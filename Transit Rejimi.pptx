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sldIdLst>
    <p:sldId id="267" r:id="rId2"/>
    <p:sldId id="383" r:id="rId3"/>
    <p:sldId id="356" r:id="rId4"/>
    <p:sldId id="357" r:id="rId5"/>
    <p:sldId id="382" r:id="rId6"/>
    <p:sldId id="275" r:id="rId7"/>
    <p:sldId id="273" r:id="rId8"/>
    <p:sldId id="581" r:id="rId9"/>
    <p:sldId id="381" r:id="rId10"/>
    <p:sldId id="278" r:id="rId11"/>
    <p:sldId id="280" r:id="rId12"/>
    <p:sldId id="281" r:id="rId13"/>
    <p:sldId id="616" r:id="rId14"/>
    <p:sldId id="617" r:id="rId15"/>
    <p:sldId id="618" r:id="rId16"/>
    <p:sldId id="283" r:id="rId17"/>
    <p:sldId id="582" r:id="rId18"/>
    <p:sldId id="627" r:id="rId19"/>
    <p:sldId id="583" r:id="rId20"/>
    <p:sldId id="288" r:id="rId21"/>
    <p:sldId id="615" r:id="rId22"/>
    <p:sldId id="284" r:id="rId23"/>
    <p:sldId id="614" r:id="rId24"/>
    <p:sldId id="613" r:id="rId25"/>
    <p:sldId id="612" r:id="rId26"/>
    <p:sldId id="611" r:id="rId27"/>
    <p:sldId id="621" r:id="rId28"/>
    <p:sldId id="285" r:id="rId29"/>
    <p:sldId id="286" r:id="rId30"/>
    <p:sldId id="314" r:id="rId31"/>
    <p:sldId id="620" r:id="rId32"/>
    <p:sldId id="328" r:id="rId33"/>
    <p:sldId id="324" r:id="rId34"/>
    <p:sldId id="325" r:id="rId35"/>
    <p:sldId id="315" r:id="rId36"/>
    <p:sldId id="353" r:id="rId37"/>
    <p:sldId id="354" r:id="rId38"/>
    <p:sldId id="326" r:id="rId39"/>
    <p:sldId id="327" r:id="rId40"/>
    <p:sldId id="331" r:id="rId41"/>
    <p:sldId id="332" r:id="rId42"/>
    <p:sldId id="316" r:id="rId43"/>
    <p:sldId id="333" r:id="rId44"/>
    <p:sldId id="334" r:id="rId45"/>
    <p:sldId id="343" r:id="rId46"/>
    <p:sldId id="622" r:id="rId47"/>
    <p:sldId id="289" r:id="rId48"/>
    <p:sldId id="329" r:id="rId49"/>
    <p:sldId id="330" r:id="rId50"/>
    <p:sldId id="290" r:id="rId51"/>
    <p:sldId id="344" r:id="rId52"/>
    <p:sldId id="341" r:id="rId53"/>
    <p:sldId id="378" r:id="rId54"/>
    <p:sldId id="585" r:id="rId55"/>
    <p:sldId id="342" r:id="rId56"/>
    <p:sldId id="587" r:id="rId57"/>
    <p:sldId id="291" r:id="rId58"/>
    <p:sldId id="292" r:id="rId59"/>
    <p:sldId id="293" r:id="rId60"/>
    <p:sldId id="295" r:id="rId61"/>
    <p:sldId id="297" r:id="rId62"/>
    <p:sldId id="296" r:id="rId63"/>
    <p:sldId id="589" r:id="rId64"/>
    <p:sldId id="590" r:id="rId65"/>
    <p:sldId id="591" r:id="rId66"/>
    <p:sldId id="384" r:id="rId67"/>
    <p:sldId id="306" r:id="rId68"/>
    <p:sldId id="307" r:id="rId69"/>
    <p:sldId id="366" r:id="rId70"/>
    <p:sldId id="374" r:id="rId71"/>
    <p:sldId id="593" r:id="rId72"/>
    <p:sldId id="594" r:id="rId73"/>
    <p:sldId id="369" r:id="rId74"/>
    <p:sldId id="584" r:id="rId75"/>
    <p:sldId id="367" r:id="rId76"/>
    <p:sldId id="588" r:id="rId77"/>
    <p:sldId id="598" r:id="rId78"/>
    <p:sldId id="599" r:id="rId79"/>
    <p:sldId id="600" r:id="rId80"/>
    <p:sldId id="601" r:id="rId81"/>
    <p:sldId id="602" r:id="rId82"/>
    <p:sldId id="603" r:id="rId83"/>
    <p:sldId id="365" r:id="rId84"/>
    <p:sldId id="364" r:id="rId85"/>
    <p:sldId id="304" r:id="rId86"/>
    <p:sldId id="606" r:id="rId87"/>
    <p:sldId id="607" r:id="rId88"/>
    <p:sldId id="608" r:id="rId89"/>
    <p:sldId id="609" r:id="rId90"/>
    <p:sldId id="610" r:id="rId91"/>
    <p:sldId id="375" r:id="rId92"/>
    <p:sldId id="301" r:id="rId93"/>
    <p:sldId id="370" r:id="rId94"/>
  </p:sldIdLst>
  <p:sldSz cx="12192000" cy="6858000"/>
  <p:notesSz cx="6797675" cy="9928225"/>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29FF"/>
    <a:srgbClr val="62A1FF"/>
    <a:srgbClr val="1B2C57"/>
    <a:srgbClr val="004A82"/>
    <a:srgbClr val="D9D9D9"/>
    <a:srgbClr val="D7A9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Açık Stil 1 - Vurgu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image" Target="../media/image3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79EAE20A-8116-437B-9106-FAE56006984B}" type="datetimeFigureOut">
              <a:rPr lang="tr-TR" smtClean="0"/>
              <a:t>26.06.2026</a:t>
            </a:fld>
            <a:endParaRPr lang="tr-TR"/>
          </a:p>
        </p:txBody>
      </p:sp>
      <p:sp>
        <p:nvSpPr>
          <p:cNvPr id="4" name="Slayt Görüntüsü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EC6E0A6-0C80-4E78-B615-D88EE8559222}" type="slidenum">
              <a:rPr lang="tr-TR" smtClean="0"/>
              <a:t>‹#›</a:t>
            </a:fld>
            <a:endParaRPr lang="tr-TR"/>
          </a:p>
        </p:txBody>
      </p:sp>
    </p:spTree>
    <p:extLst>
      <p:ext uri="{BB962C8B-B14F-4D97-AF65-F5344CB8AC3E}">
        <p14:creationId xmlns:p14="http://schemas.microsoft.com/office/powerpoint/2010/main" val="169118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6C94C5-4869-3A6C-024A-1CDA2D244A4E}"/>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39FB0F69-AE34-AADF-A4B8-9466FCED5C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3E0E2DD3-15E3-6865-B6A1-F8092726D85A}"/>
              </a:ext>
            </a:extLst>
          </p:cNvPr>
          <p:cNvSpPr>
            <a:spLocks noGrp="1"/>
          </p:cNvSpPr>
          <p:nvPr>
            <p:ph type="dt" sz="half" idx="10"/>
          </p:nvPr>
        </p:nvSpPr>
        <p:spPr/>
        <p:txBody>
          <a:bodyPr/>
          <a:lstStyle/>
          <a:p>
            <a:fld id="{68B0A631-E359-453B-816A-CA12589B3787}" type="datetime1">
              <a:rPr lang="tr-TR" smtClean="0"/>
              <a:t>26.06.2026</a:t>
            </a:fld>
            <a:endParaRPr lang="tr-TR"/>
          </a:p>
        </p:txBody>
      </p:sp>
      <p:sp>
        <p:nvSpPr>
          <p:cNvPr id="5" name="Alt Bilgi Yer Tutucusu 4">
            <a:extLst>
              <a:ext uri="{FF2B5EF4-FFF2-40B4-BE49-F238E27FC236}">
                <a16:creationId xmlns:a16="http://schemas.microsoft.com/office/drawing/2014/main" id="{14E6D440-F33B-BF84-1D7A-8F82616E0F6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72FF00A-74AF-2115-5D25-6A56514DE82D}"/>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2247033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5ECAA27-BC1B-F8CF-A848-321779D7F11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35DADAF7-A891-077A-5879-E1BE8D347083}"/>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D477885-59ED-ECA2-B1A4-245BB42B30F5}"/>
              </a:ext>
            </a:extLst>
          </p:cNvPr>
          <p:cNvSpPr>
            <a:spLocks noGrp="1"/>
          </p:cNvSpPr>
          <p:nvPr>
            <p:ph type="dt" sz="half" idx="10"/>
          </p:nvPr>
        </p:nvSpPr>
        <p:spPr/>
        <p:txBody>
          <a:bodyPr/>
          <a:lstStyle/>
          <a:p>
            <a:fld id="{AC2386C7-0F74-4B13-9A86-8A23169BDF8C}" type="datetime1">
              <a:rPr lang="tr-TR" smtClean="0"/>
              <a:t>26.06.2026</a:t>
            </a:fld>
            <a:endParaRPr lang="tr-TR"/>
          </a:p>
        </p:txBody>
      </p:sp>
      <p:sp>
        <p:nvSpPr>
          <p:cNvPr id="5" name="Alt Bilgi Yer Tutucusu 4">
            <a:extLst>
              <a:ext uri="{FF2B5EF4-FFF2-40B4-BE49-F238E27FC236}">
                <a16:creationId xmlns:a16="http://schemas.microsoft.com/office/drawing/2014/main" id="{82872D78-2831-2418-B0BB-6B55A364074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515AC3B-DF1E-5B9F-2A8F-8C1971AF878B}"/>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1021983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A9F2F1A-29D9-C3D5-C9AE-8EAD8EBB2A3E}"/>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3DF17DBC-F754-AE23-9DF3-44CAA6E50E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CAA983FE-5358-FFAE-FBC5-EDE1CAE4EE77}"/>
              </a:ext>
            </a:extLst>
          </p:cNvPr>
          <p:cNvSpPr>
            <a:spLocks noGrp="1"/>
          </p:cNvSpPr>
          <p:nvPr>
            <p:ph type="dt" sz="half" idx="10"/>
          </p:nvPr>
        </p:nvSpPr>
        <p:spPr/>
        <p:txBody>
          <a:bodyPr/>
          <a:lstStyle/>
          <a:p>
            <a:fld id="{816EC8CE-5935-4385-8CFB-310C1BAD95E4}" type="datetime1">
              <a:rPr lang="tr-TR" smtClean="0"/>
              <a:t>26.06.2026</a:t>
            </a:fld>
            <a:endParaRPr lang="tr-TR"/>
          </a:p>
        </p:txBody>
      </p:sp>
      <p:sp>
        <p:nvSpPr>
          <p:cNvPr id="5" name="Alt Bilgi Yer Tutucusu 4">
            <a:extLst>
              <a:ext uri="{FF2B5EF4-FFF2-40B4-BE49-F238E27FC236}">
                <a16:creationId xmlns:a16="http://schemas.microsoft.com/office/drawing/2014/main" id="{367BA2FF-AA0C-DBEB-1BD7-1C618B98F57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0D9FEB7-419F-7C1B-BE9E-A54A7339D63E}"/>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2033525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627434A-5355-2018-C872-9F2FAE5AD2B8}"/>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EF554DA3-10DF-6B3F-FB7E-97725D5A6F76}"/>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67A130EF-FE58-A8A5-2219-54AC1330D9DB}"/>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16C9C328-01B4-F393-AC61-A738A21A9F26}"/>
              </a:ext>
            </a:extLst>
          </p:cNvPr>
          <p:cNvSpPr>
            <a:spLocks noGrp="1"/>
          </p:cNvSpPr>
          <p:nvPr>
            <p:ph type="dt" sz="half" idx="10"/>
          </p:nvPr>
        </p:nvSpPr>
        <p:spPr/>
        <p:txBody>
          <a:bodyPr/>
          <a:lstStyle/>
          <a:p>
            <a:fld id="{6A2A7724-CC76-4B61-9B3B-9DDDDD075FF6}" type="datetime1">
              <a:rPr lang="tr-TR" smtClean="0"/>
              <a:t>26.06.2026</a:t>
            </a:fld>
            <a:endParaRPr lang="tr-TR"/>
          </a:p>
        </p:txBody>
      </p:sp>
      <p:sp>
        <p:nvSpPr>
          <p:cNvPr id="6" name="Alt Bilgi Yer Tutucusu 5">
            <a:extLst>
              <a:ext uri="{FF2B5EF4-FFF2-40B4-BE49-F238E27FC236}">
                <a16:creationId xmlns:a16="http://schemas.microsoft.com/office/drawing/2014/main" id="{C8A13197-EBDF-29C1-08B2-8F6B58C2C68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BDA3769-B75F-BCFD-0E00-97DE92EBF880}"/>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3169131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6527A51-5A1C-3314-2393-755307C72A4E}"/>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8D3C2E2-6D58-93B6-461D-F3AA8F34CC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99F665F6-7759-BD8A-EF1E-7B1EF26048AC}"/>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CE1739D7-E2EB-FDD3-B2A0-755C4EA60C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7CB1AE8D-0F75-3C74-BDD4-291066EFD36A}"/>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855705C3-0120-4670-6E99-31871C746C45}"/>
              </a:ext>
            </a:extLst>
          </p:cNvPr>
          <p:cNvSpPr>
            <a:spLocks noGrp="1"/>
          </p:cNvSpPr>
          <p:nvPr>
            <p:ph type="dt" sz="half" idx="10"/>
          </p:nvPr>
        </p:nvSpPr>
        <p:spPr/>
        <p:txBody>
          <a:bodyPr/>
          <a:lstStyle/>
          <a:p>
            <a:fld id="{BB52B940-8DEB-41ED-ACB6-BD5CC8B503C6}" type="datetime1">
              <a:rPr lang="tr-TR" smtClean="0"/>
              <a:t>26.06.2026</a:t>
            </a:fld>
            <a:endParaRPr lang="tr-TR"/>
          </a:p>
        </p:txBody>
      </p:sp>
      <p:sp>
        <p:nvSpPr>
          <p:cNvPr id="8" name="Alt Bilgi Yer Tutucusu 7">
            <a:extLst>
              <a:ext uri="{FF2B5EF4-FFF2-40B4-BE49-F238E27FC236}">
                <a16:creationId xmlns:a16="http://schemas.microsoft.com/office/drawing/2014/main" id="{E983581B-6122-F853-5EA7-4A90CE4D67C2}"/>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DFCB7BD3-AFE6-A676-6C50-84B66CEBA8A2}"/>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2778248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C9E1E87-ED03-AC0C-F0ED-3EDF490A3B1F}"/>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33D50A8-4BA7-8118-5600-BCA973FF2709}"/>
              </a:ext>
            </a:extLst>
          </p:cNvPr>
          <p:cNvSpPr>
            <a:spLocks noGrp="1"/>
          </p:cNvSpPr>
          <p:nvPr>
            <p:ph type="dt" sz="half" idx="10"/>
          </p:nvPr>
        </p:nvSpPr>
        <p:spPr/>
        <p:txBody>
          <a:bodyPr/>
          <a:lstStyle/>
          <a:p>
            <a:fld id="{33DCECCA-8930-4A46-A4A4-26CDF195C818}" type="datetime1">
              <a:rPr lang="tr-TR" smtClean="0"/>
              <a:t>26.06.2026</a:t>
            </a:fld>
            <a:endParaRPr lang="tr-TR"/>
          </a:p>
        </p:txBody>
      </p:sp>
      <p:sp>
        <p:nvSpPr>
          <p:cNvPr id="4" name="Alt Bilgi Yer Tutucusu 3">
            <a:extLst>
              <a:ext uri="{FF2B5EF4-FFF2-40B4-BE49-F238E27FC236}">
                <a16:creationId xmlns:a16="http://schemas.microsoft.com/office/drawing/2014/main" id="{C952BA19-21F9-ACA3-16A7-5BBD90507ED9}"/>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FCABD57F-4A96-EC77-7CBC-D4E7F21D92EF}"/>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1594966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FCAC9C61-8148-122F-1910-0913E4A5EB71}"/>
              </a:ext>
            </a:extLst>
          </p:cNvPr>
          <p:cNvSpPr>
            <a:spLocks noGrp="1"/>
          </p:cNvSpPr>
          <p:nvPr>
            <p:ph type="dt" sz="half" idx="10"/>
          </p:nvPr>
        </p:nvSpPr>
        <p:spPr/>
        <p:txBody>
          <a:bodyPr/>
          <a:lstStyle/>
          <a:p>
            <a:fld id="{3FE0F5B9-3B03-4B9D-A873-3A599880BBC2}" type="datetime1">
              <a:rPr lang="tr-TR" smtClean="0"/>
              <a:t>26.06.2026</a:t>
            </a:fld>
            <a:endParaRPr lang="tr-TR"/>
          </a:p>
        </p:txBody>
      </p:sp>
      <p:sp>
        <p:nvSpPr>
          <p:cNvPr id="3" name="Alt Bilgi Yer Tutucusu 2">
            <a:extLst>
              <a:ext uri="{FF2B5EF4-FFF2-40B4-BE49-F238E27FC236}">
                <a16:creationId xmlns:a16="http://schemas.microsoft.com/office/drawing/2014/main" id="{EF56B0E0-8327-D00B-675D-717C8C0A5F85}"/>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1F4AE1D2-C9F3-9EB1-AEAD-B4B52501C5D5}"/>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1626446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23C5DBE-14B9-01F1-64CA-0B0021BD694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1B48A8B3-0E3C-9062-10E4-957657CCF1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18DE5968-7F9E-E7D6-84B9-08C6225615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2AE2F1D2-2402-B1AE-72C2-E53BD8278D20}"/>
              </a:ext>
            </a:extLst>
          </p:cNvPr>
          <p:cNvSpPr>
            <a:spLocks noGrp="1"/>
          </p:cNvSpPr>
          <p:nvPr>
            <p:ph type="dt" sz="half" idx="10"/>
          </p:nvPr>
        </p:nvSpPr>
        <p:spPr/>
        <p:txBody>
          <a:bodyPr/>
          <a:lstStyle/>
          <a:p>
            <a:fld id="{AB8CBE25-C9E2-4C74-8375-1DD79E06F09E}" type="datetime1">
              <a:rPr lang="tr-TR" smtClean="0"/>
              <a:t>26.06.2026</a:t>
            </a:fld>
            <a:endParaRPr lang="tr-TR"/>
          </a:p>
        </p:txBody>
      </p:sp>
      <p:sp>
        <p:nvSpPr>
          <p:cNvPr id="6" name="Alt Bilgi Yer Tutucusu 5">
            <a:extLst>
              <a:ext uri="{FF2B5EF4-FFF2-40B4-BE49-F238E27FC236}">
                <a16:creationId xmlns:a16="http://schemas.microsoft.com/office/drawing/2014/main" id="{9F452173-A4E8-1582-AE91-CD337838B9D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E64F9F6-9FCC-6B9A-B6DD-1AB103B788BB}"/>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3965419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6AC8ED9-52B0-CBBD-452A-FC7319945D01}"/>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4A1B8A74-9AEE-F021-912C-D71EB2E909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F245AECB-05E2-19A0-94CE-C4A42CA4E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C8EF49A-4869-101C-275B-D6D32652E22A}"/>
              </a:ext>
            </a:extLst>
          </p:cNvPr>
          <p:cNvSpPr>
            <a:spLocks noGrp="1"/>
          </p:cNvSpPr>
          <p:nvPr>
            <p:ph type="dt" sz="half" idx="10"/>
          </p:nvPr>
        </p:nvSpPr>
        <p:spPr/>
        <p:txBody>
          <a:bodyPr/>
          <a:lstStyle/>
          <a:p>
            <a:fld id="{86F10E6D-ADEE-4927-AEE3-A5E22B4D6B3A}" type="datetime1">
              <a:rPr lang="tr-TR" smtClean="0"/>
              <a:t>26.06.2026</a:t>
            </a:fld>
            <a:endParaRPr lang="tr-TR"/>
          </a:p>
        </p:txBody>
      </p:sp>
      <p:sp>
        <p:nvSpPr>
          <p:cNvPr id="6" name="Alt Bilgi Yer Tutucusu 5">
            <a:extLst>
              <a:ext uri="{FF2B5EF4-FFF2-40B4-BE49-F238E27FC236}">
                <a16:creationId xmlns:a16="http://schemas.microsoft.com/office/drawing/2014/main" id="{545BE4F2-D2DC-0541-9E6F-129D8637EB9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1A167AD1-6291-2C3E-8BA0-5D5DC10A2F77}"/>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2604038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F5BA73-E8D1-BAC1-A8DA-7610F1D1222A}"/>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1DDDE1C7-FBC2-F8C0-0B52-2D79CE1C6D20}"/>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7922DAB-E99D-801A-6529-11CB57917D24}"/>
              </a:ext>
            </a:extLst>
          </p:cNvPr>
          <p:cNvSpPr>
            <a:spLocks noGrp="1"/>
          </p:cNvSpPr>
          <p:nvPr>
            <p:ph type="dt" sz="half" idx="10"/>
          </p:nvPr>
        </p:nvSpPr>
        <p:spPr/>
        <p:txBody>
          <a:bodyPr/>
          <a:lstStyle/>
          <a:p>
            <a:fld id="{B2FA4817-3075-40D0-92E9-9D78B6150FDA}" type="datetime1">
              <a:rPr lang="tr-TR" smtClean="0"/>
              <a:t>26.06.2026</a:t>
            </a:fld>
            <a:endParaRPr lang="tr-TR"/>
          </a:p>
        </p:txBody>
      </p:sp>
      <p:sp>
        <p:nvSpPr>
          <p:cNvPr id="5" name="Alt Bilgi Yer Tutucusu 4">
            <a:extLst>
              <a:ext uri="{FF2B5EF4-FFF2-40B4-BE49-F238E27FC236}">
                <a16:creationId xmlns:a16="http://schemas.microsoft.com/office/drawing/2014/main" id="{6667650C-B7A7-E695-6D5B-C5AB4C73BEA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29E449C-6430-B380-1497-768DD949368F}"/>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1796826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0AD3C486-B2D4-4AED-98A0-EE7E445076F0}"/>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D46798D9-4331-7B29-0B79-073FE9207DB3}"/>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F6A5293-10F4-318C-E75E-427DCDC7C342}"/>
              </a:ext>
            </a:extLst>
          </p:cNvPr>
          <p:cNvSpPr>
            <a:spLocks noGrp="1"/>
          </p:cNvSpPr>
          <p:nvPr>
            <p:ph type="dt" sz="half" idx="10"/>
          </p:nvPr>
        </p:nvSpPr>
        <p:spPr/>
        <p:txBody>
          <a:bodyPr/>
          <a:lstStyle/>
          <a:p>
            <a:fld id="{1E741B4E-F081-4A04-AD01-D31035AAB719}" type="datetime1">
              <a:rPr lang="tr-TR" smtClean="0"/>
              <a:t>26.06.2026</a:t>
            </a:fld>
            <a:endParaRPr lang="tr-TR"/>
          </a:p>
        </p:txBody>
      </p:sp>
      <p:sp>
        <p:nvSpPr>
          <p:cNvPr id="5" name="Alt Bilgi Yer Tutucusu 4">
            <a:extLst>
              <a:ext uri="{FF2B5EF4-FFF2-40B4-BE49-F238E27FC236}">
                <a16:creationId xmlns:a16="http://schemas.microsoft.com/office/drawing/2014/main" id="{F5285C54-00B5-C056-6969-548624C183C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6099B42-E962-5B48-6B26-2DF7F2CFF5BE}"/>
              </a:ext>
            </a:extLst>
          </p:cNvPr>
          <p:cNvSpPr>
            <a:spLocks noGrp="1"/>
          </p:cNvSpPr>
          <p:nvPr>
            <p:ph type="sldNum" sz="quarter" idx="12"/>
          </p:nvPr>
        </p:nvSpPr>
        <p:spPr/>
        <p:txBody>
          <a:bodyPr/>
          <a:lstStyle/>
          <a:p>
            <a:fld id="{D38C59C8-6CB8-4C96-B32B-99A4DE55BE3A}" type="slidenum">
              <a:rPr lang="tr-TR" smtClean="0"/>
              <a:t>‹#›</a:t>
            </a:fld>
            <a:endParaRPr lang="tr-TR"/>
          </a:p>
        </p:txBody>
      </p:sp>
    </p:spTree>
    <p:extLst>
      <p:ext uri="{BB962C8B-B14F-4D97-AF65-F5344CB8AC3E}">
        <p14:creationId xmlns:p14="http://schemas.microsoft.com/office/powerpoint/2010/main" val="64116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ACF61BCC-591D-4537-01D0-231D0107F9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1AB89942-C293-1F69-AE9F-8AC1D3595E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0A8479B-88EC-7CEA-88EC-08AEF7C190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557168-5CB3-4543-9E9F-764D6B4FE8B9}" type="datetime1">
              <a:rPr lang="tr-TR" smtClean="0"/>
              <a:t>26.06.2026</a:t>
            </a:fld>
            <a:endParaRPr lang="tr-TR"/>
          </a:p>
        </p:txBody>
      </p:sp>
      <p:sp>
        <p:nvSpPr>
          <p:cNvPr id="5" name="Alt Bilgi Yer Tutucusu 4">
            <a:extLst>
              <a:ext uri="{FF2B5EF4-FFF2-40B4-BE49-F238E27FC236}">
                <a16:creationId xmlns:a16="http://schemas.microsoft.com/office/drawing/2014/main" id="{0FD03E00-470E-57B9-D6B9-BD40ED664B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1048C9B7-A1E2-F3D6-8481-62EC127300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8C59C8-6CB8-4C96-B32B-99A4DE55BE3A}" type="slidenum">
              <a:rPr lang="tr-TR" smtClean="0"/>
              <a:t>‹#›</a:t>
            </a:fld>
            <a:endParaRPr lang="tr-TR"/>
          </a:p>
        </p:txBody>
      </p:sp>
    </p:spTree>
    <p:extLst>
      <p:ext uri="{BB962C8B-B14F-4D97-AF65-F5344CB8AC3E}">
        <p14:creationId xmlns:p14="http://schemas.microsoft.com/office/powerpoint/2010/main" val="299863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32.jpe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1.png"/><Relationship Id="rId5" Type="http://schemas.openxmlformats.org/officeDocument/2006/relationships/oleObject" Target="../embeddings/oleObject2.bin"/><Relationship Id="rId4" Type="http://schemas.openxmlformats.org/officeDocument/2006/relationships/image" Target="../media/image3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a:spLocks noChangeAspect="1"/>
          </p:cNvSpPr>
          <p:nvPr/>
        </p:nvSpPr>
        <p:spPr>
          <a:xfrm>
            <a:off x="1576300" y="2626126"/>
            <a:ext cx="6930617" cy="380803"/>
          </a:xfrm>
          <a:prstGeom prst="rect">
            <a:avLst/>
          </a:prstGeom>
        </p:spPr>
        <p:txBody>
          <a:bodyPr wrap="square">
            <a:noAutofit/>
          </a:bodyPr>
          <a:lstStyle/>
          <a:p>
            <a:pPr algn="just"/>
            <a:r>
              <a:rPr lang="tr-TR" sz="1904" dirty="0">
                <a:latin typeface="Myriad Pro"/>
                <a:cs typeface="Myriad Pro"/>
              </a:rPr>
              <a:t>NCTS Nedir? Nasıl Çalışır?</a:t>
            </a:r>
            <a:endParaRPr lang="en-US" sz="1904" dirty="0">
              <a:latin typeface="Myriad Pro"/>
              <a:cs typeface="Myriad Pro"/>
            </a:endParaRPr>
          </a:p>
        </p:txBody>
      </p:sp>
      <p:sp>
        <p:nvSpPr>
          <p:cNvPr id="23" name="Rectangle 22"/>
          <p:cNvSpPr>
            <a:spLocks noChangeAspect="1"/>
          </p:cNvSpPr>
          <p:nvPr/>
        </p:nvSpPr>
        <p:spPr>
          <a:xfrm>
            <a:off x="1576303" y="3033182"/>
            <a:ext cx="6930617" cy="380803"/>
          </a:xfrm>
          <a:prstGeom prst="rect">
            <a:avLst/>
          </a:prstGeom>
        </p:spPr>
        <p:txBody>
          <a:bodyPr wrap="square">
            <a:noAutofit/>
          </a:bodyPr>
          <a:lstStyle/>
          <a:p>
            <a:pPr algn="just"/>
            <a:r>
              <a:rPr lang="tr-TR" sz="1904" dirty="0">
                <a:latin typeface="Myriad Pro"/>
                <a:cs typeface="Myriad Pro"/>
              </a:rPr>
              <a:t>NCTS’te İş Akışı</a:t>
            </a:r>
            <a:endParaRPr lang="en-US" sz="1904" dirty="0">
              <a:latin typeface="Myriad Pro"/>
              <a:cs typeface="Myriad Pro"/>
            </a:endParaRPr>
          </a:p>
        </p:txBody>
      </p:sp>
      <p:sp>
        <p:nvSpPr>
          <p:cNvPr id="27" name="Rectangle 22">
            <a:extLst>
              <a:ext uri="{FF2B5EF4-FFF2-40B4-BE49-F238E27FC236}">
                <a16:creationId xmlns:a16="http://schemas.microsoft.com/office/drawing/2014/main" id="{6CAB3952-16DB-4629-AB9F-F79B5A980B8D}"/>
              </a:ext>
            </a:extLst>
          </p:cNvPr>
          <p:cNvSpPr>
            <a:spLocks noChangeAspect="1"/>
          </p:cNvSpPr>
          <p:nvPr/>
        </p:nvSpPr>
        <p:spPr>
          <a:xfrm>
            <a:off x="1576301" y="3457405"/>
            <a:ext cx="8091481" cy="380803"/>
          </a:xfrm>
          <a:prstGeom prst="rect">
            <a:avLst/>
          </a:prstGeom>
        </p:spPr>
        <p:txBody>
          <a:bodyPr wrap="square">
            <a:noAutofit/>
          </a:bodyPr>
          <a:lstStyle/>
          <a:p>
            <a:pPr algn="just"/>
            <a:r>
              <a:rPr lang="tr-TR" sz="1904" dirty="0">
                <a:latin typeface="Myriad Pro"/>
                <a:cs typeface="Myriad Pro"/>
              </a:rPr>
              <a:t>NCTS’te Araştırma &amp; Tahsilat İşlemleri, Eksiklik/Fazlalık ve Vergi Takibatı</a:t>
            </a:r>
            <a:endParaRPr lang="en-US" sz="1904" dirty="0">
              <a:latin typeface="Myriad Pro"/>
              <a:cs typeface="Myriad Pro"/>
            </a:endParaRPr>
          </a:p>
        </p:txBody>
      </p:sp>
      <p:sp>
        <p:nvSpPr>
          <p:cNvPr id="29" name="Rectangle 22">
            <a:extLst>
              <a:ext uri="{FF2B5EF4-FFF2-40B4-BE49-F238E27FC236}">
                <a16:creationId xmlns:a16="http://schemas.microsoft.com/office/drawing/2014/main" id="{CCB4004F-DA1D-4E84-B493-47A6D3833B80}"/>
              </a:ext>
            </a:extLst>
          </p:cNvPr>
          <p:cNvSpPr>
            <a:spLocks noChangeAspect="1"/>
          </p:cNvSpPr>
          <p:nvPr/>
        </p:nvSpPr>
        <p:spPr>
          <a:xfrm>
            <a:off x="1576300" y="3868591"/>
            <a:ext cx="6930617" cy="380803"/>
          </a:xfrm>
          <a:prstGeom prst="rect">
            <a:avLst/>
          </a:prstGeom>
        </p:spPr>
        <p:txBody>
          <a:bodyPr wrap="square">
            <a:noAutofit/>
          </a:bodyPr>
          <a:lstStyle/>
          <a:p>
            <a:pPr algn="just"/>
            <a:r>
              <a:rPr lang="tr-TR" sz="1904" dirty="0">
                <a:latin typeface="Myriad Pro"/>
                <a:cs typeface="Myriad Pro"/>
              </a:rPr>
              <a:t>TIR Sistemi Nedir? İşleyişi Nasıldır? </a:t>
            </a:r>
            <a:endParaRPr lang="en-US" sz="1904" dirty="0">
              <a:latin typeface="Myriad Pro"/>
              <a:cs typeface="Myriad Pro"/>
            </a:endParaRPr>
          </a:p>
        </p:txBody>
      </p:sp>
      <p:sp>
        <p:nvSpPr>
          <p:cNvPr id="31" name="Rectangle 22">
            <a:extLst>
              <a:ext uri="{FF2B5EF4-FFF2-40B4-BE49-F238E27FC236}">
                <a16:creationId xmlns:a16="http://schemas.microsoft.com/office/drawing/2014/main" id="{28192BFE-34EC-4932-AD37-8BC4757995C2}"/>
              </a:ext>
            </a:extLst>
          </p:cNvPr>
          <p:cNvSpPr>
            <a:spLocks noChangeAspect="1"/>
          </p:cNvSpPr>
          <p:nvPr/>
        </p:nvSpPr>
        <p:spPr>
          <a:xfrm>
            <a:off x="1576300" y="4275302"/>
            <a:ext cx="6930617" cy="380803"/>
          </a:xfrm>
          <a:prstGeom prst="rect">
            <a:avLst/>
          </a:prstGeom>
        </p:spPr>
        <p:txBody>
          <a:bodyPr wrap="square">
            <a:noAutofit/>
          </a:bodyPr>
          <a:lstStyle/>
          <a:p>
            <a:pPr algn="just"/>
            <a:r>
              <a:rPr lang="tr-TR" sz="1904" dirty="0">
                <a:latin typeface="Myriad Pro"/>
                <a:cs typeface="Myriad Pro"/>
              </a:rPr>
              <a:t>TIR Sisteminde İş Akışı, Takibat ve Tahsilat İşlemleri</a:t>
            </a:r>
            <a:endParaRPr lang="en-US" sz="1904" dirty="0">
              <a:latin typeface="Myriad Pro"/>
              <a:cs typeface="Myriad Pro"/>
            </a:endParaRPr>
          </a:p>
        </p:txBody>
      </p:sp>
      <p:sp>
        <p:nvSpPr>
          <p:cNvPr id="20" name="Rectangle 21">
            <a:extLst>
              <a:ext uri="{FF2B5EF4-FFF2-40B4-BE49-F238E27FC236}">
                <a16:creationId xmlns:a16="http://schemas.microsoft.com/office/drawing/2014/main" id="{CF0341EB-9ABA-4025-B3C5-7DE7EAA8EC7F}"/>
              </a:ext>
            </a:extLst>
          </p:cNvPr>
          <p:cNvSpPr>
            <a:spLocks noChangeAspect="1"/>
          </p:cNvSpPr>
          <p:nvPr/>
        </p:nvSpPr>
        <p:spPr>
          <a:xfrm>
            <a:off x="1576302" y="2223603"/>
            <a:ext cx="6930617" cy="380803"/>
          </a:xfrm>
          <a:prstGeom prst="rect">
            <a:avLst/>
          </a:prstGeom>
        </p:spPr>
        <p:txBody>
          <a:bodyPr wrap="square">
            <a:noAutofit/>
          </a:bodyPr>
          <a:lstStyle/>
          <a:p>
            <a:pPr algn="just"/>
            <a:r>
              <a:rPr lang="tr-TR" sz="1904" dirty="0">
                <a:latin typeface="Myriad Pro"/>
                <a:cs typeface="Myriad Pro"/>
              </a:rPr>
              <a:t>Transit Rejiminin Tarihçesi</a:t>
            </a:r>
            <a:endParaRPr lang="en-US" sz="1904" dirty="0">
              <a:latin typeface="Myriad Pro"/>
              <a:cs typeface="Myriad Pro"/>
            </a:endParaRPr>
          </a:p>
        </p:txBody>
      </p:sp>
      <p:sp>
        <p:nvSpPr>
          <p:cNvPr id="16" name="Rectangle 22">
            <a:extLst>
              <a:ext uri="{FF2B5EF4-FFF2-40B4-BE49-F238E27FC236}">
                <a16:creationId xmlns:a16="http://schemas.microsoft.com/office/drawing/2014/main" id="{A5F68BBB-8C49-4A21-9C0D-98121822FFC9}"/>
              </a:ext>
            </a:extLst>
          </p:cNvPr>
          <p:cNvSpPr>
            <a:spLocks noChangeAspect="1"/>
          </p:cNvSpPr>
          <p:nvPr/>
        </p:nvSpPr>
        <p:spPr>
          <a:xfrm>
            <a:off x="1576301" y="4698126"/>
            <a:ext cx="6930617" cy="380803"/>
          </a:xfrm>
          <a:prstGeom prst="rect">
            <a:avLst/>
          </a:prstGeom>
        </p:spPr>
        <p:txBody>
          <a:bodyPr wrap="square">
            <a:noAutofit/>
          </a:bodyPr>
          <a:lstStyle/>
          <a:p>
            <a:pPr algn="just"/>
            <a:r>
              <a:rPr lang="tr-TR" sz="1904" dirty="0">
                <a:latin typeface="Myriad Pro"/>
                <a:cs typeface="Myriad Pro"/>
              </a:rPr>
              <a:t>İhracat Refakat Belgesi (IRB) Uygulaması</a:t>
            </a:r>
            <a:endParaRPr lang="en-US" sz="1904" dirty="0">
              <a:latin typeface="Myriad Pro"/>
              <a:cs typeface="Myriad Pro"/>
            </a:endParaRPr>
          </a:p>
        </p:txBody>
      </p:sp>
      <p:sp>
        <p:nvSpPr>
          <p:cNvPr id="2" name="Sağ Ok 1"/>
          <p:cNvSpPr/>
          <p:nvPr/>
        </p:nvSpPr>
        <p:spPr>
          <a:xfrm>
            <a:off x="930344" y="2308218"/>
            <a:ext cx="394028" cy="211573"/>
          </a:xfrm>
          <a:prstGeom prst="rightArrow">
            <a:avLst/>
          </a:prstGeom>
          <a:solidFill>
            <a:srgbClr val="1B2C57"/>
          </a:solidFill>
          <a:ln>
            <a:solidFill>
              <a:srgbClr val="C49A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8" name="Sağ Ok 17"/>
          <p:cNvSpPr/>
          <p:nvPr/>
        </p:nvSpPr>
        <p:spPr>
          <a:xfrm>
            <a:off x="930343" y="2710741"/>
            <a:ext cx="394028" cy="211573"/>
          </a:xfrm>
          <a:prstGeom prst="rightArrow">
            <a:avLst/>
          </a:prstGeom>
          <a:solidFill>
            <a:srgbClr val="1B2C57"/>
          </a:solidFill>
          <a:ln>
            <a:solidFill>
              <a:srgbClr val="C49A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9" name="Sağ Ok 18"/>
          <p:cNvSpPr/>
          <p:nvPr/>
        </p:nvSpPr>
        <p:spPr>
          <a:xfrm>
            <a:off x="930345" y="3117797"/>
            <a:ext cx="394028" cy="211573"/>
          </a:xfrm>
          <a:prstGeom prst="rightArrow">
            <a:avLst/>
          </a:prstGeom>
          <a:solidFill>
            <a:srgbClr val="1B2C57"/>
          </a:solidFill>
          <a:ln>
            <a:solidFill>
              <a:srgbClr val="C49A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1" name="Sağ Ok 20"/>
          <p:cNvSpPr/>
          <p:nvPr/>
        </p:nvSpPr>
        <p:spPr>
          <a:xfrm>
            <a:off x="930344" y="3535787"/>
            <a:ext cx="394028" cy="211573"/>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4" name="Sağ Ok 23"/>
          <p:cNvSpPr/>
          <p:nvPr/>
        </p:nvSpPr>
        <p:spPr>
          <a:xfrm>
            <a:off x="930343" y="3953206"/>
            <a:ext cx="394028" cy="211573"/>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5" name="Sağ Ok 24"/>
          <p:cNvSpPr/>
          <p:nvPr/>
        </p:nvSpPr>
        <p:spPr>
          <a:xfrm>
            <a:off x="930343" y="4359917"/>
            <a:ext cx="394028" cy="211573"/>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2" name="Sağ Ok 31"/>
          <p:cNvSpPr/>
          <p:nvPr/>
        </p:nvSpPr>
        <p:spPr>
          <a:xfrm>
            <a:off x="930345" y="4760702"/>
            <a:ext cx="394028" cy="211573"/>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6" name="Rectangle 21">
            <a:extLst>
              <a:ext uri="{FF2B5EF4-FFF2-40B4-BE49-F238E27FC236}">
                <a16:creationId xmlns:a16="http://schemas.microsoft.com/office/drawing/2014/main" id="{E0848666-52FF-4119-ABC8-D26BF5765755}"/>
              </a:ext>
            </a:extLst>
          </p:cNvPr>
          <p:cNvSpPr>
            <a:spLocks noChangeAspect="1"/>
          </p:cNvSpPr>
          <p:nvPr/>
        </p:nvSpPr>
        <p:spPr>
          <a:xfrm>
            <a:off x="1576300" y="1829500"/>
            <a:ext cx="6930617" cy="380803"/>
          </a:xfrm>
          <a:prstGeom prst="rect">
            <a:avLst/>
          </a:prstGeom>
        </p:spPr>
        <p:txBody>
          <a:bodyPr wrap="square">
            <a:noAutofit/>
          </a:bodyPr>
          <a:lstStyle/>
          <a:p>
            <a:pPr algn="just"/>
            <a:r>
              <a:rPr lang="tr-TR" sz="1904" dirty="0">
                <a:latin typeface="Myriad Pro"/>
                <a:cs typeface="Myriad Pro"/>
              </a:rPr>
              <a:t>Transit ve Transit Rejimi Nedir?</a:t>
            </a:r>
            <a:endParaRPr lang="en-US" sz="1904" dirty="0">
              <a:latin typeface="Myriad Pro"/>
              <a:cs typeface="Myriad Pro"/>
            </a:endParaRPr>
          </a:p>
        </p:txBody>
      </p:sp>
      <p:sp>
        <p:nvSpPr>
          <p:cNvPr id="37" name="Sağ Ok 1">
            <a:extLst>
              <a:ext uri="{FF2B5EF4-FFF2-40B4-BE49-F238E27FC236}">
                <a16:creationId xmlns:a16="http://schemas.microsoft.com/office/drawing/2014/main" id="{8EF069FC-7B6F-4246-8DDD-E4BE6E1EAC96}"/>
              </a:ext>
            </a:extLst>
          </p:cNvPr>
          <p:cNvSpPr/>
          <p:nvPr/>
        </p:nvSpPr>
        <p:spPr>
          <a:xfrm>
            <a:off x="930342" y="1914115"/>
            <a:ext cx="394028" cy="211573"/>
          </a:xfrm>
          <a:prstGeom prst="rightArrow">
            <a:avLst/>
          </a:prstGeom>
          <a:solidFill>
            <a:srgbClr val="1B2C57"/>
          </a:solidFill>
          <a:ln>
            <a:solidFill>
              <a:srgbClr val="C49A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5" name="Rectangle 22">
            <a:extLst>
              <a:ext uri="{FF2B5EF4-FFF2-40B4-BE49-F238E27FC236}">
                <a16:creationId xmlns:a16="http://schemas.microsoft.com/office/drawing/2014/main" id="{15CEFA94-E6E2-419F-B55F-76838A93140E}"/>
              </a:ext>
            </a:extLst>
          </p:cNvPr>
          <p:cNvSpPr>
            <a:spLocks noChangeAspect="1"/>
          </p:cNvSpPr>
          <p:nvPr/>
        </p:nvSpPr>
        <p:spPr>
          <a:xfrm>
            <a:off x="1584768" y="5084223"/>
            <a:ext cx="6930617" cy="380803"/>
          </a:xfrm>
          <a:prstGeom prst="rect">
            <a:avLst/>
          </a:prstGeom>
        </p:spPr>
        <p:txBody>
          <a:bodyPr wrap="square">
            <a:noAutofit/>
          </a:bodyPr>
          <a:lstStyle/>
          <a:p>
            <a:pPr algn="just"/>
            <a:r>
              <a:rPr lang="tr-TR" sz="1904" dirty="0">
                <a:latin typeface="Myriad Pro"/>
                <a:cs typeface="Myriad Pro"/>
              </a:rPr>
              <a:t>Transit Rejiminde Uygulanan Cezalar</a:t>
            </a:r>
          </a:p>
        </p:txBody>
      </p:sp>
      <p:sp>
        <p:nvSpPr>
          <p:cNvPr id="38" name="Sağ Ok 33">
            <a:extLst>
              <a:ext uri="{FF2B5EF4-FFF2-40B4-BE49-F238E27FC236}">
                <a16:creationId xmlns:a16="http://schemas.microsoft.com/office/drawing/2014/main" id="{B6F6A7DD-3ACD-428C-91BD-6289AB1201FE}"/>
              </a:ext>
            </a:extLst>
          </p:cNvPr>
          <p:cNvSpPr/>
          <p:nvPr/>
        </p:nvSpPr>
        <p:spPr>
          <a:xfrm>
            <a:off x="938811" y="5168838"/>
            <a:ext cx="394028" cy="211573"/>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41" name="Content Placeholder 2">
            <a:extLst>
              <a:ext uri="{FF2B5EF4-FFF2-40B4-BE49-F238E27FC236}">
                <a16:creationId xmlns:a16="http://schemas.microsoft.com/office/drawing/2014/main" id="{370770F9-D48B-170C-96EF-A56972F5F077}"/>
              </a:ext>
            </a:extLst>
          </p:cNvPr>
          <p:cNvSpPr>
            <a:spLocks noGrp="1"/>
          </p:cNvSpPr>
          <p:nvPr>
            <p:ph idx="1"/>
          </p:nvPr>
        </p:nvSpPr>
        <p:spPr>
          <a:xfrm>
            <a:off x="2020641" y="601996"/>
            <a:ext cx="5650033" cy="370246"/>
          </a:xfrm>
        </p:spPr>
        <p:txBody>
          <a:bodyPr>
            <a:noAutofit/>
          </a:bodyPr>
          <a:lstStyle/>
          <a:p>
            <a:pPr marL="0" indent="0">
              <a:buNone/>
            </a:pPr>
            <a:r>
              <a:rPr lang="tr-TR" sz="1904" b="1" dirty="0">
                <a:latin typeface="Myriad Pro"/>
                <a:cs typeface="Myriad Pro"/>
              </a:rPr>
              <a:t>SUNUM İÇERİĞİ</a:t>
            </a:r>
          </a:p>
        </p:txBody>
      </p:sp>
      <p:sp>
        <p:nvSpPr>
          <p:cNvPr id="28" name="Metin kutusu 27">
            <a:extLst>
              <a:ext uri="{FF2B5EF4-FFF2-40B4-BE49-F238E27FC236}">
                <a16:creationId xmlns:a16="http://schemas.microsoft.com/office/drawing/2014/main" id="{9DE3362E-AFE0-4FE6-A358-A477CAD014EF}"/>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57615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00"/>
                                        <p:tgtEl>
                                          <p:spTgt spid="2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500"/>
                                        <p:tgtEl>
                                          <p:spTgt spid="1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500"/>
                                        <p:tgtEl>
                                          <p:spTgt spid="32"/>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00"/>
                                        <p:tgtEl>
                                          <p:spTgt spid="3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7" grpId="0"/>
      <p:bldP spid="29" grpId="0"/>
      <p:bldP spid="31" grpId="0"/>
      <p:bldP spid="20" grpId="0"/>
      <p:bldP spid="16" grpId="0"/>
      <p:bldP spid="2" grpId="0" animBg="1"/>
      <p:bldP spid="18" grpId="0" animBg="1"/>
      <p:bldP spid="19" grpId="0" animBg="1"/>
      <p:bldP spid="21" grpId="0" animBg="1"/>
      <p:bldP spid="24" grpId="0" animBg="1"/>
      <p:bldP spid="25" grpId="0" animBg="1"/>
      <p:bldP spid="32" grpId="0" animBg="1"/>
      <p:bldP spid="36" grpId="0"/>
      <p:bldP spid="37" grpId="0" animBg="1"/>
      <p:bldP spid="35" grpId="0"/>
      <p:bldP spid="3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a:spLocks noChangeAspect="1"/>
          </p:cNvSpPr>
          <p:nvPr/>
        </p:nvSpPr>
        <p:spPr>
          <a:xfrm>
            <a:off x="741684" y="5122291"/>
            <a:ext cx="3029841" cy="380803"/>
          </a:xfrm>
          <a:prstGeom prst="rect">
            <a:avLst/>
          </a:prstGeom>
        </p:spPr>
        <p:txBody>
          <a:bodyPr wrap="square">
            <a:noAutofit/>
          </a:bodyPr>
          <a:lstStyle/>
          <a:p>
            <a:pPr algn="just"/>
            <a:r>
              <a:rPr lang="tr-TR" sz="1481" dirty="0">
                <a:latin typeface="Myriad Pro"/>
              </a:rPr>
              <a:t>Belirli koşullar altında vergiler ve resimler eşya söz konusu ülkeyi/bölgeyi terk ettikten sonra geri ödenebilir. </a:t>
            </a:r>
            <a:endParaRPr lang="en-US" sz="1481" dirty="0">
              <a:latin typeface="Myriad Pro"/>
              <a:cs typeface="Myriad Pro"/>
            </a:endParaRPr>
          </a:p>
        </p:txBody>
      </p:sp>
      <p:sp>
        <p:nvSpPr>
          <p:cNvPr id="23" name="Rectangle 22"/>
          <p:cNvSpPr>
            <a:spLocks noChangeAspect="1"/>
          </p:cNvSpPr>
          <p:nvPr/>
        </p:nvSpPr>
        <p:spPr>
          <a:xfrm>
            <a:off x="4637033" y="5386438"/>
            <a:ext cx="3033720" cy="380803"/>
          </a:xfrm>
          <a:prstGeom prst="rect">
            <a:avLst/>
          </a:prstGeom>
        </p:spPr>
        <p:txBody>
          <a:bodyPr wrap="square">
            <a:noAutofit/>
          </a:bodyPr>
          <a:lstStyle/>
          <a:p>
            <a:r>
              <a:rPr lang="tr-TR" sz="1481" dirty="0">
                <a:latin typeface="Myriad Pro"/>
              </a:rPr>
              <a:t>Ancak, bir sonraki ülkede/bölgede de bu işlemin tekrarı gerekebilir. </a:t>
            </a:r>
            <a:endParaRPr lang="en-US" sz="1481" dirty="0">
              <a:latin typeface="Myriad Pro"/>
              <a:cs typeface="Myriad Pro"/>
            </a:endParaRPr>
          </a:p>
        </p:txBody>
      </p:sp>
      <p:sp>
        <p:nvSpPr>
          <p:cNvPr id="27" name="Rectangle 22">
            <a:extLst>
              <a:ext uri="{FF2B5EF4-FFF2-40B4-BE49-F238E27FC236}">
                <a16:creationId xmlns:a16="http://schemas.microsoft.com/office/drawing/2014/main" id="{6CAB3952-16DB-4629-AB9F-F79B5A980B8D}"/>
              </a:ext>
            </a:extLst>
          </p:cNvPr>
          <p:cNvSpPr>
            <a:spLocks noChangeAspect="1"/>
          </p:cNvSpPr>
          <p:nvPr/>
        </p:nvSpPr>
        <p:spPr>
          <a:xfrm>
            <a:off x="8525274" y="5386438"/>
            <a:ext cx="3155648" cy="380803"/>
          </a:xfrm>
          <a:prstGeom prst="rect">
            <a:avLst/>
          </a:prstGeom>
        </p:spPr>
        <p:txBody>
          <a:bodyPr wrap="square">
            <a:noAutofit/>
          </a:bodyPr>
          <a:lstStyle/>
          <a:p>
            <a:r>
              <a:rPr lang="tr-TR" sz="1481" dirty="0">
                <a:latin typeface="Myriad Pro"/>
              </a:rPr>
              <a:t>Eşya nihai varış yerine ulaşmadan önce her sınır geçişinde bu şekilde idari işlemlere tabi tutulabilir.</a:t>
            </a:r>
            <a:endParaRPr lang="en-US" sz="1481" dirty="0">
              <a:latin typeface="Myriad Pro"/>
              <a:cs typeface="Myriad Pro"/>
            </a:endParaRPr>
          </a:p>
        </p:txBody>
      </p:sp>
      <p:sp>
        <p:nvSpPr>
          <p:cNvPr id="20" name="Rectangle 21">
            <a:extLst>
              <a:ext uri="{FF2B5EF4-FFF2-40B4-BE49-F238E27FC236}">
                <a16:creationId xmlns:a16="http://schemas.microsoft.com/office/drawing/2014/main" id="{CF0341EB-9ABA-4025-B3C5-7DE7EAA8EC7F}"/>
              </a:ext>
            </a:extLst>
          </p:cNvPr>
          <p:cNvSpPr>
            <a:spLocks noChangeAspect="1"/>
          </p:cNvSpPr>
          <p:nvPr/>
        </p:nvSpPr>
        <p:spPr>
          <a:xfrm>
            <a:off x="741684" y="3617258"/>
            <a:ext cx="3339397" cy="380803"/>
          </a:xfrm>
          <a:prstGeom prst="rect">
            <a:avLst/>
          </a:prstGeom>
        </p:spPr>
        <p:txBody>
          <a:bodyPr wrap="square">
            <a:noAutofit/>
          </a:bodyPr>
          <a:lstStyle/>
          <a:p>
            <a:r>
              <a:rPr lang="tr-TR" sz="1481" dirty="0">
                <a:latin typeface="Myriad Pro"/>
              </a:rPr>
              <a:t>Bu durum, eşyanın bu ülkeden/bölgeden sadece geçirilmek (transit edilmek) istenilmesi halinde de böyledir. </a:t>
            </a:r>
            <a:endParaRPr lang="en-US" sz="1481" dirty="0">
              <a:latin typeface="Myriad Pro"/>
              <a:cs typeface="Myriad Pro"/>
            </a:endParaRPr>
          </a:p>
        </p:txBody>
      </p:sp>
      <p:sp>
        <p:nvSpPr>
          <p:cNvPr id="30" name="Content Placeholder 2">
            <a:extLst>
              <a:ext uri="{FF2B5EF4-FFF2-40B4-BE49-F238E27FC236}">
                <a16:creationId xmlns:a16="http://schemas.microsoft.com/office/drawing/2014/main" id="{AE2E6298-7972-4834-A275-D61CAA38EBD6}"/>
              </a:ext>
            </a:extLst>
          </p:cNvPr>
          <p:cNvSpPr txBox="1">
            <a:spLocks/>
          </p:cNvSpPr>
          <p:nvPr/>
        </p:nvSpPr>
        <p:spPr>
          <a:xfrm>
            <a:off x="1944943" y="603330"/>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TRANSİT NEDİR?</a:t>
            </a:r>
          </a:p>
        </p:txBody>
      </p:sp>
      <p:sp>
        <p:nvSpPr>
          <p:cNvPr id="36" name="Rectangle 21">
            <a:extLst>
              <a:ext uri="{FF2B5EF4-FFF2-40B4-BE49-F238E27FC236}">
                <a16:creationId xmlns:a16="http://schemas.microsoft.com/office/drawing/2014/main" id="{E0848666-52FF-4119-ABC8-D26BF5765755}"/>
              </a:ext>
            </a:extLst>
          </p:cNvPr>
          <p:cNvSpPr>
            <a:spLocks noChangeAspect="1"/>
          </p:cNvSpPr>
          <p:nvPr/>
        </p:nvSpPr>
        <p:spPr>
          <a:xfrm>
            <a:off x="741684" y="1826789"/>
            <a:ext cx="3667205" cy="380803"/>
          </a:xfrm>
          <a:prstGeom prst="rect">
            <a:avLst/>
          </a:prstGeom>
        </p:spPr>
        <p:txBody>
          <a:bodyPr wrap="square">
            <a:noAutofit/>
          </a:bodyPr>
          <a:lstStyle/>
          <a:p>
            <a:r>
              <a:rPr lang="tr-TR" sz="1481" dirty="0">
                <a:latin typeface="Myriad Pro"/>
              </a:rPr>
              <a:t>Eşya bir ülkeye/bölgeye girdiğinde, o ülke/bölgedeki gümrük idaresi ithalat vergileri ve diğer vergilerin ödenmesini isteyecek ve gerekirse anti damping vergisi gibi ticaret politikası önlemlerini uygulayacaktır. </a:t>
            </a:r>
            <a:endParaRPr lang="en-US" sz="1481" dirty="0">
              <a:latin typeface="Myriad Pro"/>
              <a:cs typeface="Myriad Pro"/>
            </a:endParaRPr>
          </a:p>
        </p:txBody>
      </p:sp>
      <p:sp>
        <p:nvSpPr>
          <p:cNvPr id="31" name="Shape 2038">
            <a:extLst>
              <a:ext uri="{FF2B5EF4-FFF2-40B4-BE49-F238E27FC236}">
                <a16:creationId xmlns:a16="http://schemas.microsoft.com/office/drawing/2014/main" id="{1727A34A-8F1E-4C80-B85B-7CA2F186B94D}"/>
              </a:ext>
            </a:extLst>
          </p:cNvPr>
          <p:cNvSpPr/>
          <p:nvPr/>
        </p:nvSpPr>
        <p:spPr>
          <a:xfrm rot="889863">
            <a:off x="6133852" y="1950572"/>
            <a:ext cx="1475896" cy="1141867"/>
          </a:xfrm>
          <a:custGeom>
            <a:avLst/>
            <a:gdLst/>
            <a:ahLst/>
            <a:cxnLst/>
            <a:rect l="0" t="0" r="0" b="0"/>
            <a:pathLst>
              <a:path w="120000" h="120000" extrusionOk="0">
                <a:moveTo>
                  <a:pt x="3442" y="24782"/>
                </a:moveTo>
                <a:cubicBezTo>
                  <a:pt x="3442" y="23478"/>
                  <a:pt x="3442" y="23478"/>
                  <a:pt x="3442" y="23478"/>
                </a:cubicBezTo>
                <a:cubicBezTo>
                  <a:pt x="3442" y="23478"/>
                  <a:pt x="3442" y="23478"/>
                  <a:pt x="3442" y="23478"/>
                </a:cubicBezTo>
                <a:cubicBezTo>
                  <a:pt x="6885" y="22173"/>
                  <a:pt x="9836" y="24782"/>
                  <a:pt x="11311" y="24782"/>
                </a:cubicBezTo>
                <a:cubicBezTo>
                  <a:pt x="14262" y="25434"/>
                  <a:pt x="7868" y="30000"/>
                  <a:pt x="8852" y="30000"/>
                </a:cubicBezTo>
                <a:cubicBezTo>
                  <a:pt x="9836" y="29347"/>
                  <a:pt x="8852" y="33260"/>
                  <a:pt x="10327" y="33913"/>
                </a:cubicBezTo>
                <a:cubicBezTo>
                  <a:pt x="12786" y="34565"/>
                  <a:pt x="14754" y="31956"/>
                  <a:pt x="17704" y="31956"/>
                </a:cubicBezTo>
                <a:cubicBezTo>
                  <a:pt x="20163" y="31304"/>
                  <a:pt x="23114" y="33260"/>
                  <a:pt x="24098" y="31956"/>
                </a:cubicBezTo>
                <a:cubicBezTo>
                  <a:pt x="26065" y="28695"/>
                  <a:pt x="33934" y="35217"/>
                  <a:pt x="37868" y="31956"/>
                </a:cubicBezTo>
                <a:cubicBezTo>
                  <a:pt x="40327" y="29347"/>
                  <a:pt x="50163" y="28043"/>
                  <a:pt x="53606" y="28043"/>
                </a:cubicBezTo>
                <a:cubicBezTo>
                  <a:pt x="62459" y="27391"/>
                  <a:pt x="62950" y="27391"/>
                  <a:pt x="66885" y="24130"/>
                </a:cubicBezTo>
                <a:cubicBezTo>
                  <a:pt x="66885" y="24130"/>
                  <a:pt x="69344" y="16956"/>
                  <a:pt x="70819" y="13695"/>
                </a:cubicBezTo>
                <a:cubicBezTo>
                  <a:pt x="71803" y="11086"/>
                  <a:pt x="74754" y="9782"/>
                  <a:pt x="77704" y="7173"/>
                </a:cubicBezTo>
                <a:cubicBezTo>
                  <a:pt x="80163" y="4565"/>
                  <a:pt x="86557" y="1956"/>
                  <a:pt x="88032" y="1304"/>
                </a:cubicBezTo>
                <a:cubicBezTo>
                  <a:pt x="89508" y="1304"/>
                  <a:pt x="99836" y="1956"/>
                  <a:pt x="99836" y="1956"/>
                </a:cubicBezTo>
                <a:cubicBezTo>
                  <a:pt x="105245" y="0"/>
                  <a:pt x="105245" y="0"/>
                  <a:pt x="105245" y="0"/>
                </a:cubicBezTo>
                <a:cubicBezTo>
                  <a:pt x="105245" y="0"/>
                  <a:pt x="106229" y="5217"/>
                  <a:pt x="107704" y="5869"/>
                </a:cubicBezTo>
                <a:cubicBezTo>
                  <a:pt x="112131" y="6521"/>
                  <a:pt x="115573" y="6521"/>
                  <a:pt x="117049" y="5217"/>
                </a:cubicBezTo>
                <a:cubicBezTo>
                  <a:pt x="117540" y="5217"/>
                  <a:pt x="117540" y="6521"/>
                  <a:pt x="118032" y="7173"/>
                </a:cubicBezTo>
                <a:cubicBezTo>
                  <a:pt x="118524" y="8478"/>
                  <a:pt x="119016" y="11086"/>
                  <a:pt x="119016" y="11086"/>
                </a:cubicBezTo>
                <a:cubicBezTo>
                  <a:pt x="118524" y="14347"/>
                  <a:pt x="118524" y="14347"/>
                  <a:pt x="118524" y="14347"/>
                </a:cubicBezTo>
                <a:cubicBezTo>
                  <a:pt x="118032" y="15000"/>
                  <a:pt x="118032" y="15000"/>
                  <a:pt x="118032" y="15000"/>
                </a:cubicBezTo>
                <a:cubicBezTo>
                  <a:pt x="115573" y="16956"/>
                  <a:pt x="115573" y="16956"/>
                  <a:pt x="115573" y="16956"/>
                </a:cubicBezTo>
                <a:cubicBezTo>
                  <a:pt x="115573" y="16956"/>
                  <a:pt x="114590" y="16956"/>
                  <a:pt x="114098" y="17608"/>
                </a:cubicBezTo>
                <a:cubicBezTo>
                  <a:pt x="113606" y="17608"/>
                  <a:pt x="112622" y="18260"/>
                  <a:pt x="112622" y="18260"/>
                </a:cubicBezTo>
                <a:cubicBezTo>
                  <a:pt x="112622" y="18260"/>
                  <a:pt x="111639" y="19565"/>
                  <a:pt x="111639" y="20217"/>
                </a:cubicBezTo>
                <a:cubicBezTo>
                  <a:pt x="111147" y="21521"/>
                  <a:pt x="110655" y="23478"/>
                  <a:pt x="110655" y="23478"/>
                </a:cubicBezTo>
                <a:cubicBezTo>
                  <a:pt x="109672" y="26739"/>
                  <a:pt x="109672" y="26739"/>
                  <a:pt x="109672" y="26739"/>
                </a:cubicBezTo>
                <a:cubicBezTo>
                  <a:pt x="109672" y="31304"/>
                  <a:pt x="109672" y="31304"/>
                  <a:pt x="109672" y="31304"/>
                </a:cubicBezTo>
                <a:cubicBezTo>
                  <a:pt x="110655" y="36521"/>
                  <a:pt x="110655" y="36521"/>
                  <a:pt x="110655" y="36521"/>
                </a:cubicBezTo>
                <a:cubicBezTo>
                  <a:pt x="111639" y="42391"/>
                  <a:pt x="111639" y="42391"/>
                  <a:pt x="111639" y="42391"/>
                </a:cubicBezTo>
                <a:cubicBezTo>
                  <a:pt x="111639" y="42391"/>
                  <a:pt x="110163" y="44347"/>
                  <a:pt x="109672" y="44347"/>
                </a:cubicBezTo>
                <a:cubicBezTo>
                  <a:pt x="109672" y="44347"/>
                  <a:pt x="109180" y="45000"/>
                  <a:pt x="109180" y="45000"/>
                </a:cubicBezTo>
                <a:cubicBezTo>
                  <a:pt x="109180" y="46304"/>
                  <a:pt x="109180" y="46304"/>
                  <a:pt x="109180" y="46304"/>
                </a:cubicBezTo>
                <a:cubicBezTo>
                  <a:pt x="108688" y="48260"/>
                  <a:pt x="108688" y="48260"/>
                  <a:pt x="108688" y="48260"/>
                </a:cubicBezTo>
                <a:cubicBezTo>
                  <a:pt x="108196" y="49565"/>
                  <a:pt x="108196" y="49565"/>
                  <a:pt x="108196" y="49565"/>
                </a:cubicBezTo>
                <a:cubicBezTo>
                  <a:pt x="108196" y="49565"/>
                  <a:pt x="107704" y="50869"/>
                  <a:pt x="107213" y="50869"/>
                </a:cubicBezTo>
                <a:cubicBezTo>
                  <a:pt x="106721" y="51521"/>
                  <a:pt x="105737" y="52826"/>
                  <a:pt x="105737" y="52826"/>
                </a:cubicBezTo>
                <a:cubicBezTo>
                  <a:pt x="106229" y="54130"/>
                  <a:pt x="106229" y="54130"/>
                  <a:pt x="106229" y="54130"/>
                </a:cubicBezTo>
                <a:cubicBezTo>
                  <a:pt x="111639" y="55434"/>
                  <a:pt x="111639" y="55434"/>
                  <a:pt x="111639" y="55434"/>
                </a:cubicBezTo>
                <a:cubicBezTo>
                  <a:pt x="111639" y="56739"/>
                  <a:pt x="111639" y="56739"/>
                  <a:pt x="111639" y="56739"/>
                </a:cubicBezTo>
                <a:cubicBezTo>
                  <a:pt x="114098" y="60000"/>
                  <a:pt x="114098" y="60000"/>
                  <a:pt x="114098" y="60000"/>
                </a:cubicBezTo>
                <a:cubicBezTo>
                  <a:pt x="115573" y="63260"/>
                  <a:pt x="115573" y="63260"/>
                  <a:pt x="115573" y="63260"/>
                </a:cubicBezTo>
                <a:cubicBezTo>
                  <a:pt x="118032" y="64565"/>
                  <a:pt x="118032" y="64565"/>
                  <a:pt x="118032" y="64565"/>
                </a:cubicBezTo>
                <a:cubicBezTo>
                  <a:pt x="118032" y="64565"/>
                  <a:pt x="120000" y="66521"/>
                  <a:pt x="120000" y="66521"/>
                </a:cubicBezTo>
                <a:cubicBezTo>
                  <a:pt x="119508" y="67173"/>
                  <a:pt x="117049" y="68478"/>
                  <a:pt x="117049" y="68478"/>
                </a:cubicBezTo>
                <a:cubicBezTo>
                  <a:pt x="115573" y="69782"/>
                  <a:pt x="115573" y="69782"/>
                  <a:pt x="115573" y="69782"/>
                </a:cubicBezTo>
                <a:cubicBezTo>
                  <a:pt x="115573" y="69782"/>
                  <a:pt x="114590" y="69782"/>
                  <a:pt x="113606" y="70434"/>
                </a:cubicBezTo>
                <a:cubicBezTo>
                  <a:pt x="113114" y="71086"/>
                  <a:pt x="110163" y="73043"/>
                  <a:pt x="110163" y="73043"/>
                </a:cubicBezTo>
                <a:cubicBezTo>
                  <a:pt x="106229" y="69782"/>
                  <a:pt x="106229" y="69782"/>
                  <a:pt x="106229" y="69782"/>
                </a:cubicBezTo>
                <a:cubicBezTo>
                  <a:pt x="103770" y="69130"/>
                  <a:pt x="103770" y="69130"/>
                  <a:pt x="103770" y="69130"/>
                </a:cubicBezTo>
                <a:cubicBezTo>
                  <a:pt x="102786" y="71086"/>
                  <a:pt x="102786" y="71086"/>
                  <a:pt x="102786" y="71086"/>
                </a:cubicBezTo>
                <a:cubicBezTo>
                  <a:pt x="100327" y="71739"/>
                  <a:pt x="100327" y="71739"/>
                  <a:pt x="100327" y="71739"/>
                </a:cubicBezTo>
                <a:cubicBezTo>
                  <a:pt x="98852" y="75000"/>
                  <a:pt x="98852" y="75000"/>
                  <a:pt x="98852" y="75000"/>
                </a:cubicBezTo>
                <a:cubicBezTo>
                  <a:pt x="98852" y="75000"/>
                  <a:pt x="95409" y="76304"/>
                  <a:pt x="94426" y="76956"/>
                </a:cubicBezTo>
                <a:cubicBezTo>
                  <a:pt x="93934" y="77608"/>
                  <a:pt x="91967" y="79565"/>
                  <a:pt x="91967" y="79565"/>
                </a:cubicBezTo>
                <a:cubicBezTo>
                  <a:pt x="92459" y="82173"/>
                  <a:pt x="92459" y="82173"/>
                  <a:pt x="92459" y="82173"/>
                </a:cubicBezTo>
                <a:cubicBezTo>
                  <a:pt x="90491" y="84130"/>
                  <a:pt x="90491" y="84130"/>
                  <a:pt x="90491" y="84130"/>
                </a:cubicBezTo>
                <a:cubicBezTo>
                  <a:pt x="90491" y="84130"/>
                  <a:pt x="89016" y="84782"/>
                  <a:pt x="88524" y="86086"/>
                </a:cubicBezTo>
                <a:cubicBezTo>
                  <a:pt x="88524" y="87391"/>
                  <a:pt x="89016" y="88043"/>
                  <a:pt x="89016" y="88043"/>
                </a:cubicBezTo>
                <a:cubicBezTo>
                  <a:pt x="88032" y="88043"/>
                  <a:pt x="86557" y="88695"/>
                  <a:pt x="86065" y="89347"/>
                </a:cubicBezTo>
                <a:cubicBezTo>
                  <a:pt x="85573" y="89347"/>
                  <a:pt x="85573" y="90652"/>
                  <a:pt x="86065" y="91956"/>
                </a:cubicBezTo>
                <a:cubicBezTo>
                  <a:pt x="86065" y="92608"/>
                  <a:pt x="87049" y="93913"/>
                  <a:pt x="88032" y="95869"/>
                </a:cubicBezTo>
                <a:cubicBezTo>
                  <a:pt x="88524" y="97826"/>
                  <a:pt x="89016" y="97826"/>
                  <a:pt x="89016" y="98478"/>
                </a:cubicBezTo>
                <a:cubicBezTo>
                  <a:pt x="89016" y="99130"/>
                  <a:pt x="88524" y="101086"/>
                  <a:pt x="88032" y="101739"/>
                </a:cubicBezTo>
                <a:cubicBezTo>
                  <a:pt x="87049" y="103043"/>
                  <a:pt x="86065" y="103043"/>
                  <a:pt x="85573" y="103043"/>
                </a:cubicBezTo>
                <a:cubicBezTo>
                  <a:pt x="85081" y="103695"/>
                  <a:pt x="83606" y="105000"/>
                  <a:pt x="83114" y="105000"/>
                </a:cubicBezTo>
                <a:cubicBezTo>
                  <a:pt x="82622" y="105652"/>
                  <a:pt x="80163" y="106304"/>
                  <a:pt x="79672" y="106304"/>
                </a:cubicBezTo>
                <a:cubicBezTo>
                  <a:pt x="79180" y="106304"/>
                  <a:pt x="76229" y="107608"/>
                  <a:pt x="76229" y="107608"/>
                </a:cubicBezTo>
                <a:cubicBezTo>
                  <a:pt x="73770" y="108913"/>
                  <a:pt x="73770" y="108913"/>
                  <a:pt x="73770" y="108913"/>
                </a:cubicBezTo>
                <a:cubicBezTo>
                  <a:pt x="72295" y="110217"/>
                  <a:pt x="72295" y="110217"/>
                  <a:pt x="72295" y="110217"/>
                </a:cubicBezTo>
                <a:cubicBezTo>
                  <a:pt x="68360" y="108913"/>
                  <a:pt x="68360" y="108913"/>
                  <a:pt x="68360" y="108913"/>
                </a:cubicBezTo>
                <a:cubicBezTo>
                  <a:pt x="63442" y="106956"/>
                  <a:pt x="63442" y="106956"/>
                  <a:pt x="63442" y="106956"/>
                </a:cubicBezTo>
                <a:cubicBezTo>
                  <a:pt x="63442" y="106956"/>
                  <a:pt x="60983" y="109565"/>
                  <a:pt x="60491" y="109565"/>
                </a:cubicBezTo>
                <a:cubicBezTo>
                  <a:pt x="60000" y="109565"/>
                  <a:pt x="57049" y="106956"/>
                  <a:pt x="57049" y="106956"/>
                </a:cubicBezTo>
                <a:cubicBezTo>
                  <a:pt x="55573" y="103695"/>
                  <a:pt x="55573" y="103695"/>
                  <a:pt x="55573" y="103695"/>
                </a:cubicBezTo>
                <a:cubicBezTo>
                  <a:pt x="55573" y="103695"/>
                  <a:pt x="52622" y="104347"/>
                  <a:pt x="52131" y="104347"/>
                </a:cubicBezTo>
                <a:cubicBezTo>
                  <a:pt x="51639" y="104347"/>
                  <a:pt x="51147" y="105652"/>
                  <a:pt x="51147" y="106304"/>
                </a:cubicBezTo>
                <a:cubicBezTo>
                  <a:pt x="50655" y="106304"/>
                  <a:pt x="49672" y="106304"/>
                  <a:pt x="48688" y="106304"/>
                </a:cubicBezTo>
                <a:cubicBezTo>
                  <a:pt x="47213" y="106304"/>
                  <a:pt x="46229" y="107608"/>
                  <a:pt x="46229" y="107608"/>
                </a:cubicBezTo>
                <a:cubicBezTo>
                  <a:pt x="45245" y="110217"/>
                  <a:pt x="45245" y="110217"/>
                  <a:pt x="45245" y="110217"/>
                </a:cubicBezTo>
                <a:cubicBezTo>
                  <a:pt x="45245" y="110217"/>
                  <a:pt x="42786" y="111521"/>
                  <a:pt x="42786" y="111521"/>
                </a:cubicBezTo>
                <a:cubicBezTo>
                  <a:pt x="42295" y="112173"/>
                  <a:pt x="37868" y="114130"/>
                  <a:pt x="37868" y="114130"/>
                </a:cubicBezTo>
                <a:cubicBezTo>
                  <a:pt x="34426" y="115434"/>
                  <a:pt x="34426" y="115434"/>
                  <a:pt x="34426" y="115434"/>
                </a:cubicBezTo>
                <a:cubicBezTo>
                  <a:pt x="34426" y="115434"/>
                  <a:pt x="33442" y="116086"/>
                  <a:pt x="32950" y="115434"/>
                </a:cubicBezTo>
                <a:cubicBezTo>
                  <a:pt x="32459" y="115434"/>
                  <a:pt x="30983" y="117391"/>
                  <a:pt x="30983" y="117391"/>
                </a:cubicBezTo>
                <a:cubicBezTo>
                  <a:pt x="28032" y="120000"/>
                  <a:pt x="28032" y="120000"/>
                  <a:pt x="28032" y="120000"/>
                </a:cubicBezTo>
                <a:cubicBezTo>
                  <a:pt x="25081" y="120000"/>
                  <a:pt x="25081" y="120000"/>
                  <a:pt x="25081" y="120000"/>
                </a:cubicBezTo>
                <a:cubicBezTo>
                  <a:pt x="25081" y="120000"/>
                  <a:pt x="25081" y="119347"/>
                  <a:pt x="25081" y="119347"/>
                </a:cubicBezTo>
                <a:cubicBezTo>
                  <a:pt x="25081" y="119347"/>
                  <a:pt x="25081" y="119347"/>
                  <a:pt x="25081" y="119347"/>
                </a:cubicBezTo>
                <a:cubicBezTo>
                  <a:pt x="25081" y="118695"/>
                  <a:pt x="25081" y="118695"/>
                  <a:pt x="25081" y="118695"/>
                </a:cubicBezTo>
                <a:cubicBezTo>
                  <a:pt x="25081" y="118043"/>
                  <a:pt x="24590" y="117391"/>
                  <a:pt x="24590" y="116086"/>
                </a:cubicBezTo>
                <a:cubicBezTo>
                  <a:pt x="24098" y="114782"/>
                  <a:pt x="23606" y="113478"/>
                  <a:pt x="23606" y="112173"/>
                </a:cubicBezTo>
                <a:cubicBezTo>
                  <a:pt x="23606" y="111521"/>
                  <a:pt x="24098" y="110869"/>
                  <a:pt x="24098" y="110217"/>
                </a:cubicBezTo>
                <a:cubicBezTo>
                  <a:pt x="24098" y="110217"/>
                  <a:pt x="24098" y="110217"/>
                  <a:pt x="24098" y="110217"/>
                </a:cubicBezTo>
                <a:cubicBezTo>
                  <a:pt x="24590" y="109565"/>
                  <a:pt x="24590" y="108913"/>
                  <a:pt x="24590" y="107608"/>
                </a:cubicBezTo>
                <a:cubicBezTo>
                  <a:pt x="24098" y="105000"/>
                  <a:pt x="22131" y="105000"/>
                  <a:pt x="21639" y="102391"/>
                </a:cubicBezTo>
                <a:cubicBezTo>
                  <a:pt x="21147" y="100434"/>
                  <a:pt x="19180" y="98478"/>
                  <a:pt x="19180" y="97826"/>
                </a:cubicBezTo>
                <a:cubicBezTo>
                  <a:pt x="15737" y="95217"/>
                  <a:pt x="13770" y="95869"/>
                  <a:pt x="11803" y="93260"/>
                </a:cubicBezTo>
                <a:cubicBezTo>
                  <a:pt x="11311" y="92608"/>
                  <a:pt x="10819" y="91956"/>
                  <a:pt x="10819" y="91304"/>
                </a:cubicBezTo>
                <a:cubicBezTo>
                  <a:pt x="11311" y="90652"/>
                  <a:pt x="11311" y="90652"/>
                  <a:pt x="11311" y="90652"/>
                </a:cubicBezTo>
                <a:cubicBezTo>
                  <a:pt x="11311" y="90652"/>
                  <a:pt x="10819" y="90652"/>
                  <a:pt x="10327" y="90000"/>
                </a:cubicBezTo>
                <a:cubicBezTo>
                  <a:pt x="9836" y="89347"/>
                  <a:pt x="9344" y="88695"/>
                  <a:pt x="8852" y="88043"/>
                </a:cubicBezTo>
                <a:cubicBezTo>
                  <a:pt x="8852" y="88043"/>
                  <a:pt x="8852" y="88043"/>
                  <a:pt x="8852" y="88043"/>
                </a:cubicBezTo>
                <a:cubicBezTo>
                  <a:pt x="9344" y="88043"/>
                  <a:pt x="9836" y="86739"/>
                  <a:pt x="9836" y="86739"/>
                </a:cubicBezTo>
                <a:cubicBezTo>
                  <a:pt x="10327" y="84782"/>
                  <a:pt x="10327" y="84782"/>
                  <a:pt x="10327" y="84782"/>
                </a:cubicBezTo>
                <a:cubicBezTo>
                  <a:pt x="10819" y="83478"/>
                  <a:pt x="10819" y="83478"/>
                  <a:pt x="10819" y="83478"/>
                </a:cubicBezTo>
                <a:cubicBezTo>
                  <a:pt x="10819" y="83478"/>
                  <a:pt x="10327" y="81521"/>
                  <a:pt x="9836" y="81521"/>
                </a:cubicBezTo>
                <a:cubicBezTo>
                  <a:pt x="9836" y="80869"/>
                  <a:pt x="8360" y="80217"/>
                  <a:pt x="8360" y="80217"/>
                </a:cubicBezTo>
                <a:cubicBezTo>
                  <a:pt x="8360" y="76956"/>
                  <a:pt x="8360" y="76956"/>
                  <a:pt x="8360" y="76956"/>
                </a:cubicBezTo>
                <a:cubicBezTo>
                  <a:pt x="7868" y="73695"/>
                  <a:pt x="7868" y="73695"/>
                  <a:pt x="7868" y="73695"/>
                </a:cubicBezTo>
                <a:cubicBezTo>
                  <a:pt x="6885" y="71739"/>
                  <a:pt x="6885" y="71739"/>
                  <a:pt x="6885" y="71739"/>
                </a:cubicBezTo>
                <a:cubicBezTo>
                  <a:pt x="6885" y="71739"/>
                  <a:pt x="7868" y="70434"/>
                  <a:pt x="8360" y="69782"/>
                </a:cubicBezTo>
                <a:cubicBezTo>
                  <a:pt x="8360" y="69782"/>
                  <a:pt x="8852" y="69130"/>
                  <a:pt x="9344" y="69130"/>
                </a:cubicBezTo>
                <a:cubicBezTo>
                  <a:pt x="9836" y="68478"/>
                  <a:pt x="10819" y="68478"/>
                  <a:pt x="11311" y="68478"/>
                </a:cubicBezTo>
                <a:cubicBezTo>
                  <a:pt x="11803" y="68478"/>
                  <a:pt x="12786" y="67173"/>
                  <a:pt x="12786" y="67173"/>
                </a:cubicBezTo>
                <a:cubicBezTo>
                  <a:pt x="12786" y="67173"/>
                  <a:pt x="12786" y="65217"/>
                  <a:pt x="12295" y="64565"/>
                </a:cubicBezTo>
                <a:cubicBezTo>
                  <a:pt x="12295" y="63260"/>
                  <a:pt x="13278" y="61956"/>
                  <a:pt x="13278" y="61956"/>
                </a:cubicBezTo>
                <a:cubicBezTo>
                  <a:pt x="13278" y="61956"/>
                  <a:pt x="14754" y="59347"/>
                  <a:pt x="15245" y="58695"/>
                </a:cubicBezTo>
                <a:cubicBezTo>
                  <a:pt x="15737" y="58043"/>
                  <a:pt x="16229" y="54782"/>
                  <a:pt x="16229" y="54782"/>
                </a:cubicBezTo>
                <a:cubicBezTo>
                  <a:pt x="14262" y="54782"/>
                  <a:pt x="14262" y="54782"/>
                  <a:pt x="14262" y="54782"/>
                </a:cubicBezTo>
                <a:cubicBezTo>
                  <a:pt x="12295" y="54130"/>
                  <a:pt x="12295" y="54130"/>
                  <a:pt x="12295" y="54130"/>
                </a:cubicBezTo>
                <a:cubicBezTo>
                  <a:pt x="12295" y="54130"/>
                  <a:pt x="10327" y="50217"/>
                  <a:pt x="10327" y="50217"/>
                </a:cubicBezTo>
                <a:cubicBezTo>
                  <a:pt x="10327" y="49565"/>
                  <a:pt x="9344" y="49565"/>
                  <a:pt x="9344" y="49565"/>
                </a:cubicBezTo>
                <a:cubicBezTo>
                  <a:pt x="9344" y="49565"/>
                  <a:pt x="7377" y="48260"/>
                  <a:pt x="7377" y="48260"/>
                </a:cubicBezTo>
                <a:cubicBezTo>
                  <a:pt x="6885" y="48260"/>
                  <a:pt x="5409" y="47608"/>
                  <a:pt x="5409" y="47608"/>
                </a:cubicBezTo>
                <a:cubicBezTo>
                  <a:pt x="5409" y="47608"/>
                  <a:pt x="3442" y="44347"/>
                  <a:pt x="2950" y="43043"/>
                </a:cubicBezTo>
                <a:cubicBezTo>
                  <a:pt x="2459" y="41739"/>
                  <a:pt x="1967" y="41086"/>
                  <a:pt x="1967" y="41086"/>
                </a:cubicBezTo>
                <a:cubicBezTo>
                  <a:pt x="1967" y="41086"/>
                  <a:pt x="1475" y="39782"/>
                  <a:pt x="983" y="39130"/>
                </a:cubicBezTo>
                <a:cubicBezTo>
                  <a:pt x="491" y="38478"/>
                  <a:pt x="491" y="37173"/>
                  <a:pt x="491" y="37173"/>
                </a:cubicBezTo>
                <a:cubicBezTo>
                  <a:pt x="491" y="37173"/>
                  <a:pt x="983" y="35217"/>
                  <a:pt x="491" y="33913"/>
                </a:cubicBezTo>
                <a:cubicBezTo>
                  <a:pt x="491" y="33260"/>
                  <a:pt x="0" y="30652"/>
                  <a:pt x="491" y="30652"/>
                </a:cubicBezTo>
                <a:cubicBezTo>
                  <a:pt x="983" y="29347"/>
                  <a:pt x="1475" y="28043"/>
                  <a:pt x="2459" y="27391"/>
                </a:cubicBezTo>
                <a:cubicBezTo>
                  <a:pt x="2950" y="27391"/>
                  <a:pt x="2950" y="27391"/>
                  <a:pt x="3442" y="27391"/>
                </a:cubicBezTo>
                <a:cubicBezTo>
                  <a:pt x="3934" y="27391"/>
                  <a:pt x="3442" y="25434"/>
                  <a:pt x="3442" y="25434"/>
                </a:cubicBezTo>
                <a:lnTo>
                  <a:pt x="3442" y="24782"/>
                </a:lnTo>
                <a:close/>
              </a:path>
            </a:pathLst>
          </a:custGeom>
          <a:solidFill>
            <a:schemeClr val="bg1">
              <a:lumMod val="65000"/>
            </a:schemeClr>
          </a:solidFill>
          <a:ln w="3175" cap="flat" cmpd="sng">
            <a:no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2" name="Shape 2048">
            <a:extLst>
              <a:ext uri="{FF2B5EF4-FFF2-40B4-BE49-F238E27FC236}">
                <a16:creationId xmlns:a16="http://schemas.microsoft.com/office/drawing/2014/main" id="{E9A2D990-AACC-4911-89B5-ABC86D11E848}"/>
              </a:ext>
            </a:extLst>
          </p:cNvPr>
          <p:cNvSpPr/>
          <p:nvPr/>
        </p:nvSpPr>
        <p:spPr>
          <a:xfrm rot="889863">
            <a:off x="5772076" y="609125"/>
            <a:ext cx="2231342" cy="1654360"/>
          </a:xfrm>
          <a:custGeom>
            <a:avLst/>
            <a:gdLst/>
            <a:ahLst/>
            <a:cxnLst/>
            <a:rect l="0" t="0" r="0" b="0"/>
            <a:pathLst>
              <a:path w="120000" h="120000" extrusionOk="0">
                <a:moveTo>
                  <a:pt x="22439" y="27518"/>
                </a:moveTo>
                <a:cubicBezTo>
                  <a:pt x="22439" y="27518"/>
                  <a:pt x="22439" y="27518"/>
                  <a:pt x="22439" y="27518"/>
                </a:cubicBezTo>
                <a:cubicBezTo>
                  <a:pt x="21463" y="27969"/>
                  <a:pt x="21463" y="27969"/>
                  <a:pt x="21463" y="27969"/>
                </a:cubicBezTo>
                <a:cubicBezTo>
                  <a:pt x="20813" y="28872"/>
                  <a:pt x="20813" y="28872"/>
                  <a:pt x="20813" y="28872"/>
                </a:cubicBezTo>
                <a:cubicBezTo>
                  <a:pt x="20162" y="31578"/>
                  <a:pt x="20162" y="31578"/>
                  <a:pt x="20162" y="31578"/>
                </a:cubicBezTo>
                <a:cubicBezTo>
                  <a:pt x="20162" y="31578"/>
                  <a:pt x="20162" y="31578"/>
                  <a:pt x="20162" y="31578"/>
                </a:cubicBezTo>
                <a:cubicBezTo>
                  <a:pt x="19186" y="32932"/>
                  <a:pt x="19186" y="32932"/>
                  <a:pt x="19186" y="32932"/>
                </a:cubicBezTo>
                <a:cubicBezTo>
                  <a:pt x="19186" y="32932"/>
                  <a:pt x="19186" y="32932"/>
                  <a:pt x="19186" y="32932"/>
                </a:cubicBezTo>
                <a:cubicBezTo>
                  <a:pt x="18861" y="35187"/>
                  <a:pt x="18861" y="35187"/>
                  <a:pt x="18861" y="35187"/>
                </a:cubicBezTo>
                <a:cubicBezTo>
                  <a:pt x="18861" y="35187"/>
                  <a:pt x="19186" y="36992"/>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536"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7886" y="41954"/>
                  <a:pt x="17886" y="41954"/>
                  <a:pt x="17886" y="41954"/>
                </a:cubicBezTo>
                <a:cubicBezTo>
                  <a:pt x="16585" y="43759"/>
                  <a:pt x="16585" y="43759"/>
                  <a:pt x="16585" y="43759"/>
                </a:cubicBezTo>
                <a:cubicBezTo>
                  <a:pt x="16260" y="46015"/>
                  <a:pt x="16260" y="46015"/>
                  <a:pt x="16260" y="46015"/>
                </a:cubicBezTo>
                <a:cubicBezTo>
                  <a:pt x="16260" y="47368"/>
                  <a:pt x="16260" y="47368"/>
                  <a:pt x="16260" y="47368"/>
                </a:cubicBezTo>
                <a:cubicBezTo>
                  <a:pt x="16260" y="47368"/>
                  <a:pt x="16260" y="47368"/>
                  <a:pt x="16260" y="47368"/>
                </a:cubicBezTo>
                <a:cubicBezTo>
                  <a:pt x="16260" y="47368"/>
                  <a:pt x="16260" y="47368"/>
                  <a:pt x="16260" y="47368"/>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9172"/>
                  <a:pt x="16260" y="49172"/>
                  <a:pt x="15934" y="49172"/>
                </a:cubicBezTo>
                <a:cubicBezTo>
                  <a:pt x="15284" y="49624"/>
                  <a:pt x="14959" y="50526"/>
                  <a:pt x="14959" y="50526"/>
                </a:cubicBezTo>
                <a:cubicBezTo>
                  <a:pt x="14959" y="53684"/>
                  <a:pt x="14959" y="53684"/>
                  <a:pt x="14959" y="53684"/>
                </a:cubicBezTo>
                <a:cubicBezTo>
                  <a:pt x="14634" y="54586"/>
                  <a:pt x="14634" y="54586"/>
                  <a:pt x="14634" y="54586"/>
                </a:cubicBezTo>
                <a:cubicBezTo>
                  <a:pt x="13983" y="55939"/>
                  <a:pt x="13983" y="55939"/>
                  <a:pt x="13983" y="55939"/>
                </a:cubicBezTo>
                <a:cubicBezTo>
                  <a:pt x="14308" y="57744"/>
                  <a:pt x="14308" y="57744"/>
                  <a:pt x="14308" y="57744"/>
                </a:cubicBezTo>
                <a:cubicBezTo>
                  <a:pt x="14308" y="57744"/>
                  <a:pt x="14308" y="57744"/>
                  <a:pt x="14308" y="57744"/>
                </a:cubicBezTo>
                <a:cubicBezTo>
                  <a:pt x="13658" y="59097"/>
                  <a:pt x="13658" y="59097"/>
                  <a:pt x="13658" y="59097"/>
                </a:cubicBezTo>
                <a:cubicBezTo>
                  <a:pt x="13983" y="61353"/>
                  <a:pt x="13983" y="61353"/>
                  <a:pt x="13983" y="61353"/>
                </a:cubicBezTo>
                <a:cubicBezTo>
                  <a:pt x="13333" y="62706"/>
                  <a:pt x="13333" y="62706"/>
                  <a:pt x="13333" y="62706"/>
                </a:cubicBezTo>
                <a:cubicBezTo>
                  <a:pt x="13008" y="63157"/>
                  <a:pt x="13008" y="63157"/>
                  <a:pt x="13008" y="63157"/>
                </a:cubicBezTo>
                <a:cubicBezTo>
                  <a:pt x="12682" y="64511"/>
                  <a:pt x="12682" y="64511"/>
                  <a:pt x="12682" y="64511"/>
                </a:cubicBezTo>
                <a:cubicBezTo>
                  <a:pt x="12032" y="66766"/>
                  <a:pt x="12032" y="66766"/>
                  <a:pt x="12032" y="66766"/>
                </a:cubicBezTo>
                <a:cubicBezTo>
                  <a:pt x="9430" y="69924"/>
                  <a:pt x="9430" y="69924"/>
                  <a:pt x="9430" y="69924"/>
                </a:cubicBezTo>
                <a:cubicBezTo>
                  <a:pt x="8455" y="69473"/>
                  <a:pt x="8455" y="69473"/>
                  <a:pt x="8455" y="69473"/>
                </a:cubicBezTo>
                <a:cubicBezTo>
                  <a:pt x="7804" y="69924"/>
                  <a:pt x="7804" y="69924"/>
                  <a:pt x="7804" y="69924"/>
                </a:cubicBezTo>
                <a:cubicBezTo>
                  <a:pt x="7154" y="70827"/>
                  <a:pt x="7154" y="70827"/>
                  <a:pt x="7154" y="70827"/>
                </a:cubicBezTo>
                <a:cubicBezTo>
                  <a:pt x="7154" y="70827"/>
                  <a:pt x="7479" y="70827"/>
                  <a:pt x="6829" y="71729"/>
                </a:cubicBezTo>
                <a:cubicBezTo>
                  <a:pt x="6178" y="72180"/>
                  <a:pt x="4878" y="72631"/>
                  <a:pt x="4878" y="72631"/>
                </a:cubicBezTo>
                <a:cubicBezTo>
                  <a:pt x="4227" y="72631"/>
                  <a:pt x="4227" y="72631"/>
                  <a:pt x="4227" y="72631"/>
                </a:cubicBezTo>
                <a:cubicBezTo>
                  <a:pt x="1951" y="72631"/>
                  <a:pt x="1951" y="72631"/>
                  <a:pt x="1951" y="72631"/>
                </a:cubicBezTo>
                <a:cubicBezTo>
                  <a:pt x="1951" y="72631"/>
                  <a:pt x="1951" y="72631"/>
                  <a:pt x="1951" y="72631"/>
                </a:cubicBezTo>
                <a:cubicBezTo>
                  <a:pt x="1951" y="72631"/>
                  <a:pt x="1951" y="72631"/>
                  <a:pt x="1951" y="72631"/>
                </a:cubicBezTo>
                <a:cubicBezTo>
                  <a:pt x="1951" y="72631"/>
                  <a:pt x="1626" y="72180"/>
                  <a:pt x="1300" y="72631"/>
                </a:cubicBezTo>
                <a:cubicBezTo>
                  <a:pt x="1300" y="72631"/>
                  <a:pt x="975" y="72631"/>
                  <a:pt x="975" y="72631"/>
                </a:cubicBezTo>
                <a:cubicBezTo>
                  <a:pt x="975" y="72631"/>
                  <a:pt x="975" y="72631"/>
                  <a:pt x="975"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325" y="72631"/>
                  <a:pt x="325" y="72631"/>
                  <a:pt x="325" y="72631"/>
                </a:cubicBezTo>
                <a:cubicBezTo>
                  <a:pt x="325" y="72631"/>
                  <a:pt x="325" y="72631"/>
                  <a:pt x="325" y="72631"/>
                </a:cubicBezTo>
                <a:cubicBezTo>
                  <a:pt x="325" y="72631"/>
                  <a:pt x="325" y="72631"/>
                  <a:pt x="325" y="72631"/>
                </a:cubicBezTo>
                <a:cubicBezTo>
                  <a:pt x="325" y="72631"/>
                  <a:pt x="325" y="72631"/>
                  <a:pt x="325" y="72631"/>
                </a:cubicBezTo>
                <a:cubicBezTo>
                  <a:pt x="325" y="72631"/>
                  <a:pt x="325" y="72631"/>
                  <a:pt x="325" y="72631"/>
                </a:cubicBezTo>
                <a:cubicBezTo>
                  <a:pt x="325" y="72631"/>
                  <a:pt x="325" y="72631"/>
                  <a:pt x="325"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325" y="73082"/>
                  <a:pt x="650" y="73082"/>
                </a:cubicBezTo>
                <a:cubicBezTo>
                  <a:pt x="1300" y="73533"/>
                  <a:pt x="1626" y="74887"/>
                  <a:pt x="1951" y="74887"/>
                </a:cubicBezTo>
                <a:cubicBezTo>
                  <a:pt x="2601" y="75338"/>
                  <a:pt x="3252" y="75338"/>
                  <a:pt x="3577" y="75338"/>
                </a:cubicBezTo>
                <a:cubicBezTo>
                  <a:pt x="3902" y="75789"/>
                  <a:pt x="4552" y="76240"/>
                  <a:pt x="4552" y="76240"/>
                </a:cubicBezTo>
                <a:cubicBezTo>
                  <a:pt x="4552" y="76240"/>
                  <a:pt x="6178" y="78496"/>
                  <a:pt x="6504" y="78496"/>
                </a:cubicBezTo>
                <a:cubicBezTo>
                  <a:pt x="6829" y="78496"/>
                  <a:pt x="6829" y="78496"/>
                  <a:pt x="7154" y="79398"/>
                </a:cubicBezTo>
                <a:cubicBezTo>
                  <a:pt x="7479" y="79849"/>
                  <a:pt x="8455" y="79398"/>
                  <a:pt x="8455" y="79398"/>
                </a:cubicBezTo>
                <a:cubicBezTo>
                  <a:pt x="8455" y="79398"/>
                  <a:pt x="8780" y="80751"/>
                  <a:pt x="8455" y="81203"/>
                </a:cubicBezTo>
                <a:cubicBezTo>
                  <a:pt x="8455" y="81654"/>
                  <a:pt x="8455" y="83007"/>
                  <a:pt x="8455" y="83007"/>
                </a:cubicBezTo>
                <a:cubicBezTo>
                  <a:pt x="8455" y="83007"/>
                  <a:pt x="8455" y="83458"/>
                  <a:pt x="8455" y="83909"/>
                </a:cubicBezTo>
                <a:cubicBezTo>
                  <a:pt x="8780" y="84812"/>
                  <a:pt x="9105" y="84812"/>
                  <a:pt x="9105" y="85714"/>
                </a:cubicBezTo>
                <a:cubicBezTo>
                  <a:pt x="9430" y="86165"/>
                  <a:pt x="9105" y="86165"/>
                  <a:pt x="9430" y="86616"/>
                </a:cubicBezTo>
                <a:cubicBezTo>
                  <a:pt x="9756" y="87067"/>
                  <a:pt x="10081" y="87969"/>
                  <a:pt x="10406" y="87969"/>
                </a:cubicBezTo>
                <a:cubicBezTo>
                  <a:pt x="10731" y="87969"/>
                  <a:pt x="11056" y="87969"/>
                  <a:pt x="12032" y="88421"/>
                </a:cubicBezTo>
                <a:cubicBezTo>
                  <a:pt x="13008" y="89323"/>
                  <a:pt x="13333" y="89323"/>
                  <a:pt x="13658" y="89774"/>
                </a:cubicBezTo>
                <a:cubicBezTo>
                  <a:pt x="14308" y="90225"/>
                  <a:pt x="13983" y="89774"/>
                  <a:pt x="14959" y="90225"/>
                </a:cubicBezTo>
                <a:cubicBezTo>
                  <a:pt x="16260" y="90676"/>
                  <a:pt x="15934" y="90225"/>
                  <a:pt x="16260" y="90676"/>
                </a:cubicBezTo>
                <a:cubicBezTo>
                  <a:pt x="16585" y="90676"/>
                  <a:pt x="16260" y="90225"/>
                  <a:pt x="16910" y="90676"/>
                </a:cubicBezTo>
                <a:cubicBezTo>
                  <a:pt x="17886" y="90676"/>
                  <a:pt x="18536" y="91127"/>
                  <a:pt x="18536" y="91127"/>
                </a:cubicBezTo>
                <a:cubicBezTo>
                  <a:pt x="18536" y="92030"/>
                  <a:pt x="18536" y="92030"/>
                  <a:pt x="18536" y="92030"/>
                </a:cubicBezTo>
                <a:cubicBezTo>
                  <a:pt x="17886" y="93834"/>
                  <a:pt x="17886" y="93834"/>
                  <a:pt x="17886" y="93834"/>
                </a:cubicBezTo>
                <a:cubicBezTo>
                  <a:pt x="17886" y="95187"/>
                  <a:pt x="17886" y="95187"/>
                  <a:pt x="17886" y="95187"/>
                </a:cubicBezTo>
                <a:cubicBezTo>
                  <a:pt x="17886" y="95187"/>
                  <a:pt x="17235" y="95187"/>
                  <a:pt x="17886" y="95639"/>
                </a:cubicBezTo>
                <a:cubicBezTo>
                  <a:pt x="18536" y="96090"/>
                  <a:pt x="19837" y="96541"/>
                  <a:pt x="19837" y="96541"/>
                </a:cubicBezTo>
                <a:cubicBezTo>
                  <a:pt x="20813" y="97443"/>
                  <a:pt x="20813" y="97443"/>
                  <a:pt x="20813" y="97443"/>
                </a:cubicBezTo>
                <a:cubicBezTo>
                  <a:pt x="20813" y="97443"/>
                  <a:pt x="20162" y="98796"/>
                  <a:pt x="19837" y="99248"/>
                </a:cubicBezTo>
                <a:cubicBezTo>
                  <a:pt x="19512" y="99248"/>
                  <a:pt x="18536" y="99248"/>
                  <a:pt x="18536" y="99248"/>
                </a:cubicBezTo>
                <a:cubicBezTo>
                  <a:pt x="18536" y="99248"/>
                  <a:pt x="18211" y="100601"/>
                  <a:pt x="18861" y="100601"/>
                </a:cubicBezTo>
                <a:cubicBezTo>
                  <a:pt x="19186" y="101052"/>
                  <a:pt x="19837" y="101052"/>
                  <a:pt x="20162" y="101052"/>
                </a:cubicBezTo>
                <a:cubicBezTo>
                  <a:pt x="20487" y="101052"/>
                  <a:pt x="21138" y="101503"/>
                  <a:pt x="21138" y="101503"/>
                </a:cubicBezTo>
                <a:cubicBezTo>
                  <a:pt x="21138" y="101503"/>
                  <a:pt x="21463" y="101503"/>
                  <a:pt x="21788" y="101954"/>
                </a:cubicBezTo>
                <a:cubicBezTo>
                  <a:pt x="21788" y="102857"/>
                  <a:pt x="22113" y="103308"/>
                  <a:pt x="22439" y="103308"/>
                </a:cubicBezTo>
                <a:cubicBezTo>
                  <a:pt x="22764" y="103308"/>
                  <a:pt x="23414" y="103308"/>
                  <a:pt x="23739" y="103308"/>
                </a:cubicBezTo>
                <a:cubicBezTo>
                  <a:pt x="24065" y="103308"/>
                  <a:pt x="24065" y="102857"/>
                  <a:pt x="24390" y="102857"/>
                </a:cubicBezTo>
                <a:cubicBezTo>
                  <a:pt x="24715" y="103308"/>
                  <a:pt x="26666" y="102857"/>
                  <a:pt x="26666" y="102857"/>
                </a:cubicBezTo>
                <a:cubicBezTo>
                  <a:pt x="26666" y="102857"/>
                  <a:pt x="26666" y="102857"/>
                  <a:pt x="26991" y="103759"/>
                </a:cubicBezTo>
                <a:cubicBezTo>
                  <a:pt x="27642" y="105112"/>
                  <a:pt x="28617" y="105563"/>
                  <a:pt x="28617" y="105563"/>
                </a:cubicBezTo>
                <a:cubicBezTo>
                  <a:pt x="28617" y="105563"/>
                  <a:pt x="28943" y="106015"/>
                  <a:pt x="28943" y="105563"/>
                </a:cubicBezTo>
                <a:cubicBezTo>
                  <a:pt x="28943" y="105112"/>
                  <a:pt x="29268" y="104661"/>
                  <a:pt x="29268" y="104661"/>
                </a:cubicBezTo>
                <a:cubicBezTo>
                  <a:pt x="29268" y="104661"/>
                  <a:pt x="29918" y="103308"/>
                  <a:pt x="29918" y="102857"/>
                </a:cubicBezTo>
                <a:cubicBezTo>
                  <a:pt x="30243" y="102406"/>
                  <a:pt x="30569" y="101052"/>
                  <a:pt x="30894" y="101052"/>
                </a:cubicBezTo>
                <a:cubicBezTo>
                  <a:pt x="31219" y="100601"/>
                  <a:pt x="32195" y="99699"/>
                  <a:pt x="32195" y="99699"/>
                </a:cubicBezTo>
                <a:cubicBezTo>
                  <a:pt x="32195" y="99699"/>
                  <a:pt x="32195" y="99248"/>
                  <a:pt x="32845" y="99699"/>
                </a:cubicBezTo>
                <a:cubicBezTo>
                  <a:pt x="33170" y="100601"/>
                  <a:pt x="34146" y="101503"/>
                  <a:pt x="34146" y="101503"/>
                </a:cubicBezTo>
                <a:cubicBezTo>
                  <a:pt x="35772" y="101503"/>
                  <a:pt x="35772" y="101503"/>
                  <a:pt x="35772" y="101503"/>
                </a:cubicBezTo>
                <a:cubicBezTo>
                  <a:pt x="35772" y="101503"/>
                  <a:pt x="36747" y="101954"/>
                  <a:pt x="36747" y="102406"/>
                </a:cubicBezTo>
                <a:cubicBezTo>
                  <a:pt x="36747" y="102857"/>
                  <a:pt x="36422" y="102857"/>
                  <a:pt x="35772" y="103308"/>
                </a:cubicBezTo>
                <a:cubicBezTo>
                  <a:pt x="35447" y="103308"/>
                  <a:pt x="34471" y="101954"/>
                  <a:pt x="34471" y="102406"/>
                </a:cubicBezTo>
                <a:cubicBezTo>
                  <a:pt x="34146" y="102857"/>
                  <a:pt x="34146" y="103759"/>
                  <a:pt x="34146" y="103759"/>
                </a:cubicBezTo>
                <a:cubicBezTo>
                  <a:pt x="32845" y="104661"/>
                  <a:pt x="32845" y="104661"/>
                  <a:pt x="32845" y="104661"/>
                </a:cubicBezTo>
                <a:cubicBezTo>
                  <a:pt x="33170" y="105563"/>
                  <a:pt x="33170" y="105563"/>
                  <a:pt x="33170" y="105563"/>
                </a:cubicBezTo>
                <a:cubicBezTo>
                  <a:pt x="33170" y="105563"/>
                  <a:pt x="34796" y="106466"/>
                  <a:pt x="34796" y="106917"/>
                </a:cubicBezTo>
                <a:cubicBezTo>
                  <a:pt x="34796" y="107368"/>
                  <a:pt x="34796" y="108270"/>
                  <a:pt x="34796" y="108270"/>
                </a:cubicBezTo>
                <a:cubicBezTo>
                  <a:pt x="35772" y="108721"/>
                  <a:pt x="35772" y="108721"/>
                  <a:pt x="35772" y="108721"/>
                </a:cubicBezTo>
                <a:cubicBezTo>
                  <a:pt x="36422" y="108270"/>
                  <a:pt x="36422" y="108270"/>
                  <a:pt x="36422" y="108270"/>
                </a:cubicBezTo>
                <a:cubicBezTo>
                  <a:pt x="36422" y="110075"/>
                  <a:pt x="36422" y="110075"/>
                  <a:pt x="36422" y="110075"/>
                </a:cubicBezTo>
                <a:cubicBezTo>
                  <a:pt x="36422" y="111879"/>
                  <a:pt x="36422" y="111879"/>
                  <a:pt x="36422" y="111879"/>
                </a:cubicBezTo>
                <a:cubicBezTo>
                  <a:pt x="36422" y="111879"/>
                  <a:pt x="36422" y="111879"/>
                  <a:pt x="36422" y="111879"/>
                </a:cubicBezTo>
                <a:cubicBezTo>
                  <a:pt x="36422" y="111879"/>
                  <a:pt x="36422" y="111879"/>
                  <a:pt x="36422" y="111879"/>
                </a:cubicBezTo>
                <a:cubicBezTo>
                  <a:pt x="38699" y="110977"/>
                  <a:pt x="40650" y="112781"/>
                  <a:pt x="41626" y="112781"/>
                </a:cubicBezTo>
                <a:cubicBezTo>
                  <a:pt x="43577" y="113233"/>
                  <a:pt x="39349" y="116390"/>
                  <a:pt x="40000" y="116390"/>
                </a:cubicBezTo>
                <a:cubicBezTo>
                  <a:pt x="40650" y="115939"/>
                  <a:pt x="40000" y="118646"/>
                  <a:pt x="40975" y="119097"/>
                </a:cubicBezTo>
                <a:cubicBezTo>
                  <a:pt x="42601" y="119548"/>
                  <a:pt x="43902" y="117744"/>
                  <a:pt x="45853" y="117744"/>
                </a:cubicBezTo>
                <a:cubicBezTo>
                  <a:pt x="47479" y="117293"/>
                  <a:pt x="49430" y="118646"/>
                  <a:pt x="50081" y="117744"/>
                </a:cubicBezTo>
                <a:cubicBezTo>
                  <a:pt x="51382" y="115488"/>
                  <a:pt x="56585" y="120000"/>
                  <a:pt x="59186" y="117744"/>
                </a:cubicBezTo>
                <a:cubicBezTo>
                  <a:pt x="60813" y="115939"/>
                  <a:pt x="67317" y="115037"/>
                  <a:pt x="69593" y="115037"/>
                </a:cubicBezTo>
                <a:cubicBezTo>
                  <a:pt x="75447" y="114586"/>
                  <a:pt x="75772" y="114586"/>
                  <a:pt x="78373" y="112330"/>
                </a:cubicBezTo>
                <a:cubicBezTo>
                  <a:pt x="78373" y="112330"/>
                  <a:pt x="80000" y="107368"/>
                  <a:pt x="80975" y="105112"/>
                </a:cubicBezTo>
                <a:cubicBezTo>
                  <a:pt x="81626" y="103308"/>
                  <a:pt x="83577" y="102406"/>
                  <a:pt x="85528" y="100601"/>
                </a:cubicBezTo>
                <a:cubicBezTo>
                  <a:pt x="87154" y="98796"/>
                  <a:pt x="91382" y="96992"/>
                  <a:pt x="92357" y="96541"/>
                </a:cubicBezTo>
                <a:cubicBezTo>
                  <a:pt x="93333" y="96541"/>
                  <a:pt x="100162" y="96992"/>
                  <a:pt x="100162" y="96992"/>
                </a:cubicBezTo>
                <a:cubicBezTo>
                  <a:pt x="103739" y="95639"/>
                  <a:pt x="103739" y="95639"/>
                  <a:pt x="103739" y="95639"/>
                </a:cubicBezTo>
                <a:cubicBezTo>
                  <a:pt x="103739" y="95639"/>
                  <a:pt x="104390" y="99248"/>
                  <a:pt x="105365" y="99699"/>
                </a:cubicBezTo>
                <a:cubicBezTo>
                  <a:pt x="109593" y="100601"/>
                  <a:pt x="112195" y="100150"/>
                  <a:pt x="112520" y="96992"/>
                </a:cubicBezTo>
                <a:cubicBezTo>
                  <a:pt x="112845" y="94736"/>
                  <a:pt x="111219" y="90676"/>
                  <a:pt x="110894" y="87518"/>
                </a:cubicBezTo>
                <a:cubicBezTo>
                  <a:pt x="110569" y="83909"/>
                  <a:pt x="111869" y="80300"/>
                  <a:pt x="111869" y="77142"/>
                </a:cubicBezTo>
                <a:cubicBezTo>
                  <a:pt x="111869" y="76691"/>
                  <a:pt x="111219" y="75789"/>
                  <a:pt x="113170" y="72180"/>
                </a:cubicBezTo>
                <a:cubicBezTo>
                  <a:pt x="114796" y="68571"/>
                  <a:pt x="119349" y="70375"/>
                  <a:pt x="120000" y="68120"/>
                </a:cubicBezTo>
                <a:cubicBezTo>
                  <a:pt x="118048" y="55488"/>
                  <a:pt x="118048" y="55488"/>
                  <a:pt x="118048" y="55488"/>
                </a:cubicBezTo>
                <a:cubicBezTo>
                  <a:pt x="117723" y="55488"/>
                  <a:pt x="117723" y="55488"/>
                  <a:pt x="117723" y="55488"/>
                </a:cubicBezTo>
                <a:cubicBezTo>
                  <a:pt x="117398" y="55488"/>
                  <a:pt x="117398" y="55488"/>
                  <a:pt x="117398" y="55488"/>
                </a:cubicBezTo>
                <a:cubicBezTo>
                  <a:pt x="116747" y="55037"/>
                  <a:pt x="116747" y="55037"/>
                  <a:pt x="116747" y="55037"/>
                </a:cubicBezTo>
                <a:cubicBezTo>
                  <a:pt x="116097" y="55037"/>
                  <a:pt x="116097" y="55037"/>
                  <a:pt x="116097" y="55037"/>
                </a:cubicBezTo>
                <a:cubicBezTo>
                  <a:pt x="115447" y="54586"/>
                  <a:pt x="115447" y="54586"/>
                  <a:pt x="115447" y="54586"/>
                </a:cubicBezTo>
                <a:cubicBezTo>
                  <a:pt x="114796" y="54135"/>
                  <a:pt x="114796" y="54135"/>
                  <a:pt x="114796" y="54135"/>
                </a:cubicBezTo>
                <a:cubicBezTo>
                  <a:pt x="114146" y="54135"/>
                  <a:pt x="114146" y="54135"/>
                  <a:pt x="114146" y="54135"/>
                </a:cubicBezTo>
                <a:cubicBezTo>
                  <a:pt x="114146" y="54135"/>
                  <a:pt x="114146" y="54135"/>
                  <a:pt x="114146" y="54135"/>
                </a:cubicBezTo>
                <a:cubicBezTo>
                  <a:pt x="113821" y="54135"/>
                  <a:pt x="113821" y="54135"/>
                  <a:pt x="113821" y="54135"/>
                </a:cubicBezTo>
                <a:cubicBezTo>
                  <a:pt x="111544" y="53684"/>
                  <a:pt x="108617" y="60902"/>
                  <a:pt x="108617" y="60902"/>
                </a:cubicBezTo>
                <a:cubicBezTo>
                  <a:pt x="107317" y="64060"/>
                  <a:pt x="107317" y="64060"/>
                  <a:pt x="107317" y="64060"/>
                </a:cubicBezTo>
                <a:cubicBezTo>
                  <a:pt x="104065" y="63157"/>
                  <a:pt x="100813" y="62706"/>
                  <a:pt x="98536" y="59097"/>
                </a:cubicBezTo>
                <a:cubicBezTo>
                  <a:pt x="98536" y="57744"/>
                  <a:pt x="98536" y="57744"/>
                  <a:pt x="98536" y="57744"/>
                </a:cubicBezTo>
                <a:cubicBezTo>
                  <a:pt x="98536" y="57744"/>
                  <a:pt x="98536" y="57744"/>
                  <a:pt x="98536" y="57744"/>
                </a:cubicBezTo>
                <a:cubicBezTo>
                  <a:pt x="98536" y="57744"/>
                  <a:pt x="98536" y="57744"/>
                  <a:pt x="98536" y="57744"/>
                </a:cubicBezTo>
                <a:cubicBezTo>
                  <a:pt x="98211" y="57293"/>
                  <a:pt x="98211" y="57293"/>
                  <a:pt x="98211" y="57293"/>
                </a:cubicBezTo>
                <a:cubicBezTo>
                  <a:pt x="98211" y="57293"/>
                  <a:pt x="97886" y="57293"/>
                  <a:pt x="97886" y="57293"/>
                </a:cubicBezTo>
                <a:cubicBezTo>
                  <a:pt x="97560" y="57293"/>
                  <a:pt x="97235" y="56842"/>
                  <a:pt x="97235" y="56842"/>
                </a:cubicBezTo>
                <a:cubicBezTo>
                  <a:pt x="97560" y="55939"/>
                  <a:pt x="97560" y="55939"/>
                  <a:pt x="97560" y="55939"/>
                </a:cubicBezTo>
                <a:cubicBezTo>
                  <a:pt x="97560" y="55939"/>
                  <a:pt x="97886" y="55488"/>
                  <a:pt x="97886" y="55488"/>
                </a:cubicBezTo>
                <a:cubicBezTo>
                  <a:pt x="98211" y="55488"/>
                  <a:pt x="97886" y="55488"/>
                  <a:pt x="97886" y="55037"/>
                </a:cubicBezTo>
                <a:cubicBezTo>
                  <a:pt x="97886" y="55037"/>
                  <a:pt x="97886" y="54135"/>
                  <a:pt x="97886" y="53684"/>
                </a:cubicBezTo>
                <a:cubicBezTo>
                  <a:pt x="97560" y="53233"/>
                  <a:pt x="97560" y="53233"/>
                  <a:pt x="97560" y="53233"/>
                </a:cubicBezTo>
                <a:cubicBezTo>
                  <a:pt x="97560" y="53233"/>
                  <a:pt x="97235" y="52330"/>
                  <a:pt x="96910" y="51879"/>
                </a:cubicBezTo>
                <a:cubicBezTo>
                  <a:pt x="96585" y="51879"/>
                  <a:pt x="96910" y="51428"/>
                  <a:pt x="96910" y="51428"/>
                </a:cubicBezTo>
                <a:cubicBezTo>
                  <a:pt x="96585" y="50977"/>
                  <a:pt x="96910" y="50977"/>
                  <a:pt x="96910" y="50526"/>
                </a:cubicBezTo>
                <a:cubicBezTo>
                  <a:pt x="96910" y="50526"/>
                  <a:pt x="96585" y="49624"/>
                  <a:pt x="96585" y="49624"/>
                </a:cubicBezTo>
                <a:cubicBezTo>
                  <a:pt x="96585" y="49624"/>
                  <a:pt x="95934" y="48270"/>
                  <a:pt x="95609" y="47368"/>
                </a:cubicBezTo>
                <a:cubicBezTo>
                  <a:pt x="95609" y="46917"/>
                  <a:pt x="95609" y="46466"/>
                  <a:pt x="95609" y="46466"/>
                </a:cubicBezTo>
                <a:cubicBezTo>
                  <a:pt x="95934" y="46015"/>
                  <a:pt x="95284" y="45563"/>
                  <a:pt x="95284" y="45563"/>
                </a:cubicBezTo>
                <a:cubicBezTo>
                  <a:pt x="95284" y="45563"/>
                  <a:pt x="95284" y="44661"/>
                  <a:pt x="95284" y="44661"/>
                </a:cubicBezTo>
                <a:cubicBezTo>
                  <a:pt x="95284" y="44661"/>
                  <a:pt x="95284" y="43759"/>
                  <a:pt x="95284" y="43759"/>
                </a:cubicBezTo>
                <a:cubicBezTo>
                  <a:pt x="95609" y="43308"/>
                  <a:pt x="95284" y="42857"/>
                  <a:pt x="95284" y="42406"/>
                </a:cubicBezTo>
                <a:cubicBezTo>
                  <a:pt x="95284" y="42406"/>
                  <a:pt x="94634" y="41954"/>
                  <a:pt x="94634" y="41954"/>
                </a:cubicBezTo>
                <a:cubicBezTo>
                  <a:pt x="94959" y="41052"/>
                  <a:pt x="94959" y="41052"/>
                  <a:pt x="94959" y="41052"/>
                </a:cubicBezTo>
                <a:cubicBezTo>
                  <a:pt x="94959" y="40601"/>
                  <a:pt x="94959" y="40601"/>
                  <a:pt x="94959" y="40601"/>
                </a:cubicBezTo>
                <a:cubicBezTo>
                  <a:pt x="94959" y="40601"/>
                  <a:pt x="95284" y="39699"/>
                  <a:pt x="95284" y="39699"/>
                </a:cubicBezTo>
                <a:cubicBezTo>
                  <a:pt x="95609" y="39248"/>
                  <a:pt x="95284" y="38796"/>
                  <a:pt x="94959" y="38796"/>
                </a:cubicBezTo>
                <a:cubicBezTo>
                  <a:pt x="94634" y="38796"/>
                  <a:pt x="94959" y="38345"/>
                  <a:pt x="94959" y="38345"/>
                </a:cubicBezTo>
                <a:cubicBezTo>
                  <a:pt x="95284" y="37443"/>
                  <a:pt x="95284" y="37443"/>
                  <a:pt x="95284" y="37443"/>
                </a:cubicBezTo>
                <a:cubicBezTo>
                  <a:pt x="94959" y="36090"/>
                  <a:pt x="94959" y="36090"/>
                  <a:pt x="94959" y="36090"/>
                </a:cubicBezTo>
                <a:cubicBezTo>
                  <a:pt x="94959" y="35639"/>
                  <a:pt x="94959" y="35639"/>
                  <a:pt x="94959" y="35639"/>
                </a:cubicBezTo>
                <a:cubicBezTo>
                  <a:pt x="94959" y="35639"/>
                  <a:pt x="94634" y="34736"/>
                  <a:pt x="94634" y="34736"/>
                </a:cubicBezTo>
                <a:cubicBezTo>
                  <a:pt x="94634" y="34285"/>
                  <a:pt x="94308" y="33383"/>
                  <a:pt x="94308" y="33383"/>
                </a:cubicBezTo>
                <a:cubicBezTo>
                  <a:pt x="94308" y="33383"/>
                  <a:pt x="94308" y="32932"/>
                  <a:pt x="94308" y="32932"/>
                </a:cubicBezTo>
                <a:cubicBezTo>
                  <a:pt x="94308" y="32481"/>
                  <a:pt x="94308" y="32481"/>
                  <a:pt x="94308" y="32481"/>
                </a:cubicBezTo>
                <a:cubicBezTo>
                  <a:pt x="94308" y="32030"/>
                  <a:pt x="93983" y="31578"/>
                  <a:pt x="93658" y="31127"/>
                </a:cubicBezTo>
                <a:cubicBezTo>
                  <a:pt x="93333" y="30225"/>
                  <a:pt x="93333" y="30225"/>
                  <a:pt x="93333" y="30225"/>
                </a:cubicBezTo>
                <a:cubicBezTo>
                  <a:pt x="93333" y="30225"/>
                  <a:pt x="92682" y="29323"/>
                  <a:pt x="92357" y="28872"/>
                </a:cubicBezTo>
                <a:cubicBezTo>
                  <a:pt x="92357" y="27969"/>
                  <a:pt x="92357" y="27969"/>
                  <a:pt x="92032" y="27518"/>
                </a:cubicBezTo>
                <a:cubicBezTo>
                  <a:pt x="92032" y="26616"/>
                  <a:pt x="91382" y="25714"/>
                  <a:pt x="91056" y="25714"/>
                </a:cubicBezTo>
                <a:cubicBezTo>
                  <a:pt x="91056" y="25714"/>
                  <a:pt x="90731" y="24360"/>
                  <a:pt x="90731" y="23909"/>
                </a:cubicBezTo>
                <a:cubicBezTo>
                  <a:pt x="90406" y="23909"/>
                  <a:pt x="89756" y="23458"/>
                  <a:pt x="89756" y="23458"/>
                </a:cubicBezTo>
                <a:cubicBezTo>
                  <a:pt x="89430" y="23458"/>
                  <a:pt x="88780" y="23007"/>
                  <a:pt x="88780" y="23007"/>
                </a:cubicBezTo>
                <a:cubicBezTo>
                  <a:pt x="87804" y="22556"/>
                  <a:pt x="87804" y="22556"/>
                  <a:pt x="87804" y="22556"/>
                </a:cubicBezTo>
                <a:cubicBezTo>
                  <a:pt x="86829" y="21203"/>
                  <a:pt x="86829" y="21203"/>
                  <a:pt x="86829" y="21203"/>
                </a:cubicBezTo>
                <a:cubicBezTo>
                  <a:pt x="86829" y="21203"/>
                  <a:pt x="86504" y="21203"/>
                  <a:pt x="86178" y="20751"/>
                </a:cubicBezTo>
                <a:cubicBezTo>
                  <a:pt x="86178" y="20751"/>
                  <a:pt x="85853" y="19849"/>
                  <a:pt x="85853" y="19849"/>
                </a:cubicBezTo>
                <a:cubicBezTo>
                  <a:pt x="85528" y="18947"/>
                  <a:pt x="85528" y="18947"/>
                  <a:pt x="85528" y="18947"/>
                </a:cubicBezTo>
                <a:cubicBezTo>
                  <a:pt x="83577" y="18045"/>
                  <a:pt x="83577" y="18045"/>
                  <a:pt x="83577" y="18045"/>
                </a:cubicBezTo>
                <a:cubicBezTo>
                  <a:pt x="83577" y="18045"/>
                  <a:pt x="83252" y="17142"/>
                  <a:pt x="83252" y="17142"/>
                </a:cubicBezTo>
                <a:cubicBezTo>
                  <a:pt x="83252" y="16691"/>
                  <a:pt x="82926" y="16691"/>
                  <a:pt x="82926" y="16240"/>
                </a:cubicBezTo>
                <a:cubicBezTo>
                  <a:pt x="82926" y="15789"/>
                  <a:pt x="82601" y="15789"/>
                  <a:pt x="82601" y="15338"/>
                </a:cubicBezTo>
                <a:cubicBezTo>
                  <a:pt x="82601" y="14887"/>
                  <a:pt x="82276" y="14887"/>
                  <a:pt x="82276" y="14887"/>
                </a:cubicBezTo>
                <a:cubicBezTo>
                  <a:pt x="81951" y="14887"/>
                  <a:pt x="81626" y="14887"/>
                  <a:pt x="81626" y="14887"/>
                </a:cubicBezTo>
                <a:cubicBezTo>
                  <a:pt x="81626" y="14887"/>
                  <a:pt x="81300" y="14436"/>
                  <a:pt x="81300" y="14436"/>
                </a:cubicBezTo>
                <a:cubicBezTo>
                  <a:pt x="81300" y="14436"/>
                  <a:pt x="80650" y="13533"/>
                  <a:pt x="80325" y="13533"/>
                </a:cubicBezTo>
                <a:cubicBezTo>
                  <a:pt x="80325" y="13082"/>
                  <a:pt x="80325" y="13082"/>
                  <a:pt x="80325" y="13082"/>
                </a:cubicBezTo>
                <a:cubicBezTo>
                  <a:pt x="80325" y="13082"/>
                  <a:pt x="80325" y="13082"/>
                  <a:pt x="80000" y="13082"/>
                </a:cubicBezTo>
                <a:cubicBezTo>
                  <a:pt x="79674" y="13082"/>
                  <a:pt x="79674" y="13082"/>
                  <a:pt x="79674" y="12631"/>
                </a:cubicBezTo>
                <a:cubicBezTo>
                  <a:pt x="79349" y="12631"/>
                  <a:pt x="79349" y="11729"/>
                  <a:pt x="79024" y="11729"/>
                </a:cubicBezTo>
                <a:cubicBezTo>
                  <a:pt x="79024" y="11729"/>
                  <a:pt x="79024" y="11729"/>
                  <a:pt x="78699" y="11729"/>
                </a:cubicBezTo>
                <a:cubicBezTo>
                  <a:pt x="78373" y="11729"/>
                  <a:pt x="78048" y="10827"/>
                  <a:pt x="78048" y="10827"/>
                </a:cubicBezTo>
                <a:cubicBezTo>
                  <a:pt x="77723" y="10827"/>
                  <a:pt x="78048" y="10375"/>
                  <a:pt x="78048" y="9924"/>
                </a:cubicBezTo>
                <a:cubicBezTo>
                  <a:pt x="78048" y="9473"/>
                  <a:pt x="77723" y="9473"/>
                  <a:pt x="77723" y="9473"/>
                </a:cubicBezTo>
                <a:cubicBezTo>
                  <a:pt x="77723" y="9473"/>
                  <a:pt x="77723" y="9473"/>
                  <a:pt x="77723" y="9473"/>
                </a:cubicBezTo>
                <a:cubicBezTo>
                  <a:pt x="77723" y="9473"/>
                  <a:pt x="77398" y="9473"/>
                  <a:pt x="77398" y="9022"/>
                </a:cubicBezTo>
                <a:cubicBezTo>
                  <a:pt x="77398" y="9022"/>
                  <a:pt x="77073" y="8571"/>
                  <a:pt x="77073" y="8120"/>
                </a:cubicBezTo>
                <a:cubicBezTo>
                  <a:pt x="77073" y="7669"/>
                  <a:pt x="77073" y="7669"/>
                  <a:pt x="77073" y="7669"/>
                </a:cubicBezTo>
                <a:cubicBezTo>
                  <a:pt x="77073" y="7669"/>
                  <a:pt x="76747" y="7218"/>
                  <a:pt x="76747" y="7218"/>
                </a:cubicBezTo>
                <a:cubicBezTo>
                  <a:pt x="76422" y="6766"/>
                  <a:pt x="76422" y="6766"/>
                  <a:pt x="76422" y="6766"/>
                </a:cubicBezTo>
                <a:cubicBezTo>
                  <a:pt x="76422" y="6315"/>
                  <a:pt x="76422" y="6315"/>
                  <a:pt x="76422" y="6315"/>
                </a:cubicBezTo>
                <a:cubicBezTo>
                  <a:pt x="76097" y="6315"/>
                  <a:pt x="76097" y="6315"/>
                  <a:pt x="76097" y="6315"/>
                </a:cubicBezTo>
                <a:cubicBezTo>
                  <a:pt x="75772" y="6315"/>
                  <a:pt x="75772" y="5864"/>
                  <a:pt x="75772" y="5413"/>
                </a:cubicBezTo>
                <a:cubicBezTo>
                  <a:pt x="75772" y="5413"/>
                  <a:pt x="75772" y="5413"/>
                  <a:pt x="75772" y="5413"/>
                </a:cubicBezTo>
                <a:cubicBezTo>
                  <a:pt x="75447" y="4962"/>
                  <a:pt x="75447" y="4962"/>
                  <a:pt x="75447" y="4962"/>
                </a:cubicBezTo>
                <a:cubicBezTo>
                  <a:pt x="75121" y="4511"/>
                  <a:pt x="75121" y="4511"/>
                  <a:pt x="75121" y="4511"/>
                </a:cubicBezTo>
                <a:cubicBezTo>
                  <a:pt x="74796" y="4060"/>
                  <a:pt x="74796" y="4060"/>
                  <a:pt x="74796" y="4060"/>
                </a:cubicBezTo>
                <a:cubicBezTo>
                  <a:pt x="74796" y="4060"/>
                  <a:pt x="74471" y="3609"/>
                  <a:pt x="74471" y="3609"/>
                </a:cubicBezTo>
                <a:cubicBezTo>
                  <a:pt x="74146" y="3157"/>
                  <a:pt x="73821" y="2706"/>
                  <a:pt x="73821" y="2706"/>
                </a:cubicBezTo>
                <a:cubicBezTo>
                  <a:pt x="73821" y="2706"/>
                  <a:pt x="73821" y="2255"/>
                  <a:pt x="73821" y="2255"/>
                </a:cubicBezTo>
                <a:cubicBezTo>
                  <a:pt x="73821" y="2255"/>
                  <a:pt x="73495" y="2255"/>
                  <a:pt x="73495" y="2255"/>
                </a:cubicBezTo>
                <a:cubicBezTo>
                  <a:pt x="72845" y="2255"/>
                  <a:pt x="72845" y="2255"/>
                  <a:pt x="72845" y="2255"/>
                </a:cubicBezTo>
                <a:cubicBezTo>
                  <a:pt x="72845" y="1353"/>
                  <a:pt x="72845" y="1353"/>
                  <a:pt x="72845" y="1353"/>
                </a:cubicBezTo>
                <a:cubicBezTo>
                  <a:pt x="72845" y="1353"/>
                  <a:pt x="72845" y="1353"/>
                  <a:pt x="72520" y="1353"/>
                </a:cubicBezTo>
                <a:cubicBezTo>
                  <a:pt x="72195" y="1353"/>
                  <a:pt x="72195" y="902"/>
                  <a:pt x="72195" y="902"/>
                </a:cubicBezTo>
                <a:cubicBezTo>
                  <a:pt x="72195" y="451"/>
                  <a:pt x="72195" y="451"/>
                  <a:pt x="72195" y="451"/>
                </a:cubicBezTo>
                <a:cubicBezTo>
                  <a:pt x="71219" y="902"/>
                  <a:pt x="71219" y="902"/>
                  <a:pt x="71219" y="902"/>
                </a:cubicBezTo>
                <a:cubicBezTo>
                  <a:pt x="71219" y="902"/>
                  <a:pt x="71219" y="902"/>
                  <a:pt x="71219" y="902"/>
                </a:cubicBezTo>
                <a:cubicBezTo>
                  <a:pt x="71219" y="902"/>
                  <a:pt x="70569" y="451"/>
                  <a:pt x="70569" y="451"/>
                </a:cubicBezTo>
                <a:cubicBezTo>
                  <a:pt x="70569" y="0"/>
                  <a:pt x="70243" y="0"/>
                  <a:pt x="70243" y="0"/>
                </a:cubicBezTo>
                <a:cubicBezTo>
                  <a:pt x="69918" y="451"/>
                  <a:pt x="69918" y="451"/>
                  <a:pt x="69918" y="451"/>
                </a:cubicBezTo>
                <a:cubicBezTo>
                  <a:pt x="69268" y="451"/>
                  <a:pt x="69268" y="451"/>
                  <a:pt x="69268" y="451"/>
                </a:cubicBezTo>
                <a:cubicBezTo>
                  <a:pt x="68943" y="451"/>
                  <a:pt x="68943" y="451"/>
                  <a:pt x="68943" y="451"/>
                </a:cubicBezTo>
                <a:cubicBezTo>
                  <a:pt x="68617" y="0"/>
                  <a:pt x="68617" y="0"/>
                  <a:pt x="68617" y="0"/>
                </a:cubicBezTo>
                <a:cubicBezTo>
                  <a:pt x="67642" y="451"/>
                  <a:pt x="67317" y="451"/>
                  <a:pt x="67317" y="451"/>
                </a:cubicBezTo>
                <a:cubicBezTo>
                  <a:pt x="66341" y="902"/>
                  <a:pt x="64715" y="2255"/>
                  <a:pt x="64715" y="3157"/>
                </a:cubicBezTo>
                <a:cubicBezTo>
                  <a:pt x="64390" y="4060"/>
                  <a:pt x="64715" y="6315"/>
                  <a:pt x="64065" y="6766"/>
                </a:cubicBezTo>
                <a:cubicBezTo>
                  <a:pt x="63089" y="6766"/>
                  <a:pt x="62113" y="9022"/>
                  <a:pt x="61788" y="9022"/>
                </a:cubicBezTo>
                <a:cubicBezTo>
                  <a:pt x="58861" y="11278"/>
                  <a:pt x="58861" y="11278"/>
                  <a:pt x="58861" y="11278"/>
                </a:cubicBezTo>
                <a:cubicBezTo>
                  <a:pt x="58861" y="11278"/>
                  <a:pt x="56585" y="12631"/>
                  <a:pt x="55284" y="12631"/>
                </a:cubicBezTo>
                <a:cubicBezTo>
                  <a:pt x="53983" y="13082"/>
                  <a:pt x="53008" y="14436"/>
                  <a:pt x="53008" y="14436"/>
                </a:cubicBezTo>
                <a:cubicBezTo>
                  <a:pt x="51382" y="17593"/>
                  <a:pt x="51382" y="17593"/>
                  <a:pt x="51382" y="17593"/>
                </a:cubicBezTo>
                <a:cubicBezTo>
                  <a:pt x="48780" y="18045"/>
                  <a:pt x="48780" y="18045"/>
                  <a:pt x="48780" y="18045"/>
                </a:cubicBezTo>
                <a:cubicBezTo>
                  <a:pt x="47479" y="16240"/>
                  <a:pt x="47479" y="16240"/>
                  <a:pt x="47479" y="16240"/>
                </a:cubicBezTo>
                <a:cubicBezTo>
                  <a:pt x="46178" y="16691"/>
                  <a:pt x="46178" y="16691"/>
                  <a:pt x="46178" y="16691"/>
                </a:cubicBezTo>
                <a:cubicBezTo>
                  <a:pt x="45853" y="16240"/>
                  <a:pt x="45853" y="16240"/>
                  <a:pt x="45853" y="16240"/>
                </a:cubicBezTo>
                <a:cubicBezTo>
                  <a:pt x="45203" y="16691"/>
                  <a:pt x="45203" y="16691"/>
                  <a:pt x="45203" y="16691"/>
                </a:cubicBezTo>
                <a:cubicBezTo>
                  <a:pt x="41300" y="16240"/>
                  <a:pt x="41300" y="16240"/>
                  <a:pt x="41300" y="16240"/>
                </a:cubicBezTo>
                <a:cubicBezTo>
                  <a:pt x="39349" y="17593"/>
                  <a:pt x="39349" y="17593"/>
                  <a:pt x="39349" y="17593"/>
                </a:cubicBezTo>
                <a:cubicBezTo>
                  <a:pt x="35772" y="17142"/>
                  <a:pt x="35772" y="17142"/>
                  <a:pt x="35772" y="17142"/>
                </a:cubicBezTo>
                <a:cubicBezTo>
                  <a:pt x="35772" y="17142"/>
                  <a:pt x="33170" y="17593"/>
                  <a:pt x="32520" y="17593"/>
                </a:cubicBezTo>
                <a:cubicBezTo>
                  <a:pt x="31544" y="17593"/>
                  <a:pt x="31544" y="17593"/>
                  <a:pt x="31544" y="17593"/>
                </a:cubicBezTo>
                <a:cubicBezTo>
                  <a:pt x="30894" y="17142"/>
                  <a:pt x="30243" y="16240"/>
                  <a:pt x="30243" y="16240"/>
                </a:cubicBezTo>
                <a:cubicBezTo>
                  <a:pt x="30243" y="16240"/>
                  <a:pt x="28943" y="16691"/>
                  <a:pt x="28617" y="17142"/>
                </a:cubicBezTo>
                <a:cubicBezTo>
                  <a:pt x="28292" y="17593"/>
                  <a:pt x="26991" y="19849"/>
                  <a:pt x="26991" y="19849"/>
                </a:cubicBezTo>
                <a:cubicBezTo>
                  <a:pt x="26991" y="20300"/>
                  <a:pt x="26991" y="20300"/>
                  <a:pt x="26991" y="20300"/>
                </a:cubicBezTo>
                <a:cubicBezTo>
                  <a:pt x="27642" y="22556"/>
                  <a:pt x="27642" y="22556"/>
                  <a:pt x="27642" y="22556"/>
                </a:cubicBezTo>
                <a:cubicBezTo>
                  <a:pt x="26341" y="23909"/>
                  <a:pt x="26341" y="23909"/>
                  <a:pt x="26341" y="23909"/>
                </a:cubicBezTo>
                <a:cubicBezTo>
                  <a:pt x="26341" y="23909"/>
                  <a:pt x="26341" y="23909"/>
                  <a:pt x="26341" y="23909"/>
                </a:cubicBezTo>
                <a:cubicBezTo>
                  <a:pt x="26341" y="23909"/>
                  <a:pt x="26341" y="23909"/>
                  <a:pt x="26341" y="23909"/>
                </a:cubicBezTo>
                <a:cubicBezTo>
                  <a:pt x="26341" y="23909"/>
                  <a:pt x="26341" y="23909"/>
                  <a:pt x="26341" y="23909"/>
                </a:cubicBezTo>
                <a:cubicBezTo>
                  <a:pt x="26341" y="23909"/>
                  <a:pt x="26341" y="23909"/>
                  <a:pt x="26341" y="23909"/>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812"/>
                  <a:pt x="26016" y="24812"/>
                  <a:pt x="25691" y="24812"/>
                </a:cubicBezTo>
                <a:cubicBezTo>
                  <a:pt x="25691" y="25263"/>
                  <a:pt x="25365"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4715" y="25714"/>
                  <a:pt x="24715" y="25714"/>
                  <a:pt x="24715" y="25714"/>
                </a:cubicBezTo>
                <a:cubicBezTo>
                  <a:pt x="23739" y="27067"/>
                  <a:pt x="23739" y="27067"/>
                  <a:pt x="23739" y="27067"/>
                </a:cubicBezTo>
                <a:cubicBezTo>
                  <a:pt x="22439" y="27518"/>
                  <a:pt x="22439" y="27518"/>
                  <a:pt x="22439" y="27518"/>
                </a:cubicBez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3" name="Shape 2056">
            <a:extLst>
              <a:ext uri="{FF2B5EF4-FFF2-40B4-BE49-F238E27FC236}">
                <a16:creationId xmlns:a16="http://schemas.microsoft.com/office/drawing/2014/main" id="{28710B99-8DF1-41FF-92FC-0C34A2C64607}"/>
              </a:ext>
            </a:extLst>
          </p:cNvPr>
          <p:cNvSpPr/>
          <p:nvPr/>
        </p:nvSpPr>
        <p:spPr>
          <a:xfrm rot="889863">
            <a:off x="6979761" y="2454787"/>
            <a:ext cx="4803950" cy="2655371"/>
          </a:xfrm>
          <a:custGeom>
            <a:avLst/>
            <a:gdLst/>
            <a:ahLst/>
            <a:cxnLst/>
            <a:rect l="0" t="0" r="0" b="0"/>
            <a:pathLst>
              <a:path w="120000" h="120000" extrusionOk="0">
                <a:moveTo>
                  <a:pt x="109874" y="22482"/>
                </a:moveTo>
                <a:cubicBezTo>
                  <a:pt x="108362" y="23606"/>
                  <a:pt x="108362" y="23606"/>
                  <a:pt x="108362" y="23606"/>
                </a:cubicBezTo>
                <a:cubicBezTo>
                  <a:pt x="108362" y="24168"/>
                  <a:pt x="108362" y="24168"/>
                  <a:pt x="108362" y="24168"/>
                </a:cubicBezTo>
                <a:cubicBezTo>
                  <a:pt x="109269" y="26135"/>
                  <a:pt x="109269" y="26135"/>
                  <a:pt x="109269" y="26135"/>
                </a:cubicBezTo>
                <a:cubicBezTo>
                  <a:pt x="110176" y="26697"/>
                  <a:pt x="110176" y="26697"/>
                  <a:pt x="110176" y="26697"/>
                </a:cubicBezTo>
                <a:cubicBezTo>
                  <a:pt x="110780" y="29508"/>
                  <a:pt x="110780" y="29508"/>
                  <a:pt x="110780" y="29508"/>
                </a:cubicBezTo>
                <a:cubicBezTo>
                  <a:pt x="112141" y="32599"/>
                  <a:pt x="112141" y="32599"/>
                  <a:pt x="112141" y="32599"/>
                </a:cubicBezTo>
                <a:cubicBezTo>
                  <a:pt x="113047" y="36252"/>
                  <a:pt x="113047" y="36252"/>
                  <a:pt x="113047" y="36252"/>
                </a:cubicBezTo>
                <a:cubicBezTo>
                  <a:pt x="114256" y="36533"/>
                  <a:pt x="114256" y="36533"/>
                  <a:pt x="114256" y="36533"/>
                </a:cubicBezTo>
                <a:cubicBezTo>
                  <a:pt x="114559" y="37939"/>
                  <a:pt x="114256" y="35971"/>
                  <a:pt x="114256" y="38220"/>
                </a:cubicBezTo>
                <a:cubicBezTo>
                  <a:pt x="113954" y="41592"/>
                  <a:pt x="113803" y="39344"/>
                  <a:pt x="114256" y="43278"/>
                </a:cubicBezTo>
                <a:cubicBezTo>
                  <a:pt x="114256" y="44402"/>
                  <a:pt x="116523" y="43840"/>
                  <a:pt x="116675" y="43840"/>
                </a:cubicBezTo>
                <a:cubicBezTo>
                  <a:pt x="116523" y="44121"/>
                  <a:pt x="117430" y="44964"/>
                  <a:pt x="117128" y="46370"/>
                </a:cubicBezTo>
                <a:cubicBezTo>
                  <a:pt x="116826" y="47494"/>
                  <a:pt x="118337" y="46932"/>
                  <a:pt x="117884" y="48618"/>
                </a:cubicBezTo>
                <a:cubicBezTo>
                  <a:pt x="117732" y="49180"/>
                  <a:pt x="118942" y="48618"/>
                  <a:pt x="119546" y="49180"/>
                </a:cubicBezTo>
                <a:cubicBezTo>
                  <a:pt x="120000" y="49461"/>
                  <a:pt x="120000" y="50866"/>
                  <a:pt x="119848" y="51147"/>
                </a:cubicBezTo>
                <a:cubicBezTo>
                  <a:pt x="119546" y="51990"/>
                  <a:pt x="119395" y="51428"/>
                  <a:pt x="118790" y="52552"/>
                </a:cubicBezTo>
                <a:cubicBezTo>
                  <a:pt x="117884" y="53676"/>
                  <a:pt x="118337" y="54519"/>
                  <a:pt x="118337" y="54800"/>
                </a:cubicBezTo>
                <a:cubicBezTo>
                  <a:pt x="118186" y="55644"/>
                  <a:pt x="117884" y="55925"/>
                  <a:pt x="117732" y="56206"/>
                </a:cubicBezTo>
                <a:cubicBezTo>
                  <a:pt x="116675" y="55081"/>
                  <a:pt x="116675" y="55081"/>
                  <a:pt x="116675" y="55081"/>
                </a:cubicBezTo>
                <a:cubicBezTo>
                  <a:pt x="116372" y="52833"/>
                  <a:pt x="116372" y="52833"/>
                  <a:pt x="116372" y="52833"/>
                </a:cubicBezTo>
                <a:cubicBezTo>
                  <a:pt x="115012" y="52833"/>
                  <a:pt x="115012" y="52833"/>
                  <a:pt x="115012" y="52833"/>
                </a:cubicBezTo>
                <a:cubicBezTo>
                  <a:pt x="114408" y="55081"/>
                  <a:pt x="114408" y="55081"/>
                  <a:pt x="114408" y="55081"/>
                </a:cubicBezTo>
                <a:cubicBezTo>
                  <a:pt x="111385" y="55644"/>
                  <a:pt x="111385" y="55644"/>
                  <a:pt x="111385" y="55644"/>
                </a:cubicBezTo>
                <a:cubicBezTo>
                  <a:pt x="110327" y="57049"/>
                  <a:pt x="109722" y="54519"/>
                  <a:pt x="109118" y="56768"/>
                </a:cubicBezTo>
                <a:cubicBezTo>
                  <a:pt x="107758" y="57049"/>
                  <a:pt x="108967" y="57611"/>
                  <a:pt x="107607" y="57330"/>
                </a:cubicBezTo>
                <a:cubicBezTo>
                  <a:pt x="107304" y="57330"/>
                  <a:pt x="107455" y="60702"/>
                  <a:pt x="106700" y="61545"/>
                </a:cubicBezTo>
                <a:cubicBezTo>
                  <a:pt x="106246" y="61826"/>
                  <a:pt x="106246" y="62388"/>
                  <a:pt x="105642" y="62388"/>
                </a:cubicBezTo>
                <a:cubicBezTo>
                  <a:pt x="104735" y="62107"/>
                  <a:pt x="105340" y="60983"/>
                  <a:pt x="105188" y="60983"/>
                </a:cubicBezTo>
                <a:cubicBezTo>
                  <a:pt x="104282" y="60702"/>
                  <a:pt x="104282" y="60702"/>
                  <a:pt x="104282" y="60702"/>
                </a:cubicBezTo>
                <a:cubicBezTo>
                  <a:pt x="103526" y="64074"/>
                  <a:pt x="103526" y="64074"/>
                  <a:pt x="103526" y="64074"/>
                </a:cubicBezTo>
                <a:cubicBezTo>
                  <a:pt x="101259" y="65761"/>
                  <a:pt x="101259" y="65761"/>
                  <a:pt x="101259" y="65761"/>
                </a:cubicBezTo>
                <a:cubicBezTo>
                  <a:pt x="99596" y="67447"/>
                  <a:pt x="99596" y="67447"/>
                  <a:pt x="99596" y="67447"/>
                </a:cubicBezTo>
                <a:cubicBezTo>
                  <a:pt x="96423" y="69133"/>
                  <a:pt x="96423" y="69133"/>
                  <a:pt x="96423" y="69133"/>
                </a:cubicBezTo>
                <a:cubicBezTo>
                  <a:pt x="94760" y="71943"/>
                  <a:pt x="94760" y="71943"/>
                  <a:pt x="94760" y="71943"/>
                </a:cubicBezTo>
                <a:cubicBezTo>
                  <a:pt x="92191" y="73348"/>
                  <a:pt x="94458" y="73348"/>
                  <a:pt x="92040" y="77564"/>
                </a:cubicBezTo>
                <a:cubicBezTo>
                  <a:pt x="90377" y="80655"/>
                  <a:pt x="87657" y="81498"/>
                  <a:pt x="85239" y="82903"/>
                </a:cubicBezTo>
                <a:cubicBezTo>
                  <a:pt x="83274" y="80936"/>
                  <a:pt x="83274" y="80936"/>
                  <a:pt x="83274" y="80936"/>
                </a:cubicBezTo>
                <a:cubicBezTo>
                  <a:pt x="83274" y="80936"/>
                  <a:pt x="82367" y="81498"/>
                  <a:pt x="81914" y="81498"/>
                </a:cubicBezTo>
                <a:cubicBezTo>
                  <a:pt x="81460" y="81779"/>
                  <a:pt x="79949" y="84871"/>
                  <a:pt x="79949" y="84871"/>
                </a:cubicBezTo>
                <a:cubicBezTo>
                  <a:pt x="77984" y="88243"/>
                  <a:pt x="77984" y="88243"/>
                  <a:pt x="77984" y="88243"/>
                </a:cubicBezTo>
                <a:cubicBezTo>
                  <a:pt x="77229" y="89086"/>
                  <a:pt x="76322" y="89929"/>
                  <a:pt x="75264" y="89929"/>
                </a:cubicBezTo>
                <a:cubicBezTo>
                  <a:pt x="73904" y="88243"/>
                  <a:pt x="73904" y="88243"/>
                  <a:pt x="73904" y="88243"/>
                </a:cubicBezTo>
                <a:cubicBezTo>
                  <a:pt x="72544" y="88243"/>
                  <a:pt x="71939" y="89648"/>
                  <a:pt x="72695" y="91615"/>
                </a:cubicBezTo>
                <a:cubicBezTo>
                  <a:pt x="72997" y="92459"/>
                  <a:pt x="72695" y="93021"/>
                  <a:pt x="72846" y="93864"/>
                </a:cubicBezTo>
                <a:cubicBezTo>
                  <a:pt x="72846" y="95269"/>
                  <a:pt x="74206" y="95831"/>
                  <a:pt x="74055" y="96955"/>
                </a:cubicBezTo>
                <a:cubicBezTo>
                  <a:pt x="73904" y="97517"/>
                  <a:pt x="73148" y="97517"/>
                  <a:pt x="72544" y="98360"/>
                </a:cubicBezTo>
                <a:cubicBezTo>
                  <a:pt x="72090" y="98922"/>
                  <a:pt x="72997" y="102014"/>
                  <a:pt x="72695" y="102014"/>
                </a:cubicBezTo>
                <a:cubicBezTo>
                  <a:pt x="72695" y="102014"/>
                  <a:pt x="71939" y="105386"/>
                  <a:pt x="71335" y="104824"/>
                </a:cubicBezTo>
                <a:cubicBezTo>
                  <a:pt x="71032" y="104262"/>
                  <a:pt x="70579" y="103419"/>
                  <a:pt x="70277" y="102295"/>
                </a:cubicBezTo>
                <a:cubicBezTo>
                  <a:pt x="69974" y="101451"/>
                  <a:pt x="68916" y="100608"/>
                  <a:pt x="68765" y="99484"/>
                </a:cubicBezTo>
                <a:cubicBezTo>
                  <a:pt x="68312" y="98360"/>
                  <a:pt x="70277" y="93864"/>
                  <a:pt x="70125" y="93583"/>
                </a:cubicBezTo>
                <a:cubicBezTo>
                  <a:pt x="70277" y="92740"/>
                  <a:pt x="70277" y="92740"/>
                  <a:pt x="69974" y="91053"/>
                </a:cubicBezTo>
                <a:cubicBezTo>
                  <a:pt x="69974" y="90210"/>
                  <a:pt x="68614" y="89929"/>
                  <a:pt x="68312" y="89086"/>
                </a:cubicBezTo>
                <a:cubicBezTo>
                  <a:pt x="67405" y="92177"/>
                  <a:pt x="67405" y="92177"/>
                  <a:pt x="67405" y="92177"/>
                </a:cubicBezTo>
                <a:cubicBezTo>
                  <a:pt x="66196" y="93583"/>
                  <a:pt x="66196" y="93583"/>
                  <a:pt x="66196" y="93583"/>
                </a:cubicBezTo>
                <a:cubicBezTo>
                  <a:pt x="64987" y="93864"/>
                  <a:pt x="66952" y="96393"/>
                  <a:pt x="66045" y="96112"/>
                </a:cubicBezTo>
                <a:cubicBezTo>
                  <a:pt x="65894" y="95831"/>
                  <a:pt x="64836" y="97517"/>
                  <a:pt x="63929" y="96674"/>
                </a:cubicBezTo>
                <a:cubicBezTo>
                  <a:pt x="62871" y="95550"/>
                  <a:pt x="61511" y="95269"/>
                  <a:pt x="61057" y="95269"/>
                </a:cubicBezTo>
                <a:cubicBezTo>
                  <a:pt x="59697" y="96393"/>
                  <a:pt x="59697" y="96393"/>
                  <a:pt x="59697" y="96393"/>
                </a:cubicBezTo>
                <a:cubicBezTo>
                  <a:pt x="59244" y="97798"/>
                  <a:pt x="59093" y="99484"/>
                  <a:pt x="58790" y="100327"/>
                </a:cubicBezTo>
                <a:cubicBezTo>
                  <a:pt x="57581" y="103419"/>
                  <a:pt x="57581" y="103419"/>
                  <a:pt x="57581" y="103419"/>
                </a:cubicBezTo>
                <a:cubicBezTo>
                  <a:pt x="55919" y="104543"/>
                  <a:pt x="57279" y="105386"/>
                  <a:pt x="56523" y="105948"/>
                </a:cubicBezTo>
                <a:cubicBezTo>
                  <a:pt x="56221" y="106229"/>
                  <a:pt x="55768" y="108196"/>
                  <a:pt x="54710" y="108758"/>
                </a:cubicBezTo>
                <a:cubicBezTo>
                  <a:pt x="54105" y="109039"/>
                  <a:pt x="53198" y="110444"/>
                  <a:pt x="52443" y="110444"/>
                </a:cubicBezTo>
                <a:cubicBezTo>
                  <a:pt x="52141" y="110444"/>
                  <a:pt x="50478" y="112693"/>
                  <a:pt x="50327" y="113255"/>
                </a:cubicBezTo>
                <a:cubicBezTo>
                  <a:pt x="49118" y="112693"/>
                  <a:pt x="45793" y="111007"/>
                  <a:pt x="45491" y="108758"/>
                </a:cubicBezTo>
                <a:cubicBezTo>
                  <a:pt x="45188" y="106791"/>
                  <a:pt x="44130" y="109601"/>
                  <a:pt x="43224" y="107634"/>
                </a:cubicBezTo>
                <a:cubicBezTo>
                  <a:pt x="40957" y="106229"/>
                  <a:pt x="40957" y="106229"/>
                  <a:pt x="40957" y="106229"/>
                </a:cubicBezTo>
                <a:cubicBezTo>
                  <a:pt x="39445" y="106229"/>
                  <a:pt x="39445" y="106229"/>
                  <a:pt x="39445" y="106229"/>
                </a:cubicBezTo>
                <a:cubicBezTo>
                  <a:pt x="38841" y="106229"/>
                  <a:pt x="36120" y="106791"/>
                  <a:pt x="35516" y="107353"/>
                </a:cubicBezTo>
                <a:cubicBezTo>
                  <a:pt x="35969" y="110444"/>
                  <a:pt x="35818" y="108196"/>
                  <a:pt x="35818" y="111850"/>
                </a:cubicBezTo>
                <a:cubicBezTo>
                  <a:pt x="34911" y="112131"/>
                  <a:pt x="35969" y="115784"/>
                  <a:pt x="35214" y="116908"/>
                </a:cubicBezTo>
                <a:cubicBezTo>
                  <a:pt x="32644" y="118032"/>
                  <a:pt x="32644" y="118032"/>
                  <a:pt x="32644" y="118032"/>
                </a:cubicBezTo>
                <a:cubicBezTo>
                  <a:pt x="31133" y="119718"/>
                  <a:pt x="31133" y="119718"/>
                  <a:pt x="31133" y="119718"/>
                </a:cubicBezTo>
                <a:cubicBezTo>
                  <a:pt x="28413" y="119718"/>
                  <a:pt x="28413" y="119718"/>
                  <a:pt x="28413" y="119718"/>
                </a:cubicBezTo>
                <a:cubicBezTo>
                  <a:pt x="28413" y="120000"/>
                  <a:pt x="27052" y="118313"/>
                  <a:pt x="26901" y="117189"/>
                </a:cubicBezTo>
                <a:cubicBezTo>
                  <a:pt x="26146" y="113536"/>
                  <a:pt x="26599" y="114098"/>
                  <a:pt x="25994" y="113536"/>
                </a:cubicBezTo>
                <a:cubicBezTo>
                  <a:pt x="24937" y="112974"/>
                  <a:pt x="24937" y="113817"/>
                  <a:pt x="24634" y="113536"/>
                </a:cubicBezTo>
                <a:cubicBezTo>
                  <a:pt x="24634" y="113255"/>
                  <a:pt x="24030" y="113536"/>
                  <a:pt x="23123" y="114941"/>
                </a:cubicBezTo>
                <a:cubicBezTo>
                  <a:pt x="22821" y="115784"/>
                  <a:pt x="22216" y="118032"/>
                  <a:pt x="21914" y="118313"/>
                </a:cubicBezTo>
                <a:cubicBezTo>
                  <a:pt x="21612" y="118875"/>
                  <a:pt x="21612" y="116908"/>
                  <a:pt x="21309" y="117189"/>
                </a:cubicBezTo>
                <a:cubicBezTo>
                  <a:pt x="20705" y="117751"/>
                  <a:pt x="20856" y="116065"/>
                  <a:pt x="19647" y="117470"/>
                </a:cubicBezTo>
                <a:cubicBezTo>
                  <a:pt x="19193" y="118032"/>
                  <a:pt x="17682" y="117189"/>
                  <a:pt x="19496" y="116065"/>
                </a:cubicBezTo>
                <a:cubicBezTo>
                  <a:pt x="19798" y="116065"/>
                  <a:pt x="22216" y="112693"/>
                  <a:pt x="22216" y="112412"/>
                </a:cubicBezTo>
                <a:cubicBezTo>
                  <a:pt x="22367" y="111850"/>
                  <a:pt x="20705" y="110444"/>
                  <a:pt x="20554" y="110444"/>
                </a:cubicBezTo>
                <a:cubicBezTo>
                  <a:pt x="20403" y="110444"/>
                  <a:pt x="19647" y="112693"/>
                  <a:pt x="18891" y="113255"/>
                </a:cubicBezTo>
                <a:cubicBezTo>
                  <a:pt x="17682" y="113817"/>
                  <a:pt x="17682" y="114098"/>
                  <a:pt x="17078" y="114379"/>
                </a:cubicBezTo>
                <a:cubicBezTo>
                  <a:pt x="16624" y="114660"/>
                  <a:pt x="16473" y="113536"/>
                  <a:pt x="16171" y="113817"/>
                </a:cubicBezTo>
                <a:cubicBezTo>
                  <a:pt x="15717" y="114098"/>
                  <a:pt x="15717" y="114660"/>
                  <a:pt x="15415" y="114660"/>
                </a:cubicBezTo>
                <a:cubicBezTo>
                  <a:pt x="14659" y="114660"/>
                  <a:pt x="15113" y="112693"/>
                  <a:pt x="15113" y="112693"/>
                </a:cubicBezTo>
                <a:cubicBezTo>
                  <a:pt x="15717" y="112131"/>
                  <a:pt x="15566" y="112693"/>
                  <a:pt x="16473" y="112131"/>
                </a:cubicBezTo>
                <a:cubicBezTo>
                  <a:pt x="16775" y="111850"/>
                  <a:pt x="17682" y="111288"/>
                  <a:pt x="17682" y="110444"/>
                </a:cubicBezTo>
                <a:cubicBezTo>
                  <a:pt x="17229" y="107353"/>
                  <a:pt x="16473" y="110163"/>
                  <a:pt x="16171" y="109039"/>
                </a:cubicBezTo>
                <a:cubicBezTo>
                  <a:pt x="15869" y="107915"/>
                  <a:pt x="15415" y="108477"/>
                  <a:pt x="15264" y="107915"/>
                </a:cubicBezTo>
                <a:cubicBezTo>
                  <a:pt x="14962" y="106510"/>
                  <a:pt x="14962" y="111850"/>
                  <a:pt x="14357" y="107915"/>
                </a:cubicBezTo>
                <a:cubicBezTo>
                  <a:pt x="14055" y="105948"/>
                  <a:pt x="14811" y="105948"/>
                  <a:pt x="13148" y="105105"/>
                </a:cubicBezTo>
                <a:cubicBezTo>
                  <a:pt x="13148" y="105105"/>
                  <a:pt x="12846" y="104824"/>
                  <a:pt x="12695" y="104824"/>
                </a:cubicBezTo>
                <a:cubicBezTo>
                  <a:pt x="12695" y="104543"/>
                  <a:pt x="12846" y="104262"/>
                  <a:pt x="12846" y="104262"/>
                </a:cubicBezTo>
                <a:cubicBezTo>
                  <a:pt x="12846" y="104262"/>
                  <a:pt x="12392" y="103419"/>
                  <a:pt x="12241" y="103419"/>
                </a:cubicBezTo>
                <a:cubicBezTo>
                  <a:pt x="12241" y="103419"/>
                  <a:pt x="11788" y="103981"/>
                  <a:pt x="11788" y="103981"/>
                </a:cubicBezTo>
                <a:cubicBezTo>
                  <a:pt x="11788" y="103981"/>
                  <a:pt x="11637" y="103981"/>
                  <a:pt x="11486" y="103981"/>
                </a:cubicBezTo>
                <a:cubicBezTo>
                  <a:pt x="11486" y="103700"/>
                  <a:pt x="11939" y="103700"/>
                  <a:pt x="12544" y="103138"/>
                </a:cubicBezTo>
                <a:cubicBezTo>
                  <a:pt x="12846" y="103138"/>
                  <a:pt x="12997" y="103981"/>
                  <a:pt x="13299" y="103981"/>
                </a:cubicBezTo>
                <a:cubicBezTo>
                  <a:pt x="13602" y="104262"/>
                  <a:pt x="14206" y="103981"/>
                  <a:pt x="14206" y="103700"/>
                </a:cubicBezTo>
                <a:cubicBezTo>
                  <a:pt x="14357" y="103419"/>
                  <a:pt x="13602" y="102576"/>
                  <a:pt x="13753" y="101170"/>
                </a:cubicBezTo>
                <a:cubicBezTo>
                  <a:pt x="13753" y="100608"/>
                  <a:pt x="14055" y="100608"/>
                  <a:pt x="13753" y="100327"/>
                </a:cubicBezTo>
                <a:cubicBezTo>
                  <a:pt x="13450" y="100046"/>
                  <a:pt x="13450" y="99765"/>
                  <a:pt x="13450" y="99765"/>
                </a:cubicBezTo>
                <a:cubicBezTo>
                  <a:pt x="11486" y="99484"/>
                  <a:pt x="11486" y="99484"/>
                  <a:pt x="11486" y="99484"/>
                </a:cubicBezTo>
                <a:cubicBezTo>
                  <a:pt x="11486" y="99484"/>
                  <a:pt x="11486" y="99484"/>
                  <a:pt x="11183" y="99203"/>
                </a:cubicBezTo>
                <a:cubicBezTo>
                  <a:pt x="10881" y="98922"/>
                  <a:pt x="10579" y="98641"/>
                  <a:pt x="10579" y="98641"/>
                </a:cubicBezTo>
                <a:cubicBezTo>
                  <a:pt x="9974" y="97798"/>
                  <a:pt x="9974" y="97798"/>
                  <a:pt x="9974" y="97798"/>
                </a:cubicBezTo>
                <a:cubicBezTo>
                  <a:pt x="9974" y="97798"/>
                  <a:pt x="9370" y="98079"/>
                  <a:pt x="9219" y="98079"/>
                </a:cubicBezTo>
                <a:cubicBezTo>
                  <a:pt x="9219" y="98079"/>
                  <a:pt x="9370" y="99203"/>
                  <a:pt x="9370" y="99203"/>
                </a:cubicBezTo>
                <a:cubicBezTo>
                  <a:pt x="9219" y="99484"/>
                  <a:pt x="9219" y="100608"/>
                  <a:pt x="8614" y="99765"/>
                </a:cubicBezTo>
                <a:cubicBezTo>
                  <a:pt x="8463" y="99484"/>
                  <a:pt x="8010" y="98641"/>
                  <a:pt x="7858" y="98641"/>
                </a:cubicBezTo>
                <a:cubicBezTo>
                  <a:pt x="7707" y="98922"/>
                  <a:pt x="7103" y="98641"/>
                  <a:pt x="7103" y="98360"/>
                </a:cubicBezTo>
                <a:cubicBezTo>
                  <a:pt x="6952" y="98079"/>
                  <a:pt x="6498" y="97798"/>
                  <a:pt x="6498" y="97798"/>
                </a:cubicBezTo>
                <a:cubicBezTo>
                  <a:pt x="6498" y="97798"/>
                  <a:pt x="6952" y="96674"/>
                  <a:pt x="6801" y="96393"/>
                </a:cubicBezTo>
                <a:cubicBezTo>
                  <a:pt x="6649" y="96393"/>
                  <a:pt x="7556" y="96955"/>
                  <a:pt x="7556" y="96955"/>
                </a:cubicBezTo>
                <a:cubicBezTo>
                  <a:pt x="7556" y="96955"/>
                  <a:pt x="7556" y="95550"/>
                  <a:pt x="7707" y="95550"/>
                </a:cubicBezTo>
                <a:cubicBezTo>
                  <a:pt x="7858" y="95269"/>
                  <a:pt x="7405" y="95269"/>
                  <a:pt x="7254" y="94988"/>
                </a:cubicBezTo>
                <a:cubicBezTo>
                  <a:pt x="7103" y="94707"/>
                  <a:pt x="6952" y="93864"/>
                  <a:pt x="6952" y="93864"/>
                </a:cubicBezTo>
                <a:cubicBezTo>
                  <a:pt x="6952" y="93864"/>
                  <a:pt x="6649" y="93583"/>
                  <a:pt x="6649" y="93302"/>
                </a:cubicBezTo>
                <a:cubicBezTo>
                  <a:pt x="6498" y="92177"/>
                  <a:pt x="6952" y="91334"/>
                  <a:pt x="7103" y="91334"/>
                </a:cubicBezTo>
                <a:cubicBezTo>
                  <a:pt x="7254" y="91615"/>
                  <a:pt x="7254" y="91615"/>
                  <a:pt x="7405" y="91615"/>
                </a:cubicBezTo>
                <a:cubicBezTo>
                  <a:pt x="7707" y="91896"/>
                  <a:pt x="7707" y="91896"/>
                  <a:pt x="7707" y="91896"/>
                </a:cubicBezTo>
                <a:cubicBezTo>
                  <a:pt x="7707" y="91896"/>
                  <a:pt x="8010" y="92740"/>
                  <a:pt x="8010" y="92740"/>
                </a:cubicBezTo>
                <a:cubicBezTo>
                  <a:pt x="8161" y="92740"/>
                  <a:pt x="8614" y="93583"/>
                  <a:pt x="8614" y="93583"/>
                </a:cubicBezTo>
                <a:cubicBezTo>
                  <a:pt x="8614" y="93583"/>
                  <a:pt x="8916" y="94707"/>
                  <a:pt x="9068" y="94988"/>
                </a:cubicBezTo>
                <a:cubicBezTo>
                  <a:pt x="9219" y="94988"/>
                  <a:pt x="9219" y="94426"/>
                  <a:pt x="9521" y="94426"/>
                </a:cubicBezTo>
                <a:cubicBezTo>
                  <a:pt x="9823" y="94707"/>
                  <a:pt x="10125" y="95269"/>
                  <a:pt x="10277" y="94988"/>
                </a:cubicBezTo>
                <a:cubicBezTo>
                  <a:pt x="10428" y="94988"/>
                  <a:pt x="10579" y="93583"/>
                  <a:pt x="10579" y="93583"/>
                </a:cubicBezTo>
                <a:cubicBezTo>
                  <a:pt x="10579" y="93583"/>
                  <a:pt x="9672" y="92459"/>
                  <a:pt x="9521" y="92459"/>
                </a:cubicBezTo>
                <a:cubicBezTo>
                  <a:pt x="9521" y="92177"/>
                  <a:pt x="9219" y="91896"/>
                  <a:pt x="9219" y="91615"/>
                </a:cubicBezTo>
                <a:cubicBezTo>
                  <a:pt x="9068" y="91615"/>
                  <a:pt x="8765" y="91334"/>
                  <a:pt x="8765" y="91334"/>
                </a:cubicBezTo>
                <a:cubicBezTo>
                  <a:pt x="8765" y="91334"/>
                  <a:pt x="8614" y="90491"/>
                  <a:pt x="8614" y="90491"/>
                </a:cubicBezTo>
                <a:cubicBezTo>
                  <a:pt x="8463" y="90210"/>
                  <a:pt x="8614" y="89648"/>
                  <a:pt x="8614" y="89648"/>
                </a:cubicBezTo>
                <a:cubicBezTo>
                  <a:pt x="8765" y="89367"/>
                  <a:pt x="9068" y="89086"/>
                  <a:pt x="9219" y="89086"/>
                </a:cubicBezTo>
                <a:cubicBezTo>
                  <a:pt x="9370" y="89086"/>
                  <a:pt x="9823" y="88805"/>
                  <a:pt x="9823" y="88805"/>
                </a:cubicBezTo>
                <a:cubicBezTo>
                  <a:pt x="9974" y="87400"/>
                  <a:pt x="9974" y="87400"/>
                  <a:pt x="9974" y="87400"/>
                </a:cubicBezTo>
                <a:cubicBezTo>
                  <a:pt x="9974" y="87400"/>
                  <a:pt x="10277" y="86276"/>
                  <a:pt x="10277" y="86276"/>
                </a:cubicBezTo>
                <a:cubicBezTo>
                  <a:pt x="10125" y="86276"/>
                  <a:pt x="9068" y="87119"/>
                  <a:pt x="9068" y="86838"/>
                </a:cubicBezTo>
                <a:cubicBezTo>
                  <a:pt x="8916" y="86838"/>
                  <a:pt x="8614" y="86838"/>
                  <a:pt x="8614" y="86557"/>
                </a:cubicBezTo>
                <a:cubicBezTo>
                  <a:pt x="8463" y="86276"/>
                  <a:pt x="8463" y="85714"/>
                  <a:pt x="8463" y="85433"/>
                </a:cubicBezTo>
                <a:cubicBezTo>
                  <a:pt x="8463" y="85152"/>
                  <a:pt x="8614" y="84590"/>
                  <a:pt x="8614" y="84590"/>
                </a:cubicBezTo>
                <a:cubicBezTo>
                  <a:pt x="8614" y="84590"/>
                  <a:pt x="8463" y="84028"/>
                  <a:pt x="8312" y="84028"/>
                </a:cubicBezTo>
                <a:cubicBezTo>
                  <a:pt x="8312" y="83747"/>
                  <a:pt x="8161" y="83185"/>
                  <a:pt x="8161" y="83185"/>
                </a:cubicBezTo>
                <a:cubicBezTo>
                  <a:pt x="8161" y="83185"/>
                  <a:pt x="7103" y="82060"/>
                  <a:pt x="7103" y="82060"/>
                </a:cubicBezTo>
                <a:cubicBezTo>
                  <a:pt x="7103" y="81779"/>
                  <a:pt x="7103" y="80936"/>
                  <a:pt x="7254" y="80936"/>
                </a:cubicBezTo>
                <a:cubicBezTo>
                  <a:pt x="7254" y="80655"/>
                  <a:pt x="7103" y="80093"/>
                  <a:pt x="7405" y="79531"/>
                </a:cubicBezTo>
                <a:cubicBezTo>
                  <a:pt x="7858" y="78969"/>
                  <a:pt x="8161" y="77283"/>
                  <a:pt x="8161" y="77283"/>
                </a:cubicBezTo>
                <a:cubicBezTo>
                  <a:pt x="8161" y="77283"/>
                  <a:pt x="7103" y="77002"/>
                  <a:pt x="7103" y="77002"/>
                </a:cubicBezTo>
                <a:cubicBezTo>
                  <a:pt x="6952" y="77002"/>
                  <a:pt x="6498" y="78126"/>
                  <a:pt x="6498" y="78126"/>
                </a:cubicBezTo>
                <a:cubicBezTo>
                  <a:pt x="6498" y="78126"/>
                  <a:pt x="5894" y="78407"/>
                  <a:pt x="5894" y="78688"/>
                </a:cubicBezTo>
                <a:cubicBezTo>
                  <a:pt x="5743" y="78688"/>
                  <a:pt x="4987" y="78969"/>
                  <a:pt x="4987" y="79250"/>
                </a:cubicBezTo>
                <a:cubicBezTo>
                  <a:pt x="4836" y="79250"/>
                  <a:pt x="4534" y="79812"/>
                  <a:pt x="4382" y="79812"/>
                </a:cubicBezTo>
                <a:cubicBezTo>
                  <a:pt x="4231" y="80093"/>
                  <a:pt x="3627" y="80655"/>
                  <a:pt x="3627" y="80655"/>
                </a:cubicBezTo>
                <a:cubicBezTo>
                  <a:pt x="3627" y="80655"/>
                  <a:pt x="3022" y="80655"/>
                  <a:pt x="3022" y="80655"/>
                </a:cubicBezTo>
                <a:cubicBezTo>
                  <a:pt x="3022" y="80374"/>
                  <a:pt x="3022" y="78407"/>
                  <a:pt x="3022" y="78407"/>
                </a:cubicBezTo>
                <a:cubicBezTo>
                  <a:pt x="3022" y="78407"/>
                  <a:pt x="3324" y="78126"/>
                  <a:pt x="3324" y="77845"/>
                </a:cubicBezTo>
                <a:cubicBezTo>
                  <a:pt x="3324" y="77845"/>
                  <a:pt x="3173" y="76721"/>
                  <a:pt x="3022" y="76440"/>
                </a:cubicBezTo>
                <a:cubicBezTo>
                  <a:pt x="3022" y="76440"/>
                  <a:pt x="3022" y="75035"/>
                  <a:pt x="3022" y="74754"/>
                </a:cubicBezTo>
                <a:cubicBezTo>
                  <a:pt x="3022" y="74192"/>
                  <a:pt x="2871" y="73348"/>
                  <a:pt x="2871" y="73348"/>
                </a:cubicBezTo>
                <a:cubicBezTo>
                  <a:pt x="2720" y="71943"/>
                  <a:pt x="2720" y="71943"/>
                  <a:pt x="2720" y="71943"/>
                </a:cubicBezTo>
                <a:cubicBezTo>
                  <a:pt x="2871" y="70819"/>
                  <a:pt x="2871" y="70819"/>
                  <a:pt x="2871" y="70819"/>
                </a:cubicBezTo>
                <a:cubicBezTo>
                  <a:pt x="3022" y="70257"/>
                  <a:pt x="3022" y="70257"/>
                  <a:pt x="3022" y="70257"/>
                </a:cubicBezTo>
                <a:cubicBezTo>
                  <a:pt x="3022" y="70257"/>
                  <a:pt x="3324" y="69133"/>
                  <a:pt x="3324" y="69133"/>
                </a:cubicBezTo>
                <a:cubicBezTo>
                  <a:pt x="3324" y="68852"/>
                  <a:pt x="3627" y="67728"/>
                  <a:pt x="3627" y="67728"/>
                </a:cubicBezTo>
                <a:cubicBezTo>
                  <a:pt x="3778" y="67447"/>
                  <a:pt x="4685" y="65761"/>
                  <a:pt x="4685" y="65761"/>
                </a:cubicBezTo>
                <a:cubicBezTo>
                  <a:pt x="5138" y="64637"/>
                  <a:pt x="5138" y="64637"/>
                  <a:pt x="5138" y="64637"/>
                </a:cubicBezTo>
                <a:cubicBezTo>
                  <a:pt x="5138" y="64637"/>
                  <a:pt x="5743" y="64637"/>
                  <a:pt x="5894" y="64637"/>
                </a:cubicBezTo>
                <a:cubicBezTo>
                  <a:pt x="5894" y="64637"/>
                  <a:pt x="6498" y="63793"/>
                  <a:pt x="6498" y="63793"/>
                </a:cubicBezTo>
                <a:cubicBezTo>
                  <a:pt x="6649" y="63231"/>
                  <a:pt x="6649" y="63231"/>
                  <a:pt x="6649" y="63231"/>
                </a:cubicBezTo>
                <a:cubicBezTo>
                  <a:pt x="7103" y="63231"/>
                  <a:pt x="7103" y="63231"/>
                  <a:pt x="7103" y="63231"/>
                </a:cubicBezTo>
                <a:cubicBezTo>
                  <a:pt x="7103" y="63231"/>
                  <a:pt x="7405" y="62669"/>
                  <a:pt x="7556" y="62669"/>
                </a:cubicBezTo>
                <a:cubicBezTo>
                  <a:pt x="7556" y="62669"/>
                  <a:pt x="7858" y="62669"/>
                  <a:pt x="8161" y="62669"/>
                </a:cubicBezTo>
                <a:cubicBezTo>
                  <a:pt x="8463" y="62669"/>
                  <a:pt x="8614" y="62388"/>
                  <a:pt x="8765" y="62388"/>
                </a:cubicBezTo>
                <a:cubicBezTo>
                  <a:pt x="8765" y="62669"/>
                  <a:pt x="9370" y="63793"/>
                  <a:pt x="9370" y="63793"/>
                </a:cubicBezTo>
                <a:cubicBezTo>
                  <a:pt x="11183" y="63231"/>
                  <a:pt x="11183" y="63231"/>
                  <a:pt x="11183" y="63231"/>
                </a:cubicBezTo>
                <a:cubicBezTo>
                  <a:pt x="11939" y="62669"/>
                  <a:pt x="11939" y="62669"/>
                  <a:pt x="11939" y="62669"/>
                </a:cubicBezTo>
                <a:cubicBezTo>
                  <a:pt x="11939" y="62669"/>
                  <a:pt x="11939" y="61826"/>
                  <a:pt x="11939" y="61826"/>
                </a:cubicBezTo>
                <a:cubicBezTo>
                  <a:pt x="11788" y="61545"/>
                  <a:pt x="11032" y="61264"/>
                  <a:pt x="11032" y="61264"/>
                </a:cubicBezTo>
                <a:cubicBezTo>
                  <a:pt x="11032" y="61264"/>
                  <a:pt x="10881" y="61264"/>
                  <a:pt x="11032" y="61264"/>
                </a:cubicBezTo>
                <a:cubicBezTo>
                  <a:pt x="11032" y="60983"/>
                  <a:pt x="11335" y="59859"/>
                  <a:pt x="11335" y="59859"/>
                </a:cubicBezTo>
                <a:cubicBezTo>
                  <a:pt x="11486" y="59859"/>
                  <a:pt x="11637" y="59859"/>
                  <a:pt x="11939" y="59859"/>
                </a:cubicBezTo>
                <a:cubicBezTo>
                  <a:pt x="12241" y="59859"/>
                  <a:pt x="12846" y="59859"/>
                  <a:pt x="12846" y="59859"/>
                </a:cubicBezTo>
                <a:cubicBezTo>
                  <a:pt x="12846" y="59859"/>
                  <a:pt x="13148" y="60421"/>
                  <a:pt x="12846" y="60702"/>
                </a:cubicBezTo>
                <a:cubicBezTo>
                  <a:pt x="12695" y="60983"/>
                  <a:pt x="12544" y="60983"/>
                  <a:pt x="12544" y="61264"/>
                </a:cubicBezTo>
                <a:cubicBezTo>
                  <a:pt x="12544" y="61264"/>
                  <a:pt x="12544" y="61826"/>
                  <a:pt x="12695" y="61826"/>
                </a:cubicBezTo>
                <a:cubicBezTo>
                  <a:pt x="12695" y="61826"/>
                  <a:pt x="13450" y="61545"/>
                  <a:pt x="13450" y="61545"/>
                </a:cubicBezTo>
                <a:cubicBezTo>
                  <a:pt x="13450" y="61545"/>
                  <a:pt x="13602" y="60983"/>
                  <a:pt x="13904" y="60983"/>
                </a:cubicBezTo>
                <a:cubicBezTo>
                  <a:pt x="14055" y="60702"/>
                  <a:pt x="14508" y="60421"/>
                  <a:pt x="14508" y="60421"/>
                </a:cubicBezTo>
                <a:cubicBezTo>
                  <a:pt x="16020" y="60140"/>
                  <a:pt x="16020" y="60140"/>
                  <a:pt x="16020" y="60140"/>
                </a:cubicBezTo>
                <a:cubicBezTo>
                  <a:pt x="17078" y="59578"/>
                  <a:pt x="17078" y="59578"/>
                  <a:pt x="17078" y="59578"/>
                </a:cubicBezTo>
                <a:cubicBezTo>
                  <a:pt x="17078" y="59578"/>
                  <a:pt x="18287" y="58173"/>
                  <a:pt x="18589" y="58173"/>
                </a:cubicBezTo>
                <a:cubicBezTo>
                  <a:pt x="19042" y="58454"/>
                  <a:pt x="19345" y="58454"/>
                  <a:pt x="19496" y="58173"/>
                </a:cubicBezTo>
                <a:cubicBezTo>
                  <a:pt x="19647" y="57892"/>
                  <a:pt x="19949" y="57049"/>
                  <a:pt x="19949" y="57049"/>
                </a:cubicBezTo>
                <a:cubicBezTo>
                  <a:pt x="19647" y="56768"/>
                  <a:pt x="19647" y="56768"/>
                  <a:pt x="19647" y="56768"/>
                </a:cubicBezTo>
                <a:cubicBezTo>
                  <a:pt x="18891" y="56768"/>
                  <a:pt x="18891" y="56768"/>
                  <a:pt x="18891" y="56768"/>
                </a:cubicBezTo>
                <a:cubicBezTo>
                  <a:pt x="18891" y="56768"/>
                  <a:pt x="18136" y="57049"/>
                  <a:pt x="18136" y="57049"/>
                </a:cubicBezTo>
                <a:cubicBezTo>
                  <a:pt x="17984" y="56768"/>
                  <a:pt x="17531" y="56768"/>
                  <a:pt x="17682" y="56487"/>
                </a:cubicBezTo>
                <a:cubicBezTo>
                  <a:pt x="17833" y="55925"/>
                  <a:pt x="17833" y="55925"/>
                  <a:pt x="18136" y="55362"/>
                </a:cubicBezTo>
                <a:cubicBezTo>
                  <a:pt x="18287" y="55081"/>
                  <a:pt x="18438" y="54800"/>
                  <a:pt x="18589" y="54519"/>
                </a:cubicBezTo>
                <a:cubicBezTo>
                  <a:pt x="18891" y="54519"/>
                  <a:pt x="18891" y="54238"/>
                  <a:pt x="19193" y="53957"/>
                </a:cubicBezTo>
                <a:cubicBezTo>
                  <a:pt x="19496" y="53676"/>
                  <a:pt x="19496" y="53676"/>
                  <a:pt x="20100" y="53114"/>
                </a:cubicBezTo>
                <a:cubicBezTo>
                  <a:pt x="20705" y="52833"/>
                  <a:pt x="21914" y="51147"/>
                  <a:pt x="22065" y="51147"/>
                </a:cubicBezTo>
                <a:cubicBezTo>
                  <a:pt x="22216" y="51147"/>
                  <a:pt x="22367" y="51428"/>
                  <a:pt x="22972" y="50866"/>
                </a:cubicBezTo>
                <a:cubicBezTo>
                  <a:pt x="23727" y="50585"/>
                  <a:pt x="24181" y="49742"/>
                  <a:pt x="24030" y="49742"/>
                </a:cubicBezTo>
                <a:cubicBezTo>
                  <a:pt x="23879" y="49742"/>
                  <a:pt x="23576" y="49461"/>
                  <a:pt x="23274" y="49742"/>
                </a:cubicBezTo>
                <a:cubicBezTo>
                  <a:pt x="22821" y="50023"/>
                  <a:pt x="23123" y="49461"/>
                  <a:pt x="22518" y="50023"/>
                </a:cubicBezTo>
                <a:cubicBezTo>
                  <a:pt x="21763" y="50866"/>
                  <a:pt x="20705" y="51428"/>
                  <a:pt x="20403" y="51428"/>
                </a:cubicBezTo>
                <a:cubicBezTo>
                  <a:pt x="20100" y="51147"/>
                  <a:pt x="19798" y="50866"/>
                  <a:pt x="19496" y="50304"/>
                </a:cubicBezTo>
                <a:cubicBezTo>
                  <a:pt x="19042" y="49742"/>
                  <a:pt x="18136" y="49742"/>
                  <a:pt x="18136" y="49461"/>
                </a:cubicBezTo>
                <a:cubicBezTo>
                  <a:pt x="17984" y="49461"/>
                  <a:pt x="16775" y="50304"/>
                  <a:pt x="16775" y="50304"/>
                </a:cubicBezTo>
                <a:cubicBezTo>
                  <a:pt x="16775" y="50304"/>
                  <a:pt x="15113" y="50585"/>
                  <a:pt x="14659" y="50585"/>
                </a:cubicBezTo>
                <a:cubicBezTo>
                  <a:pt x="14357" y="50585"/>
                  <a:pt x="13450" y="50304"/>
                  <a:pt x="13299" y="50304"/>
                </a:cubicBezTo>
                <a:cubicBezTo>
                  <a:pt x="13299" y="50304"/>
                  <a:pt x="12392" y="50866"/>
                  <a:pt x="12392" y="50866"/>
                </a:cubicBezTo>
                <a:cubicBezTo>
                  <a:pt x="12241" y="50866"/>
                  <a:pt x="11637" y="52552"/>
                  <a:pt x="11335" y="52833"/>
                </a:cubicBezTo>
                <a:cubicBezTo>
                  <a:pt x="11032" y="53114"/>
                  <a:pt x="10277" y="52833"/>
                  <a:pt x="10277" y="52833"/>
                </a:cubicBezTo>
                <a:cubicBezTo>
                  <a:pt x="10277" y="52833"/>
                  <a:pt x="9974" y="53395"/>
                  <a:pt x="9672" y="53676"/>
                </a:cubicBezTo>
                <a:cubicBezTo>
                  <a:pt x="9370" y="53957"/>
                  <a:pt x="8916" y="54519"/>
                  <a:pt x="8614" y="54800"/>
                </a:cubicBezTo>
                <a:cubicBezTo>
                  <a:pt x="8312" y="55081"/>
                  <a:pt x="8161" y="57330"/>
                  <a:pt x="8161" y="57611"/>
                </a:cubicBezTo>
                <a:cubicBezTo>
                  <a:pt x="8010" y="58173"/>
                  <a:pt x="7254" y="60140"/>
                  <a:pt x="7254" y="60140"/>
                </a:cubicBezTo>
                <a:cubicBezTo>
                  <a:pt x="6498" y="61545"/>
                  <a:pt x="6498" y="61545"/>
                  <a:pt x="6498" y="61545"/>
                </a:cubicBezTo>
                <a:cubicBezTo>
                  <a:pt x="6498" y="61545"/>
                  <a:pt x="5894" y="62669"/>
                  <a:pt x="5743" y="62669"/>
                </a:cubicBezTo>
                <a:cubicBezTo>
                  <a:pt x="5591" y="62950"/>
                  <a:pt x="4685" y="64637"/>
                  <a:pt x="4685" y="64637"/>
                </a:cubicBezTo>
                <a:cubicBezTo>
                  <a:pt x="4685" y="64637"/>
                  <a:pt x="4382" y="64355"/>
                  <a:pt x="4382" y="64355"/>
                </a:cubicBezTo>
                <a:cubicBezTo>
                  <a:pt x="4382" y="64355"/>
                  <a:pt x="3778" y="66042"/>
                  <a:pt x="3778" y="66042"/>
                </a:cubicBezTo>
                <a:cubicBezTo>
                  <a:pt x="3778" y="66042"/>
                  <a:pt x="3476" y="67447"/>
                  <a:pt x="3324" y="67728"/>
                </a:cubicBezTo>
                <a:cubicBezTo>
                  <a:pt x="3324" y="68009"/>
                  <a:pt x="2720" y="69695"/>
                  <a:pt x="2720" y="69695"/>
                </a:cubicBezTo>
                <a:cubicBezTo>
                  <a:pt x="2569" y="70257"/>
                  <a:pt x="2569" y="70257"/>
                  <a:pt x="2569" y="70257"/>
                </a:cubicBezTo>
                <a:cubicBezTo>
                  <a:pt x="2418" y="71381"/>
                  <a:pt x="2418" y="71381"/>
                  <a:pt x="2418" y="71381"/>
                </a:cubicBezTo>
                <a:cubicBezTo>
                  <a:pt x="2418" y="71381"/>
                  <a:pt x="2115" y="71943"/>
                  <a:pt x="2115" y="71662"/>
                </a:cubicBezTo>
                <a:cubicBezTo>
                  <a:pt x="2115" y="71381"/>
                  <a:pt x="2115" y="70257"/>
                  <a:pt x="2267" y="69976"/>
                </a:cubicBezTo>
                <a:cubicBezTo>
                  <a:pt x="2418" y="69695"/>
                  <a:pt x="2418" y="69133"/>
                  <a:pt x="2418" y="69133"/>
                </a:cubicBezTo>
                <a:cubicBezTo>
                  <a:pt x="2267" y="67728"/>
                  <a:pt x="2267" y="67728"/>
                  <a:pt x="2267" y="67728"/>
                </a:cubicBezTo>
                <a:cubicBezTo>
                  <a:pt x="2267" y="67728"/>
                  <a:pt x="2115" y="68290"/>
                  <a:pt x="2267" y="67447"/>
                </a:cubicBezTo>
                <a:cubicBezTo>
                  <a:pt x="2418" y="66604"/>
                  <a:pt x="2267" y="66604"/>
                  <a:pt x="2418" y="66323"/>
                </a:cubicBezTo>
                <a:cubicBezTo>
                  <a:pt x="2720" y="66042"/>
                  <a:pt x="2569" y="66042"/>
                  <a:pt x="3022" y="65480"/>
                </a:cubicBezTo>
                <a:cubicBezTo>
                  <a:pt x="3324" y="64918"/>
                  <a:pt x="3173" y="64637"/>
                  <a:pt x="3324" y="64637"/>
                </a:cubicBezTo>
                <a:cubicBezTo>
                  <a:pt x="3627" y="64355"/>
                  <a:pt x="3627" y="64355"/>
                  <a:pt x="3929" y="64074"/>
                </a:cubicBezTo>
                <a:cubicBezTo>
                  <a:pt x="4382" y="63512"/>
                  <a:pt x="4534" y="63231"/>
                  <a:pt x="4685" y="62950"/>
                </a:cubicBezTo>
                <a:cubicBezTo>
                  <a:pt x="4685" y="62669"/>
                  <a:pt x="5440" y="62107"/>
                  <a:pt x="5289" y="61826"/>
                </a:cubicBezTo>
                <a:cubicBezTo>
                  <a:pt x="5289" y="61545"/>
                  <a:pt x="5440" y="60983"/>
                  <a:pt x="4987" y="60983"/>
                </a:cubicBezTo>
                <a:cubicBezTo>
                  <a:pt x="4685" y="60983"/>
                  <a:pt x="4080" y="61545"/>
                  <a:pt x="3778" y="61826"/>
                </a:cubicBezTo>
                <a:cubicBezTo>
                  <a:pt x="3324" y="62107"/>
                  <a:pt x="2871" y="62669"/>
                  <a:pt x="2871" y="62669"/>
                </a:cubicBezTo>
                <a:cubicBezTo>
                  <a:pt x="2871" y="62669"/>
                  <a:pt x="1813" y="63231"/>
                  <a:pt x="1662" y="63231"/>
                </a:cubicBezTo>
                <a:cubicBezTo>
                  <a:pt x="1511" y="62950"/>
                  <a:pt x="1209" y="63231"/>
                  <a:pt x="1057" y="63231"/>
                </a:cubicBezTo>
                <a:cubicBezTo>
                  <a:pt x="755" y="63512"/>
                  <a:pt x="151" y="62950"/>
                  <a:pt x="151" y="62950"/>
                </a:cubicBezTo>
                <a:cubicBezTo>
                  <a:pt x="0" y="60983"/>
                  <a:pt x="0" y="60983"/>
                  <a:pt x="0" y="60983"/>
                </a:cubicBezTo>
                <a:cubicBezTo>
                  <a:pt x="0" y="60983"/>
                  <a:pt x="0" y="60983"/>
                  <a:pt x="0" y="60983"/>
                </a:cubicBezTo>
                <a:cubicBezTo>
                  <a:pt x="151" y="60983"/>
                  <a:pt x="151" y="61264"/>
                  <a:pt x="151" y="61264"/>
                </a:cubicBezTo>
                <a:cubicBezTo>
                  <a:pt x="151" y="61264"/>
                  <a:pt x="151" y="61264"/>
                  <a:pt x="151" y="61264"/>
                </a:cubicBezTo>
                <a:cubicBezTo>
                  <a:pt x="302" y="61545"/>
                  <a:pt x="1057" y="61545"/>
                  <a:pt x="1057" y="61545"/>
                </a:cubicBezTo>
                <a:cubicBezTo>
                  <a:pt x="1662" y="60421"/>
                  <a:pt x="1662" y="60421"/>
                  <a:pt x="1662" y="60421"/>
                </a:cubicBezTo>
                <a:cubicBezTo>
                  <a:pt x="2418" y="58454"/>
                  <a:pt x="2418" y="58454"/>
                  <a:pt x="2418" y="58454"/>
                </a:cubicBezTo>
                <a:cubicBezTo>
                  <a:pt x="1662" y="55362"/>
                  <a:pt x="1662" y="55362"/>
                  <a:pt x="1662" y="55362"/>
                </a:cubicBezTo>
                <a:cubicBezTo>
                  <a:pt x="1662" y="55362"/>
                  <a:pt x="1662" y="55362"/>
                  <a:pt x="1662" y="55362"/>
                </a:cubicBezTo>
                <a:cubicBezTo>
                  <a:pt x="1662" y="55362"/>
                  <a:pt x="1662" y="55362"/>
                  <a:pt x="1662" y="55362"/>
                </a:cubicBezTo>
                <a:cubicBezTo>
                  <a:pt x="1662" y="55362"/>
                  <a:pt x="1662" y="55362"/>
                  <a:pt x="1662" y="55362"/>
                </a:cubicBezTo>
                <a:cubicBezTo>
                  <a:pt x="1662" y="55081"/>
                  <a:pt x="1813" y="53957"/>
                  <a:pt x="1813" y="53676"/>
                </a:cubicBezTo>
                <a:cubicBezTo>
                  <a:pt x="1813" y="53395"/>
                  <a:pt x="2115" y="52271"/>
                  <a:pt x="2115" y="52271"/>
                </a:cubicBezTo>
                <a:cubicBezTo>
                  <a:pt x="2418" y="51428"/>
                  <a:pt x="2418" y="51428"/>
                  <a:pt x="2418" y="51428"/>
                </a:cubicBezTo>
                <a:cubicBezTo>
                  <a:pt x="2418" y="51428"/>
                  <a:pt x="3022" y="51147"/>
                  <a:pt x="3173" y="51147"/>
                </a:cubicBezTo>
                <a:cubicBezTo>
                  <a:pt x="3476" y="51147"/>
                  <a:pt x="2720" y="49461"/>
                  <a:pt x="2720" y="49180"/>
                </a:cubicBezTo>
                <a:cubicBezTo>
                  <a:pt x="2720" y="48899"/>
                  <a:pt x="2418" y="47494"/>
                  <a:pt x="2418" y="47494"/>
                </a:cubicBezTo>
                <a:cubicBezTo>
                  <a:pt x="2418" y="47494"/>
                  <a:pt x="1662" y="46651"/>
                  <a:pt x="1511" y="46651"/>
                </a:cubicBezTo>
                <a:cubicBezTo>
                  <a:pt x="1360" y="46651"/>
                  <a:pt x="604" y="46370"/>
                  <a:pt x="302" y="46088"/>
                </a:cubicBezTo>
                <a:cubicBezTo>
                  <a:pt x="302" y="46088"/>
                  <a:pt x="302" y="46088"/>
                  <a:pt x="302" y="46088"/>
                </a:cubicBezTo>
                <a:cubicBezTo>
                  <a:pt x="302" y="46088"/>
                  <a:pt x="302" y="46088"/>
                  <a:pt x="302" y="46088"/>
                </a:cubicBezTo>
                <a:cubicBezTo>
                  <a:pt x="302" y="46088"/>
                  <a:pt x="151" y="45807"/>
                  <a:pt x="151" y="45526"/>
                </a:cubicBezTo>
                <a:cubicBezTo>
                  <a:pt x="151" y="45526"/>
                  <a:pt x="151" y="45526"/>
                  <a:pt x="151" y="45526"/>
                </a:cubicBezTo>
                <a:cubicBezTo>
                  <a:pt x="151" y="45526"/>
                  <a:pt x="151" y="45526"/>
                  <a:pt x="151" y="45526"/>
                </a:cubicBezTo>
                <a:cubicBezTo>
                  <a:pt x="151" y="45245"/>
                  <a:pt x="151" y="45245"/>
                  <a:pt x="151" y="45245"/>
                </a:cubicBezTo>
                <a:cubicBezTo>
                  <a:pt x="151" y="45245"/>
                  <a:pt x="151" y="45245"/>
                  <a:pt x="151" y="45245"/>
                </a:cubicBezTo>
                <a:cubicBezTo>
                  <a:pt x="151" y="45245"/>
                  <a:pt x="151" y="45245"/>
                  <a:pt x="151" y="45245"/>
                </a:cubicBezTo>
                <a:cubicBezTo>
                  <a:pt x="151" y="45245"/>
                  <a:pt x="151" y="45245"/>
                  <a:pt x="151" y="45245"/>
                </a:cubicBezTo>
                <a:cubicBezTo>
                  <a:pt x="151" y="45245"/>
                  <a:pt x="151" y="45245"/>
                  <a:pt x="151" y="45245"/>
                </a:cubicBezTo>
                <a:cubicBezTo>
                  <a:pt x="302" y="44683"/>
                  <a:pt x="755" y="44402"/>
                  <a:pt x="755" y="44402"/>
                </a:cubicBezTo>
                <a:cubicBezTo>
                  <a:pt x="1360" y="43559"/>
                  <a:pt x="1360" y="43559"/>
                  <a:pt x="1360" y="43559"/>
                </a:cubicBezTo>
                <a:cubicBezTo>
                  <a:pt x="1209" y="42435"/>
                  <a:pt x="1209" y="42435"/>
                  <a:pt x="1209" y="42435"/>
                </a:cubicBezTo>
                <a:cubicBezTo>
                  <a:pt x="1209" y="42435"/>
                  <a:pt x="1813" y="41592"/>
                  <a:pt x="1964" y="41311"/>
                </a:cubicBezTo>
                <a:cubicBezTo>
                  <a:pt x="2267" y="41030"/>
                  <a:pt x="3324" y="40468"/>
                  <a:pt x="3324" y="40468"/>
                </a:cubicBezTo>
                <a:cubicBezTo>
                  <a:pt x="3778" y="39063"/>
                  <a:pt x="3778" y="39063"/>
                  <a:pt x="3778" y="39063"/>
                </a:cubicBezTo>
                <a:cubicBezTo>
                  <a:pt x="4534" y="38782"/>
                  <a:pt x="4534" y="38782"/>
                  <a:pt x="4534" y="38782"/>
                </a:cubicBezTo>
                <a:cubicBezTo>
                  <a:pt x="4836" y="37939"/>
                  <a:pt x="4836" y="37939"/>
                  <a:pt x="4836" y="37939"/>
                </a:cubicBezTo>
                <a:cubicBezTo>
                  <a:pt x="5591" y="38220"/>
                  <a:pt x="5591" y="38220"/>
                  <a:pt x="5591" y="38220"/>
                </a:cubicBezTo>
                <a:cubicBezTo>
                  <a:pt x="6801" y="39625"/>
                  <a:pt x="6801" y="39625"/>
                  <a:pt x="6801" y="39625"/>
                </a:cubicBezTo>
                <a:cubicBezTo>
                  <a:pt x="6801" y="39625"/>
                  <a:pt x="7707" y="38782"/>
                  <a:pt x="7858" y="38501"/>
                </a:cubicBezTo>
                <a:cubicBezTo>
                  <a:pt x="8161" y="38220"/>
                  <a:pt x="8463" y="38220"/>
                  <a:pt x="8463" y="38220"/>
                </a:cubicBezTo>
                <a:cubicBezTo>
                  <a:pt x="8916" y="37658"/>
                  <a:pt x="8916" y="37658"/>
                  <a:pt x="8916" y="37658"/>
                </a:cubicBezTo>
                <a:cubicBezTo>
                  <a:pt x="8916" y="37658"/>
                  <a:pt x="9672" y="37096"/>
                  <a:pt x="9823" y="36814"/>
                </a:cubicBezTo>
                <a:cubicBezTo>
                  <a:pt x="9823" y="36814"/>
                  <a:pt x="9823" y="36814"/>
                  <a:pt x="9823" y="36814"/>
                </a:cubicBezTo>
                <a:cubicBezTo>
                  <a:pt x="9823" y="36814"/>
                  <a:pt x="9823" y="36814"/>
                  <a:pt x="9823" y="36814"/>
                </a:cubicBezTo>
                <a:cubicBezTo>
                  <a:pt x="10125" y="42154"/>
                  <a:pt x="9370" y="39344"/>
                  <a:pt x="10881" y="41311"/>
                </a:cubicBezTo>
                <a:cubicBezTo>
                  <a:pt x="11032" y="41592"/>
                  <a:pt x="10881" y="41873"/>
                  <a:pt x="11032" y="42154"/>
                </a:cubicBezTo>
                <a:cubicBezTo>
                  <a:pt x="11032" y="42716"/>
                  <a:pt x="12090" y="43559"/>
                  <a:pt x="12090" y="43559"/>
                </a:cubicBezTo>
                <a:cubicBezTo>
                  <a:pt x="12090" y="43559"/>
                  <a:pt x="12997" y="43559"/>
                  <a:pt x="12997" y="43840"/>
                </a:cubicBezTo>
                <a:cubicBezTo>
                  <a:pt x="13148" y="44121"/>
                  <a:pt x="14055" y="44964"/>
                  <a:pt x="14055" y="44964"/>
                </a:cubicBezTo>
                <a:cubicBezTo>
                  <a:pt x="16020" y="44121"/>
                  <a:pt x="16020" y="44121"/>
                  <a:pt x="16020" y="44121"/>
                </a:cubicBezTo>
                <a:cubicBezTo>
                  <a:pt x="16926" y="45807"/>
                  <a:pt x="16926" y="45807"/>
                  <a:pt x="16926" y="45807"/>
                </a:cubicBezTo>
                <a:cubicBezTo>
                  <a:pt x="17984" y="45245"/>
                  <a:pt x="17984" y="45245"/>
                  <a:pt x="17984" y="45245"/>
                </a:cubicBezTo>
                <a:cubicBezTo>
                  <a:pt x="17984" y="45245"/>
                  <a:pt x="18438" y="45526"/>
                  <a:pt x="18740" y="45807"/>
                </a:cubicBezTo>
                <a:cubicBezTo>
                  <a:pt x="19042" y="46088"/>
                  <a:pt x="19949" y="45807"/>
                  <a:pt x="20251" y="45526"/>
                </a:cubicBezTo>
                <a:cubicBezTo>
                  <a:pt x="20554" y="45526"/>
                  <a:pt x="21309" y="44683"/>
                  <a:pt x="21612" y="44964"/>
                </a:cubicBezTo>
                <a:cubicBezTo>
                  <a:pt x="21914" y="44964"/>
                  <a:pt x="23274" y="44402"/>
                  <a:pt x="23274" y="44402"/>
                </a:cubicBezTo>
                <a:cubicBezTo>
                  <a:pt x="24030" y="43278"/>
                  <a:pt x="24030" y="43278"/>
                  <a:pt x="24030" y="43278"/>
                </a:cubicBezTo>
                <a:cubicBezTo>
                  <a:pt x="25541" y="41873"/>
                  <a:pt x="25541" y="41873"/>
                  <a:pt x="25541" y="41873"/>
                </a:cubicBezTo>
                <a:cubicBezTo>
                  <a:pt x="27204" y="45245"/>
                  <a:pt x="27204" y="45245"/>
                  <a:pt x="27204" y="45245"/>
                </a:cubicBezTo>
                <a:cubicBezTo>
                  <a:pt x="27204" y="45245"/>
                  <a:pt x="28866" y="44683"/>
                  <a:pt x="29017" y="44683"/>
                </a:cubicBezTo>
                <a:cubicBezTo>
                  <a:pt x="29319" y="44683"/>
                  <a:pt x="30528" y="43840"/>
                  <a:pt x="30528" y="43840"/>
                </a:cubicBezTo>
                <a:cubicBezTo>
                  <a:pt x="30528" y="43840"/>
                  <a:pt x="30831" y="42997"/>
                  <a:pt x="30680" y="42154"/>
                </a:cubicBezTo>
                <a:cubicBezTo>
                  <a:pt x="30680" y="41592"/>
                  <a:pt x="30528" y="41030"/>
                  <a:pt x="30528" y="41030"/>
                </a:cubicBezTo>
                <a:cubicBezTo>
                  <a:pt x="30528" y="41030"/>
                  <a:pt x="30226" y="40468"/>
                  <a:pt x="30680" y="40187"/>
                </a:cubicBezTo>
                <a:cubicBezTo>
                  <a:pt x="31133" y="39906"/>
                  <a:pt x="31284" y="39344"/>
                  <a:pt x="31586" y="39063"/>
                </a:cubicBezTo>
                <a:cubicBezTo>
                  <a:pt x="32040" y="38501"/>
                  <a:pt x="32342" y="37658"/>
                  <a:pt x="32493" y="37377"/>
                </a:cubicBezTo>
                <a:cubicBezTo>
                  <a:pt x="32644" y="37377"/>
                  <a:pt x="32947" y="36252"/>
                  <a:pt x="33098" y="36252"/>
                </a:cubicBezTo>
                <a:cubicBezTo>
                  <a:pt x="33098" y="35971"/>
                  <a:pt x="33400" y="35128"/>
                  <a:pt x="33400" y="34847"/>
                </a:cubicBezTo>
                <a:cubicBezTo>
                  <a:pt x="33551" y="34847"/>
                  <a:pt x="34307" y="33442"/>
                  <a:pt x="34307" y="33442"/>
                </a:cubicBezTo>
                <a:cubicBezTo>
                  <a:pt x="34609" y="32599"/>
                  <a:pt x="34609" y="32599"/>
                  <a:pt x="34609" y="32599"/>
                </a:cubicBezTo>
                <a:cubicBezTo>
                  <a:pt x="34609" y="32599"/>
                  <a:pt x="35214" y="30351"/>
                  <a:pt x="35516" y="30070"/>
                </a:cubicBezTo>
                <a:cubicBezTo>
                  <a:pt x="35818" y="30070"/>
                  <a:pt x="37481" y="27540"/>
                  <a:pt x="37783" y="27822"/>
                </a:cubicBezTo>
                <a:cubicBezTo>
                  <a:pt x="38085" y="27822"/>
                  <a:pt x="39143" y="26135"/>
                  <a:pt x="39445" y="25573"/>
                </a:cubicBezTo>
                <a:cubicBezTo>
                  <a:pt x="39748" y="25292"/>
                  <a:pt x="39748" y="24730"/>
                  <a:pt x="40503" y="24449"/>
                </a:cubicBezTo>
                <a:cubicBezTo>
                  <a:pt x="41108" y="24449"/>
                  <a:pt x="45340" y="23325"/>
                  <a:pt x="45340" y="23325"/>
                </a:cubicBezTo>
                <a:cubicBezTo>
                  <a:pt x="47758" y="21920"/>
                  <a:pt x="47758" y="21920"/>
                  <a:pt x="47758" y="21920"/>
                </a:cubicBezTo>
                <a:cubicBezTo>
                  <a:pt x="48967" y="20234"/>
                  <a:pt x="48967" y="20234"/>
                  <a:pt x="48967" y="20234"/>
                </a:cubicBezTo>
                <a:cubicBezTo>
                  <a:pt x="49118" y="19391"/>
                  <a:pt x="49118" y="19391"/>
                  <a:pt x="49118" y="19391"/>
                </a:cubicBezTo>
                <a:cubicBezTo>
                  <a:pt x="50478" y="19391"/>
                  <a:pt x="50478" y="19391"/>
                  <a:pt x="50478" y="19391"/>
                </a:cubicBezTo>
                <a:cubicBezTo>
                  <a:pt x="50478" y="19391"/>
                  <a:pt x="50327" y="20515"/>
                  <a:pt x="50327" y="20515"/>
                </a:cubicBezTo>
                <a:cubicBezTo>
                  <a:pt x="50327" y="20796"/>
                  <a:pt x="50176" y="21077"/>
                  <a:pt x="50629" y="21358"/>
                </a:cubicBezTo>
                <a:cubicBezTo>
                  <a:pt x="51083" y="21920"/>
                  <a:pt x="51536" y="22482"/>
                  <a:pt x="51687" y="22482"/>
                </a:cubicBezTo>
                <a:cubicBezTo>
                  <a:pt x="51838" y="22482"/>
                  <a:pt x="52141" y="22763"/>
                  <a:pt x="52292" y="22763"/>
                </a:cubicBezTo>
                <a:cubicBezTo>
                  <a:pt x="52443" y="23044"/>
                  <a:pt x="53198" y="23325"/>
                  <a:pt x="53198" y="23325"/>
                </a:cubicBezTo>
                <a:cubicBezTo>
                  <a:pt x="53198" y="23325"/>
                  <a:pt x="54105" y="22763"/>
                  <a:pt x="54105" y="22763"/>
                </a:cubicBezTo>
                <a:cubicBezTo>
                  <a:pt x="54105" y="22482"/>
                  <a:pt x="54559" y="22201"/>
                  <a:pt x="54861" y="21920"/>
                </a:cubicBezTo>
                <a:cubicBezTo>
                  <a:pt x="55163" y="21639"/>
                  <a:pt x="56372" y="21077"/>
                  <a:pt x="56372" y="21077"/>
                </a:cubicBezTo>
                <a:cubicBezTo>
                  <a:pt x="56372" y="21077"/>
                  <a:pt x="56675" y="21920"/>
                  <a:pt x="56826" y="21920"/>
                </a:cubicBezTo>
                <a:cubicBezTo>
                  <a:pt x="56826" y="22201"/>
                  <a:pt x="57430" y="22763"/>
                  <a:pt x="57279" y="23325"/>
                </a:cubicBezTo>
                <a:cubicBezTo>
                  <a:pt x="57279" y="23606"/>
                  <a:pt x="57279" y="24449"/>
                  <a:pt x="57279" y="24449"/>
                </a:cubicBezTo>
                <a:cubicBezTo>
                  <a:pt x="58186" y="25292"/>
                  <a:pt x="58186" y="25292"/>
                  <a:pt x="58186" y="25292"/>
                </a:cubicBezTo>
                <a:cubicBezTo>
                  <a:pt x="58186" y="25292"/>
                  <a:pt x="58790" y="25854"/>
                  <a:pt x="58942" y="26135"/>
                </a:cubicBezTo>
                <a:cubicBezTo>
                  <a:pt x="59093" y="26135"/>
                  <a:pt x="60000" y="26416"/>
                  <a:pt x="60000" y="26416"/>
                </a:cubicBezTo>
                <a:cubicBezTo>
                  <a:pt x="60151" y="24449"/>
                  <a:pt x="60151" y="24449"/>
                  <a:pt x="60151" y="24449"/>
                </a:cubicBezTo>
                <a:cubicBezTo>
                  <a:pt x="60151" y="24449"/>
                  <a:pt x="60453" y="23887"/>
                  <a:pt x="60906" y="23887"/>
                </a:cubicBezTo>
                <a:cubicBezTo>
                  <a:pt x="61360" y="23887"/>
                  <a:pt x="62115" y="23887"/>
                  <a:pt x="62115" y="23887"/>
                </a:cubicBezTo>
                <a:cubicBezTo>
                  <a:pt x="62115" y="23887"/>
                  <a:pt x="62720" y="24168"/>
                  <a:pt x="62720" y="24449"/>
                </a:cubicBezTo>
                <a:cubicBezTo>
                  <a:pt x="62720" y="24730"/>
                  <a:pt x="63476" y="25573"/>
                  <a:pt x="63476" y="25573"/>
                </a:cubicBezTo>
                <a:cubicBezTo>
                  <a:pt x="64534" y="25011"/>
                  <a:pt x="64534" y="25011"/>
                  <a:pt x="64534" y="25011"/>
                </a:cubicBezTo>
                <a:cubicBezTo>
                  <a:pt x="64987" y="25292"/>
                  <a:pt x="64987" y="25292"/>
                  <a:pt x="64987" y="25292"/>
                </a:cubicBezTo>
                <a:cubicBezTo>
                  <a:pt x="66347" y="25573"/>
                  <a:pt x="66347" y="25573"/>
                  <a:pt x="66347" y="25573"/>
                </a:cubicBezTo>
                <a:cubicBezTo>
                  <a:pt x="66347" y="25573"/>
                  <a:pt x="66649" y="25573"/>
                  <a:pt x="66649" y="25292"/>
                </a:cubicBezTo>
                <a:cubicBezTo>
                  <a:pt x="66801" y="25011"/>
                  <a:pt x="66801" y="24168"/>
                  <a:pt x="66801" y="24168"/>
                </a:cubicBezTo>
                <a:cubicBezTo>
                  <a:pt x="66801" y="24168"/>
                  <a:pt x="66649" y="24168"/>
                  <a:pt x="67103" y="23887"/>
                </a:cubicBezTo>
                <a:cubicBezTo>
                  <a:pt x="67556" y="23887"/>
                  <a:pt x="67405" y="23606"/>
                  <a:pt x="67556" y="23887"/>
                </a:cubicBezTo>
                <a:cubicBezTo>
                  <a:pt x="67707" y="24168"/>
                  <a:pt x="68312" y="24168"/>
                  <a:pt x="68614" y="24449"/>
                </a:cubicBezTo>
                <a:cubicBezTo>
                  <a:pt x="68765" y="24449"/>
                  <a:pt x="69370" y="24730"/>
                  <a:pt x="69521" y="24730"/>
                </a:cubicBezTo>
                <a:cubicBezTo>
                  <a:pt x="69672" y="24730"/>
                  <a:pt x="71183" y="24449"/>
                  <a:pt x="71183" y="24449"/>
                </a:cubicBezTo>
                <a:cubicBezTo>
                  <a:pt x="71183" y="24449"/>
                  <a:pt x="70881" y="24730"/>
                  <a:pt x="71486" y="24168"/>
                </a:cubicBezTo>
                <a:cubicBezTo>
                  <a:pt x="72090" y="23606"/>
                  <a:pt x="72846" y="22763"/>
                  <a:pt x="72846" y="22763"/>
                </a:cubicBezTo>
                <a:cubicBezTo>
                  <a:pt x="72846" y="22763"/>
                  <a:pt x="72846" y="22763"/>
                  <a:pt x="73299" y="22482"/>
                </a:cubicBezTo>
                <a:cubicBezTo>
                  <a:pt x="73753" y="22201"/>
                  <a:pt x="73753" y="21077"/>
                  <a:pt x="73753" y="21077"/>
                </a:cubicBezTo>
                <a:cubicBezTo>
                  <a:pt x="73753" y="21077"/>
                  <a:pt x="73753" y="21077"/>
                  <a:pt x="74055" y="21077"/>
                </a:cubicBezTo>
                <a:cubicBezTo>
                  <a:pt x="74206" y="20796"/>
                  <a:pt x="75113" y="20515"/>
                  <a:pt x="75113" y="20515"/>
                </a:cubicBezTo>
                <a:cubicBezTo>
                  <a:pt x="75113" y="20515"/>
                  <a:pt x="75264" y="19953"/>
                  <a:pt x="75415" y="19672"/>
                </a:cubicBezTo>
                <a:cubicBezTo>
                  <a:pt x="75566" y="19672"/>
                  <a:pt x="75869" y="19110"/>
                  <a:pt x="75869" y="19110"/>
                </a:cubicBezTo>
                <a:cubicBezTo>
                  <a:pt x="76020" y="19110"/>
                  <a:pt x="76020" y="19110"/>
                  <a:pt x="76020" y="19110"/>
                </a:cubicBezTo>
                <a:cubicBezTo>
                  <a:pt x="76624" y="18829"/>
                  <a:pt x="76624" y="18829"/>
                  <a:pt x="76624" y="18829"/>
                </a:cubicBezTo>
                <a:cubicBezTo>
                  <a:pt x="76775" y="18266"/>
                  <a:pt x="76775" y="18266"/>
                  <a:pt x="76775" y="18266"/>
                </a:cubicBezTo>
                <a:cubicBezTo>
                  <a:pt x="77984" y="18829"/>
                  <a:pt x="77984" y="18829"/>
                  <a:pt x="77984" y="18829"/>
                </a:cubicBezTo>
                <a:cubicBezTo>
                  <a:pt x="77984" y="18829"/>
                  <a:pt x="79042" y="19110"/>
                  <a:pt x="79193" y="18829"/>
                </a:cubicBezTo>
                <a:cubicBezTo>
                  <a:pt x="79496" y="18829"/>
                  <a:pt x="79949" y="17423"/>
                  <a:pt x="80251" y="17704"/>
                </a:cubicBezTo>
                <a:cubicBezTo>
                  <a:pt x="80403" y="17704"/>
                  <a:pt x="80705" y="18266"/>
                  <a:pt x="80856" y="17985"/>
                </a:cubicBezTo>
                <a:cubicBezTo>
                  <a:pt x="81007" y="17985"/>
                  <a:pt x="81158" y="18548"/>
                  <a:pt x="81612" y="17985"/>
                </a:cubicBezTo>
                <a:cubicBezTo>
                  <a:pt x="82216" y="17142"/>
                  <a:pt x="82670" y="16018"/>
                  <a:pt x="82670" y="16018"/>
                </a:cubicBezTo>
                <a:cubicBezTo>
                  <a:pt x="82670" y="16018"/>
                  <a:pt x="82518" y="15456"/>
                  <a:pt x="82972" y="15175"/>
                </a:cubicBezTo>
                <a:cubicBezTo>
                  <a:pt x="83425" y="14613"/>
                  <a:pt x="83425" y="14332"/>
                  <a:pt x="83727" y="14332"/>
                </a:cubicBezTo>
                <a:cubicBezTo>
                  <a:pt x="84030" y="14051"/>
                  <a:pt x="84030" y="14332"/>
                  <a:pt x="84181" y="13770"/>
                </a:cubicBezTo>
                <a:cubicBezTo>
                  <a:pt x="84181" y="13208"/>
                  <a:pt x="84181" y="12646"/>
                  <a:pt x="84332" y="12365"/>
                </a:cubicBezTo>
                <a:cubicBezTo>
                  <a:pt x="84483" y="12365"/>
                  <a:pt x="84634" y="11803"/>
                  <a:pt x="84937" y="11803"/>
                </a:cubicBezTo>
                <a:cubicBezTo>
                  <a:pt x="85088" y="11522"/>
                  <a:pt x="85390" y="11241"/>
                  <a:pt x="85390" y="10679"/>
                </a:cubicBezTo>
                <a:cubicBezTo>
                  <a:pt x="85541" y="10117"/>
                  <a:pt x="85239" y="10398"/>
                  <a:pt x="85541" y="10117"/>
                </a:cubicBezTo>
                <a:cubicBezTo>
                  <a:pt x="85843" y="9555"/>
                  <a:pt x="85994" y="9274"/>
                  <a:pt x="86297" y="8711"/>
                </a:cubicBezTo>
                <a:cubicBezTo>
                  <a:pt x="86599" y="8430"/>
                  <a:pt x="86750" y="8149"/>
                  <a:pt x="86901" y="7587"/>
                </a:cubicBezTo>
                <a:cubicBezTo>
                  <a:pt x="86901" y="7025"/>
                  <a:pt x="86901" y="6744"/>
                  <a:pt x="87052" y="5901"/>
                </a:cubicBezTo>
                <a:cubicBezTo>
                  <a:pt x="87355" y="5058"/>
                  <a:pt x="87052" y="4496"/>
                  <a:pt x="87506" y="4496"/>
                </a:cubicBezTo>
                <a:cubicBezTo>
                  <a:pt x="87657" y="4496"/>
                  <a:pt x="87657" y="4496"/>
                  <a:pt x="87808" y="4496"/>
                </a:cubicBezTo>
                <a:cubicBezTo>
                  <a:pt x="87808" y="5058"/>
                  <a:pt x="88110" y="5339"/>
                  <a:pt x="88413" y="5620"/>
                </a:cubicBezTo>
                <a:cubicBezTo>
                  <a:pt x="88866" y="5901"/>
                  <a:pt x="90075" y="4777"/>
                  <a:pt x="90075" y="4777"/>
                </a:cubicBezTo>
                <a:cubicBezTo>
                  <a:pt x="90831" y="4215"/>
                  <a:pt x="90831" y="4215"/>
                  <a:pt x="90831" y="4215"/>
                </a:cubicBezTo>
                <a:cubicBezTo>
                  <a:pt x="91586" y="3934"/>
                  <a:pt x="91586" y="3934"/>
                  <a:pt x="91586" y="3934"/>
                </a:cubicBezTo>
                <a:cubicBezTo>
                  <a:pt x="91586" y="3934"/>
                  <a:pt x="93400" y="3653"/>
                  <a:pt x="93702" y="3372"/>
                </a:cubicBezTo>
                <a:cubicBezTo>
                  <a:pt x="94156" y="2810"/>
                  <a:pt x="94156" y="2248"/>
                  <a:pt x="94156" y="2248"/>
                </a:cubicBezTo>
                <a:cubicBezTo>
                  <a:pt x="94005" y="1405"/>
                  <a:pt x="94005" y="1405"/>
                  <a:pt x="94005" y="1405"/>
                </a:cubicBezTo>
                <a:cubicBezTo>
                  <a:pt x="94005" y="1405"/>
                  <a:pt x="94911" y="562"/>
                  <a:pt x="95365" y="281"/>
                </a:cubicBezTo>
                <a:cubicBezTo>
                  <a:pt x="95667" y="0"/>
                  <a:pt x="95969" y="562"/>
                  <a:pt x="95969" y="562"/>
                </a:cubicBezTo>
                <a:cubicBezTo>
                  <a:pt x="96423" y="1405"/>
                  <a:pt x="96423" y="1405"/>
                  <a:pt x="96423" y="1405"/>
                </a:cubicBezTo>
                <a:cubicBezTo>
                  <a:pt x="97027" y="2529"/>
                  <a:pt x="97027" y="2529"/>
                  <a:pt x="97027" y="2529"/>
                </a:cubicBezTo>
                <a:cubicBezTo>
                  <a:pt x="97783" y="2810"/>
                  <a:pt x="97783" y="2810"/>
                  <a:pt x="97783" y="2810"/>
                </a:cubicBezTo>
                <a:cubicBezTo>
                  <a:pt x="97783" y="2810"/>
                  <a:pt x="98236" y="3653"/>
                  <a:pt x="98387" y="3934"/>
                </a:cubicBezTo>
                <a:cubicBezTo>
                  <a:pt x="98387" y="4496"/>
                  <a:pt x="98387" y="4496"/>
                  <a:pt x="98387" y="4496"/>
                </a:cubicBezTo>
                <a:cubicBezTo>
                  <a:pt x="99294" y="4496"/>
                  <a:pt x="99294" y="4496"/>
                  <a:pt x="99294" y="4496"/>
                </a:cubicBezTo>
                <a:cubicBezTo>
                  <a:pt x="100050" y="3934"/>
                  <a:pt x="100050" y="3934"/>
                  <a:pt x="100050" y="3934"/>
                </a:cubicBezTo>
                <a:cubicBezTo>
                  <a:pt x="100806" y="4777"/>
                  <a:pt x="100806" y="4777"/>
                  <a:pt x="100806" y="4777"/>
                </a:cubicBezTo>
                <a:cubicBezTo>
                  <a:pt x="101410" y="4496"/>
                  <a:pt x="101410" y="4496"/>
                  <a:pt x="101410" y="4496"/>
                </a:cubicBezTo>
                <a:cubicBezTo>
                  <a:pt x="101561" y="4496"/>
                  <a:pt x="101561" y="4777"/>
                  <a:pt x="101712" y="4777"/>
                </a:cubicBezTo>
                <a:cubicBezTo>
                  <a:pt x="101712" y="5058"/>
                  <a:pt x="101712" y="5339"/>
                  <a:pt x="101712" y="5620"/>
                </a:cubicBezTo>
                <a:cubicBezTo>
                  <a:pt x="101863" y="6182"/>
                  <a:pt x="102015" y="6182"/>
                  <a:pt x="102015" y="6182"/>
                </a:cubicBezTo>
                <a:cubicBezTo>
                  <a:pt x="102317" y="7025"/>
                  <a:pt x="102317" y="7025"/>
                  <a:pt x="102317" y="7025"/>
                </a:cubicBezTo>
                <a:cubicBezTo>
                  <a:pt x="102468" y="7868"/>
                  <a:pt x="102468" y="7868"/>
                  <a:pt x="102468" y="7868"/>
                </a:cubicBezTo>
                <a:cubicBezTo>
                  <a:pt x="102317" y="9274"/>
                  <a:pt x="102317" y="9274"/>
                  <a:pt x="102317" y="9274"/>
                </a:cubicBezTo>
                <a:cubicBezTo>
                  <a:pt x="102317" y="9274"/>
                  <a:pt x="102015" y="10679"/>
                  <a:pt x="101863" y="11241"/>
                </a:cubicBezTo>
                <a:cubicBezTo>
                  <a:pt x="101712" y="11803"/>
                  <a:pt x="102166" y="12365"/>
                  <a:pt x="102166" y="12365"/>
                </a:cubicBezTo>
                <a:cubicBezTo>
                  <a:pt x="102317" y="12927"/>
                  <a:pt x="102317" y="12927"/>
                  <a:pt x="102317" y="12927"/>
                </a:cubicBezTo>
                <a:cubicBezTo>
                  <a:pt x="102317" y="12927"/>
                  <a:pt x="102468" y="13770"/>
                  <a:pt x="102619" y="14051"/>
                </a:cubicBezTo>
                <a:cubicBezTo>
                  <a:pt x="102619" y="14332"/>
                  <a:pt x="102619" y="14332"/>
                  <a:pt x="102619" y="14332"/>
                </a:cubicBezTo>
                <a:cubicBezTo>
                  <a:pt x="102619" y="14332"/>
                  <a:pt x="103073" y="14894"/>
                  <a:pt x="103224" y="15175"/>
                </a:cubicBezTo>
                <a:cubicBezTo>
                  <a:pt x="103375" y="15175"/>
                  <a:pt x="103375" y="15456"/>
                  <a:pt x="103526" y="15737"/>
                </a:cubicBezTo>
                <a:cubicBezTo>
                  <a:pt x="103677" y="16018"/>
                  <a:pt x="103526" y="16580"/>
                  <a:pt x="103526" y="16580"/>
                </a:cubicBezTo>
                <a:cubicBezTo>
                  <a:pt x="103073" y="17423"/>
                  <a:pt x="103073" y="17423"/>
                  <a:pt x="103073" y="17423"/>
                </a:cubicBezTo>
                <a:cubicBezTo>
                  <a:pt x="103073" y="17423"/>
                  <a:pt x="103828" y="17423"/>
                  <a:pt x="104130" y="17423"/>
                </a:cubicBezTo>
                <a:cubicBezTo>
                  <a:pt x="104433" y="17423"/>
                  <a:pt x="104433" y="17423"/>
                  <a:pt x="104584" y="17423"/>
                </a:cubicBezTo>
                <a:cubicBezTo>
                  <a:pt x="104735" y="17423"/>
                  <a:pt x="105340" y="17704"/>
                  <a:pt x="105340" y="17704"/>
                </a:cubicBezTo>
                <a:cubicBezTo>
                  <a:pt x="105340" y="17704"/>
                  <a:pt x="105642" y="17423"/>
                  <a:pt x="105793" y="17423"/>
                </a:cubicBezTo>
                <a:cubicBezTo>
                  <a:pt x="106095" y="17142"/>
                  <a:pt x="106397" y="17142"/>
                  <a:pt x="106397" y="17142"/>
                </a:cubicBezTo>
                <a:cubicBezTo>
                  <a:pt x="107002" y="16299"/>
                  <a:pt x="107002" y="16299"/>
                  <a:pt x="107002" y="16299"/>
                </a:cubicBezTo>
                <a:cubicBezTo>
                  <a:pt x="107002" y="16299"/>
                  <a:pt x="107758" y="16580"/>
                  <a:pt x="108060" y="16580"/>
                </a:cubicBezTo>
                <a:cubicBezTo>
                  <a:pt x="108211" y="16580"/>
                  <a:pt x="108664" y="16580"/>
                  <a:pt x="108816" y="16299"/>
                </a:cubicBezTo>
                <a:cubicBezTo>
                  <a:pt x="108967" y="16299"/>
                  <a:pt x="109571" y="16861"/>
                  <a:pt x="109571" y="16861"/>
                </a:cubicBezTo>
                <a:cubicBezTo>
                  <a:pt x="109571" y="16861"/>
                  <a:pt x="109874" y="17423"/>
                  <a:pt x="110025" y="17704"/>
                </a:cubicBezTo>
                <a:cubicBezTo>
                  <a:pt x="109874" y="18548"/>
                  <a:pt x="109722" y="19110"/>
                  <a:pt x="109722" y="19391"/>
                </a:cubicBezTo>
                <a:cubicBezTo>
                  <a:pt x="109874" y="19672"/>
                  <a:pt x="110327" y="20234"/>
                  <a:pt x="110478" y="20796"/>
                </a:cubicBezTo>
                <a:cubicBezTo>
                  <a:pt x="110478" y="21077"/>
                  <a:pt x="109874" y="22482"/>
                  <a:pt x="109874" y="22482"/>
                </a:cubicBezTo>
                <a:close/>
                <a:moveTo>
                  <a:pt x="0" y="46088"/>
                </a:moveTo>
                <a:cubicBezTo>
                  <a:pt x="0" y="46088"/>
                  <a:pt x="0" y="46088"/>
                  <a:pt x="0" y="46088"/>
                </a:cubicBezTo>
                <a:cubicBezTo>
                  <a:pt x="0" y="46088"/>
                  <a:pt x="0" y="46088"/>
                  <a:pt x="0" y="46088"/>
                </a:cubicBezTo>
                <a:cubicBezTo>
                  <a:pt x="0" y="46088"/>
                  <a:pt x="0" y="46088"/>
                  <a:pt x="0" y="46088"/>
                </a:cubicBezTo>
                <a:cubicBezTo>
                  <a:pt x="0" y="46088"/>
                  <a:pt x="0" y="46088"/>
                  <a:pt x="0" y="46088"/>
                </a:cubicBezTo>
                <a:cubicBezTo>
                  <a:pt x="0" y="46088"/>
                  <a:pt x="0" y="46088"/>
                  <a:pt x="0" y="46088"/>
                </a:cubicBez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cxnSp>
        <p:nvCxnSpPr>
          <p:cNvPr id="34" name="Düz Ok Bağlayıcısı 33">
            <a:extLst>
              <a:ext uri="{FF2B5EF4-FFF2-40B4-BE49-F238E27FC236}">
                <a16:creationId xmlns:a16="http://schemas.microsoft.com/office/drawing/2014/main" id="{FFD6682F-D1B7-4BDA-B750-48DA8BEDA2CC}"/>
              </a:ext>
            </a:extLst>
          </p:cNvPr>
          <p:cNvCxnSpPr>
            <a:cxnSpLocks/>
          </p:cNvCxnSpPr>
          <p:nvPr/>
        </p:nvCxnSpPr>
        <p:spPr>
          <a:xfrm flipH="1">
            <a:off x="10679716" y="2207592"/>
            <a:ext cx="788740" cy="1221408"/>
          </a:xfrm>
          <a:prstGeom prst="straightConnector1">
            <a:avLst/>
          </a:prstGeom>
          <a:ln w="76200">
            <a:solidFill>
              <a:srgbClr val="3829FF"/>
            </a:solidFill>
            <a:tailEnd type="triangle"/>
          </a:ln>
        </p:spPr>
        <p:style>
          <a:lnRef idx="1">
            <a:schemeClr val="accent1"/>
          </a:lnRef>
          <a:fillRef idx="0">
            <a:schemeClr val="accent1"/>
          </a:fillRef>
          <a:effectRef idx="0">
            <a:schemeClr val="accent1"/>
          </a:effectRef>
          <a:fontRef idx="minor">
            <a:schemeClr val="tx1"/>
          </a:fontRef>
        </p:style>
      </p:cxnSp>
      <p:cxnSp>
        <p:nvCxnSpPr>
          <p:cNvPr id="35" name="Düz Ok Bağlayıcısı 34">
            <a:extLst>
              <a:ext uri="{FF2B5EF4-FFF2-40B4-BE49-F238E27FC236}">
                <a16:creationId xmlns:a16="http://schemas.microsoft.com/office/drawing/2014/main" id="{37924E3E-5C9D-4A59-A8A5-D1D81497A283}"/>
              </a:ext>
            </a:extLst>
          </p:cNvPr>
          <p:cNvCxnSpPr>
            <a:cxnSpLocks/>
          </p:cNvCxnSpPr>
          <p:nvPr/>
        </p:nvCxnSpPr>
        <p:spPr>
          <a:xfrm flipV="1">
            <a:off x="6636058" y="1661131"/>
            <a:ext cx="1" cy="757206"/>
          </a:xfrm>
          <a:prstGeom prst="straightConnector1">
            <a:avLst/>
          </a:prstGeom>
          <a:ln w="76200">
            <a:solidFill>
              <a:srgbClr val="3829F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Düz Ok Bağlayıcısı 37">
            <a:extLst>
              <a:ext uri="{FF2B5EF4-FFF2-40B4-BE49-F238E27FC236}">
                <a16:creationId xmlns:a16="http://schemas.microsoft.com/office/drawing/2014/main" id="{2718D0B6-2ACB-4C24-9CB1-71CD2D1E2A96}"/>
              </a:ext>
            </a:extLst>
          </p:cNvPr>
          <p:cNvCxnSpPr>
            <a:cxnSpLocks/>
          </p:cNvCxnSpPr>
          <p:nvPr/>
        </p:nvCxnSpPr>
        <p:spPr>
          <a:xfrm flipH="1" flipV="1">
            <a:off x="6743378" y="2603129"/>
            <a:ext cx="4937544" cy="2042504"/>
          </a:xfrm>
          <a:prstGeom prst="straightConnector1">
            <a:avLst/>
          </a:prstGeom>
          <a:ln w="76200">
            <a:solidFill>
              <a:srgbClr val="3829FF"/>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4907C9CB-9601-CA87-589B-4498E0623476}"/>
              </a:ext>
            </a:extLst>
          </p:cNvPr>
          <p:cNvSpPr/>
          <p:nvPr/>
        </p:nvSpPr>
        <p:spPr>
          <a:xfrm>
            <a:off x="10818975" y="4216698"/>
            <a:ext cx="213645" cy="232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Oval 7">
            <a:extLst>
              <a:ext uri="{FF2B5EF4-FFF2-40B4-BE49-F238E27FC236}">
                <a16:creationId xmlns:a16="http://schemas.microsoft.com/office/drawing/2014/main" id="{D4C3FBFA-F01C-39BC-B27F-776E5766604A}"/>
              </a:ext>
            </a:extLst>
          </p:cNvPr>
          <p:cNvSpPr/>
          <p:nvPr/>
        </p:nvSpPr>
        <p:spPr>
          <a:xfrm>
            <a:off x="10925797" y="2757159"/>
            <a:ext cx="213645" cy="232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Oval 10">
            <a:extLst>
              <a:ext uri="{FF2B5EF4-FFF2-40B4-BE49-F238E27FC236}">
                <a16:creationId xmlns:a16="http://schemas.microsoft.com/office/drawing/2014/main" id="{09FA7716-D3E2-8093-01A5-C6F53C1557B4}"/>
              </a:ext>
            </a:extLst>
          </p:cNvPr>
          <p:cNvSpPr/>
          <p:nvPr/>
        </p:nvSpPr>
        <p:spPr>
          <a:xfrm>
            <a:off x="7138586" y="2713522"/>
            <a:ext cx="213645" cy="232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Metin kutusu 17">
            <a:extLst>
              <a:ext uri="{FF2B5EF4-FFF2-40B4-BE49-F238E27FC236}">
                <a16:creationId xmlns:a16="http://schemas.microsoft.com/office/drawing/2014/main" id="{E1770534-A5D4-4717-AE96-34C71390C32C}"/>
              </a:ext>
            </a:extLst>
          </p:cNvPr>
          <p:cNvSpPr txBox="1"/>
          <p:nvPr/>
        </p:nvSpPr>
        <p:spPr>
          <a:xfrm>
            <a:off x="1830236" y="645714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50305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10"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500"/>
                                        <p:tgtEl>
                                          <p:spTgt spid="3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par>
                                <p:cTn id="46" presetID="10" presetClass="entr" presetSubtype="0" fill="hold"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7" grpId="0"/>
      <p:bldP spid="20" grpId="0"/>
      <p:bldP spid="36" grpId="0"/>
      <p:bldP spid="31" grpId="0" animBg="1"/>
      <p:bldP spid="32" grpId="0" animBg="1"/>
      <p:bldP spid="33" grpId="0" animBg="1"/>
      <p:bldP spid="7" grpId="0" animBg="1"/>
      <p:bldP spid="8"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AE2E6298-7972-4834-A275-D61CAA38EBD6}"/>
              </a:ext>
            </a:extLst>
          </p:cNvPr>
          <p:cNvSpPr txBox="1">
            <a:spLocks/>
          </p:cNvSpPr>
          <p:nvPr/>
        </p:nvSpPr>
        <p:spPr>
          <a:xfrm>
            <a:off x="1944943" y="584434"/>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TRANSİT TARİHÇESİ</a:t>
            </a:r>
          </a:p>
        </p:txBody>
      </p:sp>
      <p:pic>
        <p:nvPicPr>
          <p:cNvPr id="3" name="Resim 2">
            <a:extLst>
              <a:ext uri="{FF2B5EF4-FFF2-40B4-BE49-F238E27FC236}">
                <a16:creationId xmlns:a16="http://schemas.microsoft.com/office/drawing/2014/main" id="{03845A8D-73EE-40BB-BEDF-DC82EC2E6F5A}"/>
              </a:ext>
            </a:extLst>
          </p:cNvPr>
          <p:cNvPicPr>
            <a:picLocks noChangeAspect="1"/>
          </p:cNvPicPr>
          <p:nvPr/>
        </p:nvPicPr>
        <p:blipFill>
          <a:blip r:embed="rId2"/>
          <a:stretch>
            <a:fillRect/>
          </a:stretch>
        </p:blipFill>
        <p:spPr>
          <a:xfrm>
            <a:off x="3691770" y="1245321"/>
            <a:ext cx="4808463" cy="3011504"/>
          </a:xfrm>
          <a:prstGeom prst="rect">
            <a:avLst/>
          </a:prstGeom>
        </p:spPr>
      </p:pic>
      <p:sp>
        <p:nvSpPr>
          <p:cNvPr id="29" name="Rectangle 21">
            <a:extLst>
              <a:ext uri="{FF2B5EF4-FFF2-40B4-BE49-F238E27FC236}">
                <a16:creationId xmlns:a16="http://schemas.microsoft.com/office/drawing/2014/main" id="{C0F73B6F-22E4-4B80-A4B6-7F939DD69812}"/>
              </a:ext>
            </a:extLst>
          </p:cNvPr>
          <p:cNvSpPr>
            <a:spLocks noChangeAspect="1"/>
          </p:cNvSpPr>
          <p:nvPr/>
        </p:nvSpPr>
        <p:spPr>
          <a:xfrm>
            <a:off x="4991253" y="5766541"/>
            <a:ext cx="3209017" cy="380803"/>
          </a:xfrm>
          <a:prstGeom prst="rect">
            <a:avLst/>
          </a:prstGeom>
        </p:spPr>
        <p:txBody>
          <a:bodyPr wrap="square">
            <a:noAutofit/>
          </a:bodyPr>
          <a:lstStyle/>
          <a:p>
            <a:pPr algn="just"/>
            <a:r>
              <a:rPr lang="tr-TR" sz="1904" dirty="0">
                <a:latin typeface="Myriad Pro"/>
                <a:cs typeface="Myriad Pro"/>
              </a:rPr>
              <a:t>1975 TIR Sözleşmesi</a:t>
            </a:r>
            <a:endParaRPr lang="en-US" sz="1904" dirty="0">
              <a:latin typeface="Myriad Pro"/>
              <a:cs typeface="Myriad Pro"/>
            </a:endParaRPr>
          </a:p>
        </p:txBody>
      </p:sp>
      <p:sp>
        <p:nvSpPr>
          <p:cNvPr id="32" name="Rectangle 21">
            <a:extLst>
              <a:ext uri="{FF2B5EF4-FFF2-40B4-BE49-F238E27FC236}">
                <a16:creationId xmlns:a16="http://schemas.microsoft.com/office/drawing/2014/main" id="{A49EB9E0-E6C3-4EF4-9D9A-C6C17EDE5BC3}"/>
              </a:ext>
            </a:extLst>
          </p:cNvPr>
          <p:cNvSpPr>
            <a:spLocks noChangeAspect="1"/>
          </p:cNvSpPr>
          <p:nvPr/>
        </p:nvSpPr>
        <p:spPr>
          <a:xfrm>
            <a:off x="4991255" y="5357143"/>
            <a:ext cx="3020168" cy="380803"/>
          </a:xfrm>
          <a:prstGeom prst="rect">
            <a:avLst/>
          </a:prstGeom>
        </p:spPr>
        <p:txBody>
          <a:bodyPr wrap="square">
            <a:noAutofit/>
          </a:bodyPr>
          <a:lstStyle/>
          <a:p>
            <a:pPr algn="just"/>
            <a:r>
              <a:rPr lang="tr-TR" sz="1904" dirty="0">
                <a:latin typeface="Myriad Pro"/>
                <a:cs typeface="Myriad Pro"/>
              </a:rPr>
              <a:t>1959 TIR Sözleşmesi (v1)</a:t>
            </a:r>
            <a:endParaRPr lang="en-US" sz="1904" dirty="0">
              <a:latin typeface="Myriad Pro"/>
              <a:cs typeface="Myriad Pro"/>
            </a:endParaRPr>
          </a:p>
        </p:txBody>
      </p:sp>
      <p:sp>
        <p:nvSpPr>
          <p:cNvPr id="33" name="Sağ Ok 1">
            <a:extLst>
              <a:ext uri="{FF2B5EF4-FFF2-40B4-BE49-F238E27FC236}">
                <a16:creationId xmlns:a16="http://schemas.microsoft.com/office/drawing/2014/main" id="{33CD6141-5CA7-483C-9093-064DD98BFD7D}"/>
              </a:ext>
            </a:extLst>
          </p:cNvPr>
          <p:cNvSpPr/>
          <p:nvPr/>
        </p:nvSpPr>
        <p:spPr>
          <a:xfrm>
            <a:off x="4345296" y="5441758"/>
            <a:ext cx="394028" cy="211573"/>
          </a:xfrm>
          <a:prstGeom prst="rightArrow">
            <a:avLst/>
          </a:prstGeom>
          <a:solidFill>
            <a:srgbClr val="C49A6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4" name="Sağ Ok 17">
            <a:extLst>
              <a:ext uri="{FF2B5EF4-FFF2-40B4-BE49-F238E27FC236}">
                <a16:creationId xmlns:a16="http://schemas.microsoft.com/office/drawing/2014/main" id="{D9340653-0BBF-4AD5-A227-4FF04F0D8D49}"/>
              </a:ext>
            </a:extLst>
          </p:cNvPr>
          <p:cNvSpPr/>
          <p:nvPr/>
        </p:nvSpPr>
        <p:spPr>
          <a:xfrm>
            <a:off x="4345296" y="5851156"/>
            <a:ext cx="394028" cy="211573"/>
          </a:xfrm>
          <a:prstGeom prst="rightArrow">
            <a:avLst/>
          </a:prstGeom>
          <a:solidFill>
            <a:srgbClr val="C49A6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7" name="Rectangle 21">
            <a:extLst>
              <a:ext uri="{FF2B5EF4-FFF2-40B4-BE49-F238E27FC236}">
                <a16:creationId xmlns:a16="http://schemas.microsoft.com/office/drawing/2014/main" id="{B205810D-1C49-4AA5-8EB6-143B55A0CFC5}"/>
              </a:ext>
            </a:extLst>
          </p:cNvPr>
          <p:cNvSpPr>
            <a:spLocks noChangeAspect="1"/>
          </p:cNvSpPr>
          <p:nvPr/>
        </p:nvSpPr>
        <p:spPr>
          <a:xfrm>
            <a:off x="4991254" y="4952304"/>
            <a:ext cx="2491687" cy="380803"/>
          </a:xfrm>
          <a:prstGeom prst="rect">
            <a:avLst/>
          </a:prstGeom>
        </p:spPr>
        <p:txBody>
          <a:bodyPr wrap="square">
            <a:noAutofit/>
          </a:bodyPr>
          <a:lstStyle/>
          <a:p>
            <a:pPr algn="just"/>
            <a:r>
              <a:rPr lang="tr-TR" sz="1904" dirty="0">
                <a:latin typeface="Myriad Pro"/>
                <a:cs typeface="Myriad Pro"/>
              </a:rPr>
              <a:t>1949 TIR Anlaşması</a:t>
            </a:r>
            <a:endParaRPr lang="en-US" sz="1904" dirty="0">
              <a:latin typeface="Myriad Pro"/>
              <a:cs typeface="Myriad Pro"/>
            </a:endParaRPr>
          </a:p>
        </p:txBody>
      </p:sp>
      <p:sp>
        <p:nvSpPr>
          <p:cNvPr id="41" name="Sağ Ok 1">
            <a:extLst>
              <a:ext uri="{FF2B5EF4-FFF2-40B4-BE49-F238E27FC236}">
                <a16:creationId xmlns:a16="http://schemas.microsoft.com/office/drawing/2014/main" id="{51E9644C-0652-4BBC-9263-9014870E6734}"/>
              </a:ext>
            </a:extLst>
          </p:cNvPr>
          <p:cNvSpPr/>
          <p:nvPr/>
        </p:nvSpPr>
        <p:spPr>
          <a:xfrm>
            <a:off x="4345294" y="5036919"/>
            <a:ext cx="394028" cy="211573"/>
          </a:xfrm>
          <a:prstGeom prst="rightArrow">
            <a:avLst/>
          </a:prstGeom>
          <a:solidFill>
            <a:srgbClr val="C49A6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67" name="Rectangle 21">
            <a:extLst>
              <a:ext uri="{FF2B5EF4-FFF2-40B4-BE49-F238E27FC236}">
                <a16:creationId xmlns:a16="http://schemas.microsoft.com/office/drawing/2014/main" id="{8889F36B-3B4F-4070-B1D1-5520A7A363CD}"/>
              </a:ext>
            </a:extLst>
          </p:cNvPr>
          <p:cNvSpPr>
            <a:spLocks noChangeAspect="1"/>
          </p:cNvSpPr>
          <p:nvPr/>
        </p:nvSpPr>
        <p:spPr>
          <a:xfrm>
            <a:off x="617178" y="1811704"/>
            <a:ext cx="3914903" cy="380803"/>
          </a:xfrm>
          <a:prstGeom prst="rect">
            <a:avLst/>
          </a:prstGeom>
        </p:spPr>
        <p:txBody>
          <a:bodyPr wrap="square">
            <a:noAutofit/>
          </a:bodyPr>
          <a:lstStyle/>
          <a:p>
            <a:pPr algn="ctr"/>
            <a:r>
              <a:rPr lang="tr-TR" sz="1692" dirty="0">
                <a:latin typeface="Myriad Pro"/>
              </a:rPr>
              <a:t>2. Dünya Savaşının bitmesinin ardından, Avrupa’daki eşya ticaretinde büyük bir artış görülmüş ve kısa süre sonra aşırı uzun ve yavaş gümrük işlemlerinin eşyanın sınır geçişinde ticareti zorlaştırdığı anlaşılmıştır. </a:t>
            </a:r>
          </a:p>
          <a:p>
            <a:pPr algn="just"/>
            <a:endParaRPr lang="en-US" sz="1904" dirty="0">
              <a:latin typeface="Myriad Pro"/>
              <a:cs typeface="Myriad Pro"/>
            </a:endParaRPr>
          </a:p>
        </p:txBody>
      </p:sp>
      <p:sp>
        <p:nvSpPr>
          <p:cNvPr id="68" name="Rectangle 21">
            <a:extLst>
              <a:ext uri="{FF2B5EF4-FFF2-40B4-BE49-F238E27FC236}">
                <a16:creationId xmlns:a16="http://schemas.microsoft.com/office/drawing/2014/main" id="{2583B005-B86C-47E9-91A8-82A0BB51F1B5}"/>
              </a:ext>
            </a:extLst>
          </p:cNvPr>
          <p:cNvSpPr>
            <a:spLocks noChangeAspect="1"/>
          </p:cNvSpPr>
          <p:nvPr/>
        </p:nvSpPr>
        <p:spPr>
          <a:xfrm>
            <a:off x="7659923" y="1812659"/>
            <a:ext cx="3581326" cy="380803"/>
          </a:xfrm>
          <a:prstGeom prst="rect">
            <a:avLst/>
          </a:prstGeom>
        </p:spPr>
        <p:txBody>
          <a:bodyPr wrap="square">
            <a:noAutofit/>
          </a:bodyPr>
          <a:lstStyle/>
          <a:p>
            <a:pPr algn="ctr"/>
            <a:r>
              <a:rPr lang="tr-TR" sz="1692" dirty="0">
                <a:latin typeface="Myriad Pro"/>
              </a:rPr>
              <a:t>Birleşmiş Milletler Avrupa Ekonomik Komisyonu nezdinde eşyanın Avrupa’daki hareketini kolaylaştıracak bir uluslararası anlaşma gerçekleştirilmesi amacıyla müzakereler başlatılmıştır.</a:t>
            </a:r>
          </a:p>
        </p:txBody>
      </p:sp>
      <p:sp>
        <p:nvSpPr>
          <p:cNvPr id="13" name="Metin kutusu 12">
            <a:extLst>
              <a:ext uri="{FF2B5EF4-FFF2-40B4-BE49-F238E27FC236}">
                <a16:creationId xmlns:a16="http://schemas.microsoft.com/office/drawing/2014/main" id="{B563F06F-11AA-48F7-B06D-8029F86D5DB5}"/>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806906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500"/>
                                        <p:tgtEl>
                                          <p:spTgt spid="4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2" grpId="0"/>
      <p:bldP spid="33" grpId="0" animBg="1"/>
      <p:bldP spid="34" grpId="0" animBg="1"/>
      <p:bldP spid="37" grpId="0"/>
      <p:bldP spid="41" grpId="0" animBg="1"/>
      <p:bldP spid="67" grpId="0"/>
      <p:bldP spid="6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
            <a:extLst>
              <a:ext uri="{FF2B5EF4-FFF2-40B4-BE49-F238E27FC236}">
                <a16:creationId xmlns:a16="http://schemas.microsoft.com/office/drawing/2014/main" id="{AE2E6298-7972-4834-A275-D61CAA38EBD6}"/>
              </a:ext>
            </a:extLst>
          </p:cNvPr>
          <p:cNvSpPr txBox="1">
            <a:spLocks/>
          </p:cNvSpPr>
          <p:nvPr/>
        </p:nvSpPr>
        <p:spPr>
          <a:xfrm>
            <a:off x="1944943" y="594919"/>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TRANSİT REJİMİ TARİHÇESİ</a:t>
            </a:r>
          </a:p>
        </p:txBody>
      </p:sp>
      <p:sp>
        <p:nvSpPr>
          <p:cNvPr id="44" name="Sağ Ok 17">
            <a:extLst>
              <a:ext uri="{FF2B5EF4-FFF2-40B4-BE49-F238E27FC236}">
                <a16:creationId xmlns:a16="http://schemas.microsoft.com/office/drawing/2014/main" id="{435FB8A9-2960-4050-ACBE-22DD6A341F3A}"/>
              </a:ext>
            </a:extLst>
          </p:cNvPr>
          <p:cNvSpPr/>
          <p:nvPr/>
        </p:nvSpPr>
        <p:spPr>
          <a:xfrm>
            <a:off x="1856715" y="4905972"/>
            <a:ext cx="394028" cy="211573"/>
          </a:xfrm>
          <a:prstGeom prst="rightArrow">
            <a:avLst/>
          </a:prstGeom>
          <a:solidFill>
            <a:srgbClr val="C49A6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48" name="Rectangle 22">
            <a:extLst>
              <a:ext uri="{FF2B5EF4-FFF2-40B4-BE49-F238E27FC236}">
                <a16:creationId xmlns:a16="http://schemas.microsoft.com/office/drawing/2014/main" id="{A394FF63-3B22-45DD-94A1-01B5E11C8D59}"/>
              </a:ext>
            </a:extLst>
          </p:cNvPr>
          <p:cNvSpPr>
            <a:spLocks noChangeAspect="1"/>
          </p:cNvSpPr>
          <p:nvPr/>
        </p:nvSpPr>
        <p:spPr>
          <a:xfrm>
            <a:off x="2502675" y="4821356"/>
            <a:ext cx="3883476" cy="380803"/>
          </a:xfrm>
          <a:prstGeom prst="rect">
            <a:avLst/>
          </a:prstGeom>
        </p:spPr>
        <p:txBody>
          <a:bodyPr wrap="square">
            <a:noAutofit/>
          </a:bodyPr>
          <a:lstStyle/>
          <a:p>
            <a:pPr algn="just"/>
            <a:r>
              <a:rPr lang="tr-TR" sz="1904" dirty="0">
                <a:latin typeface="Myriad Pro"/>
                <a:cs typeface="Myriad Pro"/>
              </a:rPr>
              <a:t>1968 AET Ortak Gümrük Tarifesi</a:t>
            </a:r>
            <a:endParaRPr lang="en-US" sz="1904" dirty="0">
              <a:latin typeface="Myriad Pro"/>
              <a:cs typeface="Myriad Pro"/>
            </a:endParaRPr>
          </a:p>
        </p:txBody>
      </p:sp>
      <p:sp>
        <p:nvSpPr>
          <p:cNvPr id="51" name="Sağ Ok 17">
            <a:extLst>
              <a:ext uri="{FF2B5EF4-FFF2-40B4-BE49-F238E27FC236}">
                <a16:creationId xmlns:a16="http://schemas.microsoft.com/office/drawing/2014/main" id="{2E44D771-052D-438F-8B18-C780B8BC7707}"/>
              </a:ext>
            </a:extLst>
          </p:cNvPr>
          <p:cNvSpPr/>
          <p:nvPr/>
        </p:nvSpPr>
        <p:spPr>
          <a:xfrm>
            <a:off x="1856712" y="5229107"/>
            <a:ext cx="394028" cy="211573"/>
          </a:xfrm>
          <a:prstGeom prst="rightArrow">
            <a:avLst/>
          </a:prstGeom>
          <a:solidFill>
            <a:srgbClr val="C49A6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52" name="Rectangle 22">
            <a:extLst>
              <a:ext uri="{FF2B5EF4-FFF2-40B4-BE49-F238E27FC236}">
                <a16:creationId xmlns:a16="http://schemas.microsoft.com/office/drawing/2014/main" id="{EFE320C0-7ACA-4893-A090-FD1046F08B33}"/>
              </a:ext>
            </a:extLst>
          </p:cNvPr>
          <p:cNvSpPr>
            <a:spLocks noChangeAspect="1"/>
          </p:cNvSpPr>
          <p:nvPr/>
        </p:nvSpPr>
        <p:spPr>
          <a:xfrm>
            <a:off x="2502670" y="5153644"/>
            <a:ext cx="3631551" cy="380803"/>
          </a:xfrm>
          <a:prstGeom prst="rect">
            <a:avLst/>
          </a:prstGeom>
        </p:spPr>
        <p:txBody>
          <a:bodyPr wrap="square">
            <a:noAutofit/>
          </a:bodyPr>
          <a:lstStyle/>
          <a:p>
            <a:pPr algn="just"/>
            <a:r>
              <a:rPr lang="tr-TR" sz="1904" dirty="0">
                <a:latin typeface="Myriad Pro"/>
                <a:cs typeface="Myriad Pro"/>
              </a:rPr>
              <a:t>1987 Ortak Transit Sözleşmesi</a:t>
            </a:r>
          </a:p>
          <a:p>
            <a:pPr algn="just"/>
            <a:r>
              <a:rPr lang="tr-TR" sz="1904" i="1" dirty="0">
                <a:latin typeface="Myriad Pro"/>
                <a:cs typeface="Myriad Pro"/>
              </a:rPr>
              <a:t>(AB-EFTA Birlikteliği)</a:t>
            </a:r>
            <a:endParaRPr lang="en-US" sz="1904" i="1" dirty="0">
              <a:latin typeface="Myriad Pro"/>
              <a:cs typeface="Myriad Pro"/>
            </a:endParaRPr>
          </a:p>
        </p:txBody>
      </p:sp>
      <p:sp>
        <p:nvSpPr>
          <p:cNvPr id="59" name="Sağ Ok 17">
            <a:extLst>
              <a:ext uri="{FF2B5EF4-FFF2-40B4-BE49-F238E27FC236}">
                <a16:creationId xmlns:a16="http://schemas.microsoft.com/office/drawing/2014/main" id="{8555CCFD-4943-44F1-BFAB-6D6A3E156C32}"/>
              </a:ext>
            </a:extLst>
          </p:cNvPr>
          <p:cNvSpPr/>
          <p:nvPr/>
        </p:nvSpPr>
        <p:spPr>
          <a:xfrm>
            <a:off x="1856715" y="4255321"/>
            <a:ext cx="394028" cy="211573"/>
          </a:xfrm>
          <a:prstGeom prst="rightArrow">
            <a:avLst/>
          </a:prstGeom>
          <a:solidFill>
            <a:srgbClr val="C49A6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60" name="Rectangle 22">
            <a:extLst>
              <a:ext uri="{FF2B5EF4-FFF2-40B4-BE49-F238E27FC236}">
                <a16:creationId xmlns:a16="http://schemas.microsoft.com/office/drawing/2014/main" id="{1917900D-9453-47DC-AB0C-67D75FD89BE4}"/>
              </a:ext>
            </a:extLst>
          </p:cNvPr>
          <p:cNvSpPr>
            <a:spLocks noChangeAspect="1"/>
          </p:cNvSpPr>
          <p:nvPr/>
        </p:nvSpPr>
        <p:spPr>
          <a:xfrm>
            <a:off x="2502674" y="4170705"/>
            <a:ext cx="9618896" cy="380803"/>
          </a:xfrm>
          <a:prstGeom prst="rect">
            <a:avLst/>
          </a:prstGeom>
        </p:spPr>
        <p:txBody>
          <a:bodyPr wrap="square">
            <a:noAutofit/>
          </a:bodyPr>
          <a:lstStyle/>
          <a:p>
            <a:pPr algn="just"/>
            <a:r>
              <a:rPr lang="tr-TR" sz="1904" dirty="0">
                <a:latin typeface="Myriad Pro"/>
                <a:cs typeface="Myriad Pro"/>
              </a:rPr>
              <a:t>1957 AET Sözleşmesi </a:t>
            </a:r>
            <a:r>
              <a:rPr lang="tr-TR" sz="1692" i="1" dirty="0">
                <a:latin typeface="Myriad Pro"/>
                <a:cs typeface="Myriad Pro"/>
              </a:rPr>
              <a:t>(Almanya/Fransa/İtalya/Belçika/Hollanda/Lüksemburg)</a:t>
            </a:r>
            <a:endParaRPr lang="en-US" sz="1904" i="1" dirty="0">
              <a:latin typeface="Myriad Pro"/>
              <a:cs typeface="Myriad Pro"/>
            </a:endParaRPr>
          </a:p>
        </p:txBody>
      </p:sp>
      <p:sp>
        <p:nvSpPr>
          <p:cNvPr id="61" name="Sağ Ok 17">
            <a:extLst>
              <a:ext uri="{FF2B5EF4-FFF2-40B4-BE49-F238E27FC236}">
                <a16:creationId xmlns:a16="http://schemas.microsoft.com/office/drawing/2014/main" id="{F6A4E802-0812-4886-9724-D5F2514DB6B7}"/>
              </a:ext>
            </a:extLst>
          </p:cNvPr>
          <p:cNvSpPr/>
          <p:nvPr/>
        </p:nvSpPr>
        <p:spPr>
          <a:xfrm>
            <a:off x="1871204" y="4584197"/>
            <a:ext cx="394028" cy="211573"/>
          </a:xfrm>
          <a:prstGeom prst="rightArrow">
            <a:avLst/>
          </a:prstGeom>
          <a:solidFill>
            <a:srgbClr val="C49A6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62" name="Rectangle 22">
            <a:extLst>
              <a:ext uri="{FF2B5EF4-FFF2-40B4-BE49-F238E27FC236}">
                <a16:creationId xmlns:a16="http://schemas.microsoft.com/office/drawing/2014/main" id="{506252E9-265B-459F-87A7-581621480AF6}"/>
              </a:ext>
            </a:extLst>
          </p:cNvPr>
          <p:cNvSpPr>
            <a:spLocks noChangeAspect="1"/>
          </p:cNvSpPr>
          <p:nvPr/>
        </p:nvSpPr>
        <p:spPr>
          <a:xfrm>
            <a:off x="2502673" y="4499582"/>
            <a:ext cx="9077243" cy="380803"/>
          </a:xfrm>
          <a:prstGeom prst="rect">
            <a:avLst/>
          </a:prstGeom>
        </p:spPr>
        <p:txBody>
          <a:bodyPr wrap="square">
            <a:noAutofit/>
          </a:bodyPr>
          <a:lstStyle/>
          <a:p>
            <a:pPr algn="just"/>
            <a:r>
              <a:rPr lang="tr-TR" sz="1904" dirty="0">
                <a:latin typeface="Myriad Pro"/>
                <a:cs typeface="Myriad Pro"/>
              </a:rPr>
              <a:t>1959 EFTA Anlaşması </a:t>
            </a:r>
            <a:r>
              <a:rPr lang="tr-TR" sz="1481" i="1" dirty="0">
                <a:latin typeface="Myriad Pro"/>
                <a:cs typeface="Myriad Pro"/>
              </a:rPr>
              <a:t>(Avusturya/Birleşik Krallık/Danimarka/İsveç/İsviçre/Norveç/Portekiz)</a:t>
            </a:r>
            <a:endParaRPr lang="en-US" sz="1904" i="1" dirty="0">
              <a:latin typeface="Myriad Pro"/>
              <a:cs typeface="Myriad Pro"/>
            </a:endParaRPr>
          </a:p>
        </p:txBody>
      </p:sp>
      <p:sp>
        <p:nvSpPr>
          <p:cNvPr id="67" name="Rectangle 21">
            <a:extLst>
              <a:ext uri="{FF2B5EF4-FFF2-40B4-BE49-F238E27FC236}">
                <a16:creationId xmlns:a16="http://schemas.microsoft.com/office/drawing/2014/main" id="{8889F36B-3B4F-4070-B1D1-5520A7A363CD}"/>
              </a:ext>
            </a:extLst>
          </p:cNvPr>
          <p:cNvSpPr>
            <a:spLocks noChangeAspect="1"/>
          </p:cNvSpPr>
          <p:nvPr/>
        </p:nvSpPr>
        <p:spPr>
          <a:xfrm>
            <a:off x="138786" y="1980095"/>
            <a:ext cx="4179659" cy="380803"/>
          </a:xfrm>
          <a:prstGeom prst="rect">
            <a:avLst/>
          </a:prstGeom>
        </p:spPr>
        <p:txBody>
          <a:bodyPr wrap="square">
            <a:noAutofit/>
          </a:bodyPr>
          <a:lstStyle/>
          <a:p>
            <a:pPr algn="ctr"/>
            <a:r>
              <a:rPr lang="tr-TR" sz="1692" dirty="0">
                <a:latin typeface="Myriad Pro"/>
              </a:rPr>
              <a:t>Avrupa Topluluğuna üye ülkelerce, </a:t>
            </a:r>
          </a:p>
          <a:p>
            <a:pPr algn="ctr"/>
            <a:r>
              <a:rPr lang="tr-TR" sz="1692" dirty="0">
                <a:latin typeface="Myriad Pro"/>
              </a:rPr>
              <a:t>1949 TIR Anlaşmasından bağımsız olarak,</a:t>
            </a:r>
          </a:p>
          <a:p>
            <a:pPr algn="ctr"/>
            <a:r>
              <a:rPr lang="tr-TR" sz="1692" b="1" dirty="0">
                <a:latin typeface="Myriad Pro"/>
              </a:rPr>
              <a:t>Topluluğa özgü bir transit sistemi</a:t>
            </a:r>
            <a:r>
              <a:rPr lang="tr-TR" sz="1692" dirty="0">
                <a:latin typeface="Myriad Pro"/>
              </a:rPr>
              <a:t>nin oluşturulması ihtiyacı belirgin hale gelmiştir.</a:t>
            </a:r>
            <a:endParaRPr lang="en-US" sz="1692" dirty="0">
              <a:latin typeface="Myriad Pro"/>
              <a:cs typeface="Myriad Pro"/>
            </a:endParaRPr>
          </a:p>
        </p:txBody>
      </p:sp>
      <p:sp>
        <p:nvSpPr>
          <p:cNvPr id="68" name="Rectangle 21">
            <a:extLst>
              <a:ext uri="{FF2B5EF4-FFF2-40B4-BE49-F238E27FC236}">
                <a16:creationId xmlns:a16="http://schemas.microsoft.com/office/drawing/2014/main" id="{2583B005-B86C-47E9-91A8-82A0BB51F1B5}"/>
              </a:ext>
            </a:extLst>
          </p:cNvPr>
          <p:cNvSpPr>
            <a:spLocks noChangeAspect="1"/>
          </p:cNvSpPr>
          <p:nvPr/>
        </p:nvSpPr>
        <p:spPr>
          <a:xfrm>
            <a:off x="8252491" y="1980095"/>
            <a:ext cx="3674756" cy="380803"/>
          </a:xfrm>
          <a:prstGeom prst="rect">
            <a:avLst/>
          </a:prstGeom>
        </p:spPr>
        <p:txBody>
          <a:bodyPr wrap="square">
            <a:noAutofit/>
          </a:bodyPr>
          <a:lstStyle/>
          <a:p>
            <a:pPr algn="ctr"/>
            <a:r>
              <a:rPr lang="tr-TR" sz="1692" dirty="0">
                <a:latin typeface="Myriad Pro"/>
              </a:rPr>
              <a:t>Topluluk transit sistemi, hem Topluluğa üye ülkelerin eşyasının, hem de Topluluk dışı eşyanın Avrupa Topluluğu içindeki hareketini kolaylaştırmıştır. </a:t>
            </a:r>
          </a:p>
        </p:txBody>
      </p:sp>
      <p:pic>
        <p:nvPicPr>
          <p:cNvPr id="3" name="Resim 2">
            <a:extLst>
              <a:ext uri="{FF2B5EF4-FFF2-40B4-BE49-F238E27FC236}">
                <a16:creationId xmlns:a16="http://schemas.microsoft.com/office/drawing/2014/main" id="{E0150880-5CC3-4BB9-BC8C-4B50B29D528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545672" y="1188414"/>
            <a:ext cx="3284701" cy="2568858"/>
          </a:xfrm>
          <a:prstGeom prst="rect">
            <a:avLst/>
          </a:prstGeom>
        </p:spPr>
      </p:pic>
      <p:sp>
        <p:nvSpPr>
          <p:cNvPr id="15" name="Metin kutusu 14">
            <a:extLst>
              <a:ext uri="{FF2B5EF4-FFF2-40B4-BE49-F238E27FC236}">
                <a16:creationId xmlns:a16="http://schemas.microsoft.com/office/drawing/2014/main" id="{E5B5E2AB-4D62-4DDE-9F25-6A4EBE9BEF51}"/>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05197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fade">
                                      <p:cBhvr>
                                        <p:cTn id="20" dur="500"/>
                                        <p:tgtEl>
                                          <p:spTgt spid="6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fade">
                                      <p:cBhvr>
                                        <p:cTn id="23" dur="500"/>
                                        <p:tgtEl>
                                          <p:spTgt spid="5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500"/>
                                        <p:tgtEl>
                                          <p:spTgt spid="6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500"/>
                                        <p:tgtEl>
                                          <p:spTgt spid="4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8" grpId="0"/>
      <p:bldP spid="51" grpId="0" animBg="1"/>
      <p:bldP spid="52" grpId="0"/>
      <p:bldP spid="59" grpId="0" animBg="1"/>
      <p:bldP spid="60" grpId="0"/>
      <p:bldP spid="61" grpId="0" animBg="1"/>
      <p:bldP spid="62" grpId="0"/>
      <p:bldP spid="67" grpId="0"/>
      <p:bldP spid="6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a:off x="711401" y="4221577"/>
            <a:ext cx="10769200" cy="0"/>
          </a:xfrm>
          <a:prstGeom prst="line">
            <a:avLst/>
          </a:prstGeom>
        </p:spPr>
        <p:style>
          <a:lnRef idx="2">
            <a:schemeClr val="dk1"/>
          </a:lnRef>
          <a:fillRef idx="0">
            <a:schemeClr val="dk1"/>
          </a:fillRef>
          <a:effectRef idx="1">
            <a:schemeClr val="dk1"/>
          </a:effectRef>
          <a:fontRef idx="minor">
            <a:schemeClr val="tx1"/>
          </a:fontRef>
        </p:style>
      </p:cxnSp>
      <p:sp>
        <p:nvSpPr>
          <p:cNvPr id="11" name="Content Placeholder 2"/>
          <p:cNvSpPr txBox="1">
            <a:spLocks/>
          </p:cNvSpPr>
          <p:nvPr/>
        </p:nvSpPr>
        <p:spPr>
          <a:xfrm>
            <a:off x="1335972" y="1704261"/>
            <a:ext cx="5596369"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tr-TR" sz="1904" dirty="0">
                <a:latin typeface="Myriad Pro"/>
              </a:rPr>
              <a:t>Bir </a:t>
            </a:r>
            <a:r>
              <a:rPr lang="tr-TR" sz="1904" u="sng" dirty="0">
                <a:solidFill>
                  <a:srgbClr val="FF0000"/>
                </a:solidFill>
                <a:latin typeface="Myriad Pro"/>
              </a:rPr>
              <a:t>şartlı muafiyet</a:t>
            </a:r>
            <a:r>
              <a:rPr lang="tr-TR" sz="1904" dirty="0">
                <a:solidFill>
                  <a:srgbClr val="FF0000"/>
                </a:solidFill>
                <a:latin typeface="Myriad Pro"/>
              </a:rPr>
              <a:t> </a:t>
            </a:r>
            <a:r>
              <a:rPr lang="tr-TR" sz="1904" dirty="0">
                <a:latin typeface="Myriad Pro"/>
              </a:rPr>
              <a:t>düzenlemesidir. </a:t>
            </a:r>
            <a:r>
              <a:rPr lang="tr-TR" sz="1058" b="1" i="1" dirty="0">
                <a:solidFill>
                  <a:srgbClr val="00B0F0"/>
                </a:solidFill>
                <a:latin typeface="Myriad Pro"/>
              </a:rPr>
              <a:t>{GK md.79/1-a}</a:t>
            </a:r>
            <a:endParaRPr lang="tr-TR" sz="1058" dirty="0">
              <a:latin typeface="Myriad Pro"/>
            </a:endParaRPr>
          </a:p>
        </p:txBody>
      </p:sp>
      <p:sp>
        <p:nvSpPr>
          <p:cNvPr id="12" name="Content Placeholder 2"/>
          <p:cNvSpPr txBox="1">
            <a:spLocks/>
          </p:cNvSpPr>
          <p:nvPr/>
        </p:nvSpPr>
        <p:spPr>
          <a:xfrm>
            <a:off x="1878102" y="2236596"/>
            <a:ext cx="9120813" cy="1723201"/>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Tx/>
              <a:buChar char="-"/>
            </a:pPr>
            <a:r>
              <a:rPr lang="tr-TR" sz="1904" dirty="0">
                <a:latin typeface="Myriad Pro"/>
              </a:rPr>
              <a:t>İthalat vergileri ve ticaret politikası önlemlerine tabi tutulmayan, </a:t>
            </a:r>
          </a:p>
          <a:p>
            <a:pPr marL="0" indent="0">
              <a:buNone/>
            </a:pPr>
            <a:r>
              <a:rPr lang="tr-TR" sz="1904" dirty="0">
                <a:solidFill>
                  <a:srgbClr val="FF0000"/>
                </a:solidFill>
                <a:latin typeface="Myriad Pro"/>
              </a:rPr>
              <a:t>serbest dolaşıma girmemiş </a:t>
            </a:r>
            <a:r>
              <a:rPr lang="tr-TR" sz="1904" dirty="0">
                <a:latin typeface="Myriad Pro"/>
              </a:rPr>
              <a:t>eşyanın,</a:t>
            </a:r>
          </a:p>
          <a:p>
            <a:pPr marL="0" indent="0">
              <a:buNone/>
            </a:pPr>
            <a:r>
              <a:rPr lang="tr-TR" sz="1904" dirty="0">
                <a:latin typeface="Myriad Pro"/>
              </a:rPr>
              <a:t>-     </a:t>
            </a:r>
            <a:r>
              <a:rPr lang="tr-TR" sz="1904" dirty="0">
                <a:solidFill>
                  <a:srgbClr val="FF0000"/>
                </a:solidFill>
                <a:latin typeface="Myriad Pro"/>
              </a:rPr>
              <a:t>İhracatla ilgili gümrük işlemleri tamamlanmış </a:t>
            </a:r>
            <a:r>
              <a:rPr lang="tr-TR" sz="1904" dirty="0">
                <a:latin typeface="Myriad Pro"/>
              </a:rPr>
              <a:t>eşyanın, </a:t>
            </a:r>
            <a:endParaRPr lang="tr-TR" sz="1904" u="sng" dirty="0">
              <a:latin typeface="Myriad Pro"/>
            </a:endParaRPr>
          </a:p>
          <a:p>
            <a:pPr marL="0" indent="0">
              <a:buNone/>
            </a:pPr>
            <a:r>
              <a:rPr lang="tr-TR" sz="1904" u="sng" dirty="0">
                <a:solidFill>
                  <a:srgbClr val="00B050"/>
                </a:solidFill>
                <a:latin typeface="Myriad Pro"/>
              </a:rPr>
              <a:t>Gümrük gözetimi altında</a:t>
            </a:r>
            <a:r>
              <a:rPr lang="tr-TR" sz="1904" dirty="0">
                <a:solidFill>
                  <a:srgbClr val="00B050"/>
                </a:solidFill>
                <a:latin typeface="Myriad Pro"/>
              </a:rPr>
              <a:t> </a:t>
            </a:r>
            <a:r>
              <a:rPr lang="tr-TR" sz="1904" dirty="0">
                <a:latin typeface="Myriad Pro"/>
              </a:rPr>
              <a:t>Türkiye Gümrük Bölgesi içindeki bir noktadan diğerine taşınmasında uygulanır. </a:t>
            </a:r>
            <a:r>
              <a:rPr lang="tr-TR" sz="1058" b="1" i="1" dirty="0">
                <a:solidFill>
                  <a:srgbClr val="00B0F0"/>
                </a:solidFill>
                <a:latin typeface="Myriad Pro"/>
              </a:rPr>
              <a:t>{GK md.84/1}</a:t>
            </a:r>
            <a:endParaRPr lang="tr-TR" sz="1058" dirty="0">
              <a:latin typeface="Myriad Pro"/>
            </a:endParaRPr>
          </a:p>
        </p:txBody>
      </p:sp>
      <p:sp>
        <p:nvSpPr>
          <p:cNvPr id="42" name="Dikdörtgen 41">
            <a:extLst>
              <a:ext uri="{FF2B5EF4-FFF2-40B4-BE49-F238E27FC236}">
                <a16:creationId xmlns:a16="http://schemas.microsoft.com/office/drawing/2014/main" id="{9DB8DAFD-8E7C-40D8-9FD3-89D245099CEC}"/>
              </a:ext>
            </a:extLst>
          </p:cNvPr>
          <p:cNvSpPr/>
          <p:nvPr/>
        </p:nvSpPr>
        <p:spPr>
          <a:xfrm>
            <a:off x="821180" y="4697720"/>
            <a:ext cx="5300163" cy="352725"/>
          </a:xfrm>
          <a:prstGeom prst="rect">
            <a:avLst/>
          </a:prstGeom>
        </p:spPr>
        <p:txBody>
          <a:bodyPr wrap="square">
            <a:spAutoFit/>
          </a:bodyPr>
          <a:lstStyle/>
          <a:p>
            <a:pPr marL="302266" indent="-302266">
              <a:buFontTx/>
              <a:buChar char="-"/>
            </a:pPr>
            <a:r>
              <a:rPr lang="tr-TR" sz="1692" b="1" i="1" dirty="0">
                <a:solidFill>
                  <a:srgbClr val="00B0F0"/>
                </a:solidFill>
                <a:latin typeface="Myriad Pro"/>
              </a:rPr>
              <a:t>Yabancı ülkeden Türkiye’ye,</a:t>
            </a:r>
          </a:p>
        </p:txBody>
      </p:sp>
      <p:sp>
        <p:nvSpPr>
          <p:cNvPr id="43" name="Dikdörtgen 42">
            <a:extLst>
              <a:ext uri="{FF2B5EF4-FFF2-40B4-BE49-F238E27FC236}">
                <a16:creationId xmlns:a16="http://schemas.microsoft.com/office/drawing/2014/main" id="{7984972F-248A-4173-BE27-F54278757822}"/>
              </a:ext>
            </a:extLst>
          </p:cNvPr>
          <p:cNvSpPr/>
          <p:nvPr/>
        </p:nvSpPr>
        <p:spPr>
          <a:xfrm>
            <a:off x="821179" y="4958815"/>
            <a:ext cx="5300163" cy="352725"/>
          </a:xfrm>
          <a:prstGeom prst="rect">
            <a:avLst/>
          </a:prstGeom>
        </p:spPr>
        <p:txBody>
          <a:bodyPr wrap="square">
            <a:spAutoFit/>
          </a:bodyPr>
          <a:lstStyle/>
          <a:p>
            <a:pPr marL="302266" indent="-302266">
              <a:buFontTx/>
              <a:buChar char="-"/>
            </a:pPr>
            <a:r>
              <a:rPr lang="tr-TR" sz="1692" b="1" i="1" dirty="0">
                <a:latin typeface="Myriad Pro"/>
              </a:rPr>
              <a:t>Türkiye’den yabancı ülkeye,</a:t>
            </a:r>
          </a:p>
        </p:txBody>
      </p:sp>
      <p:sp>
        <p:nvSpPr>
          <p:cNvPr id="44" name="Dikdörtgen 43">
            <a:extLst>
              <a:ext uri="{FF2B5EF4-FFF2-40B4-BE49-F238E27FC236}">
                <a16:creationId xmlns:a16="http://schemas.microsoft.com/office/drawing/2014/main" id="{A0BE4F47-C7E9-4009-B3A9-4D67E5F0D0D9}"/>
              </a:ext>
            </a:extLst>
          </p:cNvPr>
          <p:cNvSpPr/>
          <p:nvPr/>
        </p:nvSpPr>
        <p:spPr>
          <a:xfrm>
            <a:off x="821180" y="5236064"/>
            <a:ext cx="5300163" cy="352725"/>
          </a:xfrm>
          <a:prstGeom prst="rect">
            <a:avLst/>
          </a:prstGeom>
        </p:spPr>
        <p:txBody>
          <a:bodyPr wrap="square">
            <a:spAutoFit/>
          </a:bodyPr>
          <a:lstStyle/>
          <a:p>
            <a:pPr marL="302266" indent="-302266">
              <a:buFontTx/>
              <a:buChar char="-"/>
            </a:pPr>
            <a:r>
              <a:rPr lang="tr-TR" sz="1692" b="1" i="1" dirty="0">
                <a:solidFill>
                  <a:srgbClr val="00B050"/>
                </a:solidFill>
                <a:latin typeface="Myriad Pro"/>
              </a:rPr>
              <a:t>Yabancı ülkeden yabancı ülkeye,</a:t>
            </a:r>
          </a:p>
        </p:txBody>
      </p:sp>
      <p:sp>
        <p:nvSpPr>
          <p:cNvPr id="45" name="Dikdörtgen 44">
            <a:extLst>
              <a:ext uri="{FF2B5EF4-FFF2-40B4-BE49-F238E27FC236}">
                <a16:creationId xmlns:a16="http://schemas.microsoft.com/office/drawing/2014/main" id="{F2CCBE0E-DB1E-45C7-B9D2-6DD31D63A517}"/>
              </a:ext>
            </a:extLst>
          </p:cNvPr>
          <p:cNvSpPr/>
          <p:nvPr/>
        </p:nvSpPr>
        <p:spPr>
          <a:xfrm>
            <a:off x="821178" y="5481004"/>
            <a:ext cx="5300163" cy="352725"/>
          </a:xfrm>
          <a:prstGeom prst="rect">
            <a:avLst/>
          </a:prstGeom>
        </p:spPr>
        <p:txBody>
          <a:bodyPr wrap="square">
            <a:spAutoFit/>
          </a:bodyPr>
          <a:lstStyle/>
          <a:p>
            <a:pPr marL="302266" indent="-302266">
              <a:buFontTx/>
              <a:buChar char="-"/>
            </a:pPr>
            <a:r>
              <a:rPr lang="tr-TR" sz="1692" b="1" i="1" dirty="0">
                <a:solidFill>
                  <a:srgbClr val="7030A0"/>
                </a:solidFill>
                <a:latin typeface="Myriad Pro"/>
              </a:rPr>
              <a:t>Türkiye içinde bir gümrükten diğerine,</a:t>
            </a:r>
          </a:p>
        </p:txBody>
      </p:sp>
      <p:sp>
        <p:nvSpPr>
          <p:cNvPr id="46" name="Dikdörtgen 45">
            <a:extLst>
              <a:ext uri="{FF2B5EF4-FFF2-40B4-BE49-F238E27FC236}">
                <a16:creationId xmlns:a16="http://schemas.microsoft.com/office/drawing/2014/main" id="{DEF075F1-3DE3-4D02-950E-A1F53B4E2CEF}"/>
              </a:ext>
            </a:extLst>
          </p:cNvPr>
          <p:cNvSpPr/>
          <p:nvPr/>
        </p:nvSpPr>
        <p:spPr>
          <a:xfrm>
            <a:off x="1050807" y="5959976"/>
            <a:ext cx="5300163" cy="352725"/>
          </a:xfrm>
          <a:prstGeom prst="rect">
            <a:avLst/>
          </a:prstGeom>
        </p:spPr>
        <p:txBody>
          <a:bodyPr wrap="square">
            <a:spAutoFit/>
          </a:bodyPr>
          <a:lstStyle/>
          <a:p>
            <a:r>
              <a:rPr lang="tr-TR" sz="1692" i="1" dirty="0">
                <a:latin typeface="Myriad Pro"/>
              </a:rPr>
              <a:t>Gerçekleştirilen taşımalarda kullanılır.  </a:t>
            </a:r>
            <a:r>
              <a:rPr lang="tr-TR" sz="1058" b="1" i="1" dirty="0">
                <a:solidFill>
                  <a:srgbClr val="00B0F0"/>
                </a:solidFill>
                <a:latin typeface="Myriad Pro"/>
              </a:rPr>
              <a:t>{GK md.84/2}</a:t>
            </a:r>
          </a:p>
        </p:txBody>
      </p:sp>
      <p:sp>
        <p:nvSpPr>
          <p:cNvPr id="30" name="Content Placeholder 2">
            <a:extLst>
              <a:ext uri="{FF2B5EF4-FFF2-40B4-BE49-F238E27FC236}">
                <a16:creationId xmlns:a16="http://schemas.microsoft.com/office/drawing/2014/main" id="{DC29FEF9-7452-42BD-9020-1ED333E13F71}"/>
              </a:ext>
            </a:extLst>
          </p:cNvPr>
          <p:cNvSpPr txBox="1">
            <a:spLocks/>
          </p:cNvSpPr>
          <p:nvPr/>
        </p:nvSpPr>
        <p:spPr>
          <a:xfrm>
            <a:off x="1944943" y="578097"/>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TRANSİT REJİMİ NEDİR?</a:t>
            </a:r>
          </a:p>
        </p:txBody>
      </p:sp>
      <p:sp>
        <p:nvSpPr>
          <p:cNvPr id="23" name="Shape 2056">
            <a:extLst>
              <a:ext uri="{FF2B5EF4-FFF2-40B4-BE49-F238E27FC236}">
                <a16:creationId xmlns:a16="http://schemas.microsoft.com/office/drawing/2014/main" id="{B55F3999-CDAB-48C8-9FB9-1C01E3301431}"/>
              </a:ext>
            </a:extLst>
          </p:cNvPr>
          <p:cNvSpPr/>
          <p:nvPr/>
        </p:nvSpPr>
        <p:spPr>
          <a:xfrm rot="921477">
            <a:off x="6480888" y="4253187"/>
            <a:ext cx="4918436" cy="2681988"/>
          </a:xfrm>
          <a:custGeom>
            <a:avLst/>
            <a:gdLst/>
            <a:ahLst/>
            <a:cxnLst/>
            <a:rect l="0" t="0" r="0" b="0"/>
            <a:pathLst>
              <a:path w="120000" h="120000" extrusionOk="0">
                <a:moveTo>
                  <a:pt x="109874" y="22482"/>
                </a:moveTo>
                <a:cubicBezTo>
                  <a:pt x="108362" y="23606"/>
                  <a:pt x="108362" y="23606"/>
                  <a:pt x="108362" y="23606"/>
                </a:cubicBezTo>
                <a:cubicBezTo>
                  <a:pt x="108362" y="24168"/>
                  <a:pt x="108362" y="24168"/>
                  <a:pt x="108362" y="24168"/>
                </a:cubicBezTo>
                <a:cubicBezTo>
                  <a:pt x="109269" y="26135"/>
                  <a:pt x="109269" y="26135"/>
                  <a:pt x="109269" y="26135"/>
                </a:cubicBezTo>
                <a:cubicBezTo>
                  <a:pt x="110176" y="26697"/>
                  <a:pt x="110176" y="26697"/>
                  <a:pt x="110176" y="26697"/>
                </a:cubicBezTo>
                <a:cubicBezTo>
                  <a:pt x="110780" y="29508"/>
                  <a:pt x="110780" y="29508"/>
                  <a:pt x="110780" y="29508"/>
                </a:cubicBezTo>
                <a:cubicBezTo>
                  <a:pt x="112141" y="32599"/>
                  <a:pt x="112141" y="32599"/>
                  <a:pt x="112141" y="32599"/>
                </a:cubicBezTo>
                <a:cubicBezTo>
                  <a:pt x="113047" y="36252"/>
                  <a:pt x="113047" y="36252"/>
                  <a:pt x="113047" y="36252"/>
                </a:cubicBezTo>
                <a:cubicBezTo>
                  <a:pt x="114256" y="36533"/>
                  <a:pt x="114256" y="36533"/>
                  <a:pt x="114256" y="36533"/>
                </a:cubicBezTo>
                <a:cubicBezTo>
                  <a:pt x="114559" y="37939"/>
                  <a:pt x="114256" y="35971"/>
                  <a:pt x="114256" y="38220"/>
                </a:cubicBezTo>
                <a:cubicBezTo>
                  <a:pt x="113954" y="41592"/>
                  <a:pt x="113803" y="39344"/>
                  <a:pt x="114256" y="43278"/>
                </a:cubicBezTo>
                <a:cubicBezTo>
                  <a:pt x="114256" y="44402"/>
                  <a:pt x="116523" y="43840"/>
                  <a:pt x="116675" y="43840"/>
                </a:cubicBezTo>
                <a:cubicBezTo>
                  <a:pt x="116523" y="44121"/>
                  <a:pt x="117430" y="44964"/>
                  <a:pt x="117128" y="46370"/>
                </a:cubicBezTo>
                <a:cubicBezTo>
                  <a:pt x="116826" y="47494"/>
                  <a:pt x="118337" y="46932"/>
                  <a:pt x="117884" y="48618"/>
                </a:cubicBezTo>
                <a:cubicBezTo>
                  <a:pt x="117732" y="49180"/>
                  <a:pt x="118942" y="48618"/>
                  <a:pt x="119546" y="49180"/>
                </a:cubicBezTo>
                <a:cubicBezTo>
                  <a:pt x="120000" y="49461"/>
                  <a:pt x="120000" y="50866"/>
                  <a:pt x="119848" y="51147"/>
                </a:cubicBezTo>
                <a:cubicBezTo>
                  <a:pt x="119546" y="51990"/>
                  <a:pt x="119395" y="51428"/>
                  <a:pt x="118790" y="52552"/>
                </a:cubicBezTo>
                <a:cubicBezTo>
                  <a:pt x="117884" y="53676"/>
                  <a:pt x="118337" y="54519"/>
                  <a:pt x="118337" y="54800"/>
                </a:cubicBezTo>
                <a:cubicBezTo>
                  <a:pt x="118186" y="55644"/>
                  <a:pt x="117884" y="55925"/>
                  <a:pt x="117732" y="56206"/>
                </a:cubicBezTo>
                <a:cubicBezTo>
                  <a:pt x="116675" y="55081"/>
                  <a:pt x="116675" y="55081"/>
                  <a:pt x="116675" y="55081"/>
                </a:cubicBezTo>
                <a:cubicBezTo>
                  <a:pt x="116372" y="52833"/>
                  <a:pt x="116372" y="52833"/>
                  <a:pt x="116372" y="52833"/>
                </a:cubicBezTo>
                <a:cubicBezTo>
                  <a:pt x="115012" y="52833"/>
                  <a:pt x="115012" y="52833"/>
                  <a:pt x="115012" y="52833"/>
                </a:cubicBezTo>
                <a:cubicBezTo>
                  <a:pt x="114408" y="55081"/>
                  <a:pt x="114408" y="55081"/>
                  <a:pt x="114408" y="55081"/>
                </a:cubicBezTo>
                <a:cubicBezTo>
                  <a:pt x="111385" y="55644"/>
                  <a:pt x="111385" y="55644"/>
                  <a:pt x="111385" y="55644"/>
                </a:cubicBezTo>
                <a:cubicBezTo>
                  <a:pt x="110327" y="57049"/>
                  <a:pt x="109722" y="54519"/>
                  <a:pt x="109118" y="56768"/>
                </a:cubicBezTo>
                <a:cubicBezTo>
                  <a:pt x="107758" y="57049"/>
                  <a:pt x="108967" y="57611"/>
                  <a:pt x="107607" y="57330"/>
                </a:cubicBezTo>
                <a:cubicBezTo>
                  <a:pt x="107304" y="57330"/>
                  <a:pt x="107455" y="60702"/>
                  <a:pt x="106700" y="61545"/>
                </a:cubicBezTo>
                <a:cubicBezTo>
                  <a:pt x="106246" y="61826"/>
                  <a:pt x="106246" y="62388"/>
                  <a:pt x="105642" y="62388"/>
                </a:cubicBezTo>
                <a:cubicBezTo>
                  <a:pt x="104735" y="62107"/>
                  <a:pt x="105340" y="60983"/>
                  <a:pt x="105188" y="60983"/>
                </a:cubicBezTo>
                <a:cubicBezTo>
                  <a:pt x="104282" y="60702"/>
                  <a:pt x="104282" y="60702"/>
                  <a:pt x="104282" y="60702"/>
                </a:cubicBezTo>
                <a:cubicBezTo>
                  <a:pt x="103526" y="64074"/>
                  <a:pt x="103526" y="64074"/>
                  <a:pt x="103526" y="64074"/>
                </a:cubicBezTo>
                <a:cubicBezTo>
                  <a:pt x="101259" y="65761"/>
                  <a:pt x="101259" y="65761"/>
                  <a:pt x="101259" y="65761"/>
                </a:cubicBezTo>
                <a:cubicBezTo>
                  <a:pt x="99596" y="67447"/>
                  <a:pt x="99596" y="67447"/>
                  <a:pt x="99596" y="67447"/>
                </a:cubicBezTo>
                <a:cubicBezTo>
                  <a:pt x="96423" y="69133"/>
                  <a:pt x="96423" y="69133"/>
                  <a:pt x="96423" y="69133"/>
                </a:cubicBezTo>
                <a:cubicBezTo>
                  <a:pt x="94760" y="71943"/>
                  <a:pt x="94760" y="71943"/>
                  <a:pt x="94760" y="71943"/>
                </a:cubicBezTo>
                <a:cubicBezTo>
                  <a:pt x="92191" y="73348"/>
                  <a:pt x="94458" y="73348"/>
                  <a:pt x="92040" y="77564"/>
                </a:cubicBezTo>
                <a:cubicBezTo>
                  <a:pt x="90377" y="80655"/>
                  <a:pt x="87657" y="81498"/>
                  <a:pt x="85239" y="82903"/>
                </a:cubicBezTo>
                <a:cubicBezTo>
                  <a:pt x="83274" y="80936"/>
                  <a:pt x="83274" y="80936"/>
                  <a:pt x="83274" y="80936"/>
                </a:cubicBezTo>
                <a:cubicBezTo>
                  <a:pt x="83274" y="80936"/>
                  <a:pt x="82367" y="81498"/>
                  <a:pt x="81914" y="81498"/>
                </a:cubicBezTo>
                <a:cubicBezTo>
                  <a:pt x="81460" y="81779"/>
                  <a:pt x="79949" y="84871"/>
                  <a:pt x="79949" y="84871"/>
                </a:cubicBezTo>
                <a:cubicBezTo>
                  <a:pt x="77984" y="88243"/>
                  <a:pt x="77984" y="88243"/>
                  <a:pt x="77984" y="88243"/>
                </a:cubicBezTo>
                <a:cubicBezTo>
                  <a:pt x="77229" y="89086"/>
                  <a:pt x="76322" y="89929"/>
                  <a:pt x="75264" y="89929"/>
                </a:cubicBezTo>
                <a:cubicBezTo>
                  <a:pt x="73904" y="88243"/>
                  <a:pt x="73904" y="88243"/>
                  <a:pt x="73904" y="88243"/>
                </a:cubicBezTo>
                <a:cubicBezTo>
                  <a:pt x="72544" y="88243"/>
                  <a:pt x="71939" y="89648"/>
                  <a:pt x="72695" y="91615"/>
                </a:cubicBezTo>
                <a:cubicBezTo>
                  <a:pt x="72997" y="92459"/>
                  <a:pt x="72695" y="93021"/>
                  <a:pt x="72846" y="93864"/>
                </a:cubicBezTo>
                <a:cubicBezTo>
                  <a:pt x="72846" y="95269"/>
                  <a:pt x="74206" y="95831"/>
                  <a:pt x="74055" y="96955"/>
                </a:cubicBezTo>
                <a:cubicBezTo>
                  <a:pt x="73904" y="97517"/>
                  <a:pt x="73148" y="97517"/>
                  <a:pt x="72544" y="98360"/>
                </a:cubicBezTo>
                <a:cubicBezTo>
                  <a:pt x="72090" y="98922"/>
                  <a:pt x="72997" y="102014"/>
                  <a:pt x="72695" y="102014"/>
                </a:cubicBezTo>
                <a:cubicBezTo>
                  <a:pt x="72695" y="102014"/>
                  <a:pt x="71939" y="105386"/>
                  <a:pt x="71335" y="104824"/>
                </a:cubicBezTo>
                <a:cubicBezTo>
                  <a:pt x="71032" y="104262"/>
                  <a:pt x="70579" y="103419"/>
                  <a:pt x="70277" y="102295"/>
                </a:cubicBezTo>
                <a:cubicBezTo>
                  <a:pt x="69974" y="101451"/>
                  <a:pt x="68916" y="100608"/>
                  <a:pt x="68765" y="99484"/>
                </a:cubicBezTo>
                <a:cubicBezTo>
                  <a:pt x="68312" y="98360"/>
                  <a:pt x="70277" y="93864"/>
                  <a:pt x="70125" y="93583"/>
                </a:cubicBezTo>
                <a:cubicBezTo>
                  <a:pt x="70277" y="92740"/>
                  <a:pt x="70277" y="92740"/>
                  <a:pt x="69974" y="91053"/>
                </a:cubicBezTo>
                <a:cubicBezTo>
                  <a:pt x="69974" y="90210"/>
                  <a:pt x="68614" y="89929"/>
                  <a:pt x="68312" y="89086"/>
                </a:cubicBezTo>
                <a:cubicBezTo>
                  <a:pt x="67405" y="92177"/>
                  <a:pt x="67405" y="92177"/>
                  <a:pt x="67405" y="92177"/>
                </a:cubicBezTo>
                <a:cubicBezTo>
                  <a:pt x="66196" y="93583"/>
                  <a:pt x="66196" y="93583"/>
                  <a:pt x="66196" y="93583"/>
                </a:cubicBezTo>
                <a:cubicBezTo>
                  <a:pt x="64987" y="93864"/>
                  <a:pt x="66952" y="96393"/>
                  <a:pt x="66045" y="96112"/>
                </a:cubicBezTo>
                <a:cubicBezTo>
                  <a:pt x="65894" y="95831"/>
                  <a:pt x="64836" y="97517"/>
                  <a:pt x="63929" y="96674"/>
                </a:cubicBezTo>
                <a:cubicBezTo>
                  <a:pt x="62871" y="95550"/>
                  <a:pt x="61511" y="95269"/>
                  <a:pt x="61057" y="95269"/>
                </a:cubicBezTo>
                <a:cubicBezTo>
                  <a:pt x="59697" y="96393"/>
                  <a:pt x="59697" y="96393"/>
                  <a:pt x="59697" y="96393"/>
                </a:cubicBezTo>
                <a:cubicBezTo>
                  <a:pt x="59244" y="97798"/>
                  <a:pt x="59093" y="99484"/>
                  <a:pt x="58790" y="100327"/>
                </a:cubicBezTo>
                <a:cubicBezTo>
                  <a:pt x="57581" y="103419"/>
                  <a:pt x="57581" y="103419"/>
                  <a:pt x="57581" y="103419"/>
                </a:cubicBezTo>
                <a:cubicBezTo>
                  <a:pt x="55919" y="104543"/>
                  <a:pt x="57279" y="105386"/>
                  <a:pt x="56523" y="105948"/>
                </a:cubicBezTo>
                <a:cubicBezTo>
                  <a:pt x="56221" y="106229"/>
                  <a:pt x="55768" y="108196"/>
                  <a:pt x="54710" y="108758"/>
                </a:cubicBezTo>
                <a:cubicBezTo>
                  <a:pt x="54105" y="109039"/>
                  <a:pt x="53198" y="110444"/>
                  <a:pt x="52443" y="110444"/>
                </a:cubicBezTo>
                <a:cubicBezTo>
                  <a:pt x="52141" y="110444"/>
                  <a:pt x="50478" y="112693"/>
                  <a:pt x="50327" y="113255"/>
                </a:cubicBezTo>
                <a:cubicBezTo>
                  <a:pt x="49118" y="112693"/>
                  <a:pt x="45793" y="111007"/>
                  <a:pt x="45491" y="108758"/>
                </a:cubicBezTo>
                <a:cubicBezTo>
                  <a:pt x="45188" y="106791"/>
                  <a:pt x="44130" y="109601"/>
                  <a:pt x="43224" y="107634"/>
                </a:cubicBezTo>
                <a:cubicBezTo>
                  <a:pt x="40957" y="106229"/>
                  <a:pt x="40957" y="106229"/>
                  <a:pt x="40957" y="106229"/>
                </a:cubicBezTo>
                <a:cubicBezTo>
                  <a:pt x="39445" y="106229"/>
                  <a:pt x="39445" y="106229"/>
                  <a:pt x="39445" y="106229"/>
                </a:cubicBezTo>
                <a:cubicBezTo>
                  <a:pt x="38841" y="106229"/>
                  <a:pt x="36120" y="106791"/>
                  <a:pt x="35516" y="107353"/>
                </a:cubicBezTo>
                <a:cubicBezTo>
                  <a:pt x="35969" y="110444"/>
                  <a:pt x="35818" y="108196"/>
                  <a:pt x="35818" y="111850"/>
                </a:cubicBezTo>
                <a:cubicBezTo>
                  <a:pt x="34911" y="112131"/>
                  <a:pt x="35969" y="115784"/>
                  <a:pt x="35214" y="116908"/>
                </a:cubicBezTo>
                <a:cubicBezTo>
                  <a:pt x="32644" y="118032"/>
                  <a:pt x="32644" y="118032"/>
                  <a:pt x="32644" y="118032"/>
                </a:cubicBezTo>
                <a:cubicBezTo>
                  <a:pt x="31133" y="119718"/>
                  <a:pt x="31133" y="119718"/>
                  <a:pt x="31133" y="119718"/>
                </a:cubicBezTo>
                <a:cubicBezTo>
                  <a:pt x="28413" y="119718"/>
                  <a:pt x="28413" y="119718"/>
                  <a:pt x="28413" y="119718"/>
                </a:cubicBezTo>
                <a:cubicBezTo>
                  <a:pt x="28413" y="120000"/>
                  <a:pt x="27052" y="118313"/>
                  <a:pt x="26901" y="117189"/>
                </a:cubicBezTo>
                <a:cubicBezTo>
                  <a:pt x="26146" y="113536"/>
                  <a:pt x="26599" y="114098"/>
                  <a:pt x="25994" y="113536"/>
                </a:cubicBezTo>
                <a:cubicBezTo>
                  <a:pt x="24937" y="112974"/>
                  <a:pt x="24937" y="113817"/>
                  <a:pt x="24634" y="113536"/>
                </a:cubicBezTo>
                <a:cubicBezTo>
                  <a:pt x="24634" y="113255"/>
                  <a:pt x="24030" y="113536"/>
                  <a:pt x="23123" y="114941"/>
                </a:cubicBezTo>
                <a:cubicBezTo>
                  <a:pt x="22821" y="115784"/>
                  <a:pt x="22216" y="118032"/>
                  <a:pt x="21914" y="118313"/>
                </a:cubicBezTo>
                <a:cubicBezTo>
                  <a:pt x="21612" y="118875"/>
                  <a:pt x="21612" y="116908"/>
                  <a:pt x="21309" y="117189"/>
                </a:cubicBezTo>
                <a:cubicBezTo>
                  <a:pt x="20705" y="117751"/>
                  <a:pt x="20856" y="116065"/>
                  <a:pt x="19647" y="117470"/>
                </a:cubicBezTo>
                <a:cubicBezTo>
                  <a:pt x="19193" y="118032"/>
                  <a:pt x="17682" y="117189"/>
                  <a:pt x="19496" y="116065"/>
                </a:cubicBezTo>
                <a:cubicBezTo>
                  <a:pt x="19798" y="116065"/>
                  <a:pt x="22216" y="112693"/>
                  <a:pt x="22216" y="112412"/>
                </a:cubicBezTo>
                <a:cubicBezTo>
                  <a:pt x="22367" y="111850"/>
                  <a:pt x="20705" y="110444"/>
                  <a:pt x="20554" y="110444"/>
                </a:cubicBezTo>
                <a:cubicBezTo>
                  <a:pt x="20403" y="110444"/>
                  <a:pt x="19647" y="112693"/>
                  <a:pt x="18891" y="113255"/>
                </a:cubicBezTo>
                <a:cubicBezTo>
                  <a:pt x="17682" y="113817"/>
                  <a:pt x="17682" y="114098"/>
                  <a:pt x="17078" y="114379"/>
                </a:cubicBezTo>
                <a:cubicBezTo>
                  <a:pt x="16624" y="114660"/>
                  <a:pt x="16473" y="113536"/>
                  <a:pt x="16171" y="113817"/>
                </a:cubicBezTo>
                <a:cubicBezTo>
                  <a:pt x="15717" y="114098"/>
                  <a:pt x="15717" y="114660"/>
                  <a:pt x="15415" y="114660"/>
                </a:cubicBezTo>
                <a:cubicBezTo>
                  <a:pt x="14659" y="114660"/>
                  <a:pt x="15113" y="112693"/>
                  <a:pt x="15113" y="112693"/>
                </a:cubicBezTo>
                <a:cubicBezTo>
                  <a:pt x="15717" y="112131"/>
                  <a:pt x="15566" y="112693"/>
                  <a:pt x="16473" y="112131"/>
                </a:cubicBezTo>
                <a:cubicBezTo>
                  <a:pt x="16775" y="111850"/>
                  <a:pt x="17682" y="111288"/>
                  <a:pt x="17682" y="110444"/>
                </a:cubicBezTo>
                <a:cubicBezTo>
                  <a:pt x="17229" y="107353"/>
                  <a:pt x="16473" y="110163"/>
                  <a:pt x="16171" y="109039"/>
                </a:cubicBezTo>
                <a:cubicBezTo>
                  <a:pt x="15869" y="107915"/>
                  <a:pt x="15415" y="108477"/>
                  <a:pt x="15264" y="107915"/>
                </a:cubicBezTo>
                <a:cubicBezTo>
                  <a:pt x="14962" y="106510"/>
                  <a:pt x="14962" y="111850"/>
                  <a:pt x="14357" y="107915"/>
                </a:cubicBezTo>
                <a:cubicBezTo>
                  <a:pt x="14055" y="105948"/>
                  <a:pt x="14811" y="105948"/>
                  <a:pt x="13148" y="105105"/>
                </a:cubicBezTo>
                <a:cubicBezTo>
                  <a:pt x="13148" y="105105"/>
                  <a:pt x="12846" y="104824"/>
                  <a:pt x="12695" y="104824"/>
                </a:cubicBezTo>
                <a:cubicBezTo>
                  <a:pt x="12695" y="104543"/>
                  <a:pt x="12846" y="104262"/>
                  <a:pt x="12846" y="104262"/>
                </a:cubicBezTo>
                <a:cubicBezTo>
                  <a:pt x="12846" y="104262"/>
                  <a:pt x="12392" y="103419"/>
                  <a:pt x="12241" y="103419"/>
                </a:cubicBezTo>
                <a:cubicBezTo>
                  <a:pt x="12241" y="103419"/>
                  <a:pt x="11788" y="103981"/>
                  <a:pt x="11788" y="103981"/>
                </a:cubicBezTo>
                <a:cubicBezTo>
                  <a:pt x="11788" y="103981"/>
                  <a:pt x="11637" y="103981"/>
                  <a:pt x="11486" y="103981"/>
                </a:cubicBezTo>
                <a:cubicBezTo>
                  <a:pt x="11486" y="103700"/>
                  <a:pt x="11939" y="103700"/>
                  <a:pt x="12544" y="103138"/>
                </a:cubicBezTo>
                <a:cubicBezTo>
                  <a:pt x="12846" y="103138"/>
                  <a:pt x="12997" y="103981"/>
                  <a:pt x="13299" y="103981"/>
                </a:cubicBezTo>
                <a:cubicBezTo>
                  <a:pt x="13602" y="104262"/>
                  <a:pt x="14206" y="103981"/>
                  <a:pt x="14206" y="103700"/>
                </a:cubicBezTo>
                <a:cubicBezTo>
                  <a:pt x="14357" y="103419"/>
                  <a:pt x="13602" y="102576"/>
                  <a:pt x="13753" y="101170"/>
                </a:cubicBezTo>
                <a:cubicBezTo>
                  <a:pt x="13753" y="100608"/>
                  <a:pt x="14055" y="100608"/>
                  <a:pt x="13753" y="100327"/>
                </a:cubicBezTo>
                <a:cubicBezTo>
                  <a:pt x="13450" y="100046"/>
                  <a:pt x="13450" y="99765"/>
                  <a:pt x="13450" y="99765"/>
                </a:cubicBezTo>
                <a:cubicBezTo>
                  <a:pt x="11486" y="99484"/>
                  <a:pt x="11486" y="99484"/>
                  <a:pt x="11486" y="99484"/>
                </a:cubicBezTo>
                <a:cubicBezTo>
                  <a:pt x="11486" y="99484"/>
                  <a:pt x="11486" y="99484"/>
                  <a:pt x="11183" y="99203"/>
                </a:cubicBezTo>
                <a:cubicBezTo>
                  <a:pt x="10881" y="98922"/>
                  <a:pt x="10579" y="98641"/>
                  <a:pt x="10579" y="98641"/>
                </a:cubicBezTo>
                <a:cubicBezTo>
                  <a:pt x="9974" y="97798"/>
                  <a:pt x="9974" y="97798"/>
                  <a:pt x="9974" y="97798"/>
                </a:cubicBezTo>
                <a:cubicBezTo>
                  <a:pt x="9974" y="97798"/>
                  <a:pt x="9370" y="98079"/>
                  <a:pt x="9219" y="98079"/>
                </a:cubicBezTo>
                <a:cubicBezTo>
                  <a:pt x="9219" y="98079"/>
                  <a:pt x="9370" y="99203"/>
                  <a:pt x="9370" y="99203"/>
                </a:cubicBezTo>
                <a:cubicBezTo>
                  <a:pt x="9219" y="99484"/>
                  <a:pt x="9219" y="100608"/>
                  <a:pt x="8614" y="99765"/>
                </a:cubicBezTo>
                <a:cubicBezTo>
                  <a:pt x="8463" y="99484"/>
                  <a:pt x="8010" y="98641"/>
                  <a:pt x="7858" y="98641"/>
                </a:cubicBezTo>
                <a:cubicBezTo>
                  <a:pt x="7707" y="98922"/>
                  <a:pt x="7103" y="98641"/>
                  <a:pt x="7103" y="98360"/>
                </a:cubicBezTo>
                <a:cubicBezTo>
                  <a:pt x="6952" y="98079"/>
                  <a:pt x="6498" y="97798"/>
                  <a:pt x="6498" y="97798"/>
                </a:cubicBezTo>
                <a:cubicBezTo>
                  <a:pt x="6498" y="97798"/>
                  <a:pt x="6952" y="96674"/>
                  <a:pt x="6801" y="96393"/>
                </a:cubicBezTo>
                <a:cubicBezTo>
                  <a:pt x="6649" y="96393"/>
                  <a:pt x="7556" y="96955"/>
                  <a:pt x="7556" y="96955"/>
                </a:cubicBezTo>
                <a:cubicBezTo>
                  <a:pt x="7556" y="96955"/>
                  <a:pt x="7556" y="95550"/>
                  <a:pt x="7707" y="95550"/>
                </a:cubicBezTo>
                <a:cubicBezTo>
                  <a:pt x="7858" y="95269"/>
                  <a:pt x="7405" y="95269"/>
                  <a:pt x="7254" y="94988"/>
                </a:cubicBezTo>
                <a:cubicBezTo>
                  <a:pt x="7103" y="94707"/>
                  <a:pt x="6952" y="93864"/>
                  <a:pt x="6952" y="93864"/>
                </a:cubicBezTo>
                <a:cubicBezTo>
                  <a:pt x="6952" y="93864"/>
                  <a:pt x="6649" y="93583"/>
                  <a:pt x="6649" y="93302"/>
                </a:cubicBezTo>
                <a:cubicBezTo>
                  <a:pt x="6498" y="92177"/>
                  <a:pt x="6952" y="91334"/>
                  <a:pt x="7103" y="91334"/>
                </a:cubicBezTo>
                <a:cubicBezTo>
                  <a:pt x="7254" y="91615"/>
                  <a:pt x="7254" y="91615"/>
                  <a:pt x="7405" y="91615"/>
                </a:cubicBezTo>
                <a:cubicBezTo>
                  <a:pt x="7707" y="91896"/>
                  <a:pt x="7707" y="91896"/>
                  <a:pt x="7707" y="91896"/>
                </a:cubicBezTo>
                <a:cubicBezTo>
                  <a:pt x="7707" y="91896"/>
                  <a:pt x="8010" y="92740"/>
                  <a:pt x="8010" y="92740"/>
                </a:cubicBezTo>
                <a:cubicBezTo>
                  <a:pt x="8161" y="92740"/>
                  <a:pt x="8614" y="93583"/>
                  <a:pt x="8614" y="93583"/>
                </a:cubicBezTo>
                <a:cubicBezTo>
                  <a:pt x="8614" y="93583"/>
                  <a:pt x="8916" y="94707"/>
                  <a:pt x="9068" y="94988"/>
                </a:cubicBezTo>
                <a:cubicBezTo>
                  <a:pt x="9219" y="94988"/>
                  <a:pt x="9219" y="94426"/>
                  <a:pt x="9521" y="94426"/>
                </a:cubicBezTo>
                <a:cubicBezTo>
                  <a:pt x="9823" y="94707"/>
                  <a:pt x="10125" y="95269"/>
                  <a:pt x="10277" y="94988"/>
                </a:cubicBezTo>
                <a:cubicBezTo>
                  <a:pt x="10428" y="94988"/>
                  <a:pt x="10579" y="93583"/>
                  <a:pt x="10579" y="93583"/>
                </a:cubicBezTo>
                <a:cubicBezTo>
                  <a:pt x="10579" y="93583"/>
                  <a:pt x="9672" y="92459"/>
                  <a:pt x="9521" y="92459"/>
                </a:cubicBezTo>
                <a:cubicBezTo>
                  <a:pt x="9521" y="92177"/>
                  <a:pt x="9219" y="91896"/>
                  <a:pt x="9219" y="91615"/>
                </a:cubicBezTo>
                <a:cubicBezTo>
                  <a:pt x="9068" y="91615"/>
                  <a:pt x="8765" y="91334"/>
                  <a:pt x="8765" y="91334"/>
                </a:cubicBezTo>
                <a:cubicBezTo>
                  <a:pt x="8765" y="91334"/>
                  <a:pt x="8614" y="90491"/>
                  <a:pt x="8614" y="90491"/>
                </a:cubicBezTo>
                <a:cubicBezTo>
                  <a:pt x="8463" y="90210"/>
                  <a:pt x="8614" y="89648"/>
                  <a:pt x="8614" y="89648"/>
                </a:cubicBezTo>
                <a:cubicBezTo>
                  <a:pt x="8765" y="89367"/>
                  <a:pt x="9068" y="89086"/>
                  <a:pt x="9219" y="89086"/>
                </a:cubicBezTo>
                <a:cubicBezTo>
                  <a:pt x="9370" y="89086"/>
                  <a:pt x="9823" y="88805"/>
                  <a:pt x="9823" y="88805"/>
                </a:cubicBezTo>
                <a:cubicBezTo>
                  <a:pt x="9974" y="87400"/>
                  <a:pt x="9974" y="87400"/>
                  <a:pt x="9974" y="87400"/>
                </a:cubicBezTo>
                <a:cubicBezTo>
                  <a:pt x="9974" y="87400"/>
                  <a:pt x="10277" y="86276"/>
                  <a:pt x="10277" y="86276"/>
                </a:cubicBezTo>
                <a:cubicBezTo>
                  <a:pt x="10125" y="86276"/>
                  <a:pt x="9068" y="87119"/>
                  <a:pt x="9068" y="86838"/>
                </a:cubicBezTo>
                <a:cubicBezTo>
                  <a:pt x="8916" y="86838"/>
                  <a:pt x="8614" y="86838"/>
                  <a:pt x="8614" y="86557"/>
                </a:cubicBezTo>
                <a:cubicBezTo>
                  <a:pt x="8463" y="86276"/>
                  <a:pt x="8463" y="85714"/>
                  <a:pt x="8463" y="85433"/>
                </a:cubicBezTo>
                <a:cubicBezTo>
                  <a:pt x="8463" y="85152"/>
                  <a:pt x="8614" y="84590"/>
                  <a:pt x="8614" y="84590"/>
                </a:cubicBezTo>
                <a:cubicBezTo>
                  <a:pt x="8614" y="84590"/>
                  <a:pt x="8463" y="84028"/>
                  <a:pt x="8312" y="84028"/>
                </a:cubicBezTo>
                <a:cubicBezTo>
                  <a:pt x="8312" y="83747"/>
                  <a:pt x="8161" y="83185"/>
                  <a:pt x="8161" y="83185"/>
                </a:cubicBezTo>
                <a:cubicBezTo>
                  <a:pt x="8161" y="83185"/>
                  <a:pt x="7103" y="82060"/>
                  <a:pt x="7103" y="82060"/>
                </a:cubicBezTo>
                <a:cubicBezTo>
                  <a:pt x="7103" y="81779"/>
                  <a:pt x="7103" y="80936"/>
                  <a:pt x="7254" y="80936"/>
                </a:cubicBezTo>
                <a:cubicBezTo>
                  <a:pt x="7254" y="80655"/>
                  <a:pt x="7103" y="80093"/>
                  <a:pt x="7405" y="79531"/>
                </a:cubicBezTo>
                <a:cubicBezTo>
                  <a:pt x="7858" y="78969"/>
                  <a:pt x="8161" y="77283"/>
                  <a:pt x="8161" y="77283"/>
                </a:cubicBezTo>
                <a:cubicBezTo>
                  <a:pt x="8161" y="77283"/>
                  <a:pt x="7103" y="77002"/>
                  <a:pt x="7103" y="77002"/>
                </a:cubicBezTo>
                <a:cubicBezTo>
                  <a:pt x="6952" y="77002"/>
                  <a:pt x="6498" y="78126"/>
                  <a:pt x="6498" y="78126"/>
                </a:cubicBezTo>
                <a:cubicBezTo>
                  <a:pt x="6498" y="78126"/>
                  <a:pt x="5894" y="78407"/>
                  <a:pt x="5894" y="78688"/>
                </a:cubicBezTo>
                <a:cubicBezTo>
                  <a:pt x="5743" y="78688"/>
                  <a:pt x="4987" y="78969"/>
                  <a:pt x="4987" y="79250"/>
                </a:cubicBezTo>
                <a:cubicBezTo>
                  <a:pt x="4836" y="79250"/>
                  <a:pt x="4534" y="79812"/>
                  <a:pt x="4382" y="79812"/>
                </a:cubicBezTo>
                <a:cubicBezTo>
                  <a:pt x="4231" y="80093"/>
                  <a:pt x="3627" y="80655"/>
                  <a:pt x="3627" y="80655"/>
                </a:cubicBezTo>
                <a:cubicBezTo>
                  <a:pt x="3627" y="80655"/>
                  <a:pt x="3022" y="80655"/>
                  <a:pt x="3022" y="80655"/>
                </a:cubicBezTo>
                <a:cubicBezTo>
                  <a:pt x="3022" y="80374"/>
                  <a:pt x="3022" y="78407"/>
                  <a:pt x="3022" y="78407"/>
                </a:cubicBezTo>
                <a:cubicBezTo>
                  <a:pt x="3022" y="78407"/>
                  <a:pt x="3324" y="78126"/>
                  <a:pt x="3324" y="77845"/>
                </a:cubicBezTo>
                <a:cubicBezTo>
                  <a:pt x="3324" y="77845"/>
                  <a:pt x="3173" y="76721"/>
                  <a:pt x="3022" y="76440"/>
                </a:cubicBezTo>
                <a:cubicBezTo>
                  <a:pt x="3022" y="76440"/>
                  <a:pt x="3022" y="75035"/>
                  <a:pt x="3022" y="74754"/>
                </a:cubicBezTo>
                <a:cubicBezTo>
                  <a:pt x="3022" y="74192"/>
                  <a:pt x="2871" y="73348"/>
                  <a:pt x="2871" y="73348"/>
                </a:cubicBezTo>
                <a:cubicBezTo>
                  <a:pt x="2720" y="71943"/>
                  <a:pt x="2720" y="71943"/>
                  <a:pt x="2720" y="71943"/>
                </a:cubicBezTo>
                <a:cubicBezTo>
                  <a:pt x="2871" y="70819"/>
                  <a:pt x="2871" y="70819"/>
                  <a:pt x="2871" y="70819"/>
                </a:cubicBezTo>
                <a:cubicBezTo>
                  <a:pt x="3022" y="70257"/>
                  <a:pt x="3022" y="70257"/>
                  <a:pt x="3022" y="70257"/>
                </a:cubicBezTo>
                <a:cubicBezTo>
                  <a:pt x="3022" y="70257"/>
                  <a:pt x="3324" y="69133"/>
                  <a:pt x="3324" y="69133"/>
                </a:cubicBezTo>
                <a:cubicBezTo>
                  <a:pt x="3324" y="68852"/>
                  <a:pt x="3627" y="67728"/>
                  <a:pt x="3627" y="67728"/>
                </a:cubicBezTo>
                <a:cubicBezTo>
                  <a:pt x="3778" y="67447"/>
                  <a:pt x="4685" y="65761"/>
                  <a:pt x="4685" y="65761"/>
                </a:cubicBezTo>
                <a:cubicBezTo>
                  <a:pt x="5138" y="64637"/>
                  <a:pt x="5138" y="64637"/>
                  <a:pt x="5138" y="64637"/>
                </a:cubicBezTo>
                <a:cubicBezTo>
                  <a:pt x="5138" y="64637"/>
                  <a:pt x="5743" y="64637"/>
                  <a:pt x="5894" y="64637"/>
                </a:cubicBezTo>
                <a:cubicBezTo>
                  <a:pt x="5894" y="64637"/>
                  <a:pt x="6498" y="63793"/>
                  <a:pt x="6498" y="63793"/>
                </a:cubicBezTo>
                <a:cubicBezTo>
                  <a:pt x="6649" y="63231"/>
                  <a:pt x="6649" y="63231"/>
                  <a:pt x="6649" y="63231"/>
                </a:cubicBezTo>
                <a:cubicBezTo>
                  <a:pt x="7103" y="63231"/>
                  <a:pt x="7103" y="63231"/>
                  <a:pt x="7103" y="63231"/>
                </a:cubicBezTo>
                <a:cubicBezTo>
                  <a:pt x="7103" y="63231"/>
                  <a:pt x="7405" y="62669"/>
                  <a:pt x="7556" y="62669"/>
                </a:cubicBezTo>
                <a:cubicBezTo>
                  <a:pt x="7556" y="62669"/>
                  <a:pt x="7858" y="62669"/>
                  <a:pt x="8161" y="62669"/>
                </a:cubicBezTo>
                <a:cubicBezTo>
                  <a:pt x="8463" y="62669"/>
                  <a:pt x="8614" y="62388"/>
                  <a:pt x="8765" y="62388"/>
                </a:cubicBezTo>
                <a:cubicBezTo>
                  <a:pt x="8765" y="62669"/>
                  <a:pt x="9370" y="63793"/>
                  <a:pt x="9370" y="63793"/>
                </a:cubicBezTo>
                <a:cubicBezTo>
                  <a:pt x="11183" y="63231"/>
                  <a:pt x="11183" y="63231"/>
                  <a:pt x="11183" y="63231"/>
                </a:cubicBezTo>
                <a:cubicBezTo>
                  <a:pt x="11939" y="62669"/>
                  <a:pt x="11939" y="62669"/>
                  <a:pt x="11939" y="62669"/>
                </a:cubicBezTo>
                <a:cubicBezTo>
                  <a:pt x="11939" y="62669"/>
                  <a:pt x="11939" y="61826"/>
                  <a:pt x="11939" y="61826"/>
                </a:cubicBezTo>
                <a:cubicBezTo>
                  <a:pt x="11788" y="61545"/>
                  <a:pt x="11032" y="61264"/>
                  <a:pt x="11032" y="61264"/>
                </a:cubicBezTo>
                <a:cubicBezTo>
                  <a:pt x="11032" y="61264"/>
                  <a:pt x="10881" y="61264"/>
                  <a:pt x="11032" y="61264"/>
                </a:cubicBezTo>
                <a:cubicBezTo>
                  <a:pt x="11032" y="60983"/>
                  <a:pt x="11335" y="59859"/>
                  <a:pt x="11335" y="59859"/>
                </a:cubicBezTo>
                <a:cubicBezTo>
                  <a:pt x="11486" y="59859"/>
                  <a:pt x="11637" y="59859"/>
                  <a:pt x="11939" y="59859"/>
                </a:cubicBezTo>
                <a:cubicBezTo>
                  <a:pt x="12241" y="59859"/>
                  <a:pt x="12846" y="59859"/>
                  <a:pt x="12846" y="59859"/>
                </a:cubicBezTo>
                <a:cubicBezTo>
                  <a:pt x="12846" y="59859"/>
                  <a:pt x="13148" y="60421"/>
                  <a:pt x="12846" y="60702"/>
                </a:cubicBezTo>
                <a:cubicBezTo>
                  <a:pt x="12695" y="60983"/>
                  <a:pt x="12544" y="60983"/>
                  <a:pt x="12544" y="61264"/>
                </a:cubicBezTo>
                <a:cubicBezTo>
                  <a:pt x="12544" y="61264"/>
                  <a:pt x="12544" y="61826"/>
                  <a:pt x="12695" y="61826"/>
                </a:cubicBezTo>
                <a:cubicBezTo>
                  <a:pt x="12695" y="61826"/>
                  <a:pt x="13450" y="61545"/>
                  <a:pt x="13450" y="61545"/>
                </a:cubicBezTo>
                <a:cubicBezTo>
                  <a:pt x="13450" y="61545"/>
                  <a:pt x="13602" y="60983"/>
                  <a:pt x="13904" y="60983"/>
                </a:cubicBezTo>
                <a:cubicBezTo>
                  <a:pt x="14055" y="60702"/>
                  <a:pt x="14508" y="60421"/>
                  <a:pt x="14508" y="60421"/>
                </a:cubicBezTo>
                <a:cubicBezTo>
                  <a:pt x="16020" y="60140"/>
                  <a:pt x="16020" y="60140"/>
                  <a:pt x="16020" y="60140"/>
                </a:cubicBezTo>
                <a:cubicBezTo>
                  <a:pt x="17078" y="59578"/>
                  <a:pt x="17078" y="59578"/>
                  <a:pt x="17078" y="59578"/>
                </a:cubicBezTo>
                <a:cubicBezTo>
                  <a:pt x="17078" y="59578"/>
                  <a:pt x="18287" y="58173"/>
                  <a:pt x="18589" y="58173"/>
                </a:cubicBezTo>
                <a:cubicBezTo>
                  <a:pt x="19042" y="58454"/>
                  <a:pt x="19345" y="58454"/>
                  <a:pt x="19496" y="58173"/>
                </a:cubicBezTo>
                <a:cubicBezTo>
                  <a:pt x="19647" y="57892"/>
                  <a:pt x="19949" y="57049"/>
                  <a:pt x="19949" y="57049"/>
                </a:cubicBezTo>
                <a:cubicBezTo>
                  <a:pt x="19647" y="56768"/>
                  <a:pt x="19647" y="56768"/>
                  <a:pt x="19647" y="56768"/>
                </a:cubicBezTo>
                <a:cubicBezTo>
                  <a:pt x="18891" y="56768"/>
                  <a:pt x="18891" y="56768"/>
                  <a:pt x="18891" y="56768"/>
                </a:cubicBezTo>
                <a:cubicBezTo>
                  <a:pt x="18891" y="56768"/>
                  <a:pt x="18136" y="57049"/>
                  <a:pt x="18136" y="57049"/>
                </a:cubicBezTo>
                <a:cubicBezTo>
                  <a:pt x="17984" y="56768"/>
                  <a:pt x="17531" y="56768"/>
                  <a:pt x="17682" y="56487"/>
                </a:cubicBezTo>
                <a:cubicBezTo>
                  <a:pt x="17833" y="55925"/>
                  <a:pt x="17833" y="55925"/>
                  <a:pt x="18136" y="55362"/>
                </a:cubicBezTo>
                <a:cubicBezTo>
                  <a:pt x="18287" y="55081"/>
                  <a:pt x="18438" y="54800"/>
                  <a:pt x="18589" y="54519"/>
                </a:cubicBezTo>
                <a:cubicBezTo>
                  <a:pt x="18891" y="54519"/>
                  <a:pt x="18891" y="54238"/>
                  <a:pt x="19193" y="53957"/>
                </a:cubicBezTo>
                <a:cubicBezTo>
                  <a:pt x="19496" y="53676"/>
                  <a:pt x="19496" y="53676"/>
                  <a:pt x="20100" y="53114"/>
                </a:cubicBezTo>
                <a:cubicBezTo>
                  <a:pt x="20705" y="52833"/>
                  <a:pt x="21914" y="51147"/>
                  <a:pt x="22065" y="51147"/>
                </a:cubicBezTo>
                <a:cubicBezTo>
                  <a:pt x="22216" y="51147"/>
                  <a:pt x="22367" y="51428"/>
                  <a:pt x="22972" y="50866"/>
                </a:cubicBezTo>
                <a:cubicBezTo>
                  <a:pt x="23727" y="50585"/>
                  <a:pt x="24181" y="49742"/>
                  <a:pt x="24030" y="49742"/>
                </a:cubicBezTo>
                <a:cubicBezTo>
                  <a:pt x="23879" y="49742"/>
                  <a:pt x="23576" y="49461"/>
                  <a:pt x="23274" y="49742"/>
                </a:cubicBezTo>
                <a:cubicBezTo>
                  <a:pt x="22821" y="50023"/>
                  <a:pt x="23123" y="49461"/>
                  <a:pt x="22518" y="50023"/>
                </a:cubicBezTo>
                <a:cubicBezTo>
                  <a:pt x="21763" y="50866"/>
                  <a:pt x="20705" y="51428"/>
                  <a:pt x="20403" y="51428"/>
                </a:cubicBezTo>
                <a:cubicBezTo>
                  <a:pt x="20100" y="51147"/>
                  <a:pt x="19798" y="50866"/>
                  <a:pt x="19496" y="50304"/>
                </a:cubicBezTo>
                <a:cubicBezTo>
                  <a:pt x="19042" y="49742"/>
                  <a:pt x="18136" y="49742"/>
                  <a:pt x="18136" y="49461"/>
                </a:cubicBezTo>
                <a:cubicBezTo>
                  <a:pt x="17984" y="49461"/>
                  <a:pt x="16775" y="50304"/>
                  <a:pt x="16775" y="50304"/>
                </a:cubicBezTo>
                <a:cubicBezTo>
                  <a:pt x="16775" y="50304"/>
                  <a:pt x="15113" y="50585"/>
                  <a:pt x="14659" y="50585"/>
                </a:cubicBezTo>
                <a:cubicBezTo>
                  <a:pt x="14357" y="50585"/>
                  <a:pt x="13450" y="50304"/>
                  <a:pt x="13299" y="50304"/>
                </a:cubicBezTo>
                <a:cubicBezTo>
                  <a:pt x="13299" y="50304"/>
                  <a:pt x="12392" y="50866"/>
                  <a:pt x="12392" y="50866"/>
                </a:cubicBezTo>
                <a:cubicBezTo>
                  <a:pt x="12241" y="50866"/>
                  <a:pt x="11637" y="52552"/>
                  <a:pt x="11335" y="52833"/>
                </a:cubicBezTo>
                <a:cubicBezTo>
                  <a:pt x="11032" y="53114"/>
                  <a:pt x="10277" y="52833"/>
                  <a:pt x="10277" y="52833"/>
                </a:cubicBezTo>
                <a:cubicBezTo>
                  <a:pt x="10277" y="52833"/>
                  <a:pt x="9974" y="53395"/>
                  <a:pt x="9672" y="53676"/>
                </a:cubicBezTo>
                <a:cubicBezTo>
                  <a:pt x="9370" y="53957"/>
                  <a:pt x="8916" y="54519"/>
                  <a:pt x="8614" y="54800"/>
                </a:cubicBezTo>
                <a:cubicBezTo>
                  <a:pt x="8312" y="55081"/>
                  <a:pt x="8161" y="57330"/>
                  <a:pt x="8161" y="57611"/>
                </a:cubicBezTo>
                <a:cubicBezTo>
                  <a:pt x="8010" y="58173"/>
                  <a:pt x="7254" y="60140"/>
                  <a:pt x="7254" y="60140"/>
                </a:cubicBezTo>
                <a:cubicBezTo>
                  <a:pt x="6498" y="61545"/>
                  <a:pt x="6498" y="61545"/>
                  <a:pt x="6498" y="61545"/>
                </a:cubicBezTo>
                <a:cubicBezTo>
                  <a:pt x="6498" y="61545"/>
                  <a:pt x="5894" y="62669"/>
                  <a:pt x="5743" y="62669"/>
                </a:cubicBezTo>
                <a:cubicBezTo>
                  <a:pt x="5591" y="62950"/>
                  <a:pt x="4685" y="64637"/>
                  <a:pt x="4685" y="64637"/>
                </a:cubicBezTo>
                <a:cubicBezTo>
                  <a:pt x="4685" y="64637"/>
                  <a:pt x="4382" y="64355"/>
                  <a:pt x="4382" y="64355"/>
                </a:cubicBezTo>
                <a:cubicBezTo>
                  <a:pt x="4382" y="64355"/>
                  <a:pt x="3778" y="66042"/>
                  <a:pt x="3778" y="66042"/>
                </a:cubicBezTo>
                <a:cubicBezTo>
                  <a:pt x="3778" y="66042"/>
                  <a:pt x="3476" y="67447"/>
                  <a:pt x="3324" y="67728"/>
                </a:cubicBezTo>
                <a:cubicBezTo>
                  <a:pt x="3324" y="68009"/>
                  <a:pt x="2720" y="69695"/>
                  <a:pt x="2720" y="69695"/>
                </a:cubicBezTo>
                <a:cubicBezTo>
                  <a:pt x="2569" y="70257"/>
                  <a:pt x="2569" y="70257"/>
                  <a:pt x="2569" y="70257"/>
                </a:cubicBezTo>
                <a:cubicBezTo>
                  <a:pt x="2418" y="71381"/>
                  <a:pt x="2418" y="71381"/>
                  <a:pt x="2418" y="71381"/>
                </a:cubicBezTo>
                <a:cubicBezTo>
                  <a:pt x="2418" y="71381"/>
                  <a:pt x="2115" y="71943"/>
                  <a:pt x="2115" y="71662"/>
                </a:cubicBezTo>
                <a:cubicBezTo>
                  <a:pt x="2115" y="71381"/>
                  <a:pt x="2115" y="70257"/>
                  <a:pt x="2267" y="69976"/>
                </a:cubicBezTo>
                <a:cubicBezTo>
                  <a:pt x="2418" y="69695"/>
                  <a:pt x="2418" y="69133"/>
                  <a:pt x="2418" y="69133"/>
                </a:cubicBezTo>
                <a:cubicBezTo>
                  <a:pt x="2267" y="67728"/>
                  <a:pt x="2267" y="67728"/>
                  <a:pt x="2267" y="67728"/>
                </a:cubicBezTo>
                <a:cubicBezTo>
                  <a:pt x="2267" y="67728"/>
                  <a:pt x="2115" y="68290"/>
                  <a:pt x="2267" y="67447"/>
                </a:cubicBezTo>
                <a:cubicBezTo>
                  <a:pt x="2418" y="66604"/>
                  <a:pt x="2267" y="66604"/>
                  <a:pt x="2418" y="66323"/>
                </a:cubicBezTo>
                <a:cubicBezTo>
                  <a:pt x="2720" y="66042"/>
                  <a:pt x="2569" y="66042"/>
                  <a:pt x="3022" y="65480"/>
                </a:cubicBezTo>
                <a:cubicBezTo>
                  <a:pt x="3324" y="64918"/>
                  <a:pt x="3173" y="64637"/>
                  <a:pt x="3324" y="64637"/>
                </a:cubicBezTo>
                <a:cubicBezTo>
                  <a:pt x="3627" y="64355"/>
                  <a:pt x="3627" y="64355"/>
                  <a:pt x="3929" y="64074"/>
                </a:cubicBezTo>
                <a:cubicBezTo>
                  <a:pt x="4382" y="63512"/>
                  <a:pt x="4534" y="63231"/>
                  <a:pt x="4685" y="62950"/>
                </a:cubicBezTo>
                <a:cubicBezTo>
                  <a:pt x="4685" y="62669"/>
                  <a:pt x="5440" y="62107"/>
                  <a:pt x="5289" y="61826"/>
                </a:cubicBezTo>
                <a:cubicBezTo>
                  <a:pt x="5289" y="61545"/>
                  <a:pt x="5440" y="60983"/>
                  <a:pt x="4987" y="60983"/>
                </a:cubicBezTo>
                <a:cubicBezTo>
                  <a:pt x="4685" y="60983"/>
                  <a:pt x="4080" y="61545"/>
                  <a:pt x="3778" y="61826"/>
                </a:cubicBezTo>
                <a:cubicBezTo>
                  <a:pt x="3324" y="62107"/>
                  <a:pt x="2871" y="62669"/>
                  <a:pt x="2871" y="62669"/>
                </a:cubicBezTo>
                <a:cubicBezTo>
                  <a:pt x="2871" y="62669"/>
                  <a:pt x="1813" y="63231"/>
                  <a:pt x="1662" y="63231"/>
                </a:cubicBezTo>
                <a:cubicBezTo>
                  <a:pt x="1511" y="62950"/>
                  <a:pt x="1209" y="63231"/>
                  <a:pt x="1057" y="63231"/>
                </a:cubicBezTo>
                <a:cubicBezTo>
                  <a:pt x="755" y="63512"/>
                  <a:pt x="151" y="62950"/>
                  <a:pt x="151" y="62950"/>
                </a:cubicBezTo>
                <a:cubicBezTo>
                  <a:pt x="0" y="60983"/>
                  <a:pt x="0" y="60983"/>
                  <a:pt x="0" y="60983"/>
                </a:cubicBezTo>
                <a:cubicBezTo>
                  <a:pt x="0" y="60983"/>
                  <a:pt x="0" y="60983"/>
                  <a:pt x="0" y="60983"/>
                </a:cubicBezTo>
                <a:cubicBezTo>
                  <a:pt x="151" y="60983"/>
                  <a:pt x="151" y="61264"/>
                  <a:pt x="151" y="61264"/>
                </a:cubicBezTo>
                <a:cubicBezTo>
                  <a:pt x="151" y="61264"/>
                  <a:pt x="151" y="61264"/>
                  <a:pt x="151" y="61264"/>
                </a:cubicBezTo>
                <a:cubicBezTo>
                  <a:pt x="302" y="61545"/>
                  <a:pt x="1057" y="61545"/>
                  <a:pt x="1057" y="61545"/>
                </a:cubicBezTo>
                <a:cubicBezTo>
                  <a:pt x="1662" y="60421"/>
                  <a:pt x="1662" y="60421"/>
                  <a:pt x="1662" y="60421"/>
                </a:cubicBezTo>
                <a:cubicBezTo>
                  <a:pt x="2418" y="58454"/>
                  <a:pt x="2418" y="58454"/>
                  <a:pt x="2418" y="58454"/>
                </a:cubicBezTo>
                <a:cubicBezTo>
                  <a:pt x="1662" y="55362"/>
                  <a:pt x="1662" y="55362"/>
                  <a:pt x="1662" y="55362"/>
                </a:cubicBezTo>
                <a:cubicBezTo>
                  <a:pt x="1662" y="55362"/>
                  <a:pt x="1662" y="55362"/>
                  <a:pt x="1662" y="55362"/>
                </a:cubicBezTo>
                <a:cubicBezTo>
                  <a:pt x="1662" y="55362"/>
                  <a:pt x="1662" y="55362"/>
                  <a:pt x="1662" y="55362"/>
                </a:cubicBezTo>
                <a:cubicBezTo>
                  <a:pt x="1662" y="55362"/>
                  <a:pt x="1662" y="55362"/>
                  <a:pt x="1662" y="55362"/>
                </a:cubicBezTo>
                <a:cubicBezTo>
                  <a:pt x="1662" y="55081"/>
                  <a:pt x="1813" y="53957"/>
                  <a:pt x="1813" y="53676"/>
                </a:cubicBezTo>
                <a:cubicBezTo>
                  <a:pt x="1813" y="53395"/>
                  <a:pt x="2115" y="52271"/>
                  <a:pt x="2115" y="52271"/>
                </a:cubicBezTo>
                <a:cubicBezTo>
                  <a:pt x="2418" y="51428"/>
                  <a:pt x="2418" y="51428"/>
                  <a:pt x="2418" y="51428"/>
                </a:cubicBezTo>
                <a:cubicBezTo>
                  <a:pt x="2418" y="51428"/>
                  <a:pt x="3022" y="51147"/>
                  <a:pt x="3173" y="51147"/>
                </a:cubicBezTo>
                <a:cubicBezTo>
                  <a:pt x="3476" y="51147"/>
                  <a:pt x="2720" y="49461"/>
                  <a:pt x="2720" y="49180"/>
                </a:cubicBezTo>
                <a:cubicBezTo>
                  <a:pt x="2720" y="48899"/>
                  <a:pt x="2418" y="47494"/>
                  <a:pt x="2418" y="47494"/>
                </a:cubicBezTo>
                <a:cubicBezTo>
                  <a:pt x="2418" y="47494"/>
                  <a:pt x="1662" y="46651"/>
                  <a:pt x="1511" y="46651"/>
                </a:cubicBezTo>
                <a:cubicBezTo>
                  <a:pt x="1360" y="46651"/>
                  <a:pt x="604" y="46370"/>
                  <a:pt x="302" y="46088"/>
                </a:cubicBezTo>
                <a:cubicBezTo>
                  <a:pt x="302" y="46088"/>
                  <a:pt x="302" y="46088"/>
                  <a:pt x="302" y="46088"/>
                </a:cubicBezTo>
                <a:cubicBezTo>
                  <a:pt x="302" y="46088"/>
                  <a:pt x="302" y="46088"/>
                  <a:pt x="302" y="46088"/>
                </a:cubicBezTo>
                <a:cubicBezTo>
                  <a:pt x="302" y="46088"/>
                  <a:pt x="151" y="45807"/>
                  <a:pt x="151" y="45526"/>
                </a:cubicBezTo>
                <a:cubicBezTo>
                  <a:pt x="151" y="45526"/>
                  <a:pt x="151" y="45526"/>
                  <a:pt x="151" y="45526"/>
                </a:cubicBezTo>
                <a:cubicBezTo>
                  <a:pt x="151" y="45526"/>
                  <a:pt x="151" y="45526"/>
                  <a:pt x="151" y="45526"/>
                </a:cubicBezTo>
                <a:cubicBezTo>
                  <a:pt x="151" y="45245"/>
                  <a:pt x="151" y="45245"/>
                  <a:pt x="151" y="45245"/>
                </a:cubicBezTo>
                <a:cubicBezTo>
                  <a:pt x="151" y="45245"/>
                  <a:pt x="151" y="45245"/>
                  <a:pt x="151" y="45245"/>
                </a:cubicBezTo>
                <a:cubicBezTo>
                  <a:pt x="151" y="45245"/>
                  <a:pt x="151" y="45245"/>
                  <a:pt x="151" y="45245"/>
                </a:cubicBezTo>
                <a:cubicBezTo>
                  <a:pt x="151" y="45245"/>
                  <a:pt x="151" y="45245"/>
                  <a:pt x="151" y="45245"/>
                </a:cubicBezTo>
                <a:cubicBezTo>
                  <a:pt x="151" y="45245"/>
                  <a:pt x="151" y="45245"/>
                  <a:pt x="151" y="45245"/>
                </a:cubicBezTo>
                <a:cubicBezTo>
                  <a:pt x="302" y="44683"/>
                  <a:pt x="755" y="44402"/>
                  <a:pt x="755" y="44402"/>
                </a:cubicBezTo>
                <a:cubicBezTo>
                  <a:pt x="1360" y="43559"/>
                  <a:pt x="1360" y="43559"/>
                  <a:pt x="1360" y="43559"/>
                </a:cubicBezTo>
                <a:cubicBezTo>
                  <a:pt x="1209" y="42435"/>
                  <a:pt x="1209" y="42435"/>
                  <a:pt x="1209" y="42435"/>
                </a:cubicBezTo>
                <a:cubicBezTo>
                  <a:pt x="1209" y="42435"/>
                  <a:pt x="1813" y="41592"/>
                  <a:pt x="1964" y="41311"/>
                </a:cubicBezTo>
                <a:cubicBezTo>
                  <a:pt x="2267" y="41030"/>
                  <a:pt x="3324" y="40468"/>
                  <a:pt x="3324" y="40468"/>
                </a:cubicBezTo>
                <a:cubicBezTo>
                  <a:pt x="3778" y="39063"/>
                  <a:pt x="3778" y="39063"/>
                  <a:pt x="3778" y="39063"/>
                </a:cubicBezTo>
                <a:cubicBezTo>
                  <a:pt x="4534" y="38782"/>
                  <a:pt x="4534" y="38782"/>
                  <a:pt x="4534" y="38782"/>
                </a:cubicBezTo>
                <a:cubicBezTo>
                  <a:pt x="4836" y="37939"/>
                  <a:pt x="4836" y="37939"/>
                  <a:pt x="4836" y="37939"/>
                </a:cubicBezTo>
                <a:cubicBezTo>
                  <a:pt x="5591" y="38220"/>
                  <a:pt x="5591" y="38220"/>
                  <a:pt x="5591" y="38220"/>
                </a:cubicBezTo>
                <a:cubicBezTo>
                  <a:pt x="6801" y="39625"/>
                  <a:pt x="6801" y="39625"/>
                  <a:pt x="6801" y="39625"/>
                </a:cubicBezTo>
                <a:cubicBezTo>
                  <a:pt x="6801" y="39625"/>
                  <a:pt x="7707" y="38782"/>
                  <a:pt x="7858" y="38501"/>
                </a:cubicBezTo>
                <a:cubicBezTo>
                  <a:pt x="8161" y="38220"/>
                  <a:pt x="8463" y="38220"/>
                  <a:pt x="8463" y="38220"/>
                </a:cubicBezTo>
                <a:cubicBezTo>
                  <a:pt x="8916" y="37658"/>
                  <a:pt x="8916" y="37658"/>
                  <a:pt x="8916" y="37658"/>
                </a:cubicBezTo>
                <a:cubicBezTo>
                  <a:pt x="8916" y="37658"/>
                  <a:pt x="9672" y="37096"/>
                  <a:pt x="9823" y="36814"/>
                </a:cubicBezTo>
                <a:cubicBezTo>
                  <a:pt x="9823" y="36814"/>
                  <a:pt x="9823" y="36814"/>
                  <a:pt x="9823" y="36814"/>
                </a:cubicBezTo>
                <a:cubicBezTo>
                  <a:pt x="9823" y="36814"/>
                  <a:pt x="9823" y="36814"/>
                  <a:pt x="9823" y="36814"/>
                </a:cubicBezTo>
                <a:cubicBezTo>
                  <a:pt x="10125" y="42154"/>
                  <a:pt x="9370" y="39344"/>
                  <a:pt x="10881" y="41311"/>
                </a:cubicBezTo>
                <a:cubicBezTo>
                  <a:pt x="11032" y="41592"/>
                  <a:pt x="10881" y="41873"/>
                  <a:pt x="11032" y="42154"/>
                </a:cubicBezTo>
                <a:cubicBezTo>
                  <a:pt x="11032" y="42716"/>
                  <a:pt x="12090" y="43559"/>
                  <a:pt x="12090" y="43559"/>
                </a:cubicBezTo>
                <a:cubicBezTo>
                  <a:pt x="12090" y="43559"/>
                  <a:pt x="12997" y="43559"/>
                  <a:pt x="12997" y="43840"/>
                </a:cubicBezTo>
                <a:cubicBezTo>
                  <a:pt x="13148" y="44121"/>
                  <a:pt x="14055" y="44964"/>
                  <a:pt x="14055" y="44964"/>
                </a:cubicBezTo>
                <a:cubicBezTo>
                  <a:pt x="16020" y="44121"/>
                  <a:pt x="16020" y="44121"/>
                  <a:pt x="16020" y="44121"/>
                </a:cubicBezTo>
                <a:cubicBezTo>
                  <a:pt x="16926" y="45807"/>
                  <a:pt x="16926" y="45807"/>
                  <a:pt x="16926" y="45807"/>
                </a:cubicBezTo>
                <a:cubicBezTo>
                  <a:pt x="17984" y="45245"/>
                  <a:pt x="17984" y="45245"/>
                  <a:pt x="17984" y="45245"/>
                </a:cubicBezTo>
                <a:cubicBezTo>
                  <a:pt x="17984" y="45245"/>
                  <a:pt x="18438" y="45526"/>
                  <a:pt x="18740" y="45807"/>
                </a:cubicBezTo>
                <a:cubicBezTo>
                  <a:pt x="19042" y="46088"/>
                  <a:pt x="19949" y="45807"/>
                  <a:pt x="20251" y="45526"/>
                </a:cubicBezTo>
                <a:cubicBezTo>
                  <a:pt x="20554" y="45526"/>
                  <a:pt x="21309" y="44683"/>
                  <a:pt x="21612" y="44964"/>
                </a:cubicBezTo>
                <a:cubicBezTo>
                  <a:pt x="21914" y="44964"/>
                  <a:pt x="23274" y="44402"/>
                  <a:pt x="23274" y="44402"/>
                </a:cubicBezTo>
                <a:cubicBezTo>
                  <a:pt x="24030" y="43278"/>
                  <a:pt x="24030" y="43278"/>
                  <a:pt x="24030" y="43278"/>
                </a:cubicBezTo>
                <a:cubicBezTo>
                  <a:pt x="25541" y="41873"/>
                  <a:pt x="25541" y="41873"/>
                  <a:pt x="25541" y="41873"/>
                </a:cubicBezTo>
                <a:cubicBezTo>
                  <a:pt x="27204" y="45245"/>
                  <a:pt x="27204" y="45245"/>
                  <a:pt x="27204" y="45245"/>
                </a:cubicBezTo>
                <a:cubicBezTo>
                  <a:pt x="27204" y="45245"/>
                  <a:pt x="28866" y="44683"/>
                  <a:pt x="29017" y="44683"/>
                </a:cubicBezTo>
                <a:cubicBezTo>
                  <a:pt x="29319" y="44683"/>
                  <a:pt x="30528" y="43840"/>
                  <a:pt x="30528" y="43840"/>
                </a:cubicBezTo>
                <a:cubicBezTo>
                  <a:pt x="30528" y="43840"/>
                  <a:pt x="30831" y="42997"/>
                  <a:pt x="30680" y="42154"/>
                </a:cubicBezTo>
                <a:cubicBezTo>
                  <a:pt x="30680" y="41592"/>
                  <a:pt x="30528" y="41030"/>
                  <a:pt x="30528" y="41030"/>
                </a:cubicBezTo>
                <a:cubicBezTo>
                  <a:pt x="30528" y="41030"/>
                  <a:pt x="30226" y="40468"/>
                  <a:pt x="30680" y="40187"/>
                </a:cubicBezTo>
                <a:cubicBezTo>
                  <a:pt x="31133" y="39906"/>
                  <a:pt x="31284" y="39344"/>
                  <a:pt x="31586" y="39063"/>
                </a:cubicBezTo>
                <a:cubicBezTo>
                  <a:pt x="32040" y="38501"/>
                  <a:pt x="32342" y="37658"/>
                  <a:pt x="32493" y="37377"/>
                </a:cubicBezTo>
                <a:cubicBezTo>
                  <a:pt x="32644" y="37377"/>
                  <a:pt x="32947" y="36252"/>
                  <a:pt x="33098" y="36252"/>
                </a:cubicBezTo>
                <a:cubicBezTo>
                  <a:pt x="33098" y="35971"/>
                  <a:pt x="33400" y="35128"/>
                  <a:pt x="33400" y="34847"/>
                </a:cubicBezTo>
                <a:cubicBezTo>
                  <a:pt x="33551" y="34847"/>
                  <a:pt x="34307" y="33442"/>
                  <a:pt x="34307" y="33442"/>
                </a:cubicBezTo>
                <a:cubicBezTo>
                  <a:pt x="34609" y="32599"/>
                  <a:pt x="34609" y="32599"/>
                  <a:pt x="34609" y="32599"/>
                </a:cubicBezTo>
                <a:cubicBezTo>
                  <a:pt x="34609" y="32599"/>
                  <a:pt x="35214" y="30351"/>
                  <a:pt x="35516" y="30070"/>
                </a:cubicBezTo>
                <a:cubicBezTo>
                  <a:pt x="35818" y="30070"/>
                  <a:pt x="37481" y="27540"/>
                  <a:pt x="37783" y="27822"/>
                </a:cubicBezTo>
                <a:cubicBezTo>
                  <a:pt x="38085" y="27822"/>
                  <a:pt x="39143" y="26135"/>
                  <a:pt x="39445" y="25573"/>
                </a:cubicBezTo>
                <a:cubicBezTo>
                  <a:pt x="39748" y="25292"/>
                  <a:pt x="39748" y="24730"/>
                  <a:pt x="40503" y="24449"/>
                </a:cubicBezTo>
                <a:cubicBezTo>
                  <a:pt x="41108" y="24449"/>
                  <a:pt x="45340" y="23325"/>
                  <a:pt x="45340" y="23325"/>
                </a:cubicBezTo>
                <a:cubicBezTo>
                  <a:pt x="47758" y="21920"/>
                  <a:pt x="47758" y="21920"/>
                  <a:pt x="47758" y="21920"/>
                </a:cubicBezTo>
                <a:cubicBezTo>
                  <a:pt x="48967" y="20234"/>
                  <a:pt x="48967" y="20234"/>
                  <a:pt x="48967" y="20234"/>
                </a:cubicBezTo>
                <a:cubicBezTo>
                  <a:pt x="49118" y="19391"/>
                  <a:pt x="49118" y="19391"/>
                  <a:pt x="49118" y="19391"/>
                </a:cubicBezTo>
                <a:cubicBezTo>
                  <a:pt x="50478" y="19391"/>
                  <a:pt x="50478" y="19391"/>
                  <a:pt x="50478" y="19391"/>
                </a:cubicBezTo>
                <a:cubicBezTo>
                  <a:pt x="50478" y="19391"/>
                  <a:pt x="50327" y="20515"/>
                  <a:pt x="50327" y="20515"/>
                </a:cubicBezTo>
                <a:cubicBezTo>
                  <a:pt x="50327" y="20796"/>
                  <a:pt x="50176" y="21077"/>
                  <a:pt x="50629" y="21358"/>
                </a:cubicBezTo>
                <a:cubicBezTo>
                  <a:pt x="51083" y="21920"/>
                  <a:pt x="51536" y="22482"/>
                  <a:pt x="51687" y="22482"/>
                </a:cubicBezTo>
                <a:cubicBezTo>
                  <a:pt x="51838" y="22482"/>
                  <a:pt x="52141" y="22763"/>
                  <a:pt x="52292" y="22763"/>
                </a:cubicBezTo>
                <a:cubicBezTo>
                  <a:pt x="52443" y="23044"/>
                  <a:pt x="53198" y="23325"/>
                  <a:pt x="53198" y="23325"/>
                </a:cubicBezTo>
                <a:cubicBezTo>
                  <a:pt x="53198" y="23325"/>
                  <a:pt x="54105" y="22763"/>
                  <a:pt x="54105" y="22763"/>
                </a:cubicBezTo>
                <a:cubicBezTo>
                  <a:pt x="54105" y="22482"/>
                  <a:pt x="54559" y="22201"/>
                  <a:pt x="54861" y="21920"/>
                </a:cubicBezTo>
                <a:cubicBezTo>
                  <a:pt x="55163" y="21639"/>
                  <a:pt x="56372" y="21077"/>
                  <a:pt x="56372" y="21077"/>
                </a:cubicBezTo>
                <a:cubicBezTo>
                  <a:pt x="56372" y="21077"/>
                  <a:pt x="56675" y="21920"/>
                  <a:pt x="56826" y="21920"/>
                </a:cubicBezTo>
                <a:cubicBezTo>
                  <a:pt x="56826" y="22201"/>
                  <a:pt x="57430" y="22763"/>
                  <a:pt x="57279" y="23325"/>
                </a:cubicBezTo>
                <a:cubicBezTo>
                  <a:pt x="57279" y="23606"/>
                  <a:pt x="57279" y="24449"/>
                  <a:pt x="57279" y="24449"/>
                </a:cubicBezTo>
                <a:cubicBezTo>
                  <a:pt x="58186" y="25292"/>
                  <a:pt x="58186" y="25292"/>
                  <a:pt x="58186" y="25292"/>
                </a:cubicBezTo>
                <a:cubicBezTo>
                  <a:pt x="58186" y="25292"/>
                  <a:pt x="58790" y="25854"/>
                  <a:pt x="58942" y="26135"/>
                </a:cubicBezTo>
                <a:cubicBezTo>
                  <a:pt x="59093" y="26135"/>
                  <a:pt x="60000" y="26416"/>
                  <a:pt x="60000" y="26416"/>
                </a:cubicBezTo>
                <a:cubicBezTo>
                  <a:pt x="60151" y="24449"/>
                  <a:pt x="60151" y="24449"/>
                  <a:pt x="60151" y="24449"/>
                </a:cubicBezTo>
                <a:cubicBezTo>
                  <a:pt x="60151" y="24449"/>
                  <a:pt x="60453" y="23887"/>
                  <a:pt x="60906" y="23887"/>
                </a:cubicBezTo>
                <a:cubicBezTo>
                  <a:pt x="61360" y="23887"/>
                  <a:pt x="62115" y="23887"/>
                  <a:pt x="62115" y="23887"/>
                </a:cubicBezTo>
                <a:cubicBezTo>
                  <a:pt x="62115" y="23887"/>
                  <a:pt x="62720" y="24168"/>
                  <a:pt x="62720" y="24449"/>
                </a:cubicBezTo>
                <a:cubicBezTo>
                  <a:pt x="62720" y="24730"/>
                  <a:pt x="63476" y="25573"/>
                  <a:pt x="63476" y="25573"/>
                </a:cubicBezTo>
                <a:cubicBezTo>
                  <a:pt x="64534" y="25011"/>
                  <a:pt x="64534" y="25011"/>
                  <a:pt x="64534" y="25011"/>
                </a:cubicBezTo>
                <a:cubicBezTo>
                  <a:pt x="64987" y="25292"/>
                  <a:pt x="64987" y="25292"/>
                  <a:pt x="64987" y="25292"/>
                </a:cubicBezTo>
                <a:cubicBezTo>
                  <a:pt x="66347" y="25573"/>
                  <a:pt x="66347" y="25573"/>
                  <a:pt x="66347" y="25573"/>
                </a:cubicBezTo>
                <a:cubicBezTo>
                  <a:pt x="66347" y="25573"/>
                  <a:pt x="66649" y="25573"/>
                  <a:pt x="66649" y="25292"/>
                </a:cubicBezTo>
                <a:cubicBezTo>
                  <a:pt x="66801" y="25011"/>
                  <a:pt x="66801" y="24168"/>
                  <a:pt x="66801" y="24168"/>
                </a:cubicBezTo>
                <a:cubicBezTo>
                  <a:pt x="66801" y="24168"/>
                  <a:pt x="66649" y="24168"/>
                  <a:pt x="67103" y="23887"/>
                </a:cubicBezTo>
                <a:cubicBezTo>
                  <a:pt x="67556" y="23887"/>
                  <a:pt x="67405" y="23606"/>
                  <a:pt x="67556" y="23887"/>
                </a:cubicBezTo>
                <a:cubicBezTo>
                  <a:pt x="67707" y="24168"/>
                  <a:pt x="68312" y="24168"/>
                  <a:pt x="68614" y="24449"/>
                </a:cubicBezTo>
                <a:cubicBezTo>
                  <a:pt x="68765" y="24449"/>
                  <a:pt x="69370" y="24730"/>
                  <a:pt x="69521" y="24730"/>
                </a:cubicBezTo>
                <a:cubicBezTo>
                  <a:pt x="69672" y="24730"/>
                  <a:pt x="71183" y="24449"/>
                  <a:pt x="71183" y="24449"/>
                </a:cubicBezTo>
                <a:cubicBezTo>
                  <a:pt x="71183" y="24449"/>
                  <a:pt x="70881" y="24730"/>
                  <a:pt x="71486" y="24168"/>
                </a:cubicBezTo>
                <a:cubicBezTo>
                  <a:pt x="72090" y="23606"/>
                  <a:pt x="72846" y="22763"/>
                  <a:pt x="72846" y="22763"/>
                </a:cubicBezTo>
                <a:cubicBezTo>
                  <a:pt x="72846" y="22763"/>
                  <a:pt x="72846" y="22763"/>
                  <a:pt x="73299" y="22482"/>
                </a:cubicBezTo>
                <a:cubicBezTo>
                  <a:pt x="73753" y="22201"/>
                  <a:pt x="73753" y="21077"/>
                  <a:pt x="73753" y="21077"/>
                </a:cubicBezTo>
                <a:cubicBezTo>
                  <a:pt x="73753" y="21077"/>
                  <a:pt x="73753" y="21077"/>
                  <a:pt x="74055" y="21077"/>
                </a:cubicBezTo>
                <a:cubicBezTo>
                  <a:pt x="74206" y="20796"/>
                  <a:pt x="75113" y="20515"/>
                  <a:pt x="75113" y="20515"/>
                </a:cubicBezTo>
                <a:cubicBezTo>
                  <a:pt x="75113" y="20515"/>
                  <a:pt x="75264" y="19953"/>
                  <a:pt x="75415" y="19672"/>
                </a:cubicBezTo>
                <a:cubicBezTo>
                  <a:pt x="75566" y="19672"/>
                  <a:pt x="75869" y="19110"/>
                  <a:pt x="75869" y="19110"/>
                </a:cubicBezTo>
                <a:cubicBezTo>
                  <a:pt x="76020" y="19110"/>
                  <a:pt x="76020" y="19110"/>
                  <a:pt x="76020" y="19110"/>
                </a:cubicBezTo>
                <a:cubicBezTo>
                  <a:pt x="76624" y="18829"/>
                  <a:pt x="76624" y="18829"/>
                  <a:pt x="76624" y="18829"/>
                </a:cubicBezTo>
                <a:cubicBezTo>
                  <a:pt x="76775" y="18266"/>
                  <a:pt x="76775" y="18266"/>
                  <a:pt x="76775" y="18266"/>
                </a:cubicBezTo>
                <a:cubicBezTo>
                  <a:pt x="77984" y="18829"/>
                  <a:pt x="77984" y="18829"/>
                  <a:pt x="77984" y="18829"/>
                </a:cubicBezTo>
                <a:cubicBezTo>
                  <a:pt x="77984" y="18829"/>
                  <a:pt x="79042" y="19110"/>
                  <a:pt x="79193" y="18829"/>
                </a:cubicBezTo>
                <a:cubicBezTo>
                  <a:pt x="79496" y="18829"/>
                  <a:pt x="79949" y="17423"/>
                  <a:pt x="80251" y="17704"/>
                </a:cubicBezTo>
                <a:cubicBezTo>
                  <a:pt x="80403" y="17704"/>
                  <a:pt x="80705" y="18266"/>
                  <a:pt x="80856" y="17985"/>
                </a:cubicBezTo>
                <a:cubicBezTo>
                  <a:pt x="81007" y="17985"/>
                  <a:pt x="81158" y="18548"/>
                  <a:pt x="81612" y="17985"/>
                </a:cubicBezTo>
                <a:cubicBezTo>
                  <a:pt x="82216" y="17142"/>
                  <a:pt x="82670" y="16018"/>
                  <a:pt x="82670" y="16018"/>
                </a:cubicBezTo>
                <a:cubicBezTo>
                  <a:pt x="82670" y="16018"/>
                  <a:pt x="82518" y="15456"/>
                  <a:pt x="82972" y="15175"/>
                </a:cubicBezTo>
                <a:cubicBezTo>
                  <a:pt x="83425" y="14613"/>
                  <a:pt x="83425" y="14332"/>
                  <a:pt x="83727" y="14332"/>
                </a:cubicBezTo>
                <a:cubicBezTo>
                  <a:pt x="84030" y="14051"/>
                  <a:pt x="84030" y="14332"/>
                  <a:pt x="84181" y="13770"/>
                </a:cubicBezTo>
                <a:cubicBezTo>
                  <a:pt x="84181" y="13208"/>
                  <a:pt x="84181" y="12646"/>
                  <a:pt x="84332" y="12365"/>
                </a:cubicBezTo>
                <a:cubicBezTo>
                  <a:pt x="84483" y="12365"/>
                  <a:pt x="84634" y="11803"/>
                  <a:pt x="84937" y="11803"/>
                </a:cubicBezTo>
                <a:cubicBezTo>
                  <a:pt x="85088" y="11522"/>
                  <a:pt x="85390" y="11241"/>
                  <a:pt x="85390" y="10679"/>
                </a:cubicBezTo>
                <a:cubicBezTo>
                  <a:pt x="85541" y="10117"/>
                  <a:pt x="85239" y="10398"/>
                  <a:pt x="85541" y="10117"/>
                </a:cubicBezTo>
                <a:cubicBezTo>
                  <a:pt x="85843" y="9555"/>
                  <a:pt x="85994" y="9274"/>
                  <a:pt x="86297" y="8711"/>
                </a:cubicBezTo>
                <a:cubicBezTo>
                  <a:pt x="86599" y="8430"/>
                  <a:pt x="86750" y="8149"/>
                  <a:pt x="86901" y="7587"/>
                </a:cubicBezTo>
                <a:cubicBezTo>
                  <a:pt x="86901" y="7025"/>
                  <a:pt x="86901" y="6744"/>
                  <a:pt x="87052" y="5901"/>
                </a:cubicBezTo>
                <a:cubicBezTo>
                  <a:pt x="87355" y="5058"/>
                  <a:pt x="87052" y="4496"/>
                  <a:pt x="87506" y="4496"/>
                </a:cubicBezTo>
                <a:cubicBezTo>
                  <a:pt x="87657" y="4496"/>
                  <a:pt x="87657" y="4496"/>
                  <a:pt x="87808" y="4496"/>
                </a:cubicBezTo>
                <a:cubicBezTo>
                  <a:pt x="87808" y="5058"/>
                  <a:pt x="88110" y="5339"/>
                  <a:pt x="88413" y="5620"/>
                </a:cubicBezTo>
                <a:cubicBezTo>
                  <a:pt x="88866" y="5901"/>
                  <a:pt x="90075" y="4777"/>
                  <a:pt x="90075" y="4777"/>
                </a:cubicBezTo>
                <a:cubicBezTo>
                  <a:pt x="90831" y="4215"/>
                  <a:pt x="90831" y="4215"/>
                  <a:pt x="90831" y="4215"/>
                </a:cubicBezTo>
                <a:cubicBezTo>
                  <a:pt x="91586" y="3934"/>
                  <a:pt x="91586" y="3934"/>
                  <a:pt x="91586" y="3934"/>
                </a:cubicBezTo>
                <a:cubicBezTo>
                  <a:pt x="91586" y="3934"/>
                  <a:pt x="93400" y="3653"/>
                  <a:pt x="93702" y="3372"/>
                </a:cubicBezTo>
                <a:cubicBezTo>
                  <a:pt x="94156" y="2810"/>
                  <a:pt x="94156" y="2248"/>
                  <a:pt x="94156" y="2248"/>
                </a:cubicBezTo>
                <a:cubicBezTo>
                  <a:pt x="94005" y="1405"/>
                  <a:pt x="94005" y="1405"/>
                  <a:pt x="94005" y="1405"/>
                </a:cubicBezTo>
                <a:cubicBezTo>
                  <a:pt x="94005" y="1405"/>
                  <a:pt x="94911" y="562"/>
                  <a:pt x="95365" y="281"/>
                </a:cubicBezTo>
                <a:cubicBezTo>
                  <a:pt x="95667" y="0"/>
                  <a:pt x="95969" y="562"/>
                  <a:pt x="95969" y="562"/>
                </a:cubicBezTo>
                <a:cubicBezTo>
                  <a:pt x="96423" y="1405"/>
                  <a:pt x="96423" y="1405"/>
                  <a:pt x="96423" y="1405"/>
                </a:cubicBezTo>
                <a:cubicBezTo>
                  <a:pt x="97027" y="2529"/>
                  <a:pt x="97027" y="2529"/>
                  <a:pt x="97027" y="2529"/>
                </a:cubicBezTo>
                <a:cubicBezTo>
                  <a:pt x="97783" y="2810"/>
                  <a:pt x="97783" y="2810"/>
                  <a:pt x="97783" y="2810"/>
                </a:cubicBezTo>
                <a:cubicBezTo>
                  <a:pt x="97783" y="2810"/>
                  <a:pt x="98236" y="3653"/>
                  <a:pt x="98387" y="3934"/>
                </a:cubicBezTo>
                <a:cubicBezTo>
                  <a:pt x="98387" y="4496"/>
                  <a:pt x="98387" y="4496"/>
                  <a:pt x="98387" y="4496"/>
                </a:cubicBezTo>
                <a:cubicBezTo>
                  <a:pt x="99294" y="4496"/>
                  <a:pt x="99294" y="4496"/>
                  <a:pt x="99294" y="4496"/>
                </a:cubicBezTo>
                <a:cubicBezTo>
                  <a:pt x="100050" y="3934"/>
                  <a:pt x="100050" y="3934"/>
                  <a:pt x="100050" y="3934"/>
                </a:cubicBezTo>
                <a:cubicBezTo>
                  <a:pt x="100806" y="4777"/>
                  <a:pt x="100806" y="4777"/>
                  <a:pt x="100806" y="4777"/>
                </a:cubicBezTo>
                <a:cubicBezTo>
                  <a:pt x="101410" y="4496"/>
                  <a:pt x="101410" y="4496"/>
                  <a:pt x="101410" y="4496"/>
                </a:cubicBezTo>
                <a:cubicBezTo>
                  <a:pt x="101561" y="4496"/>
                  <a:pt x="101561" y="4777"/>
                  <a:pt x="101712" y="4777"/>
                </a:cubicBezTo>
                <a:cubicBezTo>
                  <a:pt x="101712" y="5058"/>
                  <a:pt x="101712" y="5339"/>
                  <a:pt x="101712" y="5620"/>
                </a:cubicBezTo>
                <a:cubicBezTo>
                  <a:pt x="101863" y="6182"/>
                  <a:pt x="102015" y="6182"/>
                  <a:pt x="102015" y="6182"/>
                </a:cubicBezTo>
                <a:cubicBezTo>
                  <a:pt x="102317" y="7025"/>
                  <a:pt x="102317" y="7025"/>
                  <a:pt x="102317" y="7025"/>
                </a:cubicBezTo>
                <a:cubicBezTo>
                  <a:pt x="102468" y="7868"/>
                  <a:pt x="102468" y="7868"/>
                  <a:pt x="102468" y="7868"/>
                </a:cubicBezTo>
                <a:cubicBezTo>
                  <a:pt x="102317" y="9274"/>
                  <a:pt x="102317" y="9274"/>
                  <a:pt x="102317" y="9274"/>
                </a:cubicBezTo>
                <a:cubicBezTo>
                  <a:pt x="102317" y="9274"/>
                  <a:pt x="102015" y="10679"/>
                  <a:pt x="101863" y="11241"/>
                </a:cubicBezTo>
                <a:cubicBezTo>
                  <a:pt x="101712" y="11803"/>
                  <a:pt x="102166" y="12365"/>
                  <a:pt x="102166" y="12365"/>
                </a:cubicBezTo>
                <a:cubicBezTo>
                  <a:pt x="102317" y="12927"/>
                  <a:pt x="102317" y="12927"/>
                  <a:pt x="102317" y="12927"/>
                </a:cubicBezTo>
                <a:cubicBezTo>
                  <a:pt x="102317" y="12927"/>
                  <a:pt x="102468" y="13770"/>
                  <a:pt x="102619" y="14051"/>
                </a:cubicBezTo>
                <a:cubicBezTo>
                  <a:pt x="102619" y="14332"/>
                  <a:pt x="102619" y="14332"/>
                  <a:pt x="102619" y="14332"/>
                </a:cubicBezTo>
                <a:cubicBezTo>
                  <a:pt x="102619" y="14332"/>
                  <a:pt x="103073" y="14894"/>
                  <a:pt x="103224" y="15175"/>
                </a:cubicBezTo>
                <a:cubicBezTo>
                  <a:pt x="103375" y="15175"/>
                  <a:pt x="103375" y="15456"/>
                  <a:pt x="103526" y="15737"/>
                </a:cubicBezTo>
                <a:cubicBezTo>
                  <a:pt x="103677" y="16018"/>
                  <a:pt x="103526" y="16580"/>
                  <a:pt x="103526" y="16580"/>
                </a:cubicBezTo>
                <a:cubicBezTo>
                  <a:pt x="103073" y="17423"/>
                  <a:pt x="103073" y="17423"/>
                  <a:pt x="103073" y="17423"/>
                </a:cubicBezTo>
                <a:cubicBezTo>
                  <a:pt x="103073" y="17423"/>
                  <a:pt x="103828" y="17423"/>
                  <a:pt x="104130" y="17423"/>
                </a:cubicBezTo>
                <a:cubicBezTo>
                  <a:pt x="104433" y="17423"/>
                  <a:pt x="104433" y="17423"/>
                  <a:pt x="104584" y="17423"/>
                </a:cubicBezTo>
                <a:cubicBezTo>
                  <a:pt x="104735" y="17423"/>
                  <a:pt x="105340" y="17704"/>
                  <a:pt x="105340" y="17704"/>
                </a:cubicBezTo>
                <a:cubicBezTo>
                  <a:pt x="105340" y="17704"/>
                  <a:pt x="105642" y="17423"/>
                  <a:pt x="105793" y="17423"/>
                </a:cubicBezTo>
                <a:cubicBezTo>
                  <a:pt x="106095" y="17142"/>
                  <a:pt x="106397" y="17142"/>
                  <a:pt x="106397" y="17142"/>
                </a:cubicBezTo>
                <a:cubicBezTo>
                  <a:pt x="107002" y="16299"/>
                  <a:pt x="107002" y="16299"/>
                  <a:pt x="107002" y="16299"/>
                </a:cubicBezTo>
                <a:cubicBezTo>
                  <a:pt x="107002" y="16299"/>
                  <a:pt x="107758" y="16580"/>
                  <a:pt x="108060" y="16580"/>
                </a:cubicBezTo>
                <a:cubicBezTo>
                  <a:pt x="108211" y="16580"/>
                  <a:pt x="108664" y="16580"/>
                  <a:pt x="108816" y="16299"/>
                </a:cubicBezTo>
                <a:cubicBezTo>
                  <a:pt x="108967" y="16299"/>
                  <a:pt x="109571" y="16861"/>
                  <a:pt x="109571" y="16861"/>
                </a:cubicBezTo>
                <a:cubicBezTo>
                  <a:pt x="109571" y="16861"/>
                  <a:pt x="109874" y="17423"/>
                  <a:pt x="110025" y="17704"/>
                </a:cubicBezTo>
                <a:cubicBezTo>
                  <a:pt x="109874" y="18548"/>
                  <a:pt x="109722" y="19110"/>
                  <a:pt x="109722" y="19391"/>
                </a:cubicBezTo>
                <a:cubicBezTo>
                  <a:pt x="109874" y="19672"/>
                  <a:pt x="110327" y="20234"/>
                  <a:pt x="110478" y="20796"/>
                </a:cubicBezTo>
                <a:cubicBezTo>
                  <a:pt x="110478" y="21077"/>
                  <a:pt x="109874" y="22482"/>
                  <a:pt x="109874" y="22482"/>
                </a:cubicBezTo>
                <a:close/>
                <a:moveTo>
                  <a:pt x="0" y="46088"/>
                </a:moveTo>
                <a:cubicBezTo>
                  <a:pt x="0" y="46088"/>
                  <a:pt x="0" y="46088"/>
                  <a:pt x="0" y="46088"/>
                </a:cubicBezTo>
                <a:cubicBezTo>
                  <a:pt x="0" y="46088"/>
                  <a:pt x="0" y="46088"/>
                  <a:pt x="0" y="46088"/>
                </a:cubicBezTo>
                <a:cubicBezTo>
                  <a:pt x="0" y="46088"/>
                  <a:pt x="0" y="46088"/>
                  <a:pt x="0" y="46088"/>
                </a:cubicBezTo>
                <a:cubicBezTo>
                  <a:pt x="0" y="46088"/>
                  <a:pt x="0" y="46088"/>
                  <a:pt x="0" y="46088"/>
                </a:cubicBezTo>
                <a:cubicBezTo>
                  <a:pt x="0" y="46088"/>
                  <a:pt x="0" y="46088"/>
                  <a:pt x="0" y="46088"/>
                </a:cubicBez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cxnSp>
        <p:nvCxnSpPr>
          <p:cNvPr id="21" name="Eğri Bağlayıcı 16">
            <a:extLst>
              <a:ext uri="{FF2B5EF4-FFF2-40B4-BE49-F238E27FC236}">
                <a16:creationId xmlns:a16="http://schemas.microsoft.com/office/drawing/2014/main" id="{C2E4B9E9-3ADD-40D7-B2D2-5B551E2DAEB4}"/>
              </a:ext>
            </a:extLst>
          </p:cNvPr>
          <p:cNvCxnSpPr/>
          <p:nvPr/>
        </p:nvCxnSpPr>
        <p:spPr>
          <a:xfrm flipV="1">
            <a:off x="6443175" y="5820665"/>
            <a:ext cx="928551" cy="572404"/>
          </a:xfrm>
          <a:prstGeom prst="curvedConnector3">
            <a:avLst>
              <a:gd name="adj1" fmla="val 50000"/>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ğri Bağlayıcı 17">
            <a:extLst>
              <a:ext uri="{FF2B5EF4-FFF2-40B4-BE49-F238E27FC236}">
                <a16:creationId xmlns:a16="http://schemas.microsoft.com/office/drawing/2014/main" id="{3B57FE3F-9683-4D12-9DC8-31F68ED03D4A}"/>
              </a:ext>
            </a:extLst>
          </p:cNvPr>
          <p:cNvCxnSpPr/>
          <p:nvPr/>
        </p:nvCxnSpPr>
        <p:spPr>
          <a:xfrm flipV="1">
            <a:off x="10063884" y="4514155"/>
            <a:ext cx="1030921" cy="770608"/>
          </a:xfrm>
          <a:prstGeom prst="curvedConnector3">
            <a:avLst>
              <a:gd name="adj1" fmla="val 5000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ğri Bağlayıcı 18">
            <a:extLst>
              <a:ext uri="{FF2B5EF4-FFF2-40B4-BE49-F238E27FC236}">
                <a16:creationId xmlns:a16="http://schemas.microsoft.com/office/drawing/2014/main" id="{FB5F3898-5A1C-4A39-B9F7-6229CE80FCC7}"/>
              </a:ext>
            </a:extLst>
          </p:cNvPr>
          <p:cNvCxnSpPr>
            <a:cxnSpLocks/>
          </p:cNvCxnSpPr>
          <p:nvPr/>
        </p:nvCxnSpPr>
        <p:spPr>
          <a:xfrm>
            <a:off x="6213546" y="4747603"/>
            <a:ext cx="4927648" cy="1486315"/>
          </a:xfrm>
          <a:prstGeom prst="curvedConnector3">
            <a:avLst>
              <a:gd name="adj1" fmla="val 47546"/>
            </a:avLst>
          </a:prstGeom>
          <a:ln w="76200">
            <a:solidFill>
              <a:srgbClr val="00DA05"/>
            </a:solidFill>
            <a:tailEnd type="triangle"/>
          </a:ln>
        </p:spPr>
        <p:style>
          <a:lnRef idx="1">
            <a:schemeClr val="accent1"/>
          </a:lnRef>
          <a:fillRef idx="0">
            <a:schemeClr val="accent1"/>
          </a:fillRef>
          <a:effectRef idx="0">
            <a:schemeClr val="accent1"/>
          </a:effectRef>
          <a:fontRef idx="minor">
            <a:schemeClr val="tx1"/>
          </a:fontRef>
        </p:style>
      </p:cxnSp>
      <p:cxnSp>
        <p:nvCxnSpPr>
          <p:cNvPr id="25" name="Düz Ok Bağlayıcısı 24">
            <a:extLst>
              <a:ext uri="{FF2B5EF4-FFF2-40B4-BE49-F238E27FC236}">
                <a16:creationId xmlns:a16="http://schemas.microsoft.com/office/drawing/2014/main" id="{F8FD2CD9-D501-4976-B542-43BCF2A54734}"/>
              </a:ext>
            </a:extLst>
          </p:cNvPr>
          <p:cNvCxnSpPr>
            <a:cxnSpLocks/>
          </p:cNvCxnSpPr>
          <p:nvPr/>
        </p:nvCxnSpPr>
        <p:spPr>
          <a:xfrm flipH="1" flipV="1">
            <a:off x="8970983" y="5248669"/>
            <a:ext cx="1309138" cy="590452"/>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7" name="Metin kutusu 16">
            <a:extLst>
              <a:ext uri="{FF2B5EF4-FFF2-40B4-BE49-F238E27FC236}">
                <a16:creationId xmlns:a16="http://schemas.microsoft.com/office/drawing/2014/main" id="{73365E32-ED92-47A7-804B-FFF6CB400E72}"/>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85933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Effect transition="in" filter="fade">
                                      <p:cBhvr>
                                        <p:cTn id="15" dur="500"/>
                                        <p:tgtEl>
                                          <p:spTgt spid="1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xEl>
                                              <p:pRg st="2" end="2"/>
                                            </p:txEl>
                                          </p:spTgt>
                                        </p:tgtEl>
                                        <p:attrNameLst>
                                          <p:attrName>style.visibility</p:attrName>
                                        </p:attrNameLst>
                                      </p:cBhvr>
                                      <p:to>
                                        <p:strVal val="visible"/>
                                      </p:to>
                                    </p:set>
                                    <p:animEffect transition="in" filter="fade">
                                      <p:cBhvr>
                                        <p:cTn id="20" dur="500"/>
                                        <p:tgtEl>
                                          <p:spTgt spid="1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animEffect transition="in" filter="fade">
                                      <p:cBhvr>
                                        <p:cTn id="25" dur="500"/>
                                        <p:tgtEl>
                                          <p:spTgt spid="1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500"/>
                                        <p:tgtEl>
                                          <p:spTgt spid="42"/>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fade">
                                      <p:cBhvr>
                                        <p:cTn id="46" dur="500"/>
                                        <p:tgtEl>
                                          <p:spTgt spid="43"/>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fade">
                                      <p:cBhvr>
                                        <p:cTn id="54" dur="500"/>
                                        <p:tgtEl>
                                          <p:spTgt spid="44"/>
                                        </p:tgtEl>
                                      </p:cBhvr>
                                    </p:animEffect>
                                  </p:childTnLst>
                                </p:cTn>
                              </p:par>
                              <p:par>
                                <p:cTn id="55" presetID="10" presetClass="entr" presetSubtype="0"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500"/>
                                        <p:tgtEl>
                                          <p:spTgt spid="4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500"/>
                                        <p:tgtEl>
                                          <p:spTgt spid="46"/>
                                        </p:tgtEl>
                                      </p:cBhvr>
                                    </p:animEffect>
                                  </p:childTnLst>
                                </p:cTn>
                              </p:par>
                              <p:par>
                                <p:cTn id="66" presetID="10" presetClass="entr" presetSubtype="0" fill="hold"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2" grpId="0"/>
      <p:bldP spid="43" grpId="0"/>
      <p:bldP spid="44" grpId="0"/>
      <p:bldP spid="45" grpId="0"/>
      <p:bldP spid="46" grpId="0"/>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4944" y="601996"/>
            <a:ext cx="5650033" cy="370246"/>
          </a:xfrm>
        </p:spPr>
        <p:txBody>
          <a:bodyPr>
            <a:noAutofit/>
          </a:bodyPr>
          <a:lstStyle/>
          <a:p>
            <a:pPr marL="0" indent="0">
              <a:buNone/>
            </a:pPr>
            <a:r>
              <a:rPr lang="tr-TR" sz="1904" b="1" dirty="0">
                <a:latin typeface="Myriad Pro"/>
                <a:cs typeface="Myriad Pro"/>
              </a:rPr>
              <a:t>TRANSİT BEYANI YAPILABİLECEK BELGELER </a:t>
            </a:r>
            <a:endParaRPr lang="tr-TR" sz="5400" b="1" i="1" dirty="0">
              <a:solidFill>
                <a:srgbClr val="00B050"/>
              </a:solidFill>
              <a:latin typeface="Myriad Pro"/>
            </a:endParaRPr>
          </a:p>
          <a:p>
            <a:pPr marL="0" indent="0">
              <a:buNone/>
            </a:pPr>
            <a:r>
              <a:rPr lang="tr-TR" sz="900" b="1" i="1" dirty="0">
                <a:solidFill>
                  <a:srgbClr val="00B0F0"/>
                </a:solidFill>
                <a:latin typeface="Myriad Pro"/>
              </a:rPr>
              <a:t>{GK </a:t>
            </a:r>
            <a:r>
              <a:rPr lang="tr-TR" sz="900" b="1" i="1" dirty="0" err="1">
                <a:solidFill>
                  <a:srgbClr val="00B0F0"/>
                </a:solidFill>
                <a:latin typeface="Myriad Pro"/>
              </a:rPr>
              <a:t>md.</a:t>
            </a:r>
            <a:r>
              <a:rPr lang="tr-TR" sz="900" b="1" i="1" dirty="0">
                <a:solidFill>
                  <a:srgbClr val="00B0F0"/>
                </a:solidFill>
                <a:latin typeface="Myriad Pro"/>
              </a:rPr>
              <a:t> 84/3, GY md.213/1}</a:t>
            </a:r>
            <a:endParaRPr lang="en-US" sz="900" dirty="0">
              <a:latin typeface="Myriad Pro"/>
            </a:endParaRPr>
          </a:p>
          <a:p>
            <a:pPr marL="0" indent="0">
              <a:buNone/>
            </a:pPr>
            <a:r>
              <a:rPr lang="tr-TR" sz="1904" b="1" dirty="0">
                <a:latin typeface="Myriad Pro"/>
                <a:cs typeface="Myriad Pro"/>
              </a:rPr>
              <a:t> </a:t>
            </a:r>
          </a:p>
        </p:txBody>
      </p:sp>
      <p:sp>
        <p:nvSpPr>
          <p:cNvPr id="28" name="Dikdörtgen 27">
            <a:extLst>
              <a:ext uri="{FF2B5EF4-FFF2-40B4-BE49-F238E27FC236}">
                <a16:creationId xmlns:a16="http://schemas.microsoft.com/office/drawing/2014/main" id="{7F49B8C8-8D72-49F3-B906-81FEFDF812F3}"/>
              </a:ext>
            </a:extLst>
          </p:cNvPr>
          <p:cNvSpPr/>
          <p:nvPr/>
        </p:nvSpPr>
        <p:spPr>
          <a:xfrm>
            <a:off x="1034224" y="2218621"/>
            <a:ext cx="9792506" cy="4093428"/>
          </a:xfrm>
          <a:prstGeom prst="rect">
            <a:avLst/>
          </a:prstGeom>
        </p:spPr>
        <p:txBody>
          <a:bodyPr wrap="square">
            <a:spAutoFit/>
          </a:bodyPr>
          <a:lstStyle/>
          <a:p>
            <a:pPr marL="302266" indent="-302266">
              <a:buFontTx/>
              <a:buChar char="-"/>
            </a:pPr>
            <a:r>
              <a:rPr lang="tr-TR" sz="2000" b="1" dirty="0">
                <a:solidFill>
                  <a:srgbClr val="3829FF"/>
                </a:solidFill>
                <a:latin typeface="Myriad Pro"/>
              </a:rPr>
              <a:t>Transit Refakat Belgesi </a:t>
            </a:r>
            <a:r>
              <a:rPr lang="tr-TR" sz="2000" dirty="0">
                <a:solidFill>
                  <a:srgbClr val="3829FF"/>
                </a:solidFill>
                <a:latin typeface="Myriad Pro"/>
              </a:rPr>
              <a:t>(TRB)</a:t>
            </a:r>
          </a:p>
          <a:p>
            <a:pPr marL="302266" indent="-302266">
              <a:buFontTx/>
              <a:buChar char="-"/>
            </a:pPr>
            <a:r>
              <a:rPr lang="tr-TR" sz="2000" b="1" dirty="0">
                <a:solidFill>
                  <a:srgbClr val="FF0000"/>
                </a:solidFill>
                <a:latin typeface="Myriad Pro"/>
              </a:rPr>
              <a:t>TIR Karnesi</a:t>
            </a:r>
          </a:p>
          <a:p>
            <a:pPr marL="302266" indent="-302266">
              <a:buFontTx/>
              <a:buChar char="-"/>
            </a:pPr>
            <a:r>
              <a:rPr lang="tr-TR" sz="2000" b="1" dirty="0">
                <a:latin typeface="Myriad Pro"/>
              </a:rPr>
              <a:t>ATA Karnesi</a:t>
            </a:r>
          </a:p>
          <a:p>
            <a:pPr marL="302266" indent="-302266">
              <a:buFontTx/>
              <a:buChar char="-"/>
            </a:pPr>
            <a:r>
              <a:rPr lang="tr-TR" sz="2000" b="1" dirty="0">
                <a:latin typeface="Myriad Pro"/>
              </a:rPr>
              <a:t>Form 302</a:t>
            </a:r>
          </a:p>
          <a:p>
            <a:pPr marL="302266" indent="-302266">
              <a:buFontTx/>
              <a:buChar char="-"/>
            </a:pPr>
            <a:r>
              <a:rPr lang="tr-TR" sz="2000" b="1" dirty="0">
                <a:latin typeface="Myriad Pro"/>
              </a:rPr>
              <a:t>CIM Taşıma Belgesi </a:t>
            </a:r>
            <a:r>
              <a:rPr lang="tr-TR" sz="2000" i="1" dirty="0">
                <a:latin typeface="Myriad Pro"/>
              </a:rPr>
              <a:t>(Demiryolu taşımacılığında basitleştirilmiş usulde)</a:t>
            </a:r>
          </a:p>
          <a:p>
            <a:pPr marL="302266" indent="-302266">
              <a:buFontTx/>
              <a:buChar char="-"/>
            </a:pPr>
            <a:r>
              <a:rPr lang="tr-TR" sz="2000" b="1" dirty="0">
                <a:latin typeface="Myriad Pro"/>
              </a:rPr>
              <a:t>TR Transfer Notu </a:t>
            </a:r>
            <a:r>
              <a:rPr lang="tr-TR" sz="2000" i="1" dirty="0">
                <a:latin typeface="Myriad Pro"/>
              </a:rPr>
              <a:t>(büyük konteyner taşımalarında)</a:t>
            </a:r>
          </a:p>
          <a:p>
            <a:pPr marL="302266" indent="-302266">
              <a:buFontTx/>
              <a:buChar char="-"/>
            </a:pPr>
            <a:r>
              <a:rPr lang="tr-TR" sz="2000" b="1" dirty="0">
                <a:latin typeface="Myriad Pro"/>
              </a:rPr>
              <a:t>Manifesto </a:t>
            </a:r>
            <a:r>
              <a:rPr lang="tr-TR" sz="2000" i="1" dirty="0">
                <a:latin typeface="Myriad Pro"/>
              </a:rPr>
              <a:t>(Denizyolu ve Havayolu taşımacılığında basitleştirilmiş usulde)</a:t>
            </a:r>
          </a:p>
          <a:p>
            <a:pPr marL="302266" indent="-302266">
              <a:buFontTx/>
              <a:buChar char="-"/>
            </a:pPr>
            <a:r>
              <a:rPr lang="tr-TR" sz="2000" b="1" dirty="0">
                <a:latin typeface="Myriad Pro"/>
              </a:rPr>
              <a:t>Sözlü Beyan Formu </a:t>
            </a:r>
            <a:r>
              <a:rPr lang="tr-TR" sz="2000" i="1" dirty="0">
                <a:latin typeface="Myriad Pro"/>
              </a:rPr>
              <a:t>(Ticari mahiyette olmayan, yolcu beraberinde getirilen ve kişisel / hediyelik eşya muafiyetinde olmayan eşyanın transitinde)</a:t>
            </a:r>
          </a:p>
          <a:p>
            <a:pPr marL="302266" indent="-302266">
              <a:buFontTx/>
              <a:buChar char="-"/>
            </a:pPr>
            <a:endParaRPr lang="tr-TR" sz="2000" i="1" dirty="0">
              <a:latin typeface="Myriad Pro"/>
            </a:endParaRPr>
          </a:p>
          <a:p>
            <a:pPr marL="302266" indent="-302266">
              <a:buFontTx/>
              <a:buChar char="-"/>
            </a:pPr>
            <a:endParaRPr lang="tr-TR" sz="2000" i="1" dirty="0">
              <a:latin typeface="Myriad Pro"/>
            </a:endParaRPr>
          </a:p>
          <a:p>
            <a:pPr marL="302266" indent="-302266">
              <a:buFontTx/>
              <a:buChar char="-"/>
            </a:pPr>
            <a:r>
              <a:rPr lang="tr-TR" sz="2000" b="1" i="1" dirty="0">
                <a:solidFill>
                  <a:srgbClr val="00B050"/>
                </a:solidFill>
                <a:latin typeface="Myriad Pro"/>
              </a:rPr>
              <a:t>İhracat Refakat Belgesi (IRB)</a:t>
            </a:r>
          </a:p>
          <a:p>
            <a:pPr marL="302266" indent="-302266">
              <a:buFontTx/>
              <a:buChar char="-"/>
            </a:pPr>
            <a:endParaRPr lang="tr-TR" sz="2000" b="1" i="1" dirty="0">
              <a:solidFill>
                <a:srgbClr val="00B050"/>
              </a:solidFill>
              <a:latin typeface="Myriad Pro"/>
            </a:endParaRPr>
          </a:p>
        </p:txBody>
      </p:sp>
      <p:sp>
        <p:nvSpPr>
          <p:cNvPr id="5" name="Metin kutusu 4">
            <a:extLst>
              <a:ext uri="{FF2B5EF4-FFF2-40B4-BE49-F238E27FC236}">
                <a16:creationId xmlns:a16="http://schemas.microsoft.com/office/drawing/2014/main" id="{70F8A7BC-49EB-4CDB-AA4D-80F479F67C2B}"/>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688146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2701327-726F-423A-A4FB-7F1DAC76427E}"/>
              </a:ext>
            </a:extLst>
          </p:cNvPr>
          <p:cNvSpPr>
            <a:spLocks noGrp="1"/>
          </p:cNvSpPr>
          <p:nvPr>
            <p:ph idx="1"/>
          </p:nvPr>
        </p:nvSpPr>
        <p:spPr>
          <a:xfrm>
            <a:off x="2020641" y="601996"/>
            <a:ext cx="6166429" cy="370246"/>
          </a:xfrm>
        </p:spPr>
        <p:txBody>
          <a:bodyPr>
            <a:noAutofit/>
          </a:bodyPr>
          <a:lstStyle/>
          <a:p>
            <a:pPr marL="0" indent="0">
              <a:buNone/>
            </a:pPr>
            <a:r>
              <a:rPr lang="tr-TR" sz="1904" b="1" dirty="0">
                <a:latin typeface="Myriad Pro"/>
                <a:cs typeface="Myriad Pro"/>
              </a:rPr>
              <a:t>NCTS</a:t>
            </a:r>
            <a:endParaRPr lang="en-US" sz="1058" dirty="0">
              <a:latin typeface="Myriad Pro"/>
            </a:endParaRPr>
          </a:p>
        </p:txBody>
      </p:sp>
      <p:sp>
        <p:nvSpPr>
          <p:cNvPr id="13" name="1 İçerik Yer Tutucusu">
            <a:extLst>
              <a:ext uri="{FF2B5EF4-FFF2-40B4-BE49-F238E27FC236}">
                <a16:creationId xmlns:a16="http://schemas.microsoft.com/office/drawing/2014/main" id="{5FEE95DE-1270-4AA4-A108-ADAC91616266}"/>
              </a:ext>
            </a:extLst>
          </p:cNvPr>
          <p:cNvSpPr txBox="1">
            <a:spLocks/>
          </p:cNvSpPr>
          <p:nvPr/>
        </p:nvSpPr>
        <p:spPr>
          <a:xfrm>
            <a:off x="925033" y="1687368"/>
            <a:ext cx="10633867" cy="4406315"/>
          </a:xfrm>
          <a:prstGeom prst="rect">
            <a:avLst/>
          </a:prstGeom>
        </p:spPr>
        <p:txBody>
          <a:bodyPr>
            <a:noAutofit/>
          </a:bodyPr>
          <a:lstStyle/>
          <a:p>
            <a:r>
              <a:rPr lang="tr-TR" sz="1692" b="1" dirty="0">
                <a:latin typeface="Myriad Pro"/>
              </a:rPr>
              <a:t>Yeni Bilgisayarlı Transit Sisteminde, </a:t>
            </a:r>
          </a:p>
          <a:p>
            <a:r>
              <a:rPr lang="tr-TR" sz="1692" b="1" dirty="0">
                <a:latin typeface="Myriad Pro"/>
              </a:rPr>
              <a:t>(</a:t>
            </a:r>
            <a:r>
              <a:rPr lang="tr-TR" sz="1692" b="1" dirty="0">
                <a:solidFill>
                  <a:srgbClr val="FF0000"/>
                </a:solidFill>
                <a:latin typeface="Myriad Pro"/>
              </a:rPr>
              <a:t>N</a:t>
            </a:r>
            <a:r>
              <a:rPr lang="tr-TR" sz="1692" b="1" dirty="0">
                <a:latin typeface="Myriad Pro"/>
              </a:rPr>
              <a:t>ew </a:t>
            </a:r>
            <a:r>
              <a:rPr lang="tr-TR" sz="1692" b="1" dirty="0">
                <a:solidFill>
                  <a:srgbClr val="FF0000"/>
                </a:solidFill>
                <a:latin typeface="Myriad Pro"/>
              </a:rPr>
              <a:t>C</a:t>
            </a:r>
            <a:r>
              <a:rPr lang="tr-TR" sz="1692" b="1" dirty="0">
                <a:latin typeface="Myriad Pro"/>
              </a:rPr>
              <a:t>omputerised </a:t>
            </a:r>
            <a:r>
              <a:rPr lang="tr-TR" sz="1692" b="1" dirty="0">
                <a:solidFill>
                  <a:srgbClr val="FF0000"/>
                </a:solidFill>
                <a:latin typeface="Myriad Pro"/>
              </a:rPr>
              <a:t>T</a:t>
            </a:r>
            <a:r>
              <a:rPr lang="tr-TR" sz="1692" b="1" dirty="0">
                <a:latin typeface="Myriad Pro"/>
              </a:rPr>
              <a:t>ransit </a:t>
            </a:r>
            <a:r>
              <a:rPr lang="tr-TR" sz="1692" b="1" dirty="0">
                <a:solidFill>
                  <a:srgbClr val="FF0000"/>
                </a:solidFill>
                <a:latin typeface="Myriad Pro"/>
              </a:rPr>
              <a:t>S</a:t>
            </a:r>
            <a:r>
              <a:rPr lang="tr-TR" sz="1692" b="1" dirty="0">
                <a:latin typeface="Myriad Pro"/>
              </a:rPr>
              <a:t>ystem)</a:t>
            </a:r>
          </a:p>
          <a:p>
            <a:endParaRPr lang="tr-TR" sz="1692" dirty="0">
              <a:solidFill>
                <a:srgbClr val="C49A6C"/>
              </a:solidFill>
              <a:latin typeface="Myriad Pro"/>
            </a:endParaRPr>
          </a:p>
          <a:p>
            <a:pPr marL="483626" indent="-483626">
              <a:buFont typeface="Wingdings" panose="05000000000000000000" pitchFamily="2" charset="2"/>
              <a:buChar char="Ø"/>
            </a:pPr>
            <a:r>
              <a:rPr lang="tr-TR" sz="1692" dirty="0">
                <a:latin typeface="Myriad Pro"/>
              </a:rPr>
              <a:t>Kağıt beyanname yerine elektronik sistem uygulanır. </a:t>
            </a:r>
            <a:r>
              <a:rPr lang="tr-TR" sz="1058" b="1" i="1" dirty="0">
                <a:solidFill>
                  <a:srgbClr val="00B0F0"/>
                </a:solidFill>
                <a:latin typeface="Myriad Pro"/>
              </a:rPr>
              <a:t>{OTS Ek-1 Başlık I Md. 4} {Transit Manual 4.1.3}</a:t>
            </a:r>
            <a:endParaRPr lang="tr-TR" sz="1058" dirty="0">
              <a:latin typeface="Myriad Pro"/>
            </a:endParaRPr>
          </a:p>
          <a:p>
            <a:pPr marL="362720" indent="-362720">
              <a:buFont typeface="Wingdings" panose="05000000000000000000" pitchFamily="2" charset="2"/>
              <a:buChar char="Ø"/>
            </a:pPr>
            <a:r>
              <a:rPr lang="tr-TR" sz="1692" dirty="0">
                <a:latin typeface="Myriad Pro"/>
              </a:rPr>
              <a:t>  </a:t>
            </a:r>
            <a:r>
              <a:rPr lang="tr-TR" sz="1692" u="sng" dirty="0">
                <a:latin typeface="Myriad Pro"/>
              </a:rPr>
              <a:t>Uluslararası</a:t>
            </a:r>
            <a:r>
              <a:rPr lang="tr-TR" sz="1692" dirty="0">
                <a:latin typeface="Myriad Pro"/>
              </a:rPr>
              <a:t> ve </a:t>
            </a:r>
            <a:r>
              <a:rPr lang="tr-TR" sz="1692" u="sng" dirty="0">
                <a:latin typeface="Myriad Pro"/>
              </a:rPr>
              <a:t>Ulusal</a:t>
            </a:r>
            <a:r>
              <a:rPr lang="tr-TR" sz="1692" dirty="0">
                <a:latin typeface="Myriad Pro"/>
              </a:rPr>
              <a:t> transit işlemlerini kapsar. </a:t>
            </a:r>
            <a:r>
              <a:rPr lang="tr-TR" sz="1058" b="1" i="1" dirty="0">
                <a:solidFill>
                  <a:srgbClr val="00B0F0"/>
                </a:solidFill>
                <a:latin typeface="Myriad Pro"/>
              </a:rPr>
              <a:t>{4 Seri Nolu Tebliğ, Md.1}</a:t>
            </a:r>
            <a:endParaRPr lang="tr-TR" sz="1058" dirty="0">
              <a:latin typeface="Myriad Pro"/>
            </a:endParaRPr>
          </a:p>
          <a:p>
            <a:pPr marL="483626" indent="-483626">
              <a:buFont typeface="Wingdings" panose="05000000000000000000" pitchFamily="2" charset="2"/>
              <a:buChar char="Ø"/>
            </a:pPr>
            <a:r>
              <a:rPr lang="tr-TR" sz="1692" dirty="0">
                <a:latin typeface="Myriad Pro"/>
              </a:rPr>
              <a:t>Sistem, elektronik mesajlaşma üzerine kuruludur.</a:t>
            </a:r>
            <a:r>
              <a:rPr lang="tr-TR" sz="1692" b="1" dirty="0">
                <a:latin typeface="Myriad Pro"/>
              </a:rPr>
              <a:t> </a:t>
            </a:r>
            <a:r>
              <a:rPr lang="tr-TR" sz="1058" b="1" i="1" dirty="0">
                <a:solidFill>
                  <a:srgbClr val="00B0F0"/>
                </a:solidFill>
                <a:latin typeface="Myriad Pro"/>
              </a:rPr>
              <a:t>{OTS Ek-1 Başlık I Md. 5}</a:t>
            </a:r>
            <a:endParaRPr lang="tr-TR" sz="1058" dirty="0">
              <a:latin typeface="Myriad Pro"/>
            </a:endParaRPr>
          </a:p>
          <a:p>
            <a:pPr marL="483626" indent="-483626">
              <a:buFont typeface="Wingdings" panose="05000000000000000000" pitchFamily="2" charset="2"/>
              <a:buChar char="Ø"/>
            </a:pPr>
            <a:r>
              <a:rPr lang="tr-TR" sz="1692" u="sng" dirty="0">
                <a:latin typeface="Myriad Pro"/>
              </a:rPr>
              <a:t>Sisteme dahil ülkelerde</a:t>
            </a:r>
            <a:r>
              <a:rPr lang="tr-TR" sz="1692" dirty="0">
                <a:latin typeface="Myriad Pro"/>
              </a:rPr>
              <a:t> </a:t>
            </a:r>
            <a:r>
              <a:rPr lang="tr-TR" sz="1692" b="1" dirty="0">
                <a:solidFill>
                  <a:srgbClr val="FF0000"/>
                </a:solidFill>
                <a:latin typeface="Myriad Pro"/>
              </a:rPr>
              <a:t>tek bir beyanname </a:t>
            </a:r>
            <a:r>
              <a:rPr lang="tr-TR" sz="1692" dirty="0">
                <a:latin typeface="Myriad Pro"/>
              </a:rPr>
              <a:t>ve </a:t>
            </a:r>
            <a:r>
              <a:rPr lang="tr-TR" sz="1692" b="1" dirty="0">
                <a:solidFill>
                  <a:srgbClr val="FF0000"/>
                </a:solidFill>
                <a:latin typeface="Myriad Pro"/>
              </a:rPr>
              <a:t>tek bir teminat </a:t>
            </a:r>
            <a:r>
              <a:rPr lang="tr-TR" sz="1692" dirty="0">
                <a:latin typeface="Myriad Pro"/>
              </a:rPr>
              <a:t>ile işlem yapılır.</a:t>
            </a:r>
            <a:r>
              <a:rPr lang="tr-TR" sz="1692" b="1" dirty="0">
                <a:latin typeface="Myriad Pro"/>
              </a:rPr>
              <a:t> </a:t>
            </a:r>
            <a:r>
              <a:rPr lang="tr-TR" sz="1058" b="1" i="1" dirty="0">
                <a:solidFill>
                  <a:srgbClr val="00B0F0"/>
                </a:solidFill>
                <a:latin typeface="Myriad Pro"/>
              </a:rPr>
              <a:t>{OTS Ek-1 Başlık I Md. 9}</a:t>
            </a:r>
            <a:endParaRPr lang="en-US" sz="1058" dirty="0">
              <a:latin typeface="Myriad Pro"/>
            </a:endParaRPr>
          </a:p>
          <a:p>
            <a:endParaRPr lang="tr-TR" sz="1692" dirty="0">
              <a:latin typeface="Myriad Pro"/>
            </a:endParaRPr>
          </a:p>
          <a:p>
            <a:endParaRPr lang="tr-TR" sz="1692" dirty="0">
              <a:latin typeface="Myriad Pro"/>
            </a:endParaRPr>
          </a:p>
          <a:p>
            <a:endParaRPr lang="tr-TR" sz="1692" dirty="0">
              <a:latin typeface="Myriad Pro"/>
            </a:endParaRPr>
          </a:p>
          <a:p>
            <a:r>
              <a:rPr lang="tr-TR" sz="1692" b="1" dirty="0">
                <a:latin typeface="Myriad Pro"/>
              </a:rPr>
              <a:t>Sistemin Temel Amaçları</a:t>
            </a:r>
            <a:r>
              <a:rPr lang="tr-TR" sz="1692" dirty="0">
                <a:latin typeface="Myriad Pro"/>
              </a:rPr>
              <a:t>,</a:t>
            </a:r>
            <a:endParaRPr lang="tr-TR" sz="1692" dirty="0">
              <a:solidFill>
                <a:srgbClr val="C49A6C"/>
              </a:solidFill>
              <a:latin typeface="Myriad Pro"/>
            </a:endParaRPr>
          </a:p>
          <a:p>
            <a:pPr marL="483626" indent="-483626">
              <a:buFont typeface="Wingdings" panose="05000000000000000000" pitchFamily="2" charset="2"/>
              <a:buChar char="Ø"/>
            </a:pPr>
            <a:r>
              <a:rPr lang="tr-TR" sz="1692" dirty="0">
                <a:latin typeface="Myriad Pro"/>
              </a:rPr>
              <a:t>Transit Rejimi çerçevesinde gerçekleştirilen </a:t>
            </a:r>
            <a:r>
              <a:rPr lang="tr-TR" sz="1692" b="1" dirty="0">
                <a:latin typeface="Myriad Pro"/>
              </a:rPr>
              <a:t>işlemleri hızlandırmak </a:t>
            </a:r>
            <a:r>
              <a:rPr lang="tr-TR" sz="1692" dirty="0">
                <a:latin typeface="Myriad Pro"/>
              </a:rPr>
              <a:t>ve bu işlemlerde </a:t>
            </a:r>
            <a:r>
              <a:rPr lang="tr-TR" sz="1692" b="1" dirty="0">
                <a:latin typeface="Myriad Pro"/>
              </a:rPr>
              <a:t>güvenliği sağlamak</a:t>
            </a:r>
            <a:r>
              <a:rPr lang="tr-TR" sz="1692" dirty="0">
                <a:latin typeface="Myriad Pro"/>
              </a:rPr>
              <a:t>.</a:t>
            </a:r>
          </a:p>
          <a:p>
            <a:pPr marL="483626" indent="-483626">
              <a:buFont typeface="Wingdings" panose="05000000000000000000" pitchFamily="2" charset="2"/>
              <a:buChar char="Ø"/>
            </a:pPr>
            <a:r>
              <a:rPr lang="tr-TR" sz="1692" dirty="0">
                <a:latin typeface="Myriad Pro"/>
                <a:cs typeface="Times New Roman" pitchFamily="18" charset="0"/>
              </a:rPr>
              <a:t>Transit Rejimlerinin </a:t>
            </a:r>
            <a:r>
              <a:rPr lang="tr-TR" sz="1692" b="1" dirty="0">
                <a:latin typeface="Myriad Pro"/>
                <a:cs typeface="Times New Roman" pitchFamily="18" charset="0"/>
              </a:rPr>
              <a:t>etkinliğini ve etkisini artırmak</a:t>
            </a:r>
            <a:r>
              <a:rPr lang="tr-TR" sz="1692" dirty="0">
                <a:latin typeface="Myriad Pro"/>
                <a:cs typeface="Times New Roman" pitchFamily="18" charset="0"/>
              </a:rPr>
              <a:t>.</a:t>
            </a:r>
          </a:p>
          <a:p>
            <a:pPr marL="483626" indent="-483626">
              <a:buFont typeface="Wingdings" panose="05000000000000000000" pitchFamily="2" charset="2"/>
              <a:buChar char="Ø"/>
            </a:pPr>
            <a:r>
              <a:rPr lang="tr-TR" sz="1692" dirty="0">
                <a:latin typeface="Myriad Pro"/>
                <a:cs typeface="Times New Roman" pitchFamily="18" charset="0"/>
              </a:rPr>
              <a:t>Kaçakçılığın ortaya çıkarılmasına ve engellenmesine yardımcı olmak.</a:t>
            </a:r>
            <a:endParaRPr lang="tr-TR" sz="2327" dirty="0">
              <a:latin typeface="Myriad Pro"/>
            </a:endParaRPr>
          </a:p>
        </p:txBody>
      </p:sp>
      <p:sp>
        <p:nvSpPr>
          <p:cNvPr id="5" name="Metin kutusu 4">
            <a:extLst>
              <a:ext uri="{FF2B5EF4-FFF2-40B4-BE49-F238E27FC236}">
                <a16:creationId xmlns:a16="http://schemas.microsoft.com/office/drawing/2014/main" id="{962720E9-9EC1-4D53-A188-D17C9B1BCF26}"/>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916982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xEl>
                                              <p:pRg st="3" end="3"/>
                                            </p:txEl>
                                          </p:spTgt>
                                        </p:tgtEl>
                                        <p:attrNameLst>
                                          <p:attrName>style.visibility</p:attrName>
                                        </p:attrNameLst>
                                      </p:cBhvr>
                                      <p:to>
                                        <p:strVal val="visible"/>
                                      </p:to>
                                    </p:set>
                                    <p:animEffect transition="in" filter="fade">
                                      <p:cBhvr>
                                        <p:cTn id="15" dur="500"/>
                                        <p:tgtEl>
                                          <p:spTgt spid="1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xEl>
                                              <p:pRg st="4" end="4"/>
                                            </p:txEl>
                                          </p:spTgt>
                                        </p:tgtEl>
                                        <p:attrNameLst>
                                          <p:attrName>style.visibility</p:attrName>
                                        </p:attrNameLst>
                                      </p:cBhvr>
                                      <p:to>
                                        <p:strVal val="visible"/>
                                      </p:to>
                                    </p:set>
                                    <p:animEffect transition="in" filter="fade">
                                      <p:cBhvr>
                                        <p:cTn id="20" dur="500"/>
                                        <p:tgtEl>
                                          <p:spTgt spid="1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xEl>
                                              <p:pRg st="5" end="5"/>
                                            </p:txEl>
                                          </p:spTgt>
                                        </p:tgtEl>
                                        <p:attrNameLst>
                                          <p:attrName>style.visibility</p:attrName>
                                        </p:attrNameLst>
                                      </p:cBhvr>
                                      <p:to>
                                        <p:strVal val="visible"/>
                                      </p:to>
                                    </p:set>
                                    <p:animEffect transition="in" filter="fade">
                                      <p:cBhvr>
                                        <p:cTn id="25" dur="500"/>
                                        <p:tgtEl>
                                          <p:spTgt spid="1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xEl>
                                              <p:pRg st="6" end="6"/>
                                            </p:txEl>
                                          </p:spTgt>
                                        </p:tgtEl>
                                        <p:attrNameLst>
                                          <p:attrName>style.visibility</p:attrName>
                                        </p:attrNameLst>
                                      </p:cBhvr>
                                      <p:to>
                                        <p:strVal val="visible"/>
                                      </p:to>
                                    </p:set>
                                    <p:animEffect transition="in" filter="fade">
                                      <p:cBhvr>
                                        <p:cTn id="30" dur="500"/>
                                        <p:tgtEl>
                                          <p:spTgt spid="1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
                                            <p:txEl>
                                              <p:pRg st="10" end="10"/>
                                            </p:txEl>
                                          </p:spTgt>
                                        </p:tgtEl>
                                        <p:attrNameLst>
                                          <p:attrName>style.visibility</p:attrName>
                                        </p:attrNameLst>
                                      </p:cBhvr>
                                      <p:to>
                                        <p:strVal val="visible"/>
                                      </p:to>
                                    </p:set>
                                    <p:animEffect transition="in" filter="fade">
                                      <p:cBhvr>
                                        <p:cTn id="35" dur="500"/>
                                        <p:tgtEl>
                                          <p:spTgt spid="13">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xEl>
                                              <p:pRg st="11" end="11"/>
                                            </p:txEl>
                                          </p:spTgt>
                                        </p:tgtEl>
                                        <p:attrNameLst>
                                          <p:attrName>style.visibility</p:attrName>
                                        </p:attrNameLst>
                                      </p:cBhvr>
                                      <p:to>
                                        <p:strVal val="visible"/>
                                      </p:to>
                                    </p:set>
                                    <p:animEffect transition="in" filter="fade">
                                      <p:cBhvr>
                                        <p:cTn id="40" dur="500"/>
                                        <p:tgtEl>
                                          <p:spTgt spid="13">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3">
                                            <p:txEl>
                                              <p:pRg st="12" end="12"/>
                                            </p:txEl>
                                          </p:spTgt>
                                        </p:tgtEl>
                                        <p:attrNameLst>
                                          <p:attrName>style.visibility</p:attrName>
                                        </p:attrNameLst>
                                      </p:cBhvr>
                                      <p:to>
                                        <p:strVal val="visible"/>
                                      </p:to>
                                    </p:set>
                                    <p:animEffect transition="in" filter="fade">
                                      <p:cBhvr>
                                        <p:cTn id="45" dur="500"/>
                                        <p:tgtEl>
                                          <p:spTgt spid="13">
                                            <p:txEl>
                                              <p:pRg st="12" end="1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3">
                                            <p:txEl>
                                              <p:pRg st="13" end="13"/>
                                            </p:txEl>
                                          </p:spTgt>
                                        </p:tgtEl>
                                        <p:attrNameLst>
                                          <p:attrName>style.visibility</p:attrName>
                                        </p:attrNameLst>
                                      </p:cBhvr>
                                      <p:to>
                                        <p:strVal val="visible"/>
                                      </p:to>
                                    </p:set>
                                    <p:animEffect transition="in" filter="fade">
                                      <p:cBhvr>
                                        <p:cTn id="50" dur="500"/>
                                        <p:tgtEl>
                                          <p:spTgt spid="1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2701327-726F-423A-A4FB-7F1DAC76427E}"/>
              </a:ext>
            </a:extLst>
          </p:cNvPr>
          <p:cNvSpPr>
            <a:spLocks noGrp="1"/>
          </p:cNvSpPr>
          <p:nvPr>
            <p:ph idx="1"/>
          </p:nvPr>
        </p:nvSpPr>
        <p:spPr>
          <a:xfrm>
            <a:off x="2019372" y="601996"/>
            <a:ext cx="5391521" cy="370246"/>
          </a:xfrm>
        </p:spPr>
        <p:txBody>
          <a:bodyPr>
            <a:noAutofit/>
          </a:bodyPr>
          <a:lstStyle/>
          <a:p>
            <a:pPr marL="0" indent="0">
              <a:buNone/>
            </a:pPr>
            <a:r>
              <a:rPr lang="tr-TR" sz="1904" b="1" dirty="0">
                <a:latin typeface="Myriad Pro"/>
                <a:cs typeface="Myriad Pro"/>
              </a:rPr>
              <a:t>ORTAK TRANSİT SÖZLEŞMESİ</a:t>
            </a:r>
            <a:endParaRPr lang="en-US" sz="1058" dirty="0">
              <a:latin typeface="Myriad Pro"/>
            </a:endParaRPr>
          </a:p>
        </p:txBody>
      </p:sp>
      <p:sp>
        <p:nvSpPr>
          <p:cNvPr id="14" name="Rectangle 3">
            <a:extLst>
              <a:ext uri="{FF2B5EF4-FFF2-40B4-BE49-F238E27FC236}">
                <a16:creationId xmlns:a16="http://schemas.microsoft.com/office/drawing/2014/main" id="{F250B46F-28B8-4E51-AD2D-1B1668793F87}"/>
              </a:ext>
            </a:extLst>
          </p:cNvPr>
          <p:cNvSpPr/>
          <p:nvPr/>
        </p:nvSpPr>
        <p:spPr>
          <a:xfrm>
            <a:off x="1050279" y="1911039"/>
            <a:ext cx="9984847" cy="3800375"/>
          </a:xfrm>
          <a:prstGeom prst="rect">
            <a:avLst/>
          </a:prstGeom>
          <a:solidFill>
            <a:srgbClr val="132999"/>
          </a:solidFill>
          <a:ln w="76200">
            <a:solidFill>
              <a:srgbClr val="0C123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tr-TR" sz="2800" dirty="0">
                <a:solidFill>
                  <a:srgbClr val="C49A6C"/>
                </a:solidFill>
                <a:latin typeface="Myriad Pro"/>
                <a:cs typeface="Times New Roman" pitchFamily="18" charset="0"/>
              </a:rPr>
              <a:t>Türkiye, 1987 tarihinde 18 ülkenin imzasıyla yürürlüğe giren Ortak Transit Sözleşmesine</a:t>
            </a:r>
          </a:p>
          <a:p>
            <a:pPr algn="ctr"/>
            <a:r>
              <a:rPr lang="tr-TR" sz="2800" b="1" dirty="0">
                <a:solidFill>
                  <a:srgbClr val="C49A6C"/>
                </a:solidFill>
                <a:latin typeface="Myriad Pro"/>
              </a:rPr>
              <a:t>10 Eylül 2012’de </a:t>
            </a:r>
            <a:r>
              <a:rPr lang="tr-TR" sz="2800" dirty="0">
                <a:solidFill>
                  <a:srgbClr val="C49A6C"/>
                </a:solidFill>
                <a:latin typeface="Myriad Pro"/>
              </a:rPr>
              <a:t>taraf olmuş,</a:t>
            </a:r>
            <a:r>
              <a:rPr lang="tr-TR" sz="2800" b="1" dirty="0">
                <a:solidFill>
                  <a:srgbClr val="C49A6C"/>
                </a:solidFill>
                <a:latin typeface="Myriad Pro"/>
              </a:rPr>
              <a:t> </a:t>
            </a:r>
          </a:p>
          <a:p>
            <a:pPr algn="ctr"/>
            <a:endParaRPr lang="tr-TR" sz="2800" b="1" dirty="0">
              <a:solidFill>
                <a:srgbClr val="C49A6C"/>
              </a:solidFill>
              <a:latin typeface="Myriad Pro"/>
            </a:endParaRPr>
          </a:p>
          <a:p>
            <a:pPr algn="ctr"/>
            <a:r>
              <a:rPr lang="tr-TR" sz="2800" b="1" dirty="0">
                <a:solidFill>
                  <a:srgbClr val="C49A6C"/>
                </a:solidFill>
                <a:latin typeface="Myriad Pro"/>
              </a:rPr>
              <a:t>1 Aralık 2012</a:t>
            </a:r>
            <a:r>
              <a:rPr lang="tr-TR" sz="2800" dirty="0">
                <a:solidFill>
                  <a:srgbClr val="C49A6C"/>
                </a:solidFill>
                <a:latin typeface="Myriad Pro"/>
              </a:rPr>
              <a:t>’de resmen uygulamaya başlamıştır.</a:t>
            </a:r>
          </a:p>
          <a:p>
            <a:pPr algn="ctr"/>
            <a:endParaRPr lang="tr-TR" sz="2800" dirty="0">
              <a:solidFill>
                <a:srgbClr val="132999"/>
              </a:solidFill>
              <a:latin typeface="Myriad Pro"/>
            </a:endParaRPr>
          </a:p>
          <a:p>
            <a:pPr algn="ctr"/>
            <a:r>
              <a:rPr lang="tr-TR" sz="2800" dirty="0">
                <a:solidFill>
                  <a:srgbClr val="C49A6C"/>
                </a:solidFill>
                <a:latin typeface="Myriad Pro"/>
              </a:rPr>
              <a:t>Şu an sisteme </a:t>
            </a:r>
            <a:r>
              <a:rPr lang="tr-TR" sz="2800" b="1" dirty="0">
                <a:solidFill>
                  <a:srgbClr val="C49A6C"/>
                </a:solidFill>
                <a:latin typeface="Myriad Pro"/>
              </a:rPr>
              <a:t>üye 39 ülke </a:t>
            </a:r>
            <a:r>
              <a:rPr lang="tr-TR" sz="2800" dirty="0">
                <a:solidFill>
                  <a:srgbClr val="C49A6C"/>
                </a:solidFill>
                <a:latin typeface="Myriad Pro"/>
              </a:rPr>
              <a:t>bulunmaktadır.</a:t>
            </a:r>
          </a:p>
        </p:txBody>
      </p:sp>
      <p:sp>
        <p:nvSpPr>
          <p:cNvPr id="5" name="Metin kutusu 4">
            <a:extLst>
              <a:ext uri="{FF2B5EF4-FFF2-40B4-BE49-F238E27FC236}">
                <a16:creationId xmlns:a16="http://schemas.microsoft.com/office/drawing/2014/main" id="{F33235AF-B3EA-4728-BF8F-C6A831D3B26A}"/>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648959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748F4A4D-6D2C-44B6-8797-3C65B24946B8}"/>
              </a:ext>
            </a:extLst>
          </p:cNvPr>
          <p:cNvSpPr txBox="1">
            <a:spLocks/>
          </p:cNvSpPr>
          <p:nvPr/>
        </p:nvSpPr>
        <p:spPr>
          <a:xfrm>
            <a:off x="1970448" y="607273"/>
            <a:ext cx="6383802"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ORTAK TRANSİT SİSTEMİNE ÜYE ÜLKELER</a:t>
            </a:r>
            <a:endParaRPr lang="en-US" sz="1058" dirty="0">
              <a:latin typeface="Myriad Pro"/>
            </a:endParaRPr>
          </a:p>
        </p:txBody>
      </p:sp>
      <p:grpSp>
        <p:nvGrpSpPr>
          <p:cNvPr id="13" name="Shape 2012">
            <a:extLst>
              <a:ext uri="{FF2B5EF4-FFF2-40B4-BE49-F238E27FC236}">
                <a16:creationId xmlns:a16="http://schemas.microsoft.com/office/drawing/2014/main" id="{2E78AE4F-18C0-4340-822F-608EC957AC65}"/>
              </a:ext>
            </a:extLst>
          </p:cNvPr>
          <p:cNvGrpSpPr/>
          <p:nvPr/>
        </p:nvGrpSpPr>
        <p:grpSpPr>
          <a:xfrm>
            <a:off x="4728175" y="529392"/>
            <a:ext cx="7453673" cy="5451600"/>
            <a:chOff x="2979925" y="-33602"/>
            <a:chExt cx="6221677" cy="4549334"/>
          </a:xfrm>
          <a:solidFill>
            <a:schemeClr val="bg1">
              <a:lumMod val="85000"/>
            </a:schemeClr>
          </a:solidFill>
        </p:grpSpPr>
        <p:sp>
          <p:nvSpPr>
            <p:cNvPr id="14" name="Shape 2013">
              <a:extLst>
                <a:ext uri="{FF2B5EF4-FFF2-40B4-BE49-F238E27FC236}">
                  <a16:creationId xmlns:a16="http://schemas.microsoft.com/office/drawing/2014/main" id="{B1C34DED-3D50-4154-8947-2C1FA514FD09}"/>
                </a:ext>
              </a:extLst>
            </p:cNvPr>
            <p:cNvSpPr/>
            <p:nvPr/>
          </p:nvSpPr>
          <p:spPr>
            <a:xfrm>
              <a:off x="5709810" y="2172877"/>
              <a:ext cx="237476" cy="119326"/>
            </a:xfrm>
            <a:custGeom>
              <a:avLst/>
              <a:gdLst/>
              <a:ahLst/>
              <a:cxnLst/>
              <a:rect l="0" t="0" r="0" b="0"/>
              <a:pathLst>
                <a:path w="120000" h="120000" extrusionOk="0">
                  <a:moveTo>
                    <a:pt x="50769" y="2222"/>
                  </a:moveTo>
                  <a:cubicBezTo>
                    <a:pt x="55384" y="8888"/>
                    <a:pt x="55384" y="8888"/>
                    <a:pt x="55384" y="8888"/>
                  </a:cubicBezTo>
                  <a:cubicBezTo>
                    <a:pt x="58846" y="11111"/>
                    <a:pt x="58846" y="11111"/>
                    <a:pt x="58846" y="11111"/>
                  </a:cubicBezTo>
                  <a:cubicBezTo>
                    <a:pt x="65769" y="17777"/>
                    <a:pt x="65769" y="17777"/>
                    <a:pt x="65769" y="17777"/>
                  </a:cubicBezTo>
                  <a:cubicBezTo>
                    <a:pt x="79615" y="20000"/>
                    <a:pt x="79615" y="20000"/>
                    <a:pt x="79615" y="20000"/>
                  </a:cubicBezTo>
                  <a:cubicBezTo>
                    <a:pt x="81923" y="15555"/>
                    <a:pt x="81923" y="15555"/>
                    <a:pt x="81923" y="15555"/>
                  </a:cubicBezTo>
                  <a:cubicBezTo>
                    <a:pt x="86538" y="13333"/>
                    <a:pt x="86538" y="13333"/>
                    <a:pt x="86538" y="13333"/>
                  </a:cubicBezTo>
                  <a:cubicBezTo>
                    <a:pt x="94615" y="8888"/>
                    <a:pt x="94615" y="8888"/>
                    <a:pt x="94615" y="8888"/>
                  </a:cubicBezTo>
                  <a:cubicBezTo>
                    <a:pt x="98076" y="17777"/>
                    <a:pt x="98076" y="17777"/>
                    <a:pt x="98076" y="17777"/>
                  </a:cubicBezTo>
                  <a:cubicBezTo>
                    <a:pt x="100384" y="17777"/>
                    <a:pt x="100384" y="17777"/>
                    <a:pt x="100384" y="17777"/>
                  </a:cubicBezTo>
                  <a:cubicBezTo>
                    <a:pt x="100384" y="17777"/>
                    <a:pt x="102692" y="22222"/>
                    <a:pt x="105000" y="26666"/>
                  </a:cubicBezTo>
                  <a:cubicBezTo>
                    <a:pt x="106153" y="31111"/>
                    <a:pt x="108461" y="33333"/>
                    <a:pt x="108461" y="33333"/>
                  </a:cubicBezTo>
                  <a:cubicBezTo>
                    <a:pt x="106153" y="48888"/>
                    <a:pt x="106153" y="48888"/>
                    <a:pt x="106153" y="48888"/>
                  </a:cubicBezTo>
                  <a:cubicBezTo>
                    <a:pt x="106153" y="55555"/>
                    <a:pt x="106153" y="55555"/>
                    <a:pt x="106153" y="55555"/>
                  </a:cubicBezTo>
                  <a:cubicBezTo>
                    <a:pt x="106153" y="77777"/>
                    <a:pt x="106153" y="77777"/>
                    <a:pt x="106153" y="77777"/>
                  </a:cubicBezTo>
                  <a:cubicBezTo>
                    <a:pt x="109615" y="86666"/>
                    <a:pt x="109615" y="86666"/>
                    <a:pt x="109615" y="86666"/>
                  </a:cubicBezTo>
                  <a:cubicBezTo>
                    <a:pt x="109615" y="88888"/>
                    <a:pt x="109615" y="88888"/>
                    <a:pt x="109615" y="88888"/>
                  </a:cubicBezTo>
                  <a:cubicBezTo>
                    <a:pt x="114230" y="86666"/>
                    <a:pt x="114230" y="86666"/>
                    <a:pt x="114230" y="86666"/>
                  </a:cubicBezTo>
                  <a:cubicBezTo>
                    <a:pt x="114230" y="86666"/>
                    <a:pt x="115384" y="86666"/>
                    <a:pt x="115384" y="84444"/>
                  </a:cubicBezTo>
                  <a:cubicBezTo>
                    <a:pt x="115384" y="86666"/>
                    <a:pt x="114230" y="86666"/>
                    <a:pt x="114230" y="86666"/>
                  </a:cubicBezTo>
                  <a:cubicBezTo>
                    <a:pt x="103846" y="91111"/>
                    <a:pt x="103846" y="91111"/>
                    <a:pt x="103846" y="91111"/>
                  </a:cubicBezTo>
                  <a:cubicBezTo>
                    <a:pt x="94615" y="102222"/>
                    <a:pt x="94615" y="102222"/>
                    <a:pt x="94615" y="102222"/>
                  </a:cubicBezTo>
                  <a:cubicBezTo>
                    <a:pt x="94615" y="102222"/>
                    <a:pt x="72692" y="106666"/>
                    <a:pt x="70384" y="106666"/>
                  </a:cubicBezTo>
                  <a:cubicBezTo>
                    <a:pt x="69230" y="106666"/>
                    <a:pt x="55384" y="108888"/>
                    <a:pt x="53076" y="108888"/>
                  </a:cubicBezTo>
                  <a:cubicBezTo>
                    <a:pt x="51923" y="111111"/>
                    <a:pt x="45000" y="113333"/>
                    <a:pt x="42692" y="113333"/>
                  </a:cubicBezTo>
                  <a:cubicBezTo>
                    <a:pt x="40384" y="113333"/>
                    <a:pt x="30000" y="115555"/>
                    <a:pt x="27692" y="115555"/>
                  </a:cubicBezTo>
                  <a:cubicBezTo>
                    <a:pt x="25384" y="115555"/>
                    <a:pt x="19615" y="115555"/>
                    <a:pt x="19615" y="115555"/>
                  </a:cubicBezTo>
                  <a:cubicBezTo>
                    <a:pt x="19615" y="115555"/>
                    <a:pt x="8076" y="117777"/>
                    <a:pt x="4615" y="117777"/>
                  </a:cubicBezTo>
                  <a:cubicBezTo>
                    <a:pt x="1153" y="120000"/>
                    <a:pt x="5769" y="108888"/>
                    <a:pt x="5769" y="108888"/>
                  </a:cubicBezTo>
                  <a:cubicBezTo>
                    <a:pt x="5769" y="108888"/>
                    <a:pt x="19615" y="86666"/>
                    <a:pt x="15000" y="88888"/>
                  </a:cubicBezTo>
                  <a:cubicBezTo>
                    <a:pt x="9230" y="84444"/>
                    <a:pt x="9230" y="84444"/>
                    <a:pt x="9230" y="84444"/>
                  </a:cubicBezTo>
                  <a:cubicBezTo>
                    <a:pt x="4615" y="77777"/>
                    <a:pt x="4615" y="77777"/>
                    <a:pt x="4615" y="77777"/>
                  </a:cubicBezTo>
                  <a:cubicBezTo>
                    <a:pt x="0" y="57777"/>
                    <a:pt x="5769" y="48888"/>
                    <a:pt x="10384" y="48888"/>
                  </a:cubicBezTo>
                  <a:cubicBezTo>
                    <a:pt x="13846" y="48888"/>
                    <a:pt x="23076" y="55555"/>
                    <a:pt x="28846" y="55555"/>
                  </a:cubicBezTo>
                  <a:cubicBezTo>
                    <a:pt x="49615" y="55555"/>
                    <a:pt x="45000" y="42222"/>
                    <a:pt x="43846" y="17777"/>
                  </a:cubicBezTo>
                  <a:cubicBezTo>
                    <a:pt x="43846" y="11111"/>
                    <a:pt x="45000" y="4444"/>
                    <a:pt x="46153" y="2222"/>
                  </a:cubicBezTo>
                  <a:cubicBezTo>
                    <a:pt x="47307" y="0"/>
                    <a:pt x="49615" y="4444"/>
                    <a:pt x="50769" y="2222"/>
                  </a:cubicBezTo>
                  <a:close/>
                  <a:moveTo>
                    <a:pt x="117692" y="82222"/>
                  </a:moveTo>
                  <a:cubicBezTo>
                    <a:pt x="117692" y="82222"/>
                    <a:pt x="117692" y="82222"/>
                    <a:pt x="117692" y="82222"/>
                  </a:cubicBezTo>
                  <a:cubicBezTo>
                    <a:pt x="117692" y="82222"/>
                    <a:pt x="117692" y="82222"/>
                    <a:pt x="117692" y="82222"/>
                  </a:cubicBezTo>
                  <a:cubicBezTo>
                    <a:pt x="117692" y="84444"/>
                    <a:pt x="117692" y="84444"/>
                    <a:pt x="117692" y="84444"/>
                  </a:cubicBezTo>
                  <a:cubicBezTo>
                    <a:pt x="117692" y="82222"/>
                    <a:pt x="117692" y="82222"/>
                    <a:pt x="117692" y="82222"/>
                  </a:cubicBezTo>
                  <a:cubicBezTo>
                    <a:pt x="117692" y="82222"/>
                    <a:pt x="117692" y="82222"/>
                    <a:pt x="117692" y="82222"/>
                  </a:cubicBezTo>
                  <a:close/>
                  <a:moveTo>
                    <a:pt x="117692" y="84444"/>
                  </a:moveTo>
                  <a:cubicBezTo>
                    <a:pt x="117692" y="84444"/>
                    <a:pt x="117692" y="84444"/>
                    <a:pt x="117692" y="84444"/>
                  </a:cubicBezTo>
                  <a:cubicBezTo>
                    <a:pt x="118846" y="86666"/>
                    <a:pt x="120000" y="91111"/>
                    <a:pt x="120000" y="93333"/>
                  </a:cubicBezTo>
                  <a:cubicBezTo>
                    <a:pt x="120000" y="93333"/>
                    <a:pt x="120000" y="93333"/>
                    <a:pt x="120000" y="93333"/>
                  </a:cubicBezTo>
                  <a:cubicBezTo>
                    <a:pt x="120000" y="91111"/>
                    <a:pt x="118846" y="86666"/>
                    <a:pt x="117692" y="84444"/>
                  </a:cubicBezTo>
                  <a:close/>
                </a:path>
              </a:pathLst>
            </a:custGeom>
            <a:grp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16" name="Shape 2014">
              <a:extLst>
                <a:ext uri="{FF2B5EF4-FFF2-40B4-BE49-F238E27FC236}">
                  <a16:creationId xmlns:a16="http://schemas.microsoft.com/office/drawing/2014/main" id="{65B92CD8-CBE7-4AF9-A4BE-D7FA0FCA5DF0}"/>
                </a:ext>
              </a:extLst>
            </p:cNvPr>
            <p:cNvSpPr/>
            <p:nvPr/>
          </p:nvSpPr>
          <p:spPr>
            <a:xfrm>
              <a:off x="5951685" y="3592014"/>
              <a:ext cx="171510" cy="172598"/>
            </a:xfrm>
            <a:custGeom>
              <a:avLst/>
              <a:gdLst/>
              <a:ahLst/>
              <a:cxnLst/>
              <a:rect l="0" t="0" r="0" b="0"/>
              <a:pathLst>
                <a:path w="120000" h="120000" extrusionOk="0">
                  <a:moveTo>
                    <a:pt x="113600" y="73846"/>
                  </a:moveTo>
                  <a:cubicBezTo>
                    <a:pt x="112000" y="75384"/>
                    <a:pt x="112000" y="75384"/>
                    <a:pt x="112000" y="75384"/>
                  </a:cubicBezTo>
                  <a:cubicBezTo>
                    <a:pt x="105600" y="78461"/>
                    <a:pt x="97600" y="75384"/>
                    <a:pt x="96000" y="86153"/>
                  </a:cubicBezTo>
                  <a:cubicBezTo>
                    <a:pt x="96000" y="104615"/>
                    <a:pt x="89600" y="86153"/>
                    <a:pt x="83200" y="86153"/>
                  </a:cubicBezTo>
                  <a:cubicBezTo>
                    <a:pt x="78400" y="86153"/>
                    <a:pt x="78400" y="89230"/>
                    <a:pt x="75200" y="92307"/>
                  </a:cubicBezTo>
                  <a:cubicBezTo>
                    <a:pt x="70400" y="95384"/>
                    <a:pt x="65600" y="96923"/>
                    <a:pt x="64000" y="100000"/>
                  </a:cubicBezTo>
                  <a:cubicBezTo>
                    <a:pt x="64000" y="103076"/>
                    <a:pt x="62400" y="106153"/>
                    <a:pt x="62400" y="109230"/>
                  </a:cubicBezTo>
                  <a:cubicBezTo>
                    <a:pt x="64000" y="113846"/>
                    <a:pt x="64000" y="118461"/>
                    <a:pt x="60800" y="118461"/>
                  </a:cubicBezTo>
                  <a:cubicBezTo>
                    <a:pt x="59200" y="118461"/>
                    <a:pt x="54400" y="120000"/>
                    <a:pt x="51200" y="118461"/>
                  </a:cubicBezTo>
                  <a:cubicBezTo>
                    <a:pt x="51200" y="116923"/>
                    <a:pt x="51200" y="116923"/>
                    <a:pt x="51200" y="116923"/>
                  </a:cubicBezTo>
                  <a:cubicBezTo>
                    <a:pt x="52800" y="112307"/>
                    <a:pt x="52800" y="112307"/>
                    <a:pt x="52800" y="112307"/>
                  </a:cubicBezTo>
                  <a:cubicBezTo>
                    <a:pt x="49600" y="107692"/>
                    <a:pt x="49600" y="107692"/>
                    <a:pt x="49600" y="107692"/>
                  </a:cubicBezTo>
                  <a:cubicBezTo>
                    <a:pt x="49600" y="107692"/>
                    <a:pt x="49600" y="107692"/>
                    <a:pt x="49600" y="106153"/>
                  </a:cubicBezTo>
                  <a:cubicBezTo>
                    <a:pt x="48000" y="104615"/>
                    <a:pt x="48000" y="101538"/>
                    <a:pt x="48000" y="101538"/>
                  </a:cubicBezTo>
                  <a:cubicBezTo>
                    <a:pt x="46400" y="96923"/>
                    <a:pt x="46400" y="96923"/>
                    <a:pt x="46400" y="96923"/>
                  </a:cubicBezTo>
                  <a:cubicBezTo>
                    <a:pt x="46400" y="96923"/>
                    <a:pt x="43200" y="93846"/>
                    <a:pt x="41600" y="92307"/>
                  </a:cubicBezTo>
                  <a:cubicBezTo>
                    <a:pt x="41600" y="92307"/>
                    <a:pt x="41600" y="90769"/>
                    <a:pt x="38400" y="89230"/>
                  </a:cubicBezTo>
                  <a:cubicBezTo>
                    <a:pt x="36800" y="89230"/>
                    <a:pt x="33600" y="87692"/>
                    <a:pt x="33600" y="87692"/>
                  </a:cubicBezTo>
                  <a:cubicBezTo>
                    <a:pt x="32000" y="87692"/>
                    <a:pt x="32000" y="87692"/>
                    <a:pt x="32000" y="87692"/>
                  </a:cubicBezTo>
                  <a:cubicBezTo>
                    <a:pt x="32000" y="87692"/>
                    <a:pt x="30400" y="87692"/>
                    <a:pt x="30400" y="87692"/>
                  </a:cubicBezTo>
                  <a:cubicBezTo>
                    <a:pt x="27200" y="84615"/>
                    <a:pt x="27200" y="84615"/>
                    <a:pt x="27200" y="84615"/>
                  </a:cubicBezTo>
                  <a:cubicBezTo>
                    <a:pt x="24000" y="84615"/>
                    <a:pt x="24000" y="84615"/>
                    <a:pt x="24000" y="84615"/>
                  </a:cubicBezTo>
                  <a:cubicBezTo>
                    <a:pt x="22400" y="80000"/>
                    <a:pt x="22400" y="80000"/>
                    <a:pt x="22400" y="80000"/>
                  </a:cubicBezTo>
                  <a:cubicBezTo>
                    <a:pt x="20800" y="75384"/>
                    <a:pt x="20800" y="75384"/>
                    <a:pt x="20800" y="75384"/>
                  </a:cubicBezTo>
                  <a:cubicBezTo>
                    <a:pt x="17600" y="72307"/>
                    <a:pt x="17600" y="72307"/>
                    <a:pt x="17600" y="72307"/>
                  </a:cubicBezTo>
                  <a:cubicBezTo>
                    <a:pt x="14400" y="70769"/>
                    <a:pt x="14400" y="70769"/>
                    <a:pt x="14400" y="70769"/>
                  </a:cubicBezTo>
                  <a:cubicBezTo>
                    <a:pt x="12800" y="69230"/>
                    <a:pt x="12800" y="69230"/>
                    <a:pt x="12800" y="69230"/>
                  </a:cubicBezTo>
                  <a:cubicBezTo>
                    <a:pt x="9600" y="67692"/>
                    <a:pt x="9600" y="67692"/>
                    <a:pt x="9600" y="67692"/>
                  </a:cubicBezTo>
                  <a:cubicBezTo>
                    <a:pt x="8000" y="64615"/>
                    <a:pt x="11200" y="61538"/>
                    <a:pt x="9600" y="58461"/>
                  </a:cubicBezTo>
                  <a:cubicBezTo>
                    <a:pt x="6400" y="55384"/>
                    <a:pt x="0" y="52307"/>
                    <a:pt x="1600" y="52307"/>
                  </a:cubicBezTo>
                  <a:cubicBezTo>
                    <a:pt x="3200" y="49230"/>
                    <a:pt x="9600" y="50769"/>
                    <a:pt x="12800" y="49230"/>
                  </a:cubicBezTo>
                  <a:cubicBezTo>
                    <a:pt x="14400" y="49230"/>
                    <a:pt x="14400" y="46153"/>
                    <a:pt x="16000" y="44615"/>
                  </a:cubicBezTo>
                  <a:cubicBezTo>
                    <a:pt x="17600" y="44615"/>
                    <a:pt x="20800" y="46153"/>
                    <a:pt x="20800" y="43076"/>
                  </a:cubicBezTo>
                  <a:cubicBezTo>
                    <a:pt x="20800" y="40000"/>
                    <a:pt x="24000" y="40000"/>
                    <a:pt x="25600" y="41538"/>
                  </a:cubicBezTo>
                  <a:cubicBezTo>
                    <a:pt x="25600" y="41538"/>
                    <a:pt x="27200" y="41538"/>
                    <a:pt x="30400" y="38461"/>
                  </a:cubicBezTo>
                  <a:cubicBezTo>
                    <a:pt x="35200" y="36923"/>
                    <a:pt x="32000" y="36923"/>
                    <a:pt x="32000" y="36923"/>
                  </a:cubicBezTo>
                  <a:cubicBezTo>
                    <a:pt x="30400" y="32307"/>
                    <a:pt x="30400" y="32307"/>
                    <a:pt x="30400" y="32307"/>
                  </a:cubicBezTo>
                  <a:cubicBezTo>
                    <a:pt x="40000" y="23076"/>
                    <a:pt x="40000" y="23076"/>
                    <a:pt x="40000" y="23076"/>
                  </a:cubicBezTo>
                  <a:cubicBezTo>
                    <a:pt x="41600" y="15384"/>
                    <a:pt x="41600" y="15384"/>
                    <a:pt x="41600" y="15384"/>
                  </a:cubicBezTo>
                  <a:cubicBezTo>
                    <a:pt x="41600" y="15384"/>
                    <a:pt x="40000" y="13846"/>
                    <a:pt x="38400" y="12307"/>
                  </a:cubicBezTo>
                  <a:cubicBezTo>
                    <a:pt x="35200" y="9230"/>
                    <a:pt x="36800" y="9230"/>
                    <a:pt x="36800" y="7692"/>
                  </a:cubicBezTo>
                  <a:cubicBezTo>
                    <a:pt x="38400" y="6153"/>
                    <a:pt x="40000" y="6153"/>
                    <a:pt x="40000" y="6153"/>
                  </a:cubicBezTo>
                  <a:cubicBezTo>
                    <a:pt x="41600" y="4615"/>
                    <a:pt x="44800" y="4615"/>
                    <a:pt x="48000" y="1538"/>
                  </a:cubicBezTo>
                  <a:cubicBezTo>
                    <a:pt x="51200" y="0"/>
                    <a:pt x="51200" y="3076"/>
                    <a:pt x="51200" y="3076"/>
                  </a:cubicBezTo>
                  <a:cubicBezTo>
                    <a:pt x="51200" y="3076"/>
                    <a:pt x="52800" y="7692"/>
                    <a:pt x="57600" y="9230"/>
                  </a:cubicBezTo>
                  <a:cubicBezTo>
                    <a:pt x="60800" y="10769"/>
                    <a:pt x="62400" y="10769"/>
                    <a:pt x="62400" y="10769"/>
                  </a:cubicBezTo>
                  <a:cubicBezTo>
                    <a:pt x="67200" y="10769"/>
                    <a:pt x="67200" y="10769"/>
                    <a:pt x="67200" y="10769"/>
                  </a:cubicBezTo>
                  <a:cubicBezTo>
                    <a:pt x="75200" y="16923"/>
                    <a:pt x="75200" y="16923"/>
                    <a:pt x="75200" y="16923"/>
                  </a:cubicBezTo>
                  <a:cubicBezTo>
                    <a:pt x="75200" y="16923"/>
                    <a:pt x="75200" y="16923"/>
                    <a:pt x="76800" y="18461"/>
                  </a:cubicBezTo>
                  <a:cubicBezTo>
                    <a:pt x="78400" y="20000"/>
                    <a:pt x="80000" y="26153"/>
                    <a:pt x="80000" y="26153"/>
                  </a:cubicBezTo>
                  <a:cubicBezTo>
                    <a:pt x="92800" y="29230"/>
                    <a:pt x="92800" y="29230"/>
                    <a:pt x="92800" y="29230"/>
                  </a:cubicBezTo>
                  <a:cubicBezTo>
                    <a:pt x="94400" y="35384"/>
                    <a:pt x="94400" y="35384"/>
                    <a:pt x="94400" y="35384"/>
                  </a:cubicBezTo>
                  <a:cubicBezTo>
                    <a:pt x="94400" y="35384"/>
                    <a:pt x="100800" y="35384"/>
                    <a:pt x="104000" y="36923"/>
                  </a:cubicBezTo>
                  <a:cubicBezTo>
                    <a:pt x="107200" y="36923"/>
                    <a:pt x="107200" y="40000"/>
                    <a:pt x="107200" y="40000"/>
                  </a:cubicBezTo>
                  <a:cubicBezTo>
                    <a:pt x="112000" y="38461"/>
                    <a:pt x="112000" y="38461"/>
                    <a:pt x="112000" y="38461"/>
                  </a:cubicBezTo>
                  <a:cubicBezTo>
                    <a:pt x="120000" y="40000"/>
                    <a:pt x="120000" y="40000"/>
                    <a:pt x="120000" y="40000"/>
                  </a:cubicBezTo>
                  <a:cubicBezTo>
                    <a:pt x="120000" y="40000"/>
                    <a:pt x="120000" y="41538"/>
                    <a:pt x="118400" y="43076"/>
                  </a:cubicBezTo>
                  <a:cubicBezTo>
                    <a:pt x="116800" y="43076"/>
                    <a:pt x="116800" y="46153"/>
                    <a:pt x="116800" y="47692"/>
                  </a:cubicBezTo>
                  <a:cubicBezTo>
                    <a:pt x="116800" y="50769"/>
                    <a:pt x="116800" y="52307"/>
                    <a:pt x="116800" y="53846"/>
                  </a:cubicBezTo>
                  <a:cubicBezTo>
                    <a:pt x="115200" y="56923"/>
                    <a:pt x="113600" y="55384"/>
                    <a:pt x="112000" y="56923"/>
                  </a:cubicBezTo>
                  <a:cubicBezTo>
                    <a:pt x="110400" y="56923"/>
                    <a:pt x="112000" y="60000"/>
                    <a:pt x="113600" y="63076"/>
                  </a:cubicBezTo>
                  <a:cubicBezTo>
                    <a:pt x="113600" y="64615"/>
                    <a:pt x="113600" y="64615"/>
                    <a:pt x="112000" y="66153"/>
                  </a:cubicBezTo>
                  <a:cubicBezTo>
                    <a:pt x="108800" y="69230"/>
                    <a:pt x="107200" y="69230"/>
                    <a:pt x="107200" y="69230"/>
                  </a:cubicBezTo>
                  <a:cubicBezTo>
                    <a:pt x="112000" y="73846"/>
                    <a:pt x="112000" y="73846"/>
                    <a:pt x="112000" y="73846"/>
                  </a:cubicBezTo>
                  <a:cubicBezTo>
                    <a:pt x="112000" y="73846"/>
                    <a:pt x="112000" y="73846"/>
                    <a:pt x="113600" y="73846"/>
                  </a:cubicBezTo>
                  <a:close/>
                </a:path>
              </a:pathLst>
            </a:custGeom>
            <a:solidFill>
              <a:srgbClr val="D9D9D9"/>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dirty="0">
                <a:solidFill>
                  <a:srgbClr val="7F7F7F"/>
                </a:solidFill>
                <a:highlight>
                  <a:srgbClr val="0000FF"/>
                </a:highlight>
                <a:latin typeface="Myriad Pro"/>
                <a:ea typeface="Source Sans Pro"/>
                <a:cs typeface="Calibri" panose="020F0502020204030204" pitchFamily="34" charset="0"/>
                <a:sym typeface="Source Sans Pro"/>
              </a:endParaRPr>
            </a:p>
          </p:txBody>
        </p:sp>
        <p:sp>
          <p:nvSpPr>
            <p:cNvPr id="18" name="Shape 2015">
              <a:extLst>
                <a:ext uri="{FF2B5EF4-FFF2-40B4-BE49-F238E27FC236}">
                  <a16:creationId xmlns:a16="http://schemas.microsoft.com/office/drawing/2014/main" id="{586CB001-72CD-411F-ADA9-60471D253257}"/>
                </a:ext>
              </a:extLst>
            </p:cNvPr>
            <p:cNvSpPr/>
            <p:nvPr/>
          </p:nvSpPr>
          <p:spPr>
            <a:xfrm>
              <a:off x="5900012" y="3680444"/>
              <a:ext cx="193499" cy="353718"/>
            </a:xfrm>
            <a:custGeom>
              <a:avLst/>
              <a:gdLst/>
              <a:ahLst/>
              <a:cxnLst/>
              <a:rect l="0" t="0" r="0" b="0"/>
              <a:pathLst>
                <a:path w="120000" h="120000" extrusionOk="0">
                  <a:moveTo>
                    <a:pt x="69176" y="118500"/>
                  </a:moveTo>
                  <a:cubicBezTo>
                    <a:pt x="73411" y="120000"/>
                    <a:pt x="73411" y="120000"/>
                    <a:pt x="73411" y="120000"/>
                  </a:cubicBezTo>
                  <a:cubicBezTo>
                    <a:pt x="77647" y="119250"/>
                    <a:pt x="77647" y="119250"/>
                    <a:pt x="77647" y="119250"/>
                  </a:cubicBezTo>
                  <a:cubicBezTo>
                    <a:pt x="80470" y="118500"/>
                    <a:pt x="80470" y="118500"/>
                    <a:pt x="80470" y="118500"/>
                  </a:cubicBezTo>
                  <a:cubicBezTo>
                    <a:pt x="80470" y="118500"/>
                    <a:pt x="83294" y="117000"/>
                    <a:pt x="83294" y="117000"/>
                  </a:cubicBezTo>
                  <a:cubicBezTo>
                    <a:pt x="83294" y="117000"/>
                    <a:pt x="83294" y="115500"/>
                    <a:pt x="83294" y="115500"/>
                  </a:cubicBezTo>
                  <a:cubicBezTo>
                    <a:pt x="81882" y="114750"/>
                    <a:pt x="81882" y="114750"/>
                    <a:pt x="81882" y="114750"/>
                  </a:cubicBezTo>
                  <a:cubicBezTo>
                    <a:pt x="81882" y="114750"/>
                    <a:pt x="80470" y="113250"/>
                    <a:pt x="81882" y="113250"/>
                  </a:cubicBezTo>
                  <a:cubicBezTo>
                    <a:pt x="83294" y="113250"/>
                    <a:pt x="84705" y="112500"/>
                    <a:pt x="84705" y="113250"/>
                  </a:cubicBezTo>
                  <a:cubicBezTo>
                    <a:pt x="86117" y="113250"/>
                    <a:pt x="84705" y="113250"/>
                    <a:pt x="86117" y="113250"/>
                  </a:cubicBezTo>
                  <a:cubicBezTo>
                    <a:pt x="87529" y="113250"/>
                    <a:pt x="88941" y="112500"/>
                    <a:pt x="88941" y="112500"/>
                  </a:cubicBezTo>
                  <a:cubicBezTo>
                    <a:pt x="88941" y="111750"/>
                    <a:pt x="88941" y="111750"/>
                    <a:pt x="88941" y="111750"/>
                  </a:cubicBezTo>
                  <a:cubicBezTo>
                    <a:pt x="88941" y="111750"/>
                    <a:pt x="88941" y="111750"/>
                    <a:pt x="88941" y="111750"/>
                  </a:cubicBezTo>
                  <a:cubicBezTo>
                    <a:pt x="87529" y="111000"/>
                    <a:pt x="83294" y="109500"/>
                    <a:pt x="81882" y="109500"/>
                  </a:cubicBezTo>
                  <a:cubicBezTo>
                    <a:pt x="81882" y="108750"/>
                    <a:pt x="80470" y="108000"/>
                    <a:pt x="80470" y="108000"/>
                  </a:cubicBezTo>
                  <a:cubicBezTo>
                    <a:pt x="80470" y="107250"/>
                    <a:pt x="81882" y="106500"/>
                    <a:pt x="81882" y="106500"/>
                  </a:cubicBezTo>
                  <a:cubicBezTo>
                    <a:pt x="80470" y="105750"/>
                    <a:pt x="80470" y="105750"/>
                    <a:pt x="80470" y="105750"/>
                  </a:cubicBezTo>
                  <a:cubicBezTo>
                    <a:pt x="80470" y="105750"/>
                    <a:pt x="81882" y="105000"/>
                    <a:pt x="83294" y="105000"/>
                  </a:cubicBezTo>
                  <a:cubicBezTo>
                    <a:pt x="83294" y="105000"/>
                    <a:pt x="84705" y="105000"/>
                    <a:pt x="84705" y="105000"/>
                  </a:cubicBezTo>
                  <a:cubicBezTo>
                    <a:pt x="86117" y="102750"/>
                    <a:pt x="86117" y="102750"/>
                    <a:pt x="86117" y="102750"/>
                  </a:cubicBezTo>
                  <a:cubicBezTo>
                    <a:pt x="86117" y="102750"/>
                    <a:pt x="86117" y="102000"/>
                    <a:pt x="87529" y="102000"/>
                  </a:cubicBezTo>
                  <a:cubicBezTo>
                    <a:pt x="87529" y="102000"/>
                    <a:pt x="88941" y="102000"/>
                    <a:pt x="88941" y="102000"/>
                  </a:cubicBezTo>
                  <a:cubicBezTo>
                    <a:pt x="98823" y="99000"/>
                    <a:pt x="98823" y="99000"/>
                    <a:pt x="98823" y="99000"/>
                  </a:cubicBezTo>
                  <a:cubicBezTo>
                    <a:pt x="105882" y="93000"/>
                    <a:pt x="105882" y="93000"/>
                    <a:pt x="105882" y="93000"/>
                  </a:cubicBezTo>
                  <a:cubicBezTo>
                    <a:pt x="108705" y="86250"/>
                    <a:pt x="108705" y="86250"/>
                    <a:pt x="108705" y="86250"/>
                  </a:cubicBezTo>
                  <a:cubicBezTo>
                    <a:pt x="112941" y="80250"/>
                    <a:pt x="112941" y="80250"/>
                    <a:pt x="112941" y="80250"/>
                  </a:cubicBezTo>
                  <a:cubicBezTo>
                    <a:pt x="112941" y="80250"/>
                    <a:pt x="118588" y="77250"/>
                    <a:pt x="118588" y="78000"/>
                  </a:cubicBezTo>
                  <a:cubicBezTo>
                    <a:pt x="120000" y="78750"/>
                    <a:pt x="118588" y="72000"/>
                    <a:pt x="118588" y="72000"/>
                  </a:cubicBezTo>
                  <a:cubicBezTo>
                    <a:pt x="114352" y="69750"/>
                    <a:pt x="114352" y="69750"/>
                    <a:pt x="114352" y="69750"/>
                  </a:cubicBezTo>
                  <a:cubicBezTo>
                    <a:pt x="114352" y="68250"/>
                    <a:pt x="114352" y="68250"/>
                    <a:pt x="114352" y="68250"/>
                  </a:cubicBezTo>
                  <a:cubicBezTo>
                    <a:pt x="114352" y="68250"/>
                    <a:pt x="112941" y="68250"/>
                    <a:pt x="112941" y="68250"/>
                  </a:cubicBezTo>
                  <a:cubicBezTo>
                    <a:pt x="112941" y="68250"/>
                    <a:pt x="112941" y="68250"/>
                    <a:pt x="111529" y="68250"/>
                  </a:cubicBezTo>
                  <a:cubicBezTo>
                    <a:pt x="111529" y="67500"/>
                    <a:pt x="111529" y="67500"/>
                    <a:pt x="111529" y="67500"/>
                  </a:cubicBezTo>
                  <a:cubicBezTo>
                    <a:pt x="108705" y="66000"/>
                    <a:pt x="108705" y="66000"/>
                    <a:pt x="108705" y="66000"/>
                  </a:cubicBezTo>
                  <a:cubicBezTo>
                    <a:pt x="108705" y="66000"/>
                    <a:pt x="107294" y="66750"/>
                    <a:pt x="105882" y="66750"/>
                  </a:cubicBezTo>
                  <a:cubicBezTo>
                    <a:pt x="104470" y="66750"/>
                    <a:pt x="104470" y="66000"/>
                    <a:pt x="103058" y="66000"/>
                  </a:cubicBezTo>
                  <a:cubicBezTo>
                    <a:pt x="103058" y="66000"/>
                    <a:pt x="103058" y="66000"/>
                    <a:pt x="103058" y="66000"/>
                  </a:cubicBezTo>
                  <a:cubicBezTo>
                    <a:pt x="103058" y="66000"/>
                    <a:pt x="101647" y="66000"/>
                    <a:pt x="100235" y="66000"/>
                  </a:cubicBezTo>
                  <a:cubicBezTo>
                    <a:pt x="98823" y="66000"/>
                    <a:pt x="97411" y="67500"/>
                    <a:pt x="96000" y="67500"/>
                  </a:cubicBezTo>
                  <a:cubicBezTo>
                    <a:pt x="96000" y="67500"/>
                    <a:pt x="96000" y="67500"/>
                    <a:pt x="96000" y="67500"/>
                  </a:cubicBezTo>
                  <a:cubicBezTo>
                    <a:pt x="96000" y="67500"/>
                    <a:pt x="96000" y="67500"/>
                    <a:pt x="96000" y="67500"/>
                  </a:cubicBezTo>
                  <a:cubicBezTo>
                    <a:pt x="96000" y="67500"/>
                    <a:pt x="96000" y="67500"/>
                    <a:pt x="96000" y="67500"/>
                  </a:cubicBezTo>
                  <a:cubicBezTo>
                    <a:pt x="96000" y="67500"/>
                    <a:pt x="96000" y="67500"/>
                    <a:pt x="96000" y="67500"/>
                  </a:cubicBezTo>
                  <a:cubicBezTo>
                    <a:pt x="96000" y="67500"/>
                    <a:pt x="96000" y="67500"/>
                    <a:pt x="96000" y="67500"/>
                  </a:cubicBezTo>
                  <a:cubicBezTo>
                    <a:pt x="96000" y="67500"/>
                    <a:pt x="96000" y="67500"/>
                    <a:pt x="96000" y="67500"/>
                  </a:cubicBezTo>
                  <a:cubicBezTo>
                    <a:pt x="96000" y="67500"/>
                    <a:pt x="96000" y="67500"/>
                    <a:pt x="96000" y="67500"/>
                  </a:cubicBezTo>
                  <a:cubicBezTo>
                    <a:pt x="96000" y="67500"/>
                    <a:pt x="96000" y="67500"/>
                    <a:pt x="96000" y="67500"/>
                  </a:cubicBezTo>
                  <a:cubicBezTo>
                    <a:pt x="96000" y="67500"/>
                    <a:pt x="96000" y="67500"/>
                    <a:pt x="96000" y="67500"/>
                  </a:cubicBezTo>
                  <a:cubicBezTo>
                    <a:pt x="96000" y="66750"/>
                    <a:pt x="96000" y="66750"/>
                    <a:pt x="96000" y="66750"/>
                  </a:cubicBezTo>
                  <a:cubicBezTo>
                    <a:pt x="96000" y="66000"/>
                    <a:pt x="96000" y="66000"/>
                    <a:pt x="94588" y="65250"/>
                  </a:cubicBezTo>
                  <a:cubicBezTo>
                    <a:pt x="94588" y="64500"/>
                    <a:pt x="94588" y="63000"/>
                    <a:pt x="93176" y="62250"/>
                  </a:cubicBezTo>
                  <a:cubicBezTo>
                    <a:pt x="91764" y="61500"/>
                    <a:pt x="91764" y="60750"/>
                    <a:pt x="91764" y="60750"/>
                  </a:cubicBezTo>
                  <a:cubicBezTo>
                    <a:pt x="91764" y="60750"/>
                    <a:pt x="88941" y="60750"/>
                    <a:pt x="87529" y="60750"/>
                  </a:cubicBezTo>
                  <a:cubicBezTo>
                    <a:pt x="87529" y="60750"/>
                    <a:pt x="86117" y="60750"/>
                    <a:pt x="86117" y="60750"/>
                  </a:cubicBezTo>
                  <a:cubicBezTo>
                    <a:pt x="86117" y="60750"/>
                    <a:pt x="84705" y="59250"/>
                    <a:pt x="86117" y="59250"/>
                  </a:cubicBezTo>
                  <a:cubicBezTo>
                    <a:pt x="86117" y="58500"/>
                    <a:pt x="84705" y="57750"/>
                    <a:pt x="83294" y="57000"/>
                  </a:cubicBezTo>
                  <a:cubicBezTo>
                    <a:pt x="83294" y="57000"/>
                    <a:pt x="80470" y="54750"/>
                    <a:pt x="80470" y="54750"/>
                  </a:cubicBezTo>
                  <a:cubicBezTo>
                    <a:pt x="80470" y="54750"/>
                    <a:pt x="79058" y="54750"/>
                    <a:pt x="79058" y="54000"/>
                  </a:cubicBezTo>
                  <a:cubicBezTo>
                    <a:pt x="79058" y="53250"/>
                    <a:pt x="79058" y="52500"/>
                    <a:pt x="79058" y="52500"/>
                  </a:cubicBezTo>
                  <a:cubicBezTo>
                    <a:pt x="77647" y="51000"/>
                    <a:pt x="77647" y="51000"/>
                    <a:pt x="77647" y="51000"/>
                  </a:cubicBezTo>
                  <a:cubicBezTo>
                    <a:pt x="77647" y="51000"/>
                    <a:pt x="80470" y="50250"/>
                    <a:pt x="80470" y="49500"/>
                  </a:cubicBezTo>
                  <a:cubicBezTo>
                    <a:pt x="80470" y="49500"/>
                    <a:pt x="81882" y="48750"/>
                    <a:pt x="80470" y="48000"/>
                  </a:cubicBezTo>
                  <a:cubicBezTo>
                    <a:pt x="80470" y="47250"/>
                    <a:pt x="77647" y="46500"/>
                    <a:pt x="77647" y="46500"/>
                  </a:cubicBezTo>
                  <a:cubicBezTo>
                    <a:pt x="76235" y="45750"/>
                    <a:pt x="74823" y="45000"/>
                    <a:pt x="73411" y="44250"/>
                  </a:cubicBezTo>
                  <a:cubicBezTo>
                    <a:pt x="73411" y="43500"/>
                    <a:pt x="73411" y="42750"/>
                    <a:pt x="73411" y="42750"/>
                  </a:cubicBezTo>
                  <a:cubicBezTo>
                    <a:pt x="73411" y="42750"/>
                    <a:pt x="73411" y="42000"/>
                    <a:pt x="74823" y="42000"/>
                  </a:cubicBezTo>
                  <a:cubicBezTo>
                    <a:pt x="76235" y="41250"/>
                    <a:pt x="77647" y="41250"/>
                    <a:pt x="77647" y="40500"/>
                  </a:cubicBezTo>
                  <a:cubicBezTo>
                    <a:pt x="77647" y="40500"/>
                    <a:pt x="79058" y="40500"/>
                    <a:pt x="79058" y="39750"/>
                  </a:cubicBezTo>
                  <a:cubicBezTo>
                    <a:pt x="77647" y="39000"/>
                    <a:pt x="76235" y="38250"/>
                    <a:pt x="76235" y="38250"/>
                  </a:cubicBezTo>
                  <a:cubicBezTo>
                    <a:pt x="77647" y="36000"/>
                    <a:pt x="77647" y="36000"/>
                    <a:pt x="77647" y="36000"/>
                  </a:cubicBezTo>
                  <a:cubicBezTo>
                    <a:pt x="76235" y="35250"/>
                    <a:pt x="76235" y="35250"/>
                    <a:pt x="76235" y="35250"/>
                  </a:cubicBezTo>
                  <a:cubicBezTo>
                    <a:pt x="76235" y="32250"/>
                    <a:pt x="76235" y="32250"/>
                    <a:pt x="76235" y="32250"/>
                  </a:cubicBezTo>
                  <a:cubicBezTo>
                    <a:pt x="76235" y="31500"/>
                    <a:pt x="76235" y="31500"/>
                    <a:pt x="76235" y="31500"/>
                  </a:cubicBezTo>
                  <a:cubicBezTo>
                    <a:pt x="76235" y="31500"/>
                    <a:pt x="77647" y="30000"/>
                    <a:pt x="77647" y="30000"/>
                  </a:cubicBezTo>
                  <a:cubicBezTo>
                    <a:pt x="77647" y="29250"/>
                    <a:pt x="77647" y="27750"/>
                    <a:pt x="77647" y="27750"/>
                  </a:cubicBezTo>
                  <a:cubicBezTo>
                    <a:pt x="77647" y="27000"/>
                    <a:pt x="77647" y="27000"/>
                    <a:pt x="77647" y="27000"/>
                  </a:cubicBezTo>
                  <a:cubicBezTo>
                    <a:pt x="79058" y="24750"/>
                    <a:pt x="79058" y="24750"/>
                    <a:pt x="79058" y="24750"/>
                  </a:cubicBezTo>
                  <a:cubicBezTo>
                    <a:pt x="76235" y="22500"/>
                    <a:pt x="76235" y="22500"/>
                    <a:pt x="76235" y="22500"/>
                  </a:cubicBezTo>
                  <a:cubicBezTo>
                    <a:pt x="76235" y="22500"/>
                    <a:pt x="76235" y="22500"/>
                    <a:pt x="76235" y="21750"/>
                  </a:cubicBezTo>
                  <a:cubicBezTo>
                    <a:pt x="74823" y="21000"/>
                    <a:pt x="74823" y="19500"/>
                    <a:pt x="74823" y="19500"/>
                  </a:cubicBezTo>
                  <a:cubicBezTo>
                    <a:pt x="73411" y="17250"/>
                    <a:pt x="73411" y="17250"/>
                    <a:pt x="73411" y="17250"/>
                  </a:cubicBezTo>
                  <a:cubicBezTo>
                    <a:pt x="73411" y="17250"/>
                    <a:pt x="70588" y="15750"/>
                    <a:pt x="69176" y="15000"/>
                  </a:cubicBezTo>
                  <a:cubicBezTo>
                    <a:pt x="69176" y="15000"/>
                    <a:pt x="69176" y="14250"/>
                    <a:pt x="66352" y="13500"/>
                  </a:cubicBezTo>
                  <a:cubicBezTo>
                    <a:pt x="64941" y="13500"/>
                    <a:pt x="62117" y="12750"/>
                    <a:pt x="62117" y="12750"/>
                  </a:cubicBezTo>
                  <a:cubicBezTo>
                    <a:pt x="59294" y="12750"/>
                    <a:pt x="59294" y="12750"/>
                    <a:pt x="59294" y="12750"/>
                  </a:cubicBezTo>
                  <a:cubicBezTo>
                    <a:pt x="56470" y="11250"/>
                    <a:pt x="56470" y="11250"/>
                    <a:pt x="56470" y="11250"/>
                  </a:cubicBezTo>
                  <a:cubicBezTo>
                    <a:pt x="53647" y="11250"/>
                    <a:pt x="53647" y="11250"/>
                    <a:pt x="53647" y="11250"/>
                  </a:cubicBezTo>
                  <a:cubicBezTo>
                    <a:pt x="52235" y="9000"/>
                    <a:pt x="52235" y="9000"/>
                    <a:pt x="52235" y="9000"/>
                  </a:cubicBezTo>
                  <a:cubicBezTo>
                    <a:pt x="50823" y="6750"/>
                    <a:pt x="50823" y="6750"/>
                    <a:pt x="50823" y="6750"/>
                  </a:cubicBezTo>
                  <a:cubicBezTo>
                    <a:pt x="48000" y="5250"/>
                    <a:pt x="48000" y="5250"/>
                    <a:pt x="48000" y="5250"/>
                  </a:cubicBezTo>
                  <a:cubicBezTo>
                    <a:pt x="45176" y="4500"/>
                    <a:pt x="45176" y="4500"/>
                    <a:pt x="45176" y="4500"/>
                  </a:cubicBezTo>
                  <a:cubicBezTo>
                    <a:pt x="43764" y="3750"/>
                    <a:pt x="43764" y="3750"/>
                    <a:pt x="43764" y="3750"/>
                  </a:cubicBezTo>
                  <a:cubicBezTo>
                    <a:pt x="40941" y="3000"/>
                    <a:pt x="40941" y="3000"/>
                    <a:pt x="40941" y="3000"/>
                  </a:cubicBezTo>
                  <a:cubicBezTo>
                    <a:pt x="39529" y="3000"/>
                    <a:pt x="39529" y="3000"/>
                    <a:pt x="39529" y="3000"/>
                  </a:cubicBezTo>
                  <a:cubicBezTo>
                    <a:pt x="39529" y="3000"/>
                    <a:pt x="38117" y="4500"/>
                    <a:pt x="38117" y="4500"/>
                  </a:cubicBezTo>
                  <a:cubicBezTo>
                    <a:pt x="38117" y="4500"/>
                    <a:pt x="33882" y="5250"/>
                    <a:pt x="33882" y="5250"/>
                  </a:cubicBezTo>
                  <a:cubicBezTo>
                    <a:pt x="31058" y="6750"/>
                    <a:pt x="31058" y="6750"/>
                    <a:pt x="31058" y="6750"/>
                  </a:cubicBezTo>
                  <a:cubicBezTo>
                    <a:pt x="28235" y="7500"/>
                    <a:pt x="28235" y="7500"/>
                    <a:pt x="28235" y="7500"/>
                  </a:cubicBezTo>
                  <a:cubicBezTo>
                    <a:pt x="28235" y="7500"/>
                    <a:pt x="28235" y="7500"/>
                    <a:pt x="28235" y="6750"/>
                  </a:cubicBezTo>
                  <a:cubicBezTo>
                    <a:pt x="26823" y="6750"/>
                    <a:pt x="26823" y="6750"/>
                    <a:pt x="26823" y="6750"/>
                  </a:cubicBezTo>
                  <a:cubicBezTo>
                    <a:pt x="26823" y="6750"/>
                    <a:pt x="25411" y="6000"/>
                    <a:pt x="25411" y="5250"/>
                  </a:cubicBezTo>
                  <a:cubicBezTo>
                    <a:pt x="25411" y="5250"/>
                    <a:pt x="24000" y="4500"/>
                    <a:pt x="24000" y="4500"/>
                  </a:cubicBezTo>
                  <a:cubicBezTo>
                    <a:pt x="24000" y="4500"/>
                    <a:pt x="24000" y="3750"/>
                    <a:pt x="24000" y="3750"/>
                  </a:cubicBezTo>
                  <a:cubicBezTo>
                    <a:pt x="24000" y="3000"/>
                    <a:pt x="24000" y="2250"/>
                    <a:pt x="24000" y="2250"/>
                  </a:cubicBezTo>
                  <a:cubicBezTo>
                    <a:pt x="24000" y="1500"/>
                    <a:pt x="24000" y="1500"/>
                    <a:pt x="24000" y="1500"/>
                  </a:cubicBezTo>
                  <a:cubicBezTo>
                    <a:pt x="22588" y="750"/>
                    <a:pt x="22588" y="750"/>
                    <a:pt x="22588" y="750"/>
                  </a:cubicBezTo>
                  <a:cubicBezTo>
                    <a:pt x="22588" y="0"/>
                    <a:pt x="22588" y="0"/>
                    <a:pt x="22588" y="0"/>
                  </a:cubicBezTo>
                  <a:cubicBezTo>
                    <a:pt x="22588" y="0"/>
                    <a:pt x="19764" y="0"/>
                    <a:pt x="19764" y="0"/>
                  </a:cubicBezTo>
                  <a:cubicBezTo>
                    <a:pt x="19764" y="0"/>
                    <a:pt x="14117" y="3000"/>
                    <a:pt x="14117" y="3000"/>
                  </a:cubicBezTo>
                  <a:cubicBezTo>
                    <a:pt x="15529" y="3750"/>
                    <a:pt x="15529" y="3750"/>
                    <a:pt x="15529" y="3750"/>
                  </a:cubicBezTo>
                  <a:cubicBezTo>
                    <a:pt x="14117" y="5250"/>
                    <a:pt x="14117" y="5250"/>
                    <a:pt x="14117" y="5250"/>
                  </a:cubicBezTo>
                  <a:cubicBezTo>
                    <a:pt x="12705" y="6750"/>
                    <a:pt x="12705" y="6750"/>
                    <a:pt x="12705" y="6750"/>
                  </a:cubicBezTo>
                  <a:cubicBezTo>
                    <a:pt x="11294" y="8250"/>
                    <a:pt x="11294" y="8250"/>
                    <a:pt x="11294" y="8250"/>
                  </a:cubicBezTo>
                  <a:cubicBezTo>
                    <a:pt x="11294" y="8250"/>
                    <a:pt x="9882" y="9000"/>
                    <a:pt x="9882" y="9750"/>
                  </a:cubicBezTo>
                  <a:cubicBezTo>
                    <a:pt x="9882" y="9750"/>
                    <a:pt x="8470" y="10500"/>
                    <a:pt x="8470" y="10500"/>
                  </a:cubicBezTo>
                  <a:cubicBezTo>
                    <a:pt x="7058" y="11250"/>
                    <a:pt x="7058" y="11250"/>
                    <a:pt x="7058" y="11250"/>
                  </a:cubicBezTo>
                  <a:cubicBezTo>
                    <a:pt x="5647" y="12000"/>
                    <a:pt x="5647" y="12000"/>
                    <a:pt x="5647" y="12000"/>
                  </a:cubicBezTo>
                  <a:cubicBezTo>
                    <a:pt x="5647" y="13500"/>
                    <a:pt x="5647" y="13500"/>
                    <a:pt x="5647" y="13500"/>
                  </a:cubicBezTo>
                  <a:cubicBezTo>
                    <a:pt x="5647" y="13500"/>
                    <a:pt x="5647" y="14250"/>
                    <a:pt x="5647" y="15000"/>
                  </a:cubicBezTo>
                  <a:cubicBezTo>
                    <a:pt x="5647" y="15000"/>
                    <a:pt x="4235" y="15750"/>
                    <a:pt x="4235" y="15750"/>
                  </a:cubicBezTo>
                  <a:cubicBezTo>
                    <a:pt x="2823" y="17250"/>
                    <a:pt x="2823" y="17250"/>
                    <a:pt x="2823" y="17250"/>
                  </a:cubicBezTo>
                  <a:cubicBezTo>
                    <a:pt x="0" y="18750"/>
                    <a:pt x="0" y="18750"/>
                    <a:pt x="0" y="18750"/>
                  </a:cubicBezTo>
                  <a:cubicBezTo>
                    <a:pt x="0" y="20250"/>
                    <a:pt x="0" y="20250"/>
                    <a:pt x="0" y="20250"/>
                  </a:cubicBezTo>
                  <a:cubicBezTo>
                    <a:pt x="1411" y="21000"/>
                    <a:pt x="1411" y="21000"/>
                    <a:pt x="1411" y="21000"/>
                  </a:cubicBezTo>
                  <a:cubicBezTo>
                    <a:pt x="4235" y="21750"/>
                    <a:pt x="4235" y="21750"/>
                    <a:pt x="4235" y="21750"/>
                  </a:cubicBezTo>
                  <a:cubicBezTo>
                    <a:pt x="7058" y="22500"/>
                    <a:pt x="7058" y="22500"/>
                    <a:pt x="7058" y="22500"/>
                  </a:cubicBezTo>
                  <a:cubicBezTo>
                    <a:pt x="7058" y="22500"/>
                    <a:pt x="7058" y="23250"/>
                    <a:pt x="7058" y="24000"/>
                  </a:cubicBezTo>
                  <a:cubicBezTo>
                    <a:pt x="7058" y="24000"/>
                    <a:pt x="7058" y="24750"/>
                    <a:pt x="7058" y="24750"/>
                  </a:cubicBezTo>
                  <a:cubicBezTo>
                    <a:pt x="5647" y="26250"/>
                    <a:pt x="5647" y="26250"/>
                    <a:pt x="5647" y="26250"/>
                  </a:cubicBezTo>
                  <a:cubicBezTo>
                    <a:pt x="5647" y="26250"/>
                    <a:pt x="7058" y="27000"/>
                    <a:pt x="7058" y="27000"/>
                  </a:cubicBezTo>
                  <a:cubicBezTo>
                    <a:pt x="7058" y="27000"/>
                    <a:pt x="7058" y="27750"/>
                    <a:pt x="7058" y="27750"/>
                  </a:cubicBezTo>
                  <a:cubicBezTo>
                    <a:pt x="7058" y="27750"/>
                    <a:pt x="7058" y="29250"/>
                    <a:pt x="7058" y="29250"/>
                  </a:cubicBezTo>
                  <a:cubicBezTo>
                    <a:pt x="5647" y="30000"/>
                    <a:pt x="5647" y="30000"/>
                    <a:pt x="5647" y="30000"/>
                  </a:cubicBezTo>
                  <a:cubicBezTo>
                    <a:pt x="5647" y="30000"/>
                    <a:pt x="7058" y="30750"/>
                    <a:pt x="7058" y="31500"/>
                  </a:cubicBezTo>
                  <a:cubicBezTo>
                    <a:pt x="7058" y="31500"/>
                    <a:pt x="7058" y="32250"/>
                    <a:pt x="7058" y="32250"/>
                  </a:cubicBezTo>
                  <a:cubicBezTo>
                    <a:pt x="5647" y="32250"/>
                    <a:pt x="8470" y="33750"/>
                    <a:pt x="8470" y="33750"/>
                  </a:cubicBezTo>
                  <a:cubicBezTo>
                    <a:pt x="8470" y="33750"/>
                    <a:pt x="9882" y="33000"/>
                    <a:pt x="11294" y="33000"/>
                  </a:cubicBezTo>
                  <a:cubicBezTo>
                    <a:pt x="11294" y="33000"/>
                    <a:pt x="14117" y="33000"/>
                    <a:pt x="14117" y="33000"/>
                  </a:cubicBezTo>
                  <a:cubicBezTo>
                    <a:pt x="16941" y="33750"/>
                    <a:pt x="16941" y="33750"/>
                    <a:pt x="16941" y="33750"/>
                  </a:cubicBezTo>
                  <a:cubicBezTo>
                    <a:pt x="19764" y="33750"/>
                    <a:pt x="19764" y="33750"/>
                    <a:pt x="19764" y="33750"/>
                  </a:cubicBezTo>
                  <a:cubicBezTo>
                    <a:pt x="21176" y="35250"/>
                    <a:pt x="21176" y="35250"/>
                    <a:pt x="21176" y="35250"/>
                  </a:cubicBezTo>
                  <a:cubicBezTo>
                    <a:pt x="21176" y="36750"/>
                    <a:pt x="21176" y="36750"/>
                    <a:pt x="21176" y="36750"/>
                  </a:cubicBezTo>
                  <a:cubicBezTo>
                    <a:pt x="21176" y="39000"/>
                    <a:pt x="21176" y="39000"/>
                    <a:pt x="21176" y="39000"/>
                  </a:cubicBezTo>
                  <a:cubicBezTo>
                    <a:pt x="19764" y="40500"/>
                    <a:pt x="19764" y="40500"/>
                    <a:pt x="19764" y="40500"/>
                  </a:cubicBezTo>
                  <a:cubicBezTo>
                    <a:pt x="22588" y="41250"/>
                    <a:pt x="22588" y="41250"/>
                    <a:pt x="22588" y="41250"/>
                  </a:cubicBezTo>
                  <a:cubicBezTo>
                    <a:pt x="22588" y="41250"/>
                    <a:pt x="22588" y="41250"/>
                    <a:pt x="22588" y="41250"/>
                  </a:cubicBezTo>
                  <a:cubicBezTo>
                    <a:pt x="22588" y="41250"/>
                    <a:pt x="22588" y="42750"/>
                    <a:pt x="22588" y="43500"/>
                  </a:cubicBezTo>
                  <a:cubicBezTo>
                    <a:pt x="21176" y="43500"/>
                    <a:pt x="19764" y="43500"/>
                    <a:pt x="18352" y="44250"/>
                  </a:cubicBezTo>
                  <a:cubicBezTo>
                    <a:pt x="16941" y="44250"/>
                    <a:pt x="15529" y="44250"/>
                    <a:pt x="15529" y="44250"/>
                  </a:cubicBezTo>
                  <a:cubicBezTo>
                    <a:pt x="15529" y="45000"/>
                    <a:pt x="15529" y="45000"/>
                    <a:pt x="15529" y="45000"/>
                  </a:cubicBezTo>
                  <a:cubicBezTo>
                    <a:pt x="18352" y="45750"/>
                    <a:pt x="18352" y="45750"/>
                    <a:pt x="18352" y="45750"/>
                  </a:cubicBezTo>
                  <a:cubicBezTo>
                    <a:pt x="18352" y="45750"/>
                    <a:pt x="19764" y="45750"/>
                    <a:pt x="19764" y="45750"/>
                  </a:cubicBezTo>
                  <a:cubicBezTo>
                    <a:pt x="19764" y="46500"/>
                    <a:pt x="19764" y="48000"/>
                    <a:pt x="19764" y="48000"/>
                  </a:cubicBezTo>
                  <a:cubicBezTo>
                    <a:pt x="19764" y="48000"/>
                    <a:pt x="19764" y="48750"/>
                    <a:pt x="18352" y="48750"/>
                  </a:cubicBezTo>
                  <a:cubicBezTo>
                    <a:pt x="18352" y="48750"/>
                    <a:pt x="16941" y="49500"/>
                    <a:pt x="16941" y="49500"/>
                  </a:cubicBezTo>
                  <a:cubicBezTo>
                    <a:pt x="15529" y="50250"/>
                    <a:pt x="15529" y="50250"/>
                    <a:pt x="15529" y="50250"/>
                  </a:cubicBezTo>
                  <a:cubicBezTo>
                    <a:pt x="14117" y="51000"/>
                    <a:pt x="14117" y="51000"/>
                    <a:pt x="14117" y="51000"/>
                  </a:cubicBezTo>
                  <a:cubicBezTo>
                    <a:pt x="11294" y="51750"/>
                    <a:pt x="11294" y="51750"/>
                    <a:pt x="11294" y="51750"/>
                  </a:cubicBezTo>
                  <a:cubicBezTo>
                    <a:pt x="14117" y="53250"/>
                    <a:pt x="14117" y="53250"/>
                    <a:pt x="14117" y="53250"/>
                  </a:cubicBezTo>
                  <a:cubicBezTo>
                    <a:pt x="15529" y="53250"/>
                    <a:pt x="15529" y="53250"/>
                    <a:pt x="15529" y="53250"/>
                  </a:cubicBezTo>
                  <a:cubicBezTo>
                    <a:pt x="15529" y="53250"/>
                    <a:pt x="16941" y="54000"/>
                    <a:pt x="16941" y="54000"/>
                  </a:cubicBezTo>
                  <a:cubicBezTo>
                    <a:pt x="16941" y="54000"/>
                    <a:pt x="21176" y="55500"/>
                    <a:pt x="21176" y="55500"/>
                  </a:cubicBezTo>
                  <a:cubicBezTo>
                    <a:pt x="19764" y="56250"/>
                    <a:pt x="19764" y="56250"/>
                    <a:pt x="19764" y="56250"/>
                  </a:cubicBezTo>
                  <a:cubicBezTo>
                    <a:pt x="19764" y="56250"/>
                    <a:pt x="19764" y="57000"/>
                    <a:pt x="19764" y="57750"/>
                  </a:cubicBezTo>
                  <a:cubicBezTo>
                    <a:pt x="19764" y="58500"/>
                    <a:pt x="19764" y="60750"/>
                    <a:pt x="19764" y="60750"/>
                  </a:cubicBezTo>
                  <a:cubicBezTo>
                    <a:pt x="18352" y="61500"/>
                    <a:pt x="18352" y="61500"/>
                    <a:pt x="18352" y="61500"/>
                  </a:cubicBezTo>
                  <a:cubicBezTo>
                    <a:pt x="18352" y="62250"/>
                    <a:pt x="19764" y="64500"/>
                    <a:pt x="19764" y="64500"/>
                  </a:cubicBezTo>
                  <a:cubicBezTo>
                    <a:pt x="19764" y="65250"/>
                    <a:pt x="19764" y="65250"/>
                    <a:pt x="19764" y="65250"/>
                  </a:cubicBezTo>
                  <a:cubicBezTo>
                    <a:pt x="18352" y="66000"/>
                    <a:pt x="18352" y="66000"/>
                    <a:pt x="18352" y="66000"/>
                  </a:cubicBezTo>
                  <a:cubicBezTo>
                    <a:pt x="24000" y="67500"/>
                    <a:pt x="24000" y="67500"/>
                    <a:pt x="24000" y="67500"/>
                  </a:cubicBezTo>
                  <a:cubicBezTo>
                    <a:pt x="22588" y="69000"/>
                    <a:pt x="22588" y="69000"/>
                    <a:pt x="22588" y="69000"/>
                  </a:cubicBezTo>
                  <a:cubicBezTo>
                    <a:pt x="19764" y="69750"/>
                    <a:pt x="19764" y="69750"/>
                    <a:pt x="19764" y="69750"/>
                  </a:cubicBezTo>
                  <a:cubicBezTo>
                    <a:pt x="19764" y="69750"/>
                    <a:pt x="18352" y="69750"/>
                    <a:pt x="18352" y="69750"/>
                  </a:cubicBezTo>
                  <a:cubicBezTo>
                    <a:pt x="18352" y="70500"/>
                    <a:pt x="18352" y="71250"/>
                    <a:pt x="18352" y="71250"/>
                  </a:cubicBezTo>
                  <a:cubicBezTo>
                    <a:pt x="19764" y="72000"/>
                    <a:pt x="19764" y="72000"/>
                    <a:pt x="19764" y="72000"/>
                  </a:cubicBezTo>
                  <a:cubicBezTo>
                    <a:pt x="18352" y="72750"/>
                    <a:pt x="18352" y="72750"/>
                    <a:pt x="18352" y="72750"/>
                  </a:cubicBezTo>
                  <a:cubicBezTo>
                    <a:pt x="18352" y="72750"/>
                    <a:pt x="18352" y="72750"/>
                    <a:pt x="18352" y="72750"/>
                  </a:cubicBezTo>
                  <a:cubicBezTo>
                    <a:pt x="18352" y="72750"/>
                    <a:pt x="18352" y="74250"/>
                    <a:pt x="18352" y="74250"/>
                  </a:cubicBezTo>
                  <a:cubicBezTo>
                    <a:pt x="18352" y="74250"/>
                    <a:pt x="18352" y="75000"/>
                    <a:pt x="16941" y="75000"/>
                  </a:cubicBezTo>
                  <a:cubicBezTo>
                    <a:pt x="16941" y="75000"/>
                    <a:pt x="15529" y="75750"/>
                    <a:pt x="15529" y="75750"/>
                  </a:cubicBezTo>
                  <a:cubicBezTo>
                    <a:pt x="16941" y="77250"/>
                    <a:pt x="16941" y="77250"/>
                    <a:pt x="16941" y="77250"/>
                  </a:cubicBezTo>
                  <a:cubicBezTo>
                    <a:pt x="15529" y="80250"/>
                    <a:pt x="15529" y="80250"/>
                    <a:pt x="15529" y="80250"/>
                  </a:cubicBezTo>
                  <a:cubicBezTo>
                    <a:pt x="15529" y="81000"/>
                    <a:pt x="15529" y="81000"/>
                    <a:pt x="15529" y="81000"/>
                  </a:cubicBezTo>
                  <a:cubicBezTo>
                    <a:pt x="16941" y="83250"/>
                    <a:pt x="16941" y="83250"/>
                    <a:pt x="16941" y="83250"/>
                  </a:cubicBezTo>
                  <a:cubicBezTo>
                    <a:pt x="19764" y="85500"/>
                    <a:pt x="19764" y="85500"/>
                    <a:pt x="19764" y="85500"/>
                  </a:cubicBezTo>
                  <a:cubicBezTo>
                    <a:pt x="22588" y="87000"/>
                    <a:pt x="22588" y="87000"/>
                    <a:pt x="22588" y="87000"/>
                  </a:cubicBezTo>
                  <a:cubicBezTo>
                    <a:pt x="24000" y="88500"/>
                    <a:pt x="24000" y="88500"/>
                    <a:pt x="24000" y="88500"/>
                  </a:cubicBezTo>
                  <a:cubicBezTo>
                    <a:pt x="26823" y="89250"/>
                    <a:pt x="26823" y="89250"/>
                    <a:pt x="26823" y="89250"/>
                  </a:cubicBezTo>
                  <a:cubicBezTo>
                    <a:pt x="25411" y="91500"/>
                    <a:pt x="25411" y="91500"/>
                    <a:pt x="25411" y="91500"/>
                  </a:cubicBezTo>
                  <a:cubicBezTo>
                    <a:pt x="26823" y="92250"/>
                    <a:pt x="26823" y="92250"/>
                    <a:pt x="26823" y="92250"/>
                  </a:cubicBezTo>
                  <a:cubicBezTo>
                    <a:pt x="26823" y="93750"/>
                    <a:pt x="26823" y="93750"/>
                    <a:pt x="26823" y="93750"/>
                  </a:cubicBezTo>
                  <a:cubicBezTo>
                    <a:pt x="26823" y="93750"/>
                    <a:pt x="26823" y="93750"/>
                    <a:pt x="25411" y="94500"/>
                  </a:cubicBezTo>
                  <a:cubicBezTo>
                    <a:pt x="25411" y="94500"/>
                    <a:pt x="25411" y="94500"/>
                    <a:pt x="24000" y="93750"/>
                  </a:cubicBezTo>
                  <a:cubicBezTo>
                    <a:pt x="22588" y="93750"/>
                    <a:pt x="21176" y="92250"/>
                    <a:pt x="21176" y="92250"/>
                  </a:cubicBezTo>
                  <a:cubicBezTo>
                    <a:pt x="21176" y="92250"/>
                    <a:pt x="19764" y="90750"/>
                    <a:pt x="19764" y="90750"/>
                  </a:cubicBezTo>
                  <a:cubicBezTo>
                    <a:pt x="19764" y="90750"/>
                    <a:pt x="18352" y="90000"/>
                    <a:pt x="18352" y="90000"/>
                  </a:cubicBezTo>
                  <a:cubicBezTo>
                    <a:pt x="15529" y="90000"/>
                    <a:pt x="15529" y="90000"/>
                    <a:pt x="15529" y="90000"/>
                  </a:cubicBezTo>
                  <a:cubicBezTo>
                    <a:pt x="15529" y="90000"/>
                    <a:pt x="15529" y="90750"/>
                    <a:pt x="15529" y="90750"/>
                  </a:cubicBezTo>
                  <a:cubicBezTo>
                    <a:pt x="15529" y="91500"/>
                    <a:pt x="15529" y="91500"/>
                    <a:pt x="16941" y="92250"/>
                  </a:cubicBezTo>
                  <a:cubicBezTo>
                    <a:pt x="18352" y="93000"/>
                    <a:pt x="18352" y="93000"/>
                    <a:pt x="19764" y="93000"/>
                  </a:cubicBezTo>
                  <a:cubicBezTo>
                    <a:pt x="19764" y="93000"/>
                    <a:pt x="19764" y="93750"/>
                    <a:pt x="21176" y="93750"/>
                  </a:cubicBezTo>
                  <a:cubicBezTo>
                    <a:pt x="21176" y="94500"/>
                    <a:pt x="21176" y="96000"/>
                    <a:pt x="21176" y="96000"/>
                  </a:cubicBezTo>
                  <a:cubicBezTo>
                    <a:pt x="24000" y="97500"/>
                    <a:pt x="24000" y="97500"/>
                    <a:pt x="24000" y="97500"/>
                  </a:cubicBezTo>
                  <a:cubicBezTo>
                    <a:pt x="26823" y="98250"/>
                    <a:pt x="26823" y="98250"/>
                    <a:pt x="26823" y="98250"/>
                  </a:cubicBezTo>
                  <a:cubicBezTo>
                    <a:pt x="38117" y="101250"/>
                    <a:pt x="38117" y="101250"/>
                    <a:pt x="38117" y="101250"/>
                  </a:cubicBezTo>
                  <a:cubicBezTo>
                    <a:pt x="42352" y="102000"/>
                    <a:pt x="42352" y="102000"/>
                    <a:pt x="42352" y="102000"/>
                  </a:cubicBezTo>
                  <a:cubicBezTo>
                    <a:pt x="43764" y="102000"/>
                    <a:pt x="43764" y="102000"/>
                    <a:pt x="43764" y="102000"/>
                  </a:cubicBezTo>
                  <a:cubicBezTo>
                    <a:pt x="45176" y="103500"/>
                    <a:pt x="45176" y="103500"/>
                    <a:pt x="45176" y="103500"/>
                  </a:cubicBezTo>
                  <a:cubicBezTo>
                    <a:pt x="46588" y="104250"/>
                    <a:pt x="46588" y="104250"/>
                    <a:pt x="46588" y="104250"/>
                  </a:cubicBezTo>
                  <a:cubicBezTo>
                    <a:pt x="46588" y="104250"/>
                    <a:pt x="48000" y="104250"/>
                    <a:pt x="49411" y="104250"/>
                  </a:cubicBezTo>
                  <a:cubicBezTo>
                    <a:pt x="49411" y="104250"/>
                    <a:pt x="52235" y="104250"/>
                    <a:pt x="52235" y="104250"/>
                  </a:cubicBezTo>
                  <a:cubicBezTo>
                    <a:pt x="52235" y="104250"/>
                    <a:pt x="53647" y="103500"/>
                    <a:pt x="53647" y="104250"/>
                  </a:cubicBezTo>
                  <a:cubicBezTo>
                    <a:pt x="53647" y="105000"/>
                    <a:pt x="57882" y="108750"/>
                    <a:pt x="57882" y="108750"/>
                  </a:cubicBezTo>
                  <a:cubicBezTo>
                    <a:pt x="57882" y="108750"/>
                    <a:pt x="57882" y="109500"/>
                    <a:pt x="59294" y="110250"/>
                  </a:cubicBezTo>
                  <a:cubicBezTo>
                    <a:pt x="60705" y="111000"/>
                    <a:pt x="63529" y="111750"/>
                    <a:pt x="63529" y="111750"/>
                  </a:cubicBezTo>
                  <a:cubicBezTo>
                    <a:pt x="63529" y="111750"/>
                    <a:pt x="62117" y="112500"/>
                    <a:pt x="62117" y="113250"/>
                  </a:cubicBezTo>
                  <a:cubicBezTo>
                    <a:pt x="63529" y="114000"/>
                    <a:pt x="62117" y="114000"/>
                    <a:pt x="63529" y="114000"/>
                  </a:cubicBezTo>
                  <a:cubicBezTo>
                    <a:pt x="63529" y="114750"/>
                    <a:pt x="63529" y="114750"/>
                    <a:pt x="63529" y="114750"/>
                  </a:cubicBezTo>
                  <a:cubicBezTo>
                    <a:pt x="63529" y="114750"/>
                    <a:pt x="63529" y="114750"/>
                    <a:pt x="63529" y="115500"/>
                  </a:cubicBezTo>
                  <a:cubicBezTo>
                    <a:pt x="64941" y="115500"/>
                    <a:pt x="64941" y="116250"/>
                    <a:pt x="64941" y="116250"/>
                  </a:cubicBezTo>
                  <a:cubicBezTo>
                    <a:pt x="64941" y="118500"/>
                    <a:pt x="64941" y="118500"/>
                    <a:pt x="64941" y="118500"/>
                  </a:cubicBezTo>
                  <a:cubicBezTo>
                    <a:pt x="67764" y="118500"/>
                    <a:pt x="67764" y="118500"/>
                    <a:pt x="67764" y="118500"/>
                  </a:cubicBezTo>
                  <a:lnTo>
                    <a:pt x="69176" y="118500"/>
                  </a:lnTo>
                  <a:close/>
                </a:path>
              </a:pathLst>
            </a:custGeom>
            <a:solidFill>
              <a:srgbClr val="0D122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19" name="Shape 2016">
              <a:extLst>
                <a:ext uri="{FF2B5EF4-FFF2-40B4-BE49-F238E27FC236}">
                  <a16:creationId xmlns:a16="http://schemas.microsoft.com/office/drawing/2014/main" id="{0591D486-FB51-49BD-8775-3F3CC21E3828}"/>
                </a:ext>
              </a:extLst>
            </p:cNvPr>
            <p:cNvSpPr/>
            <p:nvPr/>
          </p:nvSpPr>
          <p:spPr>
            <a:xfrm>
              <a:off x="5900012" y="3680444"/>
              <a:ext cx="193499" cy="353718"/>
            </a:xfrm>
            <a:custGeom>
              <a:avLst/>
              <a:gdLst/>
              <a:ahLst/>
              <a:cxnLst/>
              <a:rect l="0" t="0" r="0" b="0"/>
              <a:pathLst>
                <a:path w="120000" h="120000" extrusionOk="0">
                  <a:moveTo>
                    <a:pt x="73411" y="120000"/>
                  </a:moveTo>
                  <a:cubicBezTo>
                    <a:pt x="73411" y="120000"/>
                    <a:pt x="73411" y="120000"/>
                    <a:pt x="73411" y="120000"/>
                  </a:cubicBezTo>
                  <a:cubicBezTo>
                    <a:pt x="69176" y="118500"/>
                    <a:pt x="69176" y="118500"/>
                    <a:pt x="69176" y="118500"/>
                  </a:cubicBezTo>
                  <a:cubicBezTo>
                    <a:pt x="67764" y="119250"/>
                    <a:pt x="67764" y="119250"/>
                    <a:pt x="67764" y="119250"/>
                  </a:cubicBezTo>
                  <a:cubicBezTo>
                    <a:pt x="64941" y="118500"/>
                    <a:pt x="64941" y="118500"/>
                    <a:pt x="64941" y="118500"/>
                  </a:cubicBezTo>
                  <a:cubicBezTo>
                    <a:pt x="64941" y="116250"/>
                    <a:pt x="64941" y="116250"/>
                    <a:pt x="64941" y="116250"/>
                  </a:cubicBezTo>
                  <a:cubicBezTo>
                    <a:pt x="64941" y="116250"/>
                    <a:pt x="63529" y="116250"/>
                    <a:pt x="63529" y="115500"/>
                  </a:cubicBezTo>
                  <a:cubicBezTo>
                    <a:pt x="63529" y="114000"/>
                    <a:pt x="63529" y="114000"/>
                    <a:pt x="63529" y="114000"/>
                  </a:cubicBezTo>
                  <a:cubicBezTo>
                    <a:pt x="62117" y="114750"/>
                    <a:pt x="62117" y="114750"/>
                    <a:pt x="62117" y="114750"/>
                  </a:cubicBezTo>
                  <a:cubicBezTo>
                    <a:pt x="62117" y="114000"/>
                    <a:pt x="62117" y="114000"/>
                    <a:pt x="62117" y="114000"/>
                  </a:cubicBezTo>
                  <a:cubicBezTo>
                    <a:pt x="62117" y="113250"/>
                    <a:pt x="62117" y="113250"/>
                    <a:pt x="62117" y="113250"/>
                  </a:cubicBezTo>
                  <a:cubicBezTo>
                    <a:pt x="62117" y="112500"/>
                    <a:pt x="62117" y="111750"/>
                    <a:pt x="63529" y="111750"/>
                  </a:cubicBezTo>
                  <a:cubicBezTo>
                    <a:pt x="62117" y="111750"/>
                    <a:pt x="59294" y="111000"/>
                    <a:pt x="59294" y="110250"/>
                  </a:cubicBezTo>
                  <a:cubicBezTo>
                    <a:pt x="57882" y="110250"/>
                    <a:pt x="57882" y="108750"/>
                    <a:pt x="57882" y="108750"/>
                  </a:cubicBezTo>
                  <a:cubicBezTo>
                    <a:pt x="56470" y="108750"/>
                    <a:pt x="53647" y="105750"/>
                    <a:pt x="53647" y="104250"/>
                  </a:cubicBezTo>
                  <a:cubicBezTo>
                    <a:pt x="50823" y="104250"/>
                    <a:pt x="49411" y="104250"/>
                    <a:pt x="49411" y="104250"/>
                  </a:cubicBezTo>
                  <a:cubicBezTo>
                    <a:pt x="48000" y="104250"/>
                    <a:pt x="46588" y="104250"/>
                    <a:pt x="46588" y="104250"/>
                  </a:cubicBezTo>
                  <a:cubicBezTo>
                    <a:pt x="45176" y="103500"/>
                    <a:pt x="45176" y="103500"/>
                    <a:pt x="45176" y="103500"/>
                  </a:cubicBezTo>
                  <a:cubicBezTo>
                    <a:pt x="43764" y="102750"/>
                    <a:pt x="43764" y="102750"/>
                    <a:pt x="43764" y="102750"/>
                  </a:cubicBezTo>
                  <a:cubicBezTo>
                    <a:pt x="38117" y="101250"/>
                    <a:pt x="38117" y="101250"/>
                    <a:pt x="38117" y="101250"/>
                  </a:cubicBezTo>
                  <a:cubicBezTo>
                    <a:pt x="21176" y="96000"/>
                    <a:pt x="21176" y="96000"/>
                    <a:pt x="21176" y="96000"/>
                  </a:cubicBezTo>
                  <a:cubicBezTo>
                    <a:pt x="21176" y="96000"/>
                    <a:pt x="19764" y="94500"/>
                    <a:pt x="19764" y="93750"/>
                  </a:cubicBezTo>
                  <a:cubicBezTo>
                    <a:pt x="19764" y="93750"/>
                    <a:pt x="19764" y="93750"/>
                    <a:pt x="19764" y="93000"/>
                  </a:cubicBezTo>
                  <a:cubicBezTo>
                    <a:pt x="18352" y="93000"/>
                    <a:pt x="16941" y="93000"/>
                    <a:pt x="16941" y="92250"/>
                  </a:cubicBezTo>
                  <a:cubicBezTo>
                    <a:pt x="15529" y="92250"/>
                    <a:pt x="15529" y="91500"/>
                    <a:pt x="14117" y="90750"/>
                  </a:cubicBezTo>
                  <a:cubicBezTo>
                    <a:pt x="14117" y="90750"/>
                    <a:pt x="14117" y="90000"/>
                    <a:pt x="14117" y="90000"/>
                  </a:cubicBezTo>
                  <a:cubicBezTo>
                    <a:pt x="18352" y="90000"/>
                    <a:pt x="18352" y="90000"/>
                    <a:pt x="18352" y="90000"/>
                  </a:cubicBezTo>
                  <a:cubicBezTo>
                    <a:pt x="18352" y="90000"/>
                    <a:pt x="19764" y="90750"/>
                    <a:pt x="19764" y="90750"/>
                  </a:cubicBezTo>
                  <a:cubicBezTo>
                    <a:pt x="21176" y="90750"/>
                    <a:pt x="21176" y="92250"/>
                    <a:pt x="21176" y="92250"/>
                  </a:cubicBezTo>
                  <a:cubicBezTo>
                    <a:pt x="21176" y="92250"/>
                    <a:pt x="22588" y="93750"/>
                    <a:pt x="24000" y="93750"/>
                  </a:cubicBezTo>
                  <a:cubicBezTo>
                    <a:pt x="24000" y="93750"/>
                    <a:pt x="25411" y="93750"/>
                    <a:pt x="25411" y="93750"/>
                  </a:cubicBezTo>
                  <a:cubicBezTo>
                    <a:pt x="25411" y="93750"/>
                    <a:pt x="25411" y="93750"/>
                    <a:pt x="25411" y="93750"/>
                  </a:cubicBezTo>
                  <a:cubicBezTo>
                    <a:pt x="26823" y="92250"/>
                    <a:pt x="26823" y="92250"/>
                    <a:pt x="26823" y="92250"/>
                  </a:cubicBezTo>
                  <a:cubicBezTo>
                    <a:pt x="25411" y="91500"/>
                    <a:pt x="25411" y="91500"/>
                    <a:pt x="25411" y="91500"/>
                  </a:cubicBezTo>
                  <a:cubicBezTo>
                    <a:pt x="25411" y="89250"/>
                    <a:pt x="25411" y="89250"/>
                    <a:pt x="25411" y="89250"/>
                  </a:cubicBezTo>
                  <a:cubicBezTo>
                    <a:pt x="24000" y="88500"/>
                    <a:pt x="24000" y="88500"/>
                    <a:pt x="24000" y="88500"/>
                  </a:cubicBezTo>
                  <a:cubicBezTo>
                    <a:pt x="22588" y="87000"/>
                    <a:pt x="22588" y="87000"/>
                    <a:pt x="22588" y="87000"/>
                  </a:cubicBezTo>
                  <a:cubicBezTo>
                    <a:pt x="16941" y="83250"/>
                    <a:pt x="16941" y="83250"/>
                    <a:pt x="16941" y="83250"/>
                  </a:cubicBezTo>
                  <a:cubicBezTo>
                    <a:pt x="14117" y="81000"/>
                    <a:pt x="14117" y="81000"/>
                    <a:pt x="14117" y="81000"/>
                  </a:cubicBezTo>
                  <a:cubicBezTo>
                    <a:pt x="16941" y="77250"/>
                    <a:pt x="16941" y="77250"/>
                    <a:pt x="16941" y="77250"/>
                  </a:cubicBezTo>
                  <a:cubicBezTo>
                    <a:pt x="15529" y="75750"/>
                    <a:pt x="15529" y="75750"/>
                    <a:pt x="15529" y="75750"/>
                  </a:cubicBezTo>
                  <a:cubicBezTo>
                    <a:pt x="15529" y="75750"/>
                    <a:pt x="16941" y="75000"/>
                    <a:pt x="16941" y="75000"/>
                  </a:cubicBezTo>
                  <a:cubicBezTo>
                    <a:pt x="16941" y="75000"/>
                    <a:pt x="18352" y="74250"/>
                    <a:pt x="18352" y="74250"/>
                  </a:cubicBezTo>
                  <a:cubicBezTo>
                    <a:pt x="18352" y="74250"/>
                    <a:pt x="18352" y="73500"/>
                    <a:pt x="18352" y="73500"/>
                  </a:cubicBezTo>
                  <a:cubicBezTo>
                    <a:pt x="18352" y="72750"/>
                    <a:pt x="18352" y="72750"/>
                    <a:pt x="18352" y="72750"/>
                  </a:cubicBezTo>
                  <a:cubicBezTo>
                    <a:pt x="19764" y="71250"/>
                    <a:pt x="19764" y="71250"/>
                    <a:pt x="19764" y="71250"/>
                  </a:cubicBezTo>
                  <a:cubicBezTo>
                    <a:pt x="16941" y="71250"/>
                    <a:pt x="16941" y="71250"/>
                    <a:pt x="16941" y="71250"/>
                  </a:cubicBezTo>
                  <a:cubicBezTo>
                    <a:pt x="16941" y="70500"/>
                    <a:pt x="18352" y="69750"/>
                    <a:pt x="18352" y="69750"/>
                  </a:cubicBezTo>
                  <a:cubicBezTo>
                    <a:pt x="18352" y="69750"/>
                    <a:pt x="18352" y="69750"/>
                    <a:pt x="19764" y="69750"/>
                  </a:cubicBezTo>
                  <a:cubicBezTo>
                    <a:pt x="22588" y="68250"/>
                    <a:pt x="22588" y="68250"/>
                    <a:pt x="22588" y="68250"/>
                  </a:cubicBezTo>
                  <a:cubicBezTo>
                    <a:pt x="22588" y="67500"/>
                    <a:pt x="22588" y="67500"/>
                    <a:pt x="22588" y="67500"/>
                  </a:cubicBezTo>
                  <a:cubicBezTo>
                    <a:pt x="18352" y="66750"/>
                    <a:pt x="18352" y="66750"/>
                    <a:pt x="18352" y="66750"/>
                  </a:cubicBezTo>
                  <a:cubicBezTo>
                    <a:pt x="19764" y="64500"/>
                    <a:pt x="19764" y="64500"/>
                    <a:pt x="19764" y="64500"/>
                  </a:cubicBezTo>
                  <a:cubicBezTo>
                    <a:pt x="18352" y="63750"/>
                    <a:pt x="16941" y="62250"/>
                    <a:pt x="16941" y="62250"/>
                  </a:cubicBezTo>
                  <a:cubicBezTo>
                    <a:pt x="18352" y="60750"/>
                    <a:pt x="18352" y="60750"/>
                    <a:pt x="18352" y="60750"/>
                  </a:cubicBezTo>
                  <a:cubicBezTo>
                    <a:pt x="18352" y="60750"/>
                    <a:pt x="19764" y="58500"/>
                    <a:pt x="19764" y="57750"/>
                  </a:cubicBezTo>
                  <a:cubicBezTo>
                    <a:pt x="19764" y="57000"/>
                    <a:pt x="19764" y="56250"/>
                    <a:pt x="19764" y="56250"/>
                  </a:cubicBezTo>
                  <a:cubicBezTo>
                    <a:pt x="19764" y="55500"/>
                    <a:pt x="19764" y="55500"/>
                    <a:pt x="19764" y="55500"/>
                  </a:cubicBezTo>
                  <a:cubicBezTo>
                    <a:pt x="18352" y="54750"/>
                    <a:pt x="16941" y="54000"/>
                    <a:pt x="16941" y="54000"/>
                  </a:cubicBezTo>
                  <a:cubicBezTo>
                    <a:pt x="16941" y="54000"/>
                    <a:pt x="15529" y="54000"/>
                    <a:pt x="15529" y="53250"/>
                  </a:cubicBezTo>
                  <a:cubicBezTo>
                    <a:pt x="14117" y="53250"/>
                    <a:pt x="14117" y="53250"/>
                    <a:pt x="14117" y="53250"/>
                  </a:cubicBezTo>
                  <a:cubicBezTo>
                    <a:pt x="11294" y="51750"/>
                    <a:pt x="11294" y="51750"/>
                    <a:pt x="11294" y="51750"/>
                  </a:cubicBezTo>
                  <a:cubicBezTo>
                    <a:pt x="15529" y="50250"/>
                    <a:pt x="15529" y="50250"/>
                    <a:pt x="15529" y="50250"/>
                  </a:cubicBezTo>
                  <a:cubicBezTo>
                    <a:pt x="15529" y="49500"/>
                    <a:pt x="15529" y="49500"/>
                    <a:pt x="15529" y="49500"/>
                  </a:cubicBezTo>
                  <a:cubicBezTo>
                    <a:pt x="16941" y="48750"/>
                    <a:pt x="18352" y="48750"/>
                    <a:pt x="18352" y="48750"/>
                  </a:cubicBezTo>
                  <a:cubicBezTo>
                    <a:pt x="18352" y="48750"/>
                    <a:pt x="19764" y="48000"/>
                    <a:pt x="19764" y="48000"/>
                  </a:cubicBezTo>
                  <a:cubicBezTo>
                    <a:pt x="19764" y="47250"/>
                    <a:pt x="19764" y="46500"/>
                    <a:pt x="19764" y="45750"/>
                  </a:cubicBezTo>
                  <a:cubicBezTo>
                    <a:pt x="15529" y="45000"/>
                    <a:pt x="15529" y="45000"/>
                    <a:pt x="15529" y="45000"/>
                  </a:cubicBezTo>
                  <a:cubicBezTo>
                    <a:pt x="15529" y="44250"/>
                    <a:pt x="15529" y="44250"/>
                    <a:pt x="15529" y="44250"/>
                  </a:cubicBezTo>
                  <a:cubicBezTo>
                    <a:pt x="15529" y="44250"/>
                    <a:pt x="16941" y="44250"/>
                    <a:pt x="18352" y="43500"/>
                  </a:cubicBezTo>
                  <a:cubicBezTo>
                    <a:pt x="19764" y="43500"/>
                    <a:pt x="21176" y="42750"/>
                    <a:pt x="21176" y="42750"/>
                  </a:cubicBezTo>
                  <a:cubicBezTo>
                    <a:pt x="22588" y="42750"/>
                    <a:pt x="22588" y="42000"/>
                    <a:pt x="22588" y="41250"/>
                  </a:cubicBezTo>
                  <a:cubicBezTo>
                    <a:pt x="19764" y="40500"/>
                    <a:pt x="19764" y="40500"/>
                    <a:pt x="19764" y="40500"/>
                  </a:cubicBezTo>
                  <a:cubicBezTo>
                    <a:pt x="21176" y="39000"/>
                    <a:pt x="21176" y="39000"/>
                    <a:pt x="21176" y="39000"/>
                  </a:cubicBezTo>
                  <a:cubicBezTo>
                    <a:pt x="19764" y="36750"/>
                    <a:pt x="19764" y="36750"/>
                    <a:pt x="19764" y="36750"/>
                  </a:cubicBezTo>
                  <a:cubicBezTo>
                    <a:pt x="21176" y="35250"/>
                    <a:pt x="21176" y="35250"/>
                    <a:pt x="21176" y="35250"/>
                  </a:cubicBezTo>
                  <a:cubicBezTo>
                    <a:pt x="19764" y="34500"/>
                    <a:pt x="19764" y="34500"/>
                    <a:pt x="19764" y="34500"/>
                  </a:cubicBezTo>
                  <a:cubicBezTo>
                    <a:pt x="14117" y="33000"/>
                    <a:pt x="14117" y="33000"/>
                    <a:pt x="14117" y="33000"/>
                  </a:cubicBezTo>
                  <a:cubicBezTo>
                    <a:pt x="12705" y="33000"/>
                    <a:pt x="12705" y="33000"/>
                    <a:pt x="12705" y="33000"/>
                  </a:cubicBezTo>
                  <a:cubicBezTo>
                    <a:pt x="11294" y="33000"/>
                    <a:pt x="9882" y="33750"/>
                    <a:pt x="9882" y="33750"/>
                  </a:cubicBezTo>
                  <a:cubicBezTo>
                    <a:pt x="5647" y="33000"/>
                    <a:pt x="5647" y="32250"/>
                    <a:pt x="5647" y="32250"/>
                  </a:cubicBezTo>
                  <a:cubicBezTo>
                    <a:pt x="7058" y="32250"/>
                    <a:pt x="7058" y="31500"/>
                    <a:pt x="7058" y="31500"/>
                  </a:cubicBezTo>
                  <a:cubicBezTo>
                    <a:pt x="5647" y="30750"/>
                    <a:pt x="5647" y="30750"/>
                    <a:pt x="5647" y="30750"/>
                  </a:cubicBezTo>
                  <a:cubicBezTo>
                    <a:pt x="5647" y="29250"/>
                    <a:pt x="5647" y="29250"/>
                    <a:pt x="5647" y="29250"/>
                  </a:cubicBezTo>
                  <a:cubicBezTo>
                    <a:pt x="5647" y="29250"/>
                    <a:pt x="7058" y="27750"/>
                    <a:pt x="7058" y="27750"/>
                  </a:cubicBezTo>
                  <a:cubicBezTo>
                    <a:pt x="5647" y="27000"/>
                    <a:pt x="5647" y="26250"/>
                    <a:pt x="5647" y="26250"/>
                  </a:cubicBezTo>
                  <a:cubicBezTo>
                    <a:pt x="7058" y="24750"/>
                    <a:pt x="7058" y="24750"/>
                    <a:pt x="7058" y="24750"/>
                  </a:cubicBezTo>
                  <a:cubicBezTo>
                    <a:pt x="7058" y="24000"/>
                    <a:pt x="7058" y="24000"/>
                    <a:pt x="7058" y="24000"/>
                  </a:cubicBezTo>
                  <a:cubicBezTo>
                    <a:pt x="7058" y="23250"/>
                    <a:pt x="7058" y="22500"/>
                    <a:pt x="7058" y="22500"/>
                  </a:cubicBezTo>
                  <a:cubicBezTo>
                    <a:pt x="1411" y="21000"/>
                    <a:pt x="1411" y="21000"/>
                    <a:pt x="1411" y="21000"/>
                  </a:cubicBezTo>
                  <a:cubicBezTo>
                    <a:pt x="0" y="20250"/>
                    <a:pt x="0" y="20250"/>
                    <a:pt x="0" y="20250"/>
                  </a:cubicBezTo>
                  <a:cubicBezTo>
                    <a:pt x="0" y="18750"/>
                    <a:pt x="0" y="18750"/>
                    <a:pt x="0" y="18750"/>
                  </a:cubicBezTo>
                  <a:cubicBezTo>
                    <a:pt x="2823" y="17250"/>
                    <a:pt x="2823" y="17250"/>
                    <a:pt x="2823" y="17250"/>
                  </a:cubicBezTo>
                  <a:cubicBezTo>
                    <a:pt x="4235" y="15750"/>
                    <a:pt x="4235" y="15750"/>
                    <a:pt x="4235" y="15750"/>
                  </a:cubicBezTo>
                  <a:cubicBezTo>
                    <a:pt x="4235" y="15000"/>
                    <a:pt x="4235" y="15000"/>
                    <a:pt x="4235" y="14250"/>
                  </a:cubicBezTo>
                  <a:cubicBezTo>
                    <a:pt x="4235" y="14250"/>
                    <a:pt x="5647" y="13500"/>
                    <a:pt x="5647" y="13500"/>
                  </a:cubicBezTo>
                  <a:cubicBezTo>
                    <a:pt x="5647" y="12000"/>
                    <a:pt x="5647" y="12000"/>
                    <a:pt x="5647" y="12000"/>
                  </a:cubicBezTo>
                  <a:cubicBezTo>
                    <a:pt x="5647" y="11250"/>
                    <a:pt x="5647" y="11250"/>
                    <a:pt x="5647" y="11250"/>
                  </a:cubicBezTo>
                  <a:cubicBezTo>
                    <a:pt x="7058" y="10500"/>
                    <a:pt x="7058" y="10500"/>
                    <a:pt x="7058" y="10500"/>
                  </a:cubicBezTo>
                  <a:cubicBezTo>
                    <a:pt x="7058" y="10500"/>
                    <a:pt x="8470" y="9750"/>
                    <a:pt x="9882" y="9750"/>
                  </a:cubicBezTo>
                  <a:cubicBezTo>
                    <a:pt x="9882" y="9000"/>
                    <a:pt x="9882" y="8250"/>
                    <a:pt x="9882" y="8250"/>
                  </a:cubicBezTo>
                  <a:cubicBezTo>
                    <a:pt x="15529" y="3750"/>
                    <a:pt x="15529" y="3750"/>
                    <a:pt x="15529" y="3750"/>
                  </a:cubicBezTo>
                  <a:cubicBezTo>
                    <a:pt x="14117" y="3000"/>
                    <a:pt x="14117" y="3000"/>
                    <a:pt x="14117" y="3000"/>
                  </a:cubicBezTo>
                  <a:cubicBezTo>
                    <a:pt x="18352" y="0"/>
                    <a:pt x="19764" y="0"/>
                    <a:pt x="19764" y="0"/>
                  </a:cubicBezTo>
                  <a:cubicBezTo>
                    <a:pt x="21176" y="0"/>
                    <a:pt x="22588" y="0"/>
                    <a:pt x="22588" y="0"/>
                  </a:cubicBezTo>
                  <a:cubicBezTo>
                    <a:pt x="24000" y="750"/>
                    <a:pt x="24000" y="750"/>
                    <a:pt x="24000" y="750"/>
                  </a:cubicBezTo>
                  <a:cubicBezTo>
                    <a:pt x="25411" y="1500"/>
                    <a:pt x="25411" y="1500"/>
                    <a:pt x="25411" y="1500"/>
                  </a:cubicBezTo>
                  <a:cubicBezTo>
                    <a:pt x="25411" y="2250"/>
                    <a:pt x="25411" y="2250"/>
                    <a:pt x="25411" y="2250"/>
                  </a:cubicBezTo>
                  <a:cubicBezTo>
                    <a:pt x="25411" y="3000"/>
                    <a:pt x="24000" y="3000"/>
                    <a:pt x="24000" y="3750"/>
                  </a:cubicBezTo>
                  <a:cubicBezTo>
                    <a:pt x="25411" y="3750"/>
                    <a:pt x="24000" y="4500"/>
                    <a:pt x="24000" y="4500"/>
                  </a:cubicBezTo>
                  <a:cubicBezTo>
                    <a:pt x="25411" y="4500"/>
                    <a:pt x="25411" y="5250"/>
                    <a:pt x="25411" y="5250"/>
                  </a:cubicBezTo>
                  <a:cubicBezTo>
                    <a:pt x="26823" y="6000"/>
                    <a:pt x="26823" y="6000"/>
                    <a:pt x="26823" y="6000"/>
                  </a:cubicBezTo>
                  <a:cubicBezTo>
                    <a:pt x="26823" y="6750"/>
                    <a:pt x="28235" y="6750"/>
                    <a:pt x="28235" y="6750"/>
                  </a:cubicBezTo>
                  <a:cubicBezTo>
                    <a:pt x="31058" y="6000"/>
                    <a:pt x="31058" y="6000"/>
                    <a:pt x="31058" y="6000"/>
                  </a:cubicBezTo>
                  <a:cubicBezTo>
                    <a:pt x="33882" y="5250"/>
                    <a:pt x="33882" y="5250"/>
                    <a:pt x="33882" y="5250"/>
                  </a:cubicBezTo>
                  <a:cubicBezTo>
                    <a:pt x="33882" y="5250"/>
                    <a:pt x="36705" y="4500"/>
                    <a:pt x="38117" y="4500"/>
                  </a:cubicBezTo>
                  <a:cubicBezTo>
                    <a:pt x="38117" y="4500"/>
                    <a:pt x="38117" y="3750"/>
                    <a:pt x="39529" y="3000"/>
                  </a:cubicBezTo>
                  <a:cubicBezTo>
                    <a:pt x="40941" y="3000"/>
                    <a:pt x="40941" y="3000"/>
                    <a:pt x="40941" y="3000"/>
                  </a:cubicBezTo>
                  <a:cubicBezTo>
                    <a:pt x="43764" y="3000"/>
                    <a:pt x="43764" y="3000"/>
                    <a:pt x="43764" y="3000"/>
                  </a:cubicBezTo>
                  <a:cubicBezTo>
                    <a:pt x="45176" y="4500"/>
                    <a:pt x="45176" y="4500"/>
                    <a:pt x="45176" y="4500"/>
                  </a:cubicBezTo>
                  <a:cubicBezTo>
                    <a:pt x="48000" y="5250"/>
                    <a:pt x="48000" y="5250"/>
                    <a:pt x="48000" y="5250"/>
                  </a:cubicBezTo>
                  <a:cubicBezTo>
                    <a:pt x="50823" y="6750"/>
                    <a:pt x="50823" y="6750"/>
                    <a:pt x="50823" y="6750"/>
                  </a:cubicBezTo>
                  <a:cubicBezTo>
                    <a:pt x="52235" y="9000"/>
                    <a:pt x="52235" y="9000"/>
                    <a:pt x="52235" y="9000"/>
                  </a:cubicBezTo>
                  <a:cubicBezTo>
                    <a:pt x="55058" y="11250"/>
                    <a:pt x="55058" y="11250"/>
                    <a:pt x="55058" y="11250"/>
                  </a:cubicBezTo>
                  <a:cubicBezTo>
                    <a:pt x="56470" y="10500"/>
                    <a:pt x="56470" y="10500"/>
                    <a:pt x="56470" y="10500"/>
                  </a:cubicBezTo>
                  <a:cubicBezTo>
                    <a:pt x="59294" y="12000"/>
                    <a:pt x="59294" y="12000"/>
                    <a:pt x="59294" y="12000"/>
                  </a:cubicBezTo>
                  <a:cubicBezTo>
                    <a:pt x="62117" y="12750"/>
                    <a:pt x="62117" y="12750"/>
                    <a:pt x="62117" y="12750"/>
                  </a:cubicBezTo>
                  <a:cubicBezTo>
                    <a:pt x="62117" y="12750"/>
                    <a:pt x="64941" y="12750"/>
                    <a:pt x="67764" y="13500"/>
                  </a:cubicBezTo>
                  <a:cubicBezTo>
                    <a:pt x="69176" y="13500"/>
                    <a:pt x="69176" y="14250"/>
                    <a:pt x="69176" y="14250"/>
                  </a:cubicBezTo>
                  <a:cubicBezTo>
                    <a:pt x="70588" y="15750"/>
                    <a:pt x="73411" y="17250"/>
                    <a:pt x="73411" y="17250"/>
                  </a:cubicBezTo>
                  <a:cubicBezTo>
                    <a:pt x="74823" y="19500"/>
                    <a:pt x="74823" y="19500"/>
                    <a:pt x="74823" y="19500"/>
                  </a:cubicBezTo>
                  <a:cubicBezTo>
                    <a:pt x="74823" y="19500"/>
                    <a:pt x="76235" y="21000"/>
                    <a:pt x="76235" y="21750"/>
                  </a:cubicBezTo>
                  <a:cubicBezTo>
                    <a:pt x="76235" y="21750"/>
                    <a:pt x="76235" y="22500"/>
                    <a:pt x="76235" y="22500"/>
                  </a:cubicBezTo>
                  <a:cubicBezTo>
                    <a:pt x="80470" y="24750"/>
                    <a:pt x="80470" y="24750"/>
                    <a:pt x="80470" y="24750"/>
                  </a:cubicBezTo>
                  <a:cubicBezTo>
                    <a:pt x="79058" y="27000"/>
                    <a:pt x="79058" y="27000"/>
                    <a:pt x="79058" y="27000"/>
                  </a:cubicBezTo>
                  <a:cubicBezTo>
                    <a:pt x="77647" y="28500"/>
                    <a:pt x="77647" y="28500"/>
                    <a:pt x="77647" y="28500"/>
                  </a:cubicBezTo>
                  <a:cubicBezTo>
                    <a:pt x="77647" y="28500"/>
                    <a:pt x="77647" y="30000"/>
                    <a:pt x="77647" y="30000"/>
                  </a:cubicBezTo>
                  <a:cubicBezTo>
                    <a:pt x="77647" y="30000"/>
                    <a:pt x="77647" y="31500"/>
                    <a:pt x="77647" y="31500"/>
                  </a:cubicBezTo>
                  <a:cubicBezTo>
                    <a:pt x="76235" y="32250"/>
                    <a:pt x="76235" y="32250"/>
                    <a:pt x="76235" y="32250"/>
                  </a:cubicBezTo>
                  <a:cubicBezTo>
                    <a:pt x="77647" y="36000"/>
                    <a:pt x="77647" y="36000"/>
                    <a:pt x="77647" y="36000"/>
                  </a:cubicBezTo>
                  <a:cubicBezTo>
                    <a:pt x="76235" y="38250"/>
                    <a:pt x="76235" y="38250"/>
                    <a:pt x="76235" y="38250"/>
                  </a:cubicBezTo>
                  <a:cubicBezTo>
                    <a:pt x="77647" y="38250"/>
                    <a:pt x="79058" y="39000"/>
                    <a:pt x="79058" y="39750"/>
                  </a:cubicBezTo>
                  <a:cubicBezTo>
                    <a:pt x="80470" y="39750"/>
                    <a:pt x="79058" y="40500"/>
                    <a:pt x="79058" y="40500"/>
                  </a:cubicBezTo>
                  <a:cubicBezTo>
                    <a:pt x="77647" y="41250"/>
                    <a:pt x="77647" y="41250"/>
                    <a:pt x="76235" y="42000"/>
                  </a:cubicBezTo>
                  <a:cubicBezTo>
                    <a:pt x="74823" y="42000"/>
                    <a:pt x="74823" y="42000"/>
                    <a:pt x="74823" y="42000"/>
                  </a:cubicBezTo>
                  <a:cubicBezTo>
                    <a:pt x="74823" y="42750"/>
                    <a:pt x="73411" y="42750"/>
                    <a:pt x="73411" y="42750"/>
                  </a:cubicBezTo>
                  <a:cubicBezTo>
                    <a:pt x="73411" y="42750"/>
                    <a:pt x="73411" y="43500"/>
                    <a:pt x="73411" y="44250"/>
                  </a:cubicBezTo>
                  <a:cubicBezTo>
                    <a:pt x="74823" y="45000"/>
                    <a:pt x="77647" y="45750"/>
                    <a:pt x="77647" y="45750"/>
                  </a:cubicBezTo>
                  <a:cubicBezTo>
                    <a:pt x="77647" y="45750"/>
                    <a:pt x="80470" y="47250"/>
                    <a:pt x="80470" y="48000"/>
                  </a:cubicBezTo>
                  <a:cubicBezTo>
                    <a:pt x="81882" y="48000"/>
                    <a:pt x="80470" y="48750"/>
                    <a:pt x="80470" y="49500"/>
                  </a:cubicBezTo>
                  <a:cubicBezTo>
                    <a:pt x="80470" y="49500"/>
                    <a:pt x="80470" y="50250"/>
                    <a:pt x="77647" y="51000"/>
                  </a:cubicBezTo>
                  <a:cubicBezTo>
                    <a:pt x="79058" y="51750"/>
                    <a:pt x="79058" y="51750"/>
                    <a:pt x="79058" y="51750"/>
                  </a:cubicBezTo>
                  <a:cubicBezTo>
                    <a:pt x="80470" y="54000"/>
                    <a:pt x="80470" y="54000"/>
                    <a:pt x="80470" y="54000"/>
                  </a:cubicBezTo>
                  <a:cubicBezTo>
                    <a:pt x="80470" y="54000"/>
                    <a:pt x="80470" y="54750"/>
                    <a:pt x="80470" y="54750"/>
                  </a:cubicBezTo>
                  <a:cubicBezTo>
                    <a:pt x="81882" y="55500"/>
                    <a:pt x="83294" y="57000"/>
                    <a:pt x="84705" y="57000"/>
                  </a:cubicBezTo>
                  <a:cubicBezTo>
                    <a:pt x="84705" y="57000"/>
                    <a:pt x="86117" y="58500"/>
                    <a:pt x="86117" y="59250"/>
                  </a:cubicBezTo>
                  <a:cubicBezTo>
                    <a:pt x="86117" y="59250"/>
                    <a:pt x="86117" y="60000"/>
                    <a:pt x="86117" y="60000"/>
                  </a:cubicBezTo>
                  <a:cubicBezTo>
                    <a:pt x="86117" y="60000"/>
                    <a:pt x="87529" y="60000"/>
                    <a:pt x="87529" y="60000"/>
                  </a:cubicBezTo>
                  <a:cubicBezTo>
                    <a:pt x="88941" y="60750"/>
                    <a:pt x="91764" y="60750"/>
                    <a:pt x="91764" y="60750"/>
                  </a:cubicBezTo>
                  <a:cubicBezTo>
                    <a:pt x="91764" y="60750"/>
                    <a:pt x="93176" y="61500"/>
                    <a:pt x="93176" y="62250"/>
                  </a:cubicBezTo>
                  <a:cubicBezTo>
                    <a:pt x="94588" y="63000"/>
                    <a:pt x="96000" y="64500"/>
                    <a:pt x="96000" y="65250"/>
                  </a:cubicBezTo>
                  <a:cubicBezTo>
                    <a:pt x="96000" y="65250"/>
                    <a:pt x="96000" y="66000"/>
                    <a:pt x="96000" y="66000"/>
                  </a:cubicBezTo>
                  <a:cubicBezTo>
                    <a:pt x="96000" y="66750"/>
                    <a:pt x="96000" y="66750"/>
                    <a:pt x="96000" y="66750"/>
                  </a:cubicBezTo>
                  <a:cubicBezTo>
                    <a:pt x="96000" y="67500"/>
                    <a:pt x="97411" y="66750"/>
                    <a:pt x="97411" y="66750"/>
                  </a:cubicBezTo>
                  <a:cubicBezTo>
                    <a:pt x="97411" y="66750"/>
                    <a:pt x="98823" y="66000"/>
                    <a:pt x="98823" y="66000"/>
                  </a:cubicBezTo>
                  <a:cubicBezTo>
                    <a:pt x="100235" y="66000"/>
                    <a:pt x="101647" y="66000"/>
                    <a:pt x="103058" y="66000"/>
                  </a:cubicBezTo>
                  <a:cubicBezTo>
                    <a:pt x="104470" y="66000"/>
                    <a:pt x="104470" y="66000"/>
                    <a:pt x="104470" y="66000"/>
                  </a:cubicBezTo>
                  <a:cubicBezTo>
                    <a:pt x="107294" y="66000"/>
                    <a:pt x="107294" y="66000"/>
                    <a:pt x="108705" y="66000"/>
                  </a:cubicBezTo>
                  <a:cubicBezTo>
                    <a:pt x="111529" y="66750"/>
                    <a:pt x="111529" y="66750"/>
                    <a:pt x="111529" y="66750"/>
                  </a:cubicBezTo>
                  <a:cubicBezTo>
                    <a:pt x="112941" y="68250"/>
                    <a:pt x="112941" y="68250"/>
                    <a:pt x="112941" y="68250"/>
                  </a:cubicBezTo>
                  <a:cubicBezTo>
                    <a:pt x="112941" y="68250"/>
                    <a:pt x="114352" y="68250"/>
                    <a:pt x="114352" y="68250"/>
                  </a:cubicBezTo>
                  <a:cubicBezTo>
                    <a:pt x="115764" y="69750"/>
                    <a:pt x="115764" y="69750"/>
                    <a:pt x="115764" y="69750"/>
                  </a:cubicBezTo>
                  <a:cubicBezTo>
                    <a:pt x="118588" y="72000"/>
                    <a:pt x="118588" y="72000"/>
                    <a:pt x="118588" y="72000"/>
                  </a:cubicBezTo>
                  <a:cubicBezTo>
                    <a:pt x="120000" y="78000"/>
                    <a:pt x="120000" y="78000"/>
                    <a:pt x="120000" y="78000"/>
                  </a:cubicBezTo>
                  <a:cubicBezTo>
                    <a:pt x="117176" y="78000"/>
                    <a:pt x="114352" y="79500"/>
                    <a:pt x="112941" y="80250"/>
                  </a:cubicBezTo>
                  <a:cubicBezTo>
                    <a:pt x="108705" y="86250"/>
                    <a:pt x="108705" y="86250"/>
                    <a:pt x="108705" y="86250"/>
                  </a:cubicBezTo>
                  <a:cubicBezTo>
                    <a:pt x="105882" y="93000"/>
                    <a:pt x="105882" y="93000"/>
                    <a:pt x="105882" y="93000"/>
                  </a:cubicBezTo>
                  <a:cubicBezTo>
                    <a:pt x="98823" y="99000"/>
                    <a:pt x="98823" y="99000"/>
                    <a:pt x="98823" y="99000"/>
                  </a:cubicBezTo>
                  <a:cubicBezTo>
                    <a:pt x="88941" y="102000"/>
                    <a:pt x="88941" y="102000"/>
                    <a:pt x="88941" y="102000"/>
                  </a:cubicBezTo>
                  <a:cubicBezTo>
                    <a:pt x="87529" y="102000"/>
                    <a:pt x="87529" y="102000"/>
                    <a:pt x="87529" y="102000"/>
                  </a:cubicBezTo>
                  <a:cubicBezTo>
                    <a:pt x="87529" y="102000"/>
                    <a:pt x="86117" y="102750"/>
                    <a:pt x="86117" y="102750"/>
                  </a:cubicBezTo>
                  <a:cubicBezTo>
                    <a:pt x="84705" y="105000"/>
                    <a:pt x="84705" y="105000"/>
                    <a:pt x="84705" y="105000"/>
                  </a:cubicBezTo>
                  <a:cubicBezTo>
                    <a:pt x="83294" y="105750"/>
                    <a:pt x="83294" y="105750"/>
                    <a:pt x="83294" y="105750"/>
                  </a:cubicBezTo>
                  <a:cubicBezTo>
                    <a:pt x="81882" y="105750"/>
                    <a:pt x="81882" y="105750"/>
                    <a:pt x="81882" y="105750"/>
                  </a:cubicBezTo>
                  <a:cubicBezTo>
                    <a:pt x="81882" y="106500"/>
                    <a:pt x="81882" y="106500"/>
                    <a:pt x="81882" y="106500"/>
                  </a:cubicBezTo>
                  <a:cubicBezTo>
                    <a:pt x="81882" y="107250"/>
                    <a:pt x="81882" y="107250"/>
                    <a:pt x="81882" y="108000"/>
                  </a:cubicBezTo>
                  <a:cubicBezTo>
                    <a:pt x="81882" y="108000"/>
                    <a:pt x="81882" y="108000"/>
                    <a:pt x="81882" y="108750"/>
                  </a:cubicBezTo>
                  <a:cubicBezTo>
                    <a:pt x="81882" y="108750"/>
                    <a:pt x="83294" y="108750"/>
                    <a:pt x="83294" y="109500"/>
                  </a:cubicBezTo>
                  <a:cubicBezTo>
                    <a:pt x="83294" y="109500"/>
                    <a:pt x="84705" y="110250"/>
                    <a:pt x="86117" y="110250"/>
                  </a:cubicBezTo>
                  <a:cubicBezTo>
                    <a:pt x="87529" y="111000"/>
                    <a:pt x="88941" y="111000"/>
                    <a:pt x="88941" y="111000"/>
                  </a:cubicBezTo>
                  <a:cubicBezTo>
                    <a:pt x="90352" y="112500"/>
                    <a:pt x="90352" y="112500"/>
                    <a:pt x="90352" y="112500"/>
                  </a:cubicBezTo>
                  <a:cubicBezTo>
                    <a:pt x="88941" y="113250"/>
                    <a:pt x="87529" y="113250"/>
                    <a:pt x="86117" y="113250"/>
                  </a:cubicBezTo>
                  <a:cubicBezTo>
                    <a:pt x="86117" y="113250"/>
                    <a:pt x="84705" y="113250"/>
                    <a:pt x="84705" y="113250"/>
                  </a:cubicBezTo>
                  <a:cubicBezTo>
                    <a:pt x="83294" y="113250"/>
                    <a:pt x="83294" y="113250"/>
                    <a:pt x="81882" y="113250"/>
                  </a:cubicBezTo>
                  <a:cubicBezTo>
                    <a:pt x="81882" y="113250"/>
                    <a:pt x="81882" y="114000"/>
                    <a:pt x="81882" y="114750"/>
                  </a:cubicBezTo>
                  <a:cubicBezTo>
                    <a:pt x="83294" y="115500"/>
                    <a:pt x="83294" y="115500"/>
                    <a:pt x="83294" y="115500"/>
                  </a:cubicBezTo>
                  <a:cubicBezTo>
                    <a:pt x="83294" y="115500"/>
                    <a:pt x="83294" y="117000"/>
                    <a:pt x="83294" y="117000"/>
                  </a:cubicBezTo>
                  <a:cubicBezTo>
                    <a:pt x="83294" y="117000"/>
                    <a:pt x="83294" y="117750"/>
                    <a:pt x="80470" y="118500"/>
                  </a:cubicBezTo>
                  <a:cubicBezTo>
                    <a:pt x="79058" y="120000"/>
                    <a:pt x="79058" y="120000"/>
                    <a:pt x="79058" y="120000"/>
                  </a:cubicBezTo>
                  <a:cubicBezTo>
                    <a:pt x="73411" y="120000"/>
                    <a:pt x="73411" y="120000"/>
                    <a:pt x="73411" y="120000"/>
                  </a:cubicBezTo>
                  <a:cubicBezTo>
                    <a:pt x="73411" y="120000"/>
                    <a:pt x="73411" y="120000"/>
                    <a:pt x="73411" y="120000"/>
                  </a:cubicBezTo>
                  <a:close/>
                  <a:moveTo>
                    <a:pt x="69176" y="118500"/>
                  </a:moveTo>
                  <a:cubicBezTo>
                    <a:pt x="69176" y="118500"/>
                    <a:pt x="69176" y="118500"/>
                    <a:pt x="69176" y="118500"/>
                  </a:cubicBezTo>
                  <a:cubicBezTo>
                    <a:pt x="73411" y="119250"/>
                    <a:pt x="73411" y="119250"/>
                    <a:pt x="73411" y="119250"/>
                  </a:cubicBezTo>
                  <a:cubicBezTo>
                    <a:pt x="77647" y="119250"/>
                    <a:pt x="77647" y="119250"/>
                    <a:pt x="77647" y="119250"/>
                  </a:cubicBezTo>
                  <a:cubicBezTo>
                    <a:pt x="80470" y="118500"/>
                    <a:pt x="80470" y="118500"/>
                    <a:pt x="80470" y="118500"/>
                  </a:cubicBezTo>
                  <a:cubicBezTo>
                    <a:pt x="81882" y="117750"/>
                    <a:pt x="83294" y="117000"/>
                    <a:pt x="83294" y="117000"/>
                  </a:cubicBezTo>
                  <a:cubicBezTo>
                    <a:pt x="83294" y="117000"/>
                    <a:pt x="81882" y="115500"/>
                    <a:pt x="81882" y="115500"/>
                  </a:cubicBezTo>
                  <a:cubicBezTo>
                    <a:pt x="81882" y="114750"/>
                    <a:pt x="81882" y="114750"/>
                    <a:pt x="81882" y="114750"/>
                  </a:cubicBezTo>
                  <a:cubicBezTo>
                    <a:pt x="81882" y="114750"/>
                    <a:pt x="80470" y="114000"/>
                    <a:pt x="80470" y="113250"/>
                  </a:cubicBezTo>
                  <a:cubicBezTo>
                    <a:pt x="80470" y="113250"/>
                    <a:pt x="81882" y="112500"/>
                    <a:pt x="81882" y="112500"/>
                  </a:cubicBezTo>
                  <a:cubicBezTo>
                    <a:pt x="83294" y="112500"/>
                    <a:pt x="83294" y="112500"/>
                    <a:pt x="83294" y="112500"/>
                  </a:cubicBezTo>
                  <a:cubicBezTo>
                    <a:pt x="83294" y="112500"/>
                    <a:pt x="84705" y="112500"/>
                    <a:pt x="84705" y="112500"/>
                  </a:cubicBezTo>
                  <a:cubicBezTo>
                    <a:pt x="86117" y="113250"/>
                    <a:pt x="86117" y="113250"/>
                    <a:pt x="86117" y="113250"/>
                  </a:cubicBezTo>
                  <a:cubicBezTo>
                    <a:pt x="86117" y="113250"/>
                    <a:pt x="86117" y="113250"/>
                    <a:pt x="86117" y="113250"/>
                  </a:cubicBezTo>
                  <a:cubicBezTo>
                    <a:pt x="87529" y="113250"/>
                    <a:pt x="88941" y="112500"/>
                    <a:pt x="88941" y="111750"/>
                  </a:cubicBezTo>
                  <a:cubicBezTo>
                    <a:pt x="88941" y="111750"/>
                    <a:pt x="88941" y="111750"/>
                    <a:pt x="88941" y="111750"/>
                  </a:cubicBezTo>
                  <a:cubicBezTo>
                    <a:pt x="87529" y="111750"/>
                    <a:pt x="87529" y="111000"/>
                    <a:pt x="86117" y="111000"/>
                  </a:cubicBezTo>
                  <a:cubicBezTo>
                    <a:pt x="83294" y="110250"/>
                    <a:pt x="81882" y="109500"/>
                    <a:pt x="81882" y="109500"/>
                  </a:cubicBezTo>
                  <a:cubicBezTo>
                    <a:pt x="81882" y="109500"/>
                    <a:pt x="81882" y="108750"/>
                    <a:pt x="81882" y="108750"/>
                  </a:cubicBezTo>
                  <a:cubicBezTo>
                    <a:pt x="80470" y="108750"/>
                    <a:pt x="80470" y="108000"/>
                    <a:pt x="80470" y="108000"/>
                  </a:cubicBezTo>
                  <a:cubicBezTo>
                    <a:pt x="80470" y="107250"/>
                    <a:pt x="80470" y="106500"/>
                    <a:pt x="80470" y="106500"/>
                  </a:cubicBezTo>
                  <a:cubicBezTo>
                    <a:pt x="80470" y="105750"/>
                    <a:pt x="80470" y="105750"/>
                    <a:pt x="80470" y="105750"/>
                  </a:cubicBezTo>
                  <a:cubicBezTo>
                    <a:pt x="80470" y="105750"/>
                    <a:pt x="81882" y="105000"/>
                    <a:pt x="83294" y="105000"/>
                  </a:cubicBezTo>
                  <a:cubicBezTo>
                    <a:pt x="84705" y="105000"/>
                    <a:pt x="84705" y="105000"/>
                    <a:pt x="84705" y="105000"/>
                  </a:cubicBezTo>
                  <a:cubicBezTo>
                    <a:pt x="86117" y="102750"/>
                    <a:pt x="86117" y="102750"/>
                    <a:pt x="86117" y="102750"/>
                  </a:cubicBezTo>
                  <a:cubicBezTo>
                    <a:pt x="86117" y="102750"/>
                    <a:pt x="86117" y="102000"/>
                    <a:pt x="87529" y="102000"/>
                  </a:cubicBezTo>
                  <a:cubicBezTo>
                    <a:pt x="88941" y="102000"/>
                    <a:pt x="88941" y="102000"/>
                    <a:pt x="88941" y="102000"/>
                  </a:cubicBezTo>
                  <a:cubicBezTo>
                    <a:pt x="88941" y="102000"/>
                    <a:pt x="88941" y="102000"/>
                    <a:pt x="88941" y="102000"/>
                  </a:cubicBezTo>
                  <a:cubicBezTo>
                    <a:pt x="98823" y="99000"/>
                    <a:pt x="98823" y="99000"/>
                    <a:pt x="98823" y="99000"/>
                  </a:cubicBezTo>
                  <a:cubicBezTo>
                    <a:pt x="105882" y="93000"/>
                    <a:pt x="105882" y="93000"/>
                    <a:pt x="105882" y="93000"/>
                  </a:cubicBezTo>
                  <a:cubicBezTo>
                    <a:pt x="107294" y="86250"/>
                    <a:pt x="107294" y="86250"/>
                    <a:pt x="107294" y="86250"/>
                  </a:cubicBezTo>
                  <a:cubicBezTo>
                    <a:pt x="111529" y="80250"/>
                    <a:pt x="111529" y="80250"/>
                    <a:pt x="111529" y="80250"/>
                  </a:cubicBezTo>
                  <a:cubicBezTo>
                    <a:pt x="112941" y="79500"/>
                    <a:pt x="117176" y="78000"/>
                    <a:pt x="118588" y="78000"/>
                  </a:cubicBezTo>
                  <a:cubicBezTo>
                    <a:pt x="118588" y="77250"/>
                    <a:pt x="118588" y="75000"/>
                    <a:pt x="117176" y="72000"/>
                  </a:cubicBezTo>
                  <a:cubicBezTo>
                    <a:pt x="114352" y="69750"/>
                    <a:pt x="114352" y="69750"/>
                    <a:pt x="114352" y="69750"/>
                  </a:cubicBezTo>
                  <a:cubicBezTo>
                    <a:pt x="114352" y="68250"/>
                    <a:pt x="114352" y="68250"/>
                    <a:pt x="114352" y="68250"/>
                  </a:cubicBezTo>
                  <a:cubicBezTo>
                    <a:pt x="114352" y="69000"/>
                    <a:pt x="112941" y="69000"/>
                    <a:pt x="112941" y="68250"/>
                  </a:cubicBezTo>
                  <a:cubicBezTo>
                    <a:pt x="112941" y="68250"/>
                    <a:pt x="111529" y="68250"/>
                    <a:pt x="111529" y="68250"/>
                  </a:cubicBezTo>
                  <a:cubicBezTo>
                    <a:pt x="111529" y="67500"/>
                    <a:pt x="111529" y="67500"/>
                    <a:pt x="111529" y="67500"/>
                  </a:cubicBezTo>
                  <a:cubicBezTo>
                    <a:pt x="107294" y="66750"/>
                    <a:pt x="107294" y="66750"/>
                    <a:pt x="107294" y="66750"/>
                  </a:cubicBezTo>
                  <a:cubicBezTo>
                    <a:pt x="107294" y="66750"/>
                    <a:pt x="107294" y="66750"/>
                    <a:pt x="105882" y="66750"/>
                  </a:cubicBezTo>
                  <a:cubicBezTo>
                    <a:pt x="105882" y="66750"/>
                    <a:pt x="104470" y="66750"/>
                    <a:pt x="104470" y="66750"/>
                  </a:cubicBezTo>
                  <a:cubicBezTo>
                    <a:pt x="101647" y="66000"/>
                    <a:pt x="100235" y="66000"/>
                    <a:pt x="100235" y="66750"/>
                  </a:cubicBezTo>
                  <a:cubicBezTo>
                    <a:pt x="98823" y="66750"/>
                    <a:pt x="98823" y="66750"/>
                    <a:pt x="97411" y="67500"/>
                  </a:cubicBezTo>
                  <a:cubicBezTo>
                    <a:pt x="97411" y="67500"/>
                    <a:pt x="97411" y="67500"/>
                    <a:pt x="97411" y="67500"/>
                  </a:cubicBezTo>
                  <a:cubicBezTo>
                    <a:pt x="96000" y="68250"/>
                    <a:pt x="96000" y="67500"/>
                    <a:pt x="96000" y="67500"/>
                  </a:cubicBezTo>
                  <a:cubicBezTo>
                    <a:pt x="96000" y="67500"/>
                    <a:pt x="96000" y="67500"/>
                    <a:pt x="94588" y="67500"/>
                  </a:cubicBezTo>
                  <a:cubicBezTo>
                    <a:pt x="94588" y="66000"/>
                    <a:pt x="94588" y="66000"/>
                    <a:pt x="94588" y="66000"/>
                  </a:cubicBezTo>
                  <a:cubicBezTo>
                    <a:pt x="94588" y="66000"/>
                    <a:pt x="94588" y="65250"/>
                    <a:pt x="94588" y="65250"/>
                  </a:cubicBezTo>
                  <a:cubicBezTo>
                    <a:pt x="94588" y="64500"/>
                    <a:pt x="93176" y="63000"/>
                    <a:pt x="93176" y="62250"/>
                  </a:cubicBezTo>
                  <a:cubicBezTo>
                    <a:pt x="91764" y="61500"/>
                    <a:pt x="91764" y="61500"/>
                    <a:pt x="91764" y="60750"/>
                  </a:cubicBezTo>
                  <a:cubicBezTo>
                    <a:pt x="91764" y="60750"/>
                    <a:pt x="88941" y="60750"/>
                    <a:pt x="88941" y="60750"/>
                  </a:cubicBezTo>
                  <a:cubicBezTo>
                    <a:pt x="87529" y="60750"/>
                    <a:pt x="86117" y="60750"/>
                    <a:pt x="86117" y="60750"/>
                  </a:cubicBezTo>
                  <a:cubicBezTo>
                    <a:pt x="84705" y="60000"/>
                    <a:pt x="84705" y="59250"/>
                    <a:pt x="86117" y="58500"/>
                  </a:cubicBezTo>
                  <a:cubicBezTo>
                    <a:pt x="86117" y="58500"/>
                    <a:pt x="84705" y="57750"/>
                    <a:pt x="83294" y="57000"/>
                  </a:cubicBezTo>
                  <a:cubicBezTo>
                    <a:pt x="83294" y="57000"/>
                    <a:pt x="80470" y="54750"/>
                    <a:pt x="80470" y="54750"/>
                  </a:cubicBezTo>
                  <a:cubicBezTo>
                    <a:pt x="80470" y="54750"/>
                    <a:pt x="79058" y="54750"/>
                    <a:pt x="79058" y="54000"/>
                  </a:cubicBezTo>
                  <a:cubicBezTo>
                    <a:pt x="77647" y="51000"/>
                    <a:pt x="77647" y="51000"/>
                    <a:pt x="77647" y="51000"/>
                  </a:cubicBezTo>
                  <a:cubicBezTo>
                    <a:pt x="79058" y="50250"/>
                    <a:pt x="79058" y="49500"/>
                    <a:pt x="79058" y="49500"/>
                  </a:cubicBezTo>
                  <a:cubicBezTo>
                    <a:pt x="80470" y="48750"/>
                    <a:pt x="80470" y="48000"/>
                    <a:pt x="80470" y="48000"/>
                  </a:cubicBezTo>
                  <a:cubicBezTo>
                    <a:pt x="80470" y="48000"/>
                    <a:pt x="77647" y="46500"/>
                    <a:pt x="76235" y="46500"/>
                  </a:cubicBezTo>
                  <a:cubicBezTo>
                    <a:pt x="76235" y="46500"/>
                    <a:pt x="73411" y="45000"/>
                    <a:pt x="73411" y="44250"/>
                  </a:cubicBezTo>
                  <a:cubicBezTo>
                    <a:pt x="72000" y="43500"/>
                    <a:pt x="72000" y="42750"/>
                    <a:pt x="72000" y="42750"/>
                  </a:cubicBezTo>
                  <a:cubicBezTo>
                    <a:pt x="73411" y="42000"/>
                    <a:pt x="73411" y="42000"/>
                    <a:pt x="74823" y="42000"/>
                  </a:cubicBezTo>
                  <a:cubicBezTo>
                    <a:pt x="76235" y="41250"/>
                    <a:pt x="76235" y="41250"/>
                    <a:pt x="76235" y="41250"/>
                  </a:cubicBezTo>
                  <a:cubicBezTo>
                    <a:pt x="76235" y="41250"/>
                    <a:pt x="77647" y="40500"/>
                    <a:pt x="77647" y="40500"/>
                  </a:cubicBezTo>
                  <a:cubicBezTo>
                    <a:pt x="77647" y="39750"/>
                    <a:pt x="77647" y="39750"/>
                    <a:pt x="77647" y="39750"/>
                  </a:cubicBezTo>
                  <a:cubicBezTo>
                    <a:pt x="77647" y="39750"/>
                    <a:pt x="76235" y="38250"/>
                    <a:pt x="76235" y="38250"/>
                  </a:cubicBezTo>
                  <a:cubicBezTo>
                    <a:pt x="77647" y="36000"/>
                    <a:pt x="77647" y="36000"/>
                    <a:pt x="77647" y="36000"/>
                  </a:cubicBezTo>
                  <a:cubicBezTo>
                    <a:pt x="76235" y="35250"/>
                    <a:pt x="76235" y="35250"/>
                    <a:pt x="76235" y="35250"/>
                  </a:cubicBezTo>
                  <a:cubicBezTo>
                    <a:pt x="76235" y="32250"/>
                    <a:pt x="76235" y="32250"/>
                    <a:pt x="76235" y="32250"/>
                  </a:cubicBezTo>
                  <a:cubicBezTo>
                    <a:pt x="76235" y="31500"/>
                    <a:pt x="76235" y="31500"/>
                    <a:pt x="76235" y="31500"/>
                  </a:cubicBezTo>
                  <a:cubicBezTo>
                    <a:pt x="76235" y="30750"/>
                    <a:pt x="76235" y="30000"/>
                    <a:pt x="76235" y="30000"/>
                  </a:cubicBezTo>
                  <a:cubicBezTo>
                    <a:pt x="76235" y="29250"/>
                    <a:pt x="77647" y="28500"/>
                    <a:pt x="77647" y="27750"/>
                  </a:cubicBezTo>
                  <a:cubicBezTo>
                    <a:pt x="77647" y="26250"/>
                    <a:pt x="77647" y="26250"/>
                    <a:pt x="77647" y="26250"/>
                  </a:cubicBezTo>
                  <a:cubicBezTo>
                    <a:pt x="79058" y="24750"/>
                    <a:pt x="79058" y="24750"/>
                    <a:pt x="79058" y="24750"/>
                  </a:cubicBezTo>
                  <a:cubicBezTo>
                    <a:pt x="76235" y="22500"/>
                    <a:pt x="76235" y="22500"/>
                    <a:pt x="76235" y="22500"/>
                  </a:cubicBezTo>
                  <a:cubicBezTo>
                    <a:pt x="76235" y="22500"/>
                    <a:pt x="76235" y="22500"/>
                    <a:pt x="74823" y="21750"/>
                  </a:cubicBezTo>
                  <a:cubicBezTo>
                    <a:pt x="74823" y="21000"/>
                    <a:pt x="73411" y="19500"/>
                    <a:pt x="73411" y="19500"/>
                  </a:cubicBezTo>
                  <a:cubicBezTo>
                    <a:pt x="72000" y="18000"/>
                    <a:pt x="72000" y="18000"/>
                    <a:pt x="72000" y="18000"/>
                  </a:cubicBezTo>
                  <a:cubicBezTo>
                    <a:pt x="72000" y="17250"/>
                    <a:pt x="69176" y="15750"/>
                    <a:pt x="69176" y="15750"/>
                  </a:cubicBezTo>
                  <a:cubicBezTo>
                    <a:pt x="69176" y="15000"/>
                    <a:pt x="67764" y="15000"/>
                    <a:pt x="67764" y="15000"/>
                  </a:cubicBezTo>
                  <a:cubicBezTo>
                    <a:pt x="67764" y="14250"/>
                    <a:pt x="67764" y="14250"/>
                    <a:pt x="66352" y="14250"/>
                  </a:cubicBezTo>
                  <a:cubicBezTo>
                    <a:pt x="64941" y="13500"/>
                    <a:pt x="62117" y="12750"/>
                    <a:pt x="62117" y="12750"/>
                  </a:cubicBezTo>
                  <a:cubicBezTo>
                    <a:pt x="59294" y="12750"/>
                    <a:pt x="59294" y="12750"/>
                    <a:pt x="59294" y="12750"/>
                  </a:cubicBezTo>
                  <a:cubicBezTo>
                    <a:pt x="56470" y="11250"/>
                    <a:pt x="56470" y="11250"/>
                    <a:pt x="56470" y="11250"/>
                  </a:cubicBezTo>
                  <a:cubicBezTo>
                    <a:pt x="55058" y="12000"/>
                    <a:pt x="55058" y="12000"/>
                    <a:pt x="55058" y="12000"/>
                  </a:cubicBezTo>
                  <a:cubicBezTo>
                    <a:pt x="50823" y="9000"/>
                    <a:pt x="50823" y="9000"/>
                    <a:pt x="50823" y="9000"/>
                  </a:cubicBezTo>
                  <a:cubicBezTo>
                    <a:pt x="50823" y="6750"/>
                    <a:pt x="50823" y="6750"/>
                    <a:pt x="50823" y="6750"/>
                  </a:cubicBezTo>
                  <a:cubicBezTo>
                    <a:pt x="40941" y="3000"/>
                    <a:pt x="40941" y="3000"/>
                    <a:pt x="40941" y="3000"/>
                  </a:cubicBezTo>
                  <a:cubicBezTo>
                    <a:pt x="39529" y="3750"/>
                    <a:pt x="39529" y="3750"/>
                    <a:pt x="39529" y="3750"/>
                  </a:cubicBezTo>
                  <a:cubicBezTo>
                    <a:pt x="39529" y="3750"/>
                    <a:pt x="38117" y="4500"/>
                    <a:pt x="38117" y="4500"/>
                  </a:cubicBezTo>
                  <a:cubicBezTo>
                    <a:pt x="38117" y="5250"/>
                    <a:pt x="33882" y="5250"/>
                    <a:pt x="33882" y="5250"/>
                  </a:cubicBezTo>
                  <a:cubicBezTo>
                    <a:pt x="32470" y="6750"/>
                    <a:pt x="32470" y="6750"/>
                    <a:pt x="32470" y="6750"/>
                  </a:cubicBezTo>
                  <a:cubicBezTo>
                    <a:pt x="28235" y="7500"/>
                    <a:pt x="28235" y="7500"/>
                    <a:pt x="28235" y="7500"/>
                  </a:cubicBezTo>
                  <a:cubicBezTo>
                    <a:pt x="28235" y="7500"/>
                    <a:pt x="26823" y="7500"/>
                    <a:pt x="26823" y="7500"/>
                  </a:cubicBezTo>
                  <a:cubicBezTo>
                    <a:pt x="26823" y="6750"/>
                    <a:pt x="25411" y="6750"/>
                    <a:pt x="25411" y="6750"/>
                  </a:cubicBezTo>
                  <a:cubicBezTo>
                    <a:pt x="25411" y="6000"/>
                    <a:pt x="25411" y="6000"/>
                    <a:pt x="25411" y="6000"/>
                  </a:cubicBezTo>
                  <a:cubicBezTo>
                    <a:pt x="24000" y="5250"/>
                    <a:pt x="24000" y="4500"/>
                    <a:pt x="24000" y="4500"/>
                  </a:cubicBezTo>
                  <a:cubicBezTo>
                    <a:pt x="24000" y="3750"/>
                    <a:pt x="24000" y="3750"/>
                    <a:pt x="24000" y="3750"/>
                  </a:cubicBezTo>
                  <a:cubicBezTo>
                    <a:pt x="24000" y="3000"/>
                    <a:pt x="24000" y="3000"/>
                    <a:pt x="24000" y="2250"/>
                  </a:cubicBezTo>
                  <a:cubicBezTo>
                    <a:pt x="24000" y="1500"/>
                    <a:pt x="24000" y="1500"/>
                    <a:pt x="24000" y="1500"/>
                  </a:cubicBezTo>
                  <a:cubicBezTo>
                    <a:pt x="21176" y="750"/>
                    <a:pt x="21176" y="750"/>
                    <a:pt x="21176" y="750"/>
                  </a:cubicBezTo>
                  <a:cubicBezTo>
                    <a:pt x="21176" y="750"/>
                    <a:pt x="19764" y="0"/>
                    <a:pt x="19764" y="0"/>
                  </a:cubicBezTo>
                  <a:cubicBezTo>
                    <a:pt x="19764" y="750"/>
                    <a:pt x="16941" y="1500"/>
                    <a:pt x="15529" y="3000"/>
                  </a:cubicBezTo>
                  <a:cubicBezTo>
                    <a:pt x="15529" y="3750"/>
                    <a:pt x="15529" y="3750"/>
                    <a:pt x="15529" y="3750"/>
                  </a:cubicBezTo>
                  <a:cubicBezTo>
                    <a:pt x="12705" y="6750"/>
                    <a:pt x="12705" y="6750"/>
                    <a:pt x="12705" y="6750"/>
                  </a:cubicBezTo>
                  <a:cubicBezTo>
                    <a:pt x="11294" y="9000"/>
                    <a:pt x="11294" y="9000"/>
                    <a:pt x="11294" y="9000"/>
                  </a:cubicBezTo>
                  <a:cubicBezTo>
                    <a:pt x="11294" y="9000"/>
                    <a:pt x="11294" y="9750"/>
                    <a:pt x="9882" y="9750"/>
                  </a:cubicBezTo>
                  <a:cubicBezTo>
                    <a:pt x="9882" y="10500"/>
                    <a:pt x="8470" y="11250"/>
                    <a:pt x="8470" y="11250"/>
                  </a:cubicBezTo>
                  <a:cubicBezTo>
                    <a:pt x="7058" y="11250"/>
                    <a:pt x="7058" y="11250"/>
                    <a:pt x="7058" y="11250"/>
                  </a:cubicBezTo>
                  <a:cubicBezTo>
                    <a:pt x="5647" y="12000"/>
                    <a:pt x="5647" y="12000"/>
                    <a:pt x="5647" y="12000"/>
                  </a:cubicBezTo>
                  <a:cubicBezTo>
                    <a:pt x="7058" y="13500"/>
                    <a:pt x="7058" y="13500"/>
                    <a:pt x="7058" y="13500"/>
                  </a:cubicBezTo>
                  <a:cubicBezTo>
                    <a:pt x="5647" y="13500"/>
                    <a:pt x="5647" y="14250"/>
                    <a:pt x="5647" y="15000"/>
                  </a:cubicBezTo>
                  <a:cubicBezTo>
                    <a:pt x="5647" y="15000"/>
                    <a:pt x="5647" y="15000"/>
                    <a:pt x="4235" y="15750"/>
                  </a:cubicBezTo>
                  <a:cubicBezTo>
                    <a:pt x="4235" y="17250"/>
                    <a:pt x="4235" y="17250"/>
                    <a:pt x="4235" y="17250"/>
                  </a:cubicBezTo>
                  <a:cubicBezTo>
                    <a:pt x="0" y="19500"/>
                    <a:pt x="0" y="19500"/>
                    <a:pt x="0" y="19500"/>
                  </a:cubicBezTo>
                  <a:cubicBezTo>
                    <a:pt x="0" y="20250"/>
                    <a:pt x="0" y="20250"/>
                    <a:pt x="0" y="20250"/>
                  </a:cubicBezTo>
                  <a:cubicBezTo>
                    <a:pt x="1411" y="21000"/>
                    <a:pt x="1411" y="21000"/>
                    <a:pt x="1411" y="21000"/>
                  </a:cubicBezTo>
                  <a:cubicBezTo>
                    <a:pt x="7058" y="22500"/>
                    <a:pt x="7058" y="22500"/>
                    <a:pt x="7058" y="22500"/>
                  </a:cubicBezTo>
                  <a:cubicBezTo>
                    <a:pt x="8470" y="22500"/>
                    <a:pt x="8470" y="23250"/>
                    <a:pt x="8470" y="24000"/>
                  </a:cubicBezTo>
                  <a:cubicBezTo>
                    <a:pt x="8470" y="24000"/>
                    <a:pt x="7058" y="24750"/>
                    <a:pt x="7058" y="24750"/>
                  </a:cubicBezTo>
                  <a:cubicBezTo>
                    <a:pt x="7058" y="26250"/>
                    <a:pt x="7058" y="26250"/>
                    <a:pt x="7058" y="26250"/>
                  </a:cubicBezTo>
                  <a:cubicBezTo>
                    <a:pt x="7058" y="26250"/>
                    <a:pt x="7058" y="27000"/>
                    <a:pt x="7058" y="27000"/>
                  </a:cubicBezTo>
                  <a:cubicBezTo>
                    <a:pt x="7058" y="27000"/>
                    <a:pt x="8470" y="27750"/>
                    <a:pt x="8470" y="27750"/>
                  </a:cubicBezTo>
                  <a:cubicBezTo>
                    <a:pt x="8470" y="28500"/>
                    <a:pt x="7058" y="29250"/>
                    <a:pt x="7058" y="29250"/>
                  </a:cubicBezTo>
                  <a:cubicBezTo>
                    <a:pt x="5647" y="30000"/>
                    <a:pt x="5647" y="30000"/>
                    <a:pt x="5647" y="30000"/>
                  </a:cubicBezTo>
                  <a:cubicBezTo>
                    <a:pt x="7058" y="30750"/>
                    <a:pt x="7058" y="30750"/>
                    <a:pt x="7058" y="30750"/>
                  </a:cubicBezTo>
                  <a:cubicBezTo>
                    <a:pt x="7058" y="30750"/>
                    <a:pt x="7058" y="32250"/>
                    <a:pt x="7058" y="32250"/>
                  </a:cubicBezTo>
                  <a:cubicBezTo>
                    <a:pt x="7058" y="32250"/>
                    <a:pt x="8470" y="33000"/>
                    <a:pt x="9882" y="33000"/>
                  </a:cubicBezTo>
                  <a:cubicBezTo>
                    <a:pt x="9882" y="33000"/>
                    <a:pt x="9882" y="33000"/>
                    <a:pt x="11294" y="33000"/>
                  </a:cubicBezTo>
                  <a:cubicBezTo>
                    <a:pt x="12705" y="33000"/>
                    <a:pt x="12705" y="33000"/>
                    <a:pt x="12705" y="33000"/>
                  </a:cubicBezTo>
                  <a:cubicBezTo>
                    <a:pt x="14117" y="33000"/>
                    <a:pt x="14117" y="33000"/>
                    <a:pt x="14117" y="33000"/>
                  </a:cubicBezTo>
                  <a:cubicBezTo>
                    <a:pt x="19764" y="33750"/>
                    <a:pt x="19764" y="33750"/>
                    <a:pt x="19764" y="33750"/>
                  </a:cubicBezTo>
                  <a:cubicBezTo>
                    <a:pt x="21176" y="34500"/>
                    <a:pt x="21176" y="34500"/>
                    <a:pt x="21176" y="34500"/>
                  </a:cubicBezTo>
                  <a:cubicBezTo>
                    <a:pt x="21176" y="36750"/>
                    <a:pt x="21176" y="36750"/>
                    <a:pt x="21176" y="36750"/>
                  </a:cubicBezTo>
                  <a:cubicBezTo>
                    <a:pt x="22588" y="39000"/>
                    <a:pt x="22588" y="39000"/>
                    <a:pt x="22588" y="39000"/>
                  </a:cubicBezTo>
                  <a:cubicBezTo>
                    <a:pt x="21176" y="40500"/>
                    <a:pt x="21176" y="40500"/>
                    <a:pt x="21176" y="40500"/>
                  </a:cubicBezTo>
                  <a:cubicBezTo>
                    <a:pt x="22588" y="40500"/>
                    <a:pt x="22588" y="40500"/>
                    <a:pt x="22588" y="40500"/>
                  </a:cubicBezTo>
                  <a:cubicBezTo>
                    <a:pt x="22588" y="40500"/>
                    <a:pt x="22588" y="41250"/>
                    <a:pt x="22588" y="41250"/>
                  </a:cubicBezTo>
                  <a:cubicBezTo>
                    <a:pt x="22588" y="42000"/>
                    <a:pt x="22588" y="43500"/>
                    <a:pt x="22588" y="43500"/>
                  </a:cubicBezTo>
                  <a:cubicBezTo>
                    <a:pt x="21176" y="43500"/>
                    <a:pt x="19764" y="44250"/>
                    <a:pt x="18352" y="44250"/>
                  </a:cubicBezTo>
                  <a:cubicBezTo>
                    <a:pt x="16941" y="44250"/>
                    <a:pt x="15529" y="44250"/>
                    <a:pt x="15529" y="44250"/>
                  </a:cubicBezTo>
                  <a:cubicBezTo>
                    <a:pt x="15529" y="45000"/>
                    <a:pt x="15529" y="45000"/>
                    <a:pt x="15529" y="45000"/>
                  </a:cubicBezTo>
                  <a:cubicBezTo>
                    <a:pt x="18352" y="45750"/>
                    <a:pt x="18352" y="45750"/>
                    <a:pt x="18352" y="45750"/>
                  </a:cubicBezTo>
                  <a:cubicBezTo>
                    <a:pt x="19764" y="45750"/>
                    <a:pt x="19764" y="45750"/>
                    <a:pt x="19764" y="45750"/>
                  </a:cubicBezTo>
                  <a:cubicBezTo>
                    <a:pt x="21176" y="46500"/>
                    <a:pt x="21176" y="48000"/>
                    <a:pt x="21176" y="48000"/>
                  </a:cubicBezTo>
                  <a:cubicBezTo>
                    <a:pt x="19764" y="48000"/>
                    <a:pt x="19764" y="48750"/>
                    <a:pt x="19764" y="48750"/>
                  </a:cubicBezTo>
                  <a:cubicBezTo>
                    <a:pt x="18352" y="48750"/>
                    <a:pt x="16941" y="49500"/>
                    <a:pt x="16941" y="49500"/>
                  </a:cubicBezTo>
                  <a:cubicBezTo>
                    <a:pt x="14117" y="51000"/>
                    <a:pt x="14117" y="51000"/>
                    <a:pt x="14117" y="51000"/>
                  </a:cubicBezTo>
                  <a:cubicBezTo>
                    <a:pt x="12705" y="51750"/>
                    <a:pt x="12705" y="51750"/>
                    <a:pt x="12705" y="51750"/>
                  </a:cubicBezTo>
                  <a:cubicBezTo>
                    <a:pt x="14117" y="53250"/>
                    <a:pt x="14117" y="53250"/>
                    <a:pt x="14117" y="53250"/>
                  </a:cubicBezTo>
                  <a:cubicBezTo>
                    <a:pt x="15529" y="53250"/>
                    <a:pt x="15529" y="53250"/>
                    <a:pt x="15529" y="53250"/>
                  </a:cubicBezTo>
                  <a:cubicBezTo>
                    <a:pt x="16941" y="53250"/>
                    <a:pt x="16941" y="53250"/>
                    <a:pt x="16941" y="54000"/>
                  </a:cubicBezTo>
                  <a:cubicBezTo>
                    <a:pt x="16941" y="54000"/>
                    <a:pt x="16941" y="54000"/>
                    <a:pt x="21176" y="54750"/>
                  </a:cubicBezTo>
                  <a:cubicBezTo>
                    <a:pt x="21176" y="56250"/>
                    <a:pt x="21176" y="56250"/>
                    <a:pt x="21176" y="56250"/>
                  </a:cubicBezTo>
                  <a:cubicBezTo>
                    <a:pt x="21176" y="56250"/>
                    <a:pt x="21176" y="57000"/>
                    <a:pt x="21176" y="57750"/>
                  </a:cubicBezTo>
                  <a:cubicBezTo>
                    <a:pt x="21176" y="58500"/>
                    <a:pt x="19764" y="60750"/>
                    <a:pt x="19764" y="60750"/>
                  </a:cubicBezTo>
                  <a:cubicBezTo>
                    <a:pt x="18352" y="62250"/>
                    <a:pt x="18352" y="62250"/>
                    <a:pt x="18352" y="62250"/>
                  </a:cubicBezTo>
                  <a:cubicBezTo>
                    <a:pt x="18352" y="62250"/>
                    <a:pt x="19764" y="63000"/>
                    <a:pt x="19764" y="64500"/>
                  </a:cubicBezTo>
                  <a:cubicBezTo>
                    <a:pt x="18352" y="66750"/>
                    <a:pt x="18352" y="66750"/>
                    <a:pt x="18352" y="66750"/>
                  </a:cubicBezTo>
                  <a:cubicBezTo>
                    <a:pt x="24000" y="67500"/>
                    <a:pt x="24000" y="67500"/>
                    <a:pt x="24000" y="67500"/>
                  </a:cubicBezTo>
                  <a:cubicBezTo>
                    <a:pt x="24000" y="69000"/>
                    <a:pt x="24000" y="69000"/>
                    <a:pt x="24000" y="69000"/>
                  </a:cubicBezTo>
                  <a:cubicBezTo>
                    <a:pt x="19764" y="69750"/>
                    <a:pt x="19764" y="69750"/>
                    <a:pt x="19764" y="69750"/>
                  </a:cubicBezTo>
                  <a:cubicBezTo>
                    <a:pt x="19764" y="69750"/>
                    <a:pt x="18352" y="69750"/>
                    <a:pt x="18352" y="70500"/>
                  </a:cubicBezTo>
                  <a:cubicBezTo>
                    <a:pt x="18352" y="70500"/>
                    <a:pt x="18352" y="71250"/>
                    <a:pt x="18352" y="71250"/>
                  </a:cubicBezTo>
                  <a:cubicBezTo>
                    <a:pt x="21176" y="71250"/>
                    <a:pt x="21176" y="71250"/>
                    <a:pt x="21176" y="71250"/>
                  </a:cubicBezTo>
                  <a:cubicBezTo>
                    <a:pt x="18352" y="72750"/>
                    <a:pt x="18352" y="72750"/>
                    <a:pt x="18352" y="72750"/>
                  </a:cubicBezTo>
                  <a:cubicBezTo>
                    <a:pt x="18352" y="72750"/>
                    <a:pt x="18352" y="74250"/>
                    <a:pt x="18352" y="74250"/>
                  </a:cubicBezTo>
                  <a:cubicBezTo>
                    <a:pt x="18352" y="74250"/>
                    <a:pt x="18352" y="75000"/>
                    <a:pt x="18352" y="75750"/>
                  </a:cubicBezTo>
                  <a:cubicBezTo>
                    <a:pt x="16941" y="75750"/>
                    <a:pt x="16941" y="75750"/>
                    <a:pt x="16941" y="75750"/>
                  </a:cubicBezTo>
                  <a:cubicBezTo>
                    <a:pt x="16941" y="77250"/>
                    <a:pt x="16941" y="77250"/>
                    <a:pt x="16941" y="77250"/>
                  </a:cubicBezTo>
                  <a:cubicBezTo>
                    <a:pt x="15529" y="81000"/>
                    <a:pt x="15529" y="81000"/>
                    <a:pt x="15529" y="81000"/>
                  </a:cubicBezTo>
                  <a:cubicBezTo>
                    <a:pt x="19764" y="85500"/>
                    <a:pt x="19764" y="85500"/>
                    <a:pt x="19764" y="85500"/>
                  </a:cubicBezTo>
                  <a:cubicBezTo>
                    <a:pt x="24000" y="87750"/>
                    <a:pt x="24000" y="87750"/>
                    <a:pt x="24000" y="87750"/>
                  </a:cubicBezTo>
                  <a:cubicBezTo>
                    <a:pt x="26823" y="89250"/>
                    <a:pt x="26823" y="89250"/>
                    <a:pt x="26823" y="89250"/>
                  </a:cubicBezTo>
                  <a:cubicBezTo>
                    <a:pt x="25411" y="91500"/>
                    <a:pt x="25411" y="91500"/>
                    <a:pt x="25411" y="91500"/>
                  </a:cubicBezTo>
                  <a:cubicBezTo>
                    <a:pt x="26823" y="92250"/>
                    <a:pt x="26823" y="92250"/>
                    <a:pt x="26823" y="92250"/>
                  </a:cubicBezTo>
                  <a:cubicBezTo>
                    <a:pt x="26823" y="93750"/>
                    <a:pt x="26823" y="93750"/>
                    <a:pt x="26823" y="93750"/>
                  </a:cubicBezTo>
                  <a:cubicBezTo>
                    <a:pt x="26823" y="93750"/>
                    <a:pt x="26823" y="94500"/>
                    <a:pt x="25411" y="94500"/>
                  </a:cubicBezTo>
                  <a:cubicBezTo>
                    <a:pt x="25411" y="94500"/>
                    <a:pt x="24000" y="94500"/>
                    <a:pt x="24000" y="94500"/>
                  </a:cubicBezTo>
                  <a:cubicBezTo>
                    <a:pt x="22588" y="93750"/>
                    <a:pt x="21176" y="92250"/>
                    <a:pt x="21176" y="92250"/>
                  </a:cubicBezTo>
                  <a:cubicBezTo>
                    <a:pt x="21176" y="92250"/>
                    <a:pt x="19764" y="91500"/>
                    <a:pt x="19764" y="90750"/>
                  </a:cubicBezTo>
                  <a:cubicBezTo>
                    <a:pt x="19764" y="90750"/>
                    <a:pt x="18352" y="90000"/>
                    <a:pt x="18352" y="90000"/>
                  </a:cubicBezTo>
                  <a:cubicBezTo>
                    <a:pt x="15529" y="90000"/>
                    <a:pt x="15529" y="90000"/>
                    <a:pt x="15529" y="90000"/>
                  </a:cubicBezTo>
                  <a:cubicBezTo>
                    <a:pt x="15529" y="90750"/>
                    <a:pt x="15529" y="90750"/>
                    <a:pt x="15529" y="90750"/>
                  </a:cubicBezTo>
                  <a:cubicBezTo>
                    <a:pt x="15529" y="90750"/>
                    <a:pt x="16941" y="91500"/>
                    <a:pt x="16941" y="92250"/>
                  </a:cubicBezTo>
                  <a:cubicBezTo>
                    <a:pt x="18352" y="92250"/>
                    <a:pt x="19764" y="93000"/>
                    <a:pt x="19764" y="93000"/>
                  </a:cubicBezTo>
                  <a:cubicBezTo>
                    <a:pt x="19764" y="93000"/>
                    <a:pt x="21176" y="93750"/>
                    <a:pt x="21176" y="93750"/>
                  </a:cubicBezTo>
                  <a:cubicBezTo>
                    <a:pt x="21176" y="93750"/>
                    <a:pt x="22588" y="96000"/>
                    <a:pt x="22588" y="96000"/>
                  </a:cubicBezTo>
                  <a:cubicBezTo>
                    <a:pt x="38117" y="101250"/>
                    <a:pt x="38117" y="101250"/>
                    <a:pt x="38117" y="101250"/>
                  </a:cubicBezTo>
                  <a:cubicBezTo>
                    <a:pt x="43764" y="102000"/>
                    <a:pt x="43764" y="102000"/>
                    <a:pt x="43764" y="102000"/>
                  </a:cubicBezTo>
                  <a:cubicBezTo>
                    <a:pt x="45176" y="103500"/>
                    <a:pt x="45176" y="103500"/>
                    <a:pt x="45176" y="103500"/>
                  </a:cubicBezTo>
                  <a:cubicBezTo>
                    <a:pt x="46588" y="103500"/>
                    <a:pt x="46588" y="103500"/>
                    <a:pt x="46588" y="103500"/>
                  </a:cubicBezTo>
                  <a:cubicBezTo>
                    <a:pt x="46588" y="103500"/>
                    <a:pt x="48000" y="103500"/>
                    <a:pt x="49411" y="103500"/>
                  </a:cubicBezTo>
                  <a:cubicBezTo>
                    <a:pt x="49411" y="103500"/>
                    <a:pt x="49411" y="103500"/>
                    <a:pt x="49411" y="103500"/>
                  </a:cubicBezTo>
                  <a:cubicBezTo>
                    <a:pt x="49411" y="103500"/>
                    <a:pt x="52235" y="104250"/>
                    <a:pt x="52235" y="104250"/>
                  </a:cubicBezTo>
                  <a:cubicBezTo>
                    <a:pt x="52235" y="104250"/>
                    <a:pt x="53647" y="104250"/>
                    <a:pt x="53647" y="104250"/>
                  </a:cubicBezTo>
                  <a:cubicBezTo>
                    <a:pt x="53647" y="105000"/>
                    <a:pt x="56470" y="107250"/>
                    <a:pt x="57882" y="108750"/>
                  </a:cubicBezTo>
                  <a:cubicBezTo>
                    <a:pt x="57882" y="108750"/>
                    <a:pt x="59294" y="109500"/>
                    <a:pt x="59294" y="110250"/>
                  </a:cubicBezTo>
                  <a:cubicBezTo>
                    <a:pt x="60705" y="110250"/>
                    <a:pt x="63529" y="111000"/>
                    <a:pt x="63529" y="111000"/>
                  </a:cubicBezTo>
                  <a:cubicBezTo>
                    <a:pt x="63529" y="111750"/>
                    <a:pt x="63529" y="112500"/>
                    <a:pt x="63529" y="113250"/>
                  </a:cubicBezTo>
                  <a:cubicBezTo>
                    <a:pt x="63529" y="113250"/>
                    <a:pt x="63529" y="113250"/>
                    <a:pt x="63529" y="114000"/>
                  </a:cubicBezTo>
                  <a:cubicBezTo>
                    <a:pt x="63529" y="114750"/>
                    <a:pt x="64941" y="114750"/>
                    <a:pt x="64941" y="114750"/>
                  </a:cubicBezTo>
                  <a:cubicBezTo>
                    <a:pt x="64941" y="115500"/>
                    <a:pt x="66352" y="116250"/>
                    <a:pt x="66352" y="116250"/>
                  </a:cubicBezTo>
                  <a:cubicBezTo>
                    <a:pt x="66352" y="118500"/>
                    <a:pt x="66352" y="118500"/>
                    <a:pt x="66352" y="118500"/>
                  </a:cubicBezTo>
                  <a:cubicBezTo>
                    <a:pt x="67764" y="118500"/>
                    <a:pt x="67764" y="118500"/>
                    <a:pt x="67764" y="118500"/>
                  </a:cubicBezTo>
                  <a:lnTo>
                    <a:pt x="69176" y="118500"/>
                  </a:lnTo>
                  <a:close/>
                </a:path>
              </a:pathLst>
            </a:custGeom>
            <a:grp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0" name="Shape 2017">
              <a:extLst>
                <a:ext uri="{FF2B5EF4-FFF2-40B4-BE49-F238E27FC236}">
                  <a16:creationId xmlns:a16="http://schemas.microsoft.com/office/drawing/2014/main" id="{43F751EE-2536-48DB-BECF-BFEBE891A5AC}"/>
                </a:ext>
              </a:extLst>
            </p:cNvPr>
            <p:cNvSpPr/>
            <p:nvPr/>
          </p:nvSpPr>
          <p:spPr>
            <a:xfrm>
              <a:off x="5810958" y="3583492"/>
              <a:ext cx="177008" cy="196037"/>
            </a:xfrm>
            <a:custGeom>
              <a:avLst/>
              <a:gdLst/>
              <a:ahLst/>
              <a:cxnLst/>
              <a:rect l="0" t="0" r="0" b="0"/>
              <a:pathLst>
                <a:path w="120000" h="120000" extrusionOk="0">
                  <a:moveTo>
                    <a:pt x="64615" y="117303"/>
                  </a:moveTo>
                  <a:cubicBezTo>
                    <a:pt x="64615" y="117303"/>
                    <a:pt x="72307" y="120000"/>
                    <a:pt x="70769" y="120000"/>
                  </a:cubicBezTo>
                  <a:cubicBezTo>
                    <a:pt x="70769" y="120000"/>
                    <a:pt x="70769" y="120000"/>
                    <a:pt x="70769" y="118651"/>
                  </a:cubicBezTo>
                  <a:cubicBezTo>
                    <a:pt x="70769" y="118651"/>
                    <a:pt x="69230" y="120000"/>
                    <a:pt x="69230" y="120000"/>
                  </a:cubicBezTo>
                  <a:cubicBezTo>
                    <a:pt x="69230" y="120000"/>
                    <a:pt x="66153" y="117303"/>
                    <a:pt x="67692" y="117303"/>
                  </a:cubicBezTo>
                  <a:cubicBezTo>
                    <a:pt x="67692" y="117303"/>
                    <a:pt x="67692" y="115955"/>
                    <a:pt x="67692" y="115955"/>
                  </a:cubicBezTo>
                  <a:cubicBezTo>
                    <a:pt x="67692" y="114606"/>
                    <a:pt x="66153" y="113258"/>
                    <a:pt x="66153" y="113258"/>
                  </a:cubicBezTo>
                  <a:cubicBezTo>
                    <a:pt x="67692" y="111910"/>
                    <a:pt x="67692" y="111910"/>
                    <a:pt x="67692" y="111910"/>
                  </a:cubicBezTo>
                  <a:cubicBezTo>
                    <a:pt x="67692" y="111910"/>
                    <a:pt x="67692" y="109213"/>
                    <a:pt x="67692" y="109213"/>
                  </a:cubicBezTo>
                  <a:cubicBezTo>
                    <a:pt x="67692" y="109213"/>
                    <a:pt x="67692" y="107865"/>
                    <a:pt x="67692" y="107865"/>
                  </a:cubicBezTo>
                  <a:cubicBezTo>
                    <a:pt x="67692" y="107865"/>
                    <a:pt x="66153" y="106516"/>
                    <a:pt x="66153" y="106516"/>
                  </a:cubicBezTo>
                  <a:cubicBezTo>
                    <a:pt x="67692" y="103820"/>
                    <a:pt x="67692" y="103820"/>
                    <a:pt x="67692" y="103820"/>
                  </a:cubicBezTo>
                  <a:cubicBezTo>
                    <a:pt x="67692" y="103820"/>
                    <a:pt x="67692" y="102471"/>
                    <a:pt x="67692" y="102471"/>
                  </a:cubicBezTo>
                  <a:cubicBezTo>
                    <a:pt x="67692" y="101123"/>
                    <a:pt x="67692" y="99775"/>
                    <a:pt x="67692" y="99775"/>
                  </a:cubicBezTo>
                  <a:cubicBezTo>
                    <a:pt x="64615" y="98426"/>
                    <a:pt x="64615" y="98426"/>
                    <a:pt x="64615" y="98426"/>
                  </a:cubicBezTo>
                  <a:cubicBezTo>
                    <a:pt x="61538" y="97078"/>
                    <a:pt x="61538" y="97078"/>
                    <a:pt x="61538" y="97078"/>
                  </a:cubicBezTo>
                  <a:cubicBezTo>
                    <a:pt x="60000" y="95730"/>
                    <a:pt x="60000" y="95730"/>
                    <a:pt x="60000" y="95730"/>
                  </a:cubicBezTo>
                  <a:cubicBezTo>
                    <a:pt x="60000" y="93033"/>
                    <a:pt x="60000" y="93033"/>
                    <a:pt x="60000" y="93033"/>
                  </a:cubicBezTo>
                  <a:cubicBezTo>
                    <a:pt x="63076" y="90337"/>
                    <a:pt x="63076" y="90337"/>
                    <a:pt x="63076" y="90337"/>
                  </a:cubicBezTo>
                  <a:cubicBezTo>
                    <a:pt x="64615" y="87640"/>
                    <a:pt x="64615" y="87640"/>
                    <a:pt x="64615" y="87640"/>
                  </a:cubicBezTo>
                  <a:cubicBezTo>
                    <a:pt x="64615" y="87640"/>
                    <a:pt x="66153" y="86292"/>
                    <a:pt x="66153" y="86292"/>
                  </a:cubicBezTo>
                  <a:cubicBezTo>
                    <a:pt x="66153" y="84943"/>
                    <a:pt x="66153" y="83595"/>
                    <a:pt x="66153" y="83595"/>
                  </a:cubicBezTo>
                  <a:cubicBezTo>
                    <a:pt x="66153" y="80898"/>
                    <a:pt x="66153" y="80898"/>
                    <a:pt x="66153" y="80898"/>
                  </a:cubicBezTo>
                  <a:cubicBezTo>
                    <a:pt x="67692" y="79550"/>
                    <a:pt x="67692" y="79550"/>
                    <a:pt x="67692" y="79550"/>
                  </a:cubicBezTo>
                  <a:cubicBezTo>
                    <a:pt x="69230" y="78202"/>
                    <a:pt x="69230" y="78202"/>
                    <a:pt x="69230" y="78202"/>
                  </a:cubicBezTo>
                  <a:cubicBezTo>
                    <a:pt x="69230" y="78202"/>
                    <a:pt x="70769" y="76853"/>
                    <a:pt x="70769" y="76853"/>
                  </a:cubicBezTo>
                  <a:cubicBezTo>
                    <a:pt x="70769" y="75505"/>
                    <a:pt x="72307" y="74157"/>
                    <a:pt x="72307" y="74157"/>
                  </a:cubicBezTo>
                  <a:cubicBezTo>
                    <a:pt x="73846" y="71460"/>
                    <a:pt x="73846" y="71460"/>
                    <a:pt x="73846" y="71460"/>
                  </a:cubicBezTo>
                  <a:cubicBezTo>
                    <a:pt x="75384" y="68764"/>
                    <a:pt x="75384" y="68764"/>
                    <a:pt x="75384" y="68764"/>
                  </a:cubicBezTo>
                  <a:cubicBezTo>
                    <a:pt x="76923" y="66067"/>
                    <a:pt x="76923" y="66067"/>
                    <a:pt x="76923" y="66067"/>
                  </a:cubicBezTo>
                  <a:cubicBezTo>
                    <a:pt x="75384" y="64719"/>
                    <a:pt x="75384" y="64719"/>
                    <a:pt x="75384" y="64719"/>
                  </a:cubicBezTo>
                  <a:cubicBezTo>
                    <a:pt x="75384" y="64719"/>
                    <a:pt x="81538" y="59325"/>
                    <a:pt x="81538" y="59325"/>
                  </a:cubicBezTo>
                  <a:cubicBezTo>
                    <a:pt x="81538" y="59325"/>
                    <a:pt x="84615" y="59325"/>
                    <a:pt x="84615" y="59325"/>
                  </a:cubicBezTo>
                  <a:cubicBezTo>
                    <a:pt x="84615" y="60674"/>
                    <a:pt x="84615" y="60674"/>
                    <a:pt x="84615" y="60674"/>
                  </a:cubicBezTo>
                  <a:cubicBezTo>
                    <a:pt x="86153" y="62022"/>
                    <a:pt x="86153" y="62022"/>
                    <a:pt x="86153" y="62022"/>
                  </a:cubicBezTo>
                  <a:cubicBezTo>
                    <a:pt x="86153" y="63370"/>
                    <a:pt x="86153" y="63370"/>
                    <a:pt x="86153" y="63370"/>
                  </a:cubicBezTo>
                  <a:cubicBezTo>
                    <a:pt x="86153" y="63370"/>
                    <a:pt x="86153" y="64719"/>
                    <a:pt x="86153" y="66067"/>
                  </a:cubicBezTo>
                  <a:cubicBezTo>
                    <a:pt x="86153" y="66067"/>
                    <a:pt x="86153" y="67415"/>
                    <a:pt x="86153" y="67415"/>
                  </a:cubicBezTo>
                  <a:cubicBezTo>
                    <a:pt x="86153" y="67415"/>
                    <a:pt x="87692" y="68764"/>
                    <a:pt x="87692" y="68764"/>
                  </a:cubicBezTo>
                  <a:cubicBezTo>
                    <a:pt x="87692" y="70112"/>
                    <a:pt x="89230" y="71460"/>
                    <a:pt x="89230" y="71460"/>
                  </a:cubicBezTo>
                  <a:cubicBezTo>
                    <a:pt x="89230" y="71460"/>
                    <a:pt x="89230" y="71460"/>
                    <a:pt x="90769" y="71460"/>
                  </a:cubicBezTo>
                  <a:cubicBezTo>
                    <a:pt x="90769" y="72808"/>
                    <a:pt x="90769" y="72808"/>
                    <a:pt x="90769" y="72808"/>
                  </a:cubicBezTo>
                  <a:cubicBezTo>
                    <a:pt x="93846" y="71460"/>
                    <a:pt x="93846" y="71460"/>
                    <a:pt x="93846" y="71460"/>
                  </a:cubicBezTo>
                  <a:cubicBezTo>
                    <a:pt x="96923" y="68764"/>
                    <a:pt x="96923" y="68764"/>
                    <a:pt x="96923" y="68764"/>
                  </a:cubicBezTo>
                  <a:cubicBezTo>
                    <a:pt x="96923" y="68764"/>
                    <a:pt x="101538" y="67415"/>
                    <a:pt x="101538" y="67415"/>
                  </a:cubicBezTo>
                  <a:cubicBezTo>
                    <a:pt x="101538" y="67415"/>
                    <a:pt x="103076" y="64719"/>
                    <a:pt x="103076" y="64719"/>
                  </a:cubicBezTo>
                  <a:cubicBezTo>
                    <a:pt x="104615" y="64719"/>
                    <a:pt x="104615" y="64719"/>
                    <a:pt x="104615" y="64719"/>
                  </a:cubicBezTo>
                  <a:cubicBezTo>
                    <a:pt x="104615" y="64719"/>
                    <a:pt x="104615" y="64719"/>
                    <a:pt x="104615" y="64719"/>
                  </a:cubicBezTo>
                  <a:cubicBezTo>
                    <a:pt x="103076" y="62022"/>
                    <a:pt x="106153" y="59325"/>
                    <a:pt x="104615" y="56629"/>
                  </a:cubicBezTo>
                  <a:cubicBezTo>
                    <a:pt x="104615" y="56629"/>
                    <a:pt x="103076" y="55280"/>
                    <a:pt x="103076" y="55280"/>
                  </a:cubicBezTo>
                  <a:cubicBezTo>
                    <a:pt x="103076" y="55280"/>
                    <a:pt x="103076" y="55280"/>
                    <a:pt x="103076" y="55280"/>
                  </a:cubicBezTo>
                  <a:cubicBezTo>
                    <a:pt x="103076" y="55280"/>
                    <a:pt x="103076" y="55280"/>
                    <a:pt x="103076" y="55280"/>
                  </a:cubicBezTo>
                  <a:cubicBezTo>
                    <a:pt x="100000" y="52584"/>
                    <a:pt x="95384" y="51235"/>
                    <a:pt x="96923" y="51235"/>
                  </a:cubicBezTo>
                  <a:cubicBezTo>
                    <a:pt x="98461" y="48539"/>
                    <a:pt x="104615" y="49887"/>
                    <a:pt x="107692" y="48539"/>
                  </a:cubicBezTo>
                  <a:cubicBezTo>
                    <a:pt x="109230" y="48539"/>
                    <a:pt x="109230" y="45842"/>
                    <a:pt x="110769" y="44494"/>
                  </a:cubicBezTo>
                  <a:cubicBezTo>
                    <a:pt x="112307" y="44494"/>
                    <a:pt x="115384" y="45842"/>
                    <a:pt x="115384" y="43146"/>
                  </a:cubicBezTo>
                  <a:cubicBezTo>
                    <a:pt x="115384" y="40449"/>
                    <a:pt x="118461" y="40449"/>
                    <a:pt x="120000" y="41797"/>
                  </a:cubicBezTo>
                  <a:cubicBezTo>
                    <a:pt x="120000" y="41797"/>
                    <a:pt x="120000" y="41797"/>
                    <a:pt x="120000" y="41797"/>
                  </a:cubicBezTo>
                  <a:cubicBezTo>
                    <a:pt x="118461" y="39101"/>
                    <a:pt x="113846" y="36404"/>
                    <a:pt x="112307" y="35056"/>
                  </a:cubicBezTo>
                  <a:cubicBezTo>
                    <a:pt x="112307" y="35056"/>
                    <a:pt x="112307" y="33707"/>
                    <a:pt x="109230" y="33707"/>
                  </a:cubicBezTo>
                  <a:cubicBezTo>
                    <a:pt x="107692" y="33707"/>
                    <a:pt x="104615" y="31011"/>
                    <a:pt x="104615" y="31011"/>
                  </a:cubicBezTo>
                  <a:cubicBezTo>
                    <a:pt x="100000" y="31011"/>
                    <a:pt x="100000" y="31011"/>
                    <a:pt x="100000" y="31011"/>
                  </a:cubicBezTo>
                  <a:cubicBezTo>
                    <a:pt x="100000" y="31011"/>
                    <a:pt x="95384" y="26966"/>
                    <a:pt x="95384" y="26966"/>
                  </a:cubicBezTo>
                  <a:cubicBezTo>
                    <a:pt x="93846" y="26966"/>
                    <a:pt x="89230" y="25617"/>
                    <a:pt x="89230" y="25617"/>
                  </a:cubicBezTo>
                  <a:cubicBezTo>
                    <a:pt x="89230" y="22921"/>
                    <a:pt x="89230" y="22921"/>
                    <a:pt x="89230" y="22921"/>
                  </a:cubicBezTo>
                  <a:cubicBezTo>
                    <a:pt x="89230" y="22921"/>
                    <a:pt x="87692" y="22921"/>
                    <a:pt x="87692" y="22921"/>
                  </a:cubicBezTo>
                  <a:cubicBezTo>
                    <a:pt x="86153" y="22921"/>
                    <a:pt x="84615" y="24269"/>
                    <a:pt x="84615" y="24269"/>
                  </a:cubicBezTo>
                  <a:cubicBezTo>
                    <a:pt x="80000" y="25617"/>
                    <a:pt x="80000" y="25617"/>
                    <a:pt x="80000" y="25617"/>
                  </a:cubicBezTo>
                  <a:cubicBezTo>
                    <a:pt x="80000" y="25617"/>
                    <a:pt x="76923" y="25617"/>
                    <a:pt x="76923" y="25617"/>
                  </a:cubicBezTo>
                  <a:cubicBezTo>
                    <a:pt x="75384" y="24269"/>
                    <a:pt x="73846" y="21573"/>
                    <a:pt x="73846" y="21573"/>
                  </a:cubicBezTo>
                  <a:cubicBezTo>
                    <a:pt x="73846" y="21573"/>
                    <a:pt x="73846" y="21573"/>
                    <a:pt x="72307" y="21573"/>
                  </a:cubicBezTo>
                  <a:cubicBezTo>
                    <a:pt x="70769" y="22921"/>
                    <a:pt x="73846" y="24269"/>
                    <a:pt x="70769" y="22921"/>
                  </a:cubicBezTo>
                  <a:cubicBezTo>
                    <a:pt x="66153" y="21573"/>
                    <a:pt x="66153" y="21573"/>
                    <a:pt x="66153" y="21573"/>
                  </a:cubicBezTo>
                  <a:cubicBezTo>
                    <a:pt x="63076" y="18876"/>
                    <a:pt x="63076" y="18876"/>
                    <a:pt x="63076" y="18876"/>
                  </a:cubicBezTo>
                  <a:cubicBezTo>
                    <a:pt x="61538" y="18876"/>
                    <a:pt x="61538" y="18876"/>
                    <a:pt x="61538" y="18876"/>
                  </a:cubicBezTo>
                  <a:cubicBezTo>
                    <a:pt x="60000" y="18876"/>
                    <a:pt x="60000" y="18876"/>
                    <a:pt x="60000" y="18876"/>
                  </a:cubicBezTo>
                  <a:cubicBezTo>
                    <a:pt x="60000" y="18876"/>
                    <a:pt x="58461" y="16179"/>
                    <a:pt x="58461" y="16179"/>
                  </a:cubicBezTo>
                  <a:cubicBezTo>
                    <a:pt x="58461" y="16179"/>
                    <a:pt x="58461" y="13483"/>
                    <a:pt x="58461" y="13483"/>
                  </a:cubicBezTo>
                  <a:cubicBezTo>
                    <a:pt x="56923" y="13483"/>
                    <a:pt x="52307" y="12134"/>
                    <a:pt x="52307" y="12134"/>
                  </a:cubicBezTo>
                  <a:cubicBezTo>
                    <a:pt x="50769" y="9438"/>
                    <a:pt x="50769" y="9438"/>
                    <a:pt x="50769" y="9438"/>
                  </a:cubicBezTo>
                  <a:cubicBezTo>
                    <a:pt x="50769" y="9438"/>
                    <a:pt x="50769" y="9438"/>
                    <a:pt x="50769" y="9438"/>
                  </a:cubicBezTo>
                  <a:cubicBezTo>
                    <a:pt x="49230" y="9438"/>
                    <a:pt x="46153" y="8089"/>
                    <a:pt x="46153" y="8089"/>
                  </a:cubicBezTo>
                  <a:cubicBezTo>
                    <a:pt x="44615" y="6741"/>
                    <a:pt x="44615" y="6741"/>
                    <a:pt x="44615" y="6741"/>
                  </a:cubicBezTo>
                  <a:cubicBezTo>
                    <a:pt x="40000" y="6741"/>
                    <a:pt x="40000" y="6741"/>
                    <a:pt x="40000" y="6741"/>
                  </a:cubicBezTo>
                  <a:cubicBezTo>
                    <a:pt x="38461" y="4044"/>
                    <a:pt x="38461" y="4044"/>
                    <a:pt x="38461" y="4044"/>
                  </a:cubicBezTo>
                  <a:cubicBezTo>
                    <a:pt x="38461" y="4044"/>
                    <a:pt x="36923" y="2696"/>
                    <a:pt x="36923" y="2696"/>
                  </a:cubicBezTo>
                  <a:cubicBezTo>
                    <a:pt x="38461" y="2696"/>
                    <a:pt x="38461" y="0"/>
                    <a:pt x="38461" y="0"/>
                  </a:cubicBezTo>
                  <a:cubicBezTo>
                    <a:pt x="35384" y="0"/>
                    <a:pt x="35384" y="0"/>
                    <a:pt x="35384" y="0"/>
                  </a:cubicBezTo>
                  <a:cubicBezTo>
                    <a:pt x="35384" y="0"/>
                    <a:pt x="32307" y="1348"/>
                    <a:pt x="32307" y="1348"/>
                  </a:cubicBezTo>
                  <a:cubicBezTo>
                    <a:pt x="32307" y="1348"/>
                    <a:pt x="30769" y="2696"/>
                    <a:pt x="30769" y="2696"/>
                  </a:cubicBezTo>
                  <a:cubicBezTo>
                    <a:pt x="29230" y="2696"/>
                    <a:pt x="29230" y="2696"/>
                    <a:pt x="29230" y="2696"/>
                  </a:cubicBezTo>
                  <a:cubicBezTo>
                    <a:pt x="27692" y="1348"/>
                    <a:pt x="27692" y="1348"/>
                    <a:pt x="27692" y="1348"/>
                  </a:cubicBezTo>
                  <a:cubicBezTo>
                    <a:pt x="26153" y="0"/>
                    <a:pt x="26153" y="0"/>
                    <a:pt x="26153" y="0"/>
                  </a:cubicBezTo>
                  <a:cubicBezTo>
                    <a:pt x="23076" y="2696"/>
                    <a:pt x="23076" y="2696"/>
                    <a:pt x="23076" y="2696"/>
                  </a:cubicBezTo>
                  <a:cubicBezTo>
                    <a:pt x="21538" y="4044"/>
                    <a:pt x="21538" y="4044"/>
                    <a:pt x="21538" y="4044"/>
                  </a:cubicBezTo>
                  <a:cubicBezTo>
                    <a:pt x="21538" y="4044"/>
                    <a:pt x="21538" y="5393"/>
                    <a:pt x="21538" y="5393"/>
                  </a:cubicBezTo>
                  <a:cubicBezTo>
                    <a:pt x="21538" y="5393"/>
                    <a:pt x="24615" y="5393"/>
                    <a:pt x="24615" y="5393"/>
                  </a:cubicBezTo>
                  <a:cubicBezTo>
                    <a:pt x="24615" y="8089"/>
                    <a:pt x="24615" y="8089"/>
                    <a:pt x="24615" y="8089"/>
                  </a:cubicBezTo>
                  <a:cubicBezTo>
                    <a:pt x="24615" y="8089"/>
                    <a:pt x="24615" y="8089"/>
                    <a:pt x="26153" y="8089"/>
                  </a:cubicBezTo>
                  <a:cubicBezTo>
                    <a:pt x="26153" y="8089"/>
                    <a:pt x="27692" y="9438"/>
                    <a:pt x="27692" y="9438"/>
                  </a:cubicBezTo>
                  <a:cubicBezTo>
                    <a:pt x="29230" y="10786"/>
                    <a:pt x="29230" y="10786"/>
                    <a:pt x="29230" y="10786"/>
                  </a:cubicBezTo>
                  <a:cubicBezTo>
                    <a:pt x="29230" y="13483"/>
                    <a:pt x="29230" y="13483"/>
                    <a:pt x="29230" y="13483"/>
                  </a:cubicBezTo>
                  <a:cubicBezTo>
                    <a:pt x="32307" y="14831"/>
                    <a:pt x="32307" y="14831"/>
                    <a:pt x="32307" y="14831"/>
                  </a:cubicBezTo>
                  <a:cubicBezTo>
                    <a:pt x="32307" y="17528"/>
                    <a:pt x="32307" y="17528"/>
                    <a:pt x="32307" y="17528"/>
                  </a:cubicBezTo>
                  <a:cubicBezTo>
                    <a:pt x="30769" y="18876"/>
                    <a:pt x="30769" y="18876"/>
                    <a:pt x="30769" y="18876"/>
                  </a:cubicBezTo>
                  <a:cubicBezTo>
                    <a:pt x="29230" y="20224"/>
                    <a:pt x="29230" y="20224"/>
                    <a:pt x="29230" y="20224"/>
                  </a:cubicBezTo>
                  <a:cubicBezTo>
                    <a:pt x="26153" y="20224"/>
                    <a:pt x="26153" y="20224"/>
                    <a:pt x="26153" y="20224"/>
                  </a:cubicBezTo>
                  <a:cubicBezTo>
                    <a:pt x="26153" y="18876"/>
                    <a:pt x="26153" y="18876"/>
                    <a:pt x="26153" y="18876"/>
                  </a:cubicBezTo>
                  <a:cubicBezTo>
                    <a:pt x="24615" y="16179"/>
                    <a:pt x="24615" y="16179"/>
                    <a:pt x="24615" y="16179"/>
                  </a:cubicBezTo>
                  <a:cubicBezTo>
                    <a:pt x="23076" y="14831"/>
                    <a:pt x="23076" y="14831"/>
                    <a:pt x="23076" y="14831"/>
                  </a:cubicBezTo>
                  <a:cubicBezTo>
                    <a:pt x="18461" y="16179"/>
                    <a:pt x="18461" y="16179"/>
                    <a:pt x="18461" y="16179"/>
                  </a:cubicBezTo>
                  <a:cubicBezTo>
                    <a:pt x="18461" y="18876"/>
                    <a:pt x="18461" y="18876"/>
                    <a:pt x="18461" y="18876"/>
                  </a:cubicBezTo>
                  <a:cubicBezTo>
                    <a:pt x="10769" y="24269"/>
                    <a:pt x="10769" y="24269"/>
                    <a:pt x="10769" y="24269"/>
                  </a:cubicBezTo>
                  <a:cubicBezTo>
                    <a:pt x="12307" y="26966"/>
                    <a:pt x="12307" y="26966"/>
                    <a:pt x="12307" y="26966"/>
                  </a:cubicBezTo>
                  <a:cubicBezTo>
                    <a:pt x="9230" y="29662"/>
                    <a:pt x="9230" y="29662"/>
                    <a:pt x="9230" y="29662"/>
                  </a:cubicBezTo>
                  <a:cubicBezTo>
                    <a:pt x="9230" y="33707"/>
                    <a:pt x="9230" y="33707"/>
                    <a:pt x="9230" y="33707"/>
                  </a:cubicBezTo>
                  <a:cubicBezTo>
                    <a:pt x="10769" y="37752"/>
                    <a:pt x="10769" y="37752"/>
                    <a:pt x="10769" y="37752"/>
                  </a:cubicBezTo>
                  <a:cubicBezTo>
                    <a:pt x="10769" y="40449"/>
                    <a:pt x="10769" y="40449"/>
                    <a:pt x="10769" y="40449"/>
                  </a:cubicBezTo>
                  <a:cubicBezTo>
                    <a:pt x="4615" y="41797"/>
                    <a:pt x="4615" y="41797"/>
                    <a:pt x="4615" y="41797"/>
                  </a:cubicBezTo>
                  <a:cubicBezTo>
                    <a:pt x="0" y="43146"/>
                    <a:pt x="0" y="43146"/>
                    <a:pt x="0" y="43146"/>
                  </a:cubicBezTo>
                  <a:cubicBezTo>
                    <a:pt x="0" y="47191"/>
                    <a:pt x="0" y="47191"/>
                    <a:pt x="0" y="47191"/>
                  </a:cubicBezTo>
                  <a:cubicBezTo>
                    <a:pt x="0" y="48539"/>
                    <a:pt x="0" y="48539"/>
                    <a:pt x="0" y="48539"/>
                  </a:cubicBezTo>
                  <a:cubicBezTo>
                    <a:pt x="4615" y="53932"/>
                    <a:pt x="4615" y="53932"/>
                    <a:pt x="4615" y="53932"/>
                  </a:cubicBezTo>
                  <a:cubicBezTo>
                    <a:pt x="3076" y="55280"/>
                    <a:pt x="3076" y="55280"/>
                    <a:pt x="3076" y="55280"/>
                  </a:cubicBezTo>
                  <a:cubicBezTo>
                    <a:pt x="1538" y="56629"/>
                    <a:pt x="1538" y="56629"/>
                    <a:pt x="1538" y="56629"/>
                  </a:cubicBezTo>
                  <a:cubicBezTo>
                    <a:pt x="6153" y="62022"/>
                    <a:pt x="6153" y="62022"/>
                    <a:pt x="6153" y="62022"/>
                  </a:cubicBezTo>
                  <a:cubicBezTo>
                    <a:pt x="7692" y="63370"/>
                    <a:pt x="7692" y="63370"/>
                    <a:pt x="7692" y="63370"/>
                  </a:cubicBezTo>
                  <a:cubicBezTo>
                    <a:pt x="10769" y="63370"/>
                    <a:pt x="10769" y="63370"/>
                    <a:pt x="10769" y="63370"/>
                  </a:cubicBezTo>
                  <a:cubicBezTo>
                    <a:pt x="10769" y="66067"/>
                    <a:pt x="10769" y="66067"/>
                    <a:pt x="10769" y="66067"/>
                  </a:cubicBezTo>
                  <a:cubicBezTo>
                    <a:pt x="10769" y="67415"/>
                    <a:pt x="10769" y="67415"/>
                    <a:pt x="10769" y="67415"/>
                  </a:cubicBezTo>
                  <a:cubicBezTo>
                    <a:pt x="10769" y="70112"/>
                    <a:pt x="10769" y="70112"/>
                    <a:pt x="10769" y="70112"/>
                  </a:cubicBezTo>
                  <a:cubicBezTo>
                    <a:pt x="7692" y="72808"/>
                    <a:pt x="7692" y="72808"/>
                    <a:pt x="7692" y="72808"/>
                  </a:cubicBezTo>
                  <a:cubicBezTo>
                    <a:pt x="9230" y="75505"/>
                    <a:pt x="9230" y="75505"/>
                    <a:pt x="9230" y="75505"/>
                  </a:cubicBezTo>
                  <a:cubicBezTo>
                    <a:pt x="6153" y="74157"/>
                    <a:pt x="6153" y="74157"/>
                    <a:pt x="6153" y="74157"/>
                  </a:cubicBezTo>
                  <a:cubicBezTo>
                    <a:pt x="4615" y="76853"/>
                    <a:pt x="4615" y="76853"/>
                    <a:pt x="4615" y="76853"/>
                  </a:cubicBezTo>
                  <a:cubicBezTo>
                    <a:pt x="6153" y="78202"/>
                    <a:pt x="6153" y="78202"/>
                    <a:pt x="6153" y="78202"/>
                  </a:cubicBezTo>
                  <a:cubicBezTo>
                    <a:pt x="4615" y="79550"/>
                    <a:pt x="4615" y="79550"/>
                    <a:pt x="4615" y="79550"/>
                  </a:cubicBezTo>
                  <a:cubicBezTo>
                    <a:pt x="7692" y="82247"/>
                    <a:pt x="7692" y="82247"/>
                    <a:pt x="7692" y="82247"/>
                  </a:cubicBezTo>
                  <a:cubicBezTo>
                    <a:pt x="13846" y="83595"/>
                    <a:pt x="13846" y="83595"/>
                    <a:pt x="13846" y="83595"/>
                  </a:cubicBezTo>
                  <a:cubicBezTo>
                    <a:pt x="16923" y="82247"/>
                    <a:pt x="16923" y="82247"/>
                    <a:pt x="16923" y="82247"/>
                  </a:cubicBezTo>
                  <a:cubicBezTo>
                    <a:pt x="18461" y="80898"/>
                    <a:pt x="18461" y="80898"/>
                    <a:pt x="18461" y="80898"/>
                  </a:cubicBezTo>
                  <a:cubicBezTo>
                    <a:pt x="16923" y="79550"/>
                    <a:pt x="16923" y="79550"/>
                    <a:pt x="16923" y="79550"/>
                  </a:cubicBezTo>
                  <a:cubicBezTo>
                    <a:pt x="16923" y="79550"/>
                    <a:pt x="16923" y="78202"/>
                    <a:pt x="18461" y="78202"/>
                  </a:cubicBezTo>
                  <a:cubicBezTo>
                    <a:pt x="18461" y="76853"/>
                    <a:pt x="20000" y="76853"/>
                    <a:pt x="20000" y="76853"/>
                  </a:cubicBezTo>
                  <a:cubicBezTo>
                    <a:pt x="20000" y="78202"/>
                    <a:pt x="20000" y="78202"/>
                    <a:pt x="20000" y="78202"/>
                  </a:cubicBezTo>
                  <a:cubicBezTo>
                    <a:pt x="24615" y="78202"/>
                    <a:pt x="24615" y="78202"/>
                    <a:pt x="24615" y="78202"/>
                  </a:cubicBezTo>
                  <a:cubicBezTo>
                    <a:pt x="24615" y="80898"/>
                    <a:pt x="24615" y="80898"/>
                    <a:pt x="24615" y="80898"/>
                  </a:cubicBezTo>
                  <a:cubicBezTo>
                    <a:pt x="23076" y="82247"/>
                    <a:pt x="23076" y="82247"/>
                    <a:pt x="23076" y="82247"/>
                  </a:cubicBezTo>
                  <a:cubicBezTo>
                    <a:pt x="21538" y="80898"/>
                    <a:pt x="21538" y="80898"/>
                    <a:pt x="21538" y="80898"/>
                  </a:cubicBezTo>
                  <a:cubicBezTo>
                    <a:pt x="21538" y="80898"/>
                    <a:pt x="21538" y="82247"/>
                    <a:pt x="21538" y="82247"/>
                  </a:cubicBezTo>
                  <a:cubicBezTo>
                    <a:pt x="21538" y="82247"/>
                    <a:pt x="21538" y="86292"/>
                    <a:pt x="21538" y="86292"/>
                  </a:cubicBezTo>
                  <a:cubicBezTo>
                    <a:pt x="21538" y="86292"/>
                    <a:pt x="21538" y="87640"/>
                    <a:pt x="20000" y="86292"/>
                  </a:cubicBezTo>
                  <a:cubicBezTo>
                    <a:pt x="20000" y="86292"/>
                    <a:pt x="18461" y="84943"/>
                    <a:pt x="18461" y="84943"/>
                  </a:cubicBezTo>
                  <a:cubicBezTo>
                    <a:pt x="13846" y="83595"/>
                    <a:pt x="13846" y="83595"/>
                    <a:pt x="13846" y="83595"/>
                  </a:cubicBezTo>
                  <a:cubicBezTo>
                    <a:pt x="12307" y="84943"/>
                    <a:pt x="12307" y="84943"/>
                    <a:pt x="12307" y="84943"/>
                  </a:cubicBezTo>
                  <a:cubicBezTo>
                    <a:pt x="12307" y="84943"/>
                    <a:pt x="12307" y="86292"/>
                    <a:pt x="12307" y="87640"/>
                  </a:cubicBezTo>
                  <a:cubicBezTo>
                    <a:pt x="13846" y="87640"/>
                    <a:pt x="15384" y="87640"/>
                    <a:pt x="15384" y="87640"/>
                  </a:cubicBezTo>
                  <a:cubicBezTo>
                    <a:pt x="15384" y="87640"/>
                    <a:pt x="18461" y="87640"/>
                    <a:pt x="18461" y="87640"/>
                  </a:cubicBezTo>
                  <a:cubicBezTo>
                    <a:pt x="18461" y="87640"/>
                    <a:pt x="18461" y="87640"/>
                    <a:pt x="20000" y="87640"/>
                  </a:cubicBezTo>
                  <a:cubicBezTo>
                    <a:pt x="20000" y="87640"/>
                    <a:pt x="23076" y="87640"/>
                    <a:pt x="23076" y="87640"/>
                  </a:cubicBezTo>
                  <a:cubicBezTo>
                    <a:pt x="23076" y="90337"/>
                    <a:pt x="23076" y="90337"/>
                    <a:pt x="23076" y="90337"/>
                  </a:cubicBezTo>
                  <a:cubicBezTo>
                    <a:pt x="26153" y="93033"/>
                    <a:pt x="26153" y="93033"/>
                    <a:pt x="26153" y="93033"/>
                  </a:cubicBezTo>
                  <a:cubicBezTo>
                    <a:pt x="32307" y="93033"/>
                    <a:pt x="32307" y="93033"/>
                    <a:pt x="32307" y="93033"/>
                  </a:cubicBezTo>
                  <a:cubicBezTo>
                    <a:pt x="33846" y="93033"/>
                    <a:pt x="33846" y="93033"/>
                    <a:pt x="33846" y="93033"/>
                  </a:cubicBezTo>
                  <a:cubicBezTo>
                    <a:pt x="38461" y="95730"/>
                    <a:pt x="38461" y="95730"/>
                    <a:pt x="38461" y="95730"/>
                  </a:cubicBezTo>
                  <a:cubicBezTo>
                    <a:pt x="38461" y="95730"/>
                    <a:pt x="40000" y="98426"/>
                    <a:pt x="41538" y="98426"/>
                  </a:cubicBezTo>
                  <a:cubicBezTo>
                    <a:pt x="41538" y="98426"/>
                    <a:pt x="43076" y="101123"/>
                    <a:pt x="43076" y="101123"/>
                  </a:cubicBezTo>
                  <a:cubicBezTo>
                    <a:pt x="46153" y="101123"/>
                    <a:pt x="46153" y="101123"/>
                    <a:pt x="46153" y="101123"/>
                  </a:cubicBezTo>
                  <a:cubicBezTo>
                    <a:pt x="47692" y="101123"/>
                    <a:pt x="47692" y="101123"/>
                    <a:pt x="47692" y="101123"/>
                  </a:cubicBezTo>
                  <a:cubicBezTo>
                    <a:pt x="47692" y="101123"/>
                    <a:pt x="49230" y="102471"/>
                    <a:pt x="49230" y="102471"/>
                  </a:cubicBezTo>
                  <a:cubicBezTo>
                    <a:pt x="47692" y="103820"/>
                    <a:pt x="47692" y="103820"/>
                    <a:pt x="47692" y="103820"/>
                  </a:cubicBezTo>
                  <a:cubicBezTo>
                    <a:pt x="49230" y="106516"/>
                    <a:pt x="49230" y="106516"/>
                    <a:pt x="49230" y="106516"/>
                  </a:cubicBezTo>
                  <a:cubicBezTo>
                    <a:pt x="52307" y="106516"/>
                    <a:pt x="52307" y="106516"/>
                    <a:pt x="52307" y="106516"/>
                  </a:cubicBezTo>
                  <a:cubicBezTo>
                    <a:pt x="52307" y="106516"/>
                    <a:pt x="52307" y="106516"/>
                    <a:pt x="52307" y="107865"/>
                  </a:cubicBezTo>
                  <a:cubicBezTo>
                    <a:pt x="52307" y="107865"/>
                    <a:pt x="53846" y="110561"/>
                    <a:pt x="53846" y="110561"/>
                  </a:cubicBezTo>
                  <a:cubicBezTo>
                    <a:pt x="53846" y="111910"/>
                    <a:pt x="53846" y="111910"/>
                    <a:pt x="53846" y="111910"/>
                  </a:cubicBezTo>
                  <a:cubicBezTo>
                    <a:pt x="53846" y="111910"/>
                    <a:pt x="55384" y="111910"/>
                    <a:pt x="55384" y="113258"/>
                  </a:cubicBezTo>
                  <a:cubicBezTo>
                    <a:pt x="55384" y="113258"/>
                    <a:pt x="55384" y="113258"/>
                    <a:pt x="55384" y="114606"/>
                  </a:cubicBezTo>
                  <a:cubicBezTo>
                    <a:pt x="56923" y="114606"/>
                    <a:pt x="60000" y="114606"/>
                    <a:pt x="60000" y="114606"/>
                  </a:cubicBezTo>
                  <a:cubicBezTo>
                    <a:pt x="61538" y="115955"/>
                    <a:pt x="61538" y="115955"/>
                    <a:pt x="61538" y="115955"/>
                  </a:cubicBezTo>
                  <a:cubicBezTo>
                    <a:pt x="63076" y="117303"/>
                    <a:pt x="63076" y="117303"/>
                    <a:pt x="63076" y="117303"/>
                  </a:cubicBezTo>
                  <a:lnTo>
                    <a:pt x="64615" y="117303"/>
                  </a:ln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1" name="Shape 2018">
              <a:extLst>
                <a:ext uri="{FF2B5EF4-FFF2-40B4-BE49-F238E27FC236}">
                  <a16:creationId xmlns:a16="http://schemas.microsoft.com/office/drawing/2014/main" id="{DC27BEE3-5065-4132-8741-E0E669D956CC}"/>
                </a:ext>
              </a:extLst>
            </p:cNvPr>
            <p:cNvSpPr/>
            <p:nvPr/>
          </p:nvSpPr>
          <p:spPr>
            <a:xfrm>
              <a:off x="6017651" y="3676182"/>
              <a:ext cx="241874" cy="205626"/>
            </a:xfrm>
            <a:custGeom>
              <a:avLst/>
              <a:gdLst/>
              <a:ahLst/>
              <a:cxnLst/>
              <a:rect l="0" t="0" r="0" b="0"/>
              <a:pathLst>
                <a:path w="120000" h="120000" extrusionOk="0">
                  <a:moveTo>
                    <a:pt x="23773" y="116129"/>
                  </a:moveTo>
                  <a:cubicBezTo>
                    <a:pt x="23773" y="116129"/>
                    <a:pt x="22641" y="116129"/>
                    <a:pt x="21509" y="116129"/>
                  </a:cubicBezTo>
                  <a:cubicBezTo>
                    <a:pt x="20377" y="116129"/>
                    <a:pt x="19245" y="118709"/>
                    <a:pt x="18113" y="118709"/>
                  </a:cubicBezTo>
                  <a:cubicBezTo>
                    <a:pt x="18113" y="118709"/>
                    <a:pt x="18113" y="118709"/>
                    <a:pt x="18113" y="117419"/>
                  </a:cubicBezTo>
                  <a:cubicBezTo>
                    <a:pt x="18113" y="116129"/>
                    <a:pt x="18113" y="116129"/>
                    <a:pt x="16981" y="114838"/>
                  </a:cubicBezTo>
                  <a:cubicBezTo>
                    <a:pt x="16981" y="113548"/>
                    <a:pt x="16981" y="110967"/>
                    <a:pt x="15849" y="109677"/>
                  </a:cubicBezTo>
                  <a:cubicBezTo>
                    <a:pt x="14716" y="108387"/>
                    <a:pt x="14716" y="107096"/>
                    <a:pt x="14716" y="107096"/>
                  </a:cubicBezTo>
                  <a:cubicBezTo>
                    <a:pt x="14716" y="107096"/>
                    <a:pt x="12452" y="107096"/>
                    <a:pt x="11320" y="107096"/>
                  </a:cubicBezTo>
                  <a:cubicBezTo>
                    <a:pt x="11320" y="107096"/>
                    <a:pt x="10188" y="107096"/>
                    <a:pt x="10188" y="107096"/>
                  </a:cubicBezTo>
                  <a:cubicBezTo>
                    <a:pt x="10188" y="107096"/>
                    <a:pt x="9056" y="104516"/>
                    <a:pt x="10188" y="104516"/>
                  </a:cubicBezTo>
                  <a:cubicBezTo>
                    <a:pt x="10188" y="103225"/>
                    <a:pt x="9056" y="101935"/>
                    <a:pt x="7924" y="100645"/>
                  </a:cubicBezTo>
                  <a:cubicBezTo>
                    <a:pt x="7924" y="100645"/>
                    <a:pt x="5660" y="96774"/>
                    <a:pt x="5660" y="96774"/>
                  </a:cubicBezTo>
                  <a:cubicBezTo>
                    <a:pt x="5660" y="96774"/>
                    <a:pt x="4528" y="96774"/>
                    <a:pt x="4528" y="95483"/>
                  </a:cubicBezTo>
                  <a:cubicBezTo>
                    <a:pt x="4528" y="94193"/>
                    <a:pt x="4528" y="92903"/>
                    <a:pt x="4528" y="92903"/>
                  </a:cubicBezTo>
                  <a:cubicBezTo>
                    <a:pt x="3396" y="90322"/>
                    <a:pt x="3396" y="90322"/>
                    <a:pt x="3396" y="90322"/>
                  </a:cubicBezTo>
                  <a:cubicBezTo>
                    <a:pt x="3396" y="90322"/>
                    <a:pt x="5660" y="89032"/>
                    <a:pt x="5660" y="87741"/>
                  </a:cubicBezTo>
                  <a:cubicBezTo>
                    <a:pt x="5660" y="87741"/>
                    <a:pt x="6792" y="86451"/>
                    <a:pt x="5660" y="85161"/>
                  </a:cubicBezTo>
                  <a:cubicBezTo>
                    <a:pt x="5660" y="83870"/>
                    <a:pt x="3396" y="82580"/>
                    <a:pt x="3396" y="82580"/>
                  </a:cubicBezTo>
                  <a:cubicBezTo>
                    <a:pt x="2264" y="81290"/>
                    <a:pt x="1132" y="80000"/>
                    <a:pt x="0" y="78709"/>
                  </a:cubicBezTo>
                  <a:cubicBezTo>
                    <a:pt x="0" y="77419"/>
                    <a:pt x="0" y="76129"/>
                    <a:pt x="0" y="76129"/>
                  </a:cubicBezTo>
                  <a:cubicBezTo>
                    <a:pt x="0" y="76129"/>
                    <a:pt x="0" y="74838"/>
                    <a:pt x="1132" y="74838"/>
                  </a:cubicBezTo>
                  <a:cubicBezTo>
                    <a:pt x="2264" y="73548"/>
                    <a:pt x="3396" y="73548"/>
                    <a:pt x="3396" y="72258"/>
                  </a:cubicBezTo>
                  <a:cubicBezTo>
                    <a:pt x="3396" y="72258"/>
                    <a:pt x="4528" y="72258"/>
                    <a:pt x="4528" y="70967"/>
                  </a:cubicBezTo>
                  <a:cubicBezTo>
                    <a:pt x="3396" y="69677"/>
                    <a:pt x="2264" y="68387"/>
                    <a:pt x="2264" y="68387"/>
                  </a:cubicBezTo>
                  <a:cubicBezTo>
                    <a:pt x="3396" y="64516"/>
                    <a:pt x="3396" y="64516"/>
                    <a:pt x="3396" y="64516"/>
                  </a:cubicBezTo>
                  <a:cubicBezTo>
                    <a:pt x="2264" y="63225"/>
                    <a:pt x="2264" y="63225"/>
                    <a:pt x="2264" y="63225"/>
                  </a:cubicBezTo>
                  <a:cubicBezTo>
                    <a:pt x="2264" y="58064"/>
                    <a:pt x="2264" y="58064"/>
                    <a:pt x="2264" y="58064"/>
                  </a:cubicBezTo>
                  <a:cubicBezTo>
                    <a:pt x="2264" y="56774"/>
                    <a:pt x="2264" y="56774"/>
                    <a:pt x="2264" y="56774"/>
                  </a:cubicBezTo>
                  <a:cubicBezTo>
                    <a:pt x="2264" y="56774"/>
                    <a:pt x="3396" y="54193"/>
                    <a:pt x="3396" y="54193"/>
                  </a:cubicBezTo>
                  <a:cubicBezTo>
                    <a:pt x="3396" y="52903"/>
                    <a:pt x="3396" y="50322"/>
                    <a:pt x="3396" y="50322"/>
                  </a:cubicBezTo>
                  <a:cubicBezTo>
                    <a:pt x="3396" y="50322"/>
                    <a:pt x="3396" y="50322"/>
                    <a:pt x="3396" y="50322"/>
                  </a:cubicBezTo>
                  <a:cubicBezTo>
                    <a:pt x="5660" y="51612"/>
                    <a:pt x="9056" y="50322"/>
                    <a:pt x="10188" y="50322"/>
                  </a:cubicBezTo>
                  <a:cubicBezTo>
                    <a:pt x="12452" y="50322"/>
                    <a:pt x="12452" y="46451"/>
                    <a:pt x="11320" y="42580"/>
                  </a:cubicBezTo>
                  <a:cubicBezTo>
                    <a:pt x="11320" y="40000"/>
                    <a:pt x="12452" y="37419"/>
                    <a:pt x="12452" y="34838"/>
                  </a:cubicBezTo>
                  <a:cubicBezTo>
                    <a:pt x="13584" y="32258"/>
                    <a:pt x="16981" y="30967"/>
                    <a:pt x="20377" y="28387"/>
                  </a:cubicBezTo>
                  <a:cubicBezTo>
                    <a:pt x="22641" y="25806"/>
                    <a:pt x="22641" y="23225"/>
                    <a:pt x="26037" y="23225"/>
                  </a:cubicBezTo>
                  <a:cubicBezTo>
                    <a:pt x="26037" y="23225"/>
                    <a:pt x="27169" y="23225"/>
                    <a:pt x="28301" y="24516"/>
                  </a:cubicBezTo>
                  <a:cubicBezTo>
                    <a:pt x="28301" y="24516"/>
                    <a:pt x="28301" y="25806"/>
                    <a:pt x="29433" y="27096"/>
                  </a:cubicBezTo>
                  <a:cubicBezTo>
                    <a:pt x="29433" y="27096"/>
                    <a:pt x="29433" y="27096"/>
                    <a:pt x="30566" y="27096"/>
                  </a:cubicBezTo>
                  <a:cubicBezTo>
                    <a:pt x="32830" y="30967"/>
                    <a:pt x="35094" y="33548"/>
                    <a:pt x="35094" y="23225"/>
                  </a:cubicBezTo>
                  <a:cubicBezTo>
                    <a:pt x="36226" y="14193"/>
                    <a:pt x="41886" y="16774"/>
                    <a:pt x="46415" y="14193"/>
                  </a:cubicBezTo>
                  <a:cubicBezTo>
                    <a:pt x="46415" y="14193"/>
                    <a:pt x="46415" y="14193"/>
                    <a:pt x="47547" y="12903"/>
                  </a:cubicBezTo>
                  <a:cubicBezTo>
                    <a:pt x="48679" y="14193"/>
                    <a:pt x="49811" y="14193"/>
                    <a:pt x="50943" y="14193"/>
                  </a:cubicBezTo>
                  <a:cubicBezTo>
                    <a:pt x="52075" y="14193"/>
                    <a:pt x="52075" y="14193"/>
                    <a:pt x="52075" y="14193"/>
                  </a:cubicBezTo>
                  <a:cubicBezTo>
                    <a:pt x="52075" y="14193"/>
                    <a:pt x="55471" y="9032"/>
                    <a:pt x="55471" y="9032"/>
                  </a:cubicBezTo>
                  <a:cubicBezTo>
                    <a:pt x="56603" y="9032"/>
                    <a:pt x="58867" y="7741"/>
                    <a:pt x="58867" y="7741"/>
                  </a:cubicBezTo>
                  <a:cubicBezTo>
                    <a:pt x="61132" y="3870"/>
                    <a:pt x="61132" y="3870"/>
                    <a:pt x="61132" y="3870"/>
                  </a:cubicBezTo>
                  <a:cubicBezTo>
                    <a:pt x="61132" y="3870"/>
                    <a:pt x="63396" y="5161"/>
                    <a:pt x="64528" y="5161"/>
                  </a:cubicBezTo>
                  <a:cubicBezTo>
                    <a:pt x="65660" y="5161"/>
                    <a:pt x="66792" y="5161"/>
                    <a:pt x="69056" y="5161"/>
                  </a:cubicBezTo>
                  <a:cubicBezTo>
                    <a:pt x="70188" y="3870"/>
                    <a:pt x="70188" y="3870"/>
                    <a:pt x="70188" y="3870"/>
                  </a:cubicBezTo>
                  <a:cubicBezTo>
                    <a:pt x="70188" y="3870"/>
                    <a:pt x="72452" y="1290"/>
                    <a:pt x="74716" y="1290"/>
                  </a:cubicBezTo>
                  <a:cubicBezTo>
                    <a:pt x="76981" y="0"/>
                    <a:pt x="76981" y="1290"/>
                    <a:pt x="76981" y="1290"/>
                  </a:cubicBezTo>
                  <a:cubicBezTo>
                    <a:pt x="76981" y="1290"/>
                    <a:pt x="80377" y="1290"/>
                    <a:pt x="82641" y="1290"/>
                  </a:cubicBezTo>
                  <a:cubicBezTo>
                    <a:pt x="82641" y="1290"/>
                    <a:pt x="82641" y="0"/>
                    <a:pt x="82641" y="0"/>
                  </a:cubicBezTo>
                  <a:cubicBezTo>
                    <a:pt x="86037" y="2580"/>
                    <a:pt x="86037" y="6451"/>
                    <a:pt x="89433" y="10322"/>
                  </a:cubicBezTo>
                  <a:cubicBezTo>
                    <a:pt x="93962" y="15483"/>
                    <a:pt x="98490" y="14193"/>
                    <a:pt x="106415" y="19354"/>
                  </a:cubicBezTo>
                  <a:cubicBezTo>
                    <a:pt x="106415" y="20645"/>
                    <a:pt x="110943" y="24516"/>
                    <a:pt x="112075" y="28387"/>
                  </a:cubicBezTo>
                  <a:cubicBezTo>
                    <a:pt x="113207" y="33548"/>
                    <a:pt x="117735" y="33548"/>
                    <a:pt x="118867" y="38709"/>
                  </a:cubicBezTo>
                  <a:cubicBezTo>
                    <a:pt x="118867" y="42580"/>
                    <a:pt x="116603" y="43870"/>
                    <a:pt x="116603" y="47741"/>
                  </a:cubicBezTo>
                  <a:cubicBezTo>
                    <a:pt x="116603" y="51612"/>
                    <a:pt x="118867" y="60645"/>
                    <a:pt x="120000" y="61935"/>
                  </a:cubicBezTo>
                  <a:cubicBezTo>
                    <a:pt x="120000" y="61935"/>
                    <a:pt x="120000" y="63225"/>
                    <a:pt x="120000" y="63225"/>
                  </a:cubicBezTo>
                  <a:cubicBezTo>
                    <a:pt x="109811" y="65806"/>
                    <a:pt x="109811" y="65806"/>
                    <a:pt x="109811" y="65806"/>
                  </a:cubicBezTo>
                  <a:cubicBezTo>
                    <a:pt x="110943" y="77419"/>
                    <a:pt x="110943" y="77419"/>
                    <a:pt x="110943" y="77419"/>
                  </a:cubicBezTo>
                  <a:cubicBezTo>
                    <a:pt x="105283" y="82580"/>
                    <a:pt x="105283" y="82580"/>
                    <a:pt x="105283" y="82580"/>
                  </a:cubicBezTo>
                  <a:cubicBezTo>
                    <a:pt x="105283" y="82580"/>
                    <a:pt x="91698" y="85161"/>
                    <a:pt x="90566" y="85161"/>
                  </a:cubicBezTo>
                  <a:cubicBezTo>
                    <a:pt x="89433" y="85161"/>
                    <a:pt x="83773" y="86451"/>
                    <a:pt x="81509" y="87741"/>
                  </a:cubicBezTo>
                  <a:cubicBezTo>
                    <a:pt x="79245" y="87741"/>
                    <a:pt x="75849" y="90322"/>
                    <a:pt x="74716" y="90322"/>
                  </a:cubicBezTo>
                  <a:cubicBezTo>
                    <a:pt x="72452" y="91612"/>
                    <a:pt x="71320" y="98064"/>
                    <a:pt x="71320" y="98064"/>
                  </a:cubicBezTo>
                  <a:cubicBezTo>
                    <a:pt x="71320" y="98064"/>
                    <a:pt x="67924" y="103225"/>
                    <a:pt x="66792" y="104516"/>
                  </a:cubicBezTo>
                  <a:cubicBezTo>
                    <a:pt x="65660" y="105806"/>
                    <a:pt x="60000" y="109677"/>
                    <a:pt x="60000" y="109677"/>
                  </a:cubicBezTo>
                  <a:cubicBezTo>
                    <a:pt x="60000" y="109677"/>
                    <a:pt x="54339" y="109677"/>
                    <a:pt x="53207" y="109677"/>
                  </a:cubicBezTo>
                  <a:cubicBezTo>
                    <a:pt x="50943" y="109677"/>
                    <a:pt x="48679" y="112258"/>
                    <a:pt x="46415" y="112258"/>
                  </a:cubicBezTo>
                  <a:cubicBezTo>
                    <a:pt x="43018" y="113548"/>
                    <a:pt x="40754" y="114838"/>
                    <a:pt x="39622" y="114838"/>
                  </a:cubicBezTo>
                  <a:cubicBezTo>
                    <a:pt x="38490" y="114838"/>
                    <a:pt x="32830" y="116129"/>
                    <a:pt x="32830" y="116129"/>
                  </a:cubicBezTo>
                  <a:cubicBezTo>
                    <a:pt x="32830" y="120000"/>
                    <a:pt x="32830" y="120000"/>
                    <a:pt x="32830" y="120000"/>
                  </a:cubicBezTo>
                  <a:cubicBezTo>
                    <a:pt x="32830" y="120000"/>
                    <a:pt x="31698" y="120000"/>
                    <a:pt x="31698" y="120000"/>
                  </a:cubicBezTo>
                  <a:cubicBezTo>
                    <a:pt x="31698" y="120000"/>
                    <a:pt x="31698" y="120000"/>
                    <a:pt x="30566" y="120000"/>
                  </a:cubicBezTo>
                  <a:cubicBezTo>
                    <a:pt x="30566" y="118709"/>
                    <a:pt x="30566" y="118709"/>
                    <a:pt x="30566" y="118709"/>
                  </a:cubicBezTo>
                  <a:cubicBezTo>
                    <a:pt x="28301" y="116129"/>
                    <a:pt x="28301" y="116129"/>
                    <a:pt x="28301" y="116129"/>
                  </a:cubicBezTo>
                  <a:cubicBezTo>
                    <a:pt x="28301" y="116129"/>
                    <a:pt x="27169" y="117419"/>
                    <a:pt x="26037" y="117419"/>
                  </a:cubicBezTo>
                  <a:cubicBezTo>
                    <a:pt x="24905" y="117419"/>
                    <a:pt x="24905" y="116129"/>
                    <a:pt x="23773" y="116129"/>
                  </a:cubicBez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2" name="Shape 2019">
              <a:extLst>
                <a:ext uri="{FF2B5EF4-FFF2-40B4-BE49-F238E27FC236}">
                  <a16:creationId xmlns:a16="http://schemas.microsoft.com/office/drawing/2014/main" id="{3F656102-4AF9-47E6-93E8-6692DD1F109E}"/>
                </a:ext>
              </a:extLst>
            </p:cNvPr>
            <p:cNvSpPr/>
            <p:nvPr/>
          </p:nvSpPr>
          <p:spPr>
            <a:xfrm>
              <a:off x="5588873" y="2851550"/>
              <a:ext cx="445269" cy="240785"/>
            </a:xfrm>
            <a:custGeom>
              <a:avLst/>
              <a:gdLst/>
              <a:ahLst/>
              <a:cxnLst/>
              <a:rect l="0" t="0" r="0" b="0"/>
              <a:pathLst>
                <a:path w="120000" h="120000" extrusionOk="0">
                  <a:moveTo>
                    <a:pt x="16000" y="59449"/>
                  </a:moveTo>
                  <a:cubicBezTo>
                    <a:pt x="17846" y="57247"/>
                    <a:pt x="17846" y="57247"/>
                    <a:pt x="17846" y="57247"/>
                  </a:cubicBezTo>
                  <a:cubicBezTo>
                    <a:pt x="17846" y="57247"/>
                    <a:pt x="17846" y="53944"/>
                    <a:pt x="18461" y="55045"/>
                  </a:cubicBezTo>
                  <a:cubicBezTo>
                    <a:pt x="18461" y="55045"/>
                    <a:pt x="19692" y="53944"/>
                    <a:pt x="19692" y="53944"/>
                  </a:cubicBezTo>
                  <a:cubicBezTo>
                    <a:pt x="20307" y="51743"/>
                    <a:pt x="20307" y="51743"/>
                    <a:pt x="20307" y="51743"/>
                  </a:cubicBezTo>
                  <a:cubicBezTo>
                    <a:pt x="20923" y="48440"/>
                    <a:pt x="20923" y="48440"/>
                    <a:pt x="20923" y="48440"/>
                  </a:cubicBezTo>
                  <a:cubicBezTo>
                    <a:pt x="24000" y="46238"/>
                    <a:pt x="24000" y="46238"/>
                    <a:pt x="24000" y="46238"/>
                  </a:cubicBezTo>
                  <a:cubicBezTo>
                    <a:pt x="24615" y="40733"/>
                    <a:pt x="24615" y="40733"/>
                    <a:pt x="24615" y="40733"/>
                  </a:cubicBezTo>
                  <a:cubicBezTo>
                    <a:pt x="24000" y="37431"/>
                    <a:pt x="24000" y="37431"/>
                    <a:pt x="24000" y="37431"/>
                  </a:cubicBezTo>
                  <a:cubicBezTo>
                    <a:pt x="24000" y="37431"/>
                    <a:pt x="24000" y="33027"/>
                    <a:pt x="24615" y="33027"/>
                  </a:cubicBezTo>
                  <a:cubicBezTo>
                    <a:pt x="25230" y="33027"/>
                    <a:pt x="27076" y="30825"/>
                    <a:pt x="27076" y="30825"/>
                  </a:cubicBezTo>
                  <a:cubicBezTo>
                    <a:pt x="28923" y="27522"/>
                    <a:pt x="28923" y="27522"/>
                    <a:pt x="28923" y="27522"/>
                  </a:cubicBezTo>
                  <a:cubicBezTo>
                    <a:pt x="28923" y="25321"/>
                    <a:pt x="28923" y="25321"/>
                    <a:pt x="28923" y="25321"/>
                  </a:cubicBezTo>
                  <a:cubicBezTo>
                    <a:pt x="30153" y="20917"/>
                    <a:pt x="30153" y="20917"/>
                    <a:pt x="30153" y="20917"/>
                  </a:cubicBezTo>
                  <a:cubicBezTo>
                    <a:pt x="31384" y="18715"/>
                    <a:pt x="31384" y="18715"/>
                    <a:pt x="31384" y="18715"/>
                  </a:cubicBezTo>
                  <a:cubicBezTo>
                    <a:pt x="32615" y="16513"/>
                    <a:pt x="32615" y="16513"/>
                    <a:pt x="32615" y="16513"/>
                  </a:cubicBezTo>
                  <a:cubicBezTo>
                    <a:pt x="34461" y="15412"/>
                    <a:pt x="34461" y="15412"/>
                    <a:pt x="34461" y="15412"/>
                  </a:cubicBezTo>
                  <a:cubicBezTo>
                    <a:pt x="34461" y="15412"/>
                    <a:pt x="35076" y="15412"/>
                    <a:pt x="35692" y="15412"/>
                  </a:cubicBezTo>
                  <a:cubicBezTo>
                    <a:pt x="36307" y="15412"/>
                    <a:pt x="36923" y="14311"/>
                    <a:pt x="36923" y="14311"/>
                  </a:cubicBezTo>
                  <a:cubicBezTo>
                    <a:pt x="37538" y="14311"/>
                    <a:pt x="39384" y="14311"/>
                    <a:pt x="39384" y="14311"/>
                  </a:cubicBezTo>
                  <a:cubicBezTo>
                    <a:pt x="39384" y="14311"/>
                    <a:pt x="40615" y="12110"/>
                    <a:pt x="40615" y="13211"/>
                  </a:cubicBezTo>
                  <a:cubicBezTo>
                    <a:pt x="40615" y="15412"/>
                    <a:pt x="40615" y="16513"/>
                    <a:pt x="40615" y="16513"/>
                  </a:cubicBezTo>
                  <a:cubicBezTo>
                    <a:pt x="41230" y="17614"/>
                    <a:pt x="41846" y="19816"/>
                    <a:pt x="41846" y="19816"/>
                  </a:cubicBezTo>
                  <a:cubicBezTo>
                    <a:pt x="41846" y="19816"/>
                    <a:pt x="43076" y="19816"/>
                    <a:pt x="43692" y="18715"/>
                  </a:cubicBezTo>
                  <a:cubicBezTo>
                    <a:pt x="44307" y="17614"/>
                    <a:pt x="45538" y="16513"/>
                    <a:pt x="45538" y="16513"/>
                  </a:cubicBezTo>
                  <a:cubicBezTo>
                    <a:pt x="45538" y="16513"/>
                    <a:pt x="46769" y="18715"/>
                    <a:pt x="46769" y="17614"/>
                  </a:cubicBezTo>
                  <a:cubicBezTo>
                    <a:pt x="46769" y="16513"/>
                    <a:pt x="46769" y="12110"/>
                    <a:pt x="46769" y="12110"/>
                  </a:cubicBezTo>
                  <a:cubicBezTo>
                    <a:pt x="48000" y="8807"/>
                    <a:pt x="48000" y="8807"/>
                    <a:pt x="48000" y="8807"/>
                  </a:cubicBezTo>
                  <a:cubicBezTo>
                    <a:pt x="48000" y="8807"/>
                    <a:pt x="49230" y="8807"/>
                    <a:pt x="49230" y="7706"/>
                  </a:cubicBezTo>
                  <a:cubicBezTo>
                    <a:pt x="49230" y="6605"/>
                    <a:pt x="50461" y="4403"/>
                    <a:pt x="50461" y="4403"/>
                  </a:cubicBezTo>
                  <a:cubicBezTo>
                    <a:pt x="52307" y="4403"/>
                    <a:pt x="52307" y="4403"/>
                    <a:pt x="52307" y="4403"/>
                  </a:cubicBezTo>
                  <a:cubicBezTo>
                    <a:pt x="53538" y="11009"/>
                    <a:pt x="53538" y="11009"/>
                    <a:pt x="53538" y="11009"/>
                  </a:cubicBezTo>
                  <a:cubicBezTo>
                    <a:pt x="55384" y="13211"/>
                    <a:pt x="55384" y="13211"/>
                    <a:pt x="55384" y="13211"/>
                  </a:cubicBezTo>
                  <a:cubicBezTo>
                    <a:pt x="56000" y="14311"/>
                    <a:pt x="56000" y="14311"/>
                    <a:pt x="56000" y="14311"/>
                  </a:cubicBezTo>
                  <a:cubicBezTo>
                    <a:pt x="57230" y="15412"/>
                    <a:pt x="57230" y="15412"/>
                    <a:pt x="57230" y="15412"/>
                  </a:cubicBezTo>
                  <a:cubicBezTo>
                    <a:pt x="59076" y="15412"/>
                    <a:pt x="59076" y="15412"/>
                    <a:pt x="59076" y="15412"/>
                  </a:cubicBezTo>
                  <a:cubicBezTo>
                    <a:pt x="59076" y="16513"/>
                    <a:pt x="59076" y="16513"/>
                    <a:pt x="59076" y="16513"/>
                  </a:cubicBezTo>
                  <a:cubicBezTo>
                    <a:pt x="60307" y="18715"/>
                    <a:pt x="60307" y="18715"/>
                    <a:pt x="60307" y="18715"/>
                  </a:cubicBezTo>
                  <a:cubicBezTo>
                    <a:pt x="60923" y="22018"/>
                    <a:pt x="60923" y="22018"/>
                    <a:pt x="60923" y="22018"/>
                  </a:cubicBezTo>
                  <a:cubicBezTo>
                    <a:pt x="59692" y="24220"/>
                    <a:pt x="59692" y="24220"/>
                    <a:pt x="59692" y="24220"/>
                  </a:cubicBezTo>
                  <a:cubicBezTo>
                    <a:pt x="59692" y="25321"/>
                    <a:pt x="59692" y="25321"/>
                    <a:pt x="59692" y="25321"/>
                  </a:cubicBezTo>
                  <a:cubicBezTo>
                    <a:pt x="60307" y="26422"/>
                    <a:pt x="60307" y="26422"/>
                    <a:pt x="60307" y="26422"/>
                  </a:cubicBezTo>
                  <a:cubicBezTo>
                    <a:pt x="60307" y="26422"/>
                    <a:pt x="60923" y="26422"/>
                    <a:pt x="60923" y="26422"/>
                  </a:cubicBezTo>
                  <a:cubicBezTo>
                    <a:pt x="60923" y="26422"/>
                    <a:pt x="62153" y="25321"/>
                    <a:pt x="62769" y="25321"/>
                  </a:cubicBezTo>
                  <a:cubicBezTo>
                    <a:pt x="62769" y="25321"/>
                    <a:pt x="62769" y="24220"/>
                    <a:pt x="62769" y="24220"/>
                  </a:cubicBezTo>
                  <a:cubicBezTo>
                    <a:pt x="62769" y="24220"/>
                    <a:pt x="64000" y="23119"/>
                    <a:pt x="64000" y="23119"/>
                  </a:cubicBezTo>
                  <a:cubicBezTo>
                    <a:pt x="64000" y="23119"/>
                    <a:pt x="64615" y="23119"/>
                    <a:pt x="64615" y="23119"/>
                  </a:cubicBezTo>
                  <a:cubicBezTo>
                    <a:pt x="64615" y="24220"/>
                    <a:pt x="65230" y="25321"/>
                    <a:pt x="65230" y="25321"/>
                  </a:cubicBezTo>
                  <a:cubicBezTo>
                    <a:pt x="65230" y="25321"/>
                    <a:pt x="65846" y="24220"/>
                    <a:pt x="65846" y="25321"/>
                  </a:cubicBezTo>
                  <a:cubicBezTo>
                    <a:pt x="65846" y="25321"/>
                    <a:pt x="66461" y="25321"/>
                    <a:pt x="66461" y="25321"/>
                  </a:cubicBezTo>
                  <a:cubicBezTo>
                    <a:pt x="66461" y="25321"/>
                    <a:pt x="66461" y="25321"/>
                    <a:pt x="66461" y="24220"/>
                  </a:cubicBezTo>
                  <a:cubicBezTo>
                    <a:pt x="66461" y="22018"/>
                    <a:pt x="66461" y="22018"/>
                    <a:pt x="66461" y="22018"/>
                  </a:cubicBezTo>
                  <a:cubicBezTo>
                    <a:pt x="66461" y="20917"/>
                    <a:pt x="66461" y="19816"/>
                    <a:pt x="66461" y="19816"/>
                  </a:cubicBezTo>
                  <a:cubicBezTo>
                    <a:pt x="67076" y="18715"/>
                    <a:pt x="67076" y="18715"/>
                    <a:pt x="67076" y="17614"/>
                  </a:cubicBezTo>
                  <a:cubicBezTo>
                    <a:pt x="67076" y="17614"/>
                    <a:pt x="66461" y="16513"/>
                    <a:pt x="67076" y="16513"/>
                  </a:cubicBezTo>
                  <a:cubicBezTo>
                    <a:pt x="67692" y="16513"/>
                    <a:pt x="68307" y="16513"/>
                    <a:pt x="68307" y="16513"/>
                  </a:cubicBezTo>
                  <a:cubicBezTo>
                    <a:pt x="68307" y="16513"/>
                    <a:pt x="68307" y="15412"/>
                    <a:pt x="68307" y="15412"/>
                  </a:cubicBezTo>
                  <a:cubicBezTo>
                    <a:pt x="68307" y="15412"/>
                    <a:pt x="68923" y="14311"/>
                    <a:pt x="69538" y="14311"/>
                  </a:cubicBezTo>
                  <a:cubicBezTo>
                    <a:pt x="69538" y="14311"/>
                    <a:pt x="69538" y="15412"/>
                    <a:pt x="70153" y="14311"/>
                  </a:cubicBezTo>
                  <a:cubicBezTo>
                    <a:pt x="70769" y="13211"/>
                    <a:pt x="70153" y="13211"/>
                    <a:pt x="70153" y="13211"/>
                  </a:cubicBezTo>
                  <a:cubicBezTo>
                    <a:pt x="70153" y="12110"/>
                    <a:pt x="70153" y="12110"/>
                    <a:pt x="70153" y="12110"/>
                  </a:cubicBezTo>
                  <a:cubicBezTo>
                    <a:pt x="70769" y="11009"/>
                    <a:pt x="70153" y="12110"/>
                    <a:pt x="71384" y="12110"/>
                  </a:cubicBezTo>
                  <a:cubicBezTo>
                    <a:pt x="72000" y="11009"/>
                    <a:pt x="72615" y="11009"/>
                    <a:pt x="72615" y="11009"/>
                  </a:cubicBezTo>
                  <a:cubicBezTo>
                    <a:pt x="72615" y="11009"/>
                    <a:pt x="72615" y="9908"/>
                    <a:pt x="72615" y="9908"/>
                  </a:cubicBezTo>
                  <a:cubicBezTo>
                    <a:pt x="73846" y="8807"/>
                    <a:pt x="73846" y="8807"/>
                    <a:pt x="73846" y="8807"/>
                  </a:cubicBezTo>
                  <a:cubicBezTo>
                    <a:pt x="73846" y="8807"/>
                    <a:pt x="73846" y="9908"/>
                    <a:pt x="73846" y="9908"/>
                  </a:cubicBezTo>
                  <a:cubicBezTo>
                    <a:pt x="73846" y="9908"/>
                    <a:pt x="74461" y="9908"/>
                    <a:pt x="75076" y="9908"/>
                  </a:cubicBezTo>
                  <a:cubicBezTo>
                    <a:pt x="75076" y="9908"/>
                    <a:pt x="75692" y="11009"/>
                    <a:pt x="75692" y="9908"/>
                  </a:cubicBezTo>
                  <a:cubicBezTo>
                    <a:pt x="75692" y="9908"/>
                    <a:pt x="76307" y="9908"/>
                    <a:pt x="76307" y="8807"/>
                  </a:cubicBezTo>
                  <a:cubicBezTo>
                    <a:pt x="76307" y="8807"/>
                    <a:pt x="76307" y="8807"/>
                    <a:pt x="76307" y="8807"/>
                  </a:cubicBezTo>
                  <a:cubicBezTo>
                    <a:pt x="76307" y="8807"/>
                    <a:pt x="76307" y="7706"/>
                    <a:pt x="76923" y="7706"/>
                  </a:cubicBezTo>
                  <a:cubicBezTo>
                    <a:pt x="77538" y="8807"/>
                    <a:pt x="76923" y="8807"/>
                    <a:pt x="77538" y="8807"/>
                  </a:cubicBezTo>
                  <a:cubicBezTo>
                    <a:pt x="77538" y="7706"/>
                    <a:pt x="78769" y="6605"/>
                    <a:pt x="78769" y="6605"/>
                  </a:cubicBezTo>
                  <a:cubicBezTo>
                    <a:pt x="78769" y="6605"/>
                    <a:pt x="78769" y="6605"/>
                    <a:pt x="79384" y="8807"/>
                  </a:cubicBezTo>
                  <a:cubicBezTo>
                    <a:pt x="79384" y="9908"/>
                    <a:pt x="80000" y="9908"/>
                    <a:pt x="80615" y="9908"/>
                  </a:cubicBezTo>
                  <a:cubicBezTo>
                    <a:pt x="80615" y="9908"/>
                    <a:pt x="80615" y="9908"/>
                    <a:pt x="80615" y="9908"/>
                  </a:cubicBezTo>
                  <a:cubicBezTo>
                    <a:pt x="80615" y="11009"/>
                    <a:pt x="81230" y="12110"/>
                    <a:pt x="81230" y="12110"/>
                  </a:cubicBezTo>
                  <a:cubicBezTo>
                    <a:pt x="81846" y="12110"/>
                    <a:pt x="81846" y="12110"/>
                    <a:pt x="81846" y="12110"/>
                  </a:cubicBezTo>
                  <a:cubicBezTo>
                    <a:pt x="82461" y="11009"/>
                    <a:pt x="82461" y="11009"/>
                    <a:pt x="82461" y="11009"/>
                  </a:cubicBezTo>
                  <a:cubicBezTo>
                    <a:pt x="82461" y="11009"/>
                    <a:pt x="82461" y="12110"/>
                    <a:pt x="83076" y="12110"/>
                  </a:cubicBezTo>
                  <a:cubicBezTo>
                    <a:pt x="83692" y="12110"/>
                    <a:pt x="84307" y="13211"/>
                    <a:pt x="84307" y="13211"/>
                  </a:cubicBezTo>
                  <a:cubicBezTo>
                    <a:pt x="84307" y="12110"/>
                    <a:pt x="84923" y="11009"/>
                    <a:pt x="84923" y="11009"/>
                  </a:cubicBezTo>
                  <a:cubicBezTo>
                    <a:pt x="84923" y="9908"/>
                    <a:pt x="84923" y="9908"/>
                    <a:pt x="85538" y="8807"/>
                  </a:cubicBezTo>
                  <a:cubicBezTo>
                    <a:pt x="85538" y="8807"/>
                    <a:pt x="87384" y="7706"/>
                    <a:pt x="87384" y="7706"/>
                  </a:cubicBezTo>
                  <a:cubicBezTo>
                    <a:pt x="87384" y="7706"/>
                    <a:pt x="86769" y="5504"/>
                    <a:pt x="86153" y="5504"/>
                  </a:cubicBezTo>
                  <a:cubicBezTo>
                    <a:pt x="86153" y="5504"/>
                    <a:pt x="85538" y="4403"/>
                    <a:pt x="86769" y="3302"/>
                  </a:cubicBezTo>
                  <a:cubicBezTo>
                    <a:pt x="87384" y="3302"/>
                    <a:pt x="88000" y="3302"/>
                    <a:pt x="88000" y="3302"/>
                  </a:cubicBezTo>
                  <a:cubicBezTo>
                    <a:pt x="89230" y="4403"/>
                    <a:pt x="89230" y="4403"/>
                    <a:pt x="89230" y="4403"/>
                  </a:cubicBezTo>
                  <a:cubicBezTo>
                    <a:pt x="89230" y="3302"/>
                    <a:pt x="89230" y="3302"/>
                    <a:pt x="89230" y="3302"/>
                  </a:cubicBezTo>
                  <a:cubicBezTo>
                    <a:pt x="89846" y="2201"/>
                    <a:pt x="89846" y="2201"/>
                    <a:pt x="89846" y="2201"/>
                  </a:cubicBezTo>
                  <a:cubicBezTo>
                    <a:pt x="89846" y="2201"/>
                    <a:pt x="90461" y="1100"/>
                    <a:pt x="90461" y="1100"/>
                  </a:cubicBezTo>
                  <a:cubicBezTo>
                    <a:pt x="90461" y="1100"/>
                    <a:pt x="91076" y="1100"/>
                    <a:pt x="91076" y="1100"/>
                  </a:cubicBezTo>
                  <a:cubicBezTo>
                    <a:pt x="91692" y="1100"/>
                    <a:pt x="92307" y="1100"/>
                    <a:pt x="92307" y="1100"/>
                  </a:cubicBezTo>
                  <a:cubicBezTo>
                    <a:pt x="92307" y="1100"/>
                    <a:pt x="92923" y="2201"/>
                    <a:pt x="92923" y="2201"/>
                  </a:cubicBezTo>
                  <a:cubicBezTo>
                    <a:pt x="93538" y="2201"/>
                    <a:pt x="94153" y="2201"/>
                    <a:pt x="94153" y="2201"/>
                  </a:cubicBezTo>
                  <a:cubicBezTo>
                    <a:pt x="94153" y="2201"/>
                    <a:pt x="94769" y="3302"/>
                    <a:pt x="94769" y="2201"/>
                  </a:cubicBezTo>
                  <a:cubicBezTo>
                    <a:pt x="95384" y="2201"/>
                    <a:pt x="95384" y="1100"/>
                    <a:pt x="95384" y="1100"/>
                  </a:cubicBezTo>
                  <a:cubicBezTo>
                    <a:pt x="95384" y="1100"/>
                    <a:pt x="97846" y="0"/>
                    <a:pt x="97846" y="0"/>
                  </a:cubicBezTo>
                  <a:cubicBezTo>
                    <a:pt x="97846" y="0"/>
                    <a:pt x="98461" y="0"/>
                    <a:pt x="98461" y="0"/>
                  </a:cubicBezTo>
                  <a:cubicBezTo>
                    <a:pt x="99076" y="1100"/>
                    <a:pt x="99692" y="1100"/>
                    <a:pt x="99692" y="1100"/>
                  </a:cubicBezTo>
                  <a:cubicBezTo>
                    <a:pt x="100307" y="1100"/>
                    <a:pt x="100923" y="2201"/>
                    <a:pt x="100923" y="2201"/>
                  </a:cubicBezTo>
                  <a:cubicBezTo>
                    <a:pt x="101538" y="3302"/>
                    <a:pt x="102153" y="3302"/>
                    <a:pt x="102153" y="3302"/>
                  </a:cubicBezTo>
                  <a:cubicBezTo>
                    <a:pt x="102153" y="3302"/>
                    <a:pt x="102153" y="1100"/>
                    <a:pt x="102153" y="1100"/>
                  </a:cubicBezTo>
                  <a:cubicBezTo>
                    <a:pt x="102769" y="1100"/>
                    <a:pt x="103384" y="1100"/>
                    <a:pt x="103384" y="1100"/>
                  </a:cubicBezTo>
                  <a:cubicBezTo>
                    <a:pt x="104000" y="2201"/>
                    <a:pt x="104000" y="2201"/>
                    <a:pt x="104000" y="2201"/>
                  </a:cubicBezTo>
                  <a:cubicBezTo>
                    <a:pt x="104000" y="2201"/>
                    <a:pt x="104615" y="3302"/>
                    <a:pt x="105230" y="3302"/>
                  </a:cubicBezTo>
                  <a:cubicBezTo>
                    <a:pt x="105230" y="3302"/>
                    <a:pt x="105846" y="2201"/>
                    <a:pt x="105846" y="2201"/>
                  </a:cubicBezTo>
                  <a:cubicBezTo>
                    <a:pt x="105846" y="3302"/>
                    <a:pt x="106461" y="3302"/>
                    <a:pt x="106461" y="4403"/>
                  </a:cubicBezTo>
                  <a:cubicBezTo>
                    <a:pt x="106461" y="4403"/>
                    <a:pt x="107076" y="5504"/>
                    <a:pt x="107076" y="5504"/>
                  </a:cubicBezTo>
                  <a:cubicBezTo>
                    <a:pt x="107076" y="6605"/>
                    <a:pt x="107692" y="6605"/>
                    <a:pt x="107692" y="6605"/>
                  </a:cubicBezTo>
                  <a:cubicBezTo>
                    <a:pt x="107692" y="7706"/>
                    <a:pt x="107692" y="8807"/>
                    <a:pt x="107692" y="8807"/>
                  </a:cubicBezTo>
                  <a:cubicBezTo>
                    <a:pt x="107692" y="8807"/>
                    <a:pt x="107692" y="8807"/>
                    <a:pt x="107692" y="9908"/>
                  </a:cubicBezTo>
                  <a:cubicBezTo>
                    <a:pt x="108307" y="9908"/>
                    <a:pt x="110153" y="9908"/>
                    <a:pt x="110153" y="9908"/>
                  </a:cubicBezTo>
                  <a:cubicBezTo>
                    <a:pt x="110153" y="9908"/>
                    <a:pt x="110769" y="9908"/>
                    <a:pt x="110769" y="11009"/>
                  </a:cubicBezTo>
                  <a:cubicBezTo>
                    <a:pt x="110769" y="11009"/>
                    <a:pt x="112000" y="11009"/>
                    <a:pt x="112000" y="11009"/>
                  </a:cubicBezTo>
                  <a:cubicBezTo>
                    <a:pt x="112000" y="11009"/>
                    <a:pt x="112615" y="9908"/>
                    <a:pt x="112615" y="11009"/>
                  </a:cubicBezTo>
                  <a:cubicBezTo>
                    <a:pt x="112615" y="11009"/>
                    <a:pt x="112615" y="12110"/>
                    <a:pt x="112615" y="12110"/>
                  </a:cubicBezTo>
                  <a:cubicBezTo>
                    <a:pt x="113846" y="12110"/>
                    <a:pt x="113846" y="12110"/>
                    <a:pt x="113846" y="12110"/>
                  </a:cubicBezTo>
                  <a:cubicBezTo>
                    <a:pt x="114461" y="12110"/>
                    <a:pt x="114461" y="12110"/>
                    <a:pt x="114461" y="12110"/>
                  </a:cubicBezTo>
                  <a:cubicBezTo>
                    <a:pt x="114461" y="12110"/>
                    <a:pt x="115076" y="11009"/>
                    <a:pt x="115076" y="12110"/>
                  </a:cubicBezTo>
                  <a:cubicBezTo>
                    <a:pt x="115076" y="12110"/>
                    <a:pt x="115692" y="12110"/>
                    <a:pt x="115692" y="12110"/>
                  </a:cubicBezTo>
                  <a:cubicBezTo>
                    <a:pt x="115692" y="12110"/>
                    <a:pt x="116923" y="13211"/>
                    <a:pt x="116923" y="13211"/>
                  </a:cubicBezTo>
                  <a:cubicBezTo>
                    <a:pt x="116923" y="13211"/>
                    <a:pt x="117538" y="13211"/>
                    <a:pt x="118153" y="13211"/>
                  </a:cubicBezTo>
                  <a:cubicBezTo>
                    <a:pt x="118153" y="13211"/>
                    <a:pt x="120000" y="13211"/>
                    <a:pt x="120000" y="13211"/>
                  </a:cubicBezTo>
                  <a:cubicBezTo>
                    <a:pt x="120000" y="13211"/>
                    <a:pt x="120000" y="14311"/>
                    <a:pt x="120000" y="15412"/>
                  </a:cubicBezTo>
                  <a:cubicBezTo>
                    <a:pt x="120000" y="15412"/>
                    <a:pt x="120000" y="17614"/>
                    <a:pt x="120000" y="17614"/>
                  </a:cubicBezTo>
                  <a:cubicBezTo>
                    <a:pt x="120000" y="17614"/>
                    <a:pt x="119384" y="18715"/>
                    <a:pt x="119384" y="19816"/>
                  </a:cubicBezTo>
                  <a:cubicBezTo>
                    <a:pt x="118769" y="19816"/>
                    <a:pt x="118769" y="22018"/>
                    <a:pt x="118769" y="22018"/>
                  </a:cubicBezTo>
                  <a:cubicBezTo>
                    <a:pt x="118769" y="22018"/>
                    <a:pt x="118769" y="23119"/>
                    <a:pt x="118769" y="23119"/>
                  </a:cubicBezTo>
                  <a:cubicBezTo>
                    <a:pt x="118769" y="23119"/>
                    <a:pt x="118769" y="25321"/>
                    <a:pt x="118769" y="25321"/>
                  </a:cubicBezTo>
                  <a:cubicBezTo>
                    <a:pt x="118153" y="27522"/>
                    <a:pt x="118153" y="27522"/>
                    <a:pt x="118153" y="27522"/>
                  </a:cubicBezTo>
                  <a:cubicBezTo>
                    <a:pt x="118153" y="27522"/>
                    <a:pt x="117538" y="28623"/>
                    <a:pt x="118153" y="29724"/>
                  </a:cubicBezTo>
                  <a:cubicBezTo>
                    <a:pt x="118153" y="29724"/>
                    <a:pt x="118153" y="30825"/>
                    <a:pt x="118153" y="30825"/>
                  </a:cubicBezTo>
                  <a:cubicBezTo>
                    <a:pt x="118769" y="31926"/>
                    <a:pt x="118769" y="31926"/>
                    <a:pt x="118769" y="31926"/>
                  </a:cubicBezTo>
                  <a:cubicBezTo>
                    <a:pt x="117538" y="34128"/>
                    <a:pt x="117538" y="34128"/>
                    <a:pt x="117538" y="34128"/>
                  </a:cubicBezTo>
                  <a:cubicBezTo>
                    <a:pt x="117538" y="36330"/>
                    <a:pt x="117538" y="36330"/>
                    <a:pt x="117538" y="36330"/>
                  </a:cubicBezTo>
                  <a:cubicBezTo>
                    <a:pt x="117538" y="36330"/>
                    <a:pt x="118153" y="37431"/>
                    <a:pt x="117538" y="38532"/>
                  </a:cubicBezTo>
                  <a:cubicBezTo>
                    <a:pt x="117538" y="38532"/>
                    <a:pt x="116923" y="39633"/>
                    <a:pt x="116923" y="39633"/>
                  </a:cubicBezTo>
                  <a:cubicBezTo>
                    <a:pt x="116923" y="39633"/>
                    <a:pt x="115692" y="41834"/>
                    <a:pt x="115692" y="41834"/>
                  </a:cubicBezTo>
                  <a:cubicBezTo>
                    <a:pt x="115692" y="41834"/>
                    <a:pt x="115692" y="42935"/>
                    <a:pt x="115692" y="42935"/>
                  </a:cubicBezTo>
                  <a:cubicBezTo>
                    <a:pt x="115692" y="42935"/>
                    <a:pt x="115076" y="45137"/>
                    <a:pt x="115076" y="45137"/>
                  </a:cubicBezTo>
                  <a:cubicBezTo>
                    <a:pt x="115076" y="45137"/>
                    <a:pt x="115076" y="48440"/>
                    <a:pt x="115076" y="48440"/>
                  </a:cubicBezTo>
                  <a:cubicBezTo>
                    <a:pt x="115076" y="48440"/>
                    <a:pt x="115692" y="49541"/>
                    <a:pt x="115692" y="49541"/>
                  </a:cubicBezTo>
                  <a:cubicBezTo>
                    <a:pt x="115692" y="49541"/>
                    <a:pt x="115692" y="50642"/>
                    <a:pt x="115692" y="51743"/>
                  </a:cubicBezTo>
                  <a:cubicBezTo>
                    <a:pt x="115076" y="51743"/>
                    <a:pt x="115692" y="52844"/>
                    <a:pt x="115692" y="53944"/>
                  </a:cubicBezTo>
                  <a:cubicBezTo>
                    <a:pt x="115692" y="53944"/>
                    <a:pt x="115692" y="55045"/>
                    <a:pt x="115692" y="55045"/>
                  </a:cubicBezTo>
                  <a:cubicBezTo>
                    <a:pt x="115076" y="57247"/>
                    <a:pt x="115076" y="57247"/>
                    <a:pt x="115076" y="57247"/>
                  </a:cubicBezTo>
                  <a:cubicBezTo>
                    <a:pt x="114461" y="57247"/>
                    <a:pt x="114461" y="57247"/>
                    <a:pt x="114461" y="57247"/>
                  </a:cubicBezTo>
                  <a:cubicBezTo>
                    <a:pt x="115076" y="60550"/>
                    <a:pt x="115076" y="60550"/>
                    <a:pt x="115076" y="60550"/>
                  </a:cubicBezTo>
                  <a:cubicBezTo>
                    <a:pt x="113846" y="62752"/>
                    <a:pt x="113846" y="62752"/>
                    <a:pt x="113846" y="62752"/>
                  </a:cubicBezTo>
                  <a:cubicBezTo>
                    <a:pt x="108923" y="62752"/>
                    <a:pt x="108923" y="62752"/>
                    <a:pt x="108923" y="62752"/>
                  </a:cubicBezTo>
                  <a:cubicBezTo>
                    <a:pt x="104000" y="53944"/>
                    <a:pt x="104000" y="53944"/>
                    <a:pt x="104000" y="53944"/>
                  </a:cubicBezTo>
                  <a:cubicBezTo>
                    <a:pt x="100307" y="52844"/>
                    <a:pt x="100307" y="52844"/>
                    <a:pt x="100307" y="52844"/>
                  </a:cubicBezTo>
                  <a:cubicBezTo>
                    <a:pt x="97230" y="57247"/>
                    <a:pt x="97230" y="57247"/>
                    <a:pt x="97230" y="57247"/>
                  </a:cubicBezTo>
                  <a:cubicBezTo>
                    <a:pt x="92923" y="58348"/>
                    <a:pt x="92923" y="58348"/>
                    <a:pt x="92923" y="58348"/>
                  </a:cubicBezTo>
                  <a:cubicBezTo>
                    <a:pt x="89846" y="55045"/>
                    <a:pt x="89846" y="55045"/>
                    <a:pt x="89846" y="55045"/>
                  </a:cubicBezTo>
                  <a:cubicBezTo>
                    <a:pt x="81230" y="59449"/>
                    <a:pt x="81230" y="59449"/>
                    <a:pt x="81230" y="59449"/>
                  </a:cubicBezTo>
                  <a:cubicBezTo>
                    <a:pt x="80615" y="62752"/>
                    <a:pt x="80615" y="62752"/>
                    <a:pt x="80615" y="62752"/>
                  </a:cubicBezTo>
                  <a:cubicBezTo>
                    <a:pt x="79384" y="70458"/>
                    <a:pt x="79384" y="70458"/>
                    <a:pt x="79384" y="70458"/>
                  </a:cubicBezTo>
                  <a:cubicBezTo>
                    <a:pt x="77538" y="77064"/>
                    <a:pt x="77538" y="77064"/>
                    <a:pt x="77538" y="77064"/>
                  </a:cubicBezTo>
                  <a:cubicBezTo>
                    <a:pt x="75076" y="79266"/>
                    <a:pt x="75076" y="79266"/>
                    <a:pt x="75076" y="79266"/>
                  </a:cubicBezTo>
                  <a:cubicBezTo>
                    <a:pt x="73230" y="81467"/>
                    <a:pt x="73230" y="81467"/>
                    <a:pt x="73230" y="81467"/>
                  </a:cubicBezTo>
                  <a:cubicBezTo>
                    <a:pt x="71384" y="85871"/>
                    <a:pt x="71384" y="85871"/>
                    <a:pt x="71384" y="85871"/>
                  </a:cubicBezTo>
                  <a:cubicBezTo>
                    <a:pt x="67692" y="85871"/>
                    <a:pt x="67692" y="85871"/>
                    <a:pt x="67692" y="85871"/>
                  </a:cubicBezTo>
                  <a:cubicBezTo>
                    <a:pt x="65230" y="84770"/>
                    <a:pt x="65230" y="84770"/>
                    <a:pt x="65230" y="84770"/>
                  </a:cubicBezTo>
                  <a:cubicBezTo>
                    <a:pt x="61538" y="85871"/>
                    <a:pt x="61538" y="85871"/>
                    <a:pt x="61538" y="85871"/>
                  </a:cubicBezTo>
                  <a:cubicBezTo>
                    <a:pt x="60307" y="92477"/>
                    <a:pt x="60307" y="92477"/>
                    <a:pt x="60307" y="92477"/>
                  </a:cubicBezTo>
                  <a:cubicBezTo>
                    <a:pt x="57846" y="93577"/>
                    <a:pt x="57846" y="93577"/>
                    <a:pt x="57846" y="93577"/>
                  </a:cubicBezTo>
                  <a:cubicBezTo>
                    <a:pt x="53538" y="94678"/>
                    <a:pt x="53538" y="94678"/>
                    <a:pt x="53538" y="94678"/>
                  </a:cubicBezTo>
                  <a:cubicBezTo>
                    <a:pt x="48000" y="97981"/>
                    <a:pt x="48000" y="97981"/>
                    <a:pt x="48000" y="97981"/>
                  </a:cubicBezTo>
                  <a:cubicBezTo>
                    <a:pt x="44923" y="103486"/>
                    <a:pt x="44923" y="103486"/>
                    <a:pt x="44923" y="103486"/>
                  </a:cubicBezTo>
                  <a:cubicBezTo>
                    <a:pt x="44923" y="105688"/>
                    <a:pt x="44923" y="105688"/>
                    <a:pt x="44923" y="105688"/>
                  </a:cubicBezTo>
                  <a:cubicBezTo>
                    <a:pt x="44923" y="105688"/>
                    <a:pt x="47384" y="108990"/>
                    <a:pt x="48615" y="110091"/>
                  </a:cubicBezTo>
                  <a:cubicBezTo>
                    <a:pt x="49846" y="112293"/>
                    <a:pt x="46153" y="113394"/>
                    <a:pt x="45538" y="114495"/>
                  </a:cubicBezTo>
                  <a:cubicBezTo>
                    <a:pt x="44923" y="115596"/>
                    <a:pt x="39384" y="116697"/>
                    <a:pt x="39384" y="116697"/>
                  </a:cubicBezTo>
                  <a:cubicBezTo>
                    <a:pt x="28923" y="117798"/>
                    <a:pt x="28923" y="117798"/>
                    <a:pt x="28923" y="117798"/>
                  </a:cubicBezTo>
                  <a:cubicBezTo>
                    <a:pt x="23384" y="120000"/>
                    <a:pt x="23384" y="120000"/>
                    <a:pt x="23384" y="120000"/>
                  </a:cubicBezTo>
                  <a:cubicBezTo>
                    <a:pt x="20923" y="117798"/>
                    <a:pt x="20923" y="117798"/>
                    <a:pt x="20923" y="117798"/>
                  </a:cubicBezTo>
                  <a:cubicBezTo>
                    <a:pt x="16615" y="113394"/>
                    <a:pt x="16615" y="113394"/>
                    <a:pt x="16615" y="113394"/>
                  </a:cubicBezTo>
                  <a:cubicBezTo>
                    <a:pt x="13538" y="107889"/>
                    <a:pt x="13538" y="107889"/>
                    <a:pt x="13538" y="107889"/>
                  </a:cubicBezTo>
                  <a:cubicBezTo>
                    <a:pt x="13538" y="107889"/>
                    <a:pt x="13538" y="107889"/>
                    <a:pt x="13538" y="107889"/>
                  </a:cubicBezTo>
                  <a:cubicBezTo>
                    <a:pt x="8615" y="106788"/>
                    <a:pt x="8615" y="106788"/>
                    <a:pt x="8615" y="106788"/>
                  </a:cubicBezTo>
                  <a:cubicBezTo>
                    <a:pt x="8615" y="107889"/>
                    <a:pt x="8615" y="107889"/>
                    <a:pt x="8615" y="107889"/>
                  </a:cubicBezTo>
                  <a:cubicBezTo>
                    <a:pt x="8615" y="112293"/>
                    <a:pt x="8615" y="112293"/>
                    <a:pt x="8615" y="112293"/>
                  </a:cubicBezTo>
                  <a:cubicBezTo>
                    <a:pt x="6769" y="116697"/>
                    <a:pt x="6769" y="116697"/>
                    <a:pt x="6769" y="116697"/>
                  </a:cubicBezTo>
                  <a:cubicBezTo>
                    <a:pt x="5538" y="113394"/>
                    <a:pt x="4923" y="107889"/>
                    <a:pt x="3692" y="102385"/>
                  </a:cubicBezTo>
                  <a:cubicBezTo>
                    <a:pt x="3692" y="102385"/>
                    <a:pt x="3692" y="101284"/>
                    <a:pt x="3076" y="100183"/>
                  </a:cubicBezTo>
                  <a:cubicBezTo>
                    <a:pt x="3076" y="99082"/>
                    <a:pt x="2461" y="96880"/>
                    <a:pt x="2461" y="96880"/>
                  </a:cubicBezTo>
                  <a:cubicBezTo>
                    <a:pt x="2461" y="96880"/>
                    <a:pt x="2461" y="96880"/>
                    <a:pt x="2461" y="96880"/>
                  </a:cubicBezTo>
                  <a:cubicBezTo>
                    <a:pt x="1846" y="95779"/>
                    <a:pt x="1230" y="94678"/>
                    <a:pt x="1230" y="94678"/>
                  </a:cubicBezTo>
                  <a:cubicBezTo>
                    <a:pt x="1230" y="94678"/>
                    <a:pt x="1230" y="93577"/>
                    <a:pt x="1230" y="93577"/>
                  </a:cubicBezTo>
                  <a:cubicBezTo>
                    <a:pt x="615" y="93577"/>
                    <a:pt x="0" y="92477"/>
                    <a:pt x="0" y="92477"/>
                  </a:cubicBezTo>
                  <a:cubicBezTo>
                    <a:pt x="0" y="92477"/>
                    <a:pt x="0" y="89174"/>
                    <a:pt x="0" y="89174"/>
                  </a:cubicBezTo>
                  <a:cubicBezTo>
                    <a:pt x="0" y="86972"/>
                    <a:pt x="0" y="86972"/>
                    <a:pt x="0" y="86972"/>
                  </a:cubicBezTo>
                  <a:cubicBezTo>
                    <a:pt x="1230" y="84770"/>
                    <a:pt x="1230" y="84770"/>
                    <a:pt x="1230" y="84770"/>
                  </a:cubicBezTo>
                  <a:cubicBezTo>
                    <a:pt x="1230" y="84770"/>
                    <a:pt x="1230" y="82568"/>
                    <a:pt x="1230" y="82568"/>
                  </a:cubicBezTo>
                  <a:cubicBezTo>
                    <a:pt x="1230" y="82568"/>
                    <a:pt x="1846" y="80366"/>
                    <a:pt x="1846" y="80366"/>
                  </a:cubicBezTo>
                  <a:cubicBezTo>
                    <a:pt x="1230" y="79266"/>
                    <a:pt x="1230" y="79266"/>
                    <a:pt x="1230" y="79266"/>
                  </a:cubicBezTo>
                  <a:cubicBezTo>
                    <a:pt x="1230" y="75963"/>
                    <a:pt x="1230" y="75963"/>
                    <a:pt x="1230" y="75963"/>
                  </a:cubicBezTo>
                  <a:cubicBezTo>
                    <a:pt x="1846" y="74862"/>
                    <a:pt x="1846" y="74862"/>
                    <a:pt x="1846" y="74862"/>
                  </a:cubicBezTo>
                  <a:cubicBezTo>
                    <a:pt x="1846" y="72660"/>
                    <a:pt x="1846" y="72660"/>
                    <a:pt x="1846" y="72660"/>
                  </a:cubicBezTo>
                  <a:cubicBezTo>
                    <a:pt x="1846" y="72660"/>
                    <a:pt x="1846" y="71559"/>
                    <a:pt x="1846" y="71559"/>
                  </a:cubicBezTo>
                  <a:cubicBezTo>
                    <a:pt x="2461" y="71559"/>
                    <a:pt x="2461" y="68256"/>
                    <a:pt x="2461" y="68256"/>
                  </a:cubicBezTo>
                  <a:cubicBezTo>
                    <a:pt x="2461" y="68256"/>
                    <a:pt x="3076" y="66055"/>
                    <a:pt x="3076" y="66055"/>
                  </a:cubicBezTo>
                  <a:cubicBezTo>
                    <a:pt x="3692" y="66055"/>
                    <a:pt x="3692" y="64954"/>
                    <a:pt x="3692" y="64954"/>
                  </a:cubicBezTo>
                  <a:cubicBezTo>
                    <a:pt x="3692" y="63853"/>
                    <a:pt x="3692" y="62752"/>
                    <a:pt x="3692" y="62752"/>
                  </a:cubicBezTo>
                  <a:cubicBezTo>
                    <a:pt x="4923" y="61651"/>
                    <a:pt x="4923" y="61651"/>
                    <a:pt x="4923" y="61651"/>
                  </a:cubicBezTo>
                  <a:cubicBezTo>
                    <a:pt x="4923" y="61651"/>
                    <a:pt x="5538" y="60550"/>
                    <a:pt x="5538" y="60550"/>
                  </a:cubicBezTo>
                  <a:cubicBezTo>
                    <a:pt x="5538" y="60550"/>
                    <a:pt x="6153" y="60550"/>
                    <a:pt x="6769" y="60550"/>
                  </a:cubicBezTo>
                  <a:cubicBezTo>
                    <a:pt x="6769" y="60550"/>
                    <a:pt x="7384" y="60550"/>
                    <a:pt x="8000" y="60550"/>
                  </a:cubicBezTo>
                  <a:cubicBezTo>
                    <a:pt x="8000" y="60550"/>
                    <a:pt x="8000" y="61651"/>
                    <a:pt x="8615" y="61651"/>
                  </a:cubicBezTo>
                  <a:cubicBezTo>
                    <a:pt x="9230" y="61651"/>
                    <a:pt x="9846" y="62752"/>
                    <a:pt x="9846" y="62752"/>
                  </a:cubicBezTo>
                  <a:cubicBezTo>
                    <a:pt x="10461" y="61651"/>
                    <a:pt x="10461" y="61651"/>
                    <a:pt x="10461" y="61651"/>
                  </a:cubicBezTo>
                  <a:cubicBezTo>
                    <a:pt x="11076" y="61651"/>
                    <a:pt x="11076" y="60550"/>
                    <a:pt x="11076" y="60550"/>
                  </a:cubicBezTo>
                  <a:cubicBezTo>
                    <a:pt x="11692" y="60550"/>
                    <a:pt x="12923" y="61651"/>
                    <a:pt x="12923" y="61651"/>
                  </a:cubicBezTo>
                  <a:cubicBezTo>
                    <a:pt x="12923" y="61651"/>
                    <a:pt x="13538" y="62752"/>
                    <a:pt x="13538" y="61651"/>
                  </a:cubicBezTo>
                  <a:cubicBezTo>
                    <a:pt x="14153" y="61651"/>
                    <a:pt x="14769" y="60550"/>
                    <a:pt x="14769" y="60550"/>
                  </a:cubicBezTo>
                  <a:cubicBezTo>
                    <a:pt x="16000" y="59449"/>
                    <a:pt x="16000" y="59449"/>
                    <a:pt x="16000" y="59449"/>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3" name="Shape 2020">
              <a:extLst>
                <a:ext uri="{FF2B5EF4-FFF2-40B4-BE49-F238E27FC236}">
                  <a16:creationId xmlns:a16="http://schemas.microsoft.com/office/drawing/2014/main" id="{DCEF9FD8-505C-4230-9357-878F4155094E}"/>
                </a:ext>
              </a:extLst>
            </p:cNvPr>
            <p:cNvSpPr/>
            <p:nvPr/>
          </p:nvSpPr>
          <p:spPr>
            <a:xfrm>
              <a:off x="5320612" y="3211660"/>
              <a:ext cx="266061" cy="194972"/>
            </a:xfrm>
            <a:custGeom>
              <a:avLst/>
              <a:gdLst/>
              <a:ahLst/>
              <a:cxnLst/>
              <a:rect l="0" t="0" r="0" b="0"/>
              <a:pathLst>
                <a:path w="120000" h="120000" extrusionOk="0">
                  <a:moveTo>
                    <a:pt x="9230" y="65454"/>
                  </a:moveTo>
                  <a:cubicBezTo>
                    <a:pt x="7179" y="64090"/>
                    <a:pt x="7179" y="64090"/>
                    <a:pt x="7179" y="64090"/>
                  </a:cubicBezTo>
                  <a:cubicBezTo>
                    <a:pt x="5128" y="62727"/>
                    <a:pt x="5128" y="62727"/>
                    <a:pt x="5128" y="62727"/>
                  </a:cubicBezTo>
                  <a:cubicBezTo>
                    <a:pt x="2051" y="62727"/>
                    <a:pt x="2051" y="62727"/>
                    <a:pt x="2051" y="62727"/>
                  </a:cubicBezTo>
                  <a:cubicBezTo>
                    <a:pt x="0" y="60000"/>
                    <a:pt x="0" y="60000"/>
                    <a:pt x="0" y="60000"/>
                  </a:cubicBezTo>
                  <a:cubicBezTo>
                    <a:pt x="1025" y="57272"/>
                    <a:pt x="1025" y="57272"/>
                    <a:pt x="1025" y="57272"/>
                  </a:cubicBezTo>
                  <a:cubicBezTo>
                    <a:pt x="1025" y="54545"/>
                    <a:pt x="1025" y="54545"/>
                    <a:pt x="1025" y="54545"/>
                  </a:cubicBezTo>
                  <a:cubicBezTo>
                    <a:pt x="1025" y="54545"/>
                    <a:pt x="3076" y="51818"/>
                    <a:pt x="3076" y="51818"/>
                  </a:cubicBezTo>
                  <a:cubicBezTo>
                    <a:pt x="4102" y="50454"/>
                    <a:pt x="6153" y="49090"/>
                    <a:pt x="6153" y="49090"/>
                  </a:cubicBezTo>
                  <a:cubicBezTo>
                    <a:pt x="7179" y="46363"/>
                    <a:pt x="7179" y="46363"/>
                    <a:pt x="7179" y="46363"/>
                  </a:cubicBezTo>
                  <a:cubicBezTo>
                    <a:pt x="7179" y="46363"/>
                    <a:pt x="8205" y="45000"/>
                    <a:pt x="9230" y="45000"/>
                  </a:cubicBezTo>
                  <a:cubicBezTo>
                    <a:pt x="10256" y="45000"/>
                    <a:pt x="10256" y="46363"/>
                    <a:pt x="10256" y="45000"/>
                  </a:cubicBezTo>
                  <a:cubicBezTo>
                    <a:pt x="11282" y="45000"/>
                    <a:pt x="11282" y="39545"/>
                    <a:pt x="11282" y="39545"/>
                  </a:cubicBezTo>
                  <a:cubicBezTo>
                    <a:pt x="11282" y="36818"/>
                    <a:pt x="11282" y="36818"/>
                    <a:pt x="11282" y="36818"/>
                  </a:cubicBezTo>
                  <a:cubicBezTo>
                    <a:pt x="13333" y="36818"/>
                    <a:pt x="13333" y="36818"/>
                    <a:pt x="13333" y="36818"/>
                  </a:cubicBezTo>
                  <a:cubicBezTo>
                    <a:pt x="22564" y="40909"/>
                    <a:pt x="22564" y="40909"/>
                    <a:pt x="22564" y="40909"/>
                  </a:cubicBezTo>
                  <a:cubicBezTo>
                    <a:pt x="32820" y="42272"/>
                    <a:pt x="32820" y="42272"/>
                    <a:pt x="32820" y="42272"/>
                  </a:cubicBezTo>
                  <a:cubicBezTo>
                    <a:pt x="42051" y="42272"/>
                    <a:pt x="42051" y="42272"/>
                    <a:pt x="42051" y="42272"/>
                  </a:cubicBezTo>
                  <a:cubicBezTo>
                    <a:pt x="44102" y="42272"/>
                    <a:pt x="44102" y="42272"/>
                    <a:pt x="44102" y="42272"/>
                  </a:cubicBezTo>
                  <a:cubicBezTo>
                    <a:pt x="47179" y="39545"/>
                    <a:pt x="47179" y="39545"/>
                    <a:pt x="47179" y="39545"/>
                  </a:cubicBezTo>
                  <a:cubicBezTo>
                    <a:pt x="49230" y="35454"/>
                    <a:pt x="49230" y="35454"/>
                    <a:pt x="49230" y="35454"/>
                  </a:cubicBezTo>
                  <a:cubicBezTo>
                    <a:pt x="53333" y="34090"/>
                    <a:pt x="53333" y="34090"/>
                    <a:pt x="53333" y="34090"/>
                  </a:cubicBezTo>
                  <a:cubicBezTo>
                    <a:pt x="54358" y="31363"/>
                    <a:pt x="54358" y="31363"/>
                    <a:pt x="54358" y="31363"/>
                  </a:cubicBezTo>
                  <a:cubicBezTo>
                    <a:pt x="56410" y="25909"/>
                    <a:pt x="56410" y="25909"/>
                    <a:pt x="56410" y="25909"/>
                  </a:cubicBezTo>
                  <a:cubicBezTo>
                    <a:pt x="59487" y="23181"/>
                    <a:pt x="59487" y="23181"/>
                    <a:pt x="59487" y="23181"/>
                  </a:cubicBezTo>
                  <a:cubicBezTo>
                    <a:pt x="65641" y="23181"/>
                    <a:pt x="65641" y="23181"/>
                    <a:pt x="65641" y="23181"/>
                  </a:cubicBezTo>
                  <a:cubicBezTo>
                    <a:pt x="72820" y="20454"/>
                    <a:pt x="72820" y="20454"/>
                    <a:pt x="72820" y="20454"/>
                  </a:cubicBezTo>
                  <a:cubicBezTo>
                    <a:pt x="77948" y="23181"/>
                    <a:pt x="77948" y="23181"/>
                    <a:pt x="77948" y="23181"/>
                  </a:cubicBezTo>
                  <a:cubicBezTo>
                    <a:pt x="84102" y="17727"/>
                    <a:pt x="84102" y="17727"/>
                    <a:pt x="84102" y="17727"/>
                  </a:cubicBezTo>
                  <a:cubicBezTo>
                    <a:pt x="87179" y="16363"/>
                    <a:pt x="87179" y="16363"/>
                    <a:pt x="87179" y="16363"/>
                  </a:cubicBezTo>
                  <a:cubicBezTo>
                    <a:pt x="92307" y="13636"/>
                    <a:pt x="92307" y="13636"/>
                    <a:pt x="92307" y="13636"/>
                  </a:cubicBezTo>
                  <a:cubicBezTo>
                    <a:pt x="98461" y="19090"/>
                    <a:pt x="98461" y="19090"/>
                    <a:pt x="98461" y="19090"/>
                  </a:cubicBezTo>
                  <a:cubicBezTo>
                    <a:pt x="97435" y="10909"/>
                    <a:pt x="97435" y="10909"/>
                    <a:pt x="97435" y="10909"/>
                  </a:cubicBezTo>
                  <a:cubicBezTo>
                    <a:pt x="98461" y="5454"/>
                    <a:pt x="98461" y="5454"/>
                    <a:pt x="98461" y="5454"/>
                  </a:cubicBezTo>
                  <a:cubicBezTo>
                    <a:pt x="102564" y="2727"/>
                    <a:pt x="102564" y="2727"/>
                    <a:pt x="102564" y="2727"/>
                  </a:cubicBezTo>
                  <a:cubicBezTo>
                    <a:pt x="103589" y="2727"/>
                    <a:pt x="103589" y="2727"/>
                    <a:pt x="103589" y="2727"/>
                  </a:cubicBezTo>
                  <a:cubicBezTo>
                    <a:pt x="103589" y="2727"/>
                    <a:pt x="103589" y="2727"/>
                    <a:pt x="103589" y="2727"/>
                  </a:cubicBezTo>
                  <a:cubicBezTo>
                    <a:pt x="107692" y="0"/>
                    <a:pt x="107692" y="0"/>
                    <a:pt x="107692" y="0"/>
                  </a:cubicBezTo>
                  <a:cubicBezTo>
                    <a:pt x="109743" y="2727"/>
                    <a:pt x="109743" y="2727"/>
                    <a:pt x="109743" y="2727"/>
                  </a:cubicBezTo>
                  <a:cubicBezTo>
                    <a:pt x="110769" y="5454"/>
                    <a:pt x="110769" y="5454"/>
                    <a:pt x="110769" y="5454"/>
                  </a:cubicBezTo>
                  <a:cubicBezTo>
                    <a:pt x="110769" y="5454"/>
                    <a:pt x="110769" y="5454"/>
                    <a:pt x="110769" y="5454"/>
                  </a:cubicBezTo>
                  <a:cubicBezTo>
                    <a:pt x="110769" y="5454"/>
                    <a:pt x="110769" y="5454"/>
                    <a:pt x="110769" y="6818"/>
                  </a:cubicBezTo>
                  <a:cubicBezTo>
                    <a:pt x="110769" y="6818"/>
                    <a:pt x="110769" y="6818"/>
                    <a:pt x="110769" y="6818"/>
                  </a:cubicBezTo>
                  <a:cubicBezTo>
                    <a:pt x="110769" y="8181"/>
                    <a:pt x="110769" y="8181"/>
                    <a:pt x="110769" y="8181"/>
                  </a:cubicBezTo>
                  <a:cubicBezTo>
                    <a:pt x="111794" y="9545"/>
                    <a:pt x="111794" y="9545"/>
                    <a:pt x="111794" y="9545"/>
                  </a:cubicBezTo>
                  <a:cubicBezTo>
                    <a:pt x="112820" y="10909"/>
                    <a:pt x="112820" y="10909"/>
                    <a:pt x="112820" y="10909"/>
                  </a:cubicBezTo>
                  <a:cubicBezTo>
                    <a:pt x="112820" y="10909"/>
                    <a:pt x="112820" y="10909"/>
                    <a:pt x="112820" y="10909"/>
                  </a:cubicBezTo>
                  <a:cubicBezTo>
                    <a:pt x="113846" y="13636"/>
                    <a:pt x="113846" y="13636"/>
                    <a:pt x="113846" y="13636"/>
                  </a:cubicBezTo>
                  <a:cubicBezTo>
                    <a:pt x="113846" y="16363"/>
                    <a:pt x="113846" y="16363"/>
                    <a:pt x="113846" y="16363"/>
                  </a:cubicBezTo>
                  <a:cubicBezTo>
                    <a:pt x="120000" y="25909"/>
                    <a:pt x="120000" y="25909"/>
                    <a:pt x="120000" y="25909"/>
                  </a:cubicBezTo>
                  <a:cubicBezTo>
                    <a:pt x="120000" y="25909"/>
                    <a:pt x="117948" y="25909"/>
                    <a:pt x="117948" y="25909"/>
                  </a:cubicBezTo>
                  <a:cubicBezTo>
                    <a:pt x="116923" y="25909"/>
                    <a:pt x="114871" y="25909"/>
                    <a:pt x="114871" y="25909"/>
                  </a:cubicBezTo>
                  <a:cubicBezTo>
                    <a:pt x="114871" y="25909"/>
                    <a:pt x="113846" y="27272"/>
                    <a:pt x="112820" y="27272"/>
                  </a:cubicBezTo>
                  <a:cubicBezTo>
                    <a:pt x="112820" y="27272"/>
                    <a:pt x="111794" y="30000"/>
                    <a:pt x="111794" y="30000"/>
                  </a:cubicBezTo>
                  <a:cubicBezTo>
                    <a:pt x="110769" y="31363"/>
                    <a:pt x="110769" y="31363"/>
                    <a:pt x="110769" y="31363"/>
                  </a:cubicBezTo>
                  <a:cubicBezTo>
                    <a:pt x="111794" y="32727"/>
                    <a:pt x="111794" y="32727"/>
                    <a:pt x="111794" y="32727"/>
                  </a:cubicBezTo>
                  <a:cubicBezTo>
                    <a:pt x="113846" y="38181"/>
                    <a:pt x="114871" y="38181"/>
                    <a:pt x="109743" y="36818"/>
                  </a:cubicBezTo>
                  <a:cubicBezTo>
                    <a:pt x="107692" y="35454"/>
                    <a:pt x="107692" y="35454"/>
                    <a:pt x="107692" y="35454"/>
                  </a:cubicBezTo>
                  <a:cubicBezTo>
                    <a:pt x="106666" y="36818"/>
                    <a:pt x="106666" y="36818"/>
                    <a:pt x="106666" y="36818"/>
                  </a:cubicBezTo>
                  <a:cubicBezTo>
                    <a:pt x="104615" y="38181"/>
                    <a:pt x="104615" y="38181"/>
                    <a:pt x="104615" y="38181"/>
                  </a:cubicBezTo>
                  <a:cubicBezTo>
                    <a:pt x="104615" y="38181"/>
                    <a:pt x="104615" y="38181"/>
                    <a:pt x="104615" y="38181"/>
                  </a:cubicBezTo>
                  <a:cubicBezTo>
                    <a:pt x="104615" y="38181"/>
                    <a:pt x="104615" y="40909"/>
                    <a:pt x="104615" y="40909"/>
                  </a:cubicBezTo>
                  <a:cubicBezTo>
                    <a:pt x="103589" y="43636"/>
                    <a:pt x="103589" y="43636"/>
                    <a:pt x="103589" y="43636"/>
                  </a:cubicBezTo>
                  <a:cubicBezTo>
                    <a:pt x="101538" y="45000"/>
                    <a:pt x="101538" y="45000"/>
                    <a:pt x="101538" y="45000"/>
                  </a:cubicBezTo>
                  <a:cubicBezTo>
                    <a:pt x="99487" y="46363"/>
                    <a:pt x="99487" y="46363"/>
                    <a:pt x="99487" y="46363"/>
                  </a:cubicBezTo>
                  <a:cubicBezTo>
                    <a:pt x="98461" y="47727"/>
                    <a:pt x="98461" y="47727"/>
                    <a:pt x="98461" y="47727"/>
                  </a:cubicBezTo>
                  <a:cubicBezTo>
                    <a:pt x="96410" y="47727"/>
                    <a:pt x="96410" y="47727"/>
                    <a:pt x="96410" y="47727"/>
                  </a:cubicBezTo>
                  <a:cubicBezTo>
                    <a:pt x="94358" y="49090"/>
                    <a:pt x="94358" y="49090"/>
                    <a:pt x="94358" y="49090"/>
                  </a:cubicBezTo>
                  <a:cubicBezTo>
                    <a:pt x="93333" y="51818"/>
                    <a:pt x="93333" y="51818"/>
                    <a:pt x="93333" y="51818"/>
                  </a:cubicBezTo>
                  <a:cubicBezTo>
                    <a:pt x="93333" y="51818"/>
                    <a:pt x="91282" y="51818"/>
                    <a:pt x="91282" y="51818"/>
                  </a:cubicBezTo>
                  <a:cubicBezTo>
                    <a:pt x="91282" y="51818"/>
                    <a:pt x="88205" y="53181"/>
                    <a:pt x="88205" y="53181"/>
                  </a:cubicBezTo>
                  <a:cubicBezTo>
                    <a:pt x="88205" y="55909"/>
                    <a:pt x="88205" y="55909"/>
                    <a:pt x="88205" y="55909"/>
                  </a:cubicBezTo>
                  <a:cubicBezTo>
                    <a:pt x="88205" y="55909"/>
                    <a:pt x="87179" y="57272"/>
                    <a:pt x="87179" y="57272"/>
                  </a:cubicBezTo>
                  <a:cubicBezTo>
                    <a:pt x="87179" y="57272"/>
                    <a:pt x="87179" y="61363"/>
                    <a:pt x="87179" y="61363"/>
                  </a:cubicBezTo>
                  <a:cubicBezTo>
                    <a:pt x="87179" y="61363"/>
                    <a:pt x="89230" y="62727"/>
                    <a:pt x="89230" y="62727"/>
                  </a:cubicBezTo>
                  <a:cubicBezTo>
                    <a:pt x="90256" y="64090"/>
                    <a:pt x="90256" y="64090"/>
                    <a:pt x="90256" y="64090"/>
                  </a:cubicBezTo>
                  <a:cubicBezTo>
                    <a:pt x="91282" y="65454"/>
                    <a:pt x="91282" y="65454"/>
                    <a:pt x="91282" y="65454"/>
                  </a:cubicBezTo>
                  <a:cubicBezTo>
                    <a:pt x="91282" y="65454"/>
                    <a:pt x="92307" y="66818"/>
                    <a:pt x="92307" y="66818"/>
                  </a:cubicBezTo>
                  <a:cubicBezTo>
                    <a:pt x="91282" y="66818"/>
                    <a:pt x="91282" y="70909"/>
                    <a:pt x="91282" y="70909"/>
                  </a:cubicBezTo>
                  <a:cubicBezTo>
                    <a:pt x="92307" y="75000"/>
                    <a:pt x="92307" y="75000"/>
                    <a:pt x="92307" y="75000"/>
                  </a:cubicBezTo>
                  <a:cubicBezTo>
                    <a:pt x="91282" y="76363"/>
                    <a:pt x="91282" y="76363"/>
                    <a:pt x="91282" y="76363"/>
                  </a:cubicBezTo>
                  <a:cubicBezTo>
                    <a:pt x="92307" y="79090"/>
                    <a:pt x="92307" y="79090"/>
                    <a:pt x="92307" y="79090"/>
                  </a:cubicBezTo>
                  <a:cubicBezTo>
                    <a:pt x="92307" y="79090"/>
                    <a:pt x="93333" y="79090"/>
                    <a:pt x="92307" y="80454"/>
                  </a:cubicBezTo>
                  <a:cubicBezTo>
                    <a:pt x="91282" y="80454"/>
                    <a:pt x="90256" y="81818"/>
                    <a:pt x="90256" y="81818"/>
                  </a:cubicBezTo>
                  <a:cubicBezTo>
                    <a:pt x="90256" y="81818"/>
                    <a:pt x="88205" y="81818"/>
                    <a:pt x="88205" y="81818"/>
                  </a:cubicBezTo>
                  <a:cubicBezTo>
                    <a:pt x="88205" y="81818"/>
                    <a:pt x="86153" y="81818"/>
                    <a:pt x="86153" y="81818"/>
                  </a:cubicBezTo>
                  <a:cubicBezTo>
                    <a:pt x="85128" y="84545"/>
                    <a:pt x="85128" y="84545"/>
                    <a:pt x="85128" y="84545"/>
                  </a:cubicBezTo>
                  <a:cubicBezTo>
                    <a:pt x="83076" y="83181"/>
                    <a:pt x="83076" y="83181"/>
                    <a:pt x="83076" y="83181"/>
                  </a:cubicBezTo>
                  <a:cubicBezTo>
                    <a:pt x="83076" y="85909"/>
                    <a:pt x="83076" y="85909"/>
                    <a:pt x="83076" y="85909"/>
                  </a:cubicBezTo>
                  <a:cubicBezTo>
                    <a:pt x="80000" y="87272"/>
                    <a:pt x="80000" y="87272"/>
                    <a:pt x="80000" y="87272"/>
                  </a:cubicBezTo>
                  <a:cubicBezTo>
                    <a:pt x="77948" y="88636"/>
                    <a:pt x="77948" y="88636"/>
                    <a:pt x="77948" y="88636"/>
                  </a:cubicBezTo>
                  <a:cubicBezTo>
                    <a:pt x="76923" y="91363"/>
                    <a:pt x="76923" y="91363"/>
                    <a:pt x="76923" y="91363"/>
                  </a:cubicBezTo>
                  <a:cubicBezTo>
                    <a:pt x="77948" y="92727"/>
                    <a:pt x="77948" y="92727"/>
                    <a:pt x="77948" y="92727"/>
                  </a:cubicBezTo>
                  <a:cubicBezTo>
                    <a:pt x="77948" y="92727"/>
                    <a:pt x="78974" y="94090"/>
                    <a:pt x="78974" y="92727"/>
                  </a:cubicBezTo>
                  <a:cubicBezTo>
                    <a:pt x="78974" y="92727"/>
                    <a:pt x="78974" y="91363"/>
                    <a:pt x="78974" y="91363"/>
                  </a:cubicBezTo>
                  <a:cubicBezTo>
                    <a:pt x="80000" y="92727"/>
                    <a:pt x="81025" y="94090"/>
                    <a:pt x="81025" y="94090"/>
                  </a:cubicBezTo>
                  <a:cubicBezTo>
                    <a:pt x="82051" y="96818"/>
                    <a:pt x="82051" y="96818"/>
                    <a:pt x="82051" y="96818"/>
                  </a:cubicBezTo>
                  <a:cubicBezTo>
                    <a:pt x="82051" y="96818"/>
                    <a:pt x="80000" y="96818"/>
                    <a:pt x="80000" y="96818"/>
                  </a:cubicBezTo>
                  <a:cubicBezTo>
                    <a:pt x="80000" y="96818"/>
                    <a:pt x="78974" y="98181"/>
                    <a:pt x="78974" y="98181"/>
                  </a:cubicBezTo>
                  <a:cubicBezTo>
                    <a:pt x="77948" y="99545"/>
                    <a:pt x="77948" y="99545"/>
                    <a:pt x="77948" y="99545"/>
                  </a:cubicBezTo>
                  <a:cubicBezTo>
                    <a:pt x="77948" y="100909"/>
                    <a:pt x="77948" y="100909"/>
                    <a:pt x="77948" y="102272"/>
                  </a:cubicBezTo>
                  <a:cubicBezTo>
                    <a:pt x="77948" y="102272"/>
                    <a:pt x="77948" y="103636"/>
                    <a:pt x="77948" y="103636"/>
                  </a:cubicBezTo>
                  <a:cubicBezTo>
                    <a:pt x="78974" y="103636"/>
                    <a:pt x="80000" y="106363"/>
                    <a:pt x="80000" y="106363"/>
                  </a:cubicBezTo>
                  <a:cubicBezTo>
                    <a:pt x="80000" y="106363"/>
                    <a:pt x="81025" y="107727"/>
                    <a:pt x="81025" y="107727"/>
                  </a:cubicBezTo>
                  <a:cubicBezTo>
                    <a:pt x="81025" y="107727"/>
                    <a:pt x="81025" y="109090"/>
                    <a:pt x="81025" y="109090"/>
                  </a:cubicBezTo>
                  <a:cubicBezTo>
                    <a:pt x="81025" y="109090"/>
                    <a:pt x="80000" y="110454"/>
                    <a:pt x="78974" y="110454"/>
                  </a:cubicBezTo>
                  <a:cubicBezTo>
                    <a:pt x="78974" y="110454"/>
                    <a:pt x="76923" y="110454"/>
                    <a:pt x="76923" y="110454"/>
                  </a:cubicBezTo>
                  <a:cubicBezTo>
                    <a:pt x="76923" y="110454"/>
                    <a:pt x="75897" y="113181"/>
                    <a:pt x="75897" y="113181"/>
                  </a:cubicBezTo>
                  <a:cubicBezTo>
                    <a:pt x="75897" y="113181"/>
                    <a:pt x="74871" y="113181"/>
                    <a:pt x="73846" y="113181"/>
                  </a:cubicBezTo>
                  <a:cubicBezTo>
                    <a:pt x="73846" y="113181"/>
                    <a:pt x="75897" y="114545"/>
                    <a:pt x="73846" y="113181"/>
                  </a:cubicBezTo>
                  <a:cubicBezTo>
                    <a:pt x="70769" y="111818"/>
                    <a:pt x="70769" y="110454"/>
                    <a:pt x="70769" y="110454"/>
                  </a:cubicBezTo>
                  <a:cubicBezTo>
                    <a:pt x="70769" y="110454"/>
                    <a:pt x="69743" y="109090"/>
                    <a:pt x="69743" y="109090"/>
                  </a:cubicBezTo>
                  <a:cubicBezTo>
                    <a:pt x="68717" y="109090"/>
                    <a:pt x="67692" y="109090"/>
                    <a:pt x="67692" y="109090"/>
                  </a:cubicBezTo>
                  <a:cubicBezTo>
                    <a:pt x="65641" y="109090"/>
                    <a:pt x="65641" y="109090"/>
                    <a:pt x="65641" y="109090"/>
                  </a:cubicBezTo>
                  <a:cubicBezTo>
                    <a:pt x="64615" y="107727"/>
                    <a:pt x="64615" y="107727"/>
                    <a:pt x="64615" y="107727"/>
                  </a:cubicBezTo>
                  <a:cubicBezTo>
                    <a:pt x="63589" y="110454"/>
                    <a:pt x="63589" y="110454"/>
                    <a:pt x="63589" y="110454"/>
                  </a:cubicBezTo>
                  <a:cubicBezTo>
                    <a:pt x="63589" y="110454"/>
                    <a:pt x="63589" y="111818"/>
                    <a:pt x="62564" y="111818"/>
                  </a:cubicBezTo>
                  <a:cubicBezTo>
                    <a:pt x="61538" y="113181"/>
                    <a:pt x="62564" y="113181"/>
                    <a:pt x="61538" y="113181"/>
                  </a:cubicBezTo>
                  <a:cubicBezTo>
                    <a:pt x="59487" y="113181"/>
                    <a:pt x="58461" y="110454"/>
                    <a:pt x="58461" y="110454"/>
                  </a:cubicBezTo>
                  <a:cubicBezTo>
                    <a:pt x="58461" y="110454"/>
                    <a:pt x="56410" y="109090"/>
                    <a:pt x="56410" y="109090"/>
                  </a:cubicBezTo>
                  <a:cubicBezTo>
                    <a:pt x="55384" y="107727"/>
                    <a:pt x="55384" y="107727"/>
                    <a:pt x="55384" y="107727"/>
                  </a:cubicBezTo>
                  <a:cubicBezTo>
                    <a:pt x="54358" y="107727"/>
                    <a:pt x="54358" y="109090"/>
                    <a:pt x="54358" y="106363"/>
                  </a:cubicBezTo>
                  <a:cubicBezTo>
                    <a:pt x="54358" y="105000"/>
                    <a:pt x="54358" y="105000"/>
                    <a:pt x="54358" y="105000"/>
                  </a:cubicBezTo>
                  <a:cubicBezTo>
                    <a:pt x="53333" y="103636"/>
                    <a:pt x="53333" y="105000"/>
                    <a:pt x="52307" y="103636"/>
                  </a:cubicBezTo>
                  <a:cubicBezTo>
                    <a:pt x="52307" y="102272"/>
                    <a:pt x="51282" y="100909"/>
                    <a:pt x="51282" y="100909"/>
                  </a:cubicBezTo>
                  <a:cubicBezTo>
                    <a:pt x="50256" y="98181"/>
                    <a:pt x="50256" y="98181"/>
                    <a:pt x="50256" y="98181"/>
                  </a:cubicBezTo>
                  <a:cubicBezTo>
                    <a:pt x="50256" y="98181"/>
                    <a:pt x="50256" y="98181"/>
                    <a:pt x="50256" y="99545"/>
                  </a:cubicBezTo>
                  <a:cubicBezTo>
                    <a:pt x="49230" y="100909"/>
                    <a:pt x="48205" y="100909"/>
                    <a:pt x="48205" y="100909"/>
                  </a:cubicBezTo>
                  <a:cubicBezTo>
                    <a:pt x="48205" y="102272"/>
                    <a:pt x="47179" y="103636"/>
                    <a:pt x="47179" y="103636"/>
                  </a:cubicBezTo>
                  <a:cubicBezTo>
                    <a:pt x="47179" y="103636"/>
                    <a:pt x="46153" y="105000"/>
                    <a:pt x="46153" y="106363"/>
                  </a:cubicBezTo>
                  <a:cubicBezTo>
                    <a:pt x="47179" y="106363"/>
                    <a:pt x="47179" y="106363"/>
                    <a:pt x="47179" y="107727"/>
                  </a:cubicBezTo>
                  <a:cubicBezTo>
                    <a:pt x="47179" y="107727"/>
                    <a:pt x="46153" y="109090"/>
                    <a:pt x="46153" y="109090"/>
                  </a:cubicBezTo>
                  <a:cubicBezTo>
                    <a:pt x="45128" y="110454"/>
                    <a:pt x="45128" y="110454"/>
                    <a:pt x="44102" y="110454"/>
                  </a:cubicBezTo>
                  <a:cubicBezTo>
                    <a:pt x="44102" y="111818"/>
                    <a:pt x="42051" y="113181"/>
                    <a:pt x="42051" y="113181"/>
                  </a:cubicBezTo>
                  <a:cubicBezTo>
                    <a:pt x="40000" y="113181"/>
                    <a:pt x="40000" y="113181"/>
                    <a:pt x="40000" y="113181"/>
                  </a:cubicBezTo>
                  <a:cubicBezTo>
                    <a:pt x="36923" y="111818"/>
                    <a:pt x="36923" y="111818"/>
                    <a:pt x="36923" y="111818"/>
                  </a:cubicBezTo>
                  <a:cubicBezTo>
                    <a:pt x="34871" y="114545"/>
                    <a:pt x="34871" y="114545"/>
                    <a:pt x="34871" y="114545"/>
                  </a:cubicBezTo>
                  <a:cubicBezTo>
                    <a:pt x="34871" y="114545"/>
                    <a:pt x="33846" y="114545"/>
                    <a:pt x="33846" y="114545"/>
                  </a:cubicBezTo>
                  <a:cubicBezTo>
                    <a:pt x="32820" y="114545"/>
                    <a:pt x="31794" y="114545"/>
                    <a:pt x="31794" y="114545"/>
                  </a:cubicBezTo>
                  <a:cubicBezTo>
                    <a:pt x="31794" y="114545"/>
                    <a:pt x="30769" y="113181"/>
                    <a:pt x="29743" y="113181"/>
                  </a:cubicBezTo>
                  <a:cubicBezTo>
                    <a:pt x="29743" y="113181"/>
                    <a:pt x="28717" y="113181"/>
                    <a:pt x="28717" y="113181"/>
                  </a:cubicBezTo>
                  <a:cubicBezTo>
                    <a:pt x="27692" y="113181"/>
                    <a:pt x="26666" y="113181"/>
                    <a:pt x="26666" y="113181"/>
                  </a:cubicBezTo>
                  <a:cubicBezTo>
                    <a:pt x="26666" y="114545"/>
                    <a:pt x="26666" y="114545"/>
                    <a:pt x="26666" y="114545"/>
                  </a:cubicBezTo>
                  <a:cubicBezTo>
                    <a:pt x="26666" y="114545"/>
                    <a:pt x="27692" y="114545"/>
                    <a:pt x="27692" y="114545"/>
                  </a:cubicBezTo>
                  <a:cubicBezTo>
                    <a:pt x="27692" y="115909"/>
                    <a:pt x="27692" y="117272"/>
                    <a:pt x="27692" y="117272"/>
                  </a:cubicBezTo>
                  <a:cubicBezTo>
                    <a:pt x="27692" y="117272"/>
                    <a:pt x="26666" y="117272"/>
                    <a:pt x="26666" y="117272"/>
                  </a:cubicBezTo>
                  <a:cubicBezTo>
                    <a:pt x="26666" y="118636"/>
                    <a:pt x="24615" y="118636"/>
                    <a:pt x="24615" y="118636"/>
                  </a:cubicBezTo>
                  <a:cubicBezTo>
                    <a:pt x="24615" y="118636"/>
                    <a:pt x="24615" y="120000"/>
                    <a:pt x="24615" y="120000"/>
                  </a:cubicBezTo>
                  <a:cubicBezTo>
                    <a:pt x="24615" y="120000"/>
                    <a:pt x="24615" y="120000"/>
                    <a:pt x="23589" y="120000"/>
                  </a:cubicBezTo>
                  <a:cubicBezTo>
                    <a:pt x="22564" y="120000"/>
                    <a:pt x="22564" y="120000"/>
                    <a:pt x="21538" y="120000"/>
                  </a:cubicBezTo>
                  <a:cubicBezTo>
                    <a:pt x="21538" y="118636"/>
                    <a:pt x="20512" y="118636"/>
                    <a:pt x="19487" y="118636"/>
                  </a:cubicBezTo>
                  <a:cubicBezTo>
                    <a:pt x="19487" y="118636"/>
                    <a:pt x="16410" y="117272"/>
                    <a:pt x="16410" y="117272"/>
                  </a:cubicBezTo>
                  <a:cubicBezTo>
                    <a:pt x="16410" y="117272"/>
                    <a:pt x="15384" y="118636"/>
                    <a:pt x="15384" y="118636"/>
                  </a:cubicBezTo>
                  <a:cubicBezTo>
                    <a:pt x="14358" y="118636"/>
                    <a:pt x="13333" y="118636"/>
                    <a:pt x="12307" y="117272"/>
                  </a:cubicBezTo>
                  <a:cubicBezTo>
                    <a:pt x="12307" y="117272"/>
                    <a:pt x="11282" y="117272"/>
                    <a:pt x="11282" y="117272"/>
                  </a:cubicBezTo>
                  <a:cubicBezTo>
                    <a:pt x="11282" y="115909"/>
                    <a:pt x="11282" y="114545"/>
                    <a:pt x="11282" y="114545"/>
                  </a:cubicBezTo>
                  <a:cubicBezTo>
                    <a:pt x="11282" y="114545"/>
                    <a:pt x="10256" y="113181"/>
                    <a:pt x="11282" y="113181"/>
                  </a:cubicBezTo>
                  <a:cubicBezTo>
                    <a:pt x="11282" y="113181"/>
                    <a:pt x="12307" y="113181"/>
                    <a:pt x="13333" y="113181"/>
                  </a:cubicBezTo>
                  <a:cubicBezTo>
                    <a:pt x="14358" y="113181"/>
                    <a:pt x="15384" y="113181"/>
                    <a:pt x="15384" y="111818"/>
                  </a:cubicBezTo>
                  <a:cubicBezTo>
                    <a:pt x="15384" y="111818"/>
                    <a:pt x="15384" y="111818"/>
                    <a:pt x="16410" y="111818"/>
                  </a:cubicBezTo>
                  <a:cubicBezTo>
                    <a:pt x="16410" y="111818"/>
                    <a:pt x="17435" y="113181"/>
                    <a:pt x="17435" y="111818"/>
                  </a:cubicBezTo>
                  <a:cubicBezTo>
                    <a:pt x="17435" y="110454"/>
                    <a:pt x="17435" y="110454"/>
                    <a:pt x="17435" y="110454"/>
                  </a:cubicBezTo>
                  <a:cubicBezTo>
                    <a:pt x="16410" y="109090"/>
                    <a:pt x="16410" y="109090"/>
                    <a:pt x="16410" y="109090"/>
                  </a:cubicBezTo>
                  <a:cubicBezTo>
                    <a:pt x="16410" y="109090"/>
                    <a:pt x="17435" y="107727"/>
                    <a:pt x="17435" y="107727"/>
                  </a:cubicBezTo>
                  <a:cubicBezTo>
                    <a:pt x="18461" y="107727"/>
                    <a:pt x="19487" y="107727"/>
                    <a:pt x="19487" y="107727"/>
                  </a:cubicBezTo>
                  <a:cubicBezTo>
                    <a:pt x="20512" y="107727"/>
                    <a:pt x="21538" y="107727"/>
                    <a:pt x="21538" y="107727"/>
                  </a:cubicBezTo>
                  <a:cubicBezTo>
                    <a:pt x="21538" y="107727"/>
                    <a:pt x="21538" y="107727"/>
                    <a:pt x="22564" y="106363"/>
                  </a:cubicBezTo>
                  <a:cubicBezTo>
                    <a:pt x="22564" y="106363"/>
                    <a:pt x="18461" y="106363"/>
                    <a:pt x="17435" y="105000"/>
                  </a:cubicBezTo>
                  <a:cubicBezTo>
                    <a:pt x="15384" y="102272"/>
                    <a:pt x="13333" y="100909"/>
                    <a:pt x="13333" y="95454"/>
                  </a:cubicBezTo>
                  <a:cubicBezTo>
                    <a:pt x="12307" y="95454"/>
                    <a:pt x="12307" y="92727"/>
                    <a:pt x="11282" y="92727"/>
                  </a:cubicBezTo>
                  <a:cubicBezTo>
                    <a:pt x="11282" y="92727"/>
                    <a:pt x="9230" y="91363"/>
                    <a:pt x="9230" y="91363"/>
                  </a:cubicBezTo>
                  <a:cubicBezTo>
                    <a:pt x="9230" y="90000"/>
                    <a:pt x="9230" y="90000"/>
                    <a:pt x="10256" y="88636"/>
                  </a:cubicBezTo>
                  <a:cubicBezTo>
                    <a:pt x="10256" y="87272"/>
                    <a:pt x="10256" y="87272"/>
                    <a:pt x="11282" y="85909"/>
                  </a:cubicBezTo>
                  <a:cubicBezTo>
                    <a:pt x="11282" y="85909"/>
                    <a:pt x="11282" y="83181"/>
                    <a:pt x="11282" y="83181"/>
                  </a:cubicBezTo>
                  <a:cubicBezTo>
                    <a:pt x="11282" y="83181"/>
                    <a:pt x="12307" y="81818"/>
                    <a:pt x="11282" y="81818"/>
                  </a:cubicBezTo>
                  <a:cubicBezTo>
                    <a:pt x="11282" y="80454"/>
                    <a:pt x="10256" y="79090"/>
                    <a:pt x="10256" y="79090"/>
                  </a:cubicBezTo>
                  <a:cubicBezTo>
                    <a:pt x="10256" y="79090"/>
                    <a:pt x="10256" y="79090"/>
                    <a:pt x="9230" y="79090"/>
                  </a:cubicBezTo>
                  <a:cubicBezTo>
                    <a:pt x="9230" y="80454"/>
                    <a:pt x="9230" y="80454"/>
                    <a:pt x="9230" y="80454"/>
                  </a:cubicBezTo>
                  <a:cubicBezTo>
                    <a:pt x="7179" y="81818"/>
                    <a:pt x="7179" y="81818"/>
                    <a:pt x="7179" y="81818"/>
                  </a:cubicBezTo>
                  <a:cubicBezTo>
                    <a:pt x="7179" y="81818"/>
                    <a:pt x="6153" y="79090"/>
                    <a:pt x="6153" y="79090"/>
                  </a:cubicBezTo>
                  <a:cubicBezTo>
                    <a:pt x="5128" y="79090"/>
                    <a:pt x="5128" y="79090"/>
                    <a:pt x="5128" y="77727"/>
                  </a:cubicBezTo>
                  <a:cubicBezTo>
                    <a:pt x="5128" y="77727"/>
                    <a:pt x="6153" y="76363"/>
                    <a:pt x="6153" y="76363"/>
                  </a:cubicBezTo>
                  <a:cubicBezTo>
                    <a:pt x="6153" y="76363"/>
                    <a:pt x="5128" y="75000"/>
                    <a:pt x="5128" y="75000"/>
                  </a:cubicBezTo>
                  <a:cubicBezTo>
                    <a:pt x="5128" y="75000"/>
                    <a:pt x="6153" y="72272"/>
                    <a:pt x="7179" y="72272"/>
                  </a:cubicBezTo>
                  <a:cubicBezTo>
                    <a:pt x="8205" y="70909"/>
                    <a:pt x="10256" y="68181"/>
                    <a:pt x="10256" y="68181"/>
                  </a:cubicBezTo>
                  <a:cubicBezTo>
                    <a:pt x="11282" y="65454"/>
                    <a:pt x="11282" y="65454"/>
                    <a:pt x="11282" y="65454"/>
                  </a:cubicBezTo>
                  <a:cubicBezTo>
                    <a:pt x="10256" y="64090"/>
                    <a:pt x="10256" y="64090"/>
                    <a:pt x="10256" y="64090"/>
                  </a:cubicBezTo>
                  <a:cubicBezTo>
                    <a:pt x="10256" y="64090"/>
                    <a:pt x="9230" y="65454"/>
                    <a:pt x="9230" y="65454"/>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4" name="Shape 2021">
              <a:extLst>
                <a:ext uri="{FF2B5EF4-FFF2-40B4-BE49-F238E27FC236}">
                  <a16:creationId xmlns:a16="http://schemas.microsoft.com/office/drawing/2014/main" id="{47DB27D0-D0E4-4FD1-A173-BFEF9D388965}"/>
                </a:ext>
              </a:extLst>
            </p:cNvPr>
            <p:cNvSpPr/>
            <p:nvPr/>
          </p:nvSpPr>
          <p:spPr>
            <a:xfrm>
              <a:off x="5338203" y="3253211"/>
              <a:ext cx="517832" cy="466653"/>
            </a:xfrm>
            <a:custGeom>
              <a:avLst/>
              <a:gdLst/>
              <a:ahLst/>
              <a:cxnLst/>
              <a:rect l="0" t="0" r="0" b="0"/>
              <a:pathLst>
                <a:path w="120000" h="120000" extrusionOk="0">
                  <a:moveTo>
                    <a:pt x="113656" y="46635"/>
                  </a:moveTo>
                  <a:cubicBezTo>
                    <a:pt x="113656" y="45497"/>
                    <a:pt x="113127" y="44928"/>
                    <a:pt x="114185" y="44360"/>
                  </a:cubicBezTo>
                  <a:cubicBezTo>
                    <a:pt x="114713" y="44360"/>
                    <a:pt x="115242" y="45497"/>
                    <a:pt x="115242" y="44360"/>
                  </a:cubicBezTo>
                  <a:cubicBezTo>
                    <a:pt x="115242" y="43222"/>
                    <a:pt x="115770" y="43791"/>
                    <a:pt x="115242" y="42654"/>
                  </a:cubicBezTo>
                  <a:cubicBezTo>
                    <a:pt x="115242" y="42654"/>
                    <a:pt x="115242" y="42654"/>
                    <a:pt x="115242" y="42654"/>
                  </a:cubicBezTo>
                  <a:cubicBezTo>
                    <a:pt x="115242" y="42654"/>
                    <a:pt x="115242" y="42654"/>
                    <a:pt x="115242" y="42654"/>
                  </a:cubicBezTo>
                  <a:cubicBezTo>
                    <a:pt x="115242" y="42654"/>
                    <a:pt x="115242" y="43791"/>
                    <a:pt x="114713" y="43791"/>
                  </a:cubicBezTo>
                  <a:cubicBezTo>
                    <a:pt x="114713" y="43791"/>
                    <a:pt x="114185" y="44360"/>
                    <a:pt x="113656" y="44360"/>
                  </a:cubicBezTo>
                  <a:cubicBezTo>
                    <a:pt x="113127" y="43791"/>
                    <a:pt x="113127" y="43791"/>
                    <a:pt x="113127" y="43791"/>
                  </a:cubicBezTo>
                  <a:cubicBezTo>
                    <a:pt x="114185" y="42654"/>
                    <a:pt x="114185" y="42654"/>
                    <a:pt x="114185" y="42654"/>
                  </a:cubicBezTo>
                  <a:cubicBezTo>
                    <a:pt x="114185" y="40379"/>
                    <a:pt x="114185" y="40379"/>
                    <a:pt x="114185" y="40379"/>
                  </a:cubicBezTo>
                  <a:cubicBezTo>
                    <a:pt x="114185" y="40379"/>
                    <a:pt x="113656" y="39241"/>
                    <a:pt x="113127" y="38104"/>
                  </a:cubicBezTo>
                  <a:cubicBezTo>
                    <a:pt x="112599" y="37535"/>
                    <a:pt x="112070" y="36966"/>
                    <a:pt x="112070" y="36966"/>
                  </a:cubicBezTo>
                  <a:cubicBezTo>
                    <a:pt x="113656" y="35829"/>
                    <a:pt x="113656" y="35829"/>
                    <a:pt x="113656" y="35829"/>
                  </a:cubicBezTo>
                  <a:cubicBezTo>
                    <a:pt x="114185" y="35260"/>
                    <a:pt x="114185" y="35260"/>
                    <a:pt x="114185" y="35260"/>
                  </a:cubicBezTo>
                  <a:cubicBezTo>
                    <a:pt x="114185" y="34691"/>
                    <a:pt x="114185" y="34691"/>
                    <a:pt x="114185" y="34691"/>
                  </a:cubicBezTo>
                  <a:cubicBezTo>
                    <a:pt x="114185" y="34691"/>
                    <a:pt x="115242" y="35829"/>
                    <a:pt x="116299" y="35829"/>
                  </a:cubicBezTo>
                  <a:cubicBezTo>
                    <a:pt x="116828" y="35829"/>
                    <a:pt x="116299" y="35829"/>
                    <a:pt x="117356" y="35260"/>
                  </a:cubicBezTo>
                  <a:cubicBezTo>
                    <a:pt x="118414" y="35260"/>
                    <a:pt x="120000" y="33554"/>
                    <a:pt x="120000" y="33554"/>
                  </a:cubicBezTo>
                  <a:cubicBezTo>
                    <a:pt x="120000" y="33554"/>
                    <a:pt x="118942" y="32417"/>
                    <a:pt x="118414" y="32417"/>
                  </a:cubicBezTo>
                  <a:cubicBezTo>
                    <a:pt x="117885" y="32985"/>
                    <a:pt x="118414" y="32985"/>
                    <a:pt x="116828" y="32985"/>
                  </a:cubicBezTo>
                  <a:cubicBezTo>
                    <a:pt x="115242" y="32417"/>
                    <a:pt x="114713" y="31848"/>
                    <a:pt x="114713" y="31848"/>
                  </a:cubicBezTo>
                  <a:cubicBezTo>
                    <a:pt x="114713" y="31848"/>
                    <a:pt x="114185" y="31848"/>
                    <a:pt x="113656" y="31848"/>
                  </a:cubicBezTo>
                  <a:cubicBezTo>
                    <a:pt x="113127" y="31848"/>
                    <a:pt x="113127" y="31848"/>
                    <a:pt x="112599" y="31279"/>
                  </a:cubicBezTo>
                  <a:cubicBezTo>
                    <a:pt x="111541" y="30142"/>
                    <a:pt x="110484" y="29004"/>
                    <a:pt x="110484" y="29004"/>
                  </a:cubicBezTo>
                  <a:cubicBezTo>
                    <a:pt x="110484" y="29004"/>
                    <a:pt x="109427" y="29573"/>
                    <a:pt x="109427" y="29004"/>
                  </a:cubicBezTo>
                  <a:cubicBezTo>
                    <a:pt x="109427" y="29004"/>
                    <a:pt x="109955" y="27867"/>
                    <a:pt x="109955" y="27867"/>
                  </a:cubicBezTo>
                  <a:cubicBezTo>
                    <a:pt x="109955" y="27298"/>
                    <a:pt x="109955" y="27298"/>
                    <a:pt x="109955" y="27298"/>
                  </a:cubicBezTo>
                  <a:cubicBezTo>
                    <a:pt x="109427" y="26729"/>
                    <a:pt x="109427" y="26729"/>
                    <a:pt x="109427" y="26729"/>
                  </a:cubicBezTo>
                  <a:cubicBezTo>
                    <a:pt x="109427" y="26729"/>
                    <a:pt x="110484" y="26729"/>
                    <a:pt x="110484" y="26729"/>
                  </a:cubicBezTo>
                  <a:cubicBezTo>
                    <a:pt x="111013" y="26161"/>
                    <a:pt x="111013" y="26161"/>
                    <a:pt x="111013" y="26161"/>
                  </a:cubicBezTo>
                  <a:cubicBezTo>
                    <a:pt x="112070" y="25023"/>
                    <a:pt x="111013" y="23886"/>
                    <a:pt x="109427" y="24454"/>
                  </a:cubicBezTo>
                  <a:cubicBezTo>
                    <a:pt x="108898" y="24454"/>
                    <a:pt x="108370" y="25023"/>
                    <a:pt x="108370" y="25023"/>
                  </a:cubicBezTo>
                  <a:cubicBezTo>
                    <a:pt x="107841" y="25023"/>
                    <a:pt x="106784" y="24454"/>
                    <a:pt x="106784" y="23886"/>
                  </a:cubicBezTo>
                  <a:cubicBezTo>
                    <a:pt x="106784" y="23317"/>
                    <a:pt x="106255" y="23317"/>
                    <a:pt x="107312" y="22748"/>
                  </a:cubicBezTo>
                  <a:cubicBezTo>
                    <a:pt x="107841" y="22748"/>
                    <a:pt x="108370" y="21611"/>
                    <a:pt x="108370" y="21611"/>
                  </a:cubicBezTo>
                  <a:cubicBezTo>
                    <a:pt x="107312" y="19905"/>
                    <a:pt x="107312" y="19905"/>
                    <a:pt x="107312" y="19905"/>
                  </a:cubicBezTo>
                  <a:cubicBezTo>
                    <a:pt x="107841" y="16492"/>
                    <a:pt x="107841" y="16492"/>
                    <a:pt x="107841" y="16492"/>
                  </a:cubicBezTo>
                  <a:cubicBezTo>
                    <a:pt x="105726" y="15924"/>
                    <a:pt x="105726" y="15924"/>
                    <a:pt x="105726" y="15924"/>
                  </a:cubicBezTo>
                  <a:cubicBezTo>
                    <a:pt x="105726" y="14786"/>
                    <a:pt x="105726" y="14786"/>
                    <a:pt x="105726" y="14786"/>
                  </a:cubicBezTo>
                  <a:cubicBezTo>
                    <a:pt x="104669" y="14218"/>
                    <a:pt x="104669" y="14218"/>
                    <a:pt x="104669" y="14218"/>
                  </a:cubicBezTo>
                  <a:cubicBezTo>
                    <a:pt x="103612" y="17061"/>
                    <a:pt x="103612" y="17061"/>
                    <a:pt x="103612" y="17061"/>
                  </a:cubicBezTo>
                  <a:cubicBezTo>
                    <a:pt x="103612" y="17061"/>
                    <a:pt x="102026" y="17630"/>
                    <a:pt x="102026" y="18199"/>
                  </a:cubicBezTo>
                  <a:cubicBezTo>
                    <a:pt x="101497" y="18767"/>
                    <a:pt x="98854" y="18767"/>
                    <a:pt x="98854" y="18767"/>
                  </a:cubicBezTo>
                  <a:cubicBezTo>
                    <a:pt x="96740" y="18767"/>
                    <a:pt x="96740" y="18767"/>
                    <a:pt x="96740" y="18767"/>
                  </a:cubicBezTo>
                  <a:cubicBezTo>
                    <a:pt x="93039" y="19905"/>
                    <a:pt x="93039" y="19905"/>
                    <a:pt x="93039" y="19905"/>
                  </a:cubicBezTo>
                  <a:cubicBezTo>
                    <a:pt x="93039" y="19905"/>
                    <a:pt x="91982" y="20473"/>
                    <a:pt x="91453" y="20473"/>
                  </a:cubicBezTo>
                  <a:cubicBezTo>
                    <a:pt x="90925" y="20473"/>
                    <a:pt x="88281" y="19905"/>
                    <a:pt x="88281" y="19905"/>
                  </a:cubicBezTo>
                  <a:cubicBezTo>
                    <a:pt x="86696" y="20473"/>
                    <a:pt x="86696" y="20473"/>
                    <a:pt x="86696" y="20473"/>
                  </a:cubicBezTo>
                  <a:cubicBezTo>
                    <a:pt x="82995" y="19336"/>
                    <a:pt x="82995" y="19336"/>
                    <a:pt x="82995" y="19336"/>
                  </a:cubicBezTo>
                  <a:cubicBezTo>
                    <a:pt x="81938" y="18199"/>
                    <a:pt x="81938" y="18199"/>
                    <a:pt x="81938" y="18199"/>
                  </a:cubicBezTo>
                  <a:cubicBezTo>
                    <a:pt x="81409" y="17630"/>
                    <a:pt x="81409" y="17630"/>
                    <a:pt x="81409" y="17630"/>
                  </a:cubicBezTo>
                  <a:cubicBezTo>
                    <a:pt x="78766" y="17061"/>
                    <a:pt x="78766" y="17061"/>
                    <a:pt x="78766" y="17061"/>
                  </a:cubicBezTo>
                  <a:cubicBezTo>
                    <a:pt x="78237" y="15924"/>
                    <a:pt x="78237" y="15924"/>
                    <a:pt x="78237" y="15924"/>
                  </a:cubicBezTo>
                  <a:cubicBezTo>
                    <a:pt x="76123" y="15924"/>
                    <a:pt x="76123" y="15924"/>
                    <a:pt x="76123" y="15924"/>
                  </a:cubicBezTo>
                  <a:cubicBezTo>
                    <a:pt x="76123" y="15924"/>
                    <a:pt x="76123" y="15924"/>
                    <a:pt x="76123" y="15924"/>
                  </a:cubicBezTo>
                  <a:cubicBezTo>
                    <a:pt x="76123" y="15924"/>
                    <a:pt x="76123" y="15924"/>
                    <a:pt x="76123" y="15924"/>
                  </a:cubicBezTo>
                  <a:cubicBezTo>
                    <a:pt x="75066" y="15355"/>
                    <a:pt x="75066" y="15355"/>
                    <a:pt x="75066" y="15355"/>
                  </a:cubicBezTo>
                  <a:cubicBezTo>
                    <a:pt x="75066" y="14786"/>
                    <a:pt x="75066" y="14786"/>
                    <a:pt x="75066" y="14786"/>
                  </a:cubicBezTo>
                  <a:cubicBezTo>
                    <a:pt x="74537" y="14786"/>
                    <a:pt x="74537" y="14786"/>
                    <a:pt x="74537" y="14218"/>
                  </a:cubicBezTo>
                  <a:cubicBezTo>
                    <a:pt x="74008" y="13649"/>
                    <a:pt x="74008" y="13649"/>
                    <a:pt x="74008" y="13649"/>
                  </a:cubicBezTo>
                  <a:cubicBezTo>
                    <a:pt x="71365" y="10236"/>
                    <a:pt x="71365" y="10236"/>
                    <a:pt x="71365" y="10236"/>
                  </a:cubicBezTo>
                  <a:cubicBezTo>
                    <a:pt x="70837" y="10236"/>
                    <a:pt x="70837" y="10236"/>
                    <a:pt x="70837" y="10236"/>
                  </a:cubicBezTo>
                  <a:cubicBezTo>
                    <a:pt x="70837" y="10236"/>
                    <a:pt x="70837" y="10236"/>
                    <a:pt x="70837" y="10236"/>
                  </a:cubicBezTo>
                  <a:cubicBezTo>
                    <a:pt x="66079" y="8530"/>
                    <a:pt x="66079" y="8530"/>
                    <a:pt x="66079" y="8530"/>
                  </a:cubicBezTo>
                  <a:cubicBezTo>
                    <a:pt x="64493" y="6255"/>
                    <a:pt x="64493" y="6255"/>
                    <a:pt x="64493" y="6255"/>
                  </a:cubicBezTo>
                  <a:cubicBezTo>
                    <a:pt x="62907" y="5118"/>
                    <a:pt x="62907" y="5118"/>
                    <a:pt x="62907" y="5118"/>
                  </a:cubicBezTo>
                  <a:cubicBezTo>
                    <a:pt x="60792" y="3412"/>
                    <a:pt x="60792" y="3412"/>
                    <a:pt x="60792" y="3412"/>
                  </a:cubicBezTo>
                  <a:cubicBezTo>
                    <a:pt x="58678" y="1706"/>
                    <a:pt x="58678" y="1706"/>
                    <a:pt x="58678" y="1706"/>
                  </a:cubicBezTo>
                  <a:cubicBezTo>
                    <a:pt x="57621" y="568"/>
                    <a:pt x="57621" y="568"/>
                    <a:pt x="57621" y="568"/>
                  </a:cubicBezTo>
                  <a:cubicBezTo>
                    <a:pt x="57621" y="568"/>
                    <a:pt x="57621" y="568"/>
                    <a:pt x="57621" y="568"/>
                  </a:cubicBezTo>
                  <a:cubicBezTo>
                    <a:pt x="57621" y="568"/>
                    <a:pt x="57092" y="0"/>
                    <a:pt x="57092" y="0"/>
                  </a:cubicBezTo>
                  <a:cubicBezTo>
                    <a:pt x="57092" y="0"/>
                    <a:pt x="56563" y="0"/>
                    <a:pt x="56563" y="0"/>
                  </a:cubicBezTo>
                  <a:cubicBezTo>
                    <a:pt x="56035" y="0"/>
                    <a:pt x="54977" y="0"/>
                    <a:pt x="54977" y="0"/>
                  </a:cubicBezTo>
                  <a:cubicBezTo>
                    <a:pt x="54977" y="0"/>
                    <a:pt x="54449" y="568"/>
                    <a:pt x="53920" y="568"/>
                  </a:cubicBezTo>
                  <a:cubicBezTo>
                    <a:pt x="53920" y="568"/>
                    <a:pt x="53392" y="1706"/>
                    <a:pt x="53392" y="1706"/>
                  </a:cubicBezTo>
                  <a:cubicBezTo>
                    <a:pt x="52863" y="2274"/>
                    <a:pt x="52863" y="2274"/>
                    <a:pt x="52863" y="2274"/>
                  </a:cubicBezTo>
                  <a:cubicBezTo>
                    <a:pt x="53392" y="2843"/>
                    <a:pt x="53392" y="2843"/>
                    <a:pt x="53392" y="2843"/>
                  </a:cubicBezTo>
                  <a:cubicBezTo>
                    <a:pt x="54449" y="5118"/>
                    <a:pt x="54977" y="5118"/>
                    <a:pt x="52334" y="4549"/>
                  </a:cubicBezTo>
                  <a:cubicBezTo>
                    <a:pt x="51277" y="3981"/>
                    <a:pt x="51277" y="3981"/>
                    <a:pt x="51277" y="3981"/>
                  </a:cubicBezTo>
                  <a:cubicBezTo>
                    <a:pt x="50748" y="4549"/>
                    <a:pt x="50748" y="4549"/>
                    <a:pt x="50748" y="4549"/>
                  </a:cubicBezTo>
                  <a:cubicBezTo>
                    <a:pt x="49691" y="5118"/>
                    <a:pt x="49691" y="5118"/>
                    <a:pt x="49691" y="5118"/>
                  </a:cubicBezTo>
                  <a:cubicBezTo>
                    <a:pt x="49691" y="5118"/>
                    <a:pt x="49691" y="5118"/>
                    <a:pt x="49691" y="5118"/>
                  </a:cubicBezTo>
                  <a:cubicBezTo>
                    <a:pt x="49691" y="5118"/>
                    <a:pt x="49691" y="6255"/>
                    <a:pt x="49691" y="6255"/>
                  </a:cubicBezTo>
                  <a:cubicBezTo>
                    <a:pt x="49162" y="7393"/>
                    <a:pt x="49162" y="7393"/>
                    <a:pt x="49162" y="7393"/>
                  </a:cubicBezTo>
                  <a:cubicBezTo>
                    <a:pt x="48105" y="7962"/>
                    <a:pt x="48105" y="7962"/>
                    <a:pt x="48105" y="7962"/>
                  </a:cubicBezTo>
                  <a:cubicBezTo>
                    <a:pt x="47048" y="8530"/>
                    <a:pt x="47048" y="8530"/>
                    <a:pt x="47048" y="8530"/>
                  </a:cubicBezTo>
                  <a:cubicBezTo>
                    <a:pt x="46519" y="9099"/>
                    <a:pt x="46519" y="9099"/>
                    <a:pt x="46519" y="9099"/>
                  </a:cubicBezTo>
                  <a:cubicBezTo>
                    <a:pt x="45462" y="9099"/>
                    <a:pt x="45462" y="9099"/>
                    <a:pt x="45462" y="9099"/>
                  </a:cubicBezTo>
                  <a:cubicBezTo>
                    <a:pt x="44405" y="9668"/>
                    <a:pt x="44405" y="9668"/>
                    <a:pt x="44405" y="9668"/>
                  </a:cubicBezTo>
                  <a:cubicBezTo>
                    <a:pt x="43876" y="10805"/>
                    <a:pt x="43876" y="10805"/>
                    <a:pt x="43876" y="10805"/>
                  </a:cubicBezTo>
                  <a:cubicBezTo>
                    <a:pt x="43876" y="10805"/>
                    <a:pt x="42819" y="10805"/>
                    <a:pt x="42819" y="10805"/>
                  </a:cubicBezTo>
                  <a:cubicBezTo>
                    <a:pt x="42819" y="10805"/>
                    <a:pt x="41233" y="11374"/>
                    <a:pt x="41233" y="11374"/>
                  </a:cubicBezTo>
                  <a:cubicBezTo>
                    <a:pt x="41233" y="12511"/>
                    <a:pt x="41233" y="12511"/>
                    <a:pt x="41233" y="12511"/>
                  </a:cubicBezTo>
                  <a:cubicBezTo>
                    <a:pt x="41233" y="12511"/>
                    <a:pt x="40704" y="13080"/>
                    <a:pt x="40704" y="13080"/>
                  </a:cubicBezTo>
                  <a:cubicBezTo>
                    <a:pt x="40704" y="13080"/>
                    <a:pt x="40704" y="14786"/>
                    <a:pt x="40704" y="14786"/>
                  </a:cubicBezTo>
                  <a:cubicBezTo>
                    <a:pt x="40704" y="14786"/>
                    <a:pt x="41762" y="15355"/>
                    <a:pt x="41762" y="15355"/>
                  </a:cubicBezTo>
                  <a:cubicBezTo>
                    <a:pt x="42290" y="15924"/>
                    <a:pt x="42290" y="15924"/>
                    <a:pt x="42290" y="15924"/>
                  </a:cubicBezTo>
                  <a:cubicBezTo>
                    <a:pt x="42819" y="16492"/>
                    <a:pt x="42819" y="16492"/>
                    <a:pt x="42819" y="16492"/>
                  </a:cubicBezTo>
                  <a:cubicBezTo>
                    <a:pt x="42819" y="16492"/>
                    <a:pt x="43348" y="17061"/>
                    <a:pt x="43348" y="17061"/>
                  </a:cubicBezTo>
                  <a:cubicBezTo>
                    <a:pt x="42819" y="17061"/>
                    <a:pt x="42819" y="18767"/>
                    <a:pt x="42819" y="18767"/>
                  </a:cubicBezTo>
                  <a:cubicBezTo>
                    <a:pt x="43348" y="20473"/>
                    <a:pt x="43348" y="20473"/>
                    <a:pt x="43348" y="20473"/>
                  </a:cubicBezTo>
                  <a:cubicBezTo>
                    <a:pt x="42819" y="21042"/>
                    <a:pt x="42819" y="21042"/>
                    <a:pt x="42819" y="21042"/>
                  </a:cubicBezTo>
                  <a:cubicBezTo>
                    <a:pt x="43348" y="22180"/>
                    <a:pt x="43348" y="22180"/>
                    <a:pt x="43348" y="22180"/>
                  </a:cubicBezTo>
                  <a:cubicBezTo>
                    <a:pt x="43348" y="22180"/>
                    <a:pt x="43876" y="22180"/>
                    <a:pt x="43348" y="22748"/>
                  </a:cubicBezTo>
                  <a:cubicBezTo>
                    <a:pt x="42819" y="22748"/>
                    <a:pt x="42290" y="23317"/>
                    <a:pt x="42290" y="23317"/>
                  </a:cubicBezTo>
                  <a:cubicBezTo>
                    <a:pt x="42290" y="23317"/>
                    <a:pt x="41233" y="23317"/>
                    <a:pt x="41233" y="23317"/>
                  </a:cubicBezTo>
                  <a:cubicBezTo>
                    <a:pt x="41233" y="23317"/>
                    <a:pt x="40176" y="23317"/>
                    <a:pt x="40176" y="23317"/>
                  </a:cubicBezTo>
                  <a:cubicBezTo>
                    <a:pt x="39647" y="24454"/>
                    <a:pt x="39647" y="24454"/>
                    <a:pt x="39647" y="24454"/>
                  </a:cubicBezTo>
                  <a:cubicBezTo>
                    <a:pt x="38590" y="23886"/>
                    <a:pt x="38590" y="23886"/>
                    <a:pt x="38590" y="23886"/>
                  </a:cubicBezTo>
                  <a:cubicBezTo>
                    <a:pt x="38590" y="25023"/>
                    <a:pt x="38590" y="25023"/>
                    <a:pt x="38590" y="25023"/>
                  </a:cubicBezTo>
                  <a:cubicBezTo>
                    <a:pt x="37004" y="25592"/>
                    <a:pt x="37004" y="25592"/>
                    <a:pt x="37004" y="25592"/>
                  </a:cubicBezTo>
                  <a:cubicBezTo>
                    <a:pt x="35947" y="26161"/>
                    <a:pt x="35947" y="26161"/>
                    <a:pt x="35947" y="26161"/>
                  </a:cubicBezTo>
                  <a:cubicBezTo>
                    <a:pt x="35418" y="27298"/>
                    <a:pt x="35418" y="27298"/>
                    <a:pt x="35418" y="27298"/>
                  </a:cubicBezTo>
                  <a:cubicBezTo>
                    <a:pt x="35947" y="27867"/>
                    <a:pt x="35947" y="27867"/>
                    <a:pt x="35947" y="27867"/>
                  </a:cubicBezTo>
                  <a:cubicBezTo>
                    <a:pt x="35947" y="27867"/>
                    <a:pt x="36475" y="28436"/>
                    <a:pt x="36475" y="27867"/>
                  </a:cubicBezTo>
                  <a:cubicBezTo>
                    <a:pt x="36475" y="27867"/>
                    <a:pt x="36475" y="27298"/>
                    <a:pt x="36475" y="27298"/>
                  </a:cubicBezTo>
                  <a:cubicBezTo>
                    <a:pt x="37004" y="27867"/>
                    <a:pt x="37533" y="28436"/>
                    <a:pt x="37533" y="28436"/>
                  </a:cubicBezTo>
                  <a:cubicBezTo>
                    <a:pt x="38061" y="29573"/>
                    <a:pt x="38061" y="29573"/>
                    <a:pt x="38061" y="29573"/>
                  </a:cubicBezTo>
                  <a:cubicBezTo>
                    <a:pt x="38061" y="29573"/>
                    <a:pt x="37004" y="29573"/>
                    <a:pt x="37004" y="29573"/>
                  </a:cubicBezTo>
                  <a:cubicBezTo>
                    <a:pt x="37004" y="29573"/>
                    <a:pt x="36475" y="30142"/>
                    <a:pt x="36475" y="30142"/>
                  </a:cubicBezTo>
                  <a:cubicBezTo>
                    <a:pt x="35947" y="30710"/>
                    <a:pt x="35947" y="30710"/>
                    <a:pt x="35947" y="30710"/>
                  </a:cubicBezTo>
                  <a:cubicBezTo>
                    <a:pt x="35947" y="31279"/>
                    <a:pt x="35947" y="31279"/>
                    <a:pt x="35947" y="31848"/>
                  </a:cubicBezTo>
                  <a:cubicBezTo>
                    <a:pt x="35947" y="31848"/>
                    <a:pt x="35947" y="32417"/>
                    <a:pt x="35947" y="32417"/>
                  </a:cubicBezTo>
                  <a:cubicBezTo>
                    <a:pt x="36475" y="32417"/>
                    <a:pt x="37004" y="33554"/>
                    <a:pt x="37004" y="33554"/>
                  </a:cubicBezTo>
                  <a:cubicBezTo>
                    <a:pt x="37004" y="33554"/>
                    <a:pt x="37533" y="34123"/>
                    <a:pt x="37533" y="34123"/>
                  </a:cubicBezTo>
                  <a:cubicBezTo>
                    <a:pt x="37533" y="34123"/>
                    <a:pt x="37533" y="34691"/>
                    <a:pt x="37533" y="34691"/>
                  </a:cubicBezTo>
                  <a:cubicBezTo>
                    <a:pt x="37533" y="34691"/>
                    <a:pt x="37004" y="35260"/>
                    <a:pt x="36475" y="35260"/>
                  </a:cubicBezTo>
                  <a:cubicBezTo>
                    <a:pt x="36475" y="35260"/>
                    <a:pt x="35418" y="35260"/>
                    <a:pt x="35418" y="35260"/>
                  </a:cubicBezTo>
                  <a:cubicBezTo>
                    <a:pt x="35418" y="35260"/>
                    <a:pt x="34889" y="36398"/>
                    <a:pt x="34889" y="36398"/>
                  </a:cubicBezTo>
                  <a:cubicBezTo>
                    <a:pt x="34889" y="36398"/>
                    <a:pt x="34361" y="36398"/>
                    <a:pt x="33832" y="36398"/>
                  </a:cubicBezTo>
                  <a:cubicBezTo>
                    <a:pt x="33832" y="36398"/>
                    <a:pt x="34889" y="36966"/>
                    <a:pt x="33832" y="36398"/>
                  </a:cubicBezTo>
                  <a:cubicBezTo>
                    <a:pt x="32246" y="35829"/>
                    <a:pt x="32246" y="35260"/>
                    <a:pt x="32246" y="35260"/>
                  </a:cubicBezTo>
                  <a:cubicBezTo>
                    <a:pt x="32246" y="35260"/>
                    <a:pt x="31718" y="34691"/>
                    <a:pt x="31718" y="34691"/>
                  </a:cubicBezTo>
                  <a:cubicBezTo>
                    <a:pt x="31189" y="34691"/>
                    <a:pt x="30660" y="34691"/>
                    <a:pt x="30660" y="34691"/>
                  </a:cubicBezTo>
                  <a:cubicBezTo>
                    <a:pt x="29603" y="34691"/>
                    <a:pt x="29603" y="34691"/>
                    <a:pt x="29603" y="34691"/>
                  </a:cubicBezTo>
                  <a:cubicBezTo>
                    <a:pt x="29074" y="34123"/>
                    <a:pt x="29074" y="34123"/>
                    <a:pt x="29074" y="34123"/>
                  </a:cubicBezTo>
                  <a:cubicBezTo>
                    <a:pt x="28546" y="35260"/>
                    <a:pt x="28546" y="35260"/>
                    <a:pt x="28546" y="35260"/>
                  </a:cubicBezTo>
                  <a:cubicBezTo>
                    <a:pt x="28546" y="35260"/>
                    <a:pt x="28546" y="35829"/>
                    <a:pt x="28017" y="35829"/>
                  </a:cubicBezTo>
                  <a:cubicBezTo>
                    <a:pt x="27488" y="36398"/>
                    <a:pt x="28017" y="36398"/>
                    <a:pt x="27488" y="36398"/>
                  </a:cubicBezTo>
                  <a:cubicBezTo>
                    <a:pt x="26431" y="36398"/>
                    <a:pt x="25903" y="35260"/>
                    <a:pt x="25903" y="35260"/>
                  </a:cubicBezTo>
                  <a:cubicBezTo>
                    <a:pt x="25903" y="35260"/>
                    <a:pt x="24845" y="34691"/>
                    <a:pt x="24845" y="34691"/>
                  </a:cubicBezTo>
                  <a:cubicBezTo>
                    <a:pt x="24317" y="34123"/>
                    <a:pt x="24317" y="34123"/>
                    <a:pt x="24317" y="34123"/>
                  </a:cubicBezTo>
                  <a:cubicBezTo>
                    <a:pt x="23788" y="34123"/>
                    <a:pt x="23788" y="34691"/>
                    <a:pt x="23788" y="33554"/>
                  </a:cubicBezTo>
                  <a:cubicBezTo>
                    <a:pt x="23788" y="32985"/>
                    <a:pt x="23788" y="32985"/>
                    <a:pt x="23788" y="32985"/>
                  </a:cubicBezTo>
                  <a:cubicBezTo>
                    <a:pt x="23259" y="32417"/>
                    <a:pt x="23259" y="32985"/>
                    <a:pt x="22731" y="32417"/>
                  </a:cubicBezTo>
                  <a:cubicBezTo>
                    <a:pt x="22731" y="31848"/>
                    <a:pt x="22202" y="31279"/>
                    <a:pt x="22202" y="31279"/>
                  </a:cubicBezTo>
                  <a:cubicBezTo>
                    <a:pt x="21674" y="30142"/>
                    <a:pt x="21674" y="30142"/>
                    <a:pt x="21674" y="30142"/>
                  </a:cubicBezTo>
                  <a:cubicBezTo>
                    <a:pt x="21674" y="30142"/>
                    <a:pt x="21674" y="30142"/>
                    <a:pt x="21674" y="30710"/>
                  </a:cubicBezTo>
                  <a:cubicBezTo>
                    <a:pt x="21145" y="31279"/>
                    <a:pt x="20616" y="31279"/>
                    <a:pt x="20616" y="31279"/>
                  </a:cubicBezTo>
                  <a:cubicBezTo>
                    <a:pt x="20616" y="31848"/>
                    <a:pt x="20088" y="32417"/>
                    <a:pt x="20088" y="32417"/>
                  </a:cubicBezTo>
                  <a:cubicBezTo>
                    <a:pt x="20088" y="32417"/>
                    <a:pt x="19559" y="32985"/>
                    <a:pt x="19559" y="33554"/>
                  </a:cubicBezTo>
                  <a:cubicBezTo>
                    <a:pt x="20088" y="33554"/>
                    <a:pt x="20088" y="33554"/>
                    <a:pt x="20088" y="34123"/>
                  </a:cubicBezTo>
                  <a:cubicBezTo>
                    <a:pt x="20088" y="34123"/>
                    <a:pt x="19559" y="34691"/>
                    <a:pt x="19559" y="34691"/>
                  </a:cubicBezTo>
                  <a:cubicBezTo>
                    <a:pt x="19030" y="35260"/>
                    <a:pt x="19030" y="35260"/>
                    <a:pt x="18502" y="35260"/>
                  </a:cubicBezTo>
                  <a:cubicBezTo>
                    <a:pt x="18502" y="35829"/>
                    <a:pt x="17444" y="36398"/>
                    <a:pt x="17444" y="36398"/>
                  </a:cubicBezTo>
                  <a:cubicBezTo>
                    <a:pt x="16387" y="36398"/>
                    <a:pt x="16387" y="36398"/>
                    <a:pt x="16387" y="36398"/>
                  </a:cubicBezTo>
                  <a:cubicBezTo>
                    <a:pt x="14801" y="35829"/>
                    <a:pt x="14801" y="35829"/>
                    <a:pt x="14801" y="35829"/>
                  </a:cubicBezTo>
                  <a:cubicBezTo>
                    <a:pt x="13744" y="36966"/>
                    <a:pt x="13744" y="36966"/>
                    <a:pt x="13744" y="36966"/>
                  </a:cubicBezTo>
                  <a:cubicBezTo>
                    <a:pt x="13744" y="36966"/>
                    <a:pt x="13215" y="36966"/>
                    <a:pt x="13215" y="36966"/>
                  </a:cubicBezTo>
                  <a:cubicBezTo>
                    <a:pt x="12687" y="36966"/>
                    <a:pt x="12158" y="36966"/>
                    <a:pt x="12158" y="36966"/>
                  </a:cubicBezTo>
                  <a:cubicBezTo>
                    <a:pt x="12158" y="36966"/>
                    <a:pt x="11629" y="36398"/>
                    <a:pt x="11101" y="36398"/>
                  </a:cubicBezTo>
                  <a:cubicBezTo>
                    <a:pt x="11101" y="36398"/>
                    <a:pt x="10572" y="36398"/>
                    <a:pt x="10572" y="36398"/>
                  </a:cubicBezTo>
                  <a:cubicBezTo>
                    <a:pt x="10044" y="36398"/>
                    <a:pt x="9515" y="36398"/>
                    <a:pt x="9515" y="36398"/>
                  </a:cubicBezTo>
                  <a:cubicBezTo>
                    <a:pt x="9515" y="36966"/>
                    <a:pt x="9515" y="36966"/>
                    <a:pt x="9515" y="36966"/>
                  </a:cubicBezTo>
                  <a:cubicBezTo>
                    <a:pt x="9515" y="36966"/>
                    <a:pt x="10044" y="36966"/>
                    <a:pt x="10044" y="36966"/>
                  </a:cubicBezTo>
                  <a:cubicBezTo>
                    <a:pt x="10044" y="37535"/>
                    <a:pt x="10044" y="38104"/>
                    <a:pt x="10044" y="38104"/>
                  </a:cubicBezTo>
                  <a:cubicBezTo>
                    <a:pt x="10044" y="38104"/>
                    <a:pt x="9515" y="38104"/>
                    <a:pt x="9515" y="38104"/>
                  </a:cubicBezTo>
                  <a:cubicBezTo>
                    <a:pt x="9515" y="38672"/>
                    <a:pt x="8458" y="38672"/>
                    <a:pt x="8458" y="38672"/>
                  </a:cubicBezTo>
                  <a:cubicBezTo>
                    <a:pt x="8458" y="38672"/>
                    <a:pt x="8458" y="39241"/>
                    <a:pt x="8458" y="39241"/>
                  </a:cubicBezTo>
                  <a:cubicBezTo>
                    <a:pt x="8458" y="39241"/>
                    <a:pt x="8458" y="39241"/>
                    <a:pt x="7929" y="39241"/>
                  </a:cubicBezTo>
                  <a:cubicBezTo>
                    <a:pt x="7400" y="39241"/>
                    <a:pt x="7400" y="39241"/>
                    <a:pt x="6872" y="39241"/>
                  </a:cubicBezTo>
                  <a:cubicBezTo>
                    <a:pt x="6872" y="38672"/>
                    <a:pt x="6343" y="38672"/>
                    <a:pt x="5814" y="38672"/>
                  </a:cubicBezTo>
                  <a:cubicBezTo>
                    <a:pt x="5814" y="38672"/>
                    <a:pt x="4229" y="38104"/>
                    <a:pt x="4229" y="38104"/>
                  </a:cubicBezTo>
                  <a:cubicBezTo>
                    <a:pt x="4229" y="38104"/>
                    <a:pt x="3700" y="38672"/>
                    <a:pt x="3700" y="38672"/>
                  </a:cubicBezTo>
                  <a:cubicBezTo>
                    <a:pt x="3171" y="38672"/>
                    <a:pt x="2643" y="38672"/>
                    <a:pt x="2114" y="38104"/>
                  </a:cubicBezTo>
                  <a:cubicBezTo>
                    <a:pt x="2114"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8104"/>
                    <a:pt x="1585" y="38104"/>
                    <a:pt x="1585" y="38104"/>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7535"/>
                    <a:pt x="1585" y="37535"/>
                    <a:pt x="1585" y="37535"/>
                  </a:cubicBezTo>
                  <a:cubicBezTo>
                    <a:pt x="1585" y="36966"/>
                    <a:pt x="1585" y="36966"/>
                    <a:pt x="1585" y="36966"/>
                  </a:cubicBezTo>
                  <a:cubicBezTo>
                    <a:pt x="0" y="38104"/>
                    <a:pt x="0" y="38104"/>
                    <a:pt x="0" y="38104"/>
                  </a:cubicBezTo>
                  <a:cubicBezTo>
                    <a:pt x="1057" y="40379"/>
                    <a:pt x="1057" y="40379"/>
                    <a:pt x="1057" y="40379"/>
                  </a:cubicBezTo>
                  <a:cubicBezTo>
                    <a:pt x="528" y="40947"/>
                    <a:pt x="528" y="40947"/>
                    <a:pt x="528" y="40947"/>
                  </a:cubicBezTo>
                  <a:cubicBezTo>
                    <a:pt x="528" y="40947"/>
                    <a:pt x="1057" y="41516"/>
                    <a:pt x="1057" y="41516"/>
                  </a:cubicBezTo>
                  <a:cubicBezTo>
                    <a:pt x="1057" y="42085"/>
                    <a:pt x="1585" y="42085"/>
                    <a:pt x="1585" y="42654"/>
                  </a:cubicBezTo>
                  <a:cubicBezTo>
                    <a:pt x="1585" y="43222"/>
                    <a:pt x="1585" y="43791"/>
                    <a:pt x="1585" y="43791"/>
                  </a:cubicBezTo>
                  <a:cubicBezTo>
                    <a:pt x="2114" y="43791"/>
                    <a:pt x="2114" y="43791"/>
                    <a:pt x="2114" y="43791"/>
                  </a:cubicBezTo>
                  <a:cubicBezTo>
                    <a:pt x="2643" y="44928"/>
                    <a:pt x="2643" y="44928"/>
                    <a:pt x="2643" y="44928"/>
                  </a:cubicBezTo>
                  <a:cubicBezTo>
                    <a:pt x="2643" y="45497"/>
                    <a:pt x="2643" y="45497"/>
                    <a:pt x="2643" y="45497"/>
                  </a:cubicBezTo>
                  <a:cubicBezTo>
                    <a:pt x="2643" y="46635"/>
                    <a:pt x="2643" y="46635"/>
                    <a:pt x="2643" y="46635"/>
                  </a:cubicBezTo>
                  <a:cubicBezTo>
                    <a:pt x="2643" y="46635"/>
                    <a:pt x="3171" y="47203"/>
                    <a:pt x="3171" y="47772"/>
                  </a:cubicBezTo>
                  <a:cubicBezTo>
                    <a:pt x="3171" y="47772"/>
                    <a:pt x="3171" y="48341"/>
                    <a:pt x="3171" y="48909"/>
                  </a:cubicBezTo>
                  <a:cubicBezTo>
                    <a:pt x="3171" y="48909"/>
                    <a:pt x="4229" y="50047"/>
                    <a:pt x="4229" y="50047"/>
                  </a:cubicBezTo>
                  <a:cubicBezTo>
                    <a:pt x="4229" y="51184"/>
                    <a:pt x="4229" y="51184"/>
                    <a:pt x="4229" y="51184"/>
                  </a:cubicBezTo>
                  <a:cubicBezTo>
                    <a:pt x="4229" y="51184"/>
                    <a:pt x="4757" y="51753"/>
                    <a:pt x="5286" y="52322"/>
                  </a:cubicBezTo>
                  <a:cubicBezTo>
                    <a:pt x="5286" y="52322"/>
                    <a:pt x="5814" y="52890"/>
                    <a:pt x="5814" y="52890"/>
                  </a:cubicBezTo>
                  <a:cubicBezTo>
                    <a:pt x="6343" y="54028"/>
                    <a:pt x="6343" y="54028"/>
                    <a:pt x="6343" y="54028"/>
                  </a:cubicBezTo>
                  <a:cubicBezTo>
                    <a:pt x="6872" y="55165"/>
                    <a:pt x="6872" y="55165"/>
                    <a:pt x="6872" y="55165"/>
                  </a:cubicBezTo>
                  <a:cubicBezTo>
                    <a:pt x="7400" y="55734"/>
                    <a:pt x="7400" y="55734"/>
                    <a:pt x="7400" y="55734"/>
                  </a:cubicBezTo>
                  <a:cubicBezTo>
                    <a:pt x="7929" y="56872"/>
                    <a:pt x="7929" y="56872"/>
                    <a:pt x="7929" y="56872"/>
                  </a:cubicBezTo>
                  <a:cubicBezTo>
                    <a:pt x="8458" y="57440"/>
                    <a:pt x="8458" y="57440"/>
                    <a:pt x="8458" y="57440"/>
                  </a:cubicBezTo>
                  <a:cubicBezTo>
                    <a:pt x="8986" y="58009"/>
                    <a:pt x="8986" y="58009"/>
                    <a:pt x="8986" y="58009"/>
                  </a:cubicBezTo>
                  <a:cubicBezTo>
                    <a:pt x="8986" y="58009"/>
                    <a:pt x="8986" y="58578"/>
                    <a:pt x="9515" y="58578"/>
                  </a:cubicBezTo>
                  <a:cubicBezTo>
                    <a:pt x="10044" y="58578"/>
                    <a:pt x="10572" y="58578"/>
                    <a:pt x="10572" y="58578"/>
                  </a:cubicBezTo>
                  <a:cubicBezTo>
                    <a:pt x="11101" y="58578"/>
                    <a:pt x="11101" y="59146"/>
                    <a:pt x="11629" y="57440"/>
                  </a:cubicBezTo>
                  <a:cubicBezTo>
                    <a:pt x="11629" y="56303"/>
                    <a:pt x="11629" y="55734"/>
                    <a:pt x="11629" y="55734"/>
                  </a:cubicBezTo>
                  <a:cubicBezTo>
                    <a:pt x="11629" y="55734"/>
                    <a:pt x="12158" y="55734"/>
                    <a:pt x="12158" y="55165"/>
                  </a:cubicBezTo>
                  <a:cubicBezTo>
                    <a:pt x="12687" y="55165"/>
                    <a:pt x="13215" y="55165"/>
                    <a:pt x="13215" y="54597"/>
                  </a:cubicBezTo>
                  <a:cubicBezTo>
                    <a:pt x="13215" y="53459"/>
                    <a:pt x="12158" y="52890"/>
                    <a:pt x="12158" y="52890"/>
                  </a:cubicBezTo>
                  <a:cubicBezTo>
                    <a:pt x="12158" y="52890"/>
                    <a:pt x="13215" y="52322"/>
                    <a:pt x="13744" y="52890"/>
                  </a:cubicBezTo>
                  <a:cubicBezTo>
                    <a:pt x="13744" y="53459"/>
                    <a:pt x="13744" y="54028"/>
                    <a:pt x="14273" y="53459"/>
                  </a:cubicBezTo>
                  <a:cubicBezTo>
                    <a:pt x="14801" y="52322"/>
                    <a:pt x="14801" y="52322"/>
                    <a:pt x="14801" y="52322"/>
                  </a:cubicBezTo>
                  <a:cubicBezTo>
                    <a:pt x="14273" y="51753"/>
                    <a:pt x="14273" y="51184"/>
                    <a:pt x="14273" y="50616"/>
                  </a:cubicBezTo>
                  <a:cubicBezTo>
                    <a:pt x="14273" y="50616"/>
                    <a:pt x="14801" y="50047"/>
                    <a:pt x="14801" y="49478"/>
                  </a:cubicBezTo>
                  <a:cubicBezTo>
                    <a:pt x="15330" y="48909"/>
                    <a:pt x="15330" y="48341"/>
                    <a:pt x="15330" y="47772"/>
                  </a:cubicBezTo>
                  <a:cubicBezTo>
                    <a:pt x="15330" y="46635"/>
                    <a:pt x="15330" y="47203"/>
                    <a:pt x="15859" y="46066"/>
                  </a:cubicBezTo>
                  <a:cubicBezTo>
                    <a:pt x="15859" y="45497"/>
                    <a:pt x="15859" y="46066"/>
                    <a:pt x="15859" y="43791"/>
                  </a:cubicBezTo>
                  <a:cubicBezTo>
                    <a:pt x="16387" y="42085"/>
                    <a:pt x="16387" y="41516"/>
                    <a:pt x="16916" y="41516"/>
                  </a:cubicBezTo>
                  <a:cubicBezTo>
                    <a:pt x="16916" y="41516"/>
                    <a:pt x="21145" y="43222"/>
                    <a:pt x="21145" y="43222"/>
                  </a:cubicBezTo>
                  <a:cubicBezTo>
                    <a:pt x="21145" y="43222"/>
                    <a:pt x="21674" y="44360"/>
                    <a:pt x="21674" y="44360"/>
                  </a:cubicBezTo>
                  <a:cubicBezTo>
                    <a:pt x="21674" y="44928"/>
                    <a:pt x="21674" y="45497"/>
                    <a:pt x="21674" y="45497"/>
                  </a:cubicBezTo>
                  <a:cubicBezTo>
                    <a:pt x="21674" y="46066"/>
                    <a:pt x="21145" y="47203"/>
                    <a:pt x="21145" y="47203"/>
                  </a:cubicBezTo>
                  <a:cubicBezTo>
                    <a:pt x="21145" y="47772"/>
                    <a:pt x="21145" y="47772"/>
                    <a:pt x="21145" y="47772"/>
                  </a:cubicBezTo>
                  <a:cubicBezTo>
                    <a:pt x="21145" y="47772"/>
                    <a:pt x="20088" y="47772"/>
                    <a:pt x="20088" y="48909"/>
                  </a:cubicBezTo>
                  <a:cubicBezTo>
                    <a:pt x="19559" y="49478"/>
                    <a:pt x="19559" y="49478"/>
                    <a:pt x="20088" y="50047"/>
                  </a:cubicBezTo>
                  <a:cubicBezTo>
                    <a:pt x="20616" y="50616"/>
                    <a:pt x="21145" y="51184"/>
                    <a:pt x="21145" y="51184"/>
                  </a:cubicBezTo>
                  <a:cubicBezTo>
                    <a:pt x="21674" y="51184"/>
                    <a:pt x="22202" y="50616"/>
                    <a:pt x="22731" y="50616"/>
                  </a:cubicBezTo>
                  <a:cubicBezTo>
                    <a:pt x="22731" y="50616"/>
                    <a:pt x="23259" y="50616"/>
                    <a:pt x="23259" y="50616"/>
                  </a:cubicBezTo>
                  <a:cubicBezTo>
                    <a:pt x="23259" y="51184"/>
                    <a:pt x="23259" y="51753"/>
                    <a:pt x="23788" y="52322"/>
                  </a:cubicBezTo>
                  <a:cubicBezTo>
                    <a:pt x="24317" y="52322"/>
                    <a:pt x="24845" y="52890"/>
                    <a:pt x="24845" y="52890"/>
                  </a:cubicBezTo>
                  <a:cubicBezTo>
                    <a:pt x="25374" y="52890"/>
                    <a:pt x="25903" y="52890"/>
                    <a:pt x="25903" y="52890"/>
                  </a:cubicBezTo>
                  <a:cubicBezTo>
                    <a:pt x="25903" y="52890"/>
                    <a:pt x="26431" y="52322"/>
                    <a:pt x="26960" y="52322"/>
                  </a:cubicBezTo>
                  <a:cubicBezTo>
                    <a:pt x="26960" y="52322"/>
                    <a:pt x="28546" y="54028"/>
                    <a:pt x="27488" y="51753"/>
                  </a:cubicBezTo>
                  <a:cubicBezTo>
                    <a:pt x="25903" y="50047"/>
                    <a:pt x="25903" y="50047"/>
                    <a:pt x="25903" y="49478"/>
                  </a:cubicBezTo>
                  <a:cubicBezTo>
                    <a:pt x="25374" y="49478"/>
                    <a:pt x="24845" y="48909"/>
                    <a:pt x="24845" y="48909"/>
                  </a:cubicBezTo>
                  <a:cubicBezTo>
                    <a:pt x="24317" y="48909"/>
                    <a:pt x="24317" y="48909"/>
                    <a:pt x="24317" y="48909"/>
                  </a:cubicBezTo>
                  <a:cubicBezTo>
                    <a:pt x="24317" y="48909"/>
                    <a:pt x="24317" y="48341"/>
                    <a:pt x="24317" y="47772"/>
                  </a:cubicBezTo>
                  <a:cubicBezTo>
                    <a:pt x="24845" y="47203"/>
                    <a:pt x="24845" y="47203"/>
                    <a:pt x="25374" y="47203"/>
                  </a:cubicBezTo>
                  <a:cubicBezTo>
                    <a:pt x="25903" y="47203"/>
                    <a:pt x="25903" y="46635"/>
                    <a:pt x="26960" y="47772"/>
                  </a:cubicBezTo>
                  <a:cubicBezTo>
                    <a:pt x="27488" y="48341"/>
                    <a:pt x="27488" y="48341"/>
                    <a:pt x="27488" y="48909"/>
                  </a:cubicBezTo>
                  <a:cubicBezTo>
                    <a:pt x="28017" y="50047"/>
                    <a:pt x="28546" y="50616"/>
                    <a:pt x="29074" y="51184"/>
                  </a:cubicBezTo>
                  <a:cubicBezTo>
                    <a:pt x="29074" y="51184"/>
                    <a:pt x="29603" y="51184"/>
                    <a:pt x="29603" y="52322"/>
                  </a:cubicBezTo>
                  <a:cubicBezTo>
                    <a:pt x="29603" y="53459"/>
                    <a:pt x="29603" y="54597"/>
                    <a:pt x="29603" y="55165"/>
                  </a:cubicBezTo>
                  <a:cubicBezTo>
                    <a:pt x="29603" y="55165"/>
                    <a:pt x="29603" y="57440"/>
                    <a:pt x="29603" y="57440"/>
                  </a:cubicBezTo>
                  <a:cubicBezTo>
                    <a:pt x="29603" y="57440"/>
                    <a:pt x="29603" y="58578"/>
                    <a:pt x="29603" y="59146"/>
                  </a:cubicBezTo>
                  <a:cubicBezTo>
                    <a:pt x="29603" y="59715"/>
                    <a:pt x="32246" y="63696"/>
                    <a:pt x="32246" y="63696"/>
                  </a:cubicBezTo>
                  <a:cubicBezTo>
                    <a:pt x="32246" y="63696"/>
                    <a:pt x="33303" y="65402"/>
                    <a:pt x="33832" y="65402"/>
                  </a:cubicBezTo>
                  <a:cubicBezTo>
                    <a:pt x="33832" y="65402"/>
                    <a:pt x="34361" y="67109"/>
                    <a:pt x="34889" y="67677"/>
                  </a:cubicBezTo>
                  <a:cubicBezTo>
                    <a:pt x="35947" y="67677"/>
                    <a:pt x="38061" y="68815"/>
                    <a:pt x="38061" y="68815"/>
                  </a:cubicBezTo>
                  <a:cubicBezTo>
                    <a:pt x="41762" y="71090"/>
                    <a:pt x="41762" y="71090"/>
                    <a:pt x="41762" y="71090"/>
                  </a:cubicBezTo>
                  <a:cubicBezTo>
                    <a:pt x="41762" y="71090"/>
                    <a:pt x="42819" y="72796"/>
                    <a:pt x="43348" y="72796"/>
                  </a:cubicBezTo>
                  <a:cubicBezTo>
                    <a:pt x="43348" y="72796"/>
                    <a:pt x="45991" y="72796"/>
                    <a:pt x="43876" y="72796"/>
                  </a:cubicBezTo>
                  <a:cubicBezTo>
                    <a:pt x="42290" y="72796"/>
                    <a:pt x="40176" y="71658"/>
                    <a:pt x="40176" y="71658"/>
                  </a:cubicBezTo>
                  <a:cubicBezTo>
                    <a:pt x="40176" y="71658"/>
                    <a:pt x="39647" y="70521"/>
                    <a:pt x="39647" y="70521"/>
                  </a:cubicBezTo>
                  <a:cubicBezTo>
                    <a:pt x="39118" y="70521"/>
                    <a:pt x="37004" y="69952"/>
                    <a:pt x="36475" y="69383"/>
                  </a:cubicBezTo>
                  <a:cubicBezTo>
                    <a:pt x="36475" y="69383"/>
                    <a:pt x="35947" y="68815"/>
                    <a:pt x="35418" y="68246"/>
                  </a:cubicBezTo>
                  <a:cubicBezTo>
                    <a:pt x="34889" y="67109"/>
                    <a:pt x="33832" y="66540"/>
                    <a:pt x="33832" y="66540"/>
                  </a:cubicBezTo>
                  <a:cubicBezTo>
                    <a:pt x="33832" y="66540"/>
                    <a:pt x="33303" y="65971"/>
                    <a:pt x="32775" y="64834"/>
                  </a:cubicBezTo>
                  <a:cubicBezTo>
                    <a:pt x="32246" y="64265"/>
                    <a:pt x="32246" y="64265"/>
                    <a:pt x="32246" y="63696"/>
                  </a:cubicBezTo>
                  <a:cubicBezTo>
                    <a:pt x="31718" y="63696"/>
                    <a:pt x="32246" y="63696"/>
                    <a:pt x="31189" y="63127"/>
                  </a:cubicBezTo>
                  <a:cubicBezTo>
                    <a:pt x="30132" y="62559"/>
                    <a:pt x="29603" y="61990"/>
                    <a:pt x="29603" y="61990"/>
                  </a:cubicBezTo>
                  <a:cubicBezTo>
                    <a:pt x="29074" y="61990"/>
                    <a:pt x="28017" y="61421"/>
                    <a:pt x="28017" y="61421"/>
                  </a:cubicBezTo>
                  <a:cubicBezTo>
                    <a:pt x="28017" y="61421"/>
                    <a:pt x="26960" y="60284"/>
                    <a:pt x="26960" y="60284"/>
                  </a:cubicBezTo>
                  <a:cubicBezTo>
                    <a:pt x="26960" y="60284"/>
                    <a:pt x="26431" y="61421"/>
                    <a:pt x="27488" y="61990"/>
                  </a:cubicBezTo>
                  <a:cubicBezTo>
                    <a:pt x="28017" y="61990"/>
                    <a:pt x="29074" y="63127"/>
                    <a:pt x="29074" y="63127"/>
                  </a:cubicBezTo>
                  <a:cubicBezTo>
                    <a:pt x="29074" y="63127"/>
                    <a:pt x="30132" y="63696"/>
                    <a:pt x="30132" y="63696"/>
                  </a:cubicBezTo>
                  <a:cubicBezTo>
                    <a:pt x="30132" y="63696"/>
                    <a:pt x="30132" y="64834"/>
                    <a:pt x="30132" y="64834"/>
                  </a:cubicBezTo>
                  <a:cubicBezTo>
                    <a:pt x="30132" y="64834"/>
                    <a:pt x="28546" y="64265"/>
                    <a:pt x="30132" y="64834"/>
                  </a:cubicBezTo>
                  <a:cubicBezTo>
                    <a:pt x="31189" y="65402"/>
                    <a:pt x="32246" y="65402"/>
                    <a:pt x="32246" y="65402"/>
                  </a:cubicBezTo>
                  <a:cubicBezTo>
                    <a:pt x="32246" y="65402"/>
                    <a:pt x="31189" y="65971"/>
                    <a:pt x="30660" y="65971"/>
                  </a:cubicBezTo>
                  <a:cubicBezTo>
                    <a:pt x="30660" y="66540"/>
                    <a:pt x="31718" y="68246"/>
                    <a:pt x="31718" y="67677"/>
                  </a:cubicBezTo>
                  <a:cubicBezTo>
                    <a:pt x="32246" y="67677"/>
                    <a:pt x="32775" y="68246"/>
                    <a:pt x="33303" y="68246"/>
                  </a:cubicBezTo>
                  <a:cubicBezTo>
                    <a:pt x="33303" y="68246"/>
                    <a:pt x="34361" y="68246"/>
                    <a:pt x="34361" y="68815"/>
                  </a:cubicBezTo>
                  <a:cubicBezTo>
                    <a:pt x="34889" y="68815"/>
                    <a:pt x="34889" y="68815"/>
                    <a:pt x="34889" y="69383"/>
                  </a:cubicBezTo>
                  <a:cubicBezTo>
                    <a:pt x="34361" y="69383"/>
                    <a:pt x="34889" y="70521"/>
                    <a:pt x="34889" y="70521"/>
                  </a:cubicBezTo>
                  <a:cubicBezTo>
                    <a:pt x="35947" y="71090"/>
                    <a:pt x="35947" y="71090"/>
                    <a:pt x="35947" y="71090"/>
                  </a:cubicBezTo>
                  <a:cubicBezTo>
                    <a:pt x="35947" y="71090"/>
                    <a:pt x="34361" y="71090"/>
                    <a:pt x="34361" y="70521"/>
                  </a:cubicBezTo>
                  <a:cubicBezTo>
                    <a:pt x="33832" y="70521"/>
                    <a:pt x="33832" y="69952"/>
                    <a:pt x="33303" y="70521"/>
                  </a:cubicBezTo>
                  <a:cubicBezTo>
                    <a:pt x="32775" y="71090"/>
                    <a:pt x="32775" y="71090"/>
                    <a:pt x="32775" y="71658"/>
                  </a:cubicBezTo>
                  <a:cubicBezTo>
                    <a:pt x="33303" y="72227"/>
                    <a:pt x="33832" y="72796"/>
                    <a:pt x="34361" y="72227"/>
                  </a:cubicBezTo>
                  <a:cubicBezTo>
                    <a:pt x="34361" y="72227"/>
                    <a:pt x="34361" y="72227"/>
                    <a:pt x="34889" y="71658"/>
                  </a:cubicBezTo>
                  <a:cubicBezTo>
                    <a:pt x="34889" y="71658"/>
                    <a:pt x="34889" y="71658"/>
                    <a:pt x="35418" y="71658"/>
                  </a:cubicBezTo>
                  <a:cubicBezTo>
                    <a:pt x="35418" y="71658"/>
                    <a:pt x="35947" y="71658"/>
                    <a:pt x="35947" y="71658"/>
                  </a:cubicBezTo>
                  <a:cubicBezTo>
                    <a:pt x="36475" y="71090"/>
                    <a:pt x="36475" y="71090"/>
                    <a:pt x="36475" y="71090"/>
                  </a:cubicBezTo>
                  <a:cubicBezTo>
                    <a:pt x="36475" y="71090"/>
                    <a:pt x="36475" y="71090"/>
                    <a:pt x="36475" y="71658"/>
                  </a:cubicBezTo>
                  <a:cubicBezTo>
                    <a:pt x="36475" y="71658"/>
                    <a:pt x="37004" y="71658"/>
                    <a:pt x="36475" y="72227"/>
                  </a:cubicBezTo>
                  <a:cubicBezTo>
                    <a:pt x="36475" y="72796"/>
                    <a:pt x="35947" y="72796"/>
                    <a:pt x="35947" y="72796"/>
                  </a:cubicBezTo>
                  <a:cubicBezTo>
                    <a:pt x="35947" y="73364"/>
                    <a:pt x="35418" y="72796"/>
                    <a:pt x="35947" y="73933"/>
                  </a:cubicBezTo>
                  <a:cubicBezTo>
                    <a:pt x="35947" y="74502"/>
                    <a:pt x="35947" y="75071"/>
                    <a:pt x="35947" y="75071"/>
                  </a:cubicBezTo>
                  <a:cubicBezTo>
                    <a:pt x="35947" y="75071"/>
                    <a:pt x="36475" y="75071"/>
                    <a:pt x="36475" y="75071"/>
                  </a:cubicBezTo>
                  <a:cubicBezTo>
                    <a:pt x="37004" y="75639"/>
                    <a:pt x="37004" y="76208"/>
                    <a:pt x="37004" y="76777"/>
                  </a:cubicBezTo>
                  <a:cubicBezTo>
                    <a:pt x="37533" y="76777"/>
                    <a:pt x="38590" y="78483"/>
                    <a:pt x="38590" y="78483"/>
                  </a:cubicBezTo>
                  <a:cubicBezTo>
                    <a:pt x="38590" y="78483"/>
                    <a:pt x="40176" y="79620"/>
                    <a:pt x="40176" y="79620"/>
                  </a:cubicBezTo>
                  <a:cubicBezTo>
                    <a:pt x="40176" y="79620"/>
                    <a:pt x="40704" y="80189"/>
                    <a:pt x="40704" y="80189"/>
                  </a:cubicBezTo>
                  <a:cubicBezTo>
                    <a:pt x="40704" y="80189"/>
                    <a:pt x="40704" y="80758"/>
                    <a:pt x="40176" y="80189"/>
                  </a:cubicBezTo>
                  <a:cubicBezTo>
                    <a:pt x="39647" y="79620"/>
                    <a:pt x="38590" y="79052"/>
                    <a:pt x="38590" y="79052"/>
                  </a:cubicBezTo>
                  <a:cubicBezTo>
                    <a:pt x="38590" y="80189"/>
                    <a:pt x="38590" y="80189"/>
                    <a:pt x="38590" y="80189"/>
                  </a:cubicBezTo>
                  <a:cubicBezTo>
                    <a:pt x="38590" y="80189"/>
                    <a:pt x="39118" y="80758"/>
                    <a:pt x="39647" y="80758"/>
                  </a:cubicBezTo>
                  <a:cubicBezTo>
                    <a:pt x="39647" y="81327"/>
                    <a:pt x="39647" y="81327"/>
                    <a:pt x="40176" y="81895"/>
                  </a:cubicBezTo>
                  <a:cubicBezTo>
                    <a:pt x="40704" y="81895"/>
                    <a:pt x="41233" y="81895"/>
                    <a:pt x="41762" y="81895"/>
                  </a:cubicBezTo>
                  <a:cubicBezTo>
                    <a:pt x="41762" y="82464"/>
                    <a:pt x="41762" y="81327"/>
                    <a:pt x="41762" y="81327"/>
                  </a:cubicBezTo>
                  <a:cubicBezTo>
                    <a:pt x="41762" y="81327"/>
                    <a:pt x="42290" y="81327"/>
                    <a:pt x="42290" y="81327"/>
                  </a:cubicBezTo>
                  <a:cubicBezTo>
                    <a:pt x="42290" y="81895"/>
                    <a:pt x="42819" y="82464"/>
                    <a:pt x="42290" y="83033"/>
                  </a:cubicBezTo>
                  <a:cubicBezTo>
                    <a:pt x="42290" y="83033"/>
                    <a:pt x="42290" y="83601"/>
                    <a:pt x="41762" y="83033"/>
                  </a:cubicBezTo>
                  <a:cubicBezTo>
                    <a:pt x="41233" y="83033"/>
                    <a:pt x="40704" y="82464"/>
                    <a:pt x="40176" y="82464"/>
                  </a:cubicBezTo>
                  <a:cubicBezTo>
                    <a:pt x="40176" y="82464"/>
                    <a:pt x="39647" y="81895"/>
                    <a:pt x="39118" y="82464"/>
                  </a:cubicBezTo>
                  <a:cubicBezTo>
                    <a:pt x="39118" y="82464"/>
                    <a:pt x="38061" y="81895"/>
                    <a:pt x="38061" y="82464"/>
                  </a:cubicBezTo>
                  <a:cubicBezTo>
                    <a:pt x="38061" y="83033"/>
                    <a:pt x="38061" y="83601"/>
                    <a:pt x="38061" y="83601"/>
                  </a:cubicBezTo>
                  <a:cubicBezTo>
                    <a:pt x="38061" y="83601"/>
                    <a:pt x="37533" y="81327"/>
                    <a:pt x="37004" y="81327"/>
                  </a:cubicBezTo>
                  <a:cubicBezTo>
                    <a:pt x="36475" y="81327"/>
                    <a:pt x="35418" y="80758"/>
                    <a:pt x="35418" y="80758"/>
                  </a:cubicBezTo>
                  <a:cubicBezTo>
                    <a:pt x="34889" y="79620"/>
                    <a:pt x="34889" y="79620"/>
                    <a:pt x="34889" y="79620"/>
                  </a:cubicBezTo>
                  <a:cubicBezTo>
                    <a:pt x="34889" y="79620"/>
                    <a:pt x="35418" y="79620"/>
                    <a:pt x="35418" y="79620"/>
                  </a:cubicBezTo>
                  <a:cubicBezTo>
                    <a:pt x="35947" y="80189"/>
                    <a:pt x="35418" y="80189"/>
                    <a:pt x="35947" y="80189"/>
                  </a:cubicBezTo>
                  <a:cubicBezTo>
                    <a:pt x="36475" y="80189"/>
                    <a:pt x="35418" y="79052"/>
                    <a:pt x="36475" y="79052"/>
                  </a:cubicBezTo>
                  <a:cubicBezTo>
                    <a:pt x="37533" y="79052"/>
                    <a:pt x="37533" y="79052"/>
                    <a:pt x="37533" y="79052"/>
                  </a:cubicBezTo>
                  <a:cubicBezTo>
                    <a:pt x="37533" y="78483"/>
                    <a:pt x="38590" y="78483"/>
                    <a:pt x="37533" y="77914"/>
                  </a:cubicBezTo>
                  <a:cubicBezTo>
                    <a:pt x="36475" y="77345"/>
                    <a:pt x="36475" y="77345"/>
                    <a:pt x="36475" y="77345"/>
                  </a:cubicBezTo>
                  <a:cubicBezTo>
                    <a:pt x="35947" y="77345"/>
                    <a:pt x="35947" y="77345"/>
                    <a:pt x="35947" y="76777"/>
                  </a:cubicBezTo>
                  <a:cubicBezTo>
                    <a:pt x="35418" y="76208"/>
                    <a:pt x="35418" y="75639"/>
                    <a:pt x="34889" y="75639"/>
                  </a:cubicBezTo>
                  <a:cubicBezTo>
                    <a:pt x="34889" y="75639"/>
                    <a:pt x="33303" y="75639"/>
                    <a:pt x="33303" y="75639"/>
                  </a:cubicBezTo>
                  <a:cubicBezTo>
                    <a:pt x="33303" y="75639"/>
                    <a:pt x="32775" y="75071"/>
                    <a:pt x="32246" y="75071"/>
                  </a:cubicBezTo>
                  <a:cubicBezTo>
                    <a:pt x="31718" y="75071"/>
                    <a:pt x="30660" y="73933"/>
                    <a:pt x="30660" y="73933"/>
                  </a:cubicBezTo>
                  <a:cubicBezTo>
                    <a:pt x="30132" y="73364"/>
                    <a:pt x="28546" y="72796"/>
                    <a:pt x="28546" y="72796"/>
                  </a:cubicBezTo>
                  <a:cubicBezTo>
                    <a:pt x="28546" y="72796"/>
                    <a:pt x="28017" y="72227"/>
                    <a:pt x="27488" y="72227"/>
                  </a:cubicBezTo>
                  <a:cubicBezTo>
                    <a:pt x="26960" y="72227"/>
                    <a:pt x="26960" y="72227"/>
                    <a:pt x="26431" y="72227"/>
                  </a:cubicBezTo>
                  <a:cubicBezTo>
                    <a:pt x="25903" y="71658"/>
                    <a:pt x="25374" y="71090"/>
                    <a:pt x="25374" y="71090"/>
                  </a:cubicBezTo>
                  <a:cubicBezTo>
                    <a:pt x="24845" y="70521"/>
                    <a:pt x="24317" y="70521"/>
                    <a:pt x="24317" y="70521"/>
                  </a:cubicBezTo>
                  <a:cubicBezTo>
                    <a:pt x="24845" y="71090"/>
                    <a:pt x="24317" y="71090"/>
                    <a:pt x="25374" y="71658"/>
                  </a:cubicBezTo>
                  <a:cubicBezTo>
                    <a:pt x="25903" y="72227"/>
                    <a:pt x="26431" y="72227"/>
                    <a:pt x="26431" y="72227"/>
                  </a:cubicBezTo>
                  <a:cubicBezTo>
                    <a:pt x="26431" y="72227"/>
                    <a:pt x="26960" y="72796"/>
                    <a:pt x="26960" y="72796"/>
                  </a:cubicBezTo>
                  <a:cubicBezTo>
                    <a:pt x="26960" y="73364"/>
                    <a:pt x="27488" y="72796"/>
                    <a:pt x="28017" y="72796"/>
                  </a:cubicBezTo>
                  <a:cubicBezTo>
                    <a:pt x="28017" y="73364"/>
                    <a:pt x="28546" y="73364"/>
                    <a:pt x="28546" y="73933"/>
                  </a:cubicBezTo>
                  <a:cubicBezTo>
                    <a:pt x="28546" y="73933"/>
                    <a:pt x="30132" y="73933"/>
                    <a:pt x="30132" y="74502"/>
                  </a:cubicBezTo>
                  <a:cubicBezTo>
                    <a:pt x="30132" y="75071"/>
                    <a:pt x="30660" y="75639"/>
                    <a:pt x="30132" y="75639"/>
                  </a:cubicBezTo>
                  <a:cubicBezTo>
                    <a:pt x="30132" y="75639"/>
                    <a:pt x="29603" y="76208"/>
                    <a:pt x="29603" y="76208"/>
                  </a:cubicBezTo>
                  <a:cubicBezTo>
                    <a:pt x="30132" y="76208"/>
                    <a:pt x="30660" y="76777"/>
                    <a:pt x="31189" y="76777"/>
                  </a:cubicBezTo>
                  <a:cubicBezTo>
                    <a:pt x="31718" y="76777"/>
                    <a:pt x="31189" y="76777"/>
                    <a:pt x="32246" y="77345"/>
                  </a:cubicBezTo>
                  <a:cubicBezTo>
                    <a:pt x="33303" y="77345"/>
                    <a:pt x="33303" y="78483"/>
                    <a:pt x="33303" y="78483"/>
                  </a:cubicBezTo>
                  <a:cubicBezTo>
                    <a:pt x="33303" y="79052"/>
                    <a:pt x="34361" y="79620"/>
                    <a:pt x="34361" y="79620"/>
                  </a:cubicBezTo>
                  <a:cubicBezTo>
                    <a:pt x="34361" y="79620"/>
                    <a:pt x="33832" y="79620"/>
                    <a:pt x="34361" y="80189"/>
                  </a:cubicBezTo>
                  <a:cubicBezTo>
                    <a:pt x="34361" y="80189"/>
                    <a:pt x="33832" y="80189"/>
                    <a:pt x="34361" y="80758"/>
                  </a:cubicBezTo>
                  <a:cubicBezTo>
                    <a:pt x="34889" y="80758"/>
                    <a:pt x="35418" y="80758"/>
                    <a:pt x="35418" y="80758"/>
                  </a:cubicBezTo>
                  <a:cubicBezTo>
                    <a:pt x="35418" y="81327"/>
                    <a:pt x="35418" y="81327"/>
                    <a:pt x="35418" y="81895"/>
                  </a:cubicBezTo>
                  <a:cubicBezTo>
                    <a:pt x="35418" y="81895"/>
                    <a:pt x="34361" y="83033"/>
                    <a:pt x="35947" y="83033"/>
                  </a:cubicBezTo>
                  <a:cubicBezTo>
                    <a:pt x="37004" y="83033"/>
                    <a:pt x="37004" y="83033"/>
                    <a:pt x="37004" y="83033"/>
                  </a:cubicBezTo>
                  <a:cubicBezTo>
                    <a:pt x="37533" y="83601"/>
                    <a:pt x="37533" y="83601"/>
                    <a:pt x="37533" y="83601"/>
                  </a:cubicBezTo>
                  <a:cubicBezTo>
                    <a:pt x="37533" y="83601"/>
                    <a:pt x="37004" y="84170"/>
                    <a:pt x="37533" y="84739"/>
                  </a:cubicBezTo>
                  <a:cubicBezTo>
                    <a:pt x="37533" y="85308"/>
                    <a:pt x="39647" y="85308"/>
                    <a:pt x="39647" y="85308"/>
                  </a:cubicBezTo>
                  <a:cubicBezTo>
                    <a:pt x="39647" y="84739"/>
                    <a:pt x="39647" y="84739"/>
                    <a:pt x="39647" y="84739"/>
                  </a:cubicBezTo>
                  <a:cubicBezTo>
                    <a:pt x="39647" y="84739"/>
                    <a:pt x="40704" y="85308"/>
                    <a:pt x="40176" y="85308"/>
                  </a:cubicBezTo>
                  <a:cubicBezTo>
                    <a:pt x="40176" y="85876"/>
                    <a:pt x="39647" y="85876"/>
                    <a:pt x="39647" y="85876"/>
                  </a:cubicBezTo>
                  <a:cubicBezTo>
                    <a:pt x="39647" y="85876"/>
                    <a:pt x="39647" y="87014"/>
                    <a:pt x="40176" y="87014"/>
                  </a:cubicBezTo>
                  <a:cubicBezTo>
                    <a:pt x="40704" y="87014"/>
                    <a:pt x="41233" y="87582"/>
                    <a:pt x="41233" y="87582"/>
                  </a:cubicBezTo>
                  <a:cubicBezTo>
                    <a:pt x="41233" y="87582"/>
                    <a:pt x="41762" y="87582"/>
                    <a:pt x="41762" y="88151"/>
                  </a:cubicBezTo>
                  <a:cubicBezTo>
                    <a:pt x="42290" y="88151"/>
                    <a:pt x="42290" y="88720"/>
                    <a:pt x="42290" y="88720"/>
                  </a:cubicBezTo>
                  <a:cubicBezTo>
                    <a:pt x="42819" y="88720"/>
                    <a:pt x="43348" y="88720"/>
                    <a:pt x="43348" y="89289"/>
                  </a:cubicBezTo>
                  <a:cubicBezTo>
                    <a:pt x="43876" y="89289"/>
                    <a:pt x="44405" y="89857"/>
                    <a:pt x="44405" y="89289"/>
                  </a:cubicBezTo>
                  <a:cubicBezTo>
                    <a:pt x="44405" y="88720"/>
                    <a:pt x="44933" y="88720"/>
                    <a:pt x="44405" y="88151"/>
                  </a:cubicBezTo>
                  <a:cubicBezTo>
                    <a:pt x="43876" y="87582"/>
                    <a:pt x="43348" y="87582"/>
                    <a:pt x="42819" y="87582"/>
                  </a:cubicBezTo>
                  <a:cubicBezTo>
                    <a:pt x="42819" y="87582"/>
                    <a:pt x="42290" y="87582"/>
                    <a:pt x="42290" y="87014"/>
                  </a:cubicBezTo>
                  <a:cubicBezTo>
                    <a:pt x="41762" y="87014"/>
                    <a:pt x="41762" y="87014"/>
                    <a:pt x="41762" y="86445"/>
                  </a:cubicBezTo>
                  <a:cubicBezTo>
                    <a:pt x="41762" y="85876"/>
                    <a:pt x="41233" y="85308"/>
                    <a:pt x="41233" y="85308"/>
                  </a:cubicBezTo>
                  <a:cubicBezTo>
                    <a:pt x="41233" y="85308"/>
                    <a:pt x="41233" y="84170"/>
                    <a:pt x="41233" y="84170"/>
                  </a:cubicBezTo>
                  <a:cubicBezTo>
                    <a:pt x="40704" y="84170"/>
                    <a:pt x="40704" y="84170"/>
                    <a:pt x="40176" y="84170"/>
                  </a:cubicBezTo>
                  <a:cubicBezTo>
                    <a:pt x="40176" y="84170"/>
                    <a:pt x="39647" y="83601"/>
                    <a:pt x="39647" y="83601"/>
                  </a:cubicBezTo>
                  <a:cubicBezTo>
                    <a:pt x="39118" y="83601"/>
                    <a:pt x="38590" y="83601"/>
                    <a:pt x="38590" y="83601"/>
                  </a:cubicBezTo>
                  <a:cubicBezTo>
                    <a:pt x="38590" y="83033"/>
                    <a:pt x="39118" y="83033"/>
                    <a:pt x="39118" y="83033"/>
                  </a:cubicBezTo>
                  <a:cubicBezTo>
                    <a:pt x="39118" y="83033"/>
                    <a:pt x="39647" y="83033"/>
                    <a:pt x="40176" y="83033"/>
                  </a:cubicBezTo>
                  <a:cubicBezTo>
                    <a:pt x="40704" y="83601"/>
                    <a:pt x="40704" y="83033"/>
                    <a:pt x="41233" y="83601"/>
                  </a:cubicBezTo>
                  <a:cubicBezTo>
                    <a:pt x="41762" y="83601"/>
                    <a:pt x="41233" y="84170"/>
                    <a:pt x="41762" y="84170"/>
                  </a:cubicBezTo>
                  <a:cubicBezTo>
                    <a:pt x="42819" y="84170"/>
                    <a:pt x="42819" y="83601"/>
                    <a:pt x="42819" y="83601"/>
                  </a:cubicBezTo>
                  <a:cubicBezTo>
                    <a:pt x="43876" y="83033"/>
                    <a:pt x="43876" y="83033"/>
                    <a:pt x="43876" y="83033"/>
                  </a:cubicBezTo>
                  <a:cubicBezTo>
                    <a:pt x="43876" y="83033"/>
                    <a:pt x="43876" y="83033"/>
                    <a:pt x="44405" y="83601"/>
                  </a:cubicBezTo>
                  <a:cubicBezTo>
                    <a:pt x="44933" y="83601"/>
                    <a:pt x="43876" y="84170"/>
                    <a:pt x="44933" y="84170"/>
                  </a:cubicBezTo>
                  <a:cubicBezTo>
                    <a:pt x="45991" y="84170"/>
                    <a:pt x="46519" y="84170"/>
                    <a:pt x="46519" y="84170"/>
                  </a:cubicBezTo>
                  <a:cubicBezTo>
                    <a:pt x="46519" y="84739"/>
                    <a:pt x="46519" y="85308"/>
                    <a:pt x="46519" y="85308"/>
                  </a:cubicBezTo>
                  <a:cubicBezTo>
                    <a:pt x="46519" y="85308"/>
                    <a:pt x="46519" y="85876"/>
                    <a:pt x="46519" y="85876"/>
                  </a:cubicBezTo>
                  <a:cubicBezTo>
                    <a:pt x="47048" y="85876"/>
                    <a:pt x="48105" y="85876"/>
                    <a:pt x="48105" y="85876"/>
                  </a:cubicBezTo>
                  <a:cubicBezTo>
                    <a:pt x="48105" y="85876"/>
                    <a:pt x="48634" y="85876"/>
                    <a:pt x="48634" y="86445"/>
                  </a:cubicBezTo>
                  <a:cubicBezTo>
                    <a:pt x="49162" y="87014"/>
                    <a:pt x="47577" y="87582"/>
                    <a:pt x="47577" y="87582"/>
                  </a:cubicBezTo>
                  <a:cubicBezTo>
                    <a:pt x="47577" y="87582"/>
                    <a:pt x="47048" y="87014"/>
                    <a:pt x="47048" y="87582"/>
                  </a:cubicBezTo>
                  <a:cubicBezTo>
                    <a:pt x="47048" y="88151"/>
                    <a:pt x="46519" y="88151"/>
                    <a:pt x="47048" y="88720"/>
                  </a:cubicBezTo>
                  <a:cubicBezTo>
                    <a:pt x="47577" y="88720"/>
                    <a:pt x="47048" y="88720"/>
                    <a:pt x="47048" y="88720"/>
                  </a:cubicBezTo>
                  <a:cubicBezTo>
                    <a:pt x="46519" y="88720"/>
                    <a:pt x="45991" y="88151"/>
                    <a:pt x="46519" y="89289"/>
                  </a:cubicBezTo>
                  <a:cubicBezTo>
                    <a:pt x="46519" y="89857"/>
                    <a:pt x="47048" y="90426"/>
                    <a:pt x="47048" y="90426"/>
                  </a:cubicBezTo>
                  <a:cubicBezTo>
                    <a:pt x="47577" y="90426"/>
                    <a:pt x="48634" y="90426"/>
                    <a:pt x="48634" y="90426"/>
                  </a:cubicBezTo>
                  <a:cubicBezTo>
                    <a:pt x="49162" y="90426"/>
                    <a:pt x="49691" y="90426"/>
                    <a:pt x="49162" y="90426"/>
                  </a:cubicBezTo>
                  <a:cubicBezTo>
                    <a:pt x="48634" y="89857"/>
                    <a:pt x="48105" y="89857"/>
                    <a:pt x="48105" y="89857"/>
                  </a:cubicBezTo>
                  <a:cubicBezTo>
                    <a:pt x="48105" y="89857"/>
                    <a:pt x="48105" y="89857"/>
                    <a:pt x="48105" y="89289"/>
                  </a:cubicBezTo>
                  <a:cubicBezTo>
                    <a:pt x="48105" y="89289"/>
                    <a:pt x="48634" y="89289"/>
                    <a:pt x="48634" y="89289"/>
                  </a:cubicBezTo>
                  <a:cubicBezTo>
                    <a:pt x="48634" y="88720"/>
                    <a:pt x="49162" y="88151"/>
                    <a:pt x="49162" y="88151"/>
                  </a:cubicBezTo>
                  <a:cubicBezTo>
                    <a:pt x="49162" y="88151"/>
                    <a:pt x="49691" y="87014"/>
                    <a:pt x="50220" y="87582"/>
                  </a:cubicBezTo>
                  <a:cubicBezTo>
                    <a:pt x="50220" y="88151"/>
                    <a:pt x="50220" y="88151"/>
                    <a:pt x="50748" y="88151"/>
                  </a:cubicBezTo>
                  <a:cubicBezTo>
                    <a:pt x="50748" y="88151"/>
                    <a:pt x="52334" y="86445"/>
                    <a:pt x="52334" y="86445"/>
                  </a:cubicBezTo>
                  <a:cubicBezTo>
                    <a:pt x="52334" y="86445"/>
                    <a:pt x="52863" y="86445"/>
                    <a:pt x="52334" y="87014"/>
                  </a:cubicBezTo>
                  <a:cubicBezTo>
                    <a:pt x="52334" y="87582"/>
                    <a:pt x="51806" y="88151"/>
                    <a:pt x="52334" y="88720"/>
                  </a:cubicBezTo>
                  <a:cubicBezTo>
                    <a:pt x="52334" y="89289"/>
                    <a:pt x="52334" y="89289"/>
                    <a:pt x="52334" y="89289"/>
                  </a:cubicBezTo>
                  <a:cubicBezTo>
                    <a:pt x="52863" y="89857"/>
                    <a:pt x="52334" y="89857"/>
                    <a:pt x="52863" y="90426"/>
                  </a:cubicBezTo>
                  <a:cubicBezTo>
                    <a:pt x="52863" y="90995"/>
                    <a:pt x="52863" y="90426"/>
                    <a:pt x="52863" y="90995"/>
                  </a:cubicBezTo>
                  <a:cubicBezTo>
                    <a:pt x="53392" y="91563"/>
                    <a:pt x="53920" y="92701"/>
                    <a:pt x="53920" y="92701"/>
                  </a:cubicBezTo>
                  <a:cubicBezTo>
                    <a:pt x="53920" y="92701"/>
                    <a:pt x="53392" y="93270"/>
                    <a:pt x="53920" y="93270"/>
                  </a:cubicBezTo>
                  <a:cubicBezTo>
                    <a:pt x="54449" y="93838"/>
                    <a:pt x="55506" y="93838"/>
                    <a:pt x="55506" y="93838"/>
                  </a:cubicBezTo>
                  <a:cubicBezTo>
                    <a:pt x="55506" y="93838"/>
                    <a:pt x="55506" y="93838"/>
                    <a:pt x="55506" y="93838"/>
                  </a:cubicBezTo>
                  <a:cubicBezTo>
                    <a:pt x="55506" y="93838"/>
                    <a:pt x="56035" y="94407"/>
                    <a:pt x="56563" y="93838"/>
                  </a:cubicBezTo>
                  <a:cubicBezTo>
                    <a:pt x="56563" y="93270"/>
                    <a:pt x="57092" y="93270"/>
                    <a:pt x="57092" y="93270"/>
                  </a:cubicBezTo>
                  <a:cubicBezTo>
                    <a:pt x="57621" y="93270"/>
                    <a:pt x="57092" y="93270"/>
                    <a:pt x="58149" y="93270"/>
                  </a:cubicBezTo>
                  <a:cubicBezTo>
                    <a:pt x="59207" y="93270"/>
                    <a:pt x="59207" y="93838"/>
                    <a:pt x="59735" y="93270"/>
                  </a:cubicBezTo>
                  <a:cubicBezTo>
                    <a:pt x="60264" y="92701"/>
                    <a:pt x="59735" y="92701"/>
                    <a:pt x="60792" y="92701"/>
                  </a:cubicBezTo>
                  <a:cubicBezTo>
                    <a:pt x="61850" y="92701"/>
                    <a:pt x="62907" y="92132"/>
                    <a:pt x="62907" y="92132"/>
                  </a:cubicBezTo>
                  <a:cubicBezTo>
                    <a:pt x="62907" y="92132"/>
                    <a:pt x="64493" y="92132"/>
                    <a:pt x="64493" y="92132"/>
                  </a:cubicBezTo>
                  <a:cubicBezTo>
                    <a:pt x="65550" y="92701"/>
                    <a:pt x="65550" y="92701"/>
                    <a:pt x="65550" y="92701"/>
                  </a:cubicBezTo>
                  <a:cubicBezTo>
                    <a:pt x="65550" y="92701"/>
                    <a:pt x="66079" y="93270"/>
                    <a:pt x="66607" y="93270"/>
                  </a:cubicBezTo>
                  <a:cubicBezTo>
                    <a:pt x="66607" y="93270"/>
                    <a:pt x="67136" y="93270"/>
                    <a:pt x="67665" y="93270"/>
                  </a:cubicBezTo>
                  <a:cubicBezTo>
                    <a:pt x="67665" y="93270"/>
                    <a:pt x="69779" y="93838"/>
                    <a:pt x="69779" y="93838"/>
                  </a:cubicBezTo>
                  <a:cubicBezTo>
                    <a:pt x="71894" y="94407"/>
                    <a:pt x="71894" y="94407"/>
                    <a:pt x="71894" y="94407"/>
                  </a:cubicBezTo>
                  <a:cubicBezTo>
                    <a:pt x="72951" y="94976"/>
                    <a:pt x="72951" y="94976"/>
                    <a:pt x="72951" y="94976"/>
                  </a:cubicBezTo>
                  <a:cubicBezTo>
                    <a:pt x="75066" y="96682"/>
                    <a:pt x="75066" y="96682"/>
                    <a:pt x="75066" y="96682"/>
                  </a:cubicBezTo>
                  <a:cubicBezTo>
                    <a:pt x="77180" y="98957"/>
                    <a:pt x="77180" y="98957"/>
                    <a:pt x="77180" y="98957"/>
                  </a:cubicBezTo>
                  <a:cubicBezTo>
                    <a:pt x="79823" y="100094"/>
                    <a:pt x="79823" y="100094"/>
                    <a:pt x="79823" y="100094"/>
                  </a:cubicBezTo>
                  <a:cubicBezTo>
                    <a:pt x="81409" y="101232"/>
                    <a:pt x="81409" y="101232"/>
                    <a:pt x="81409" y="101232"/>
                  </a:cubicBezTo>
                  <a:cubicBezTo>
                    <a:pt x="82466" y="102369"/>
                    <a:pt x="82466" y="102369"/>
                    <a:pt x="82466" y="102369"/>
                  </a:cubicBezTo>
                  <a:cubicBezTo>
                    <a:pt x="82466" y="102369"/>
                    <a:pt x="84052" y="103507"/>
                    <a:pt x="84052" y="103507"/>
                  </a:cubicBezTo>
                  <a:cubicBezTo>
                    <a:pt x="84581" y="103507"/>
                    <a:pt x="86167" y="104644"/>
                    <a:pt x="86167" y="104644"/>
                  </a:cubicBezTo>
                  <a:cubicBezTo>
                    <a:pt x="87753" y="105781"/>
                    <a:pt x="87753" y="105781"/>
                    <a:pt x="87753" y="105781"/>
                  </a:cubicBezTo>
                  <a:cubicBezTo>
                    <a:pt x="87753" y="105781"/>
                    <a:pt x="88281" y="106919"/>
                    <a:pt x="88281" y="106919"/>
                  </a:cubicBezTo>
                  <a:cubicBezTo>
                    <a:pt x="88281" y="107488"/>
                    <a:pt x="87753" y="106919"/>
                    <a:pt x="87224" y="106919"/>
                  </a:cubicBezTo>
                  <a:cubicBezTo>
                    <a:pt x="86696" y="107488"/>
                    <a:pt x="84581" y="106350"/>
                    <a:pt x="84581" y="106350"/>
                  </a:cubicBezTo>
                  <a:cubicBezTo>
                    <a:pt x="83524" y="105213"/>
                    <a:pt x="83524" y="105213"/>
                    <a:pt x="83524" y="105213"/>
                  </a:cubicBezTo>
                  <a:cubicBezTo>
                    <a:pt x="81938" y="105213"/>
                    <a:pt x="81938" y="105213"/>
                    <a:pt x="81938" y="105213"/>
                  </a:cubicBezTo>
                  <a:cubicBezTo>
                    <a:pt x="80881" y="104644"/>
                    <a:pt x="80881" y="104644"/>
                    <a:pt x="80881" y="104644"/>
                  </a:cubicBezTo>
                  <a:cubicBezTo>
                    <a:pt x="78766" y="105213"/>
                    <a:pt x="78766" y="105213"/>
                    <a:pt x="78766" y="105213"/>
                  </a:cubicBezTo>
                  <a:cubicBezTo>
                    <a:pt x="77180" y="104644"/>
                    <a:pt x="77180" y="104644"/>
                    <a:pt x="77180" y="104644"/>
                  </a:cubicBezTo>
                  <a:cubicBezTo>
                    <a:pt x="77180" y="104644"/>
                    <a:pt x="76651" y="104644"/>
                    <a:pt x="77180" y="105213"/>
                  </a:cubicBezTo>
                  <a:cubicBezTo>
                    <a:pt x="77180" y="105213"/>
                    <a:pt x="77180" y="105781"/>
                    <a:pt x="77180" y="105781"/>
                  </a:cubicBezTo>
                  <a:cubicBezTo>
                    <a:pt x="75594" y="106919"/>
                    <a:pt x="75594" y="106919"/>
                    <a:pt x="75594" y="106919"/>
                  </a:cubicBezTo>
                  <a:cubicBezTo>
                    <a:pt x="73480" y="107488"/>
                    <a:pt x="73480" y="107488"/>
                    <a:pt x="73480" y="107488"/>
                  </a:cubicBezTo>
                  <a:cubicBezTo>
                    <a:pt x="71365" y="107488"/>
                    <a:pt x="71365" y="107488"/>
                    <a:pt x="71365" y="107488"/>
                  </a:cubicBezTo>
                  <a:cubicBezTo>
                    <a:pt x="69779" y="107488"/>
                    <a:pt x="69779" y="107488"/>
                    <a:pt x="69779" y="107488"/>
                  </a:cubicBezTo>
                  <a:cubicBezTo>
                    <a:pt x="69779" y="108625"/>
                    <a:pt x="69779" y="108625"/>
                    <a:pt x="69779" y="108625"/>
                  </a:cubicBezTo>
                  <a:cubicBezTo>
                    <a:pt x="69779" y="108625"/>
                    <a:pt x="67665" y="108625"/>
                    <a:pt x="69779" y="109194"/>
                  </a:cubicBezTo>
                  <a:cubicBezTo>
                    <a:pt x="71894" y="109194"/>
                    <a:pt x="72951" y="109194"/>
                    <a:pt x="72951" y="108625"/>
                  </a:cubicBezTo>
                  <a:cubicBezTo>
                    <a:pt x="73480" y="108625"/>
                    <a:pt x="73480" y="108056"/>
                    <a:pt x="74008" y="108056"/>
                  </a:cubicBezTo>
                  <a:cubicBezTo>
                    <a:pt x="74537" y="108056"/>
                    <a:pt x="75594" y="108056"/>
                    <a:pt x="76123" y="108056"/>
                  </a:cubicBezTo>
                  <a:cubicBezTo>
                    <a:pt x="76123" y="108056"/>
                    <a:pt x="76651" y="108056"/>
                    <a:pt x="77709" y="107488"/>
                  </a:cubicBezTo>
                  <a:cubicBezTo>
                    <a:pt x="78237" y="107488"/>
                    <a:pt x="78237" y="106919"/>
                    <a:pt x="79295" y="107488"/>
                  </a:cubicBezTo>
                  <a:cubicBezTo>
                    <a:pt x="80352" y="108056"/>
                    <a:pt x="79823" y="106350"/>
                    <a:pt x="79823" y="106350"/>
                  </a:cubicBezTo>
                  <a:cubicBezTo>
                    <a:pt x="79823" y="106350"/>
                    <a:pt x="79823" y="105781"/>
                    <a:pt x="80352" y="105781"/>
                  </a:cubicBezTo>
                  <a:cubicBezTo>
                    <a:pt x="81409" y="106350"/>
                    <a:pt x="81409" y="106350"/>
                    <a:pt x="81409" y="106350"/>
                  </a:cubicBezTo>
                  <a:cubicBezTo>
                    <a:pt x="81938" y="106350"/>
                    <a:pt x="82995" y="106919"/>
                    <a:pt x="82995" y="106919"/>
                  </a:cubicBezTo>
                  <a:cubicBezTo>
                    <a:pt x="83524" y="106919"/>
                    <a:pt x="85638" y="107488"/>
                    <a:pt x="85638" y="107488"/>
                  </a:cubicBezTo>
                  <a:cubicBezTo>
                    <a:pt x="85638" y="107488"/>
                    <a:pt x="86167" y="109194"/>
                    <a:pt x="86167" y="109194"/>
                  </a:cubicBezTo>
                  <a:cubicBezTo>
                    <a:pt x="86696" y="109194"/>
                    <a:pt x="88281" y="109194"/>
                    <a:pt x="88810" y="109194"/>
                  </a:cubicBezTo>
                  <a:cubicBezTo>
                    <a:pt x="89339" y="109194"/>
                    <a:pt x="90396" y="109194"/>
                    <a:pt x="90925" y="109763"/>
                  </a:cubicBezTo>
                  <a:cubicBezTo>
                    <a:pt x="91453" y="110331"/>
                    <a:pt x="91982" y="110331"/>
                    <a:pt x="91982" y="110331"/>
                  </a:cubicBezTo>
                  <a:cubicBezTo>
                    <a:pt x="91982" y="110331"/>
                    <a:pt x="92511" y="110900"/>
                    <a:pt x="93039" y="111469"/>
                  </a:cubicBezTo>
                  <a:cubicBezTo>
                    <a:pt x="93039" y="111469"/>
                    <a:pt x="94625" y="112606"/>
                    <a:pt x="94625" y="112606"/>
                  </a:cubicBezTo>
                  <a:cubicBezTo>
                    <a:pt x="94625" y="112606"/>
                    <a:pt x="97268" y="113744"/>
                    <a:pt x="97268" y="113744"/>
                  </a:cubicBezTo>
                  <a:cubicBezTo>
                    <a:pt x="97797" y="113175"/>
                    <a:pt x="97797" y="113175"/>
                    <a:pt x="97797" y="113175"/>
                  </a:cubicBezTo>
                  <a:cubicBezTo>
                    <a:pt x="97797" y="112606"/>
                    <a:pt x="97797" y="112037"/>
                    <a:pt x="97797" y="112037"/>
                  </a:cubicBezTo>
                  <a:cubicBezTo>
                    <a:pt x="97268" y="111469"/>
                    <a:pt x="95154" y="110900"/>
                    <a:pt x="95154" y="110900"/>
                  </a:cubicBezTo>
                  <a:cubicBezTo>
                    <a:pt x="95154" y="110900"/>
                    <a:pt x="94096" y="110331"/>
                    <a:pt x="94096" y="110331"/>
                  </a:cubicBezTo>
                  <a:cubicBezTo>
                    <a:pt x="93568" y="107488"/>
                    <a:pt x="94096" y="109763"/>
                    <a:pt x="92511" y="109194"/>
                  </a:cubicBezTo>
                  <a:cubicBezTo>
                    <a:pt x="92511" y="109194"/>
                    <a:pt x="92511" y="109194"/>
                    <a:pt x="92511" y="109194"/>
                  </a:cubicBezTo>
                  <a:cubicBezTo>
                    <a:pt x="92511" y="109194"/>
                    <a:pt x="92511" y="109194"/>
                    <a:pt x="92511" y="109194"/>
                  </a:cubicBezTo>
                  <a:cubicBezTo>
                    <a:pt x="91453" y="109763"/>
                    <a:pt x="91453" y="109194"/>
                    <a:pt x="91453" y="109194"/>
                  </a:cubicBezTo>
                  <a:cubicBezTo>
                    <a:pt x="91453" y="108625"/>
                    <a:pt x="91453" y="108625"/>
                    <a:pt x="91453" y="108625"/>
                  </a:cubicBezTo>
                  <a:cubicBezTo>
                    <a:pt x="90925" y="108056"/>
                    <a:pt x="90925" y="108056"/>
                    <a:pt x="90925" y="108056"/>
                  </a:cubicBezTo>
                  <a:cubicBezTo>
                    <a:pt x="90925" y="108056"/>
                    <a:pt x="90396" y="106919"/>
                    <a:pt x="90925" y="106350"/>
                  </a:cubicBezTo>
                  <a:cubicBezTo>
                    <a:pt x="91453" y="106350"/>
                    <a:pt x="90396" y="109194"/>
                    <a:pt x="92511" y="105781"/>
                  </a:cubicBezTo>
                  <a:cubicBezTo>
                    <a:pt x="92511" y="105781"/>
                    <a:pt x="92511" y="105213"/>
                    <a:pt x="92511" y="105213"/>
                  </a:cubicBezTo>
                  <a:cubicBezTo>
                    <a:pt x="91982" y="105213"/>
                    <a:pt x="91982" y="105213"/>
                    <a:pt x="91982" y="105213"/>
                  </a:cubicBezTo>
                  <a:cubicBezTo>
                    <a:pt x="90396" y="105213"/>
                    <a:pt x="90396" y="105213"/>
                    <a:pt x="90396" y="105213"/>
                  </a:cubicBezTo>
                  <a:cubicBezTo>
                    <a:pt x="90396" y="105213"/>
                    <a:pt x="90396" y="105781"/>
                    <a:pt x="89867" y="106350"/>
                  </a:cubicBezTo>
                  <a:cubicBezTo>
                    <a:pt x="89339" y="106919"/>
                    <a:pt x="89339" y="106350"/>
                    <a:pt x="89339" y="106350"/>
                  </a:cubicBezTo>
                  <a:cubicBezTo>
                    <a:pt x="89339" y="105781"/>
                    <a:pt x="89339" y="105781"/>
                    <a:pt x="89339" y="105781"/>
                  </a:cubicBezTo>
                  <a:cubicBezTo>
                    <a:pt x="89867" y="105213"/>
                    <a:pt x="89867" y="105213"/>
                    <a:pt x="89867" y="105213"/>
                  </a:cubicBezTo>
                  <a:cubicBezTo>
                    <a:pt x="89867" y="105213"/>
                    <a:pt x="89867" y="103507"/>
                    <a:pt x="89867" y="102938"/>
                  </a:cubicBezTo>
                  <a:cubicBezTo>
                    <a:pt x="89867" y="102938"/>
                    <a:pt x="89867" y="102938"/>
                    <a:pt x="89867" y="102938"/>
                  </a:cubicBezTo>
                  <a:cubicBezTo>
                    <a:pt x="88281" y="101800"/>
                    <a:pt x="88281" y="101800"/>
                    <a:pt x="88281" y="101800"/>
                  </a:cubicBezTo>
                  <a:cubicBezTo>
                    <a:pt x="87224" y="100663"/>
                    <a:pt x="87224" y="100663"/>
                    <a:pt x="87224" y="100663"/>
                  </a:cubicBezTo>
                  <a:cubicBezTo>
                    <a:pt x="85638" y="99526"/>
                    <a:pt x="85638" y="99526"/>
                    <a:pt x="85638" y="99526"/>
                  </a:cubicBezTo>
                  <a:cubicBezTo>
                    <a:pt x="83524" y="97251"/>
                    <a:pt x="83524" y="97251"/>
                    <a:pt x="83524" y="97251"/>
                  </a:cubicBezTo>
                  <a:cubicBezTo>
                    <a:pt x="82466" y="96682"/>
                    <a:pt x="82466" y="96682"/>
                    <a:pt x="82466" y="96682"/>
                  </a:cubicBezTo>
                  <a:cubicBezTo>
                    <a:pt x="81409" y="95545"/>
                    <a:pt x="81409" y="95545"/>
                    <a:pt x="81409" y="95545"/>
                  </a:cubicBezTo>
                  <a:cubicBezTo>
                    <a:pt x="81409" y="94407"/>
                    <a:pt x="81409" y="94407"/>
                    <a:pt x="81409" y="94407"/>
                  </a:cubicBezTo>
                  <a:cubicBezTo>
                    <a:pt x="80881" y="92132"/>
                    <a:pt x="80881" y="92132"/>
                    <a:pt x="80881" y="92132"/>
                  </a:cubicBezTo>
                  <a:cubicBezTo>
                    <a:pt x="80881" y="92132"/>
                    <a:pt x="80881" y="92132"/>
                    <a:pt x="80881" y="92132"/>
                  </a:cubicBezTo>
                  <a:cubicBezTo>
                    <a:pt x="80881" y="92132"/>
                    <a:pt x="78766" y="91563"/>
                    <a:pt x="77709" y="90995"/>
                  </a:cubicBezTo>
                  <a:cubicBezTo>
                    <a:pt x="76651" y="90426"/>
                    <a:pt x="76651" y="90426"/>
                    <a:pt x="76651" y="90426"/>
                  </a:cubicBezTo>
                  <a:cubicBezTo>
                    <a:pt x="75594" y="88720"/>
                    <a:pt x="75594" y="88720"/>
                    <a:pt x="75594" y="88720"/>
                  </a:cubicBezTo>
                  <a:cubicBezTo>
                    <a:pt x="75066" y="88151"/>
                    <a:pt x="75066" y="88151"/>
                    <a:pt x="75066" y="88151"/>
                  </a:cubicBezTo>
                  <a:cubicBezTo>
                    <a:pt x="73480" y="86445"/>
                    <a:pt x="73480" y="86445"/>
                    <a:pt x="73480" y="86445"/>
                  </a:cubicBezTo>
                  <a:cubicBezTo>
                    <a:pt x="72951" y="86445"/>
                    <a:pt x="72951" y="86445"/>
                    <a:pt x="72951" y="86445"/>
                  </a:cubicBezTo>
                  <a:cubicBezTo>
                    <a:pt x="70308" y="85308"/>
                    <a:pt x="70308" y="85308"/>
                    <a:pt x="70308" y="85308"/>
                  </a:cubicBezTo>
                  <a:cubicBezTo>
                    <a:pt x="69779" y="84170"/>
                    <a:pt x="69779" y="84170"/>
                    <a:pt x="69779" y="84170"/>
                  </a:cubicBezTo>
                  <a:cubicBezTo>
                    <a:pt x="68722" y="83601"/>
                    <a:pt x="68722" y="83601"/>
                    <a:pt x="68722" y="83601"/>
                  </a:cubicBezTo>
                  <a:cubicBezTo>
                    <a:pt x="68193" y="82464"/>
                    <a:pt x="68193" y="82464"/>
                    <a:pt x="68193" y="82464"/>
                  </a:cubicBezTo>
                  <a:cubicBezTo>
                    <a:pt x="66607" y="81895"/>
                    <a:pt x="66607" y="81895"/>
                    <a:pt x="66607" y="81895"/>
                  </a:cubicBezTo>
                  <a:cubicBezTo>
                    <a:pt x="66079" y="80758"/>
                    <a:pt x="66079" y="80758"/>
                    <a:pt x="66079" y="80758"/>
                  </a:cubicBezTo>
                  <a:cubicBezTo>
                    <a:pt x="65550" y="80189"/>
                    <a:pt x="65550" y="80189"/>
                    <a:pt x="65550" y="80189"/>
                  </a:cubicBezTo>
                  <a:cubicBezTo>
                    <a:pt x="63964" y="77914"/>
                    <a:pt x="63964" y="77914"/>
                    <a:pt x="63964" y="77914"/>
                  </a:cubicBezTo>
                  <a:cubicBezTo>
                    <a:pt x="62378" y="76777"/>
                    <a:pt x="62378" y="76777"/>
                    <a:pt x="62378" y="76777"/>
                  </a:cubicBezTo>
                  <a:cubicBezTo>
                    <a:pt x="61850" y="76208"/>
                    <a:pt x="61850" y="76208"/>
                    <a:pt x="61850" y="76208"/>
                  </a:cubicBezTo>
                  <a:cubicBezTo>
                    <a:pt x="61321" y="75639"/>
                    <a:pt x="61321" y="75639"/>
                    <a:pt x="61321" y="75639"/>
                  </a:cubicBezTo>
                  <a:cubicBezTo>
                    <a:pt x="60264" y="73933"/>
                    <a:pt x="60264" y="73933"/>
                    <a:pt x="60264" y="73933"/>
                  </a:cubicBezTo>
                  <a:cubicBezTo>
                    <a:pt x="58678" y="72227"/>
                    <a:pt x="58678" y="72227"/>
                    <a:pt x="58678" y="72227"/>
                  </a:cubicBezTo>
                  <a:cubicBezTo>
                    <a:pt x="57621" y="71090"/>
                    <a:pt x="57621" y="71090"/>
                    <a:pt x="57621" y="71090"/>
                  </a:cubicBezTo>
                  <a:cubicBezTo>
                    <a:pt x="56563" y="69383"/>
                    <a:pt x="56563" y="69383"/>
                    <a:pt x="56563" y="69383"/>
                  </a:cubicBezTo>
                  <a:cubicBezTo>
                    <a:pt x="57621" y="68246"/>
                    <a:pt x="57621" y="68246"/>
                    <a:pt x="57621" y="68246"/>
                  </a:cubicBezTo>
                  <a:cubicBezTo>
                    <a:pt x="57092" y="67677"/>
                    <a:pt x="56563" y="67677"/>
                    <a:pt x="56563" y="67109"/>
                  </a:cubicBezTo>
                  <a:cubicBezTo>
                    <a:pt x="56035" y="67109"/>
                    <a:pt x="54977" y="66540"/>
                    <a:pt x="55506" y="65971"/>
                  </a:cubicBezTo>
                  <a:cubicBezTo>
                    <a:pt x="55506" y="65402"/>
                    <a:pt x="54977" y="64834"/>
                    <a:pt x="54977" y="63696"/>
                  </a:cubicBezTo>
                  <a:cubicBezTo>
                    <a:pt x="54977" y="63127"/>
                    <a:pt x="54977" y="62559"/>
                    <a:pt x="54449" y="62559"/>
                  </a:cubicBezTo>
                  <a:cubicBezTo>
                    <a:pt x="53920" y="61990"/>
                    <a:pt x="53920" y="61990"/>
                    <a:pt x="53920" y="61990"/>
                  </a:cubicBezTo>
                  <a:cubicBezTo>
                    <a:pt x="53392" y="61990"/>
                    <a:pt x="52863" y="61990"/>
                    <a:pt x="52863" y="61990"/>
                  </a:cubicBezTo>
                  <a:cubicBezTo>
                    <a:pt x="52334" y="61990"/>
                    <a:pt x="52334" y="61990"/>
                    <a:pt x="52334" y="61990"/>
                  </a:cubicBezTo>
                  <a:cubicBezTo>
                    <a:pt x="52334" y="61990"/>
                    <a:pt x="52863" y="60853"/>
                    <a:pt x="52863" y="59715"/>
                  </a:cubicBezTo>
                  <a:cubicBezTo>
                    <a:pt x="50748" y="59146"/>
                    <a:pt x="50748" y="59146"/>
                    <a:pt x="50748" y="59146"/>
                  </a:cubicBezTo>
                  <a:cubicBezTo>
                    <a:pt x="50748" y="59146"/>
                    <a:pt x="50748" y="57440"/>
                    <a:pt x="49691" y="56872"/>
                  </a:cubicBezTo>
                  <a:cubicBezTo>
                    <a:pt x="48634" y="56872"/>
                    <a:pt x="48634" y="56872"/>
                    <a:pt x="48634" y="56872"/>
                  </a:cubicBezTo>
                  <a:cubicBezTo>
                    <a:pt x="48105" y="57440"/>
                    <a:pt x="48105" y="58009"/>
                    <a:pt x="48105" y="58009"/>
                  </a:cubicBezTo>
                  <a:cubicBezTo>
                    <a:pt x="45991" y="55734"/>
                    <a:pt x="45991" y="55734"/>
                    <a:pt x="45991" y="55734"/>
                  </a:cubicBezTo>
                  <a:cubicBezTo>
                    <a:pt x="45991" y="55734"/>
                    <a:pt x="45991" y="55165"/>
                    <a:pt x="46519" y="54028"/>
                  </a:cubicBezTo>
                  <a:cubicBezTo>
                    <a:pt x="47577" y="52890"/>
                    <a:pt x="46519" y="52322"/>
                    <a:pt x="46519" y="52322"/>
                  </a:cubicBezTo>
                  <a:cubicBezTo>
                    <a:pt x="45991" y="50616"/>
                    <a:pt x="45991" y="50616"/>
                    <a:pt x="45991" y="50616"/>
                  </a:cubicBezTo>
                  <a:cubicBezTo>
                    <a:pt x="46519" y="49478"/>
                    <a:pt x="46519" y="49478"/>
                    <a:pt x="46519" y="49478"/>
                  </a:cubicBezTo>
                  <a:cubicBezTo>
                    <a:pt x="45991" y="48909"/>
                    <a:pt x="45991" y="48909"/>
                    <a:pt x="45991" y="48909"/>
                  </a:cubicBezTo>
                  <a:cubicBezTo>
                    <a:pt x="45462" y="48341"/>
                    <a:pt x="45462" y="48341"/>
                    <a:pt x="45462" y="48341"/>
                  </a:cubicBezTo>
                  <a:cubicBezTo>
                    <a:pt x="45462" y="48341"/>
                    <a:pt x="45462" y="48341"/>
                    <a:pt x="45462" y="48341"/>
                  </a:cubicBezTo>
                  <a:cubicBezTo>
                    <a:pt x="45462" y="48341"/>
                    <a:pt x="45462" y="48341"/>
                    <a:pt x="45462" y="48341"/>
                  </a:cubicBezTo>
                  <a:cubicBezTo>
                    <a:pt x="46519" y="46066"/>
                    <a:pt x="46519" y="46066"/>
                    <a:pt x="46519" y="46066"/>
                  </a:cubicBezTo>
                  <a:cubicBezTo>
                    <a:pt x="46519" y="46066"/>
                    <a:pt x="45991" y="43791"/>
                    <a:pt x="46519" y="43222"/>
                  </a:cubicBezTo>
                  <a:cubicBezTo>
                    <a:pt x="46519" y="43222"/>
                    <a:pt x="46519" y="43222"/>
                    <a:pt x="46519" y="43222"/>
                  </a:cubicBezTo>
                  <a:cubicBezTo>
                    <a:pt x="46519" y="42654"/>
                    <a:pt x="46519" y="42654"/>
                    <a:pt x="47048" y="42654"/>
                  </a:cubicBezTo>
                  <a:cubicBezTo>
                    <a:pt x="47048" y="42085"/>
                    <a:pt x="49691" y="41516"/>
                    <a:pt x="49691" y="41516"/>
                  </a:cubicBezTo>
                  <a:cubicBezTo>
                    <a:pt x="50748" y="40947"/>
                    <a:pt x="50748" y="40947"/>
                    <a:pt x="50748" y="40947"/>
                  </a:cubicBezTo>
                  <a:cubicBezTo>
                    <a:pt x="52863" y="43791"/>
                    <a:pt x="52863" y="43791"/>
                    <a:pt x="52863" y="43791"/>
                  </a:cubicBezTo>
                  <a:cubicBezTo>
                    <a:pt x="54977" y="46066"/>
                    <a:pt x="54977" y="46066"/>
                    <a:pt x="54977" y="46066"/>
                  </a:cubicBezTo>
                  <a:cubicBezTo>
                    <a:pt x="56563" y="47203"/>
                    <a:pt x="56563" y="47203"/>
                    <a:pt x="56563" y="47203"/>
                  </a:cubicBezTo>
                  <a:cubicBezTo>
                    <a:pt x="56563" y="47203"/>
                    <a:pt x="57092" y="46635"/>
                    <a:pt x="57621" y="46635"/>
                  </a:cubicBezTo>
                  <a:cubicBezTo>
                    <a:pt x="57621" y="46066"/>
                    <a:pt x="57621" y="44928"/>
                    <a:pt x="57621" y="44928"/>
                  </a:cubicBezTo>
                  <a:cubicBezTo>
                    <a:pt x="58678" y="43791"/>
                    <a:pt x="58678" y="43791"/>
                    <a:pt x="58678" y="43791"/>
                  </a:cubicBezTo>
                  <a:cubicBezTo>
                    <a:pt x="59207" y="42654"/>
                    <a:pt x="59207" y="42654"/>
                    <a:pt x="59207" y="42654"/>
                  </a:cubicBezTo>
                  <a:cubicBezTo>
                    <a:pt x="59207" y="41516"/>
                    <a:pt x="59207" y="41516"/>
                    <a:pt x="59207" y="41516"/>
                  </a:cubicBezTo>
                  <a:cubicBezTo>
                    <a:pt x="60264" y="40947"/>
                    <a:pt x="60264" y="40947"/>
                    <a:pt x="60264" y="40947"/>
                  </a:cubicBezTo>
                  <a:cubicBezTo>
                    <a:pt x="61850" y="40379"/>
                    <a:pt x="61850" y="40379"/>
                    <a:pt x="61850" y="40379"/>
                  </a:cubicBezTo>
                  <a:cubicBezTo>
                    <a:pt x="63964" y="39810"/>
                    <a:pt x="63964" y="39810"/>
                    <a:pt x="63964" y="39810"/>
                  </a:cubicBezTo>
                  <a:cubicBezTo>
                    <a:pt x="63964" y="39810"/>
                    <a:pt x="65550" y="40379"/>
                    <a:pt x="66079" y="40379"/>
                  </a:cubicBezTo>
                  <a:cubicBezTo>
                    <a:pt x="66079" y="40379"/>
                    <a:pt x="66607" y="40379"/>
                    <a:pt x="66607" y="40379"/>
                  </a:cubicBezTo>
                  <a:cubicBezTo>
                    <a:pt x="67665" y="38672"/>
                    <a:pt x="67665" y="38672"/>
                    <a:pt x="67665" y="38672"/>
                  </a:cubicBezTo>
                  <a:cubicBezTo>
                    <a:pt x="67665" y="38672"/>
                    <a:pt x="67665" y="38672"/>
                    <a:pt x="67665" y="38672"/>
                  </a:cubicBezTo>
                  <a:cubicBezTo>
                    <a:pt x="68193" y="37535"/>
                    <a:pt x="68193" y="37535"/>
                    <a:pt x="68193" y="37535"/>
                  </a:cubicBezTo>
                  <a:cubicBezTo>
                    <a:pt x="70837" y="38672"/>
                    <a:pt x="70837" y="38672"/>
                    <a:pt x="70837" y="38672"/>
                  </a:cubicBezTo>
                  <a:cubicBezTo>
                    <a:pt x="71894" y="39810"/>
                    <a:pt x="71894" y="39810"/>
                    <a:pt x="71894" y="39810"/>
                  </a:cubicBezTo>
                  <a:cubicBezTo>
                    <a:pt x="74537" y="40379"/>
                    <a:pt x="74537" y="40379"/>
                    <a:pt x="74537" y="40379"/>
                  </a:cubicBezTo>
                  <a:cubicBezTo>
                    <a:pt x="74537" y="40379"/>
                    <a:pt x="74537" y="40379"/>
                    <a:pt x="74537" y="40379"/>
                  </a:cubicBezTo>
                  <a:cubicBezTo>
                    <a:pt x="75594" y="40379"/>
                    <a:pt x="75594" y="40379"/>
                    <a:pt x="75594" y="40379"/>
                  </a:cubicBezTo>
                  <a:cubicBezTo>
                    <a:pt x="75594" y="39810"/>
                    <a:pt x="75594" y="39810"/>
                    <a:pt x="75594" y="39810"/>
                  </a:cubicBezTo>
                  <a:cubicBezTo>
                    <a:pt x="77709" y="39810"/>
                    <a:pt x="77709" y="39810"/>
                    <a:pt x="77709" y="39810"/>
                  </a:cubicBezTo>
                  <a:cubicBezTo>
                    <a:pt x="80352" y="40379"/>
                    <a:pt x="80352" y="40379"/>
                    <a:pt x="80352" y="40379"/>
                  </a:cubicBezTo>
                  <a:cubicBezTo>
                    <a:pt x="81938" y="40379"/>
                    <a:pt x="81938" y="40379"/>
                    <a:pt x="81938" y="40379"/>
                  </a:cubicBezTo>
                  <a:cubicBezTo>
                    <a:pt x="84581" y="40379"/>
                    <a:pt x="84581" y="40379"/>
                    <a:pt x="84581" y="40379"/>
                  </a:cubicBezTo>
                  <a:cubicBezTo>
                    <a:pt x="86167" y="40947"/>
                    <a:pt x="86167" y="40947"/>
                    <a:pt x="86167" y="40947"/>
                  </a:cubicBezTo>
                  <a:cubicBezTo>
                    <a:pt x="87224" y="41516"/>
                    <a:pt x="87224" y="41516"/>
                    <a:pt x="87224" y="41516"/>
                  </a:cubicBezTo>
                  <a:cubicBezTo>
                    <a:pt x="87224" y="41516"/>
                    <a:pt x="87224" y="41516"/>
                    <a:pt x="87753" y="40947"/>
                  </a:cubicBezTo>
                  <a:cubicBezTo>
                    <a:pt x="87753" y="40947"/>
                    <a:pt x="89339" y="40947"/>
                    <a:pt x="89339" y="40947"/>
                  </a:cubicBezTo>
                  <a:cubicBezTo>
                    <a:pt x="89867" y="39241"/>
                    <a:pt x="89867" y="39241"/>
                    <a:pt x="89867" y="39241"/>
                  </a:cubicBezTo>
                  <a:cubicBezTo>
                    <a:pt x="90396" y="40379"/>
                    <a:pt x="90396" y="40379"/>
                    <a:pt x="90396" y="40379"/>
                  </a:cubicBezTo>
                  <a:cubicBezTo>
                    <a:pt x="90925" y="40379"/>
                    <a:pt x="91982" y="40379"/>
                    <a:pt x="91982" y="40379"/>
                  </a:cubicBezTo>
                  <a:cubicBezTo>
                    <a:pt x="92511" y="38672"/>
                    <a:pt x="92511" y="38672"/>
                    <a:pt x="92511" y="38672"/>
                  </a:cubicBezTo>
                  <a:cubicBezTo>
                    <a:pt x="93039" y="39241"/>
                    <a:pt x="93039" y="39241"/>
                    <a:pt x="93039" y="39241"/>
                  </a:cubicBezTo>
                  <a:cubicBezTo>
                    <a:pt x="93568" y="39241"/>
                    <a:pt x="93568" y="39241"/>
                    <a:pt x="94096" y="39241"/>
                  </a:cubicBezTo>
                  <a:cubicBezTo>
                    <a:pt x="94625" y="39241"/>
                    <a:pt x="95154" y="38672"/>
                    <a:pt x="95154" y="38672"/>
                  </a:cubicBezTo>
                  <a:cubicBezTo>
                    <a:pt x="95154" y="38672"/>
                    <a:pt x="95682" y="39241"/>
                    <a:pt x="95682" y="39241"/>
                  </a:cubicBezTo>
                  <a:cubicBezTo>
                    <a:pt x="95682" y="39241"/>
                    <a:pt x="96211" y="38672"/>
                    <a:pt x="96740" y="38672"/>
                  </a:cubicBezTo>
                  <a:cubicBezTo>
                    <a:pt x="97797" y="38672"/>
                    <a:pt x="98325" y="38104"/>
                    <a:pt x="98325" y="38104"/>
                  </a:cubicBezTo>
                  <a:cubicBezTo>
                    <a:pt x="98325" y="38104"/>
                    <a:pt x="98854" y="39241"/>
                    <a:pt x="99911" y="39810"/>
                  </a:cubicBezTo>
                  <a:cubicBezTo>
                    <a:pt x="99911" y="39810"/>
                    <a:pt x="99911" y="39810"/>
                    <a:pt x="99911" y="39810"/>
                  </a:cubicBezTo>
                  <a:cubicBezTo>
                    <a:pt x="100969" y="39810"/>
                    <a:pt x="100969" y="39810"/>
                    <a:pt x="100969" y="39810"/>
                  </a:cubicBezTo>
                  <a:cubicBezTo>
                    <a:pt x="100969" y="39810"/>
                    <a:pt x="100969" y="39810"/>
                    <a:pt x="100969" y="39810"/>
                  </a:cubicBezTo>
                  <a:cubicBezTo>
                    <a:pt x="100969" y="39810"/>
                    <a:pt x="101497" y="39241"/>
                    <a:pt x="102026" y="39241"/>
                  </a:cubicBezTo>
                  <a:cubicBezTo>
                    <a:pt x="103083" y="39241"/>
                    <a:pt x="103612" y="39241"/>
                    <a:pt x="104140" y="39241"/>
                  </a:cubicBezTo>
                  <a:cubicBezTo>
                    <a:pt x="105198" y="39241"/>
                    <a:pt x="105726" y="40379"/>
                    <a:pt x="105726" y="40379"/>
                  </a:cubicBezTo>
                  <a:cubicBezTo>
                    <a:pt x="107312" y="42085"/>
                    <a:pt x="107312" y="42085"/>
                    <a:pt x="107312" y="42085"/>
                  </a:cubicBezTo>
                  <a:cubicBezTo>
                    <a:pt x="107312" y="42085"/>
                    <a:pt x="107841" y="43222"/>
                    <a:pt x="107841" y="43791"/>
                  </a:cubicBezTo>
                  <a:cubicBezTo>
                    <a:pt x="108370" y="44360"/>
                    <a:pt x="108370" y="44928"/>
                    <a:pt x="108370" y="44928"/>
                  </a:cubicBezTo>
                  <a:cubicBezTo>
                    <a:pt x="108370" y="44928"/>
                    <a:pt x="112599" y="46635"/>
                    <a:pt x="113127" y="46635"/>
                  </a:cubicBezTo>
                  <a:cubicBezTo>
                    <a:pt x="113127" y="46635"/>
                    <a:pt x="113656" y="46635"/>
                    <a:pt x="113656" y="46635"/>
                  </a:cubicBezTo>
                  <a:close/>
                  <a:moveTo>
                    <a:pt x="92511" y="108625"/>
                  </a:moveTo>
                  <a:cubicBezTo>
                    <a:pt x="92511" y="108625"/>
                    <a:pt x="92511" y="108625"/>
                    <a:pt x="92511" y="108625"/>
                  </a:cubicBezTo>
                  <a:cubicBezTo>
                    <a:pt x="93039" y="108625"/>
                    <a:pt x="93039" y="108056"/>
                    <a:pt x="93039" y="108056"/>
                  </a:cubicBezTo>
                  <a:cubicBezTo>
                    <a:pt x="94625" y="108056"/>
                    <a:pt x="94625" y="108056"/>
                    <a:pt x="94625" y="108056"/>
                  </a:cubicBezTo>
                  <a:cubicBezTo>
                    <a:pt x="94625" y="108056"/>
                    <a:pt x="94625" y="108056"/>
                    <a:pt x="94625" y="108056"/>
                  </a:cubicBezTo>
                  <a:cubicBezTo>
                    <a:pt x="96211" y="108625"/>
                    <a:pt x="96211" y="108625"/>
                    <a:pt x="96211" y="108625"/>
                  </a:cubicBezTo>
                  <a:cubicBezTo>
                    <a:pt x="97268" y="109763"/>
                    <a:pt x="97268" y="109763"/>
                    <a:pt x="97268" y="109763"/>
                  </a:cubicBezTo>
                  <a:cubicBezTo>
                    <a:pt x="97797" y="110900"/>
                    <a:pt x="97797" y="110900"/>
                    <a:pt x="97797" y="110900"/>
                  </a:cubicBezTo>
                  <a:cubicBezTo>
                    <a:pt x="98854" y="112037"/>
                    <a:pt x="98854" y="112037"/>
                    <a:pt x="98854" y="112037"/>
                  </a:cubicBezTo>
                  <a:cubicBezTo>
                    <a:pt x="101497" y="113744"/>
                    <a:pt x="101497" y="113744"/>
                    <a:pt x="101497" y="113744"/>
                  </a:cubicBezTo>
                  <a:cubicBezTo>
                    <a:pt x="104669" y="115450"/>
                    <a:pt x="104669" y="115450"/>
                    <a:pt x="104669" y="115450"/>
                  </a:cubicBezTo>
                  <a:cubicBezTo>
                    <a:pt x="104669" y="115450"/>
                    <a:pt x="106784" y="116587"/>
                    <a:pt x="107312" y="116587"/>
                  </a:cubicBezTo>
                  <a:cubicBezTo>
                    <a:pt x="107312" y="116587"/>
                    <a:pt x="107312" y="117156"/>
                    <a:pt x="107841" y="117156"/>
                  </a:cubicBezTo>
                  <a:cubicBezTo>
                    <a:pt x="107841" y="117725"/>
                    <a:pt x="108898" y="119431"/>
                    <a:pt x="108898" y="119431"/>
                  </a:cubicBezTo>
                  <a:cubicBezTo>
                    <a:pt x="109427" y="120000"/>
                    <a:pt x="107841" y="118862"/>
                    <a:pt x="107841" y="118862"/>
                  </a:cubicBezTo>
                  <a:cubicBezTo>
                    <a:pt x="107841" y="118862"/>
                    <a:pt x="107312" y="117725"/>
                    <a:pt x="106784" y="117156"/>
                  </a:cubicBezTo>
                  <a:cubicBezTo>
                    <a:pt x="105726" y="117156"/>
                    <a:pt x="104669" y="117156"/>
                    <a:pt x="104140" y="116587"/>
                  </a:cubicBezTo>
                  <a:cubicBezTo>
                    <a:pt x="103612" y="116018"/>
                    <a:pt x="103612" y="115450"/>
                    <a:pt x="103612" y="115450"/>
                  </a:cubicBezTo>
                  <a:cubicBezTo>
                    <a:pt x="103083" y="115450"/>
                    <a:pt x="103083" y="114312"/>
                    <a:pt x="101497" y="114312"/>
                  </a:cubicBezTo>
                  <a:cubicBezTo>
                    <a:pt x="99911" y="113744"/>
                    <a:pt x="99911" y="114312"/>
                    <a:pt x="99383" y="113175"/>
                  </a:cubicBezTo>
                  <a:cubicBezTo>
                    <a:pt x="98854" y="111469"/>
                    <a:pt x="98854" y="112606"/>
                    <a:pt x="98325" y="111469"/>
                  </a:cubicBezTo>
                  <a:cubicBezTo>
                    <a:pt x="97268" y="110900"/>
                    <a:pt x="97797" y="111469"/>
                    <a:pt x="95682" y="110900"/>
                  </a:cubicBezTo>
                  <a:cubicBezTo>
                    <a:pt x="94096" y="109763"/>
                    <a:pt x="95154" y="110331"/>
                    <a:pt x="95154" y="109763"/>
                  </a:cubicBezTo>
                  <a:cubicBezTo>
                    <a:pt x="94625" y="108625"/>
                    <a:pt x="95154" y="109194"/>
                    <a:pt x="94096" y="109194"/>
                  </a:cubicBezTo>
                  <a:cubicBezTo>
                    <a:pt x="93568" y="108625"/>
                    <a:pt x="94096" y="108625"/>
                    <a:pt x="93568" y="108625"/>
                  </a:cubicBezTo>
                  <a:cubicBezTo>
                    <a:pt x="93568" y="108625"/>
                    <a:pt x="93039" y="109194"/>
                    <a:pt x="92511" y="109194"/>
                  </a:cubicBezTo>
                  <a:cubicBezTo>
                    <a:pt x="92511" y="108625"/>
                    <a:pt x="92511" y="108625"/>
                    <a:pt x="92511" y="108625"/>
                  </a:cubicBezTo>
                  <a:close/>
                  <a:moveTo>
                    <a:pt x="89339" y="112606"/>
                  </a:moveTo>
                  <a:cubicBezTo>
                    <a:pt x="89339" y="112606"/>
                    <a:pt x="89339" y="112606"/>
                    <a:pt x="89339" y="112606"/>
                  </a:cubicBezTo>
                  <a:cubicBezTo>
                    <a:pt x="89339" y="112606"/>
                    <a:pt x="88281" y="112606"/>
                    <a:pt x="87753" y="112606"/>
                  </a:cubicBezTo>
                  <a:cubicBezTo>
                    <a:pt x="87753" y="112606"/>
                    <a:pt x="87224" y="112037"/>
                    <a:pt x="86696" y="112037"/>
                  </a:cubicBezTo>
                  <a:cubicBezTo>
                    <a:pt x="86167" y="112037"/>
                    <a:pt x="85110" y="112037"/>
                    <a:pt x="85110" y="112037"/>
                  </a:cubicBezTo>
                  <a:cubicBezTo>
                    <a:pt x="84581" y="112037"/>
                    <a:pt x="84052" y="111469"/>
                    <a:pt x="84052" y="111469"/>
                  </a:cubicBezTo>
                  <a:cubicBezTo>
                    <a:pt x="84052" y="111469"/>
                    <a:pt x="84052" y="110900"/>
                    <a:pt x="84052" y="110900"/>
                  </a:cubicBezTo>
                  <a:cubicBezTo>
                    <a:pt x="84052" y="110900"/>
                    <a:pt x="85110" y="110331"/>
                    <a:pt x="85110" y="110331"/>
                  </a:cubicBezTo>
                  <a:cubicBezTo>
                    <a:pt x="85110" y="110900"/>
                    <a:pt x="88281" y="111469"/>
                    <a:pt x="88281" y="111469"/>
                  </a:cubicBezTo>
                  <a:cubicBezTo>
                    <a:pt x="90396" y="111469"/>
                    <a:pt x="90396" y="111469"/>
                    <a:pt x="90396" y="111469"/>
                  </a:cubicBezTo>
                  <a:cubicBezTo>
                    <a:pt x="90396" y="111469"/>
                    <a:pt x="90925" y="111469"/>
                    <a:pt x="90925" y="111469"/>
                  </a:cubicBezTo>
                  <a:cubicBezTo>
                    <a:pt x="90925" y="111469"/>
                    <a:pt x="91453" y="111469"/>
                    <a:pt x="91982" y="112037"/>
                  </a:cubicBezTo>
                  <a:cubicBezTo>
                    <a:pt x="92511" y="112037"/>
                    <a:pt x="92511" y="112037"/>
                    <a:pt x="92511" y="112606"/>
                  </a:cubicBezTo>
                  <a:cubicBezTo>
                    <a:pt x="92511" y="112606"/>
                    <a:pt x="93039" y="113175"/>
                    <a:pt x="92511" y="113175"/>
                  </a:cubicBezTo>
                  <a:cubicBezTo>
                    <a:pt x="92511" y="113175"/>
                    <a:pt x="91982" y="113175"/>
                    <a:pt x="91982" y="113175"/>
                  </a:cubicBezTo>
                  <a:cubicBezTo>
                    <a:pt x="91982" y="113175"/>
                    <a:pt x="90925" y="112606"/>
                    <a:pt x="90925" y="112606"/>
                  </a:cubicBezTo>
                  <a:cubicBezTo>
                    <a:pt x="89867" y="112606"/>
                    <a:pt x="89867" y="112606"/>
                    <a:pt x="89867" y="112606"/>
                  </a:cubicBezTo>
                  <a:cubicBezTo>
                    <a:pt x="89339" y="112606"/>
                    <a:pt x="89339" y="112606"/>
                    <a:pt x="89339" y="112606"/>
                  </a:cubicBezTo>
                  <a:close/>
                  <a:moveTo>
                    <a:pt x="72951" y="113175"/>
                  </a:moveTo>
                  <a:cubicBezTo>
                    <a:pt x="72951" y="113175"/>
                    <a:pt x="72951" y="113175"/>
                    <a:pt x="72951" y="113175"/>
                  </a:cubicBezTo>
                  <a:cubicBezTo>
                    <a:pt x="72951" y="113175"/>
                    <a:pt x="75066" y="112606"/>
                    <a:pt x="75066" y="112606"/>
                  </a:cubicBezTo>
                  <a:cubicBezTo>
                    <a:pt x="76123" y="113175"/>
                    <a:pt x="76123" y="113175"/>
                    <a:pt x="76123" y="113175"/>
                  </a:cubicBezTo>
                  <a:cubicBezTo>
                    <a:pt x="76123" y="113175"/>
                    <a:pt x="76123" y="113744"/>
                    <a:pt x="75594" y="113744"/>
                  </a:cubicBezTo>
                  <a:cubicBezTo>
                    <a:pt x="75594" y="113744"/>
                    <a:pt x="74537" y="114881"/>
                    <a:pt x="74537" y="114881"/>
                  </a:cubicBezTo>
                  <a:cubicBezTo>
                    <a:pt x="72951" y="113744"/>
                    <a:pt x="72951" y="113744"/>
                    <a:pt x="72951" y="113744"/>
                  </a:cubicBezTo>
                  <a:cubicBezTo>
                    <a:pt x="72951" y="113175"/>
                    <a:pt x="72951" y="113175"/>
                    <a:pt x="72951" y="113175"/>
                  </a:cubicBezTo>
                  <a:close/>
                  <a:moveTo>
                    <a:pt x="56563" y="110331"/>
                  </a:moveTo>
                  <a:cubicBezTo>
                    <a:pt x="56563" y="110331"/>
                    <a:pt x="56563" y="110331"/>
                    <a:pt x="56563" y="110331"/>
                  </a:cubicBezTo>
                  <a:cubicBezTo>
                    <a:pt x="57092" y="110331"/>
                    <a:pt x="57621" y="109763"/>
                    <a:pt x="57621" y="110331"/>
                  </a:cubicBezTo>
                  <a:cubicBezTo>
                    <a:pt x="57621" y="110900"/>
                    <a:pt x="57092" y="111469"/>
                    <a:pt x="57092" y="111469"/>
                  </a:cubicBezTo>
                  <a:cubicBezTo>
                    <a:pt x="57092" y="111469"/>
                    <a:pt x="56563" y="111469"/>
                    <a:pt x="56563" y="111469"/>
                  </a:cubicBezTo>
                  <a:cubicBezTo>
                    <a:pt x="56563" y="110900"/>
                    <a:pt x="56563" y="110331"/>
                    <a:pt x="56563" y="110331"/>
                  </a:cubicBezTo>
                  <a:close/>
                  <a:moveTo>
                    <a:pt x="59735" y="107488"/>
                  </a:moveTo>
                  <a:cubicBezTo>
                    <a:pt x="59735" y="107488"/>
                    <a:pt x="59735" y="107488"/>
                    <a:pt x="59735" y="107488"/>
                  </a:cubicBezTo>
                  <a:cubicBezTo>
                    <a:pt x="59735" y="107488"/>
                    <a:pt x="60792" y="106919"/>
                    <a:pt x="60792" y="106919"/>
                  </a:cubicBezTo>
                  <a:cubicBezTo>
                    <a:pt x="61321" y="107488"/>
                    <a:pt x="61850" y="107488"/>
                    <a:pt x="61321" y="108056"/>
                  </a:cubicBezTo>
                  <a:cubicBezTo>
                    <a:pt x="61321" y="108056"/>
                    <a:pt x="61321" y="108056"/>
                    <a:pt x="60792" y="108625"/>
                  </a:cubicBezTo>
                  <a:cubicBezTo>
                    <a:pt x="60264" y="109194"/>
                    <a:pt x="59207" y="109763"/>
                    <a:pt x="59207" y="109763"/>
                  </a:cubicBezTo>
                  <a:cubicBezTo>
                    <a:pt x="59207" y="109763"/>
                    <a:pt x="59207" y="109763"/>
                    <a:pt x="58678" y="109763"/>
                  </a:cubicBezTo>
                  <a:cubicBezTo>
                    <a:pt x="57621" y="109194"/>
                    <a:pt x="57092" y="108625"/>
                    <a:pt x="57092" y="108625"/>
                  </a:cubicBezTo>
                  <a:cubicBezTo>
                    <a:pt x="57092" y="108625"/>
                    <a:pt x="56563" y="108056"/>
                    <a:pt x="57621" y="108056"/>
                  </a:cubicBezTo>
                  <a:cubicBezTo>
                    <a:pt x="58149" y="107488"/>
                    <a:pt x="58678" y="107488"/>
                    <a:pt x="58678" y="107488"/>
                  </a:cubicBezTo>
                  <a:cubicBezTo>
                    <a:pt x="59207" y="107488"/>
                    <a:pt x="59735" y="107488"/>
                    <a:pt x="59735" y="107488"/>
                  </a:cubicBezTo>
                  <a:close/>
                  <a:moveTo>
                    <a:pt x="65550" y="101232"/>
                  </a:moveTo>
                  <a:cubicBezTo>
                    <a:pt x="65550" y="101232"/>
                    <a:pt x="65550" y="101232"/>
                    <a:pt x="65550" y="101232"/>
                  </a:cubicBezTo>
                  <a:cubicBezTo>
                    <a:pt x="65550" y="101232"/>
                    <a:pt x="66607" y="100663"/>
                    <a:pt x="66607" y="100663"/>
                  </a:cubicBezTo>
                  <a:cubicBezTo>
                    <a:pt x="66607" y="100663"/>
                    <a:pt x="66607" y="100663"/>
                    <a:pt x="67136" y="100663"/>
                  </a:cubicBezTo>
                  <a:cubicBezTo>
                    <a:pt x="67136" y="100663"/>
                    <a:pt x="67136" y="100663"/>
                    <a:pt x="67665" y="100663"/>
                  </a:cubicBezTo>
                  <a:cubicBezTo>
                    <a:pt x="67665" y="100663"/>
                    <a:pt x="68193" y="100094"/>
                    <a:pt x="68722" y="100663"/>
                  </a:cubicBezTo>
                  <a:cubicBezTo>
                    <a:pt x="69251" y="100663"/>
                    <a:pt x="69251" y="101232"/>
                    <a:pt x="69779" y="101232"/>
                  </a:cubicBezTo>
                  <a:cubicBezTo>
                    <a:pt x="69779" y="101232"/>
                    <a:pt x="70308" y="101232"/>
                    <a:pt x="70308" y="101232"/>
                  </a:cubicBezTo>
                  <a:cubicBezTo>
                    <a:pt x="70837" y="101232"/>
                    <a:pt x="70837" y="101232"/>
                    <a:pt x="71894" y="101232"/>
                  </a:cubicBezTo>
                  <a:cubicBezTo>
                    <a:pt x="72951" y="101232"/>
                    <a:pt x="74537" y="101232"/>
                    <a:pt x="74537" y="101232"/>
                  </a:cubicBezTo>
                  <a:cubicBezTo>
                    <a:pt x="74537" y="101800"/>
                    <a:pt x="75066" y="101232"/>
                    <a:pt x="75594" y="101232"/>
                  </a:cubicBezTo>
                  <a:cubicBezTo>
                    <a:pt x="76651" y="101800"/>
                    <a:pt x="76651" y="101800"/>
                    <a:pt x="76651" y="101800"/>
                  </a:cubicBezTo>
                  <a:cubicBezTo>
                    <a:pt x="77180" y="101800"/>
                    <a:pt x="76651" y="102369"/>
                    <a:pt x="77709" y="101800"/>
                  </a:cubicBezTo>
                  <a:cubicBezTo>
                    <a:pt x="78237" y="101800"/>
                    <a:pt x="78237" y="101800"/>
                    <a:pt x="78237" y="101800"/>
                  </a:cubicBezTo>
                  <a:cubicBezTo>
                    <a:pt x="78237" y="101800"/>
                    <a:pt x="78237" y="101800"/>
                    <a:pt x="78766" y="101232"/>
                  </a:cubicBezTo>
                  <a:cubicBezTo>
                    <a:pt x="79295" y="101232"/>
                    <a:pt x="79823" y="100663"/>
                    <a:pt x="79823" y="100663"/>
                  </a:cubicBezTo>
                  <a:cubicBezTo>
                    <a:pt x="80352" y="100663"/>
                    <a:pt x="80352" y="100663"/>
                    <a:pt x="80352" y="100663"/>
                  </a:cubicBezTo>
                  <a:cubicBezTo>
                    <a:pt x="80352" y="102369"/>
                    <a:pt x="80352" y="102369"/>
                    <a:pt x="80352" y="102369"/>
                  </a:cubicBezTo>
                  <a:cubicBezTo>
                    <a:pt x="80352" y="102369"/>
                    <a:pt x="80352" y="102369"/>
                    <a:pt x="80352" y="102938"/>
                  </a:cubicBezTo>
                  <a:cubicBezTo>
                    <a:pt x="80352" y="102938"/>
                    <a:pt x="79823" y="103507"/>
                    <a:pt x="79295" y="103507"/>
                  </a:cubicBezTo>
                  <a:cubicBezTo>
                    <a:pt x="79295" y="103507"/>
                    <a:pt x="78766" y="102938"/>
                    <a:pt x="78766" y="102938"/>
                  </a:cubicBezTo>
                  <a:cubicBezTo>
                    <a:pt x="78766" y="102369"/>
                    <a:pt x="78237" y="102369"/>
                    <a:pt x="78237" y="102369"/>
                  </a:cubicBezTo>
                  <a:cubicBezTo>
                    <a:pt x="77709" y="102369"/>
                    <a:pt x="77180" y="102938"/>
                    <a:pt x="76651" y="102938"/>
                  </a:cubicBezTo>
                  <a:cubicBezTo>
                    <a:pt x="76651" y="102938"/>
                    <a:pt x="76123" y="102369"/>
                    <a:pt x="76123" y="102369"/>
                  </a:cubicBezTo>
                  <a:cubicBezTo>
                    <a:pt x="76123" y="102369"/>
                    <a:pt x="75066" y="102369"/>
                    <a:pt x="74537" y="102369"/>
                  </a:cubicBezTo>
                  <a:cubicBezTo>
                    <a:pt x="74537" y="102369"/>
                    <a:pt x="74008" y="102369"/>
                    <a:pt x="73480" y="102369"/>
                  </a:cubicBezTo>
                  <a:cubicBezTo>
                    <a:pt x="72951" y="102369"/>
                    <a:pt x="72422" y="102369"/>
                    <a:pt x="71894" y="102369"/>
                  </a:cubicBezTo>
                  <a:cubicBezTo>
                    <a:pt x="71365" y="102938"/>
                    <a:pt x="70308" y="102369"/>
                    <a:pt x="70308" y="102938"/>
                  </a:cubicBezTo>
                  <a:cubicBezTo>
                    <a:pt x="70308" y="102938"/>
                    <a:pt x="70308" y="103507"/>
                    <a:pt x="70308" y="103507"/>
                  </a:cubicBezTo>
                  <a:cubicBezTo>
                    <a:pt x="70308" y="103507"/>
                    <a:pt x="70837" y="104075"/>
                    <a:pt x="70308" y="104075"/>
                  </a:cubicBezTo>
                  <a:cubicBezTo>
                    <a:pt x="69251" y="104075"/>
                    <a:pt x="69251" y="104075"/>
                    <a:pt x="69251" y="103507"/>
                  </a:cubicBezTo>
                  <a:cubicBezTo>
                    <a:pt x="68722" y="102938"/>
                    <a:pt x="69779" y="102369"/>
                    <a:pt x="68193" y="102938"/>
                  </a:cubicBezTo>
                  <a:cubicBezTo>
                    <a:pt x="67136" y="102938"/>
                    <a:pt x="67136" y="102369"/>
                    <a:pt x="66607" y="102369"/>
                  </a:cubicBezTo>
                  <a:cubicBezTo>
                    <a:pt x="66607" y="102938"/>
                    <a:pt x="65550" y="101800"/>
                    <a:pt x="65022" y="102369"/>
                  </a:cubicBezTo>
                  <a:cubicBezTo>
                    <a:pt x="65022" y="102369"/>
                    <a:pt x="64493" y="102938"/>
                    <a:pt x="64493" y="102938"/>
                  </a:cubicBezTo>
                  <a:cubicBezTo>
                    <a:pt x="64493" y="102938"/>
                    <a:pt x="62907" y="102938"/>
                    <a:pt x="62907" y="102938"/>
                  </a:cubicBezTo>
                  <a:cubicBezTo>
                    <a:pt x="62907" y="102938"/>
                    <a:pt x="63436" y="101232"/>
                    <a:pt x="63436" y="101232"/>
                  </a:cubicBezTo>
                  <a:cubicBezTo>
                    <a:pt x="63436" y="101232"/>
                    <a:pt x="63436" y="101232"/>
                    <a:pt x="63964" y="101232"/>
                  </a:cubicBezTo>
                  <a:cubicBezTo>
                    <a:pt x="64493" y="101232"/>
                    <a:pt x="65022" y="101232"/>
                    <a:pt x="65022" y="101232"/>
                  </a:cubicBezTo>
                  <a:cubicBezTo>
                    <a:pt x="65550" y="101232"/>
                    <a:pt x="65550" y="101232"/>
                    <a:pt x="65550" y="101232"/>
                  </a:cubicBezTo>
                  <a:close/>
                  <a:moveTo>
                    <a:pt x="63436" y="97819"/>
                  </a:moveTo>
                  <a:cubicBezTo>
                    <a:pt x="63436" y="97819"/>
                    <a:pt x="63436" y="97819"/>
                    <a:pt x="63436" y="97819"/>
                  </a:cubicBezTo>
                  <a:cubicBezTo>
                    <a:pt x="63436" y="97819"/>
                    <a:pt x="61321" y="96682"/>
                    <a:pt x="61321" y="96682"/>
                  </a:cubicBezTo>
                  <a:cubicBezTo>
                    <a:pt x="60792" y="96682"/>
                    <a:pt x="60264" y="96682"/>
                    <a:pt x="59735" y="96682"/>
                  </a:cubicBezTo>
                  <a:cubicBezTo>
                    <a:pt x="59735" y="96682"/>
                    <a:pt x="58678" y="96113"/>
                    <a:pt x="59207" y="95545"/>
                  </a:cubicBezTo>
                  <a:cubicBezTo>
                    <a:pt x="59207" y="95545"/>
                    <a:pt x="59735" y="94976"/>
                    <a:pt x="60264" y="95545"/>
                  </a:cubicBezTo>
                  <a:cubicBezTo>
                    <a:pt x="60792" y="96113"/>
                    <a:pt x="61321" y="96113"/>
                    <a:pt x="61321" y="96682"/>
                  </a:cubicBezTo>
                  <a:cubicBezTo>
                    <a:pt x="61850" y="96682"/>
                    <a:pt x="62907" y="97251"/>
                    <a:pt x="62907" y="97251"/>
                  </a:cubicBezTo>
                  <a:cubicBezTo>
                    <a:pt x="63436" y="97251"/>
                    <a:pt x="63436" y="97819"/>
                    <a:pt x="63436" y="97251"/>
                  </a:cubicBezTo>
                  <a:cubicBezTo>
                    <a:pt x="63964" y="97251"/>
                    <a:pt x="63964" y="96113"/>
                    <a:pt x="63964" y="96113"/>
                  </a:cubicBezTo>
                  <a:cubicBezTo>
                    <a:pt x="63964" y="95545"/>
                    <a:pt x="63436" y="95545"/>
                    <a:pt x="63436" y="95545"/>
                  </a:cubicBezTo>
                  <a:cubicBezTo>
                    <a:pt x="63964" y="95545"/>
                    <a:pt x="65022" y="94976"/>
                    <a:pt x="65022" y="94976"/>
                  </a:cubicBezTo>
                  <a:cubicBezTo>
                    <a:pt x="65550" y="95545"/>
                    <a:pt x="66079" y="95545"/>
                    <a:pt x="66607" y="95545"/>
                  </a:cubicBezTo>
                  <a:cubicBezTo>
                    <a:pt x="66607" y="95545"/>
                    <a:pt x="66079" y="95545"/>
                    <a:pt x="68193" y="95545"/>
                  </a:cubicBezTo>
                  <a:cubicBezTo>
                    <a:pt x="69779" y="95545"/>
                    <a:pt x="69251" y="95545"/>
                    <a:pt x="70308" y="95545"/>
                  </a:cubicBezTo>
                  <a:cubicBezTo>
                    <a:pt x="70837" y="95545"/>
                    <a:pt x="71894" y="95545"/>
                    <a:pt x="71894" y="95545"/>
                  </a:cubicBezTo>
                  <a:cubicBezTo>
                    <a:pt x="71894" y="96113"/>
                    <a:pt x="72951" y="96682"/>
                    <a:pt x="72951" y="96682"/>
                  </a:cubicBezTo>
                  <a:cubicBezTo>
                    <a:pt x="72951" y="97251"/>
                    <a:pt x="73480" y="97251"/>
                    <a:pt x="72951" y="97819"/>
                  </a:cubicBezTo>
                  <a:cubicBezTo>
                    <a:pt x="71894" y="98388"/>
                    <a:pt x="71894" y="98388"/>
                    <a:pt x="70837" y="98388"/>
                  </a:cubicBezTo>
                  <a:cubicBezTo>
                    <a:pt x="70308" y="98388"/>
                    <a:pt x="70837" y="98388"/>
                    <a:pt x="69779" y="98957"/>
                  </a:cubicBezTo>
                  <a:cubicBezTo>
                    <a:pt x="68193" y="98957"/>
                    <a:pt x="67136" y="98957"/>
                    <a:pt x="67136" y="98957"/>
                  </a:cubicBezTo>
                  <a:cubicBezTo>
                    <a:pt x="67136" y="98957"/>
                    <a:pt x="67665" y="98957"/>
                    <a:pt x="66079" y="98957"/>
                  </a:cubicBezTo>
                  <a:cubicBezTo>
                    <a:pt x="65022" y="98388"/>
                    <a:pt x="64493" y="98957"/>
                    <a:pt x="63964" y="98388"/>
                  </a:cubicBezTo>
                  <a:cubicBezTo>
                    <a:pt x="63964" y="98388"/>
                    <a:pt x="63436" y="97819"/>
                    <a:pt x="63436" y="97819"/>
                  </a:cubicBezTo>
                  <a:close/>
                  <a:moveTo>
                    <a:pt x="26431" y="53459"/>
                  </a:moveTo>
                  <a:cubicBezTo>
                    <a:pt x="26431" y="53459"/>
                    <a:pt x="26431" y="53459"/>
                    <a:pt x="26431" y="53459"/>
                  </a:cubicBezTo>
                  <a:cubicBezTo>
                    <a:pt x="26431" y="53459"/>
                    <a:pt x="26431" y="52890"/>
                    <a:pt x="26431" y="52890"/>
                  </a:cubicBezTo>
                  <a:cubicBezTo>
                    <a:pt x="26431" y="52890"/>
                    <a:pt x="26431" y="52890"/>
                    <a:pt x="26431" y="52890"/>
                  </a:cubicBezTo>
                  <a:cubicBezTo>
                    <a:pt x="26431" y="52890"/>
                    <a:pt x="26960" y="52890"/>
                    <a:pt x="26960" y="52890"/>
                  </a:cubicBezTo>
                  <a:cubicBezTo>
                    <a:pt x="26960" y="53459"/>
                    <a:pt x="26960" y="53459"/>
                    <a:pt x="27488" y="53459"/>
                  </a:cubicBezTo>
                  <a:cubicBezTo>
                    <a:pt x="27488" y="53459"/>
                    <a:pt x="27488" y="53459"/>
                    <a:pt x="28017" y="53459"/>
                  </a:cubicBezTo>
                  <a:cubicBezTo>
                    <a:pt x="28017" y="54028"/>
                    <a:pt x="28017" y="54028"/>
                    <a:pt x="28017" y="54028"/>
                  </a:cubicBezTo>
                  <a:cubicBezTo>
                    <a:pt x="28017" y="54028"/>
                    <a:pt x="28017" y="55165"/>
                    <a:pt x="27488" y="54597"/>
                  </a:cubicBezTo>
                  <a:cubicBezTo>
                    <a:pt x="26960" y="54597"/>
                    <a:pt x="26431" y="54597"/>
                    <a:pt x="26431" y="54028"/>
                  </a:cubicBezTo>
                  <a:cubicBezTo>
                    <a:pt x="26431" y="54028"/>
                    <a:pt x="26431" y="53459"/>
                    <a:pt x="26431" y="53459"/>
                  </a:cubicBezTo>
                  <a:close/>
                  <a:moveTo>
                    <a:pt x="26960" y="58578"/>
                  </a:moveTo>
                  <a:cubicBezTo>
                    <a:pt x="26960" y="58578"/>
                    <a:pt x="26960" y="58578"/>
                    <a:pt x="26960" y="58578"/>
                  </a:cubicBezTo>
                  <a:cubicBezTo>
                    <a:pt x="26960" y="58578"/>
                    <a:pt x="26431" y="58578"/>
                    <a:pt x="26431" y="58578"/>
                  </a:cubicBezTo>
                  <a:cubicBezTo>
                    <a:pt x="26431" y="58578"/>
                    <a:pt x="25374" y="58009"/>
                    <a:pt x="24845" y="58009"/>
                  </a:cubicBezTo>
                  <a:cubicBezTo>
                    <a:pt x="24845" y="57440"/>
                    <a:pt x="24845" y="57440"/>
                    <a:pt x="25374" y="57440"/>
                  </a:cubicBezTo>
                  <a:cubicBezTo>
                    <a:pt x="25374" y="56872"/>
                    <a:pt x="25374" y="56303"/>
                    <a:pt x="25374" y="56303"/>
                  </a:cubicBezTo>
                  <a:cubicBezTo>
                    <a:pt x="25374" y="56303"/>
                    <a:pt x="25903" y="55734"/>
                    <a:pt x="25903" y="55734"/>
                  </a:cubicBezTo>
                  <a:cubicBezTo>
                    <a:pt x="26431" y="55734"/>
                    <a:pt x="26431" y="55734"/>
                    <a:pt x="26431" y="55734"/>
                  </a:cubicBezTo>
                  <a:cubicBezTo>
                    <a:pt x="26431" y="55734"/>
                    <a:pt x="26431" y="55165"/>
                    <a:pt x="26431" y="55165"/>
                  </a:cubicBezTo>
                  <a:cubicBezTo>
                    <a:pt x="26431" y="54597"/>
                    <a:pt x="26960" y="54597"/>
                    <a:pt x="26960" y="54597"/>
                  </a:cubicBezTo>
                  <a:cubicBezTo>
                    <a:pt x="26960" y="54597"/>
                    <a:pt x="28017" y="55734"/>
                    <a:pt x="28017" y="56303"/>
                  </a:cubicBezTo>
                  <a:cubicBezTo>
                    <a:pt x="28017" y="56303"/>
                    <a:pt x="26431" y="56303"/>
                    <a:pt x="26431" y="56303"/>
                  </a:cubicBezTo>
                  <a:cubicBezTo>
                    <a:pt x="26431" y="56303"/>
                    <a:pt x="26431" y="56303"/>
                    <a:pt x="26960" y="57440"/>
                  </a:cubicBezTo>
                  <a:cubicBezTo>
                    <a:pt x="27488" y="58009"/>
                    <a:pt x="27488" y="57440"/>
                    <a:pt x="27488" y="57440"/>
                  </a:cubicBezTo>
                  <a:cubicBezTo>
                    <a:pt x="27488" y="58009"/>
                    <a:pt x="27488" y="58009"/>
                    <a:pt x="28546" y="58009"/>
                  </a:cubicBezTo>
                  <a:cubicBezTo>
                    <a:pt x="29074" y="58578"/>
                    <a:pt x="28546" y="58578"/>
                    <a:pt x="29074" y="59146"/>
                  </a:cubicBezTo>
                  <a:cubicBezTo>
                    <a:pt x="29074" y="59146"/>
                    <a:pt x="28546" y="59715"/>
                    <a:pt x="28546" y="59715"/>
                  </a:cubicBezTo>
                  <a:cubicBezTo>
                    <a:pt x="28017" y="60284"/>
                    <a:pt x="28017" y="59715"/>
                    <a:pt x="28017" y="59715"/>
                  </a:cubicBezTo>
                  <a:cubicBezTo>
                    <a:pt x="28017" y="59715"/>
                    <a:pt x="27488" y="58578"/>
                    <a:pt x="26960" y="58578"/>
                  </a:cubicBezTo>
                  <a:close/>
                  <a:moveTo>
                    <a:pt x="29074" y="66540"/>
                  </a:moveTo>
                  <a:cubicBezTo>
                    <a:pt x="29074" y="66540"/>
                    <a:pt x="29074" y="66540"/>
                    <a:pt x="29074" y="66540"/>
                  </a:cubicBezTo>
                  <a:cubicBezTo>
                    <a:pt x="29074" y="66540"/>
                    <a:pt x="29603" y="65971"/>
                    <a:pt x="29603" y="66540"/>
                  </a:cubicBezTo>
                  <a:cubicBezTo>
                    <a:pt x="30132" y="66540"/>
                    <a:pt x="30132" y="67109"/>
                    <a:pt x="30132" y="67109"/>
                  </a:cubicBezTo>
                  <a:cubicBezTo>
                    <a:pt x="30660" y="67677"/>
                    <a:pt x="31189" y="67677"/>
                    <a:pt x="31718" y="67677"/>
                  </a:cubicBezTo>
                  <a:cubicBezTo>
                    <a:pt x="31718" y="68246"/>
                    <a:pt x="31718" y="68815"/>
                    <a:pt x="31718" y="68815"/>
                  </a:cubicBezTo>
                  <a:cubicBezTo>
                    <a:pt x="31718" y="68815"/>
                    <a:pt x="31189" y="69383"/>
                    <a:pt x="31189" y="68815"/>
                  </a:cubicBezTo>
                  <a:cubicBezTo>
                    <a:pt x="30660" y="68246"/>
                    <a:pt x="30660" y="68246"/>
                    <a:pt x="30660" y="68246"/>
                  </a:cubicBezTo>
                  <a:cubicBezTo>
                    <a:pt x="30660" y="68246"/>
                    <a:pt x="30132" y="67677"/>
                    <a:pt x="30132" y="67677"/>
                  </a:cubicBezTo>
                  <a:cubicBezTo>
                    <a:pt x="30132" y="67677"/>
                    <a:pt x="29074" y="66540"/>
                    <a:pt x="29074" y="66540"/>
                  </a:cubicBezTo>
                  <a:close/>
                  <a:moveTo>
                    <a:pt x="28017" y="68815"/>
                  </a:moveTo>
                  <a:cubicBezTo>
                    <a:pt x="28017" y="68815"/>
                    <a:pt x="28017" y="68815"/>
                    <a:pt x="28017" y="68815"/>
                  </a:cubicBezTo>
                  <a:cubicBezTo>
                    <a:pt x="28017" y="68815"/>
                    <a:pt x="28017" y="68246"/>
                    <a:pt x="28017" y="68246"/>
                  </a:cubicBezTo>
                  <a:cubicBezTo>
                    <a:pt x="28017" y="68246"/>
                    <a:pt x="28546" y="68246"/>
                    <a:pt x="28546" y="68815"/>
                  </a:cubicBezTo>
                  <a:cubicBezTo>
                    <a:pt x="28546" y="68815"/>
                    <a:pt x="29074" y="69383"/>
                    <a:pt x="29074" y="69383"/>
                  </a:cubicBezTo>
                  <a:cubicBezTo>
                    <a:pt x="29074" y="69952"/>
                    <a:pt x="28546" y="69952"/>
                    <a:pt x="28546" y="69952"/>
                  </a:cubicBezTo>
                  <a:cubicBezTo>
                    <a:pt x="28546" y="70521"/>
                    <a:pt x="29074" y="70521"/>
                    <a:pt x="28546" y="70521"/>
                  </a:cubicBezTo>
                  <a:cubicBezTo>
                    <a:pt x="28017" y="70521"/>
                    <a:pt x="28017" y="70521"/>
                    <a:pt x="28017" y="70521"/>
                  </a:cubicBezTo>
                  <a:cubicBezTo>
                    <a:pt x="28017" y="70521"/>
                    <a:pt x="28017" y="69952"/>
                    <a:pt x="28017" y="69952"/>
                  </a:cubicBezTo>
                  <a:cubicBezTo>
                    <a:pt x="28017" y="69383"/>
                    <a:pt x="28017" y="68815"/>
                    <a:pt x="28017" y="68815"/>
                  </a:cubicBezTo>
                  <a:close/>
                  <a:moveTo>
                    <a:pt x="25903" y="68815"/>
                  </a:moveTo>
                  <a:cubicBezTo>
                    <a:pt x="25903" y="68815"/>
                    <a:pt x="25903" y="68815"/>
                    <a:pt x="25903" y="68815"/>
                  </a:cubicBezTo>
                  <a:cubicBezTo>
                    <a:pt x="25903" y="68815"/>
                    <a:pt x="26431" y="68815"/>
                    <a:pt x="26431" y="69383"/>
                  </a:cubicBezTo>
                  <a:cubicBezTo>
                    <a:pt x="26431" y="69383"/>
                    <a:pt x="26960" y="69383"/>
                    <a:pt x="26960" y="69952"/>
                  </a:cubicBezTo>
                  <a:cubicBezTo>
                    <a:pt x="26960" y="69952"/>
                    <a:pt x="26960" y="69952"/>
                    <a:pt x="26960" y="70521"/>
                  </a:cubicBezTo>
                  <a:cubicBezTo>
                    <a:pt x="26960" y="71090"/>
                    <a:pt x="27488" y="71090"/>
                    <a:pt x="26960" y="71090"/>
                  </a:cubicBezTo>
                  <a:cubicBezTo>
                    <a:pt x="26431" y="70521"/>
                    <a:pt x="26431" y="70521"/>
                    <a:pt x="26431" y="70521"/>
                  </a:cubicBezTo>
                  <a:cubicBezTo>
                    <a:pt x="25903" y="69952"/>
                    <a:pt x="25903" y="69952"/>
                    <a:pt x="25903" y="69952"/>
                  </a:cubicBezTo>
                  <a:cubicBezTo>
                    <a:pt x="25903" y="69383"/>
                    <a:pt x="25903" y="69383"/>
                    <a:pt x="25903" y="69383"/>
                  </a:cubicBezTo>
                  <a:cubicBezTo>
                    <a:pt x="25903" y="68815"/>
                    <a:pt x="25903" y="68815"/>
                    <a:pt x="25903" y="68815"/>
                  </a:cubicBezTo>
                  <a:close/>
                  <a:moveTo>
                    <a:pt x="17973" y="65971"/>
                  </a:moveTo>
                  <a:cubicBezTo>
                    <a:pt x="17973" y="65971"/>
                    <a:pt x="17973" y="65971"/>
                    <a:pt x="17973" y="65971"/>
                  </a:cubicBezTo>
                  <a:cubicBezTo>
                    <a:pt x="17973" y="65971"/>
                    <a:pt x="18502" y="65971"/>
                    <a:pt x="18502" y="65971"/>
                  </a:cubicBezTo>
                  <a:cubicBezTo>
                    <a:pt x="19030" y="66540"/>
                    <a:pt x="18502" y="66540"/>
                    <a:pt x="19030" y="67109"/>
                  </a:cubicBezTo>
                  <a:cubicBezTo>
                    <a:pt x="19030" y="67109"/>
                    <a:pt x="18502" y="67677"/>
                    <a:pt x="18502" y="67677"/>
                  </a:cubicBezTo>
                  <a:cubicBezTo>
                    <a:pt x="17973" y="67109"/>
                    <a:pt x="17973" y="67109"/>
                    <a:pt x="17973" y="67109"/>
                  </a:cubicBezTo>
                  <a:cubicBezTo>
                    <a:pt x="17973" y="65971"/>
                    <a:pt x="17973" y="65971"/>
                    <a:pt x="17973" y="65971"/>
                  </a:cubicBezTo>
                  <a:close/>
                  <a:moveTo>
                    <a:pt x="17973" y="63696"/>
                  </a:moveTo>
                  <a:cubicBezTo>
                    <a:pt x="17973" y="63696"/>
                    <a:pt x="17973" y="63696"/>
                    <a:pt x="17973" y="63696"/>
                  </a:cubicBezTo>
                  <a:cubicBezTo>
                    <a:pt x="17973" y="63696"/>
                    <a:pt x="16916" y="63696"/>
                    <a:pt x="16916" y="63696"/>
                  </a:cubicBezTo>
                  <a:cubicBezTo>
                    <a:pt x="16916" y="63696"/>
                    <a:pt x="16387" y="63696"/>
                    <a:pt x="16387" y="63127"/>
                  </a:cubicBezTo>
                  <a:cubicBezTo>
                    <a:pt x="16387" y="63127"/>
                    <a:pt x="16387" y="62559"/>
                    <a:pt x="16916" y="62559"/>
                  </a:cubicBezTo>
                  <a:cubicBezTo>
                    <a:pt x="16916" y="62559"/>
                    <a:pt x="16916" y="61990"/>
                    <a:pt x="16916" y="61421"/>
                  </a:cubicBezTo>
                  <a:cubicBezTo>
                    <a:pt x="16916" y="61421"/>
                    <a:pt x="17444" y="61421"/>
                    <a:pt x="17444" y="61421"/>
                  </a:cubicBezTo>
                  <a:cubicBezTo>
                    <a:pt x="17444" y="61421"/>
                    <a:pt x="17973" y="61990"/>
                    <a:pt x="17973" y="61990"/>
                  </a:cubicBezTo>
                  <a:cubicBezTo>
                    <a:pt x="17973" y="61990"/>
                    <a:pt x="17973" y="63127"/>
                    <a:pt x="17973" y="63696"/>
                  </a:cubicBezTo>
                  <a:close/>
                  <a:moveTo>
                    <a:pt x="17973" y="50616"/>
                  </a:moveTo>
                  <a:cubicBezTo>
                    <a:pt x="17973" y="50616"/>
                    <a:pt x="17973" y="50616"/>
                    <a:pt x="17973" y="50616"/>
                  </a:cubicBezTo>
                  <a:cubicBezTo>
                    <a:pt x="17973" y="50616"/>
                    <a:pt x="19030" y="50616"/>
                    <a:pt x="19030" y="50616"/>
                  </a:cubicBezTo>
                  <a:cubicBezTo>
                    <a:pt x="19030" y="50616"/>
                    <a:pt x="19030" y="51184"/>
                    <a:pt x="19030" y="51753"/>
                  </a:cubicBezTo>
                  <a:cubicBezTo>
                    <a:pt x="19559" y="51753"/>
                    <a:pt x="19559" y="52322"/>
                    <a:pt x="19559" y="52322"/>
                  </a:cubicBezTo>
                  <a:cubicBezTo>
                    <a:pt x="20088" y="52322"/>
                    <a:pt x="20088" y="52322"/>
                    <a:pt x="20088" y="52322"/>
                  </a:cubicBezTo>
                  <a:cubicBezTo>
                    <a:pt x="20088" y="52322"/>
                    <a:pt x="20616" y="51753"/>
                    <a:pt x="20616" y="52322"/>
                  </a:cubicBezTo>
                  <a:cubicBezTo>
                    <a:pt x="21145" y="52322"/>
                    <a:pt x="21674" y="51753"/>
                    <a:pt x="21674" y="51753"/>
                  </a:cubicBezTo>
                  <a:cubicBezTo>
                    <a:pt x="21674" y="51753"/>
                    <a:pt x="22202" y="52322"/>
                    <a:pt x="22202" y="52322"/>
                  </a:cubicBezTo>
                  <a:cubicBezTo>
                    <a:pt x="22202" y="52890"/>
                    <a:pt x="21674" y="53459"/>
                    <a:pt x="21674" y="53459"/>
                  </a:cubicBezTo>
                  <a:cubicBezTo>
                    <a:pt x="21145" y="53459"/>
                    <a:pt x="20616" y="52890"/>
                    <a:pt x="20616" y="52890"/>
                  </a:cubicBezTo>
                  <a:cubicBezTo>
                    <a:pt x="20616" y="52890"/>
                    <a:pt x="20088" y="52322"/>
                    <a:pt x="20088" y="52890"/>
                  </a:cubicBezTo>
                  <a:cubicBezTo>
                    <a:pt x="20088" y="52890"/>
                    <a:pt x="20088" y="53459"/>
                    <a:pt x="20088" y="54028"/>
                  </a:cubicBezTo>
                  <a:cubicBezTo>
                    <a:pt x="20616" y="54028"/>
                    <a:pt x="20616" y="54028"/>
                    <a:pt x="20616" y="54597"/>
                  </a:cubicBezTo>
                  <a:cubicBezTo>
                    <a:pt x="20088" y="54597"/>
                    <a:pt x="20088" y="55165"/>
                    <a:pt x="20088" y="55165"/>
                  </a:cubicBezTo>
                  <a:cubicBezTo>
                    <a:pt x="20088" y="55734"/>
                    <a:pt x="20616" y="56303"/>
                    <a:pt x="20616" y="56303"/>
                  </a:cubicBezTo>
                  <a:cubicBezTo>
                    <a:pt x="20616" y="56303"/>
                    <a:pt x="20616" y="56303"/>
                    <a:pt x="20616" y="56872"/>
                  </a:cubicBezTo>
                  <a:cubicBezTo>
                    <a:pt x="20616" y="56872"/>
                    <a:pt x="21145" y="57440"/>
                    <a:pt x="21145" y="57440"/>
                  </a:cubicBezTo>
                  <a:cubicBezTo>
                    <a:pt x="21145" y="58009"/>
                    <a:pt x="21145" y="58578"/>
                    <a:pt x="21145" y="58578"/>
                  </a:cubicBezTo>
                  <a:cubicBezTo>
                    <a:pt x="21674" y="59146"/>
                    <a:pt x="21674" y="59146"/>
                    <a:pt x="21674" y="59146"/>
                  </a:cubicBezTo>
                  <a:cubicBezTo>
                    <a:pt x="21145" y="60284"/>
                    <a:pt x="21145" y="60284"/>
                    <a:pt x="21145" y="60284"/>
                  </a:cubicBezTo>
                  <a:cubicBezTo>
                    <a:pt x="21145" y="60284"/>
                    <a:pt x="21674" y="60853"/>
                    <a:pt x="21674" y="60853"/>
                  </a:cubicBezTo>
                  <a:cubicBezTo>
                    <a:pt x="21674" y="61421"/>
                    <a:pt x="22731" y="61990"/>
                    <a:pt x="22731" y="62559"/>
                  </a:cubicBezTo>
                  <a:cubicBezTo>
                    <a:pt x="22731" y="62559"/>
                    <a:pt x="22731" y="63696"/>
                    <a:pt x="22202" y="63696"/>
                  </a:cubicBezTo>
                  <a:cubicBezTo>
                    <a:pt x="22202" y="63696"/>
                    <a:pt x="21674" y="64265"/>
                    <a:pt x="21674" y="63696"/>
                  </a:cubicBezTo>
                  <a:cubicBezTo>
                    <a:pt x="21145" y="63127"/>
                    <a:pt x="20616" y="61990"/>
                    <a:pt x="20616" y="61990"/>
                  </a:cubicBezTo>
                  <a:cubicBezTo>
                    <a:pt x="20616" y="61990"/>
                    <a:pt x="20616" y="61990"/>
                    <a:pt x="20616" y="61990"/>
                  </a:cubicBezTo>
                  <a:cubicBezTo>
                    <a:pt x="20616" y="62559"/>
                    <a:pt x="20088" y="63127"/>
                    <a:pt x="20088" y="63127"/>
                  </a:cubicBezTo>
                  <a:cubicBezTo>
                    <a:pt x="20088" y="63696"/>
                    <a:pt x="21145" y="64265"/>
                    <a:pt x="21145" y="64265"/>
                  </a:cubicBezTo>
                  <a:cubicBezTo>
                    <a:pt x="21145" y="64265"/>
                    <a:pt x="20616" y="63127"/>
                    <a:pt x="21145" y="64265"/>
                  </a:cubicBezTo>
                  <a:cubicBezTo>
                    <a:pt x="21674" y="65402"/>
                    <a:pt x="22202" y="65971"/>
                    <a:pt x="22202" y="65971"/>
                  </a:cubicBezTo>
                  <a:cubicBezTo>
                    <a:pt x="22202" y="65971"/>
                    <a:pt x="22731" y="66540"/>
                    <a:pt x="23259" y="66540"/>
                  </a:cubicBezTo>
                  <a:cubicBezTo>
                    <a:pt x="23259" y="67109"/>
                    <a:pt x="23259" y="67109"/>
                    <a:pt x="23788" y="67677"/>
                  </a:cubicBezTo>
                  <a:cubicBezTo>
                    <a:pt x="23788" y="67677"/>
                    <a:pt x="24317" y="68246"/>
                    <a:pt x="23788" y="68246"/>
                  </a:cubicBezTo>
                  <a:cubicBezTo>
                    <a:pt x="23259" y="68815"/>
                    <a:pt x="23788" y="68815"/>
                    <a:pt x="23259" y="68815"/>
                  </a:cubicBezTo>
                  <a:cubicBezTo>
                    <a:pt x="23259" y="68246"/>
                    <a:pt x="22731" y="68246"/>
                    <a:pt x="22731" y="67677"/>
                  </a:cubicBezTo>
                  <a:cubicBezTo>
                    <a:pt x="22731" y="67109"/>
                    <a:pt x="22202" y="66540"/>
                    <a:pt x="22202" y="65971"/>
                  </a:cubicBezTo>
                  <a:cubicBezTo>
                    <a:pt x="21674" y="65971"/>
                    <a:pt x="21145" y="65402"/>
                    <a:pt x="21145" y="65402"/>
                  </a:cubicBezTo>
                  <a:cubicBezTo>
                    <a:pt x="20616" y="65402"/>
                    <a:pt x="20616" y="64834"/>
                    <a:pt x="20616" y="64834"/>
                  </a:cubicBezTo>
                  <a:cubicBezTo>
                    <a:pt x="20616" y="64834"/>
                    <a:pt x="20088" y="64834"/>
                    <a:pt x="20088" y="64834"/>
                  </a:cubicBezTo>
                  <a:cubicBezTo>
                    <a:pt x="20088" y="64834"/>
                    <a:pt x="19030" y="64834"/>
                    <a:pt x="19030" y="64834"/>
                  </a:cubicBezTo>
                  <a:cubicBezTo>
                    <a:pt x="19030" y="64265"/>
                    <a:pt x="19030" y="64265"/>
                    <a:pt x="19559" y="63696"/>
                  </a:cubicBezTo>
                  <a:cubicBezTo>
                    <a:pt x="19559" y="63696"/>
                    <a:pt x="20088" y="63696"/>
                    <a:pt x="20088" y="63696"/>
                  </a:cubicBezTo>
                  <a:cubicBezTo>
                    <a:pt x="20088" y="63696"/>
                    <a:pt x="19559" y="63127"/>
                    <a:pt x="19559" y="63127"/>
                  </a:cubicBezTo>
                  <a:cubicBezTo>
                    <a:pt x="19559" y="63127"/>
                    <a:pt x="19559" y="62559"/>
                    <a:pt x="19559" y="62559"/>
                  </a:cubicBezTo>
                  <a:cubicBezTo>
                    <a:pt x="19030" y="62559"/>
                    <a:pt x="19030" y="63127"/>
                    <a:pt x="19030" y="62559"/>
                  </a:cubicBezTo>
                  <a:cubicBezTo>
                    <a:pt x="19030" y="61990"/>
                    <a:pt x="19030" y="61990"/>
                    <a:pt x="19030" y="61421"/>
                  </a:cubicBezTo>
                  <a:cubicBezTo>
                    <a:pt x="19030" y="61421"/>
                    <a:pt x="19030" y="60284"/>
                    <a:pt x="19030" y="60284"/>
                  </a:cubicBezTo>
                  <a:cubicBezTo>
                    <a:pt x="19559" y="60853"/>
                    <a:pt x="19559" y="60853"/>
                    <a:pt x="19559" y="60853"/>
                  </a:cubicBezTo>
                  <a:cubicBezTo>
                    <a:pt x="20088" y="59715"/>
                    <a:pt x="20088" y="59715"/>
                    <a:pt x="20088" y="59715"/>
                  </a:cubicBezTo>
                  <a:cubicBezTo>
                    <a:pt x="20088" y="59715"/>
                    <a:pt x="20088" y="59715"/>
                    <a:pt x="19559" y="59715"/>
                  </a:cubicBezTo>
                  <a:cubicBezTo>
                    <a:pt x="19030" y="59715"/>
                    <a:pt x="19030" y="58578"/>
                    <a:pt x="19030" y="58578"/>
                  </a:cubicBezTo>
                  <a:cubicBezTo>
                    <a:pt x="19030" y="58578"/>
                    <a:pt x="19030" y="58009"/>
                    <a:pt x="19030" y="58009"/>
                  </a:cubicBezTo>
                  <a:cubicBezTo>
                    <a:pt x="19030" y="58009"/>
                    <a:pt x="18502" y="58009"/>
                    <a:pt x="18502" y="57440"/>
                  </a:cubicBezTo>
                  <a:cubicBezTo>
                    <a:pt x="17973" y="56872"/>
                    <a:pt x="17973" y="56303"/>
                    <a:pt x="17973" y="56303"/>
                  </a:cubicBezTo>
                  <a:cubicBezTo>
                    <a:pt x="17973" y="56303"/>
                    <a:pt x="18502" y="56303"/>
                    <a:pt x="17973" y="55734"/>
                  </a:cubicBezTo>
                  <a:cubicBezTo>
                    <a:pt x="17973" y="55165"/>
                    <a:pt x="17973" y="55165"/>
                    <a:pt x="17444" y="55165"/>
                  </a:cubicBezTo>
                  <a:cubicBezTo>
                    <a:pt x="17444" y="54597"/>
                    <a:pt x="17444" y="54028"/>
                    <a:pt x="17973" y="54028"/>
                  </a:cubicBezTo>
                  <a:cubicBezTo>
                    <a:pt x="17973" y="54028"/>
                    <a:pt x="17973" y="54028"/>
                    <a:pt x="18502" y="54028"/>
                  </a:cubicBezTo>
                  <a:cubicBezTo>
                    <a:pt x="18502" y="54597"/>
                    <a:pt x="19030" y="54597"/>
                    <a:pt x="19030" y="54597"/>
                  </a:cubicBezTo>
                  <a:cubicBezTo>
                    <a:pt x="19030" y="54028"/>
                    <a:pt x="19559" y="53459"/>
                    <a:pt x="19030" y="53459"/>
                  </a:cubicBezTo>
                  <a:cubicBezTo>
                    <a:pt x="19030" y="52890"/>
                    <a:pt x="18502" y="52322"/>
                    <a:pt x="18502" y="52322"/>
                  </a:cubicBezTo>
                  <a:cubicBezTo>
                    <a:pt x="17973" y="51753"/>
                    <a:pt x="17973" y="51753"/>
                    <a:pt x="17973" y="51753"/>
                  </a:cubicBezTo>
                  <a:cubicBezTo>
                    <a:pt x="17973" y="51753"/>
                    <a:pt x="17973" y="51753"/>
                    <a:pt x="17973" y="51184"/>
                  </a:cubicBezTo>
                  <a:cubicBezTo>
                    <a:pt x="17973" y="51184"/>
                    <a:pt x="17973" y="50616"/>
                    <a:pt x="17973" y="50616"/>
                  </a:cubicBezTo>
                  <a:close/>
                  <a:moveTo>
                    <a:pt x="17444" y="50616"/>
                  </a:moveTo>
                  <a:cubicBezTo>
                    <a:pt x="17444" y="50616"/>
                    <a:pt x="17444" y="50616"/>
                    <a:pt x="17444" y="50616"/>
                  </a:cubicBezTo>
                  <a:cubicBezTo>
                    <a:pt x="17444" y="50616"/>
                    <a:pt x="16916" y="50047"/>
                    <a:pt x="16916" y="49478"/>
                  </a:cubicBezTo>
                  <a:cubicBezTo>
                    <a:pt x="16916" y="49478"/>
                    <a:pt x="16916" y="49478"/>
                    <a:pt x="16916" y="48909"/>
                  </a:cubicBezTo>
                  <a:cubicBezTo>
                    <a:pt x="16916" y="48341"/>
                    <a:pt x="16387" y="48341"/>
                    <a:pt x="16387" y="47772"/>
                  </a:cubicBezTo>
                  <a:cubicBezTo>
                    <a:pt x="16916" y="47772"/>
                    <a:pt x="16916" y="47203"/>
                    <a:pt x="16916" y="47203"/>
                  </a:cubicBezTo>
                  <a:cubicBezTo>
                    <a:pt x="17444" y="46635"/>
                    <a:pt x="17973" y="46635"/>
                    <a:pt x="17973" y="47203"/>
                  </a:cubicBezTo>
                  <a:cubicBezTo>
                    <a:pt x="17973" y="47203"/>
                    <a:pt x="17973" y="47772"/>
                    <a:pt x="17973" y="48341"/>
                  </a:cubicBezTo>
                  <a:cubicBezTo>
                    <a:pt x="17973" y="48341"/>
                    <a:pt x="17973" y="48909"/>
                    <a:pt x="17973" y="48909"/>
                  </a:cubicBezTo>
                  <a:cubicBezTo>
                    <a:pt x="17973" y="49478"/>
                    <a:pt x="18502" y="49478"/>
                    <a:pt x="18502" y="49478"/>
                  </a:cubicBezTo>
                  <a:cubicBezTo>
                    <a:pt x="18502" y="50047"/>
                    <a:pt x="18502" y="50616"/>
                    <a:pt x="18502" y="50616"/>
                  </a:cubicBezTo>
                  <a:lnTo>
                    <a:pt x="17444" y="50616"/>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5" name="Shape 2022">
              <a:extLst>
                <a:ext uri="{FF2B5EF4-FFF2-40B4-BE49-F238E27FC236}">
                  <a16:creationId xmlns:a16="http://schemas.microsoft.com/office/drawing/2014/main" id="{D2E1A792-3603-49A2-A946-083AB5755BEA}"/>
                </a:ext>
              </a:extLst>
            </p:cNvPr>
            <p:cNvSpPr/>
            <p:nvPr/>
          </p:nvSpPr>
          <p:spPr>
            <a:xfrm>
              <a:off x="7316078" y="4213153"/>
              <a:ext cx="216587" cy="121458"/>
            </a:xfrm>
            <a:custGeom>
              <a:avLst/>
              <a:gdLst/>
              <a:ahLst/>
              <a:cxnLst/>
              <a:rect l="0" t="0" r="0" b="0"/>
              <a:pathLst>
                <a:path w="120000" h="120000" extrusionOk="0">
                  <a:moveTo>
                    <a:pt x="2526" y="85090"/>
                  </a:moveTo>
                  <a:cubicBezTo>
                    <a:pt x="2526" y="85090"/>
                    <a:pt x="2526" y="82909"/>
                    <a:pt x="2526" y="78545"/>
                  </a:cubicBezTo>
                  <a:cubicBezTo>
                    <a:pt x="1263" y="74181"/>
                    <a:pt x="0" y="67636"/>
                    <a:pt x="0" y="67636"/>
                  </a:cubicBezTo>
                  <a:cubicBezTo>
                    <a:pt x="0" y="67636"/>
                    <a:pt x="1263" y="65454"/>
                    <a:pt x="2526" y="67636"/>
                  </a:cubicBezTo>
                  <a:cubicBezTo>
                    <a:pt x="3789" y="69818"/>
                    <a:pt x="5052" y="74181"/>
                    <a:pt x="8842" y="69818"/>
                  </a:cubicBezTo>
                  <a:cubicBezTo>
                    <a:pt x="10105" y="69818"/>
                    <a:pt x="11368" y="69818"/>
                    <a:pt x="11368" y="67636"/>
                  </a:cubicBezTo>
                  <a:cubicBezTo>
                    <a:pt x="13894" y="63272"/>
                    <a:pt x="13894" y="58909"/>
                    <a:pt x="15157" y="58909"/>
                  </a:cubicBezTo>
                  <a:cubicBezTo>
                    <a:pt x="16421" y="56727"/>
                    <a:pt x="16421" y="58909"/>
                    <a:pt x="18947" y="58909"/>
                  </a:cubicBezTo>
                  <a:cubicBezTo>
                    <a:pt x="18947" y="58909"/>
                    <a:pt x="20210" y="56727"/>
                    <a:pt x="20210" y="56727"/>
                  </a:cubicBezTo>
                  <a:cubicBezTo>
                    <a:pt x="21473" y="56727"/>
                    <a:pt x="21473" y="58909"/>
                    <a:pt x="22736" y="58909"/>
                  </a:cubicBezTo>
                  <a:cubicBezTo>
                    <a:pt x="24000" y="58909"/>
                    <a:pt x="24000" y="56727"/>
                    <a:pt x="25263" y="58909"/>
                  </a:cubicBezTo>
                  <a:cubicBezTo>
                    <a:pt x="26526" y="58909"/>
                    <a:pt x="27789" y="61090"/>
                    <a:pt x="29052" y="61090"/>
                  </a:cubicBezTo>
                  <a:cubicBezTo>
                    <a:pt x="30315" y="61090"/>
                    <a:pt x="32842" y="61090"/>
                    <a:pt x="32842" y="56727"/>
                  </a:cubicBezTo>
                  <a:cubicBezTo>
                    <a:pt x="34105" y="54545"/>
                    <a:pt x="35368" y="50181"/>
                    <a:pt x="35368" y="43636"/>
                  </a:cubicBezTo>
                  <a:cubicBezTo>
                    <a:pt x="35368" y="37090"/>
                    <a:pt x="34105" y="32727"/>
                    <a:pt x="35368" y="34909"/>
                  </a:cubicBezTo>
                  <a:cubicBezTo>
                    <a:pt x="35368" y="34909"/>
                    <a:pt x="39157" y="37090"/>
                    <a:pt x="41684" y="39272"/>
                  </a:cubicBezTo>
                  <a:cubicBezTo>
                    <a:pt x="44210" y="39272"/>
                    <a:pt x="42947" y="37090"/>
                    <a:pt x="45473" y="39272"/>
                  </a:cubicBezTo>
                  <a:cubicBezTo>
                    <a:pt x="48000" y="39272"/>
                    <a:pt x="53052" y="41454"/>
                    <a:pt x="55578" y="41454"/>
                  </a:cubicBezTo>
                  <a:cubicBezTo>
                    <a:pt x="60631" y="41454"/>
                    <a:pt x="66947" y="41454"/>
                    <a:pt x="73263" y="39272"/>
                  </a:cubicBezTo>
                  <a:cubicBezTo>
                    <a:pt x="73263" y="37090"/>
                    <a:pt x="75789" y="34909"/>
                    <a:pt x="77052" y="34909"/>
                  </a:cubicBezTo>
                  <a:cubicBezTo>
                    <a:pt x="78315" y="32727"/>
                    <a:pt x="80842" y="34909"/>
                    <a:pt x="83368" y="32727"/>
                  </a:cubicBezTo>
                  <a:cubicBezTo>
                    <a:pt x="84631" y="32727"/>
                    <a:pt x="87157" y="30545"/>
                    <a:pt x="88421" y="28363"/>
                  </a:cubicBezTo>
                  <a:cubicBezTo>
                    <a:pt x="90947" y="26181"/>
                    <a:pt x="93473" y="24000"/>
                    <a:pt x="96000" y="21818"/>
                  </a:cubicBezTo>
                  <a:cubicBezTo>
                    <a:pt x="97263" y="21818"/>
                    <a:pt x="97263" y="19636"/>
                    <a:pt x="98526" y="17454"/>
                  </a:cubicBezTo>
                  <a:cubicBezTo>
                    <a:pt x="99789" y="17454"/>
                    <a:pt x="99789" y="17454"/>
                    <a:pt x="101052" y="17454"/>
                  </a:cubicBezTo>
                  <a:cubicBezTo>
                    <a:pt x="102315" y="17454"/>
                    <a:pt x="103578" y="15272"/>
                    <a:pt x="104842" y="15272"/>
                  </a:cubicBezTo>
                  <a:cubicBezTo>
                    <a:pt x="107368" y="13090"/>
                    <a:pt x="108631" y="10909"/>
                    <a:pt x="112421" y="6545"/>
                  </a:cubicBezTo>
                  <a:cubicBezTo>
                    <a:pt x="116210" y="0"/>
                    <a:pt x="120000" y="0"/>
                    <a:pt x="118736" y="4363"/>
                  </a:cubicBezTo>
                  <a:cubicBezTo>
                    <a:pt x="118736" y="6545"/>
                    <a:pt x="113684" y="10909"/>
                    <a:pt x="112421" y="13090"/>
                  </a:cubicBezTo>
                  <a:cubicBezTo>
                    <a:pt x="109894" y="17454"/>
                    <a:pt x="107368" y="21818"/>
                    <a:pt x="104842" y="24000"/>
                  </a:cubicBezTo>
                  <a:cubicBezTo>
                    <a:pt x="102315" y="24000"/>
                    <a:pt x="98526" y="28363"/>
                    <a:pt x="96000" y="32727"/>
                  </a:cubicBezTo>
                  <a:cubicBezTo>
                    <a:pt x="93473" y="34909"/>
                    <a:pt x="93473" y="39272"/>
                    <a:pt x="92210" y="41454"/>
                  </a:cubicBezTo>
                  <a:cubicBezTo>
                    <a:pt x="88421" y="45818"/>
                    <a:pt x="87157" y="41454"/>
                    <a:pt x="85894" y="43636"/>
                  </a:cubicBezTo>
                  <a:cubicBezTo>
                    <a:pt x="85894" y="48000"/>
                    <a:pt x="84631" y="54545"/>
                    <a:pt x="84631" y="58909"/>
                  </a:cubicBezTo>
                  <a:cubicBezTo>
                    <a:pt x="85894" y="65454"/>
                    <a:pt x="89684" y="69818"/>
                    <a:pt x="92210" y="74181"/>
                  </a:cubicBezTo>
                  <a:cubicBezTo>
                    <a:pt x="92210" y="74181"/>
                    <a:pt x="96000" y="80727"/>
                    <a:pt x="93473" y="82909"/>
                  </a:cubicBezTo>
                  <a:cubicBezTo>
                    <a:pt x="92210" y="82909"/>
                    <a:pt x="90947" y="78545"/>
                    <a:pt x="88421" y="78545"/>
                  </a:cubicBezTo>
                  <a:cubicBezTo>
                    <a:pt x="85894" y="78545"/>
                    <a:pt x="82105" y="78545"/>
                    <a:pt x="79578" y="80727"/>
                  </a:cubicBezTo>
                  <a:cubicBezTo>
                    <a:pt x="78315" y="80727"/>
                    <a:pt x="77052" y="78545"/>
                    <a:pt x="74526" y="78545"/>
                  </a:cubicBezTo>
                  <a:cubicBezTo>
                    <a:pt x="72000" y="80727"/>
                    <a:pt x="69473" y="89454"/>
                    <a:pt x="69473" y="93818"/>
                  </a:cubicBezTo>
                  <a:cubicBezTo>
                    <a:pt x="69473" y="96000"/>
                    <a:pt x="66947" y="96000"/>
                    <a:pt x="65684" y="100363"/>
                  </a:cubicBezTo>
                  <a:cubicBezTo>
                    <a:pt x="63157" y="102545"/>
                    <a:pt x="61894" y="100363"/>
                    <a:pt x="59368" y="102545"/>
                  </a:cubicBezTo>
                  <a:cubicBezTo>
                    <a:pt x="56842" y="104727"/>
                    <a:pt x="56842" y="106909"/>
                    <a:pt x="54315" y="106909"/>
                  </a:cubicBezTo>
                  <a:cubicBezTo>
                    <a:pt x="50526" y="106909"/>
                    <a:pt x="46736" y="109090"/>
                    <a:pt x="45473" y="109090"/>
                  </a:cubicBezTo>
                  <a:cubicBezTo>
                    <a:pt x="37894" y="109090"/>
                    <a:pt x="41684" y="120000"/>
                    <a:pt x="36631" y="115636"/>
                  </a:cubicBezTo>
                  <a:cubicBezTo>
                    <a:pt x="34105" y="115636"/>
                    <a:pt x="32842" y="111272"/>
                    <a:pt x="30315" y="109090"/>
                  </a:cubicBezTo>
                  <a:cubicBezTo>
                    <a:pt x="29052" y="109090"/>
                    <a:pt x="26526" y="113454"/>
                    <a:pt x="24000" y="115636"/>
                  </a:cubicBezTo>
                  <a:cubicBezTo>
                    <a:pt x="21473" y="117818"/>
                    <a:pt x="17684" y="111272"/>
                    <a:pt x="15157" y="109090"/>
                  </a:cubicBezTo>
                  <a:cubicBezTo>
                    <a:pt x="12631" y="106909"/>
                    <a:pt x="11368" y="111272"/>
                    <a:pt x="10105" y="109090"/>
                  </a:cubicBezTo>
                  <a:cubicBezTo>
                    <a:pt x="7578" y="104727"/>
                    <a:pt x="8842" y="100363"/>
                    <a:pt x="6315" y="98181"/>
                  </a:cubicBezTo>
                  <a:cubicBezTo>
                    <a:pt x="5052" y="93818"/>
                    <a:pt x="2526" y="89454"/>
                    <a:pt x="2526" y="85090"/>
                  </a:cubicBezTo>
                  <a:close/>
                </a:path>
              </a:pathLst>
            </a:custGeom>
            <a:grp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6" name="Shape 2023">
              <a:extLst>
                <a:ext uri="{FF2B5EF4-FFF2-40B4-BE49-F238E27FC236}">
                  <a16:creationId xmlns:a16="http://schemas.microsoft.com/office/drawing/2014/main" id="{E0B1042F-F466-45CD-82FC-C63A2D5D193F}"/>
                </a:ext>
              </a:extLst>
            </p:cNvPr>
            <p:cNvSpPr/>
            <p:nvPr/>
          </p:nvSpPr>
          <p:spPr>
            <a:xfrm>
              <a:off x="5794467" y="3262800"/>
              <a:ext cx="424380" cy="437886"/>
            </a:xfrm>
            <a:custGeom>
              <a:avLst/>
              <a:gdLst/>
              <a:ahLst/>
              <a:cxnLst/>
              <a:rect l="0" t="0" r="0" b="0"/>
              <a:pathLst>
                <a:path w="120000" h="120000" extrusionOk="0">
                  <a:moveTo>
                    <a:pt x="7096" y="8484"/>
                  </a:moveTo>
                  <a:cubicBezTo>
                    <a:pt x="7096" y="8484"/>
                    <a:pt x="7096" y="8484"/>
                    <a:pt x="7096" y="8484"/>
                  </a:cubicBezTo>
                  <a:cubicBezTo>
                    <a:pt x="7096" y="8484"/>
                    <a:pt x="7096" y="8484"/>
                    <a:pt x="7096" y="8484"/>
                  </a:cubicBezTo>
                  <a:cubicBezTo>
                    <a:pt x="7741" y="8484"/>
                    <a:pt x="7741" y="8484"/>
                    <a:pt x="8387" y="8484"/>
                  </a:cubicBezTo>
                  <a:cubicBezTo>
                    <a:pt x="9677" y="8484"/>
                    <a:pt x="10322" y="8484"/>
                    <a:pt x="10322" y="8484"/>
                  </a:cubicBezTo>
                  <a:cubicBezTo>
                    <a:pt x="10967" y="6666"/>
                    <a:pt x="10967" y="6666"/>
                    <a:pt x="10967" y="6666"/>
                  </a:cubicBezTo>
                  <a:cubicBezTo>
                    <a:pt x="12258" y="6060"/>
                    <a:pt x="12258" y="6060"/>
                    <a:pt x="12258" y="6060"/>
                  </a:cubicBezTo>
                  <a:cubicBezTo>
                    <a:pt x="12258" y="6060"/>
                    <a:pt x="14193" y="3636"/>
                    <a:pt x="14838" y="3636"/>
                  </a:cubicBezTo>
                  <a:cubicBezTo>
                    <a:pt x="16129" y="3636"/>
                    <a:pt x="14838" y="2424"/>
                    <a:pt x="14838" y="2424"/>
                  </a:cubicBezTo>
                  <a:cubicBezTo>
                    <a:pt x="14838" y="2424"/>
                    <a:pt x="18064" y="1212"/>
                    <a:pt x="19354" y="1212"/>
                  </a:cubicBezTo>
                  <a:cubicBezTo>
                    <a:pt x="19354" y="1212"/>
                    <a:pt x="19354" y="1212"/>
                    <a:pt x="20000" y="1212"/>
                  </a:cubicBezTo>
                  <a:cubicBezTo>
                    <a:pt x="20645" y="1212"/>
                    <a:pt x="20645" y="1818"/>
                    <a:pt x="20645" y="1818"/>
                  </a:cubicBezTo>
                  <a:cubicBezTo>
                    <a:pt x="23225" y="606"/>
                    <a:pt x="23225" y="606"/>
                    <a:pt x="23225" y="606"/>
                  </a:cubicBezTo>
                  <a:cubicBezTo>
                    <a:pt x="23225" y="606"/>
                    <a:pt x="27096" y="0"/>
                    <a:pt x="27741" y="0"/>
                  </a:cubicBezTo>
                  <a:cubicBezTo>
                    <a:pt x="28387" y="0"/>
                    <a:pt x="29677" y="606"/>
                    <a:pt x="29677" y="606"/>
                  </a:cubicBezTo>
                  <a:cubicBezTo>
                    <a:pt x="30967" y="606"/>
                    <a:pt x="30967" y="606"/>
                    <a:pt x="30967" y="606"/>
                  </a:cubicBezTo>
                  <a:cubicBezTo>
                    <a:pt x="30967" y="606"/>
                    <a:pt x="31612" y="1212"/>
                    <a:pt x="32258" y="1212"/>
                  </a:cubicBezTo>
                  <a:cubicBezTo>
                    <a:pt x="33548" y="1818"/>
                    <a:pt x="34193" y="3636"/>
                    <a:pt x="34838" y="3636"/>
                  </a:cubicBezTo>
                  <a:cubicBezTo>
                    <a:pt x="36129" y="4242"/>
                    <a:pt x="37419" y="4242"/>
                    <a:pt x="38064" y="4242"/>
                  </a:cubicBezTo>
                  <a:cubicBezTo>
                    <a:pt x="38709" y="4848"/>
                    <a:pt x="40000" y="5454"/>
                    <a:pt x="40000" y="5454"/>
                  </a:cubicBezTo>
                  <a:cubicBezTo>
                    <a:pt x="40000" y="5454"/>
                    <a:pt x="43225" y="8484"/>
                    <a:pt x="43870" y="8484"/>
                  </a:cubicBezTo>
                  <a:cubicBezTo>
                    <a:pt x="44516" y="8484"/>
                    <a:pt x="44516" y="8484"/>
                    <a:pt x="45161" y="9696"/>
                  </a:cubicBezTo>
                  <a:cubicBezTo>
                    <a:pt x="45806" y="10303"/>
                    <a:pt x="47741" y="9696"/>
                    <a:pt x="47741" y="9696"/>
                  </a:cubicBezTo>
                  <a:cubicBezTo>
                    <a:pt x="47741" y="9696"/>
                    <a:pt x="48387" y="11515"/>
                    <a:pt x="47741" y="12121"/>
                  </a:cubicBezTo>
                  <a:cubicBezTo>
                    <a:pt x="47741" y="12727"/>
                    <a:pt x="47741" y="14545"/>
                    <a:pt x="47741" y="14545"/>
                  </a:cubicBezTo>
                  <a:cubicBezTo>
                    <a:pt x="47741" y="14545"/>
                    <a:pt x="47741" y="15151"/>
                    <a:pt x="47741" y="15757"/>
                  </a:cubicBezTo>
                  <a:cubicBezTo>
                    <a:pt x="48387" y="16969"/>
                    <a:pt x="49032" y="16969"/>
                    <a:pt x="49032" y="18181"/>
                  </a:cubicBezTo>
                  <a:cubicBezTo>
                    <a:pt x="49677" y="18787"/>
                    <a:pt x="49032" y="18787"/>
                    <a:pt x="49677" y="19393"/>
                  </a:cubicBezTo>
                  <a:cubicBezTo>
                    <a:pt x="50322" y="20000"/>
                    <a:pt x="50967" y="21212"/>
                    <a:pt x="51612" y="21212"/>
                  </a:cubicBezTo>
                  <a:cubicBezTo>
                    <a:pt x="52258" y="21212"/>
                    <a:pt x="52903" y="21212"/>
                    <a:pt x="54838" y="21818"/>
                  </a:cubicBezTo>
                  <a:cubicBezTo>
                    <a:pt x="56774" y="23030"/>
                    <a:pt x="57419" y="23030"/>
                    <a:pt x="58064" y="23636"/>
                  </a:cubicBezTo>
                  <a:cubicBezTo>
                    <a:pt x="59354" y="24242"/>
                    <a:pt x="58709" y="23636"/>
                    <a:pt x="60645" y="24242"/>
                  </a:cubicBezTo>
                  <a:cubicBezTo>
                    <a:pt x="63225" y="24848"/>
                    <a:pt x="62580" y="24242"/>
                    <a:pt x="63225" y="24848"/>
                  </a:cubicBezTo>
                  <a:cubicBezTo>
                    <a:pt x="63870" y="24848"/>
                    <a:pt x="63225" y="24242"/>
                    <a:pt x="64516" y="24848"/>
                  </a:cubicBezTo>
                  <a:cubicBezTo>
                    <a:pt x="66451" y="24848"/>
                    <a:pt x="67741" y="25454"/>
                    <a:pt x="67741" y="25454"/>
                  </a:cubicBezTo>
                  <a:cubicBezTo>
                    <a:pt x="67741" y="26666"/>
                    <a:pt x="67741" y="26666"/>
                    <a:pt x="67741" y="26666"/>
                  </a:cubicBezTo>
                  <a:cubicBezTo>
                    <a:pt x="66451" y="29090"/>
                    <a:pt x="66451" y="29090"/>
                    <a:pt x="66451" y="29090"/>
                  </a:cubicBezTo>
                  <a:cubicBezTo>
                    <a:pt x="66451" y="30909"/>
                    <a:pt x="66451" y="30909"/>
                    <a:pt x="66451" y="30909"/>
                  </a:cubicBezTo>
                  <a:cubicBezTo>
                    <a:pt x="66451" y="30909"/>
                    <a:pt x="65161" y="30909"/>
                    <a:pt x="66451" y="31515"/>
                  </a:cubicBezTo>
                  <a:cubicBezTo>
                    <a:pt x="67741" y="32121"/>
                    <a:pt x="70322" y="32727"/>
                    <a:pt x="70322" y="32727"/>
                  </a:cubicBezTo>
                  <a:cubicBezTo>
                    <a:pt x="72258" y="33939"/>
                    <a:pt x="72258" y="33939"/>
                    <a:pt x="72258" y="33939"/>
                  </a:cubicBezTo>
                  <a:cubicBezTo>
                    <a:pt x="72258" y="33939"/>
                    <a:pt x="70967" y="35757"/>
                    <a:pt x="70322" y="36363"/>
                  </a:cubicBezTo>
                  <a:cubicBezTo>
                    <a:pt x="69677" y="36363"/>
                    <a:pt x="67741" y="36363"/>
                    <a:pt x="67741" y="36363"/>
                  </a:cubicBezTo>
                  <a:cubicBezTo>
                    <a:pt x="67741" y="36363"/>
                    <a:pt x="67096" y="38181"/>
                    <a:pt x="68387" y="38181"/>
                  </a:cubicBezTo>
                  <a:cubicBezTo>
                    <a:pt x="69032" y="38787"/>
                    <a:pt x="70322" y="38787"/>
                    <a:pt x="70967" y="38787"/>
                  </a:cubicBezTo>
                  <a:cubicBezTo>
                    <a:pt x="71612" y="38787"/>
                    <a:pt x="72903" y="39393"/>
                    <a:pt x="72903" y="39393"/>
                  </a:cubicBezTo>
                  <a:cubicBezTo>
                    <a:pt x="72903" y="39393"/>
                    <a:pt x="73548" y="39393"/>
                    <a:pt x="74193" y="40000"/>
                  </a:cubicBezTo>
                  <a:cubicBezTo>
                    <a:pt x="74193" y="41212"/>
                    <a:pt x="74838" y="41818"/>
                    <a:pt x="75483" y="41818"/>
                  </a:cubicBezTo>
                  <a:cubicBezTo>
                    <a:pt x="76129" y="41818"/>
                    <a:pt x="77419" y="41818"/>
                    <a:pt x="78064" y="41818"/>
                  </a:cubicBezTo>
                  <a:cubicBezTo>
                    <a:pt x="78709" y="41818"/>
                    <a:pt x="78709" y="41212"/>
                    <a:pt x="79354" y="41212"/>
                  </a:cubicBezTo>
                  <a:cubicBezTo>
                    <a:pt x="80000" y="41818"/>
                    <a:pt x="83870" y="41212"/>
                    <a:pt x="83870" y="41212"/>
                  </a:cubicBezTo>
                  <a:cubicBezTo>
                    <a:pt x="83870" y="41212"/>
                    <a:pt x="83870" y="41212"/>
                    <a:pt x="84516" y="42424"/>
                  </a:cubicBezTo>
                  <a:cubicBezTo>
                    <a:pt x="85806" y="44242"/>
                    <a:pt x="87741" y="44848"/>
                    <a:pt x="87741" y="44848"/>
                  </a:cubicBezTo>
                  <a:cubicBezTo>
                    <a:pt x="87741" y="44848"/>
                    <a:pt x="88387" y="45454"/>
                    <a:pt x="88387" y="44848"/>
                  </a:cubicBezTo>
                  <a:cubicBezTo>
                    <a:pt x="88387" y="44242"/>
                    <a:pt x="89032" y="43636"/>
                    <a:pt x="89032" y="43636"/>
                  </a:cubicBezTo>
                  <a:cubicBezTo>
                    <a:pt x="89032" y="43636"/>
                    <a:pt x="90322" y="41818"/>
                    <a:pt x="90322" y="41212"/>
                  </a:cubicBezTo>
                  <a:cubicBezTo>
                    <a:pt x="90967" y="40606"/>
                    <a:pt x="91612" y="38787"/>
                    <a:pt x="92258" y="38787"/>
                  </a:cubicBezTo>
                  <a:cubicBezTo>
                    <a:pt x="92903" y="38181"/>
                    <a:pt x="94838" y="36969"/>
                    <a:pt x="94838" y="36969"/>
                  </a:cubicBezTo>
                  <a:cubicBezTo>
                    <a:pt x="94838" y="36969"/>
                    <a:pt x="94838" y="36363"/>
                    <a:pt x="96129" y="36969"/>
                  </a:cubicBezTo>
                  <a:cubicBezTo>
                    <a:pt x="96774" y="38181"/>
                    <a:pt x="98709" y="39393"/>
                    <a:pt x="98709" y="39393"/>
                  </a:cubicBezTo>
                  <a:cubicBezTo>
                    <a:pt x="101935" y="39393"/>
                    <a:pt x="101935" y="39393"/>
                    <a:pt x="101935" y="39393"/>
                  </a:cubicBezTo>
                  <a:cubicBezTo>
                    <a:pt x="101935" y="39393"/>
                    <a:pt x="103870" y="40000"/>
                    <a:pt x="103870" y="40606"/>
                  </a:cubicBezTo>
                  <a:cubicBezTo>
                    <a:pt x="103870" y="41212"/>
                    <a:pt x="103225" y="41212"/>
                    <a:pt x="101935" y="41818"/>
                  </a:cubicBezTo>
                  <a:cubicBezTo>
                    <a:pt x="101290" y="41818"/>
                    <a:pt x="99354" y="40000"/>
                    <a:pt x="99354" y="40606"/>
                  </a:cubicBezTo>
                  <a:cubicBezTo>
                    <a:pt x="98709" y="41212"/>
                    <a:pt x="98709" y="42424"/>
                    <a:pt x="98709" y="42424"/>
                  </a:cubicBezTo>
                  <a:cubicBezTo>
                    <a:pt x="96129" y="43636"/>
                    <a:pt x="96129" y="43636"/>
                    <a:pt x="96129" y="43636"/>
                  </a:cubicBezTo>
                  <a:cubicBezTo>
                    <a:pt x="96774" y="44848"/>
                    <a:pt x="96774" y="44848"/>
                    <a:pt x="96774" y="44848"/>
                  </a:cubicBezTo>
                  <a:cubicBezTo>
                    <a:pt x="96774" y="44848"/>
                    <a:pt x="100000" y="46060"/>
                    <a:pt x="100000" y="46666"/>
                  </a:cubicBezTo>
                  <a:cubicBezTo>
                    <a:pt x="100000" y="47272"/>
                    <a:pt x="100000" y="48484"/>
                    <a:pt x="100000" y="48484"/>
                  </a:cubicBezTo>
                  <a:cubicBezTo>
                    <a:pt x="101935" y="49090"/>
                    <a:pt x="101935" y="49090"/>
                    <a:pt x="101935" y="49090"/>
                  </a:cubicBezTo>
                  <a:cubicBezTo>
                    <a:pt x="103225" y="48484"/>
                    <a:pt x="103225" y="48484"/>
                    <a:pt x="103225" y="48484"/>
                  </a:cubicBezTo>
                  <a:cubicBezTo>
                    <a:pt x="103225" y="50909"/>
                    <a:pt x="103225" y="50909"/>
                    <a:pt x="103225" y="50909"/>
                  </a:cubicBezTo>
                  <a:cubicBezTo>
                    <a:pt x="103225" y="53333"/>
                    <a:pt x="103225" y="53333"/>
                    <a:pt x="103225" y="53333"/>
                  </a:cubicBezTo>
                  <a:cubicBezTo>
                    <a:pt x="103225" y="55151"/>
                    <a:pt x="103225" y="55151"/>
                    <a:pt x="103225" y="55151"/>
                  </a:cubicBezTo>
                  <a:cubicBezTo>
                    <a:pt x="103225" y="55151"/>
                    <a:pt x="103870" y="56969"/>
                    <a:pt x="103225" y="56969"/>
                  </a:cubicBezTo>
                  <a:cubicBezTo>
                    <a:pt x="102580" y="56969"/>
                    <a:pt x="100645" y="58181"/>
                    <a:pt x="100645" y="58181"/>
                  </a:cubicBezTo>
                  <a:cubicBezTo>
                    <a:pt x="99354" y="59999"/>
                    <a:pt x="99354" y="59999"/>
                    <a:pt x="99354" y="59999"/>
                  </a:cubicBezTo>
                  <a:cubicBezTo>
                    <a:pt x="99354" y="59999"/>
                    <a:pt x="99354" y="62424"/>
                    <a:pt x="99354" y="63030"/>
                  </a:cubicBezTo>
                  <a:cubicBezTo>
                    <a:pt x="100000" y="64242"/>
                    <a:pt x="99354" y="66060"/>
                    <a:pt x="99354" y="66060"/>
                  </a:cubicBezTo>
                  <a:cubicBezTo>
                    <a:pt x="99354" y="66060"/>
                    <a:pt x="99354" y="67272"/>
                    <a:pt x="100000" y="67878"/>
                  </a:cubicBezTo>
                  <a:cubicBezTo>
                    <a:pt x="100645" y="68484"/>
                    <a:pt x="101290" y="69696"/>
                    <a:pt x="101290" y="69696"/>
                  </a:cubicBezTo>
                  <a:cubicBezTo>
                    <a:pt x="101290" y="69696"/>
                    <a:pt x="101935" y="70303"/>
                    <a:pt x="102580" y="71515"/>
                  </a:cubicBezTo>
                  <a:cubicBezTo>
                    <a:pt x="103225" y="72727"/>
                    <a:pt x="105806" y="75757"/>
                    <a:pt x="105806" y="75757"/>
                  </a:cubicBezTo>
                  <a:cubicBezTo>
                    <a:pt x="105806" y="75757"/>
                    <a:pt x="107741" y="76363"/>
                    <a:pt x="108387" y="76363"/>
                  </a:cubicBezTo>
                  <a:cubicBezTo>
                    <a:pt x="108387" y="76363"/>
                    <a:pt x="110967" y="77575"/>
                    <a:pt x="110967" y="77575"/>
                  </a:cubicBezTo>
                  <a:cubicBezTo>
                    <a:pt x="110967" y="77575"/>
                    <a:pt x="112258" y="77575"/>
                    <a:pt x="112258" y="78181"/>
                  </a:cubicBezTo>
                  <a:cubicBezTo>
                    <a:pt x="112258" y="78181"/>
                    <a:pt x="114838" y="81818"/>
                    <a:pt x="114838" y="81818"/>
                  </a:cubicBezTo>
                  <a:cubicBezTo>
                    <a:pt x="117419" y="82424"/>
                    <a:pt x="117419" y="82424"/>
                    <a:pt x="117419" y="82424"/>
                  </a:cubicBezTo>
                  <a:cubicBezTo>
                    <a:pt x="120000" y="82424"/>
                    <a:pt x="120000" y="82424"/>
                    <a:pt x="120000" y="82424"/>
                  </a:cubicBezTo>
                  <a:cubicBezTo>
                    <a:pt x="120000" y="82424"/>
                    <a:pt x="119354" y="85454"/>
                    <a:pt x="118709" y="86060"/>
                  </a:cubicBezTo>
                  <a:cubicBezTo>
                    <a:pt x="118064" y="86666"/>
                    <a:pt x="116129" y="89090"/>
                    <a:pt x="116129" y="89090"/>
                  </a:cubicBezTo>
                  <a:cubicBezTo>
                    <a:pt x="116129" y="89090"/>
                    <a:pt x="114838" y="90303"/>
                    <a:pt x="114838" y="91515"/>
                  </a:cubicBezTo>
                  <a:cubicBezTo>
                    <a:pt x="115483" y="92121"/>
                    <a:pt x="115483" y="93939"/>
                    <a:pt x="115483" y="93939"/>
                  </a:cubicBezTo>
                  <a:cubicBezTo>
                    <a:pt x="115483" y="93939"/>
                    <a:pt x="114193" y="95151"/>
                    <a:pt x="113548" y="95151"/>
                  </a:cubicBezTo>
                  <a:cubicBezTo>
                    <a:pt x="112903" y="95151"/>
                    <a:pt x="111612" y="95151"/>
                    <a:pt x="110967" y="95757"/>
                  </a:cubicBezTo>
                  <a:cubicBezTo>
                    <a:pt x="110322" y="95757"/>
                    <a:pt x="109677" y="96363"/>
                    <a:pt x="109677" y="96363"/>
                  </a:cubicBezTo>
                  <a:cubicBezTo>
                    <a:pt x="109032" y="96969"/>
                    <a:pt x="107741" y="98181"/>
                    <a:pt x="107741" y="98181"/>
                  </a:cubicBezTo>
                  <a:cubicBezTo>
                    <a:pt x="109032" y="99999"/>
                    <a:pt x="109032" y="99999"/>
                    <a:pt x="109032" y="99999"/>
                  </a:cubicBezTo>
                  <a:cubicBezTo>
                    <a:pt x="109677" y="103030"/>
                    <a:pt x="109677" y="103030"/>
                    <a:pt x="109677" y="103030"/>
                  </a:cubicBezTo>
                  <a:cubicBezTo>
                    <a:pt x="109677" y="106060"/>
                    <a:pt x="109677" y="106060"/>
                    <a:pt x="109677" y="106060"/>
                  </a:cubicBezTo>
                  <a:cubicBezTo>
                    <a:pt x="109677" y="106060"/>
                    <a:pt x="111612" y="106666"/>
                    <a:pt x="111612" y="107272"/>
                  </a:cubicBezTo>
                  <a:cubicBezTo>
                    <a:pt x="112258" y="107272"/>
                    <a:pt x="112903" y="109090"/>
                    <a:pt x="112903" y="109090"/>
                  </a:cubicBezTo>
                  <a:cubicBezTo>
                    <a:pt x="112258" y="110303"/>
                    <a:pt x="112258" y="110303"/>
                    <a:pt x="112258" y="110303"/>
                  </a:cubicBezTo>
                  <a:cubicBezTo>
                    <a:pt x="111612" y="112121"/>
                    <a:pt x="111612" y="112121"/>
                    <a:pt x="111612" y="112121"/>
                  </a:cubicBezTo>
                  <a:cubicBezTo>
                    <a:pt x="111612" y="112121"/>
                    <a:pt x="110967" y="113333"/>
                    <a:pt x="110322" y="113939"/>
                  </a:cubicBezTo>
                  <a:cubicBezTo>
                    <a:pt x="109032" y="113939"/>
                    <a:pt x="107096" y="113939"/>
                    <a:pt x="107096" y="113939"/>
                  </a:cubicBezTo>
                  <a:cubicBezTo>
                    <a:pt x="107096" y="113939"/>
                    <a:pt x="107096" y="113333"/>
                    <a:pt x="105806" y="113939"/>
                  </a:cubicBezTo>
                  <a:cubicBezTo>
                    <a:pt x="104516" y="113939"/>
                    <a:pt x="103225" y="115151"/>
                    <a:pt x="103225" y="115151"/>
                  </a:cubicBezTo>
                  <a:cubicBezTo>
                    <a:pt x="103225" y="115151"/>
                    <a:pt x="103225" y="115151"/>
                    <a:pt x="102580" y="115757"/>
                  </a:cubicBezTo>
                  <a:cubicBezTo>
                    <a:pt x="101290" y="115757"/>
                    <a:pt x="100645" y="115757"/>
                    <a:pt x="100000" y="115757"/>
                  </a:cubicBezTo>
                  <a:cubicBezTo>
                    <a:pt x="99354" y="115757"/>
                    <a:pt x="98064" y="115151"/>
                    <a:pt x="98064" y="115151"/>
                  </a:cubicBezTo>
                  <a:cubicBezTo>
                    <a:pt x="96774" y="116969"/>
                    <a:pt x="96774" y="116969"/>
                    <a:pt x="96774" y="116969"/>
                  </a:cubicBezTo>
                  <a:cubicBezTo>
                    <a:pt x="96774" y="116969"/>
                    <a:pt x="95483" y="117575"/>
                    <a:pt x="94838" y="117575"/>
                  </a:cubicBezTo>
                  <a:cubicBezTo>
                    <a:pt x="94838" y="117575"/>
                    <a:pt x="92903" y="119999"/>
                    <a:pt x="92903" y="119999"/>
                  </a:cubicBezTo>
                  <a:cubicBezTo>
                    <a:pt x="92903" y="119999"/>
                    <a:pt x="92903" y="119999"/>
                    <a:pt x="92258" y="119999"/>
                  </a:cubicBezTo>
                  <a:cubicBezTo>
                    <a:pt x="90967" y="119999"/>
                    <a:pt x="89677" y="119393"/>
                    <a:pt x="89677" y="119393"/>
                  </a:cubicBezTo>
                  <a:cubicBezTo>
                    <a:pt x="87741" y="117575"/>
                    <a:pt x="87741" y="117575"/>
                    <a:pt x="87741" y="117575"/>
                  </a:cubicBezTo>
                  <a:cubicBezTo>
                    <a:pt x="87741" y="117575"/>
                    <a:pt x="88387" y="117575"/>
                    <a:pt x="89677" y="116363"/>
                  </a:cubicBezTo>
                  <a:cubicBezTo>
                    <a:pt x="90322" y="115757"/>
                    <a:pt x="90322" y="115757"/>
                    <a:pt x="90322" y="115151"/>
                  </a:cubicBezTo>
                  <a:cubicBezTo>
                    <a:pt x="89677" y="113939"/>
                    <a:pt x="89032" y="112727"/>
                    <a:pt x="89677" y="112727"/>
                  </a:cubicBezTo>
                  <a:cubicBezTo>
                    <a:pt x="90322" y="112121"/>
                    <a:pt x="90967" y="112727"/>
                    <a:pt x="91612" y="111515"/>
                  </a:cubicBezTo>
                  <a:cubicBezTo>
                    <a:pt x="91612" y="110909"/>
                    <a:pt x="91612" y="110303"/>
                    <a:pt x="91612" y="109090"/>
                  </a:cubicBezTo>
                  <a:cubicBezTo>
                    <a:pt x="91612" y="108484"/>
                    <a:pt x="91612" y="107272"/>
                    <a:pt x="92258" y="107272"/>
                  </a:cubicBezTo>
                  <a:cubicBezTo>
                    <a:pt x="92903" y="106666"/>
                    <a:pt x="92903" y="106060"/>
                    <a:pt x="92903" y="106060"/>
                  </a:cubicBezTo>
                  <a:cubicBezTo>
                    <a:pt x="89677" y="105454"/>
                    <a:pt x="89677" y="105454"/>
                    <a:pt x="89677" y="105454"/>
                  </a:cubicBezTo>
                  <a:cubicBezTo>
                    <a:pt x="87741" y="106060"/>
                    <a:pt x="87741" y="106060"/>
                    <a:pt x="87741" y="106060"/>
                  </a:cubicBezTo>
                  <a:cubicBezTo>
                    <a:pt x="87741" y="106060"/>
                    <a:pt x="87741" y="104848"/>
                    <a:pt x="86451" y="104848"/>
                  </a:cubicBezTo>
                  <a:cubicBezTo>
                    <a:pt x="85161" y="104242"/>
                    <a:pt x="82580" y="104242"/>
                    <a:pt x="82580" y="104242"/>
                  </a:cubicBezTo>
                  <a:cubicBezTo>
                    <a:pt x="81935" y="101818"/>
                    <a:pt x="81935" y="101818"/>
                    <a:pt x="81935" y="101818"/>
                  </a:cubicBezTo>
                  <a:cubicBezTo>
                    <a:pt x="76774" y="100606"/>
                    <a:pt x="76774" y="100606"/>
                    <a:pt x="76774" y="100606"/>
                  </a:cubicBezTo>
                  <a:cubicBezTo>
                    <a:pt x="76774" y="100606"/>
                    <a:pt x="76129" y="98181"/>
                    <a:pt x="75483" y="97575"/>
                  </a:cubicBezTo>
                  <a:cubicBezTo>
                    <a:pt x="74838" y="96969"/>
                    <a:pt x="74838" y="96969"/>
                    <a:pt x="74838" y="96969"/>
                  </a:cubicBezTo>
                  <a:cubicBezTo>
                    <a:pt x="71612" y="94545"/>
                    <a:pt x="71612" y="94545"/>
                    <a:pt x="71612" y="94545"/>
                  </a:cubicBezTo>
                  <a:cubicBezTo>
                    <a:pt x="69677" y="94545"/>
                    <a:pt x="69677" y="94545"/>
                    <a:pt x="69677" y="94545"/>
                  </a:cubicBezTo>
                  <a:cubicBezTo>
                    <a:pt x="69677" y="94545"/>
                    <a:pt x="69032" y="94545"/>
                    <a:pt x="67741" y="93939"/>
                  </a:cubicBezTo>
                  <a:cubicBezTo>
                    <a:pt x="65806" y="93333"/>
                    <a:pt x="65161" y="91515"/>
                    <a:pt x="65161" y="91515"/>
                  </a:cubicBezTo>
                  <a:cubicBezTo>
                    <a:pt x="65161" y="91515"/>
                    <a:pt x="65161" y="90303"/>
                    <a:pt x="63870" y="90909"/>
                  </a:cubicBezTo>
                  <a:cubicBezTo>
                    <a:pt x="62580" y="92121"/>
                    <a:pt x="61290" y="92121"/>
                    <a:pt x="60645" y="92727"/>
                  </a:cubicBezTo>
                  <a:cubicBezTo>
                    <a:pt x="60645" y="92727"/>
                    <a:pt x="60000" y="92727"/>
                    <a:pt x="59354" y="93333"/>
                  </a:cubicBezTo>
                  <a:cubicBezTo>
                    <a:pt x="59354" y="93939"/>
                    <a:pt x="58709" y="93939"/>
                    <a:pt x="60000" y="95151"/>
                  </a:cubicBezTo>
                  <a:cubicBezTo>
                    <a:pt x="60645" y="95757"/>
                    <a:pt x="61290" y="96363"/>
                    <a:pt x="61290" y="96363"/>
                  </a:cubicBezTo>
                  <a:cubicBezTo>
                    <a:pt x="60645" y="99393"/>
                    <a:pt x="60645" y="99393"/>
                    <a:pt x="60645" y="99393"/>
                  </a:cubicBezTo>
                  <a:cubicBezTo>
                    <a:pt x="56774" y="103030"/>
                    <a:pt x="56774" y="103030"/>
                    <a:pt x="56774" y="103030"/>
                  </a:cubicBezTo>
                  <a:cubicBezTo>
                    <a:pt x="57419" y="104848"/>
                    <a:pt x="57419" y="104848"/>
                    <a:pt x="57419" y="104848"/>
                  </a:cubicBezTo>
                  <a:cubicBezTo>
                    <a:pt x="57419" y="104848"/>
                    <a:pt x="58709" y="104848"/>
                    <a:pt x="56774" y="105454"/>
                  </a:cubicBezTo>
                  <a:cubicBezTo>
                    <a:pt x="55483" y="106060"/>
                    <a:pt x="55483" y="106666"/>
                    <a:pt x="54838" y="106666"/>
                  </a:cubicBezTo>
                  <a:cubicBezTo>
                    <a:pt x="54838" y="106060"/>
                    <a:pt x="54193" y="105454"/>
                    <a:pt x="52903" y="104848"/>
                  </a:cubicBezTo>
                  <a:cubicBezTo>
                    <a:pt x="52258" y="104242"/>
                    <a:pt x="52258" y="104242"/>
                    <a:pt x="52258" y="104242"/>
                  </a:cubicBezTo>
                  <a:cubicBezTo>
                    <a:pt x="52258" y="104242"/>
                    <a:pt x="52258" y="104242"/>
                    <a:pt x="51612" y="103636"/>
                  </a:cubicBezTo>
                  <a:cubicBezTo>
                    <a:pt x="51612" y="103636"/>
                    <a:pt x="51612" y="103636"/>
                    <a:pt x="51612" y="103636"/>
                  </a:cubicBezTo>
                  <a:cubicBezTo>
                    <a:pt x="51612" y="103636"/>
                    <a:pt x="51612" y="103030"/>
                    <a:pt x="50322" y="103030"/>
                  </a:cubicBezTo>
                  <a:cubicBezTo>
                    <a:pt x="49677" y="103030"/>
                    <a:pt x="48387" y="101818"/>
                    <a:pt x="48387" y="101818"/>
                  </a:cubicBezTo>
                  <a:cubicBezTo>
                    <a:pt x="46451" y="101818"/>
                    <a:pt x="46451" y="101818"/>
                    <a:pt x="46451" y="101818"/>
                  </a:cubicBezTo>
                  <a:cubicBezTo>
                    <a:pt x="46451" y="101818"/>
                    <a:pt x="44516" y="99999"/>
                    <a:pt x="44516" y="99999"/>
                  </a:cubicBezTo>
                  <a:cubicBezTo>
                    <a:pt x="43870" y="99999"/>
                    <a:pt x="41935" y="99393"/>
                    <a:pt x="41935" y="99393"/>
                  </a:cubicBezTo>
                  <a:cubicBezTo>
                    <a:pt x="41935" y="98181"/>
                    <a:pt x="41935" y="98181"/>
                    <a:pt x="41935" y="98181"/>
                  </a:cubicBezTo>
                  <a:cubicBezTo>
                    <a:pt x="41935" y="98181"/>
                    <a:pt x="41290" y="98181"/>
                    <a:pt x="41290" y="98181"/>
                  </a:cubicBezTo>
                  <a:cubicBezTo>
                    <a:pt x="40645" y="98181"/>
                    <a:pt x="40000" y="98787"/>
                    <a:pt x="40000" y="98787"/>
                  </a:cubicBezTo>
                  <a:cubicBezTo>
                    <a:pt x="38064" y="99393"/>
                    <a:pt x="38064" y="99393"/>
                    <a:pt x="38064" y="99393"/>
                  </a:cubicBezTo>
                  <a:cubicBezTo>
                    <a:pt x="38064" y="99393"/>
                    <a:pt x="36774" y="99393"/>
                    <a:pt x="36774" y="99393"/>
                  </a:cubicBezTo>
                  <a:cubicBezTo>
                    <a:pt x="36129" y="98787"/>
                    <a:pt x="35483" y="97575"/>
                    <a:pt x="35483" y="97575"/>
                  </a:cubicBezTo>
                  <a:cubicBezTo>
                    <a:pt x="35483" y="97575"/>
                    <a:pt x="35483" y="97575"/>
                    <a:pt x="34838" y="97575"/>
                  </a:cubicBezTo>
                  <a:cubicBezTo>
                    <a:pt x="34193" y="98181"/>
                    <a:pt x="35483" y="98787"/>
                    <a:pt x="34193" y="98181"/>
                  </a:cubicBezTo>
                  <a:cubicBezTo>
                    <a:pt x="32258" y="97575"/>
                    <a:pt x="32258" y="97575"/>
                    <a:pt x="32258" y="97575"/>
                  </a:cubicBezTo>
                  <a:cubicBezTo>
                    <a:pt x="30967" y="96363"/>
                    <a:pt x="30967" y="96363"/>
                    <a:pt x="30967" y="96363"/>
                  </a:cubicBezTo>
                  <a:cubicBezTo>
                    <a:pt x="30322" y="96363"/>
                    <a:pt x="30322" y="96363"/>
                    <a:pt x="30322" y="96363"/>
                  </a:cubicBezTo>
                  <a:cubicBezTo>
                    <a:pt x="29677" y="96363"/>
                    <a:pt x="29677" y="96363"/>
                    <a:pt x="29677" y="96363"/>
                  </a:cubicBezTo>
                  <a:cubicBezTo>
                    <a:pt x="29677" y="96363"/>
                    <a:pt x="29032" y="95151"/>
                    <a:pt x="29032" y="95151"/>
                  </a:cubicBezTo>
                  <a:cubicBezTo>
                    <a:pt x="29032" y="95151"/>
                    <a:pt x="29032" y="93939"/>
                    <a:pt x="29032" y="93939"/>
                  </a:cubicBezTo>
                  <a:cubicBezTo>
                    <a:pt x="28387" y="93939"/>
                    <a:pt x="26451" y="93333"/>
                    <a:pt x="26451" y="93333"/>
                  </a:cubicBezTo>
                  <a:cubicBezTo>
                    <a:pt x="25806" y="92121"/>
                    <a:pt x="25806" y="92121"/>
                    <a:pt x="25806" y="92121"/>
                  </a:cubicBezTo>
                  <a:cubicBezTo>
                    <a:pt x="25806" y="92121"/>
                    <a:pt x="25806" y="92121"/>
                    <a:pt x="25806" y="92121"/>
                  </a:cubicBezTo>
                  <a:cubicBezTo>
                    <a:pt x="25161" y="92121"/>
                    <a:pt x="23870" y="91515"/>
                    <a:pt x="23870" y="91515"/>
                  </a:cubicBezTo>
                  <a:cubicBezTo>
                    <a:pt x="23225" y="90909"/>
                    <a:pt x="23225" y="90909"/>
                    <a:pt x="23225" y="90909"/>
                  </a:cubicBezTo>
                  <a:cubicBezTo>
                    <a:pt x="21290" y="90909"/>
                    <a:pt x="21290" y="90909"/>
                    <a:pt x="21290" y="90909"/>
                  </a:cubicBezTo>
                  <a:cubicBezTo>
                    <a:pt x="20645" y="89696"/>
                    <a:pt x="20645" y="89696"/>
                    <a:pt x="20645" y="89696"/>
                  </a:cubicBezTo>
                  <a:cubicBezTo>
                    <a:pt x="20645" y="89696"/>
                    <a:pt x="20000" y="89090"/>
                    <a:pt x="20000" y="89090"/>
                  </a:cubicBezTo>
                  <a:cubicBezTo>
                    <a:pt x="20645" y="89090"/>
                    <a:pt x="20645" y="87878"/>
                    <a:pt x="20645" y="87878"/>
                  </a:cubicBezTo>
                  <a:cubicBezTo>
                    <a:pt x="20000" y="87878"/>
                    <a:pt x="20000" y="87878"/>
                    <a:pt x="20000" y="87878"/>
                  </a:cubicBezTo>
                  <a:cubicBezTo>
                    <a:pt x="20645" y="87272"/>
                    <a:pt x="21935" y="87272"/>
                    <a:pt x="21935" y="87272"/>
                  </a:cubicBezTo>
                  <a:cubicBezTo>
                    <a:pt x="23225" y="85454"/>
                    <a:pt x="23225" y="85454"/>
                    <a:pt x="23225" y="85454"/>
                  </a:cubicBezTo>
                  <a:cubicBezTo>
                    <a:pt x="23225" y="85454"/>
                    <a:pt x="23225" y="85454"/>
                    <a:pt x="23870" y="85454"/>
                  </a:cubicBezTo>
                  <a:cubicBezTo>
                    <a:pt x="25161" y="86060"/>
                    <a:pt x="25806" y="86060"/>
                    <a:pt x="26451" y="86060"/>
                  </a:cubicBezTo>
                  <a:cubicBezTo>
                    <a:pt x="27096" y="86060"/>
                    <a:pt x="27741" y="87272"/>
                    <a:pt x="27741" y="84848"/>
                  </a:cubicBezTo>
                  <a:cubicBezTo>
                    <a:pt x="27741" y="83030"/>
                    <a:pt x="27741" y="82424"/>
                    <a:pt x="27741" y="82424"/>
                  </a:cubicBezTo>
                  <a:cubicBezTo>
                    <a:pt x="24516" y="80000"/>
                    <a:pt x="24516" y="80000"/>
                    <a:pt x="24516" y="80000"/>
                  </a:cubicBezTo>
                  <a:cubicBezTo>
                    <a:pt x="24516" y="80000"/>
                    <a:pt x="24516" y="79393"/>
                    <a:pt x="23870" y="78181"/>
                  </a:cubicBezTo>
                  <a:cubicBezTo>
                    <a:pt x="23225" y="77575"/>
                    <a:pt x="22580" y="76969"/>
                    <a:pt x="22580" y="76969"/>
                  </a:cubicBezTo>
                  <a:cubicBezTo>
                    <a:pt x="21935" y="76969"/>
                    <a:pt x="20645" y="75757"/>
                    <a:pt x="20645" y="75757"/>
                  </a:cubicBezTo>
                  <a:cubicBezTo>
                    <a:pt x="20000" y="75151"/>
                    <a:pt x="19354" y="74545"/>
                    <a:pt x="19354" y="74545"/>
                  </a:cubicBezTo>
                  <a:cubicBezTo>
                    <a:pt x="19354" y="74545"/>
                    <a:pt x="19354" y="73333"/>
                    <a:pt x="19354" y="72727"/>
                  </a:cubicBezTo>
                  <a:cubicBezTo>
                    <a:pt x="20000" y="72727"/>
                    <a:pt x="20000" y="72727"/>
                    <a:pt x="20645" y="72727"/>
                  </a:cubicBezTo>
                  <a:cubicBezTo>
                    <a:pt x="21290" y="73333"/>
                    <a:pt x="21935" y="73333"/>
                    <a:pt x="22580" y="73333"/>
                  </a:cubicBezTo>
                  <a:cubicBezTo>
                    <a:pt x="23225" y="73333"/>
                    <a:pt x="23870" y="73333"/>
                    <a:pt x="24516" y="73333"/>
                  </a:cubicBezTo>
                  <a:cubicBezTo>
                    <a:pt x="24516" y="73333"/>
                    <a:pt x="26451" y="72727"/>
                    <a:pt x="26451" y="72727"/>
                  </a:cubicBezTo>
                  <a:cubicBezTo>
                    <a:pt x="27096" y="72727"/>
                    <a:pt x="27096" y="71515"/>
                    <a:pt x="27741" y="71515"/>
                  </a:cubicBezTo>
                  <a:cubicBezTo>
                    <a:pt x="27741" y="71515"/>
                    <a:pt x="28387" y="70909"/>
                    <a:pt x="27741" y="70303"/>
                  </a:cubicBezTo>
                  <a:cubicBezTo>
                    <a:pt x="27741" y="70303"/>
                    <a:pt x="26451" y="69696"/>
                    <a:pt x="26451" y="69696"/>
                  </a:cubicBezTo>
                  <a:cubicBezTo>
                    <a:pt x="25806" y="69696"/>
                    <a:pt x="25161" y="69090"/>
                    <a:pt x="25161" y="68484"/>
                  </a:cubicBezTo>
                  <a:cubicBezTo>
                    <a:pt x="24516" y="68484"/>
                    <a:pt x="23870" y="67878"/>
                    <a:pt x="23870" y="67272"/>
                  </a:cubicBezTo>
                  <a:cubicBezTo>
                    <a:pt x="23225" y="67272"/>
                    <a:pt x="23225" y="67878"/>
                    <a:pt x="22580" y="67878"/>
                  </a:cubicBezTo>
                  <a:cubicBezTo>
                    <a:pt x="21935" y="67272"/>
                    <a:pt x="21290" y="66666"/>
                    <a:pt x="20645" y="66060"/>
                  </a:cubicBezTo>
                  <a:cubicBezTo>
                    <a:pt x="20645" y="65454"/>
                    <a:pt x="20645" y="65454"/>
                    <a:pt x="20000" y="64848"/>
                  </a:cubicBezTo>
                  <a:cubicBezTo>
                    <a:pt x="19354" y="64848"/>
                    <a:pt x="18709" y="64242"/>
                    <a:pt x="18064" y="64242"/>
                  </a:cubicBezTo>
                  <a:cubicBezTo>
                    <a:pt x="17419" y="64242"/>
                    <a:pt x="17419" y="64848"/>
                    <a:pt x="16129" y="64242"/>
                  </a:cubicBezTo>
                  <a:cubicBezTo>
                    <a:pt x="14838" y="64242"/>
                    <a:pt x="13548" y="63636"/>
                    <a:pt x="13548" y="63030"/>
                  </a:cubicBezTo>
                  <a:cubicBezTo>
                    <a:pt x="14193" y="62424"/>
                    <a:pt x="13548" y="62424"/>
                    <a:pt x="14193" y="61818"/>
                  </a:cubicBezTo>
                  <a:cubicBezTo>
                    <a:pt x="14193" y="61212"/>
                    <a:pt x="14193" y="59999"/>
                    <a:pt x="14193" y="59393"/>
                  </a:cubicBezTo>
                  <a:cubicBezTo>
                    <a:pt x="14193" y="58787"/>
                    <a:pt x="13548" y="59393"/>
                    <a:pt x="13548" y="57575"/>
                  </a:cubicBezTo>
                  <a:cubicBezTo>
                    <a:pt x="12903" y="55757"/>
                    <a:pt x="14193" y="56363"/>
                    <a:pt x="14193" y="56363"/>
                  </a:cubicBezTo>
                  <a:cubicBezTo>
                    <a:pt x="14193" y="56363"/>
                    <a:pt x="14838" y="55151"/>
                    <a:pt x="14838" y="54545"/>
                  </a:cubicBezTo>
                  <a:cubicBezTo>
                    <a:pt x="14838" y="54545"/>
                    <a:pt x="15483" y="52727"/>
                    <a:pt x="15483" y="52727"/>
                  </a:cubicBezTo>
                  <a:cubicBezTo>
                    <a:pt x="17419" y="50303"/>
                    <a:pt x="17419" y="50303"/>
                    <a:pt x="17419" y="50303"/>
                  </a:cubicBezTo>
                  <a:cubicBezTo>
                    <a:pt x="17419" y="48484"/>
                    <a:pt x="17419" y="48484"/>
                    <a:pt x="17419" y="48484"/>
                  </a:cubicBezTo>
                  <a:cubicBezTo>
                    <a:pt x="17419" y="46060"/>
                    <a:pt x="17419" y="46060"/>
                    <a:pt x="17419" y="46060"/>
                  </a:cubicBezTo>
                  <a:cubicBezTo>
                    <a:pt x="17419" y="44242"/>
                    <a:pt x="17419" y="44242"/>
                    <a:pt x="17419" y="44242"/>
                  </a:cubicBezTo>
                  <a:cubicBezTo>
                    <a:pt x="15483" y="43636"/>
                    <a:pt x="15483" y="43636"/>
                    <a:pt x="15483" y="43636"/>
                  </a:cubicBezTo>
                  <a:cubicBezTo>
                    <a:pt x="11612" y="43030"/>
                    <a:pt x="11612" y="43030"/>
                    <a:pt x="11612" y="43030"/>
                  </a:cubicBezTo>
                  <a:cubicBezTo>
                    <a:pt x="11612" y="43030"/>
                    <a:pt x="11612" y="44242"/>
                    <a:pt x="10967" y="44242"/>
                  </a:cubicBezTo>
                  <a:cubicBezTo>
                    <a:pt x="10967" y="44242"/>
                    <a:pt x="10322" y="44848"/>
                    <a:pt x="9677" y="44848"/>
                  </a:cubicBezTo>
                  <a:cubicBezTo>
                    <a:pt x="9032" y="44242"/>
                    <a:pt x="9032" y="44242"/>
                    <a:pt x="9032" y="44242"/>
                  </a:cubicBezTo>
                  <a:cubicBezTo>
                    <a:pt x="10322" y="43030"/>
                    <a:pt x="10322" y="43030"/>
                    <a:pt x="10322" y="43030"/>
                  </a:cubicBezTo>
                  <a:cubicBezTo>
                    <a:pt x="10322" y="40606"/>
                    <a:pt x="10322" y="40606"/>
                    <a:pt x="10322" y="40606"/>
                  </a:cubicBezTo>
                  <a:cubicBezTo>
                    <a:pt x="10322" y="40606"/>
                    <a:pt x="9677" y="39393"/>
                    <a:pt x="9032" y="38181"/>
                  </a:cubicBezTo>
                  <a:cubicBezTo>
                    <a:pt x="8387" y="37575"/>
                    <a:pt x="7741" y="36969"/>
                    <a:pt x="7741" y="36969"/>
                  </a:cubicBezTo>
                  <a:cubicBezTo>
                    <a:pt x="9677" y="35757"/>
                    <a:pt x="9677" y="35757"/>
                    <a:pt x="9677" y="35757"/>
                  </a:cubicBezTo>
                  <a:cubicBezTo>
                    <a:pt x="10322" y="35151"/>
                    <a:pt x="10322" y="35151"/>
                    <a:pt x="10322" y="35151"/>
                  </a:cubicBezTo>
                  <a:cubicBezTo>
                    <a:pt x="10322" y="34545"/>
                    <a:pt x="10322" y="34545"/>
                    <a:pt x="10322" y="34545"/>
                  </a:cubicBezTo>
                  <a:cubicBezTo>
                    <a:pt x="10322" y="34545"/>
                    <a:pt x="11612" y="35757"/>
                    <a:pt x="12903" y="35757"/>
                  </a:cubicBezTo>
                  <a:cubicBezTo>
                    <a:pt x="13548" y="35757"/>
                    <a:pt x="12903" y="35757"/>
                    <a:pt x="14193" y="35151"/>
                  </a:cubicBezTo>
                  <a:cubicBezTo>
                    <a:pt x="15483" y="35151"/>
                    <a:pt x="17419" y="33333"/>
                    <a:pt x="17419" y="33333"/>
                  </a:cubicBezTo>
                  <a:cubicBezTo>
                    <a:pt x="17419" y="33333"/>
                    <a:pt x="16129" y="32121"/>
                    <a:pt x="15483" y="32121"/>
                  </a:cubicBezTo>
                  <a:cubicBezTo>
                    <a:pt x="14838" y="32727"/>
                    <a:pt x="15483" y="32727"/>
                    <a:pt x="13548" y="32727"/>
                  </a:cubicBezTo>
                  <a:cubicBezTo>
                    <a:pt x="11612" y="32121"/>
                    <a:pt x="10967" y="31515"/>
                    <a:pt x="10967" y="31515"/>
                  </a:cubicBezTo>
                  <a:cubicBezTo>
                    <a:pt x="10967" y="31515"/>
                    <a:pt x="10322" y="31515"/>
                    <a:pt x="9677" y="31515"/>
                  </a:cubicBezTo>
                  <a:cubicBezTo>
                    <a:pt x="9032" y="31515"/>
                    <a:pt x="9032" y="31515"/>
                    <a:pt x="8387" y="30909"/>
                  </a:cubicBezTo>
                  <a:cubicBezTo>
                    <a:pt x="7096" y="29696"/>
                    <a:pt x="5806" y="28484"/>
                    <a:pt x="5806" y="28484"/>
                  </a:cubicBezTo>
                  <a:cubicBezTo>
                    <a:pt x="5806" y="28484"/>
                    <a:pt x="4516" y="29090"/>
                    <a:pt x="4516" y="28484"/>
                  </a:cubicBezTo>
                  <a:cubicBezTo>
                    <a:pt x="4516" y="27878"/>
                    <a:pt x="5161" y="27272"/>
                    <a:pt x="5161" y="27272"/>
                  </a:cubicBezTo>
                  <a:cubicBezTo>
                    <a:pt x="4516" y="26060"/>
                    <a:pt x="4516" y="26060"/>
                    <a:pt x="4516" y="26060"/>
                  </a:cubicBezTo>
                  <a:cubicBezTo>
                    <a:pt x="4516" y="26060"/>
                    <a:pt x="5806" y="26060"/>
                    <a:pt x="6451" y="25454"/>
                  </a:cubicBezTo>
                  <a:cubicBezTo>
                    <a:pt x="7096" y="25454"/>
                    <a:pt x="7096" y="23636"/>
                    <a:pt x="6451" y="23636"/>
                  </a:cubicBezTo>
                  <a:cubicBezTo>
                    <a:pt x="5806" y="23636"/>
                    <a:pt x="5161" y="23030"/>
                    <a:pt x="4516" y="23636"/>
                  </a:cubicBezTo>
                  <a:cubicBezTo>
                    <a:pt x="3870" y="23636"/>
                    <a:pt x="3225" y="24242"/>
                    <a:pt x="3225" y="24242"/>
                  </a:cubicBezTo>
                  <a:cubicBezTo>
                    <a:pt x="2580" y="24242"/>
                    <a:pt x="1290" y="23636"/>
                    <a:pt x="1290" y="23030"/>
                  </a:cubicBezTo>
                  <a:cubicBezTo>
                    <a:pt x="1290" y="22424"/>
                    <a:pt x="645" y="22424"/>
                    <a:pt x="1935" y="21818"/>
                  </a:cubicBezTo>
                  <a:cubicBezTo>
                    <a:pt x="2580" y="21818"/>
                    <a:pt x="3225" y="20606"/>
                    <a:pt x="3225" y="20606"/>
                  </a:cubicBezTo>
                  <a:cubicBezTo>
                    <a:pt x="1935" y="18787"/>
                    <a:pt x="1935" y="18787"/>
                    <a:pt x="1935" y="18787"/>
                  </a:cubicBezTo>
                  <a:cubicBezTo>
                    <a:pt x="2580" y="15151"/>
                    <a:pt x="2580" y="15151"/>
                    <a:pt x="2580" y="15151"/>
                  </a:cubicBezTo>
                  <a:cubicBezTo>
                    <a:pt x="0" y="14545"/>
                    <a:pt x="0" y="14545"/>
                    <a:pt x="0" y="14545"/>
                  </a:cubicBezTo>
                  <a:cubicBezTo>
                    <a:pt x="0" y="13333"/>
                    <a:pt x="0" y="13333"/>
                    <a:pt x="0" y="13333"/>
                  </a:cubicBezTo>
                  <a:cubicBezTo>
                    <a:pt x="2580" y="12121"/>
                    <a:pt x="2580" y="12121"/>
                    <a:pt x="2580" y="12121"/>
                  </a:cubicBezTo>
                  <a:cubicBezTo>
                    <a:pt x="5161" y="8484"/>
                    <a:pt x="5161" y="8484"/>
                    <a:pt x="5161" y="8484"/>
                  </a:cubicBezTo>
                  <a:cubicBezTo>
                    <a:pt x="5806" y="9090"/>
                    <a:pt x="5806" y="9090"/>
                    <a:pt x="5806" y="9090"/>
                  </a:cubicBezTo>
                  <a:cubicBezTo>
                    <a:pt x="5806" y="9090"/>
                    <a:pt x="6451" y="9090"/>
                    <a:pt x="7096" y="8484"/>
                  </a:cubicBez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7" name="Shape 2024">
              <a:extLst>
                <a:ext uri="{FF2B5EF4-FFF2-40B4-BE49-F238E27FC236}">
                  <a16:creationId xmlns:a16="http://schemas.microsoft.com/office/drawing/2014/main" id="{39DFE9B3-8E17-4FF6-8750-4520A2CC19A5}"/>
                </a:ext>
              </a:extLst>
            </p:cNvPr>
            <p:cNvSpPr/>
            <p:nvPr/>
          </p:nvSpPr>
          <p:spPr>
            <a:xfrm>
              <a:off x="4681844" y="3129624"/>
              <a:ext cx="394695" cy="240785"/>
            </a:xfrm>
            <a:custGeom>
              <a:avLst/>
              <a:gdLst/>
              <a:ahLst/>
              <a:cxnLst/>
              <a:rect l="0" t="0" r="0" b="0"/>
              <a:pathLst>
                <a:path w="120000" h="120000" extrusionOk="0">
                  <a:moveTo>
                    <a:pt x="21502" y="82568"/>
                  </a:moveTo>
                  <a:cubicBezTo>
                    <a:pt x="22890" y="83669"/>
                    <a:pt x="22890" y="83669"/>
                    <a:pt x="22890" y="83669"/>
                  </a:cubicBezTo>
                  <a:cubicBezTo>
                    <a:pt x="22890" y="85871"/>
                    <a:pt x="22890" y="85871"/>
                    <a:pt x="22890" y="85871"/>
                  </a:cubicBezTo>
                  <a:cubicBezTo>
                    <a:pt x="22890" y="85871"/>
                    <a:pt x="22890" y="84770"/>
                    <a:pt x="22196" y="86972"/>
                  </a:cubicBezTo>
                  <a:cubicBezTo>
                    <a:pt x="21502" y="88073"/>
                    <a:pt x="21502" y="88073"/>
                    <a:pt x="21502" y="88073"/>
                  </a:cubicBezTo>
                  <a:cubicBezTo>
                    <a:pt x="22196" y="88073"/>
                    <a:pt x="22890" y="89174"/>
                    <a:pt x="22890" y="89174"/>
                  </a:cubicBezTo>
                  <a:cubicBezTo>
                    <a:pt x="22890" y="89174"/>
                    <a:pt x="23583" y="89174"/>
                    <a:pt x="22890" y="90275"/>
                  </a:cubicBezTo>
                  <a:cubicBezTo>
                    <a:pt x="22890" y="92477"/>
                    <a:pt x="22890" y="93577"/>
                    <a:pt x="22890" y="93577"/>
                  </a:cubicBezTo>
                  <a:cubicBezTo>
                    <a:pt x="22890" y="93577"/>
                    <a:pt x="22890" y="94678"/>
                    <a:pt x="22890" y="95779"/>
                  </a:cubicBezTo>
                  <a:cubicBezTo>
                    <a:pt x="22196" y="95779"/>
                    <a:pt x="21502" y="99082"/>
                    <a:pt x="21502" y="99082"/>
                  </a:cubicBezTo>
                  <a:cubicBezTo>
                    <a:pt x="21502" y="99082"/>
                    <a:pt x="21502" y="99082"/>
                    <a:pt x="21502" y="100183"/>
                  </a:cubicBezTo>
                  <a:cubicBezTo>
                    <a:pt x="22196" y="100183"/>
                    <a:pt x="24277" y="100183"/>
                    <a:pt x="24277" y="100183"/>
                  </a:cubicBezTo>
                  <a:cubicBezTo>
                    <a:pt x="24277" y="100183"/>
                    <a:pt x="24277" y="102385"/>
                    <a:pt x="24277" y="103486"/>
                  </a:cubicBezTo>
                  <a:cubicBezTo>
                    <a:pt x="23583" y="103486"/>
                    <a:pt x="22890" y="105688"/>
                    <a:pt x="23583" y="105688"/>
                  </a:cubicBezTo>
                  <a:cubicBezTo>
                    <a:pt x="24277" y="105688"/>
                    <a:pt x="24971" y="106788"/>
                    <a:pt x="24971" y="106788"/>
                  </a:cubicBezTo>
                  <a:cubicBezTo>
                    <a:pt x="24971" y="106788"/>
                    <a:pt x="25664" y="107889"/>
                    <a:pt x="25664" y="107889"/>
                  </a:cubicBezTo>
                  <a:cubicBezTo>
                    <a:pt x="26358" y="107889"/>
                    <a:pt x="27052" y="108990"/>
                    <a:pt x="27052" y="108990"/>
                  </a:cubicBezTo>
                  <a:cubicBezTo>
                    <a:pt x="27052" y="108990"/>
                    <a:pt x="28439" y="111192"/>
                    <a:pt x="28439" y="111192"/>
                  </a:cubicBezTo>
                  <a:cubicBezTo>
                    <a:pt x="28439" y="112293"/>
                    <a:pt x="27745" y="113394"/>
                    <a:pt x="27745" y="113394"/>
                  </a:cubicBezTo>
                  <a:cubicBezTo>
                    <a:pt x="27745" y="113394"/>
                    <a:pt x="29132" y="115596"/>
                    <a:pt x="29132" y="115596"/>
                  </a:cubicBezTo>
                  <a:cubicBezTo>
                    <a:pt x="29132" y="115596"/>
                    <a:pt x="29132" y="116697"/>
                    <a:pt x="29826" y="116697"/>
                  </a:cubicBezTo>
                  <a:cubicBezTo>
                    <a:pt x="30520" y="116697"/>
                    <a:pt x="31213" y="115596"/>
                    <a:pt x="31213" y="115596"/>
                  </a:cubicBezTo>
                  <a:cubicBezTo>
                    <a:pt x="31213" y="115596"/>
                    <a:pt x="32601" y="114495"/>
                    <a:pt x="32601" y="114495"/>
                  </a:cubicBezTo>
                  <a:cubicBezTo>
                    <a:pt x="32601" y="114495"/>
                    <a:pt x="33294" y="113394"/>
                    <a:pt x="33988" y="113394"/>
                  </a:cubicBezTo>
                  <a:cubicBezTo>
                    <a:pt x="34682" y="113394"/>
                    <a:pt x="35375" y="114495"/>
                    <a:pt x="36069" y="114495"/>
                  </a:cubicBezTo>
                  <a:cubicBezTo>
                    <a:pt x="36763" y="114495"/>
                    <a:pt x="38843" y="114495"/>
                    <a:pt x="38843" y="114495"/>
                  </a:cubicBezTo>
                  <a:cubicBezTo>
                    <a:pt x="38843" y="112293"/>
                    <a:pt x="38843" y="112293"/>
                    <a:pt x="38843" y="112293"/>
                  </a:cubicBezTo>
                  <a:cubicBezTo>
                    <a:pt x="38843" y="112293"/>
                    <a:pt x="38843" y="111192"/>
                    <a:pt x="39537" y="111192"/>
                  </a:cubicBezTo>
                  <a:cubicBezTo>
                    <a:pt x="40231" y="111192"/>
                    <a:pt x="40924" y="111192"/>
                    <a:pt x="40924" y="111192"/>
                  </a:cubicBezTo>
                  <a:cubicBezTo>
                    <a:pt x="40924" y="111192"/>
                    <a:pt x="40231" y="110091"/>
                    <a:pt x="40924" y="110091"/>
                  </a:cubicBezTo>
                  <a:cubicBezTo>
                    <a:pt x="40924" y="110091"/>
                    <a:pt x="42312" y="110091"/>
                    <a:pt x="43005" y="111192"/>
                  </a:cubicBezTo>
                  <a:cubicBezTo>
                    <a:pt x="43005" y="111192"/>
                    <a:pt x="44393" y="110091"/>
                    <a:pt x="44393" y="111192"/>
                  </a:cubicBezTo>
                  <a:cubicBezTo>
                    <a:pt x="44393" y="111192"/>
                    <a:pt x="45086" y="112293"/>
                    <a:pt x="45086" y="112293"/>
                  </a:cubicBezTo>
                  <a:cubicBezTo>
                    <a:pt x="45086" y="112293"/>
                    <a:pt x="45780" y="114495"/>
                    <a:pt x="45780" y="113394"/>
                  </a:cubicBezTo>
                  <a:cubicBezTo>
                    <a:pt x="46473" y="113394"/>
                    <a:pt x="46473" y="113394"/>
                    <a:pt x="47167" y="113394"/>
                  </a:cubicBezTo>
                  <a:cubicBezTo>
                    <a:pt x="47167" y="114495"/>
                    <a:pt x="48554" y="114495"/>
                    <a:pt x="49248" y="114495"/>
                  </a:cubicBezTo>
                  <a:cubicBezTo>
                    <a:pt x="49248" y="113394"/>
                    <a:pt x="49248" y="113394"/>
                    <a:pt x="49248" y="113394"/>
                  </a:cubicBezTo>
                  <a:cubicBezTo>
                    <a:pt x="49248" y="112293"/>
                    <a:pt x="48554" y="111192"/>
                    <a:pt x="49942" y="111192"/>
                  </a:cubicBezTo>
                  <a:cubicBezTo>
                    <a:pt x="50635" y="111192"/>
                    <a:pt x="50635" y="110091"/>
                    <a:pt x="51329" y="110091"/>
                  </a:cubicBezTo>
                  <a:cubicBezTo>
                    <a:pt x="52023" y="110091"/>
                    <a:pt x="52716" y="110091"/>
                    <a:pt x="52716" y="110091"/>
                  </a:cubicBezTo>
                  <a:cubicBezTo>
                    <a:pt x="52716" y="110091"/>
                    <a:pt x="52716" y="110091"/>
                    <a:pt x="53410" y="108990"/>
                  </a:cubicBezTo>
                  <a:cubicBezTo>
                    <a:pt x="54104" y="107889"/>
                    <a:pt x="54104" y="106788"/>
                    <a:pt x="54104" y="106788"/>
                  </a:cubicBezTo>
                  <a:cubicBezTo>
                    <a:pt x="54104" y="105688"/>
                    <a:pt x="54104" y="104587"/>
                    <a:pt x="54104" y="104587"/>
                  </a:cubicBezTo>
                  <a:cubicBezTo>
                    <a:pt x="54797" y="103486"/>
                    <a:pt x="54797" y="103486"/>
                    <a:pt x="54797" y="103486"/>
                  </a:cubicBezTo>
                  <a:cubicBezTo>
                    <a:pt x="55491" y="102385"/>
                    <a:pt x="55491" y="102385"/>
                    <a:pt x="55491" y="102385"/>
                  </a:cubicBezTo>
                  <a:cubicBezTo>
                    <a:pt x="55491" y="102385"/>
                    <a:pt x="55491" y="102385"/>
                    <a:pt x="56184" y="100183"/>
                  </a:cubicBezTo>
                  <a:cubicBezTo>
                    <a:pt x="56184" y="99082"/>
                    <a:pt x="56184" y="99082"/>
                    <a:pt x="56184" y="99082"/>
                  </a:cubicBezTo>
                  <a:cubicBezTo>
                    <a:pt x="56878" y="96880"/>
                    <a:pt x="56878" y="96880"/>
                    <a:pt x="56878" y="96880"/>
                  </a:cubicBezTo>
                  <a:cubicBezTo>
                    <a:pt x="56184" y="93577"/>
                    <a:pt x="56184" y="93577"/>
                    <a:pt x="56184" y="93577"/>
                  </a:cubicBezTo>
                  <a:cubicBezTo>
                    <a:pt x="55491" y="92477"/>
                    <a:pt x="55491" y="92477"/>
                    <a:pt x="55491" y="92477"/>
                  </a:cubicBezTo>
                  <a:cubicBezTo>
                    <a:pt x="56184" y="91376"/>
                    <a:pt x="56184" y="91376"/>
                    <a:pt x="56184" y="91376"/>
                  </a:cubicBezTo>
                  <a:cubicBezTo>
                    <a:pt x="56184" y="91376"/>
                    <a:pt x="56878" y="90275"/>
                    <a:pt x="57572" y="90275"/>
                  </a:cubicBezTo>
                  <a:cubicBezTo>
                    <a:pt x="58265" y="90275"/>
                    <a:pt x="58265" y="90275"/>
                    <a:pt x="58265" y="89174"/>
                  </a:cubicBezTo>
                  <a:cubicBezTo>
                    <a:pt x="58959" y="89174"/>
                    <a:pt x="60346" y="86972"/>
                    <a:pt x="60346" y="86972"/>
                  </a:cubicBezTo>
                  <a:cubicBezTo>
                    <a:pt x="60346" y="86972"/>
                    <a:pt x="60346" y="86972"/>
                    <a:pt x="61040" y="86972"/>
                  </a:cubicBezTo>
                  <a:cubicBezTo>
                    <a:pt x="61040" y="85871"/>
                    <a:pt x="61040" y="84770"/>
                    <a:pt x="61040" y="84770"/>
                  </a:cubicBezTo>
                  <a:cubicBezTo>
                    <a:pt x="61040" y="84770"/>
                    <a:pt x="61040" y="83669"/>
                    <a:pt x="61734" y="83669"/>
                  </a:cubicBezTo>
                  <a:cubicBezTo>
                    <a:pt x="62427" y="82568"/>
                    <a:pt x="65202" y="81467"/>
                    <a:pt x="65202" y="81467"/>
                  </a:cubicBezTo>
                  <a:cubicBezTo>
                    <a:pt x="65202" y="81467"/>
                    <a:pt x="64508" y="83669"/>
                    <a:pt x="64508" y="84770"/>
                  </a:cubicBezTo>
                  <a:cubicBezTo>
                    <a:pt x="64508" y="85871"/>
                    <a:pt x="65202" y="88073"/>
                    <a:pt x="65202" y="88073"/>
                  </a:cubicBezTo>
                  <a:cubicBezTo>
                    <a:pt x="65202" y="88073"/>
                    <a:pt x="64508" y="90275"/>
                    <a:pt x="64508" y="90275"/>
                  </a:cubicBezTo>
                  <a:cubicBezTo>
                    <a:pt x="64508" y="91376"/>
                    <a:pt x="64508" y="92477"/>
                    <a:pt x="64508" y="92477"/>
                  </a:cubicBezTo>
                  <a:cubicBezTo>
                    <a:pt x="65202" y="93577"/>
                    <a:pt x="65202" y="93577"/>
                    <a:pt x="65202" y="93577"/>
                  </a:cubicBezTo>
                  <a:cubicBezTo>
                    <a:pt x="65202" y="93577"/>
                    <a:pt x="65202" y="94678"/>
                    <a:pt x="65202" y="94678"/>
                  </a:cubicBezTo>
                  <a:cubicBezTo>
                    <a:pt x="65895" y="94678"/>
                    <a:pt x="66589" y="96880"/>
                    <a:pt x="66589" y="96880"/>
                  </a:cubicBezTo>
                  <a:cubicBezTo>
                    <a:pt x="67283" y="96880"/>
                    <a:pt x="67283" y="96880"/>
                    <a:pt x="67283" y="96880"/>
                  </a:cubicBezTo>
                  <a:cubicBezTo>
                    <a:pt x="67283" y="96880"/>
                    <a:pt x="67976" y="97981"/>
                    <a:pt x="67976" y="99082"/>
                  </a:cubicBezTo>
                  <a:cubicBezTo>
                    <a:pt x="67976" y="99082"/>
                    <a:pt x="68670" y="100183"/>
                    <a:pt x="69364" y="101284"/>
                  </a:cubicBezTo>
                  <a:cubicBezTo>
                    <a:pt x="69364" y="101284"/>
                    <a:pt x="70057" y="101284"/>
                    <a:pt x="70057" y="101284"/>
                  </a:cubicBezTo>
                  <a:cubicBezTo>
                    <a:pt x="70751" y="101284"/>
                    <a:pt x="71445" y="101284"/>
                    <a:pt x="71445" y="101284"/>
                  </a:cubicBezTo>
                  <a:cubicBezTo>
                    <a:pt x="71445" y="102385"/>
                    <a:pt x="72832" y="102385"/>
                    <a:pt x="73526" y="102385"/>
                  </a:cubicBezTo>
                  <a:cubicBezTo>
                    <a:pt x="73526" y="103486"/>
                    <a:pt x="74913" y="102385"/>
                    <a:pt x="74913" y="102385"/>
                  </a:cubicBezTo>
                  <a:cubicBezTo>
                    <a:pt x="75606" y="103486"/>
                    <a:pt x="75606" y="103486"/>
                    <a:pt x="75606" y="103486"/>
                  </a:cubicBezTo>
                  <a:cubicBezTo>
                    <a:pt x="76300" y="103486"/>
                    <a:pt x="76300" y="103486"/>
                    <a:pt x="76300" y="103486"/>
                  </a:cubicBezTo>
                  <a:cubicBezTo>
                    <a:pt x="76300" y="103486"/>
                    <a:pt x="76994" y="103486"/>
                    <a:pt x="76994" y="104587"/>
                  </a:cubicBezTo>
                  <a:cubicBezTo>
                    <a:pt x="76300" y="105688"/>
                    <a:pt x="76300" y="105688"/>
                    <a:pt x="76300" y="105688"/>
                  </a:cubicBezTo>
                  <a:cubicBezTo>
                    <a:pt x="76300" y="105688"/>
                    <a:pt x="76300" y="105688"/>
                    <a:pt x="76300" y="105688"/>
                  </a:cubicBezTo>
                  <a:cubicBezTo>
                    <a:pt x="75606" y="106788"/>
                    <a:pt x="74913" y="108990"/>
                    <a:pt x="74913" y="108990"/>
                  </a:cubicBezTo>
                  <a:cubicBezTo>
                    <a:pt x="76994" y="111192"/>
                    <a:pt x="76994" y="111192"/>
                    <a:pt x="76994" y="111192"/>
                  </a:cubicBezTo>
                  <a:cubicBezTo>
                    <a:pt x="76994" y="111192"/>
                    <a:pt x="77687" y="111192"/>
                    <a:pt x="77687" y="112293"/>
                  </a:cubicBezTo>
                  <a:cubicBezTo>
                    <a:pt x="78381" y="113394"/>
                    <a:pt x="78381" y="114495"/>
                    <a:pt x="78381" y="114495"/>
                  </a:cubicBezTo>
                  <a:cubicBezTo>
                    <a:pt x="78381" y="114495"/>
                    <a:pt x="78381" y="114495"/>
                    <a:pt x="78381" y="114495"/>
                  </a:cubicBezTo>
                  <a:cubicBezTo>
                    <a:pt x="78381" y="115596"/>
                    <a:pt x="78381" y="117798"/>
                    <a:pt x="78381" y="117798"/>
                  </a:cubicBezTo>
                  <a:cubicBezTo>
                    <a:pt x="78381" y="117798"/>
                    <a:pt x="76994" y="118899"/>
                    <a:pt x="78381" y="118899"/>
                  </a:cubicBezTo>
                  <a:cubicBezTo>
                    <a:pt x="79768" y="118899"/>
                    <a:pt x="79768" y="118899"/>
                    <a:pt x="79768" y="118899"/>
                  </a:cubicBezTo>
                  <a:cubicBezTo>
                    <a:pt x="80462" y="118899"/>
                    <a:pt x="81156" y="120000"/>
                    <a:pt x="81156" y="120000"/>
                  </a:cubicBezTo>
                  <a:cubicBezTo>
                    <a:pt x="81849" y="118899"/>
                    <a:pt x="81849" y="118899"/>
                    <a:pt x="81849" y="118899"/>
                  </a:cubicBezTo>
                  <a:cubicBezTo>
                    <a:pt x="81849" y="118899"/>
                    <a:pt x="81156" y="116697"/>
                    <a:pt x="82543" y="115596"/>
                  </a:cubicBezTo>
                  <a:cubicBezTo>
                    <a:pt x="83236" y="114495"/>
                    <a:pt x="83236" y="114495"/>
                    <a:pt x="83236" y="114495"/>
                  </a:cubicBezTo>
                  <a:cubicBezTo>
                    <a:pt x="83236" y="114495"/>
                    <a:pt x="81156" y="113394"/>
                    <a:pt x="81156" y="112293"/>
                  </a:cubicBezTo>
                  <a:cubicBezTo>
                    <a:pt x="81156" y="112293"/>
                    <a:pt x="80462" y="112293"/>
                    <a:pt x="81156" y="111192"/>
                  </a:cubicBezTo>
                  <a:cubicBezTo>
                    <a:pt x="81156" y="110091"/>
                    <a:pt x="80462" y="110091"/>
                    <a:pt x="81156" y="108990"/>
                  </a:cubicBezTo>
                  <a:cubicBezTo>
                    <a:pt x="81156" y="108990"/>
                    <a:pt x="81849" y="108990"/>
                    <a:pt x="81849" y="107889"/>
                  </a:cubicBezTo>
                  <a:cubicBezTo>
                    <a:pt x="81849" y="107889"/>
                    <a:pt x="81156" y="105688"/>
                    <a:pt x="81156" y="105688"/>
                  </a:cubicBezTo>
                  <a:cubicBezTo>
                    <a:pt x="82543" y="104587"/>
                    <a:pt x="82543" y="104587"/>
                    <a:pt x="82543" y="104587"/>
                  </a:cubicBezTo>
                  <a:cubicBezTo>
                    <a:pt x="82543" y="104587"/>
                    <a:pt x="82543" y="103486"/>
                    <a:pt x="82543" y="103486"/>
                  </a:cubicBezTo>
                  <a:cubicBezTo>
                    <a:pt x="82543" y="102385"/>
                    <a:pt x="82543" y="100183"/>
                    <a:pt x="82543" y="100183"/>
                  </a:cubicBezTo>
                  <a:cubicBezTo>
                    <a:pt x="83236" y="100183"/>
                    <a:pt x="83930" y="97981"/>
                    <a:pt x="83930" y="97981"/>
                  </a:cubicBezTo>
                  <a:cubicBezTo>
                    <a:pt x="83930" y="97981"/>
                    <a:pt x="85317" y="97981"/>
                    <a:pt x="85317" y="97981"/>
                  </a:cubicBezTo>
                  <a:cubicBezTo>
                    <a:pt x="85317" y="96880"/>
                    <a:pt x="86011" y="95779"/>
                    <a:pt x="86011" y="95779"/>
                  </a:cubicBezTo>
                  <a:cubicBezTo>
                    <a:pt x="86011" y="95779"/>
                    <a:pt x="86011" y="95779"/>
                    <a:pt x="86705" y="94678"/>
                  </a:cubicBezTo>
                  <a:cubicBezTo>
                    <a:pt x="86705" y="93577"/>
                    <a:pt x="86705" y="92477"/>
                    <a:pt x="86705" y="92477"/>
                  </a:cubicBezTo>
                  <a:cubicBezTo>
                    <a:pt x="86705" y="91376"/>
                    <a:pt x="87398" y="90275"/>
                    <a:pt x="87398" y="90275"/>
                  </a:cubicBezTo>
                  <a:cubicBezTo>
                    <a:pt x="87398" y="89174"/>
                    <a:pt x="87398" y="89174"/>
                    <a:pt x="87398" y="89174"/>
                  </a:cubicBezTo>
                  <a:cubicBezTo>
                    <a:pt x="87398" y="89174"/>
                    <a:pt x="87398" y="88073"/>
                    <a:pt x="87398" y="88073"/>
                  </a:cubicBezTo>
                  <a:cubicBezTo>
                    <a:pt x="87398" y="86972"/>
                    <a:pt x="87398" y="85871"/>
                    <a:pt x="87398" y="85871"/>
                  </a:cubicBezTo>
                  <a:cubicBezTo>
                    <a:pt x="87398" y="83669"/>
                    <a:pt x="87398" y="83669"/>
                    <a:pt x="87398" y="83669"/>
                  </a:cubicBezTo>
                  <a:cubicBezTo>
                    <a:pt x="86705" y="81467"/>
                    <a:pt x="86705" y="81467"/>
                    <a:pt x="86705" y="81467"/>
                  </a:cubicBezTo>
                  <a:cubicBezTo>
                    <a:pt x="86705" y="80366"/>
                    <a:pt x="86705" y="80366"/>
                    <a:pt x="86705" y="80366"/>
                  </a:cubicBezTo>
                  <a:cubicBezTo>
                    <a:pt x="88092" y="78165"/>
                    <a:pt x="88092" y="78165"/>
                    <a:pt x="88092" y="78165"/>
                  </a:cubicBezTo>
                  <a:cubicBezTo>
                    <a:pt x="88092" y="78165"/>
                    <a:pt x="88786" y="77064"/>
                    <a:pt x="88786" y="78165"/>
                  </a:cubicBezTo>
                  <a:cubicBezTo>
                    <a:pt x="89479" y="78165"/>
                    <a:pt x="90173" y="79266"/>
                    <a:pt x="90173" y="79266"/>
                  </a:cubicBezTo>
                  <a:cubicBezTo>
                    <a:pt x="90867" y="79266"/>
                    <a:pt x="90867" y="79266"/>
                    <a:pt x="90867" y="79266"/>
                  </a:cubicBezTo>
                  <a:cubicBezTo>
                    <a:pt x="92254" y="78165"/>
                    <a:pt x="92254" y="78165"/>
                    <a:pt x="92254" y="78165"/>
                  </a:cubicBezTo>
                  <a:cubicBezTo>
                    <a:pt x="92254" y="78165"/>
                    <a:pt x="92947" y="78165"/>
                    <a:pt x="92947" y="79266"/>
                  </a:cubicBezTo>
                  <a:cubicBezTo>
                    <a:pt x="92254" y="79266"/>
                    <a:pt x="91560" y="80366"/>
                    <a:pt x="92254" y="81467"/>
                  </a:cubicBezTo>
                  <a:cubicBezTo>
                    <a:pt x="92254" y="81467"/>
                    <a:pt x="92947" y="82568"/>
                    <a:pt x="92947" y="83669"/>
                  </a:cubicBezTo>
                  <a:cubicBezTo>
                    <a:pt x="92947" y="84770"/>
                    <a:pt x="92947" y="84770"/>
                    <a:pt x="92947" y="86972"/>
                  </a:cubicBezTo>
                  <a:cubicBezTo>
                    <a:pt x="92947" y="88073"/>
                    <a:pt x="94335" y="88073"/>
                    <a:pt x="94335" y="89174"/>
                  </a:cubicBezTo>
                  <a:cubicBezTo>
                    <a:pt x="95028" y="89174"/>
                    <a:pt x="93641" y="90275"/>
                    <a:pt x="95722" y="90275"/>
                  </a:cubicBezTo>
                  <a:cubicBezTo>
                    <a:pt x="97109" y="90275"/>
                    <a:pt x="98497" y="91376"/>
                    <a:pt x="98497" y="90275"/>
                  </a:cubicBezTo>
                  <a:cubicBezTo>
                    <a:pt x="99190" y="90275"/>
                    <a:pt x="99190" y="90275"/>
                    <a:pt x="99190" y="89174"/>
                  </a:cubicBezTo>
                  <a:cubicBezTo>
                    <a:pt x="98497" y="88073"/>
                    <a:pt x="99190" y="86972"/>
                    <a:pt x="99190" y="86972"/>
                  </a:cubicBezTo>
                  <a:cubicBezTo>
                    <a:pt x="99190" y="86972"/>
                    <a:pt x="99884" y="86972"/>
                    <a:pt x="99884" y="86972"/>
                  </a:cubicBezTo>
                  <a:cubicBezTo>
                    <a:pt x="100578" y="86972"/>
                    <a:pt x="100578" y="88073"/>
                    <a:pt x="101271" y="86972"/>
                  </a:cubicBezTo>
                  <a:cubicBezTo>
                    <a:pt x="101271" y="86972"/>
                    <a:pt x="101965" y="85871"/>
                    <a:pt x="101965" y="85871"/>
                  </a:cubicBezTo>
                  <a:cubicBezTo>
                    <a:pt x="103352" y="85871"/>
                    <a:pt x="103352" y="85871"/>
                    <a:pt x="103352" y="85871"/>
                  </a:cubicBezTo>
                  <a:cubicBezTo>
                    <a:pt x="103352" y="85871"/>
                    <a:pt x="102658" y="84770"/>
                    <a:pt x="104046" y="84770"/>
                  </a:cubicBezTo>
                  <a:cubicBezTo>
                    <a:pt x="104739" y="84770"/>
                    <a:pt x="106127" y="84770"/>
                    <a:pt x="106127" y="84770"/>
                  </a:cubicBezTo>
                  <a:cubicBezTo>
                    <a:pt x="106127" y="84770"/>
                    <a:pt x="106127" y="85871"/>
                    <a:pt x="106127" y="86972"/>
                  </a:cubicBezTo>
                  <a:cubicBezTo>
                    <a:pt x="106820" y="88073"/>
                    <a:pt x="106820" y="88073"/>
                    <a:pt x="106820" y="88073"/>
                  </a:cubicBezTo>
                  <a:cubicBezTo>
                    <a:pt x="106820" y="88073"/>
                    <a:pt x="106127" y="88073"/>
                    <a:pt x="106820" y="90275"/>
                  </a:cubicBezTo>
                  <a:cubicBezTo>
                    <a:pt x="107514" y="91376"/>
                    <a:pt x="108208" y="91376"/>
                    <a:pt x="108208" y="92477"/>
                  </a:cubicBezTo>
                  <a:cubicBezTo>
                    <a:pt x="108901" y="92477"/>
                    <a:pt x="108208" y="94678"/>
                    <a:pt x="108208" y="94678"/>
                  </a:cubicBezTo>
                  <a:cubicBezTo>
                    <a:pt x="108208" y="94678"/>
                    <a:pt x="109595" y="94678"/>
                    <a:pt x="109595" y="94678"/>
                  </a:cubicBezTo>
                  <a:cubicBezTo>
                    <a:pt x="109595" y="93577"/>
                    <a:pt x="109595" y="93577"/>
                    <a:pt x="110289" y="93577"/>
                  </a:cubicBezTo>
                  <a:cubicBezTo>
                    <a:pt x="110289" y="93577"/>
                    <a:pt x="110289" y="93577"/>
                    <a:pt x="110289" y="93577"/>
                  </a:cubicBezTo>
                  <a:cubicBezTo>
                    <a:pt x="110289" y="93577"/>
                    <a:pt x="110982" y="92477"/>
                    <a:pt x="110982" y="91376"/>
                  </a:cubicBezTo>
                  <a:cubicBezTo>
                    <a:pt x="110982" y="91376"/>
                    <a:pt x="110982" y="88073"/>
                    <a:pt x="110289" y="88073"/>
                  </a:cubicBezTo>
                  <a:cubicBezTo>
                    <a:pt x="110289" y="88073"/>
                    <a:pt x="109595" y="88073"/>
                    <a:pt x="109595" y="86972"/>
                  </a:cubicBezTo>
                  <a:cubicBezTo>
                    <a:pt x="108901" y="85871"/>
                    <a:pt x="108901" y="85871"/>
                    <a:pt x="109595" y="85871"/>
                  </a:cubicBezTo>
                  <a:cubicBezTo>
                    <a:pt x="109595" y="85871"/>
                    <a:pt x="110289" y="84770"/>
                    <a:pt x="110289" y="84770"/>
                  </a:cubicBezTo>
                  <a:cubicBezTo>
                    <a:pt x="110289" y="84770"/>
                    <a:pt x="110982" y="83669"/>
                    <a:pt x="110289" y="83669"/>
                  </a:cubicBezTo>
                  <a:cubicBezTo>
                    <a:pt x="110289" y="82568"/>
                    <a:pt x="109595" y="81467"/>
                    <a:pt x="109595" y="81467"/>
                  </a:cubicBezTo>
                  <a:cubicBezTo>
                    <a:pt x="109595" y="81467"/>
                    <a:pt x="108901" y="82568"/>
                    <a:pt x="108208" y="81467"/>
                  </a:cubicBezTo>
                  <a:cubicBezTo>
                    <a:pt x="108208" y="81467"/>
                    <a:pt x="108208" y="81467"/>
                    <a:pt x="108208" y="80366"/>
                  </a:cubicBezTo>
                  <a:cubicBezTo>
                    <a:pt x="108208" y="80366"/>
                    <a:pt x="108208" y="78165"/>
                    <a:pt x="108208" y="78165"/>
                  </a:cubicBezTo>
                  <a:cubicBezTo>
                    <a:pt x="107514" y="78165"/>
                    <a:pt x="107514" y="78165"/>
                    <a:pt x="107514" y="78165"/>
                  </a:cubicBezTo>
                  <a:cubicBezTo>
                    <a:pt x="108208" y="75963"/>
                    <a:pt x="108208" y="75963"/>
                    <a:pt x="108208" y="75963"/>
                  </a:cubicBezTo>
                  <a:cubicBezTo>
                    <a:pt x="108208" y="74862"/>
                    <a:pt x="108208" y="74862"/>
                    <a:pt x="108208" y="74862"/>
                  </a:cubicBezTo>
                  <a:cubicBezTo>
                    <a:pt x="108208" y="74862"/>
                    <a:pt x="108208" y="73761"/>
                    <a:pt x="108901" y="73761"/>
                  </a:cubicBezTo>
                  <a:cubicBezTo>
                    <a:pt x="108901" y="72660"/>
                    <a:pt x="108901" y="72660"/>
                    <a:pt x="108901" y="71559"/>
                  </a:cubicBezTo>
                  <a:cubicBezTo>
                    <a:pt x="109595" y="71559"/>
                    <a:pt x="109595" y="70458"/>
                    <a:pt x="109595" y="70458"/>
                  </a:cubicBezTo>
                  <a:cubicBezTo>
                    <a:pt x="110289" y="70458"/>
                    <a:pt x="110982" y="70458"/>
                    <a:pt x="111676" y="70458"/>
                  </a:cubicBezTo>
                  <a:cubicBezTo>
                    <a:pt x="111676" y="70458"/>
                    <a:pt x="111676" y="69357"/>
                    <a:pt x="112369" y="69357"/>
                  </a:cubicBezTo>
                  <a:cubicBezTo>
                    <a:pt x="112369" y="69357"/>
                    <a:pt x="113063" y="70458"/>
                    <a:pt x="113063" y="70458"/>
                  </a:cubicBezTo>
                  <a:cubicBezTo>
                    <a:pt x="113063" y="70458"/>
                    <a:pt x="113063" y="70458"/>
                    <a:pt x="113063" y="71559"/>
                  </a:cubicBezTo>
                  <a:cubicBezTo>
                    <a:pt x="113063" y="71559"/>
                    <a:pt x="115144" y="73761"/>
                    <a:pt x="115144" y="73761"/>
                  </a:cubicBezTo>
                  <a:cubicBezTo>
                    <a:pt x="115144" y="73761"/>
                    <a:pt x="115144" y="73761"/>
                    <a:pt x="115838" y="73761"/>
                  </a:cubicBezTo>
                  <a:cubicBezTo>
                    <a:pt x="115838" y="73761"/>
                    <a:pt x="115144" y="73761"/>
                    <a:pt x="115838" y="73761"/>
                  </a:cubicBezTo>
                  <a:cubicBezTo>
                    <a:pt x="115838" y="74862"/>
                    <a:pt x="117919" y="73761"/>
                    <a:pt x="117919" y="73761"/>
                  </a:cubicBezTo>
                  <a:cubicBezTo>
                    <a:pt x="118612" y="73761"/>
                    <a:pt x="118612" y="73761"/>
                    <a:pt x="118612" y="73761"/>
                  </a:cubicBezTo>
                  <a:cubicBezTo>
                    <a:pt x="118612" y="73761"/>
                    <a:pt x="118612" y="73761"/>
                    <a:pt x="118612" y="72660"/>
                  </a:cubicBezTo>
                  <a:cubicBezTo>
                    <a:pt x="119306" y="72660"/>
                    <a:pt x="119306" y="71559"/>
                    <a:pt x="119306" y="70458"/>
                  </a:cubicBezTo>
                  <a:cubicBezTo>
                    <a:pt x="119306" y="70458"/>
                    <a:pt x="120000" y="70458"/>
                    <a:pt x="119306" y="69357"/>
                  </a:cubicBezTo>
                  <a:cubicBezTo>
                    <a:pt x="117919" y="68256"/>
                    <a:pt x="117225" y="68256"/>
                    <a:pt x="117225" y="68256"/>
                  </a:cubicBezTo>
                  <a:cubicBezTo>
                    <a:pt x="117225" y="68256"/>
                    <a:pt x="115838" y="66055"/>
                    <a:pt x="116531" y="66055"/>
                  </a:cubicBezTo>
                  <a:cubicBezTo>
                    <a:pt x="117225" y="64954"/>
                    <a:pt x="117919" y="63853"/>
                    <a:pt x="117919" y="63853"/>
                  </a:cubicBezTo>
                  <a:cubicBezTo>
                    <a:pt x="117225" y="61651"/>
                    <a:pt x="117225" y="61651"/>
                    <a:pt x="117225" y="61651"/>
                  </a:cubicBezTo>
                  <a:cubicBezTo>
                    <a:pt x="117919" y="60550"/>
                    <a:pt x="117919" y="60550"/>
                    <a:pt x="117919" y="60550"/>
                  </a:cubicBezTo>
                  <a:cubicBezTo>
                    <a:pt x="117225" y="58348"/>
                    <a:pt x="117225" y="58348"/>
                    <a:pt x="117225" y="58348"/>
                  </a:cubicBezTo>
                  <a:cubicBezTo>
                    <a:pt x="117225" y="58348"/>
                    <a:pt x="117919" y="57247"/>
                    <a:pt x="117919" y="57247"/>
                  </a:cubicBezTo>
                  <a:cubicBezTo>
                    <a:pt x="117919" y="56146"/>
                    <a:pt x="118612" y="52844"/>
                    <a:pt x="118612" y="52844"/>
                  </a:cubicBezTo>
                  <a:cubicBezTo>
                    <a:pt x="118612" y="52844"/>
                    <a:pt x="118612" y="51743"/>
                    <a:pt x="118612" y="50642"/>
                  </a:cubicBezTo>
                  <a:cubicBezTo>
                    <a:pt x="118612" y="50642"/>
                    <a:pt x="117919" y="49541"/>
                    <a:pt x="117919" y="49541"/>
                  </a:cubicBezTo>
                  <a:cubicBezTo>
                    <a:pt x="117225" y="48440"/>
                    <a:pt x="117225" y="48440"/>
                    <a:pt x="117225" y="48440"/>
                  </a:cubicBezTo>
                  <a:cubicBezTo>
                    <a:pt x="117225" y="48440"/>
                    <a:pt x="116531" y="46238"/>
                    <a:pt x="116531" y="46238"/>
                  </a:cubicBezTo>
                  <a:cubicBezTo>
                    <a:pt x="115838" y="47339"/>
                    <a:pt x="115144" y="47339"/>
                    <a:pt x="115144" y="47339"/>
                  </a:cubicBezTo>
                  <a:cubicBezTo>
                    <a:pt x="115144" y="47339"/>
                    <a:pt x="115144" y="49541"/>
                    <a:pt x="115144" y="49541"/>
                  </a:cubicBezTo>
                  <a:cubicBezTo>
                    <a:pt x="114450" y="50642"/>
                    <a:pt x="113757" y="50642"/>
                    <a:pt x="113757" y="50642"/>
                  </a:cubicBezTo>
                  <a:cubicBezTo>
                    <a:pt x="113757" y="50642"/>
                    <a:pt x="113757" y="50642"/>
                    <a:pt x="113757" y="50642"/>
                  </a:cubicBezTo>
                  <a:cubicBezTo>
                    <a:pt x="113063" y="50642"/>
                    <a:pt x="113063" y="50642"/>
                    <a:pt x="113063" y="50642"/>
                  </a:cubicBezTo>
                  <a:cubicBezTo>
                    <a:pt x="112369" y="52844"/>
                    <a:pt x="112369" y="52844"/>
                    <a:pt x="112369" y="52844"/>
                  </a:cubicBezTo>
                  <a:cubicBezTo>
                    <a:pt x="111676" y="53944"/>
                    <a:pt x="111676" y="53944"/>
                    <a:pt x="111676" y="53944"/>
                  </a:cubicBezTo>
                  <a:cubicBezTo>
                    <a:pt x="111676" y="53944"/>
                    <a:pt x="110289" y="55045"/>
                    <a:pt x="109595" y="55045"/>
                  </a:cubicBezTo>
                  <a:cubicBezTo>
                    <a:pt x="109595" y="55045"/>
                    <a:pt x="108208" y="55045"/>
                    <a:pt x="108208" y="55045"/>
                  </a:cubicBezTo>
                  <a:cubicBezTo>
                    <a:pt x="107514" y="53944"/>
                    <a:pt x="107514" y="53944"/>
                    <a:pt x="107514" y="53944"/>
                  </a:cubicBezTo>
                  <a:cubicBezTo>
                    <a:pt x="105433" y="52844"/>
                    <a:pt x="105433" y="52844"/>
                    <a:pt x="105433" y="52844"/>
                  </a:cubicBezTo>
                  <a:cubicBezTo>
                    <a:pt x="105433" y="52844"/>
                    <a:pt x="105433" y="52844"/>
                    <a:pt x="105433" y="52844"/>
                  </a:cubicBezTo>
                  <a:cubicBezTo>
                    <a:pt x="104046" y="51743"/>
                    <a:pt x="104046" y="51743"/>
                    <a:pt x="104046" y="51743"/>
                  </a:cubicBezTo>
                  <a:cubicBezTo>
                    <a:pt x="103352" y="50642"/>
                    <a:pt x="103352" y="50642"/>
                    <a:pt x="103352" y="50642"/>
                  </a:cubicBezTo>
                  <a:cubicBezTo>
                    <a:pt x="103352" y="48440"/>
                    <a:pt x="103352" y="48440"/>
                    <a:pt x="103352" y="48440"/>
                  </a:cubicBezTo>
                  <a:cubicBezTo>
                    <a:pt x="101965" y="46238"/>
                    <a:pt x="101965" y="46238"/>
                    <a:pt x="101965" y="46238"/>
                  </a:cubicBezTo>
                  <a:cubicBezTo>
                    <a:pt x="99190" y="45137"/>
                    <a:pt x="99190" y="45137"/>
                    <a:pt x="99190" y="45137"/>
                  </a:cubicBezTo>
                  <a:cubicBezTo>
                    <a:pt x="97109" y="44036"/>
                    <a:pt x="97109" y="44036"/>
                    <a:pt x="97109" y="44036"/>
                  </a:cubicBezTo>
                  <a:cubicBezTo>
                    <a:pt x="95722" y="44036"/>
                    <a:pt x="95722" y="44036"/>
                    <a:pt x="95722" y="44036"/>
                  </a:cubicBezTo>
                  <a:cubicBezTo>
                    <a:pt x="95722" y="44036"/>
                    <a:pt x="92947" y="44036"/>
                    <a:pt x="92947" y="44036"/>
                  </a:cubicBezTo>
                  <a:cubicBezTo>
                    <a:pt x="92947" y="44036"/>
                    <a:pt x="92254" y="44036"/>
                    <a:pt x="92254" y="44036"/>
                  </a:cubicBezTo>
                  <a:cubicBezTo>
                    <a:pt x="92254" y="44036"/>
                    <a:pt x="92254" y="44036"/>
                    <a:pt x="92254" y="44036"/>
                  </a:cubicBezTo>
                  <a:cubicBezTo>
                    <a:pt x="92254" y="44036"/>
                    <a:pt x="92254" y="44036"/>
                    <a:pt x="92254" y="44036"/>
                  </a:cubicBezTo>
                  <a:cubicBezTo>
                    <a:pt x="92254" y="44036"/>
                    <a:pt x="92254" y="44036"/>
                    <a:pt x="92254" y="44036"/>
                  </a:cubicBezTo>
                  <a:cubicBezTo>
                    <a:pt x="92254" y="44036"/>
                    <a:pt x="92254" y="44036"/>
                    <a:pt x="92254" y="44036"/>
                  </a:cubicBezTo>
                  <a:cubicBezTo>
                    <a:pt x="92254" y="44036"/>
                    <a:pt x="92254" y="44036"/>
                    <a:pt x="92254" y="44036"/>
                  </a:cubicBezTo>
                  <a:cubicBezTo>
                    <a:pt x="91560" y="44036"/>
                    <a:pt x="91560" y="44036"/>
                    <a:pt x="91560" y="44036"/>
                  </a:cubicBezTo>
                  <a:cubicBezTo>
                    <a:pt x="92254" y="41834"/>
                    <a:pt x="92254" y="41834"/>
                    <a:pt x="92254" y="41834"/>
                  </a:cubicBezTo>
                  <a:cubicBezTo>
                    <a:pt x="92947" y="41834"/>
                    <a:pt x="92947" y="41834"/>
                    <a:pt x="92947" y="41834"/>
                  </a:cubicBezTo>
                  <a:cubicBezTo>
                    <a:pt x="92947" y="40733"/>
                    <a:pt x="92947" y="40733"/>
                    <a:pt x="92947" y="40733"/>
                  </a:cubicBezTo>
                  <a:cubicBezTo>
                    <a:pt x="92947" y="40733"/>
                    <a:pt x="92254" y="39633"/>
                    <a:pt x="92254" y="39633"/>
                  </a:cubicBezTo>
                  <a:cubicBezTo>
                    <a:pt x="92254" y="39633"/>
                    <a:pt x="92254" y="38532"/>
                    <a:pt x="92254" y="38532"/>
                  </a:cubicBezTo>
                  <a:cubicBezTo>
                    <a:pt x="92254" y="38532"/>
                    <a:pt x="92254" y="38532"/>
                    <a:pt x="92254" y="38532"/>
                  </a:cubicBezTo>
                  <a:cubicBezTo>
                    <a:pt x="92254" y="38532"/>
                    <a:pt x="92254" y="37431"/>
                    <a:pt x="92254" y="37431"/>
                  </a:cubicBezTo>
                  <a:cubicBezTo>
                    <a:pt x="92254" y="37431"/>
                    <a:pt x="92254" y="37431"/>
                    <a:pt x="92254" y="37431"/>
                  </a:cubicBezTo>
                  <a:cubicBezTo>
                    <a:pt x="92254" y="36330"/>
                    <a:pt x="92254" y="36330"/>
                    <a:pt x="92254" y="36330"/>
                  </a:cubicBezTo>
                  <a:cubicBezTo>
                    <a:pt x="92947" y="33027"/>
                    <a:pt x="92947" y="33027"/>
                    <a:pt x="92947" y="33027"/>
                  </a:cubicBezTo>
                  <a:cubicBezTo>
                    <a:pt x="94335" y="30825"/>
                    <a:pt x="94335" y="30825"/>
                    <a:pt x="94335" y="30825"/>
                  </a:cubicBezTo>
                  <a:cubicBezTo>
                    <a:pt x="94335" y="30825"/>
                    <a:pt x="94335" y="28623"/>
                    <a:pt x="95028" y="28623"/>
                  </a:cubicBezTo>
                  <a:cubicBezTo>
                    <a:pt x="95028" y="27522"/>
                    <a:pt x="95028" y="26422"/>
                    <a:pt x="95028" y="26422"/>
                  </a:cubicBezTo>
                  <a:cubicBezTo>
                    <a:pt x="96416" y="25321"/>
                    <a:pt x="96416" y="25321"/>
                    <a:pt x="96416" y="25321"/>
                  </a:cubicBezTo>
                  <a:cubicBezTo>
                    <a:pt x="96416" y="25321"/>
                    <a:pt x="97109" y="24220"/>
                    <a:pt x="97109" y="24220"/>
                  </a:cubicBezTo>
                  <a:cubicBezTo>
                    <a:pt x="97109" y="23119"/>
                    <a:pt x="96416" y="22018"/>
                    <a:pt x="96416" y="22018"/>
                  </a:cubicBezTo>
                  <a:cubicBezTo>
                    <a:pt x="96416" y="20917"/>
                    <a:pt x="97109" y="19816"/>
                    <a:pt x="97109" y="19816"/>
                  </a:cubicBezTo>
                  <a:cubicBezTo>
                    <a:pt x="96416" y="19816"/>
                    <a:pt x="96416" y="18715"/>
                    <a:pt x="95722" y="18715"/>
                  </a:cubicBezTo>
                  <a:cubicBezTo>
                    <a:pt x="95722" y="18715"/>
                    <a:pt x="95028" y="18715"/>
                    <a:pt x="95028" y="17614"/>
                  </a:cubicBezTo>
                  <a:cubicBezTo>
                    <a:pt x="95028" y="17614"/>
                    <a:pt x="94335" y="16513"/>
                    <a:pt x="94335" y="16513"/>
                  </a:cubicBezTo>
                  <a:cubicBezTo>
                    <a:pt x="94335" y="16513"/>
                    <a:pt x="94335" y="14311"/>
                    <a:pt x="93641" y="14311"/>
                  </a:cubicBezTo>
                  <a:cubicBezTo>
                    <a:pt x="93641" y="14311"/>
                    <a:pt x="92947" y="14311"/>
                    <a:pt x="92254" y="13211"/>
                  </a:cubicBezTo>
                  <a:cubicBezTo>
                    <a:pt x="91560" y="13211"/>
                    <a:pt x="90867" y="12110"/>
                    <a:pt x="90867" y="12110"/>
                  </a:cubicBezTo>
                  <a:cubicBezTo>
                    <a:pt x="90173" y="12110"/>
                    <a:pt x="88786" y="9908"/>
                    <a:pt x="88786" y="9908"/>
                  </a:cubicBezTo>
                  <a:cubicBezTo>
                    <a:pt x="88786" y="9908"/>
                    <a:pt x="88786" y="9908"/>
                    <a:pt x="88092" y="9908"/>
                  </a:cubicBezTo>
                  <a:cubicBezTo>
                    <a:pt x="88092" y="9908"/>
                    <a:pt x="87398" y="8807"/>
                    <a:pt x="87398" y="8807"/>
                  </a:cubicBezTo>
                  <a:cubicBezTo>
                    <a:pt x="86705" y="8807"/>
                    <a:pt x="86705" y="8807"/>
                    <a:pt x="86705" y="8807"/>
                  </a:cubicBezTo>
                  <a:cubicBezTo>
                    <a:pt x="86705" y="8807"/>
                    <a:pt x="86705" y="8807"/>
                    <a:pt x="86705" y="8807"/>
                  </a:cubicBezTo>
                  <a:cubicBezTo>
                    <a:pt x="86011" y="8807"/>
                    <a:pt x="86011" y="8807"/>
                    <a:pt x="85317" y="7706"/>
                  </a:cubicBezTo>
                  <a:cubicBezTo>
                    <a:pt x="83930" y="7706"/>
                    <a:pt x="84624" y="7706"/>
                    <a:pt x="83236" y="7706"/>
                  </a:cubicBezTo>
                  <a:cubicBezTo>
                    <a:pt x="82543" y="7706"/>
                    <a:pt x="81849" y="7706"/>
                    <a:pt x="81849" y="7706"/>
                  </a:cubicBezTo>
                  <a:cubicBezTo>
                    <a:pt x="81849" y="7706"/>
                    <a:pt x="81156" y="6605"/>
                    <a:pt x="79768" y="6605"/>
                  </a:cubicBezTo>
                  <a:cubicBezTo>
                    <a:pt x="79075" y="7706"/>
                    <a:pt x="77687" y="8807"/>
                    <a:pt x="76994" y="8807"/>
                  </a:cubicBezTo>
                  <a:cubicBezTo>
                    <a:pt x="76994" y="8807"/>
                    <a:pt x="76300" y="7706"/>
                    <a:pt x="76300" y="7706"/>
                  </a:cubicBezTo>
                  <a:cubicBezTo>
                    <a:pt x="76300" y="7706"/>
                    <a:pt x="76300" y="6605"/>
                    <a:pt x="76300" y="6605"/>
                  </a:cubicBezTo>
                  <a:cubicBezTo>
                    <a:pt x="76300" y="6605"/>
                    <a:pt x="75606" y="5504"/>
                    <a:pt x="74913" y="4403"/>
                  </a:cubicBezTo>
                  <a:cubicBezTo>
                    <a:pt x="74913" y="4403"/>
                    <a:pt x="74219" y="4403"/>
                    <a:pt x="74219" y="4403"/>
                  </a:cubicBezTo>
                  <a:cubicBezTo>
                    <a:pt x="74219" y="4403"/>
                    <a:pt x="74219" y="4403"/>
                    <a:pt x="74219" y="5504"/>
                  </a:cubicBezTo>
                  <a:cubicBezTo>
                    <a:pt x="74219" y="6605"/>
                    <a:pt x="75606" y="6605"/>
                    <a:pt x="74219" y="6605"/>
                  </a:cubicBezTo>
                  <a:cubicBezTo>
                    <a:pt x="73526" y="5504"/>
                    <a:pt x="72832" y="5504"/>
                    <a:pt x="72832" y="5504"/>
                  </a:cubicBezTo>
                  <a:cubicBezTo>
                    <a:pt x="70751" y="6605"/>
                    <a:pt x="70751" y="6605"/>
                    <a:pt x="70751" y="6605"/>
                  </a:cubicBezTo>
                  <a:cubicBezTo>
                    <a:pt x="71445" y="5504"/>
                    <a:pt x="71445" y="5504"/>
                    <a:pt x="71445" y="5504"/>
                  </a:cubicBezTo>
                  <a:cubicBezTo>
                    <a:pt x="71445" y="5504"/>
                    <a:pt x="72138" y="5504"/>
                    <a:pt x="72138" y="5504"/>
                  </a:cubicBezTo>
                  <a:cubicBezTo>
                    <a:pt x="72138" y="4403"/>
                    <a:pt x="72138" y="4403"/>
                    <a:pt x="72138" y="4403"/>
                  </a:cubicBezTo>
                  <a:cubicBezTo>
                    <a:pt x="72138" y="4403"/>
                    <a:pt x="72138" y="3302"/>
                    <a:pt x="72138" y="3302"/>
                  </a:cubicBezTo>
                  <a:cubicBezTo>
                    <a:pt x="72832" y="3302"/>
                    <a:pt x="73526" y="2201"/>
                    <a:pt x="72832" y="2201"/>
                  </a:cubicBezTo>
                  <a:cubicBezTo>
                    <a:pt x="72138" y="2201"/>
                    <a:pt x="71445" y="2201"/>
                    <a:pt x="71445" y="2201"/>
                  </a:cubicBezTo>
                  <a:cubicBezTo>
                    <a:pt x="71445" y="1100"/>
                    <a:pt x="71445" y="1100"/>
                    <a:pt x="71445" y="1100"/>
                  </a:cubicBezTo>
                  <a:cubicBezTo>
                    <a:pt x="71445" y="1100"/>
                    <a:pt x="70751" y="0"/>
                    <a:pt x="70751" y="0"/>
                  </a:cubicBezTo>
                  <a:cubicBezTo>
                    <a:pt x="70751" y="1100"/>
                    <a:pt x="70751" y="2201"/>
                    <a:pt x="70751" y="2201"/>
                  </a:cubicBezTo>
                  <a:cubicBezTo>
                    <a:pt x="70057" y="2201"/>
                    <a:pt x="70057" y="2201"/>
                    <a:pt x="70057" y="1100"/>
                  </a:cubicBezTo>
                  <a:cubicBezTo>
                    <a:pt x="70057" y="0"/>
                    <a:pt x="70057" y="0"/>
                    <a:pt x="70057" y="0"/>
                  </a:cubicBezTo>
                  <a:cubicBezTo>
                    <a:pt x="69364" y="0"/>
                    <a:pt x="68670" y="0"/>
                    <a:pt x="68670" y="0"/>
                  </a:cubicBezTo>
                  <a:cubicBezTo>
                    <a:pt x="68670" y="0"/>
                    <a:pt x="69364" y="1100"/>
                    <a:pt x="67976" y="1100"/>
                  </a:cubicBezTo>
                  <a:cubicBezTo>
                    <a:pt x="67283" y="1100"/>
                    <a:pt x="66589" y="2201"/>
                    <a:pt x="65895" y="2201"/>
                  </a:cubicBezTo>
                  <a:cubicBezTo>
                    <a:pt x="65202" y="3302"/>
                    <a:pt x="65202" y="4403"/>
                    <a:pt x="65202" y="4403"/>
                  </a:cubicBezTo>
                  <a:cubicBezTo>
                    <a:pt x="65202" y="5504"/>
                    <a:pt x="63815" y="5504"/>
                    <a:pt x="63815" y="6605"/>
                  </a:cubicBezTo>
                  <a:cubicBezTo>
                    <a:pt x="64508" y="6605"/>
                    <a:pt x="63815" y="6605"/>
                    <a:pt x="65202" y="7706"/>
                  </a:cubicBezTo>
                  <a:cubicBezTo>
                    <a:pt x="65895" y="7706"/>
                    <a:pt x="65895" y="7706"/>
                    <a:pt x="66589" y="7706"/>
                  </a:cubicBezTo>
                  <a:cubicBezTo>
                    <a:pt x="67283" y="8807"/>
                    <a:pt x="67976" y="7706"/>
                    <a:pt x="67976" y="7706"/>
                  </a:cubicBezTo>
                  <a:cubicBezTo>
                    <a:pt x="67976" y="7706"/>
                    <a:pt x="67976" y="7706"/>
                    <a:pt x="68670" y="8807"/>
                  </a:cubicBezTo>
                  <a:cubicBezTo>
                    <a:pt x="68670" y="8807"/>
                    <a:pt x="69364" y="7706"/>
                    <a:pt x="69364" y="8807"/>
                  </a:cubicBezTo>
                  <a:cubicBezTo>
                    <a:pt x="69364" y="9908"/>
                    <a:pt x="70057" y="11009"/>
                    <a:pt x="69364" y="11009"/>
                  </a:cubicBezTo>
                  <a:cubicBezTo>
                    <a:pt x="68670" y="11009"/>
                    <a:pt x="67976" y="12110"/>
                    <a:pt x="67976" y="11009"/>
                  </a:cubicBezTo>
                  <a:cubicBezTo>
                    <a:pt x="67976" y="11009"/>
                    <a:pt x="67976" y="9908"/>
                    <a:pt x="67283" y="9908"/>
                  </a:cubicBezTo>
                  <a:cubicBezTo>
                    <a:pt x="67283" y="9908"/>
                    <a:pt x="66589" y="9908"/>
                    <a:pt x="66589" y="9908"/>
                  </a:cubicBezTo>
                  <a:cubicBezTo>
                    <a:pt x="65895" y="12110"/>
                    <a:pt x="65895" y="12110"/>
                    <a:pt x="65895" y="12110"/>
                  </a:cubicBezTo>
                  <a:cubicBezTo>
                    <a:pt x="65895" y="12110"/>
                    <a:pt x="65895" y="13211"/>
                    <a:pt x="65202" y="13211"/>
                  </a:cubicBezTo>
                  <a:cubicBezTo>
                    <a:pt x="64508" y="13211"/>
                    <a:pt x="65202" y="13211"/>
                    <a:pt x="63815" y="13211"/>
                  </a:cubicBezTo>
                  <a:cubicBezTo>
                    <a:pt x="62427" y="13211"/>
                    <a:pt x="62427" y="12110"/>
                    <a:pt x="61734" y="12110"/>
                  </a:cubicBezTo>
                  <a:cubicBezTo>
                    <a:pt x="61734" y="12110"/>
                    <a:pt x="61734" y="12110"/>
                    <a:pt x="61040" y="12110"/>
                  </a:cubicBezTo>
                  <a:cubicBezTo>
                    <a:pt x="61040" y="12110"/>
                    <a:pt x="59653" y="9908"/>
                    <a:pt x="58959" y="12110"/>
                  </a:cubicBezTo>
                  <a:cubicBezTo>
                    <a:pt x="58265" y="13211"/>
                    <a:pt x="57572" y="14311"/>
                    <a:pt x="57572" y="14311"/>
                  </a:cubicBezTo>
                  <a:cubicBezTo>
                    <a:pt x="55491" y="14311"/>
                    <a:pt x="55491" y="14311"/>
                    <a:pt x="55491" y="14311"/>
                  </a:cubicBezTo>
                  <a:cubicBezTo>
                    <a:pt x="55491" y="14311"/>
                    <a:pt x="54797" y="14311"/>
                    <a:pt x="54104" y="14311"/>
                  </a:cubicBezTo>
                  <a:cubicBezTo>
                    <a:pt x="53410" y="14311"/>
                    <a:pt x="52716" y="14311"/>
                    <a:pt x="52716" y="14311"/>
                  </a:cubicBezTo>
                  <a:cubicBezTo>
                    <a:pt x="52023" y="15412"/>
                    <a:pt x="51329" y="12110"/>
                    <a:pt x="51329" y="12110"/>
                  </a:cubicBezTo>
                  <a:cubicBezTo>
                    <a:pt x="51329" y="12110"/>
                    <a:pt x="52023" y="9908"/>
                    <a:pt x="49942" y="12110"/>
                  </a:cubicBezTo>
                  <a:cubicBezTo>
                    <a:pt x="47861" y="14311"/>
                    <a:pt x="47167" y="14311"/>
                    <a:pt x="47167" y="14311"/>
                  </a:cubicBezTo>
                  <a:cubicBezTo>
                    <a:pt x="46473" y="14311"/>
                    <a:pt x="45780" y="15412"/>
                    <a:pt x="45780" y="15412"/>
                  </a:cubicBezTo>
                  <a:cubicBezTo>
                    <a:pt x="45086" y="14311"/>
                    <a:pt x="45086" y="14311"/>
                    <a:pt x="45086" y="14311"/>
                  </a:cubicBezTo>
                  <a:cubicBezTo>
                    <a:pt x="45086" y="14311"/>
                    <a:pt x="45086" y="14311"/>
                    <a:pt x="45086" y="14311"/>
                  </a:cubicBezTo>
                  <a:cubicBezTo>
                    <a:pt x="45086" y="14311"/>
                    <a:pt x="45086" y="14311"/>
                    <a:pt x="45086" y="14311"/>
                  </a:cubicBezTo>
                  <a:cubicBezTo>
                    <a:pt x="45780" y="14311"/>
                    <a:pt x="45780" y="13211"/>
                    <a:pt x="45780" y="13211"/>
                  </a:cubicBezTo>
                  <a:cubicBezTo>
                    <a:pt x="45086" y="12110"/>
                    <a:pt x="45086" y="12110"/>
                    <a:pt x="45086" y="12110"/>
                  </a:cubicBezTo>
                  <a:cubicBezTo>
                    <a:pt x="43005" y="13211"/>
                    <a:pt x="43005" y="13211"/>
                    <a:pt x="43005" y="13211"/>
                  </a:cubicBezTo>
                  <a:cubicBezTo>
                    <a:pt x="43005" y="13211"/>
                    <a:pt x="43699" y="13211"/>
                    <a:pt x="43005" y="13211"/>
                  </a:cubicBezTo>
                  <a:cubicBezTo>
                    <a:pt x="43005" y="13211"/>
                    <a:pt x="41618" y="13211"/>
                    <a:pt x="41618" y="13211"/>
                  </a:cubicBezTo>
                  <a:cubicBezTo>
                    <a:pt x="41618" y="15412"/>
                    <a:pt x="41618" y="15412"/>
                    <a:pt x="41618" y="15412"/>
                  </a:cubicBezTo>
                  <a:cubicBezTo>
                    <a:pt x="41618" y="15412"/>
                    <a:pt x="40924" y="15412"/>
                    <a:pt x="40924" y="15412"/>
                  </a:cubicBezTo>
                  <a:cubicBezTo>
                    <a:pt x="40924" y="15412"/>
                    <a:pt x="40924" y="16513"/>
                    <a:pt x="40924" y="16513"/>
                  </a:cubicBezTo>
                  <a:cubicBezTo>
                    <a:pt x="40924" y="16513"/>
                    <a:pt x="40924" y="17614"/>
                    <a:pt x="40924" y="17614"/>
                  </a:cubicBezTo>
                  <a:cubicBezTo>
                    <a:pt x="40924" y="17614"/>
                    <a:pt x="40231" y="17614"/>
                    <a:pt x="40231" y="17614"/>
                  </a:cubicBezTo>
                  <a:cubicBezTo>
                    <a:pt x="40231" y="17614"/>
                    <a:pt x="39537" y="17614"/>
                    <a:pt x="39537" y="17614"/>
                  </a:cubicBezTo>
                  <a:cubicBezTo>
                    <a:pt x="39537" y="17614"/>
                    <a:pt x="38843" y="19816"/>
                    <a:pt x="38843" y="19816"/>
                  </a:cubicBezTo>
                  <a:cubicBezTo>
                    <a:pt x="38843" y="19816"/>
                    <a:pt x="38843" y="20917"/>
                    <a:pt x="38843" y="20917"/>
                  </a:cubicBezTo>
                  <a:cubicBezTo>
                    <a:pt x="38843" y="20917"/>
                    <a:pt x="38843" y="20917"/>
                    <a:pt x="38843" y="22018"/>
                  </a:cubicBezTo>
                  <a:cubicBezTo>
                    <a:pt x="38150" y="22018"/>
                    <a:pt x="37456" y="22018"/>
                    <a:pt x="37456" y="22018"/>
                  </a:cubicBezTo>
                  <a:cubicBezTo>
                    <a:pt x="37456" y="22018"/>
                    <a:pt x="36763" y="22018"/>
                    <a:pt x="36069" y="22018"/>
                  </a:cubicBezTo>
                  <a:cubicBezTo>
                    <a:pt x="36069" y="22018"/>
                    <a:pt x="35375" y="22018"/>
                    <a:pt x="35375" y="22018"/>
                  </a:cubicBezTo>
                  <a:cubicBezTo>
                    <a:pt x="34682" y="22018"/>
                    <a:pt x="34682" y="23119"/>
                    <a:pt x="34682" y="23119"/>
                  </a:cubicBezTo>
                  <a:cubicBezTo>
                    <a:pt x="34682" y="23119"/>
                    <a:pt x="33294" y="22018"/>
                    <a:pt x="33294" y="22018"/>
                  </a:cubicBezTo>
                  <a:cubicBezTo>
                    <a:pt x="32601" y="22018"/>
                    <a:pt x="32601" y="20917"/>
                    <a:pt x="32601" y="19816"/>
                  </a:cubicBezTo>
                  <a:cubicBezTo>
                    <a:pt x="32601" y="19816"/>
                    <a:pt x="31907" y="17614"/>
                    <a:pt x="31907" y="17614"/>
                  </a:cubicBezTo>
                  <a:cubicBezTo>
                    <a:pt x="31213" y="18715"/>
                    <a:pt x="31213" y="18715"/>
                    <a:pt x="31213" y="18715"/>
                  </a:cubicBezTo>
                  <a:cubicBezTo>
                    <a:pt x="29132" y="18715"/>
                    <a:pt x="29132" y="18715"/>
                    <a:pt x="29132" y="18715"/>
                  </a:cubicBezTo>
                  <a:cubicBezTo>
                    <a:pt x="27745" y="17614"/>
                    <a:pt x="27745" y="17614"/>
                    <a:pt x="27745" y="17614"/>
                  </a:cubicBezTo>
                  <a:cubicBezTo>
                    <a:pt x="27745" y="19816"/>
                    <a:pt x="27745" y="19816"/>
                    <a:pt x="27745" y="19816"/>
                  </a:cubicBezTo>
                  <a:cubicBezTo>
                    <a:pt x="27745" y="19816"/>
                    <a:pt x="28439" y="20917"/>
                    <a:pt x="28439" y="20917"/>
                  </a:cubicBezTo>
                  <a:cubicBezTo>
                    <a:pt x="28439" y="20917"/>
                    <a:pt x="27745" y="20917"/>
                    <a:pt x="27745" y="20917"/>
                  </a:cubicBezTo>
                  <a:cubicBezTo>
                    <a:pt x="27052" y="22018"/>
                    <a:pt x="27052" y="22018"/>
                    <a:pt x="27052" y="22018"/>
                  </a:cubicBezTo>
                  <a:cubicBezTo>
                    <a:pt x="26358" y="22018"/>
                    <a:pt x="26358" y="22018"/>
                    <a:pt x="26358" y="22018"/>
                  </a:cubicBezTo>
                  <a:cubicBezTo>
                    <a:pt x="26358" y="22018"/>
                    <a:pt x="25664" y="24220"/>
                    <a:pt x="25664" y="24220"/>
                  </a:cubicBezTo>
                  <a:cubicBezTo>
                    <a:pt x="25664" y="25321"/>
                    <a:pt x="24971" y="25321"/>
                    <a:pt x="24971" y="25321"/>
                  </a:cubicBezTo>
                  <a:cubicBezTo>
                    <a:pt x="24971" y="25321"/>
                    <a:pt x="24277" y="25321"/>
                    <a:pt x="24971" y="26422"/>
                  </a:cubicBezTo>
                  <a:cubicBezTo>
                    <a:pt x="25664" y="26422"/>
                    <a:pt x="26358" y="26422"/>
                    <a:pt x="26358" y="26422"/>
                  </a:cubicBezTo>
                  <a:cubicBezTo>
                    <a:pt x="27052" y="26422"/>
                    <a:pt x="27745" y="26422"/>
                    <a:pt x="27745" y="26422"/>
                  </a:cubicBezTo>
                  <a:cubicBezTo>
                    <a:pt x="27745" y="26422"/>
                    <a:pt x="29132" y="25321"/>
                    <a:pt x="29132" y="25321"/>
                  </a:cubicBezTo>
                  <a:cubicBezTo>
                    <a:pt x="29132" y="26422"/>
                    <a:pt x="29132" y="26422"/>
                    <a:pt x="29132" y="26422"/>
                  </a:cubicBezTo>
                  <a:cubicBezTo>
                    <a:pt x="29132" y="28623"/>
                    <a:pt x="29132" y="28623"/>
                    <a:pt x="29132" y="28623"/>
                  </a:cubicBezTo>
                  <a:cubicBezTo>
                    <a:pt x="28439" y="28623"/>
                    <a:pt x="28439" y="28623"/>
                    <a:pt x="28439" y="28623"/>
                  </a:cubicBezTo>
                  <a:cubicBezTo>
                    <a:pt x="28439" y="28623"/>
                    <a:pt x="28439" y="29724"/>
                    <a:pt x="28439" y="29724"/>
                  </a:cubicBezTo>
                  <a:cubicBezTo>
                    <a:pt x="27745" y="30825"/>
                    <a:pt x="27052" y="30825"/>
                    <a:pt x="27052" y="30825"/>
                  </a:cubicBezTo>
                  <a:cubicBezTo>
                    <a:pt x="26358" y="31926"/>
                    <a:pt x="26358" y="31926"/>
                    <a:pt x="26358" y="33027"/>
                  </a:cubicBezTo>
                  <a:cubicBezTo>
                    <a:pt x="26358" y="34128"/>
                    <a:pt x="25664" y="36330"/>
                    <a:pt x="25664" y="36330"/>
                  </a:cubicBezTo>
                  <a:cubicBezTo>
                    <a:pt x="24277" y="37431"/>
                    <a:pt x="24277" y="37431"/>
                    <a:pt x="24277" y="37431"/>
                  </a:cubicBezTo>
                  <a:cubicBezTo>
                    <a:pt x="22890" y="39633"/>
                    <a:pt x="22890" y="39633"/>
                    <a:pt x="22890" y="39633"/>
                  </a:cubicBezTo>
                  <a:cubicBezTo>
                    <a:pt x="22196" y="39633"/>
                    <a:pt x="22196" y="39633"/>
                    <a:pt x="22196" y="39633"/>
                  </a:cubicBezTo>
                  <a:cubicBezTo>
                    <a:pt x="21502" y="40733"/>
                    <a:pt x="21502" y="40733"/>
                    <a:pt x="21502" y="40733"/>
                  </a:cubicBezTo>
                  <a:cubicBezTo>
                    <a:pt x="21502" y="41834"/>
                    <a:pt x="21502" y="41834"/>
                    <a:pt x="21502" y="41834"/>
                  </a:cubicBezTo>
                  <a:cubicBezTo>
                    <a:pt x="20115" y="42935"/>
                    <a:pt x="20115" y="42935"/>
                    <a:pt x="20115" y="42935"/>
                  </a:cubicBezTo>
                  <a:cubicBezTo>
                    <a:pt x="20115" y="45137"/>
                    <a:pt x="20115" y="45137"/>
                    <a:pt x="20115" y="45137"/>
                  </a:cubicBezTo>
                  <a:cubicBezTo>
                    <a:pt x="19421" y="46238"/>
                    <a:pt x="19421" y="46238"/>
                    <a:pt x="19421" y="46238"/>
                  </a:cubicBezTo>
                  <a:cubicBezTo>
                    <a:pt x="18728" y="46238"/>
                    <a:pt x="18728" y="46238"/>
                    <a:pt x="18728" y="46238"/>
                  </a:cubicBezTo>
                  <a:cubicBezTo>
                    <a:pt x="18034" y="48440"/>
                    <a:pt x="18034" y="48440"/>
                    <a:pt x="18034" y="48440"/>
                  </a:cubicBezTo>
                  <a:cubicBezTo>
                    <a:pt x="18034" y="48440"/>
                    <a:pt x="17341" y="49541"/>
                    <a:pt x="17341" y="49541"/>
                  </a:cubicBezTo>
                  <a:cubicBezTo>
                    <a:pt x="16647" y="49541"/>
                    <a:pt x="15953" y="50642"/>
                    <a:pt x="15953" y="50642"/>
                  </a:cubicBezTo>
                  <a:cubicBezTo>
                    <a:pt x="14566" y="50642"/>
                    <a:pt x="14566" y="50642"/>
                    <a:pt x="14566" y="50642"/>
                  </a:cubicBezTo>
                  <a:cubicBezTo>
                    <a:pt x="14566" y="50642"/>
                    <a:pt x="13872" y="50642"/>
                    <a:pt x="13179" y="51743"/>
                  </a:cubicBezTo>
                  <a:cubicBezTo>
                    <a:pt x="13179" y="52844"/>
                    <a:pt x="13179" y="52844"/>
                    <a:pt x="13179" y="52844"/>
                  </a:cubicBezTo>
                  <a:cubicBezTo>
                    <a:pt x="13179" y="53944"/>
                    <a:pt x="13872" y="55045"/>
                    <a:pt x="13872" y="55045"/>
                  </a:cubicBezTo>
                  <a:cubicBezTo>
                    <a:pt x="13872" y="57247"/>
                    <a:pt x="13872" y="57247"/>
                    <a:pt x="13872" y="57247"/>
                  </a:cubicBezTo>
                  <a:cubicBezTo>
                    <a:pt x="13872" y="57247"/>
                    <a:pt x="13179" y="57247"/>
                    <a:pt x="13179" y="58348"/>
                  </a:cubicBezTo>
                  <a:cubicBezTo>
                    <a:pt x="13179" y="58348"/>
                    <a:pt x="13179" y="59449"/>
                    <a:pt x="13179" y="59449"/>
                  </a:cubicBezTo>
                  <a:cubicBezTo>
                    <a:pt x="13179" y="59449"/>
                    <a:pt x="13179" y="60550"/>
                    <a:pt x="13179" y="60550"/>
                  </a:cubicBezTo>
                  <a:cubicBezTo>
                    <a:pt x="13179" y="60550"/>
                    <a:pt x="13179" y="61651"/>
                    <a:pt x="13179" y="61651"/>
                  </a:cubicBezTo>
                  <a:cubicBezTo>
                    <a:pt x="13179" y="61651"/>
                    <a:pt x="13179" y="62752"/>
                    <a:pt x="12485" y="63853"/>
                  </a:cubicBezTo>
                  <a:cubicBezTo>
                    <a:pt x="12485" y="63853"/>
                    <a:pt x="11791" y="64954"/>
                    <a:pt x="11791" y="64954"/>
                  </a:cubicBezTo>
                  <a:cubicBezTo>
                    <a:pt x="11791" y="64954"/>
                    <a:pt x="10404" y="64954"/>
                    <a:pt x="10404" y="64954"/>
                  </a:cubicBezTo>
                  <a:cubicBezTo>
                    <a:pt x="10404" y="66055"/>
                    <a:pt x="9017" y="66055"/>
                    <a:pt x="9017" y="66055"/>
                  </a:cubicBezTo>
                  <a:cubicBezTo>
                    <a:pt x="7630" y="68256"/>
                    <a:pt x="7630" y="68256"/>
                    <a:pt x="7630" y="68256"/>
                  </a:cubicBezTo>
                  <a:cubicBezTo>
                    <a:pt x="4855" y="72660"/>
                    <a:pt x="4855" y="72660"/>
                    <a:pt x="4855" y="72660"/>
                  </a:cubicBezTo>
                  <a:cubicBezTo>
                    <a:pt x="4855" y="72660"/>
                    <a:pt x="4855" y="73761"/>
                    <a:pt x="4855" y="73761"/>
                  </a:cubicBezTo>
                  <a:cubicBezTo>
                    <a:pt x="4855" y="73761"/>
                    <a:pt x="4855" y="75963"/>
                    <a:pt x="4855" y="75963"/>
                  </a:cubicBezTo>
                  <a:cubicBezTo>
                    <a:pt x="4855" y="77064"/>
                    <a:pt x="4161" y="78165"/>
                    <a:pt x="4161" y="78165"/>
                  </a:cubicBezTo>
                  <a:cubicBezTo>
                    <a:pt x="3468" y="79266"/>
                    <a:pt x="3468" y="79266"/>
                    <a:pt x="3468" y="79266"/>
                  </a:cubicBezTo>
                  <a:cubicBezTo>
                    <a:pt x="3468" y="81467"/>
                    <a:pt x="3468" y="81467"/>
                    <a:pt x="3468" y="81467"/>
                  </a:cubicBezTo>
                  <a:cubicBezTo>
                    <a:pt x="3468" y="82568"/>
                    <a:pt x="3468" y="82568"/>
                    <a:pt x="3468" y="82568"/>
                  </a:cubicBezTo>
                  <a:cubicBezTo>
                    <a:pt x="4161" y="83669"/>
                    <a:pt x="4161" y="83669"/>
                    <a:pt x="4161" y="83669"/>
                  </a:cubicBezTo>
                  <a:cubicBezTo>
                    <a:pt x="4855" y="84770"/>
                    <a:pt x="4855" y="84770"/>
                    <a:pt x="4855" y="84770"/>
                  </a:cubicBezTo>
                  <a:cubicBezTo>
                    <a:pt x="4855" y="88073"/>
                    <a:pt x="4855" y="88073"/>
                    <a:pt x="4855" y="88073"/>
                  </a:cubicBezTo>
                  <a:cubicBezTo>
                    <a:pt x="4161" y="90275"/>
                    <a:pt x="4161" y="90275"/>
                    <a:pt x="4161" y="90275"/>
                  </a:cubicBezTo>
                  <a:cubicBezTo>
                    <a:pt x="4161" y="92477"/>
                    <a:pt x="4161" y="92477"/>
                    <a:pt x="4161" y="92477"/>
                  </a:cubicBezTo>
                  <a:cubicBezTo>
                    <a:pt x="2774" y="92477"/>
                    <a:pt x="2774" y="92477"/>
                    <a:pt x="2774" y="92477"/>
                  </a:cubicBezTo>
                  <a:cubicBezTo>
                    <a:pt x="2774" y="92477"/>
                    <a:pt x="2080" y="93577"/>
                    <a:pt x="1387" y="93577"/>
                  </a:cubicBezTo>
                  <a:cubicBezTo>
                    <a:pt x="1387" y="93577"/>
                    <a:pt x="693" y="94678"/>
                    <a:pt x="693" y="94678"/>
                  </a:cubicBezTo>
                  <a:cubicBezTo>
                    <a:pt x="0" y="95779"/>
                    <a:pt x="0" y="95779"/>
                    <a:pt x="0" y="95779"/>
                  </a:cubicBezTo>
                  <a:cubicBezTo>
                    <a:pt x="693" y="96880"/>
                    <a:pt x="693" y="96880"/>
                    <a:pt x="693" y="96880"/>
                  </a:cubicBezTo>
                  <a:cubicBezTo>
                    <a:pt x="693" y="99082"/>
                    <a:pt x="693" y="99082"/>
                    <a:pt x="693" y="99082"/>
                  </a:cubicBezTo>
                  <a:cubicBezTo>
                    <a:pt x="1387" y="99082"/>
                    <a:pt x="1387" y="99082"/>
                    <a:pt x="1387" y="99082"/>
                  </a:cubicBezTo>
                  <a:cubicBezTo>
                    <a:pt x="2774" y="97981"/>
                    <a:pt x="2774" y="97981"/>
                    <a:pt x="2774" y="97981"/>
                  </a:cubicBezTo>
                  <a:cubicBezTo>
                    <a:pt x="4161" y="99082"/>
                    <a:pt x="4161" y="99082"/>
                    <a:pt x="4161" y="99082"/>
                  </a:cubicBezTo>
                  <a:cubicBezTo>
                    <a:pt x="6242" y="97981"/>
                    <a:pt x="6242" y="97981"/>
                    <a:pt x="6242" y="97981"/>
                  </a:cubicBezTo>
                  <a:cubicBezTo>
                    <a:pt x="6242" y="97981"/>
                    <a:pt x="6242" y="96880"/>
                    <a:pt x="6936" y="95779"/>
                  </a:cubicBezTo>
                  <a:cubicBezTo>
                    <a:pt x="7630" y="94678"/>
                    <a:pt x="8323" y="94678"/>
                    <a:pt x="8323" y="94678"/>
                  </a:cubicBezTo>
                  <a:cubicBezTo>
                    <a:pt x="9017" y="92477"/>
                    <a:pt x="9017" y="92477"/>
                    <a:pt x="9017" y="92477"/>
                  </a:cubicBezTo>
                  <a:cubicBezTo>
                    <a:pt x="8323" y="92477"/>
                    <a:pt x="8323" y="92477"/>
                    <a:pt x="8323" y="92477"/>
                  </a:cubicBezTo>
                  <a:cubicBezTo>
                    <a:pt x="8323" y="90275"/>
                    <a:pt x="8323" y="90275"/>
                    <a:pt x="8323" y="90275"/>
                  </a:cubicBezTo>
                  <a:cubicBezTo>
                    <a:pt x="6936" y="89174"/>
                    <a:pt x="6936" y="89174"/>
                    <a:pt x="6936" y="89174"/>
                  </a:cubicBezTo>
                  <a:cubicBezTo>
                    <a:pt x="6936" y="89174"/>
                    <a:pt x="6936" y="88073"/>
                    <a:pt x="6936" y="88073"/>
                  </a:cubicBezTo>
                  <a:cubicBezTo>
                    <a:pt x="7630" y="86972"/>
                    <a:pt x="8323" y="84770"/>
                    <a:pt x="8323" y="84770"/>
                  </a:cubicBezTo>
                  <a:cubicBezTo>
                    <a:pt x="10404" y="83669"/>
                    <a:pt x="10404" y="83669"/>
                    <a:pt x="10404" y="83669"/>
                  </a:cubicBezTo>
                  <a:cubicBezTo>
                    <a:pt x="12485" y="82568"/>
                    <a:pt x="12485" y="82568"/>
                    <a:pt x="12485" y="82568"/>
                  </a:cubicBezTo>
                  <a:cubicBezTo>
                    <a:pt x="13179" y="81467"/>
                    <a:pt x="13179" y="81467"/>
                    <a:pt x="13179" y="81467"/>
                  </a:cubicBezTo>
                  <a:cubicBezTo>
                    <a:pt x="14566" y="80366"/>
                    <a:pt x="14566" y="80366"/>
                    <a:pt x="14566" y="80366"/>
                  </a:cubicBezTo>
                  <a:cubicBezTo>
                    <a:pt x="14566" y="80366"/>
                    <a:pt x="16647" y="80366"/>
                    <a:pt x="16647" y="80366"/>
                  </a:cubicBezTo>
                  <a:cubicBezTo>
                    <a:pt x="16647" y="80366"/>
                    <a:pt x="19421" y="80366"/>
                    <a:pt x="19421" y="80366"/>
                  </a:cubicBezTo>
                  <a:lnTo>
                    <a:pt x="21502" y="82568"/>
                  </a:lnTo>
                  <a:close/>
                </a:path>
              </a:pathLst>
            </a:custGeom>
            <a:solidFill>
              <a:srgbClr val="00B05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8" name="Shape 2025">
              <a:extLst>
                <a:ext uri="{FF2B5EF4-FFF2-40B4-BE49-F238E27FC236}">
                  <a16:creationId xmlns:a16="http://schemas.microsoft.com/office/drawing/2014/main" id="{AB160946-AA3B-4928-AD1C-3CF5050FBCFB}"/>
                </a:ext>
              </a:extLst>
            </p:cNvPr>
            <p:cNvSpPr/>
            <p:nvPr/>
          </p:nvSpPr>
          <p:spPr>
            <a:xfrm>
              <a:off x="5753789" y="1798916"/>
              <a:ext cx="494744" cy="296185"/>
            </a:xfrm>
            <a:custGeom>
              <a:avLst/>
              <a:gdLst/>
              <a:ahLst/>
              <a:cxnLst/>
              <a:rect l="0" t="0" r="0" b="0"/>
              <a:pathLst>
                <a:path w="120000" h="120000" extrusionOk="0">
                  <a:moveTo>
                    <a:pt x="10506" y="40298"/>
                  </a:moveTo>
                  <a:cubicBezTo>
                    <a:pt x="13271" y="35820"/>
                    <a:pt x="13271" y="35820"/>
                    <a:pt x="13271" y="35820"/>
                  </a:cubicBezTo>
                  <a:cubicBezTo>
                    <a:pt x="13271" y="35820"/>
                    <a:pt x="16589" y="31343"/>
                    <a:pt x="17142" y="31343"/>
                  </a:cubicBezTo>
                  <a:cubicBezTo>
                    <a:pt x="18248" y="30447"/>
                    <a:pt x="19907" y="28656"/>
                    <a:pt x="19907" y="29552"/>
                  </a:cubicBezTo>
                  <a:cubicBezTo>
                    <a:pt x="19907" y="30447"/>
                    <a:pt x="20460" y="36716"/>
                    <a:pt x="20460" y="36716"/>
                  </a:cubicBezTo>
                  <a:cubicBezTo>
                    <a:pt x="23225" y="38507"/>
                    <a:pt x="23225" y="38507"/>
                    <a:pt x="23225" y="38507"/>
                  </a:cubicBezTo>
                  <a:cubicBezTo>
                    <a:pt x="25437" y="41194"/>
                    <a:pt x="25437" y="41194"/>
                    <a:pt x="25437" y="41194"/>
                  </a:cubicBezTo>
                  <a:cubicBezTo>
                    <a:pt x="29861" y="44776"/>
                    <a:pt x="29861" y="44776"/>
                    <a:pt x="29861" y="44776"/>
                  </a:cubicBezTo>
                  <a:cubicBezTo>
                    <a:pt x="30414" y="47462"/>
                    <a:pt x="30414" y="47462"/>
                    <a:pt x="30414" y="47462"/>
                  </a:cubicBezTo>
                  <a:cubicBezTo>
                    <a:pt x="30414" y="47462"/>
                    <a:pt x="29861" y="49253"/>
                    <a:pt x="30967" y="51940"/>
                  </a:cubicBezTo>
                  <a:cubicBezTo>
                    <a:pt x="32626" y="54626"/>
                    <a:pt x="33179" y="54626"/>
                    <a:pt x="33732" y="57313"/>
                  </a:cubicBezTo>
                  <a:cubicBezTo>
                    <a:pt x="34285" y="59104"/>
                    <a:pt x="36497" y="60895"/>
                    <a:pt x="36497" y="60895"/>
                  </a:cubicBezTo>
                  <a:cubicBezTo>
                    <a:pt x="39262" y="61791"/>
                    <a:pt x="39262" y="61791"/>
                    <a:pt x="39262" y="61791"/>
                  </a:cubicBezTo>
                  <a:cubicBezTo>
                    <a:pt x="39262" y="61791"/>
                    <a:pt x="42027" y="63582"/>
                    <a:pt x="42580" y="62686"/>
                  </a:cubicBezTo>
                  <a:cubicBezTo>
                    <a:pt x="43133" y="61791"/>
                    <a:pt x="45898" y="58208"/>
                    <a:pt x="45898" y="57313"/>
                  </a:cubicBezTo>
                  <a:cubicBezTo>
                    <a:pt x="46451" y="56417"/>
                    <a:pt x="48110" y="52835"/>
                    <a:pt x="48663" y="51940"/>
                  </a:cubicBezTo>
                  <a:cubicBezTo>
                    <a:pt x="49216" y="51044"/>
                    <a:pt x="50875" y="44776"/>
                    <a:pt x="50875" y="43880"/>
                  </a:cubicBezTo>
                  <a:cubicBezTo>
                    <a:pt x="50875" y="42089"/>
                    <a:pt x="48663" y="34925"/>
                    <a:pt x="48110" y="33134"/>
                  </a:cubicBezTo>
                  <a:cubicBezTo>
                    <a:pt x="48110" y="31343"/>
                    <a:pt x="47557" y="25970"/>
                    <a:pt x="47557" y="25970"/>
                  </a:cubicBezTo>
                  <a:cubicBezTo>
                    <a:pt x="45345" y="18805"/>
                    <a:pt x="45345" y="18805"/>
                    <a:pt x="45345" y="18805"/>
                  </a:cubicBezTo>
                  <a:cubicBezTo>
                    <a:pt x="45345" y="18805"/>
                    <a:pt x="45345" y="14328"/>
                    <a:pt x="45898" y="14328"/>
                  </a:cubicBezTo>
                  <a:cubicBezTo>
                    <a:pt x="46451" y="13432"/>
                    <a:pt x="49216" y="9850"/>
                    <a:pt x="49216" y="9850"/>
                  </a:cubicBezTo>
                  <a:cubicBezTo>
                    <a:pt x="51981" y="5373"/>
                    <a:pt x="51981" y="5373"/>
                    <a:pt x="51981" y="5373"/>
                  </a:cubicBezTo>
                  <a:cubicBezTo>
                    <a:pt x="54746" y="2686"/>
                    <a:pt x="54746" y="2686"/>
                    <a:pt x="54746" y="2686"/>
                  </a:cubicBezTo>
                  <a:cubicBezTo>
                    <a:pt x="56958" y="0"/>
                    <a:pt x="56958" y="0"/>
                    <a:pt x="56958" y="0"/>
                  </a:cubicBezTo>
                  <a:cubicBezTo>
                    <a:pt x="59723" y="1791"/>
                    <a:pt x="59723" y="1791"/>
                    <a:pt x="59723" y="1791"/>
                  </a:cubicBezTo>
                  <a:cubicBezTo>
                    <a:pt x="61935" y="1791"/>
                    <a:pt x="61935" y="1791"/>
                    <a:pt x="61935" y="1791"/>
                  </a:cubicBezTo>
                  <a:cubicBezTo>
                    <a:pt x="64147" y="3582"/>
                    <a:pt x="64147" y="3582"/>
                    <a:pt x="64147" y="3582"/>
                  </a:cubicBezTo>
                  <a:cubicBezTo>
                    <a:pt x="66912" y="3582"/>
                    <a:pt x="66912" y="3582"/>
                    <a:pt x="66912" y="3582"/>
                  </a:cubicBezTo>
                  <a:cubicBezTo>
                    <a:pt x="69124" y="4477"/>
                    <a:pt x="69124" y="4477"/>
                    <a:pt x="69124" y="4477"/>
                  </a:cubicBezTo>
                  <a:cubicBezTo>
                    <a:pt x="71889" y="6268"/>
                    <a:pt x="71889" y="6268"/>
                    <a:pt x="71889" y="6268"/>
                  </a:cubicBezTo>
                  <a:cubicBezTo>
                    <a:pt x="76866" y="11641"/>
                    <a:pt x="76866" y="11641"/>
                    <a:pt x="76866" y="11641"/>
                  </a:cubicBezTo>
                  <a:cubicBezTo>
                    <a:pt x="78525" y="15223"/>
                    <a:pt x="78525" y="15223"/>
                    <a:pt x="78525" y="15223"/>
                  </a:cubicBezTo>
                  <a:cubicBezTo>
                    <a:pt x="80184" y="16119"/>
                    <a:pt x="80184" y="16119"/>
                    <a:pt x="80184" y="16119"/>
                  </a:cubicBezTo>
                  <a:cubicBezTo>
                    <a:pt x="80184" y="16119"/>
                    <a:pt x="81290" y="17910"/>
                    <a:pt x="82396" y="17014"/>
                  </a:cubicBezTo>
                  <a:cubicBezTo>
                    <a:pt x="82949" y="17014"/>
                    <a:pt x="83502" y="16119"/>
                    <a:pt x="84055" y="15223"/>
                  </a:cubicBezTo>
                  <a:cubicBezTo>
                    <a:pt x="85161" y="14328"/>
                    <a:pt x="85714" y="12537"/>
                    <a:pt x="85714" y="12537"/>
                  </a:cubicBezTo>
                  <a:cubicBezTo>
                    <a:pt x="86820" y="12537"/>
                    <a:pt x="86820" y="12537"/>
                    <a:pt x="86820" y="12537"/>
                  </a:cubicBezTo>
                  <a:cubicBezTo>
                    <a:pt x="87926" y="9850"/>
                    <a:pt x="87926" y="9850"/>
                    <a:pt x="87926" y="9850"/>
                  </a:cubicBezTo>
                  <a:cubicBezTo>
                    <a:pt x="92350" y="11641"/>
                    <a:pt x="92350" y="11641"/>
                    <a:pt x="92350" y="11641"/>
                  </a:cubicBezTo>
                  <a:cubicBezTo>
                    <a:pt x="94562" y="11641"/>
                    <a:pt x="94562" y="11641"/>
                    <a:pt x="94562" y="11641"/>
                  </a:cubicBezTo>
                  <a:cubicBezTo>
                    <a:pt x="97880" y="9850"/>
                    <a:pt x="97880" y="9850"/>
                    <a:pt x="97880" y="9850"/>
                  </a:cubicBezTo>
                  <a:cubicBezTo>
                    <a:pt x="99539" y="12537"/>
                    <a:pt x="99539" y="12537"/>
                    <a:pt x="99539" y="12537"/>
                  </a:cubicBezTo>
                  <a:cubicBezTo>
                    <a:pt x="99539" y="15223"/>
                    <a:pt x="99539" y="15223"/>
                    <a:pt x="99539" y="15223"/>
                  </a:cubicBezTo>
                  <a:cubicBezTo>
                    <a:pt x="101751" y="16119"/>
                    <a:pt x="101751" y="16119"/>
                    <a:pt x="101751" y="16119"/>
                  </a:cubicBezTo>
                  <a:cubicBezTo>
                    <a:pt x="101751" y="16119"/>
                    <a:pt x="103410" y="17910"/>
                    <a:pt x="103963" y="17910"/>
                  </a:cubicBezTo>
                  <a:cubicBezTo>
                    <a:pt x="104516" y="17910"/>
                    <a:pt x="105622" y="18805"/>
                    <a:pt x="105622" y="18805"/>
                  </a:cubicBezTo>
                  <a:cubicBezTo>
                    <a:pt x="106175" y="27761"/>
                    <a:pt x="106175" y="27761"/>
                    <a:pt x="106175" y="27761"/>
                  </a:cubicBezTo>
                  <a:cubicBezTo>
                    <a:pt x="105069" y="30447"/>
                    <a:pt x="105069" y="30447"/>
                    <a:pt x="105069" y="30447"/>
                  </a:cubicBezTo>
                  <a:cubicBezTo>
                    <a:pt x="106175" y="37611"/>
                    <a:pt x="106175" y="37611"/>
                    <a:pt x="106175" y="37611"/>
                  </a:cubicBezTo>
                  <a:cubicBezTo>
                    <a:pt x="106175" y="41194"/>
                    <a:pt x="106175" y="41194"/>
                    <a:pt x="106175" y="41194"/>
                  </a:cubicBezTo>
                  <a:cubicBezTo>
                    <a:pt x="108387" y="38507"/>
                    <a:pt x="108387" y="38507"/>
                    <a:pt x="108387" y="38507"/>
                  </a:cubicBezTo>
                  <a:cubicBezTo>
                    <a:pt x="110599" y="41194"/>
                    <a:pt x="110599" y="41194"/>
                    <a:pt x="110599" y="41194"/>
                  </a:cubicBezTo>
                  <a:cubicBezTo>
                    <a:pt x="109493" y="43880"/>
                    <a:pt x="109493" y="43880"/>
                    <a:pt x="109493" y="43880"/>
                  </a:cubicBezTo>
                  <a:cubicBezTo>
                    <a:pt x="112258" y="47462"/>
                    <a:pt x="112258" y="47462"/>
                    <a:pt x="112258" y="47462"/>
                  </a:cubicBezTo>
                  <a:cubicBezTo>
                    <a:pt x="114470" y="49253"/>
                    <a:pt x="114470" y="49253"/>
                    <a:pt x="114470" y="49253"/>
                  </a:cubicBezTo>
                  <a:cubicBezTo>
                    <a:pt x="113917" y="51940"/>
                    <a:pt x="113917" y="51940"/>
                    <a:pt x="113917" y="51940"/>
                  </a:cubicBezTo>
                  <a:cubicBezTo>
                    <a:pt x="113917" y="51940"/>
                    <a:pt x="114470" y="52835"/>
                    <a:pt x="115023" y="52835"/>
                  </a:cubicBezTo>
                  <a:cubicBezTo>
                    <a:pt x="115576" y="53731"/>
                    <a:pt x="116682" y="54626"/>
                    <a:pt x="116682" y="54626"/>
                  </a:cubicBezTo>
                  <a:cubicBezTo>
                    <a:pt x="116682" y="54626"/>
                    <a:pt x="117235" y="57313"/>
                    <a:pt x="117235" y="59104"/>
                  </a:cubicBezTo>
                  <a:cubicBezTo>
                    <a:pt x="117788" y="60000"/>
                    <a:pt x="120000" y="62686"/>
                    <a:pt x="120000" y="62686"/>
                  </a:cubicBezTo>
                  <a:cubicBezTo>
                    <a:pt x="119447" y="67164"/>
                    <a:pt x="119447" y="67164"/>
                    <a:pt x="119447" y="67164"/>
                  </a:cubicBezTo>
                  <a:cubicBezTo>
                    <a:pt x="119447" y="67164"/>
                    <a:pt x="119447" y="68955"/>
                    <a:pt x="119447" y="69850"/>
                  </a:cubicBezTo>
                  <a:cubicBezTo>
                    <a:pt x="119447" y="70746"/>
                    <a:pt x="119447" y="71641"/>
                    <a:pt x="119447" y="72537"/>
                  </a:cubicBezTo>
                  <a:cubicBezTo>
                    <a:pt x="119447" y="71641"/>
                    <a:pt x="119447" y="71641"/>
                    <a:pt x="119447" y="71641"/>
                  </a:cubicBezTo>
                  <a:cubicBezTo>
                    <a:pt x="116682" y="74328"/>
                    <a:pt x="116682" y="74328"/>
                    <a:pt x="116682" y="74328"/>
                  </a:cubicBezTo>
                  <a:cubicBezTo>
                    <a:pt x="116129" y="80597"/>
                    <a:pt x="116129" y="80597"/>
                    <a:pt x="116129" y="80597"/>
                  </a:cubicBezTo>
                  <a:cubicBezTo>
                    <a:pt x="113364" y="85074"/>
                    <a:pt x="113364" y="85074"/>
                    <a:pt x="113364" y="85074"/>
                  </a:cubicBezTo>
                  <a:cubicBezTo>
                    <a:pt x="114470" y="89552"/>
                    <a:pt x="114470" y="89552"/>
                    <a:pt x="114470" y="89552"/>
                  </a:cubicBezTo>
                  <a:cubicBezTo>
                    <a:pt x="113364" y="92238"/>
                    <a:pt x="113364" y="92238"/>
                    <a:pt x="113364" y="92238"/>
                  </a:cubicBezTo>
                  <a:cubicBezTo>
                    <a:pt x="108940" y="92238"/>
                    <a:pt x="108940" y="92238"/>
                    <a:pt x="108940" y="92238"/>
                  </a:cubicBezTo>
                  <a:cubicBezTo>
                    <a:pt x="108940" y="92238"/>
                    <a:pt x="108387" y="92238"/>
                    <a:pt x="106175" y="92238"/>
                  </a:cubicBezTo>
                  <a:cubicBezTo>
                    <a:pt x="103963" y="92238"/>
                    <a:pt x="104516" y="92238"/>
                    <a:pt x="104516" y="92238"/>
                  </a:cubicBezTo>
                  <a:cubicBezTo>
                    <a:pt x="102857" y="94925"/>
                    <a:pt x="102857" y="94925"/>
                    <a:pt x="102857" y="94925"/>
                  </a:cubicBezTo>
                  <a:cubicBezTo>
                    <a:pt x="102304" y="100298"/>
                    <a:pt x="102304" y="100298"/>
                    <a:pt x="102304" y="100298"/>
                  </a:cubicBezTo>
                  <a:cubicBezTo>
                    <a:pt x="102304" y="100298"/>
                    <a:pt x="101198" y="100298"/>
                    <a:pt x="98986" y="101194"/>
                  </a:cubicBezTo>
                  <a:cubicBezTo>
                    <a:pt x="97880" y="102089"/>
                    <a:pt x="97880" y="102985"/>
                    <a:pt x="97880" y="102985"/>
                  </a:cubicBezTo>
                  <a:cubicBezTo>
                    <a:pt x="97880" y="102985"/>
                    <a:pt x="97880" y="102985"/>
                    <a:pt x="97880" y="102985"/>
                  </a:cubicBezTo>
                  <a:cubicBezTo>
                    <a:pt x="96221" y="102985"/>
                    <a:pt x="96221" y="102985"/>
                    <a:pt x="96221" y="102985"/>
                  </a:cubicBezTo>
                  <a:cubicBezTo>
                    <a:pt x="93456" y="102089"/>
                    <a:pt x="93456" y="102089"/>
                    <a:pt x="93456" y="102089"/>
                  </a:cubicBezTo>
                  <a:cubicBezTo>
                    <a:pt x="91244" y="102089"/>
                    <a:pt x="91244" y="102089"/>
                    <a:pt x="91244" y="102089"/>
                  </a:cubicBezTo>
                  <a:cubicBezTo>
                    <a:pt x="90138" y="98507"/>
                    <a:pt x="90138" y="98507"/>
                    <a:pt x="90138" y="98507"/>
                  </a:cubicBezTo>
                  <a:cubicBezTo>
                    <a:pt x="88479" y="97611"/>
                    <a:pt x="88479" y="97611"/>
                    <a:pt x="88479" y="97611"/>
                  </a:cubicBezTo>
                  <a:cubicBezTo>
                    <a:pt x="86820" y="94029"/>
                    <a:pt x="86820" y="94029"/>
                    <a:pt x="86820" y="94029"/>
                  </a:cubicBezTo>
                  <a:cubicBezTo>
                    <a:pt x="84608" y="93134"/>
                    <a:pt x="84608" y="93134"/>
                    <a:pt x="84608" y="93134"/>
                  </a:cubicBezTo>
                  <a:cubicBezTo>
                    <a:pt x="83502" y="90447"/>
                    <a:pt x="83502" y="90447"/>
                    <a:pt x="83502" y="90447"/>
                  </a:cubicBezTo>
                  <a:cubicBezTo>
                    <a:pt x="80737" y="90447"/>
                    <a:pt x="80737" y="90447"/>
                    <a:pt x="80737" y="90447"/>
                  </a:cubicBezTo>
                  <a:cubicBezTo>
                    <a:pt x="79078" y="88656"/>
                    <a:pt x="79078" y="88656"/>
                    <a:pt x="79078" y="88656"/>
                  </a:cubicBezTo>
                  <a:cubicBezTo>
                    <a:pt x="78525" y="86865"/>
                    <a:pt x="78525" y="86865"/>
                    <a:pt x="78525" y="86865"/>
                  </a:cubicBezTo>
                  <a:cubicBezTo>
                    <a:pt x="76866" y="86865"/>
                    <a:pt x="76866" y="86865"/>
                    <a:pt x="76866" y="86865"/>
                  </a:cubicBezTo>
                  <a:cubicBezTo>
                    <a:pt x="74654" y="87761"/>
                    <a:pt x="74654" y="87761"/>
                    <a:pt x="74654" y="87761"/>
                  </a:cubicBezTo>
                  <a:cubicBezTo>
                    <a:pt x="70783" y="89552"/>
                    <a:pt x="70783" y="89552"/>
                    <a:pt x="70783" y="89552"/>
                  </a:cubicBezTo>
                  <a:cubicBezTo>
                    <a:pt x="68571" y="86865"/>
                    <a:pt x="68571" y="86865"/>
                    <a:pt x="68571" y="86865"/>
                  </a:cubicBezTo>
                  <a:cubicBezTo>
                    <a:pt x="68018" y="85970"/>
                    <a:pt x="68018" y="85970"/>
                    <a:pt x="68018" y="85970"/>
                  </a:cubicBezTo>
                  <a:cubicBezTo>
                    <a:pt x="65806" y="83283"/>
                    <a:pt x="65806" y="83283"/>
                    <a:pt x="65806" y="83283"/>
                  </a:cubicBezTo>
                  <a:cubicBezTo>
                    <a:pt x="64700" y="77910"/>
                    <a:pt x="64700" y="77910"/>
                    <a:pt x="64700" y="77910"/>
                  </a:cubicBezTo>
                  <a:cubicBezTo>
                    <a:pt x="64700" y="77910"/>
                    <a:pt x="62488" y="80597"/>
                    <a:pt x="61935" y="80597"/>
                  </a:cubicBezTo>
                  <a:cubicBezTo>
                    <a:pt x="61935" y="80597"/>
                    <a:pt x="60276" y="85074"/>
                    <a:pt x="60276" y="85074"/>
                  </a:cubicBezTo>
                  <a:cubicBezTo>
                    <a:pt x="59723" y="88656"/>
                    <a:pt x="59723" y="88656"/>
                    <a:pt x="59723" y="88656"/>
                  </a:cubicBezTo>
                  <a:cubicBezTo>
                    <a:pt x="56405" y="86865"/>
                    <a:pt x="56405" y="86865"/>
                    <a:pt x="56405" y="86865"/>
                  </a:cubicBezTo>
                  <a:cubicBezTo>
                    <a:pt x="56405" y="86865"/>
                    <a:pt x="54746" y="90447"/>
                    <a:pt x="54746" y="91343"/>
                  </a:cubicBezTo>
                  <a:cubicBezTo>
                    <a:pt x="54193" y="91343"/>
                    <a:pt x="51981" y="89552"/>
                    <a:pt x="51981" y="89552"/>
                  </a:cubicBezTo>
                  <a:cubicBezTo>
                    <a:pt x="48663" y="89552"/>
                    <a:pt x="48663" y="89552"/>
                    <a:pt x="48663" y="89552"/>
                  </a:cubicBezTo>
                  <a:cubicBezTo>
                    <a:pt x="48663" y="89552"/>
                    <a:pt x="45345" y="89552"/>
                    <a:pt x="44792" y="88656"/>
                  </a:cubicBezTo>
                  <a:cubicBezTo>
                    <a:pt x="44239" y="88656"/>
                    <a:pt x="44239" y="89552"/>
                    <a:pt x="44239" y="89552"/>
                  </a:cubicBezTo>
                  <a:cubicBezTo>
                    <a:pt x="41474" y="90447"/>
                    <a:pt x="41474" y="90447"/>
                    <a:pt x="41474" y="90447"/>
                  </a:cubicBezTo>
                  <a:cubicBezTo>
                    <a:pt x="38156" y="91343"/>
                    <a:pt x="38156" y="91343"/>
                    <a:pt x="38156" y="91343"/>
                  </a:cubicBezTo>
                  <a:cubicBezTo>
                    <a:pt x="38156" y="91343"/>
                    <a:pt x="37603" y="94925"/>
                    <a:pt x="37050" y="95820"/>
                  </a:cubicBezTo>
                  <a:cubicBezTo>
                    <a:pt x="36497" y="95820"/>
                    <a:pt x="34838" y="93134"/>
                    <a:pt x="34285" y="92238"/>
                  </a:cubicBezTo>
                  <a:cubicBezTo>
                    <a:pt x="34285" y="91343"/>
                    <a:pt x="32626" y="90447"/>
                    <a:pt x="32626" y="90447"/>
                  </a:cubicBezTo>
                  <a:cubicBezTo>
                    <a:pt x="30414" y="93134"/>
                    <a:pt x="30414" y="93134"/>
                    <a:pt x="30414" y="93134"/>
                  </a:cubicBezTo>
                  <a:cubicBezTo>
                    <a:pt x="30414" y="93134"/>
                    <a:pt x="26543" y="94029"/>
                    <a:pt x="25990" y="94029"/>
                  </a:cubicBezTo>
                  <a:cubicBezTo>
                    <a:pt x="25437" y="94029"/>
                    <a:pt x="22672" y="95820"/>
                    <a:pt x="22672" y="95820"/>
                  </a:cubicBezTo>
                  <a:cubicBezTo>
                    <a:pt x="18801" y="94925"/>
                    <a:pt x="18801" y="94925"/>
                    <a:pt x="18801" y="94925"/>
                  </a:cubicBezTo>
                  <a:cubicBezTo>
                    <a:pt x="17142" y="97611"/>
                    <a:pt x="17142" y="97611"/>
                    <a:pt x="17142" y="97611"/>
                  </a:cubicBezTo>
                  <a:cubicBezTo>
                    <a:pt x="13824" y="101194"/>
                    <a:pt x="13824" y="101194"/>
                    <a:pt x="13824" y="101194"/>
                  </a:cubicBezTo>
                  <a:cubicBezTo>
                    <a:pt x="11612" y="101194"/>
                    <a:pt x="11612" y="101194"/>
                    <a:pt x="11612" y="101194"/>
                  </a:cubicBezTo>
                  <a:cubicBezTo>
                    <a:pt x="10506" y="105671"/>
                    <a:pt x="10506" y="105671"/>
                    <a:pt x="10506" y="105671"/>
                  </a:cubicBezTo>
                  <a:cubicBezTo>
                    <a:pt x="8294" y="107462"/>
                    <a:pt x="8294" y="107462"/>
                    <a:pt x="8294" y="107462"/>
                  </a:cubicBezTo>
                  <a:cubicBezTo>
                    <a:pt x="7741" y="109253"/>
                    <a:pt x="7741" y="109253"/>
                    <a:pt x="7741" y="109253"/>
                  </a:cubicBezTo>
                  <a:cubicBezTo>
                    <a:pt x="7188" y="114626"/>
                    <a:pt x="7188" y="114626"/>
                    <a:pt x="7188" y="114626"/>
                  </a:cubicBezTo>
                  <a:cubicBezTo>
                    <a:pt x="7188" y="114626"/>
                    <a:pt x="5529" y="115522"/>
                    <a:pt x="4423" y="115522"/>
                  </a:cubicBezTo>
                  <a:cubicBezTo>
                    <a:pt x="3870" y="116417"/>
                    <a:pt x="4976" y="117313"/>
                    <a:pt x="4976" y="117313"/>
                  </a:cubicBezTo>
                  <a:cubicBezTo>
                    <a:pt x="4423" y="120000"/>
                    <a:pt x="4423" y="120000"/>
                    <a:pt x="4423" y="120000"/>
                  </a:cubicBezTo>
                  <a:cubicBezTo>
                    <a:pt x="4423" y="120000"/>
                    <a:pt x="3870" y="119104"/>
                    <a:pt x="3870" y="119104"/>
                  </a:cubicBezTo>
                  <a:cubicBezTo>
                    <a:pt x="3870" y="119104"/>
                    <a:pt x="3317" y="116417"/>
                    <a:pt x="2764" y="114626"/>
                  </a:cubicBezTo>
                  <a:cubicBezTo>
                    <a:pt x="1658" y="112835"/>
                    <a:pt x="552" y="104776"/>
                    <a:pt x="552" y="104776"/>
                  </a:cubicBezTo>
                  <a:cubicBezTo>
                    <a:pt x="1658" y="101194"/>
                    <a:pt x="1658" y="101194"/>
                    <a:pt x="1658" y="101194"/>
                  </a:cubicBezTo>
                  <a:cubicBezTo>
                    <a:pt x="1658" y="101194"/>
                    <a:pt x="1658" y="97611"/>
                    <a:pt x="1658" y="96716"/>
                  </a:cubicBezTo>
                  <a:cubicBezTo>
                    <a:pt x="1105" y="94925"/>
                    <a:pt x="552" y="86865"/>
                    <a:pt x="552" y="86865"/>
                  </a:cubicBezTo>
                  <a:cubicBezTo>
                    <a:pt x="552" y="86865"/>
                    <a:pt x="0" y="83283"/>
                    <a:pt x="0" y="82388"/>
                  </a:cubicBezTo>
                  <a:cubicBezTo>
                    <a:pt x="0" y="81492"/>
                    <a:pt x="3870" y="74328"/>
                    <a:pt x="3870" y="74328"/>
                  </a:cubicBezTo>
                  <a:cubicBezTo>
                    <a:pt x="3870" y="73432"/>
                    <a:pt x="4423" y="66268"/>
                    <a:pt x="4423" y="66268"/>
                  </a:cubicBezTo>
                  <a:cubicBezTo>
                    <a:pt x="3317" y="60895"/>
                    <a:pt x="3317" y="60895"/>
                    <a:pt x="3317" y="60895"/>
                  </a:cubicBezTo>
                  <a:cubicBezTo>
                    <a:pt x="4423" y="53731"/>
                    <a:pt x="4423" y="53731"/>
                    <a:pt x="4423" y="53731"/>
                  </a:cubicBezTo>
                  <a:cubicBezTo>
                    <a:pt x="5529" y="45671"/>
                    <a:pt x="5529" y="45671"/>
                    <a:pt x="5529" y="45671"/>
                  </a:cubicBezTo>
                  <a:cubicBezTo>
                    <a:pt x="5529" y="45671"/>
                    <a:pt x="6082" y="42089"/>
                    <a:pt x="6635" y="42089"/>
                  </a:cubicBezTo>
                  <a:cubicBezTo>
                    <a:pt x="7188" y="41194"/>
                    <a:pt x="10506" y="40298"/>
                    <a:pt x="10506" y="40298"/>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29" name="Shape 2026">
              <a:extLst>
                <a:ext uri="{FF2B5EF4-FFF2-40B4-BE49-F238E27FC236}">
                  <a16:creationId xmlns:a16="http://schemas.microsoft.com/office/drawing/2014/main" id="{A0FF670F-00C7-4E4A-BEFD-429F0977A8C2}"/>
                </a:ext>
              </a:extLst>
            </p:cNvPr>
            <p:cNvSpPr/>
            <p:nvPr/>
          </p:nvSpPr>
          <p:spPr>
            <a:xfrm>
              <a:off x="5535001" y="3399175"/>
              <a:ext cx="359513" cy="307905"/>
            </a:xfrm>
            <a:custGeom>
              <a:avLst/>
              <a:gdLst/>
              <a:ahLst/>
              <a:cxnLst/>
              <a:rect l="0" t="0" r="0" b="0"/>
              <a:pathLst>
                <a:path w="120000" h="120000" extrusionOk="0">
                  <a:moveTo>
                    <a:pt x="110126" y="71654"/>
                  </a:moveTo>
                  <a:cubicBezTo>
                    <a:pt x="110886" y="71654"/>
                    <a:pt x="110886" y="71654"/>
                    <a:pt x="110886" y="71654"/>
                  </a:cubicBezTo>
                  <a:cubicBezTo>
                    <a:pt x="110886" y="71654"/>
                    <a:pt x="110886" y="71654"/>
                    <a:pt x="110886" y="71654"/>
                  </a:cubicBezTo>
                  <a:cubicBezTo>
                    <a:pt x="110126" y="71654"/>
                    <a:pt x="110126" y="71654"/>
                    <a:pt x="110126" y="71654"/>
                  </a:cubicBezTo>
                  <a:close/>
                  <a:moveTo>
                    <a:pt x="100253" y="7769"/>
                  </a:moveTo>
                  <a:cubicBezTo>
                    <a:pt x="100253" y="7769"/>
                    <a:pt x="100253" y="7769"/>
                    <a:pt x="100253" y="7769"/>
                  </a:cubicBezTo>
                  <a:cubicBezTo>
                    <a:pt x="104810" y="8633"/>
                    <a:pt x="104810" y="8633"/>
                    <a:pt x="104810" y="8633"/>
                  </a:cubicBezTo>
                  <a:cubicBezTo>
                    <a:pt x="107088" y="9496"/>
                    <a:pt x="107088" y="9496"/>
                    <a:pt x="107088" y="9496"/>
                  </a:cubicBezTo>
                  <a:cubicBezTo>
                    <a:pt x="107088" y="12086"/>
                    <a:pt x="107088" y="12086"/>
                    <a:pt x="107088" y="12086"/>
                  </a:cubicBezTo>
                  <a:cubicBezTo>
                    <a:pt x="107088" y="15539"/>
                    <a:pt x="107088" y="15539"/>
                    <a:pt x="107088" y="15539"/>
                  </a:cubicBezTo>
                  <a:cubicBezTo>
                    <a:pt x="107088" y="18129"/>
                    <a:pt x="107088" y="18129"/>
                    <a:pt x="107088" y="18129"/>
                  </a:cubicBezTo>
                  <a:cubicBezTo>
                    <a:pt x="104810" y="21582"/>
                    <a:pt x="104810" y="21582"/>
                    <a:pt x="104810" y="21582"/>
                  </a:cubicBezTo>
                  <a:cubicBezTo>
                    <a:pt x="104810" y="21582"/>
                    <a:pt x="104050" y="24172"/>
                    <a:pt x="104050" y="24172"/>
                  </a:cubicBezTo>
                  <a:cubicBezTo>
                    <a:pt x="104050" y="25035"/>
                    <a:pt x="103291" y="26762"/>
                    <a:pt x="103291" y="26762"/>
                  </a:cubicBezTo>
                  <a:cubicBezTo>
                    <a:pt x="103291" y="26762"/>
                    <a:pt x="101772" y="25899"/>
                    <a:pt x="102531" y="28489"/>
                  </a:cubicBezTo>
                  <a:cubicBezTo>
                    <a:pt x="102531" y="31079"/>
                    <a:pt x="103291" y="30215"/>
                    <a:pt x="103291" y="31079"/>
                  </a:cubicBezTo>
                  <a:cubicBezTo>
                    <a:pt x="103291" y="31942"/>
                    <a:pt x="103291" y="33669"/>
                    <a:pt x="103291" y="34532"/>
                  </a:cubicBezTo>
                  <a:cubicBezTo>
                    <a:pt x="102531" y="35395"/>
                    <a:pt x="103291" y="35395"/>
                    <a:pt x="102531" y="36258"/>
                  </a:cubicBezTo>
                  <a:cubicBezTo>
                    <a:pt x="102531" y="37122"/>
                    <a:pt x="104050" y="37985"/>
                    <a:pt x="105569" y="37985"/>
                  </a:cubicBezTo>
                  <a:cubicBezTo>
                    <a:pt x="107088" y="38848"/>
                    <a:pt x="107088" y="37985"/>
                    <a:pt x="107848" y="37985"/>
                  </a:cubicBezTo>
                  <a:cubicBezTo>
                    <a:pt x="108607" y="37985"/>
                    <a:pt x="109367" y="38848"/>
                    <a:pt x="110126" y="38848"/>
                  </a:cubicBezTo>
                  <a:cubicBezTo>
                    <a:pt x="110886" y="39712"/>
                    <a:pt x="110886" y="39712"/>
                    <a:pt x="110886" y="40575"/>
                  </a:cubicBezTo>
                  <a:cubicBezTo>
                    <a:pt x="111645" y="41438"/>
                    <a:pt x="112405" y="42302"/>
                    <a:pt x="113164" y="43165"/>
                  </a:cubicBezTo>
                  <a:cubicBezTo>
                    <a:pt x="113924" y="43165"/>
                    <a:pt x="113924" y="42302"/>
                    <a:pt x="114683" y="42302"/>
                  </a:cubicBezTo>
                  <a:cubicBezTo>
                    <a:pt x="114683" y="43165"/>
                    <a:pt x="115443" y="44028"/>
                    <a:pt x="116202" y="44028"/>
                  </a:cubicBezTo>
                  <a:cubicBezTo>
                    <a:pt x="116202" y="44892"/>
                    <a:pt x="116962" y="45755"/>
                    <a:pt x="117721" y="45755"/>
                  </a:cubicBezTo>
                  <a:cubicBezTo>
                    <a:pt x="117721" y="45755"/>
                    <a:pt x="119240" y="46618"/>
                    <a:pt x="119240" y="46618"/>
                  </a:cubicBezTo>
                  <a:cubicBezTo>
                    <a:pt x="120000" y="47482"/>
                    <a:pt x="119240" y="48345"/>
                    <a:pt x="119240" y="48345"/>
                  </a:cubicBezTo>
                  <a:cubicBezTo>
                    <a:pt x="118481" y="48345"/>
                    <a:pt x="118481" y="50071"/>
                    <a:pt x="117721" y="50071"/>
                  </a:cubicBezTo>
                  <a:cubicBezTo>
                    <a:pt x="117721" y="50071"/>
                    <a:pt x="115443" y="50935"/>
                    <a:pt x="115443" y="50935"/>
                  </a:cubicBezTo>
                  <a:cubicBezTo>
                    <a:pt x="114683" y="50935"/>
                    <a:pt x="113924" y="50935"/>
                    <a:pt x="113164" y="50935"/>
                  </a:cubicBezTo>
                  <a:cubicBezTo>
                    <a:pt x="112405" y="50935"/>
                    <a:pt x="111645" y="50935"/>
                    <a:pt x="110886" y="50071"/>
                  </a:cubicBezTo>
                  <a:cubicBezTo>
                    <a:pt x="110126" y="50071"/>
                    <a:pt x="110126" y="50071"/>
                    <a:pt x="109367" y="50071"/>
                  </a:cubicBezTo>
                  <a:cubicBezTo>
                    <a:pt x="109367" y="50935"/>
                    <a:pt x="109367" y="52661"/>
                    <a:pt x="109367" y="52661"/>
                  </a:cubicBezTo>
                  <a:cubicBezTo>
                    <a:pt x="109367" y="52661"/>
                    <a:pt x="110126" y="53525"/>
                    <a:pt x="110886" y="54388"/>
                  </a:cubicBezTo>
                  <a:cubicBezTo>
                    <a:pt x="110886" y="54388"/>
                    <a:pt x="112405" y="56115"/>
                    <a:pt x="113164" y="56115"/>
                  </a:cubicBezTo>
                  <a:cubicBezTo>
                    <a:pt x="113164" y="56115"/>
                    <a:pt x="113924" y="56978"/>
                    <a:pt x="114683" y="57841"/>
                  </a:cubicBezTo>
                  <a:cubicBezTo>
                    <a:pt x="115443" y="59568"/>
                    <a:pt x="115443" y="60431"/>
                    <a:pt x="115443" y="60431"/>
                  </a:cubicBezTo>
                  <a:cubicBezTo>
                    <a:pt x="119240" y="63884"/>
                    <a:pt x="119240" y="63884"/>
                    <a:pt x="119240" y="63884"/>
                  </a:cubicBezTo>
                  <a:cubicBezTo>
                    <a:pt x="119240" y="63884"/>
                    <a:pt x="119240" y="64748"/>
                    <a:pt x="119240" y="67338"/>
                  </a:cubicBezTo>
                  <a:cubicBezTo>
                    <a:pt x="119240" y="70791"/>
                    <a:pt x="118481" y="69064"/>
                    <a:pt x="117721" y="69064"/>
                  </a:cubicBezTo>
                  <a:cubicBezTo>
                    <a:pt x="116962" y="69064"/>
                    <a:pt x="116202" y="69064"/>
                    <a:pt x="114683" y="68201"/>
                  </a:cubicBezTo>
                  <a:cubicBezTo>
                    <a:pt x="113924" y="68201"/>
                    <a:pt x="113924" y="68201"/>
                    <a:pt x="113924" y="68201"/>
                  </a:cubicBezTo>
                  <a:cubicBezTo>
                    <a:pt x="112405" y="70791"/>
                    <a:pt x="112405" y="70791"/>
                    <a:pt x="112405" y="70791"/>
                  </a:cubicBezTo>
                  <a:cubicBezTo>
                    <a:pt x="112405" y="70791"/>
                    <a:pt x="110886" y="70791"/>
                    <a:pt x="110126" y="71654"/>
                  </a:cubicBezTo>
                  <a:cubicBezTo>
                    <a:pt x="109367" y="71654"/>
                    <a:pt x="109367" y="71654"/>
                    <a:pt x="109367" y="71654"/>
                  </a:cubicBezTo>
                  <a:cubicBezTo>
                    <a:pt x="109367" y="71654"/>
                    <a:pt x="107848" y="72517"/>
                    <a:pt x="107848" y="72517"/>
                  </a:cubicBezTo>
                  <a:cubicBezTo>
                    <a:pt x="107848" y="72517"/>
                    <a:pt x="107088" y="73381"/>
                    <a:pt x="107088" y="73381"/>
                  </a:cubicBezTo>
                  <a:cubicBezTo>
                    <a:pt x="106329" y="73381"/>
                    <a:pt x="106329" y="73381"/>
                    <a:pt x="106329" y="73381"/>
                  </a:cubicBezTo>
                  <a:cubicBezTo>
                    <a:pt x="105569" y="72517"/>
                    <a:pt x="105569" y="72517"/>
                    <a:pt x="105569" y="72517"/>
                  </a:cubicBezTo>
                  <a:cubicBezTo>
                    <a:pt x="104810" y="71654"/>
                    <a:pt x="104810" y="71654"/>
                    <a:pt x="104810" y="71654"/>
                  </a:cubicBezTo>
                  <a:cubicBezTo>
                    <a:pt x="103291" y="73381"/>
                    <a:pt x="103291" y="73381"/>
                    <a:pt x="103291" y="73381"/>
                  </a:cubicBezTo>
                  <a:cubicBezTo>
                    <a:pt x="102531" y="74244"/>
                    <a:pt x="102531" y="74244"/>
                    <a:pt x="102531" y="74244"/>
                  </a:cubicBezTo>
                  <a:cubicBezTo>
                    <a:pt x="102531" y="74244"/>
                    <a:pt x="102531" y="75107"/>
                    <a:pt x="102531" y="75107"/>
                  </a:cubicBezTo>
                  <a:cubicBezTo>
                    <a:pt x="102531" y="75107"/>
                    <a:pt x="104050" y="75107"/>
                    <a:pt x="104050" y="75107"/>
                  </a:cubicBezTo>
                  <a:cubicBezTo>
                    <a:pt x="104050" y="76834"/>
                    <a:pt x="104050" y="76834"/>
                    <a:pt x="104050" y="76834"/>
                  </a:cubicBezTo>
                  <a:cubicBezTo>
                    <a:pt x="104050" y="76834"/>
                    <a:pt x="104050" y="76834"/>
                    <a:pt x="104810" y="76834"/>
                  </a:cubicBezTo>
                  <a:cubicBezTo>
                    <a:pt x="104810" y="76834"/>
                    <a:pt x="105569" y="77697"/>
                    <a:pt x="105569" y="77697"/>
                  </a:cubicBezTo>
                  <a:cubicBezTo>
                    <a:pt x="106329" y="78561"/>
                    <a:pt x="106329" y="78561"/>
                    <a:pt x="106329" y="78561"/>
                  </a:cubicBezTo>
                  <a:cubicBezTo>
                    <a:pt x="106329" y="80287"/>
                    <a:pt x="106329" y="80287"/>
                    <a:pt x="106329" y="80287"/>
                  </a:cubicBezTo>
                  <a:cubicBezTo>
                    <a:pt x="107848" y="81151"/>
                    <a:pt x="107848" y="81151"/>
                    <a:pt x="107848" y="81151"/>
                  </a:cubicBezTo>
                  <a:cubicBezTo>
                    <a:pt x="107848" y="82877"/>
                    <a:pt x="107848" y="82877"/>
                    <a:pt x="107848" y="82877"/>
                  </a:cubicBezTo>
                  <a:cubicBezTo>
                    <a:pt x="107088" y="83741"/>
                    <a:pt x="107088" y="83741"/>
                    <a:pt x="107088" y="83741"/>
                  </a:cubicBezTo>
                  <a:cubicBezTo>
                    <a:pt x="106329" y="84604"/>
                    <a:pt x="106329" y="84604"/>
                    <a:pt x="106329" y="84604"/>
                  </a:cubicBezTo>
                  <a:cubicBezTo>
                    <a:pt x="104810" y="84604"/>
                    <a:pt x="104810" y="84604"/>
                    <a:pt x="104810" y="84604"/>
                  </a:cubicBezTo>
                  <a:cubicBezTo>
                    <a:pt x="104810" y="83741"/>
                    <a:pt x="104810" y="83741"/>
                    <a:pt x="104810" y="83741"/>
                  </a:cubicBezTo>
                  <a:cubicBezTo>
                    <a:pt x="104050" y="82014"/>
                    <a:pt x="104050" y="82014"/>
                    <a:pt x="104050" y="82014"/>
                  </a:cubicBezTo>
                  <a:cubicBezTo>
                    <a:pt x="103291" y="81151"/>
                    <a:pt x="103291" y="81151"/>
                    <a:pt x="103291" y="81151"/>
                  </a:cubicBezTo>
                  <a:cubicBezTo>
                    <a:pt x="101012" y="82014"/>
                    <a:pt x="101012" y="82014"/>
                    <a:pt x="101012" y="82014"/>
                  </a:cubicBezTo>
                  <a:cubicBezTo>
                    <a:pt x="101012" y="83741"/>
                    <a:pt x="101012" y="83741"/>
                    <a:pt x="101012" y="83741"/>
                  </a:cubicBezTo>
                  <a:cubicBezTo>
                    <a:pt x="97215" y="87194"/>
                    <a:pt x="97215" y="87194"/>
                    <a:pt x="97215" y="87194"/>
                  </a:cubicBezTo>
                  <a:cubicBezTo>
                    <a:pt x="97974" y="88920"/>
                    <a:pt x="97974" y="88920"/>
                    <a:pt x="97974" y="88920"/>
                  </a:cubicBezTo>
                  <a:cubicBezTo>
                    <a:pt x="96455" y="90647"/>
                    <a:pt x="96455" y="90647"/>
                    <a:pt x="96455" y="90647"/>
                  </a:cubicBezTo>
                  <a:cubicBezTo>
                    <a:pt x="96455" y="93237"/>
                    <a:pt x="96455" y="93237"/>
                    <a:pt x="96455" y="93237"/>
                  </a:cubicBezTo>
                  <a:cubicBezTo>
                    <a:pt x="97215" y="95827"/>
                    <a:pt x="97215" y="95827"/>
                    <a:pt x="97215" y="95827"/>
                  </a:cubicBezTo>
                  <a:cubicBezTo>
                    <a:pt x="97215" y="97553"/>
                    <a:pt x="97215" y="97553"/>
                    <a:pt x="97215" y="97553"/>
                  </a:cubicBezTo>
                  <a:cubicBezTo>
                    <a:pt x="94177" y="98417"/>
                    <a:pt x="94177" y="98417"/>
                    <a:pt x="94177" y="98417"/>
                  </a:cubicBezTo>
                  <a:cubicBezTo>
                    <a:pt x="91898" y="99280"/>
                    <a:pt x="91898" y="99280"/>
                    <a:pt x="91898" y="99280"/>
                  </a:cubicBezTo>
                  <a:cubicBezTo>
                    <a:pt x="91898" y="101870"/>
                    <a:pt x="91898" y="101870"/>
                    <a:pt x="91898" y="101870"/>
                  </a:cubicBezTo>
                  <a:cubicBezTo>
                    <a:pt x="91898" y="102733"/>
                    <a:pt x="91898" y="102733"/>
                    <a:pt x="91898" y="102733"/>
                  </a:cubicBezTo>
                  <a:cubicBezTo>
                    <a:pt x="94177" y="106187"/>
                    <a:pt x="94177" y="106187"/>
                    <a:pt x="94177" y="106187"/>
                  </a:cubicBezTo>
                  <a:cubicBezTo>
                    <a:pt x="93417" y="107050"/>
                    <a:pt x="93417" y="107050"/>
                    <a:pt x="93417" y="107050"/>
                  </a:cubicBezTo>
                  <a:cubicBezTo>
                    <a:pt x="92658" y="107913"/>
                    <a:pt x="92658" y="107913"/>
                    <a:pt x="92658" y="107913"/>
                  </a:cubicBezTo>
                  <a:cubicBezTo>
                    <a:pt x="94936" y="111366"/>
                    <a:pt x="94936" y="111366"/>
                    <a:pt x="94936" y="111366"/>
                  </a:cubicBezTo>
                  <a:cubicBezTo>
                    <a:pt x="95696" y="112230"/>
                    <a:pt x="95696" y="112230"/>
                    <a:pt x="95696" y="112230"/>
                  </a:cubicBezTo>
                  <a:cubicBezTo>
                    <a:pt x="97215" y="112230"/>
                    <a:pt x="97215" y="112230"/>
                    <a:pt x="97215" y="112230"/>
                  </a:cubicBezTo>
                  <a:cubicBezTo>
                    <a:pt x="97215" y="113956"/>
                    <a:pt x="97215" y="113956"/>
                    <a:pt x="97215" y="113956"/>
                  </a:cubicBezTo>
                  <a:cubicBezTo>
                    <a:pt x="97215" y="114820"/>
                    <a:pt x="97215" y="114820"/>
                    <a:pt x="97215" y="114820"/>
                  </a:cubicBezTo>
                  <a:cubicBezTo>
                    <a:pt x="97215" y="116546"/>
                    <a:pt x="97215" y="116546"/>
                    <a:pt x="97215" y="116546"/>
                  </a:cubicBezTo>
                  <a:cubicBezTo>
                    <a:pt x="95696" y="118273"/>
                    <a:pt x="95696" y="118273"/>
                    <a:pt x="95696" y="118273"/>
                  </a:cubicBezTo>
                  <a:cubicBezTo>
                    <a:pt x="96455" y="120000"/>
                    <a:pt x="96455" y="120000"/>
                    <a:pt x="96455" y="120000"/>
                  </a:cubicBezTo>
                  <a:cubicBezTo>
                    <a:pt x="94936" y="119136"/>
                    <a:pt x="94936" y="119136"/>
                    <a:pt x="94936" y="119136"/>
                  </a:cubicBezTo>
                  <a:cubicBezTo>
                    <a:pt x="94177" y="120000"/>
                    <a:pt x="94177" y="120000"/>
                    <a:pt x="94177" y="120000"/>
                  </a:cubicBezTo>
                  <a:cubicBezTo>
                    <a:pt x="94177" y="120000"/>
                    <a:pt x="94177" y="120000"/>
                    <a:pt x="94177" y="120000"/>
                  </a:cubicBezTo>
                  <a:cubicBezTo>
                    <a:pt x="91898" y="119136"/>
                    <a:pt x="91898" y="119136"/>
                    <a:pt x="91898" y="119136"/>
                  </a:cubicBezTo>
                  <a:cubicBezTo>
                    <a:pt x="91898" y="119136"/>
                    <a:pt x="90379" y="120000"/>
                    <a:pt x="89620" y="120000"/>
                  </a:cubicBezTo>
                  <a:cubicBezTo>
                    <a:pt x="89620" y="120000"/>
                    <a:pt x="88860" y="120000"/>
                    <a:pt x="88860" y="120000"/>
                  </a:cubicBezTo>
                  <a:cubicBezTo>
                    <a:pt x="88860" y="120000"/>
                    <a:pt x="87341" y="119136"/>
                    <a:pt x="86582" y="119136"/>
                  </a:cubicBezTo>
                  <a:cubicBezTo>
                    <a:pt x="86582" y="119136"/>
                    <a:pt x="86582" y="119136"/>
                    <a:pt x="86582" y="119136"/>
                  </a:cubicBezTo>
                  <a:cubicBezTo>
                    <a:pt x="86582" y="119136"/>
                    <a:pt x="86582" y="119136"/>
                    <a:pt x="86582" y="119136"/>
                  </a:cubicBezTo>
                  <a:cubicBezTo>
                    <a:pt x="86582" y="119136"/>
                    <a:pt x="86582" y="119136"/>
                    <a:pt x="86582" y="119136"/>
                  </a:cubicBezTo>
                  <a:cubicBezTo>
                    <a:pt x="86582" y="119136"/>
                    <a:pt x="86582" y="119136"/>
                    <a:pt x="86582" y="119136"/>
                  </a:cubicBezTo>
                  <a:cubicBezTo>
                    <a:pt x="86582" y="119136"/>
                    <a:pt x="86582" y="119136"/>
                    <a:pt x="86582" y="119136"/>
                  </a:cubicBezTo>
                  <a:cubicBezTo>
                    <a:pt x="86582" y="118273"/>
                    <a:pt x="86582" y="118273"/>
                    <a:pt x="86582" y="118273"/>
                  </a:cubicBezTo>
                  <a:cubicBezTo>
                    <a:pt x="86582" y="118273"/>
                    <a:pt x="86582" y="118273"/>
                    <a:pt x="86582" y="118273"/>
                  </a:cubicBezTo>
                  <a:cubicBezTo>
                    <a:pt x="86582" y="118273"/>
                    <a:pt x="86582" y="118273"/>
                    <a:pt x="86582" y="118273"/>
                  </a:cubicBezTo>
                  <a:cubicBezTo>
                    <a:pt x="86582" y="118273"/>
                    <a:pt x="86582" y="118273"/>
                    <a:pt x="8658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822" y="118273"/>
                    <a:pt x="85822" y="118273"/>
                    <a:pt x="85822" y="118273"/>
                  </a:cubicBezTo>
                  <a:cubicBezTo>
                    <a:pt x="85063" y="118273"/>
                    <a:pt x="85063" y="118273"/>
                    <a:pt x="85063" y="118273"/>
                  </a:cubicBezTo>
                  <a:cubicBezTo>
                    <a:pt x="85063" y="118273"/>
                    <a:pt x="85063" y="118273"/>
                    <a:pt x="85063" y="118273"/>
                  </a:cubicBezTo>
                  <a:cubicBezTo>
                    <a:pt x="85063" y="118273"/>
                    <a:pt x="85063" y="118273"/>
                    <a:pt x="85063" y="118273"/>
                  </a:cubicBezTo>
                  <a:cubicBezTo>
                    <a:pt x="85063" y="118273"/>
                    <a:pt x="85063" y="118273"/>
                    <a:pt x="85063" y="118273"/>
                  </a:cubicBezTo>
                  <a:cubicBezTo>
                    <a:pt x="85063" y="118273"/>
                    <a:pt x="85063" y="118273"/>
                    <a:pt x="85063" y="118273"/>
                  </a:cubicBezTo>
                  <a:cubicBezTo>
                    <a:pt x="85063" y="118273"/>
                    <a:pt x="85063" y="118273"/>
                    <a:pt x="85063" y="118273"/>
                  </a:cubicBezTo>
                  <a:cubicBezTo>
                    <a:pt x="85063" y="118273"/>
                    <a:pt x="85063" y="118273"/>
                    <a:pt x="85063" y="118273"/>
                  </a:cubicBezTo>
                  <a:cubicBezTo>
                    <a:pt x="85063" y="118273"/>
                    <a:pt x="85063" y="118273"/>
                    <a:pt x="85063" y="118273"/>
                  </a:cubicBezTo>
                  <a:cubicBezTo>
                    <a:pt x="85063" y="118273"/>
                    <a:pt x="85063" y="118273"/>
                    <a:pt x="85063" y="118273"/>
                  </a:cubicBezTo>
                  <a:cubicBezTo>
                    <a:pt x="80506" y="115683"/>
                    <a:pt x="80506" y="115683"/>
                    <a:pt x="80506" y="115683"/>
                  </a:cubicBezTo>
                  <a:cubicBezTo>
                    <a:pt x="76708" y="113093"/>
                    <a:pt x="76708" y="113093"/>
                    <a:pt x="76708" y="113093"/>
                  </a:cubicBezTo>
                  <a:cubicBezTo>
                    <a:pt x="75189" y="111366"/>
                    <a:pt x="75189" y="111366"/>
                    <a:pt x="75189" y="111366"/>
                  </a:cubicBezTo>
                  <a:cubicBezTo>
                    <a:pt x="74430" y="107913"/>
                    <a:pt x="74430" y="107913"/>
                    <a:pt x="74430" y="107913"/>
                  </a:cubicBezTo>
                  <a:cubicBezTo>
                    <a:pt x="70632" y="107050"/>
                    <a:pt x="70632" y="107050"/>
                    <a:pt x="70632" y="107050"/>
                  </a:cubicBezTo>
                  <a:cubicBezTo>
                    <a:pt x="70632" y="104460"/>
                    <a:pt x="66075" y="108776"/>
                    <a:pt x="67594" y="103597"/>
                  </a:cubicBezTo>
                  <a:cubicBezTo>
                    <a:pt x="67594" y="103597"/>
                    <a:pt x="67594" y="102733"/>
                    <a:pt x="67594" y="102733"/>
                  </a:cubicBezTo>
                  <a:cubicBezTo>
                    <a:pt x="67594" y="102733"/>
                    <a:pt x="67594" y="102733"/>
                    <a:pt x="67594" y="102733"/>
                  </a:cubicBezTo>
                  <a:cubicBezTo>
                    <a:pt x="67594" y="101870"/>
                    <a:pt x="66075" y="100143"/>
                    <a:pt x="66075" y="100143"/>
                  </a:cubicBezTo>
                  <a:cubicBezTo>
                    <a:pt x="61518" y="97553"/>
                    <a:pt x="60759" y="94964"/>
                    <a:pt x="58481" y="94100"/>
                  </a:cubicBezTo>
                  <a:cubicBezTo>
                    <a:pt x="57721" y="94100"/>
                    <a:pt x="57721" y="94100"/>
                    <a:pt x="57721" y="94100"/>
                  </a:cubicBezTo>
                  <a:cubicBezTo>
                    <a:pt x="54683" y="90647"/>
                    <a:pt x="54683" y="90647"/>
                    <a:pt x="54683" y="90647"/>
                  </a:cubicBezTo>
                  <a:cubicBezTo>
                    <a:pt x="53164" y="89784"/>
                    <a:pt x="53164" y="89784"/>
                    <a:pt x="53164" y="89784"/>
                  </a:cubicBezTo>
                  <a:cubicBezTo>
                    <a:pt x="51645" y="88057"/>
                    <a:pt x="51645" y="88057"/>
                    <a:pt x="51645" y="88057"/>
                  </a:cubicBezTo>
                  <a:cubicBezTo>
                    <a:pt x="51645" y="86330"/>
                    <a:pt x="51645" y="86330"/>
                    <a:pt x="51645" y="86330"/>
                  </a:cubicBezTo>
                  <a:cubicBezTo>
                    <a:pt x="50886" y="82877"/>
                    <a:pt x="50886" y="82877"/>
                    <a:pt x="50886" y="82877"/>
                  </a:cubicBezTo>
                  <a:cubicBezTo>
                    <a:pt x="50886" y="82877"/>
                    <a:pt x="50886" y="82877"/>
                    <a:pt x="50886" y="82877"/>
                  </a:cubicBezTo>
                  <a:cubicBezTo>
                    <a:pt x="50886" y="82877"/>
                    <a:pt x="47848" y="82014"/>
                    <a:pt x="46329" y="81151"/>
                  </a:cubicBezTo>
                  <a:cubicBezTo>
                    <a:pt x="44810" y="80287"/>
                    <a:pt x="44810" y="80287"/>
                    <a:pt x="44810" y="80287"/>
                  </a:cubicBezTo>
                  <a:cubicBezTo>
                    <a:pt x="43291" y="77697"/>
                    <a:pt x="43291" y="77697"/>
                    <a:pt x="43291" y="77697"/>
                  </a:cubicBezTo>
                  <a:cubicBezTo>
                    <a:pt x="42531" y="76834"/>
                    <a:pt x="42531" y="76834"/>
                    <a:pt x="42531" y="76834"/>
                  </a:cubicBezTo>
                  <a:cubicBezTo>
                    <a:pt x="40253" y="74244"/>
                    <a:pt x="40253" y="74244"/>
                    <a:pt x="40253" y="74244"/>
                  </a:cubicBezTo>
                  <a:cubicBezTo>
                    <a:pt x="39493" y="74244"/>
                    <a:pt x="39493" y="74244"/>
                    <a:pt x="39493" y="74244"/>
                  </a:cubicBezTo>
                  <a:cubicBezTo>
                    <a:pt x="35696" y="72517"/>
                    <a:pt x="35696" y="72517"/>
                    <a:pt x="35696" y="72517"/>
                  </a:cubicBezTo>
                  <a:cubicBezTo>
                    <a:pt x="34936" y="70791"/>
                    <a:pt x="34936" y="70791"/>
                    <a:pt x="34936" y="70791"/>
                  </a:cubicBezTo>
                  <a:cubicBezTo>
                    <a:pt x="33417" y="69928"/>
                    <a:pt x="33417" y="69928"/>
                    <a:pt x="33417" y="69928"/>
                  </a:cubicBezTo>
                  <a:cubicBezTo>
                    <a:pt x="32658" y="68201"/>
                    <a:pt x="32658" y="68201"/>
                    <a:pt x="32658" y="68201"/>
                  </a:cubicBezTo>
                  <a:cubicBezTo>
                    <a:pt x="30379" y="67338"/>
                    <a:pt x="30379" y="67338"/>
                    <a:pt x="30379" y="67338"/>
                  </a:cubicBezTo>
                  <a:cubicBezTo>
                    <a:pt x="29620" y="65611"/>
                    <a:pt x="29620" y="65611"/>
                    <a:pt x="29620" y="65611"/>
                  </a:cubicBezTo>
                  <a:cubicBezTo>
                    <a:pt x="28860" y="64748"/>
                    <a:pt x="28860" y="64748"/>
                    <a:pt x="28860" y="64748"/>
                  </a:cubicBezTo>
                  <a:cubicBezTo>
                    <a:pt x="26582" y="61294"/>
                    <a:pt x="26582" y="61294"/>
                    <a:pt x="26582" y="61294"/>
                  </a:cubicBezTo>
                  <a:cubicBezTo>
                    <a:pt x="24303" y="59568"/>
                    <a:pt x="24303" y="59568"/>
                    <a:pt x="24303" y="59568"/>
                  </a:cubicBezTo>
                  <a:cubicBezTo>
                    <a:pt x="23544" y="58705"/>
                    <a:pt x="23544" y="58705"/>
                    <a:pt x="23544" y="58705"/>
                  </a:cubicBezTo>
                  <a:cubicBezTo>
                    <a:pt x="22784" y="57841"/>
                    <a:pt x="22784" y="57841"/>
                    <a:pt x="22784" y="57841"/>
                  </a:cubicBezTo>
                  <a:cubicBezTo>
                    <a:pt x="21265" y="55251"/>
                    <a:pt x="21265" y="55251"/>
                    <a:pt x="21265" y="55251"/>
                  </a:cubicBezTo>
                  <a:cubicBezTo>
                    <a:pt x="18987" y="52661"/>
                    <a:pt x="18987" y="52661"/>
                    <a:pt x="18987" y="52661"/>
                  </a:cubicBezTo>
                  <a:cubicBezTo>
                    <a:pt x="17468" y="50935"/>
                    <a:pt x="17468" y="50935"/>
                    <a:pt x="17468" y="50935"/>
                  </a:cubicBezTo>
                  <a:cubicBezTo>
                    <a:pt x="15949" y="48345"/>
                    <a:pt x="15949" y="48345"/>
                    <a:pt x="15949" y="48345"/>
                  </a:cubicBezTo>
                  <a:cubicBezTo>
                    <a:pt x="17468" y="46618"/>
                    <a:pt x="17468" y="46618"/>
                    <a:pt x="17468" y="46618"/>
                  </a:cubicBezTo>
                  <a:cubicBezTo>
                    <a:pt x="16708" y="45755"/>
                    <a:pt x="15949" y="45755"/>
                    <a:pt x="15949" y="44892"/>
                  </a:cubicBezTo>
                  <a:cubicBezTo>
                    <a:pt x="15189" y="44892"/>
                    <a:pt x="13670" y="44028"/>
                    <a:pt x="14430" y="43165"/>
                  </a:cubicBezTo>
                  <a:cubicBezTo>
                    <a:pt x="14430" y="42302"/>
                    <a:pt x="13670" y="41438"/>
                    <a:pt x="13670" y="39712"/>
                  </a:cubicBezTo>
                  <a:cubicBezTo>
                    <a:pt x="13670" y="38848"/>
                    <a:pt x="13670" y="37985"/>
                    <a:pt x="12911" y="37985"/>
                  </a:cubicBezTo>
                  <a:cubicBezTo>
                    <a:pt x="12151" y="37122"/>
                    <a:pt x="12151" y="37122"/>
                    <a:pt x="12151" y="37122"/>
                  </a:cubicBezTo>
                  <a:cubicBezTo>
                    <a:pt x="11392" y="37122"/>
                    <a:pt x="10632" y="37122"/>
                    <a:pt x="10632" y="37122"/>
                  </a:cubicBezTo>
                  <a:cubicBezTo>
                    <a:pt x="9873" y="37122"/>
                    <a:pt x="9873" y="37122"/>
                    <a:pt x="9873" y="37122"/>
                  </a:cubicBezTo>
                  <a:cubicBezTo>
                    <a:pt x="9873" y="37122"/>
                    <a:pt x="10632" y="35395"/>
                    <a:pt x="10632" y="33669"/>
                  </a:cubicBezTo>
                  <a:cubicBezTo>
                    <a:pt x="7594" y="32805"/>
                    <a:pt x="7594" y="32805"/>
                    <a:pt x="7594" y="32805"/>
                  </a:cubicBezTo>
                  <a:cubicBezTo>
                    <a:pt x="7594" y="32805"/>
                    <a:pt x="7594" y="30215"/>
                    <a:pt x="6075" y="29352"/>
                  </a:cubicBezTo>
                  <a:cubicBezTo>
                    <a:pt x="4556" y="29352"/>
                    <a:pt x="4556" y="29352"/>
                    <a:pt x="4556" y="29352"/>
                  </a:cubicBezTo>
                  <a:cubicBezTo>
                    <a:pt x="3797" y="30215"/>
                    <a:pt x="3797" y="31079"/>
                    <a:pt x="3797" y="31079"/>
                  </a:cubicBezTo>
                  <a:cubicBezTo>
                    <a:pt x="759" y="27625"/>
                    <a:pt x="759" y="27625"/>
                    <a:pt x="759" y="27625"/>
                  </a:cubicBezTo>
                  <a:cubicBezTo>
                    <a:pt x="759" y="27625"/>
                    <a:pt x="759" y="26762"/>
                    <a:pt x="1518" y="25035"/>
                  </a:cubicBezTo>
                  <a:cubicBezTo>
                    <a:pt x="3037" y="23309"/>
                    <a:pt x="1518" y="22446"/>
                    <a:pt x="1518" y="22446"/>
                  </a:cubicBezTo>
                  <a:cubicBezTo>
                    <a:pt x="759" y="19856"/>
                    <a:pt x="759" y="19856"/>
                    <a:pt x="759" y="19856"/>
                  </a:cubicBezTo>
                  <a:cubicBezTo>
                    <a:pt x="1518" y="18129"/>
                    <a:pt x="1518" y="18129"/>
                    <a:pt x="1518" y="18129"/>
                  </a:cubicBezTo>
                  <a:cubicBezTo>
                    <a:pt x="759" y="17266"/>
                    <a:pt x="759" y="17266"/>
                    <a:pt x="759" y="17266"/>
                  </a:cubicBezTo>
                  <a:cubicBezTo>
                    <a:pt x="0" y="16402"/>
                    <a:pt x="0" y="16402"/>
                    <a:pt x="0" y="16402"/>
                  </a:cubicBezTo>
                  <a:cubicBezTo>
                    <a:pt x="0" y="16402"/>
                    <a:pt x="0" y="16402"/>
                    <a:pt x="0" y="16402"/>
                  </a:cubicBezTo>
                  <a:cubicBezTo>
                    <a:pt x="0" y="16402"/>
                    <a:pt x="0" y="16402"/>
                    <a:pt x="0" y="16402"/>
                  </a:cubicBezTo>
                  <a:cubicBezTo>
                    <a:pt x="1518" y="12949"/>
                    <a:pt x="1518" y="12949"/>
                    <a:pt x="1518" y="12949"/>
                  </a:cubicBezTo>
                  <a:cubicBezTo>
                    <a:pt x="1518" y="12949"/>
                    <a:pt x="759" y="11223"/>
                    <a:pt x="759" y="9496"/>
                  </a:cubicBezTo>
                  <a:cubicBezTo>
                    <a:pt x="759" y="9496"/>
                    <a:pt x="1518" y="8633"/>
                    <a:pt x="1518" y="8633"/>
                  </a:cubicBezTo>
                  <a:cubicBezTo>
                    <a:pt x="1518" y="8633"/>
                    <a:pt x="1518" y="8633"/>
                    <a:pt x="1518" y="8633"/>
                  </a:cubicBezTo>
                  <a:cubicBezTo>
                    <a:pt x="1518" y="7769"/>
                    <a:pt x="1518" y="7769"/>
                    <a:pt x="1518" y="7769"/>
                  </a:cubicBezTo>
                  <a:cubicBezTo>
                    <a:pt x="1518" y="7769"/>
                    <a:pt x="1518" y="7769"/>
                    <a:pt x="1518" y="7769"/>
                  </a:cubicBezTo>
                  <a:cubicBezTo>
                    <a:pt x="2278" y="7769"/>
                    <a:pt x="2278" y="7769"/>
                    <a:pt x="2278" y="7769"/>
                  </a:cubicBezTo>
                  <a:cubicBezTo>
                    <a:pt x="2278" y="7769"/>
                    <a:pt x="2278" y="7769"/>
                    <a:pt x="2278" y="7769"/>
                  </a:cubicBezTo>
                  <a:cubicBezTo>
                    <a:pt x="2278" y="6906"/>
                    <a:pt x="6075" y="6043"/>
                    <a:pt x="6075" y="6043"/>
                  </a:cubicBezTo>
                  <a:cubicBezTo>
                    <a:pt x="7594" y="5179"/>
                    <a:pt x="7594" y="5179"/>
                    <a:pt x="7594" y="5179"/>
                  </a:cubicBezTo>
                  <a:cubicBezTo>
                    <a:pt x="10632" y="9496"/>
                    <a:pt x="10632" y="9496"/>
                    <a:pt x="10632" y="9496"/>
                  </a:cubicBezTo>
                  <a:cubicBezTo>
                    <a:pt x="13670" y="12949"/>
                    <a:pt x="13670" y="12949"/>
                    <a:pt x="13670" y="12949"/>
                  </a:cubicBezTo>
                  <a:cubicBezTo>
                    <a:pt x="15949" y="14676"/>
                    <a:pt x="15949" y="14676"/>
                    <a:pt x="15949" y="14676"/>
                  </a:cubicBezTo>
                  <a:cubicBezTo>
                    <a:pt x="15949" y="14676"/>
                    <a:pt x="16708" y="13812"/>
                    <a:pt x="17468" y="13812"/>
                  </a:cubicBezTo>
                  <a:cubicBezTo>
                    <a:pt x="17468" y="12949"/>
                    <a:pt x="17468" y="11223"/>
                    <a:pt x="17468" y="11223"/>
                  </a:cubicBezTo>
                  <a:cubicBezTo>
                    <a:pt x="18987" y="9496"/>
                    <a:pt x="18987" y="9496"/>
                    <a:pt x="18987" y="9496"/>
                  </a:cubicBezTo>
                  <a:cubicBezTo>
                    <a:pt x="19746" y="7769"/>
                    <a:pt x="19746" y="7769"/>
                    <a:pt x="19746" y="7769"/>
                  </a:cubicBezTo>
                  <a:cubicBezTo>
                    <a:pt x="19746" y="6043"/>
                    <a:pt x="19746" y="6043"/>
                    <a:pt x="19746" y="6043"/>
                  </a:cubicBezTo>
                  <a:cubicBezTo>
                    <a:pt x="21265" y="5179"/>
                    <a:pt x="21265" y="5179"/>
                    <a:pt x="21265" y="5179"/>
                  </a:cubicBezTo>
                  <a:cubicBezTo>
                    <a:pt x="23544" y="4316"/>
                    <a:pt x="23544" y="4316"/>
                    <a:pt x="23544" y="4316"/>
                  </a:cubicBezTo>
                  <a:cubicBezTo>
                    <a:pt x="26582" y="3453"/>
                    <a:pt x="26582" y="3453"/>
                    <a:pt x="26582" y="3453"/>
                  </a:cubicBezTo>
                  <a:cubicBezTo>
                    <a:pt x="26582" y="3453"/>
                    <a:pt x="28860" y="4316"/>
                    <a:pt x="29620" y="4316"/>
                  </a:cubicBezTo>
                  <a:cubicBezTo>
                    <a:pt x="29620" y="4316"/>
                    <a:pt x="30379" y="4316"/>
                    <a:pt x="30379" y="4316"/>
                  </a:cubicBezTo>
                  <a:cubicBezTo>
                    <a:pt x="31898" y="1726"/>
                    <a:pt x="31898" y="1726"/>
                    <a:pt x="31898" y="1726"/>
                  </a:cubicBezTo>
                  <a:cubicBezTo>
                    <a:pt x="31898" y="1726"/>
                    <a:pt x="31898" y="1726"/>
                    <a:pt x="31898" y="1726"/>
                  </a:cubicBezTo>
                  <a:cubicBezTo>
                    <a:pt x="32658" y="0"/>
                    <a:pt x="32658" y="0"/>
                    <a:pt x="32658" y="0"/>
                  </a:cubicBezTo>
                  <a:cubicBezTo>
                    <a:pt x="36455" y="1726"/>
                    <a:pt x="36455" y="1726"/>
                    <a:pt x="36455" y="1726"/>
                  </a:cubicBezTo>
                  <a:cubicBezTo>
                    <a:pt x="37974" y="3453"/>
                    <a:pt x="37974" y="3453"/>
                    <a:pt x="37974" y="3453"/>
                  </a:cubicBezTo>
                  <a:cubicBezTo>
                    <a:pt x="41772" y="4316"/>
                    <a:pt x="41772" y="4316"/>
                    <a:pt x="41772" y="4316"/>
                  </a:cubicBezTo>
                  <a:cubicBezTo>
                    <a:pt x="41772" y="4316"/>
                    <a:pt x="41772" y="4316"/>
                    <a:pt x="41772" y="4316"/>
                  </a:cubicBezTo>
                  <a:cubicBezTo>
                    <a:pt x="43291" y="4316"/>
                    <a:pt x="43291" y="4316"/>
                    <a:pt x="43291" y="4316"/>
                  </a:cubicBezTo>
                  <a:cubicBezTo>
                    <a:pt x="43291" y="3453"/>
                    <a:pt x="43291" y="3453"/>
                    <a:pt x="43291" y="3453"/>
                  </a:cubicBezTo>
                  <a:cubicBezTo>
                    <a:pt x="46329" y="3453"/>
                    <a:pt x="46329" y="3453"/>
                    <a:pt x="46329" y="3453"/>
                  </a:cubicBezTo>
                  <a:cubicBezTo>
                    <a:pt x="50126" y="4316"/>
                    <a:pt x="50126" y="4316"/>
                    <a:pt x="50126" y="4316"/>
                  </a:cubicBezTo>
                  <a:cubicBezTo>
                    <a:pt x="52405" y="4316"/>
                    <a:pt x="52405" y="4316"/>
                    <a:pt x="52405" y="4316"/>
                  </a:cubicBezTo>
                  <a:cubicBezTo>
                    <a:pt x="56202" y="4316"/>
                    <a:pt x="56202" y="4316"/>
                    <a:pt x="56202" y="4316"/>
                  </a:cubicBezTo>
                  <a:cubicBezTo>
                    <a:pt x="58481" y="5179"/>
                    <a:pt x="58481" y="5179"/>
                    <a:pt x="58481" y="5179"/>
                  </a:cubicBezTo>
                  <a:cubicBezTo>
                    <a:pt x="60000" y="6043"/>
                    <a:pt x="60000" y="6043"/>
                    <a:pt x="60000" y="6043"/>
                  </a:cubicBezTo>
                  <a:cubicBezTo>
                    <a:pt x="60000" y="6043"/>
                    <a:pt x="60000" y="6043"/>
                    <a:pt x="60759" y="5179"/>
                  </a:cubicBezTo>
                  <a:cubicBezTo>
                    <a:pt x="60759" y="5179"/>
                    <a:pt x="63037" y="5179"/>
                    <a:pt x="63037" y="5179"/>
                  </a:cubicBezTo>
                  <a:cubicBezTo>
                    <a:pt x="63797" y="2589"/>
                    <a:pt x="63797" y="2589"/>
                    <a:pt x="63797" y="2589"/>
                  </a:cubicBezTo>
                  <a:cubicBezTo>
                    <a:pt x="64556" y="4316"/>
                    <a:pt x="64556" y="4316"/>
                    <a:pt x="64556" y="4316"/>
                  </a:cubicBezTo>
                  <a:cubicBezTo>
                    <a:pt x="65316" y="4316"/>
                    <a:pt x="66835" y="4316"/>
                    <a:pt x="66835" y="4316"/>
                  </a:cubicBezTo>
                  <a:cubicBezTo>
                    <a:pt x="67594" y="1726"/>
                    <a:pt x="67594" y="1726"/>
                    <a:pt x="67594" y="1726"/>
                  </a:cubicBezTo>
                  <a:cubicBezTo>
                    <a:pt x="68354" y="2589"/>
                    <a:pt x="68354" y="2589"/>
                    <a:pt x="68354" y="2589"/>
                  </a:cubicBezTo>
                  <a:cubicBezTo>
                    <a:pt x="69113" y="2589"/>
                    <a:pt x="69113" y="2589"/>
                    <a:pt x="69873" y="2589"/>
                  </a:cubicBezTo>
                  <a:cubicBezTo>
                    <a:pt x="70632" y="2589"/>
                    <a:pt x="71392" y="1726"/>
                    <a:pt x="71392" y="1726"/>
                  </a:cubicBezTo>
                  <a:cubicBezTo>
                    <a:pt x="71392" y="1726"/>
                    <a:pt x="72151" y="2589"/>
                    <a:pt x="72151" y="2589"/>
                  </a:cubicBezTo>
                  <a:cubicBezTo>
                    <a:pt x="72151" y="2589"/>
                    <a:pt x="72911" y="1726"/>
                    <a:pt x="73670" y="1726"/>
                  </a:cubicBezTo>
                  <a:cubicBezTo>
                    <a:pt x="73670" y="1726"/>
                    <a:pt x="73670" y="1726"/>
                    <a:pt x="73670" y="1726"/>
                  </a:cubicBezTo>
                  <a:cubicBezTo>
                    <a:pt x="73670" y="1726"/>
                    <a:pt x="73670" y="1726"/>
                    <a:pt x="7367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4430" y="1726"/>
                    <a:pt x="74430" y="1726"/>
                    <a:pt x="74430"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1726"/>
                    <a:pt x="75189" y="1726"/>
                    <a:pt x="75189" y="1726"/>
                  </a:cubicBezTo>
                  <a:cubicBezTo>
                    <a:pt x="75189" y="863"/>
                    <a:pt x="75189" y="863"/>
                    <a:pt x="75189" y="863"/>
                  </a:cubicBezTo>
                  <a:cubicBezTo>
                    <a:pt x="75189" y="863"/>
                    <a:pt x="75189" y="863"/>
                    <a:pt x="75189" y="863"/>
                  </a:cubicBezTo>
                  <a:cubicBezTo>
                    <a:pt x="75189" y="863"/>
                    <a:pt x="75189" y="863"/>
                    <a:pt x="75189" y="863"/>
                  </a:cubicBezTo>
                  <a:cubicBezTo>
                    <a:pt x="75189" y="863"/>
                    <a:pt x="75189" y="863"/>
                    <a:pt x="75189" y="863"/>
                  </a:cubicBezTo>
                  <a:cubicBezTo>
                    <a:pt x="75189" y="863"/>
                    <a:pt x="75189" y="863"/>
                    <a:pt x="7518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5949" y="863"/>
                    <a:pt x="75949" y="863"/>
                  </a:cubicBezTo>
                  <a:cubicBezTo>
                    <a:pt x="75949" y="863"/>
                    <a:pt x="76708" y="2589"/>
                    <a:pt x="78227" y="3453"/>
                  </a:cubicBezTo>
                  <a:cubicBezTo>
                    <a:pt x="78227" y="3453"/>
                    <a:pt x="78227" y="3453"/>
                    <a:pt x="78227" y="3453"/>
                  </a:cubicBezTo>
                  <a:cubicBezTo>
                    <a:pt x="79746" y="3453"/>
                    <a:pt x="79746" y="3453"/>
                    <a:pt x="79746" y="3453"/>
                  </a:cubicBezTo>
                  <a:cubicBezTo>
                    <a:pt x="79746" y="3453"/>
                    <a:pt x="79746" y="3453"/>
                    <a:pt x="79746" y="3453"/>
                  </a:cubicBezTo>
                  <a:cubicBezTo>
                    <a:pt x="79746" y="3453"/>
                    <a:pt x="80506" y="2589"/>
                    <a:pt x="81265" y="2589"/>
                  </a:cubicBezTo>
                  <a:cubicBezTo>
                    <a:pt x="82784" y="2589"/>
                    <a:pt x="83544" y="2589"/>
                    <a:pt x="84303" y="2589"/>
                  </a:cubicBezTo>
                  <a:cubicBezTo>
                    <a:pt x="85822" y="2589"/>
                    <a:pt x="86582" y="4316"/>
                    <a:pt x="86582" y="4316"/>
                  </a:cubicBezTo>
                  <a:cubicBezTo>
                    <a:pt x="88860" y="6906"/>
                    <a:pt x="88860" y="6906"/>
                    <a:pt x="88860" y="6906"/>
                  </a:cubicBezTo>
                  <a:cubicBezTo>
                    <a:pt x="88860" y="6906"/>
                    <a:pt x="89620" y="8633"/>
                    <a:pt x="89620" y="9496"/>
                  </a:cubicBezTo>
                  <a:cubicBezTo>
                    <a:pt x="90379" y="10359"/>
                    <a:pt x="90379" y="11223"/>
                    <a:pt x="90379" y="11223"/>
                  </a:cubicBezTo>
                  <a:cubicBezTo>
                    <a:pt x="90379" y="11223"/>
                    <a:pt x="90379" y="11223"/>
                    <a:pt x="90379" y="11223"/>
                  </a:cubicBezTo>
                  <a:cubicBezTo>
                    <a:pt x="91139" y="11223"/>
                    <a:pt x="96455" y="13812"/>
                    <a:pt x="97215" y="13812"/>
                  </a:cubicBezTo>
                  <a:cubicBezTo>
                    <a:pt x="97215" y="13812"/>
                    <a:pt x="97974" y="13812"/>
                    <a:pt x="97974" y="13812"/>
                  </a:cubicBezTo>
                  <a:cubicBezTo>
                    <a:pt x="97974" y="12086"/>
                    <a:pt x="97215" y="11223"/>
                    <a:pt x="98734" y="10359"/>
                  </a:cubicBezTo>
                  <a:cubicBezTo>
                    <a:pt x="99493" y="10359"/>
                    <a:pt x="100253" y="12086"/>
                    <a:pt x="100253" y="10359"/>
                  </a:cubicBezTo>
                  <a:cubicBezTo>
                    <a:pt x="100253" y="8633"/>
                    <a:pt x="101012" y="9496"/>
                    <a:pt x="100253" y="7769"/>
                  </a:cubicBezTo>
                  <a:close/>
                </a:path>
              </a:pathLst>
            </a:custGeom>
            <a:solidFill>
              <a:srgbClr val="0D122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0" name="Shape 2027">
              <a:extLst>
                <a:ext uri="{FF2B5EF4-FFF2-40B4-BE49-F238E27FC236}">
                  <a16:creationId xmlns:a16="http://schemas.microsoft.com/office/drawing/2014/main" id="{9652E8F5-C8F2-45D6-83D2-86A41A2763EF}"/>
                </a:ext>
              </a:extLst>
            </p:cNvPr>
            <p:cNvSpPr/>
            <p:nvPr/>
          </p:nvSpPr>
          <p:spPr>
            <a:xfrm>
              <a:off x="4877542" y="1947009"/>
              <a:ext cx="322132" cy="369699"/>
            </a:xfrm>
            <a:custGeom>
              <a:avLst/>
              <a:gdLst/>
              <a:ahLst/>
              <a:cxnLst/>
              <a:rect l="0" t="0" r="0" b="0"/>
              <a:pathLst>
                <a:path w="120000" h="120000" extrusionOk="0">
                  <a:moveTo>
                    <a:pt x="32340" y="23712"/>
                  </a:moveTo>
                  <a:cubicBezTo>
                    <a:pt x="37446" y="21556"/>
                    <a:pt x="37446" y="21556"/>
                    <a:pt x="37446" y="21556"/>
                  </a:cubicBezTo>
                  <a:cubicBezTo>
                    <a:pt x="40000" y="17245"/>
                    <a:pt x="40000" y="17245"/>
                    <a:pt x="40000" y="17245"/>
                  </a:cubicBezTo>
                  <a:cubicBezTo>
                    <a:pt x="43404" y="12215"/>
                    <a:pt x="43404" y="12215"/>
                    <a:pt x="43404" y="12215"/>
                  </a:cubicBezTo>
                  <a:cubicBezTo>
                    <a:pt x="45106" y="10059"/>
                    <a:pt x="45106" y="10059"/>
                    <a:pt x="45106" y="10059"/>
                  </a:cubicBezTo>
                  <a:cubicBezTo>
                    <a:pt x="46808" y="6467"/>
                    <a:pt x="46808" y="6467"/>
                    <a:pt x="46808" y="6467"/>
                  </a:cubicBezTo>
                  <a:cubicBezTo>
                    <a:pt x="51914" y="5029"/>
                    <a:pt x="51914" y="5029"/>
                    <a:pt x="51914" y="5029"/>
                  </a:cubicBezTo>
                  <a:cubicBezTo>
                    <a:pt x="51914" y="5029"/>
                    <a:pt x="55319" y="4311"/>
                    <a:pt x="56170" y="4311"/>
                  </a:cubicBezTo>
                  <a:cubicBezTo>
                    <a:pt x="57021" y="3592"/>
                    <a:pt x="62127" y="0"/>
                    <a:pt x="62127" y="0"/>
                  </a:cubicBezTo>
                  <a:cubicBezTo>
                    <a:pt x="62978" y="0"/>
                    <a:pt x="62978" y="0"/>
                    <a:pt x="62978" y="0"/>
                  </a:cubicBezTo>
                  <a:cubicBezTo>
                    <a:pt x="60425" y="3592"/>
                    <a:pt x="60425" y="3592"/>
                    <a:pt x="60425" y="3592"/>
                  </a:cubicBezTo>
                  <a:cubicBezTo>
                    <a:pt x="60425" y="5748"/>
                    <a:pt x="60425" y="5748"/>
                    <a:pt x="60425" y="5748"/>
                  </a:cubicBezTo>
                  <a:cubicBezTo>
                    <a:pt x="60425" y="7185"/>
                    <a:pt x="60425" y="7185"/>
                    <a:pt x="60425" y="7185"/>
                  </a:cubicBezTo>
                  <a:cubicBezTo>
                    <a:pt x="61276" y="10059"/>
                    <a:pt x="61276" y="10059"/>
                    <a:pt x="61276" y="10059"/>
                  </a:cubicBezTo>
                  <a:cubicBezTo>
                    <a:pt x="62127" y="10778"/>
                    <a:pt x="62127" y="10778"/>
                    <a:pt x="62127" y="10778"/>
                  </a:cubicBezTo>
                  <a:cubicBezTo>
                    <a:pt x="62127" y="13652"/>
                    <a:pt x="62127" y="13652"/>
                    <a:pt x="62127" y="13652"/>
                  </a:cubicBezTo>
                  <a:cubicBezTo>
                    <a:pt x="62127" y="16526"/>
                    <a:pt x="62127" y="16526"/>
                    <a:pt x="62127" y="16526"/>
                  </a:cubicBezTo>
                  <a:cubicBezTo>
                    <a:pt x="62127" y="16526"/>
                    <a:pt x="64680" y="17964"/>
                    <a:pt x="63829" y="18682"/>
                  </a:cubicBezTo>
                  <a:cubicBezTo>
                    <a:pt x="62127" y="19401"/>
                    <a:pt x="60425" y="21556"/>
                    <a:pt x="60425" y="21556"/>
                  </a:cubicBezTo>
                  <a:cubicBezTo>
                    <a:pt x="59574" y="25868"/>
                    <a:pt x="59574" y="25868"/>
                    <a:pt x="59574" y="25868"/>
                  </a:cubicBezTo>
                  <a:cubicBezTo>
                    <a:pt x="56170" y="29461"/>
                    <a:pt x="56170" y="29461"/>
                    <a:pt x="56170" y="29461"/>
                  </a:cubicBezTo>
                  <a:cubicBezTo>
                    <a:pt x="57021" y="33772"/>
                    <a:pt x="57021" y="33772"/>
                    <a:pt x="57021" y="33772"/>
                  </a:cubicBezTo>
                  <a:cubicBezTo>
                    <a:pt x="57872" y="37365"/>
                    <a:pt x="57872" y="37365"/>
                    <a:pt x="57872" y="37365"/>
                  </a:cubicBezTo>
                  <a:cubicBezTo>
                    <a:pt x="57021" y="40239"/>
                    <a:pt x="57021" y="40239"/>
                    <a:pt x="57021" y="40239"/>
                  </a:cubicBezTo>
                  <a:cubicBezTo>
                    <a:pt x="59574" y="42395"/>
                    <a:pt x="59574" y="42395"/>
                    <a:pt x="59574" y="42395"/>
                  </a:cubicBezTo>
                  <a:cubicBezTo>
                    <a:pt x="58723" y="43832"/>
                    <a:pt x="58723" y="43832"/>
                    <a:pt x="58723" y="43832"/>
                  </a:cubicBezTo>
                  <a:cubicBezTo>
                    <a:pt x="59574" y="45988"/>
                    <a:pt x="59574" y="45988"/>
                    <a:pt x="59574" y="45988"/>
                  </a:cubicBezTo>
                  <a:cubicBezTo>
                    <a:pt x="62127" y="47425"/>
                    <a:pt x="62127" y="47425"/>
                    <a:pt x="62127" y="47425"/>
                  </a:cubicBezTo>
                  <a:cubicBezTo>
                    <a:pt x="62127" y="47425"/>
                    <a:pt x="63829" y="47425"/>
                    <a:pt x="64680" y="47425"/>
                  </a:cubicBezTo>
                  <a:cubicBezTo>
                    <a:pt x="65531" y="47425"/>
                    <a:pt x="68085" y="46706"/>
                    <a:pt x="68936" y="46706"/>
                  </a:cubicBezTo>
                  <a:cubicBezTo>
                    <a:pt x="69787" y="46706"/>
                    <a:pt x="71489" y="47425"/>
                    <a:pt x="71489" y="47425"/>
                  </a:cubicBezTo>
                  <a:cubicBezTo>
                    <a:pt x="74042" y="50299"/>
                    <a:pt x="74042" y="50299"/>
                    <a:pt x="74042" y="50299"/>
                  </a:cubicBezTo>
                  <a:cubicBezTo>
                    <a:pt x="74042" y="52455"/>
                    <a:pt x="74042" y="52455"/>
                    <a:pt x="74042" y="52455"/>
                  </a:cubicBezTo>
                  <a:cubicBezTo>
                    <a:pt x="74042" y="52455"/>
                    <a:pt x="73191" y="53892"/>
                    <a:pt x="73191" y="54610"/>
                  </a:cubicBezTo>
                  <a:cubicBezTo>
                    <a:pt x="72340" y="55329"/>
                    <a:pt x="71489" y="56766"/>
                    <a:pt x="71489" y="56766"/>
                  </a:cubicBezTo>
                  <a:cubicBezTo>
                    <a:pt x="69787" y="58203"/>
                    <a:pt x="69787" y="58203"/>
                    <a:pt x="69787" y="58203"/>
                  </a:cubicBezTo>
                  <a:cubicBezTo>
                    <a:pt x="68936" y="60359"/>
                    <a:pt x="68936" y="60359"/>
                    <a:pt x="68936" y="60359"/>
                  </a:cubicBezTo>
                  <a:cubicBezTo>
                    <a:pt x="68085" y="61796"/>
                    <a:pt x="68085" y="61796"/>
                    <a:pt x="68085" y="61796"/>
                  </a:cubicBezTo>
                  <a:cubicBezTo>
                    <a:pt x="68085" y="61796"/>
                    <a:pt x="68085" y="61796"/>
                    <a:pt x="68085" y="61796"/>
                  </a:cubicBezTo>
                  <a:cubicBezTo>
                    <a:pt x="66382" y="60359"/>
                    <a:pt x="66382" y="60359"/>
                    <a:pt x="66382" y="60359"/>
                  </a:cubicBezTo>
                  <a:cubicBezTo>
                    <a:pt x="66382" y="60359"/>
                    <a:pt x="66382" y="58203"/>
                    <a:pt x="65531" y="58922"/>
                  </a:cubicBezTo>
                  <a:cubicBezTo>
                    <a:pt x="64680" y="58922"/>
                    <a:pt x="63829" y="60359"/>
                    <a:pt x="63829" y="60359"/>
                  </a:cubicBezTo>
                  <a:cubicBezTo>
                    <a:pt x="64680" y="61796"/>
                    <a:pt x="64680" y="61796"/>
                    <a:pt x="64680" y="61796"/>
                  </a:cubicBezTo>
                  <a:cubicBezTo>
                    <a:pt x="64680" y="61796"/>
                    <a:pt x="65531" y="63952"/>
                    <a:pt x="64680" y="63952"/>
                  </a:cubicBezTo>
                  <a:cubicBezTo>
                    <a:pt x="63829" y="63952"/>
                    <a:pt x="62978" y="63952"/>
                    <a:pt x="62978" y="63952"/>
                  </a:cubicBezTo>
                  <a:cubicBezTo>
                    <a:pt x="62127" y="61077"/>
                    <a:pt x="62127" y="61077"/>
                    <a:pt x="62127" y="61077"/>
                  </a:cubicBezTo>
                  <a:cubicBezTo>
                    <a:pt x="59574" y="60359"/>
                    <a:pt x="59574" y="60359"/>
                    <a:pt x="59574" y="60359"/>
                  </a:cubicBezTo>
                  <a:cubicBezTo>
                    <a:pt x="61276" y="57485"/>
                    <a:pt x="61276" y="57485"/>
                    <a:pt x="61276" y="57485"/>
                  </a:cubicBezTo>
                  <a:cubicBezTo>
                    <a:pt x="59574" y="56766"/>
                    <a:pt x="59574" y="56766"/>
                    <a:pt x="59574" y="56766"/>
                  </a:cubicBezTo>
                  <a:cubicBezTo>
                    <a:pt x="59574" y="56766"/>
                    <a:pt x="58723" y="56766"/>
                    <a:pt x="57872" y="57485"/>
                  </a:cubicBezTo>
                  <a:cubicBezTo>
                    <a:pt x="57872" y="58203"/>
                    <a:pt x="57021" y="61077"/>
                    <a:pt x="57021" y="61077"/>
                  </a:cubicBezTo>
                  <a:cubicBezTo>
                    <a:pt x="56170" y="63952"/>
                    <a:pt x="56170" y="63952"/>
                    <a:pt x="56170" y="63952"/>
                  </a:cubicBezTo>
                  <a:cubicBezTo>
                    <a:pt x="56170" y="63952"/>
                    <a:pt x="57021" y="64670"/>
                    <a:pt x="57021" y="65389"/>
                  </a:cubicBezTo>
                  <a:cubicBezTo>
                    <a:pt x="57021" y="66107"/>
                    <a:pt x="56170" y="66826"/>
                    <a:pt x="56170" y="66826"/>
                  </a:cubicBezTo>
                  <a:cubicBezTo>
                    <a:pt x="56170" y="66826"/>
                    <a:pt x="56170" y="67544"/>
                    <a:pt x="56170" y="68263"/>
                  </a:cubicBezTo>
                  <a:cubicBezTo>
                    <a:pt x="56170" y="68263"/>
                    <a:pt x="57021" y="69700"/>
                    <a:pt x="57021" y="70419"/>
                  </a:cubicBezTo>
                  <a:cubicBezTo>
                    <a:pt x="57021" y="70419"/>
                    <a:pt x="57021" y="71137"/>
                    <a:pt x="56170" y="71137"/>
                  </a:cubicBezTo>
                  <a:cubicBezTo>
                    <a:pt x="56170" y="71856"/>
                    <a:pt x="56170" y="71856"/>
                    <a:pt x="56170" y="72574"/>
                  </a:cubicBezTo>
                  <a:cubicBezTo>
                    <a:pt x="55319" y="72574"/>
                    <a:pt x="54468" y="73293"/>
                    <a:pt x="54468" y="73293"/>
                  </a:cubicBezTo>
                  <a:cubicBezTo>
                    <a:pt x="54468" y="73293"/>
                    <a:pt x="52765" y="74011"/>
                    <a:pt x="52765" y="74011"/>
                  </a:cubicBezTo>
                  <a:cubicBezTo>
                    <a:pt x="52765" y="74011"/>
                    <a:pt x="51914" y="73293"/>
                    <a:pt x="51063" y="73293"/>
                  </a:cubicBezTo>
                  <a:cubicBezTo>
                    <a:pt x="50212" y="73293"/>
                    <a:pt x="50212" y="72574"/>
                    <a:pt x="49361" y="73293"/>
                  </a:cubicBezTo>
                  <a:cubicBezTo>
                    <a:pt x="48510" y="74011"/>
                    <a:pt x="48510" y="74011"/>
                    <a:pt x="48510" y="74011"/>
                  </a:cubicBezTo>
                  <a:cubicBezTo>
                    <a:pt x="49361" y="74730"/>
                    <a:pt x="49361" y="74730"/>
                    <a:pt x="49361" y="74730"/>
                  </a:cubicBezTo>
                  <a:cubicBezTo>
                    <a:pt x="51063" y="74730"/>
                    <a:pt x="51063" y="74730"/>
                    <a:pt x="51063" y="74730"/>
                  </a:cubicBezTo>
                  <a:cubicBezTo>
                    <a:pt x="51063" y="76167"/>
                    <a:pt x="51063" y="76167"/>
                    <a:pt x="51063" y="76167"/>
                  </a:cubicBezTo>
                  <a:cubicBezTo>
                    <a:pt x="51063" y="76167"/>
                    <a:pt x="51914" y="76167"/>
                    <a:pt x="51914" y="76886"/>
                  </a:cubicBezTo>
                  <a:cubicBezTo>
                    <a:pt x="51063" y="77604"/>
                    <a:pt x="50212" y="78323"/>
                    <a:pt x="50212" y="78323"/>
                  </a:cubicBezTo>
                  <a:cubicBezTo>
                    <a:pt x="48510" y="79760"/>
                    <a:pt x="48510" y="79760"/>
                    <a:pt x="48510" y="79760"/>
                  </a:cubicBezTo>
                  <a:cubicBezTo>
                    <a:pt x="46808" y="80479"/>
                    <a:pt x="46808" y="80479"/>
                    <a:pt x="46808" y="80479"/>
                  </a:cubicBezTo>
                  <a:cubicBezTo>
                    <a:pt x="46808" y="80479"/>
                    <a:pt x="45106" y="79760"/>
                    <a:pt x="45106" y="80479"/>
                  </a:cubicBezTo>
                  <a:cubicBezTo>
                    <a:pt x="44255" y="80479"/>
                    <a:pt x="43404" y="80479"/>
                    <a:pt x="43404" y="80479"/>
                  </a:cubicBezTo>
                  <a:cubicBezTo>
                    <a:pt x="43404" y="81197"/>
                    <a:pt x="45106" y="82634"/>
                    <a:pt x="45106" y="82634"/>
                  </a:cubicBezTo>
                  <a:cubicBezTo>
                    <a:pt x="41702" y="79760"/>
                    <a:pt x="41702" y="79760"/>
                    <a:pt x="41702" y="79760"/>
                  </a:cubicBezTo>
                  <a:cubicBezTo>
                    <a:pt x="40000" y="79760"/>
                    <a:pt x="40000" y="79760"/>
                    <a:pt x="40000" y="79760"/>
                  </a:cubicBezTo>
                  <a:cubicBezTo>
                    <a:pt x="42553" y="81197"/>
                    <a:pt x="42553" y="81197"/>
                    <a:pt x="42553" y="81197"/>
                  </a:cubicBezTo>
                  <a:cubicBezTo>
                    <a:pt x="43404" y="82634"/>
                    <a:pt x="43404" y="82634"/>
                    <a:pt x="43404" y="82634"/>
                  </a:cubicBezTo>
                  <a:cubicBezTo>
                    <a:pt x="45106" y="83353"/>
                    <a:pt x="45106" y="83353"/>
                    <a:pt x="45106" y="83353"/>
                  </a:cubicBezTo>
                  <a:cubicBezTo>
                    <a:pt x="44255" y="84071"/>
                    <a:pt x="44255" y="84071"/>
                    <a:pt x="44255" y="84071"/>
                  </a:cubicBezTo>
                  <a:cubicBezTo>
                    <a:pt x="43404" y="84790"/>
                    <a:pt x="43404" y="84790"/>
                    <a:pt x="43404" y="84790"/>
                  </a:cubicBezTo>
                  <a:cubicBezTo>
                    <a:pt x="41702" y="86227"/>
                    <a:pt x="41702" y="86227"/>
                    <a:pt x="41702" y="86227"/>
                  </a:cubicBezTo>
                  <a:cubicBezTo>
                    <a:pt x="41702" y="86227"/>
                    <a:pt x="40851" y="86946"/>
                    <a:pt x="40000" y="86946"/>
                  </a:cubicBezTo>
                  <a:cubicBezTo>
                    <a:pt x="40000" y="86946"/>
                    <a:pt x="37446" y="86946"/>
                    <a:pt x="37446" y="86946"/>
                  </a:cubicBezTo>
                  <a:cubicBezTo>
                    <a:pt x="38297" y="87664"/>
                    <a:pt x="38297" y="87664"/>
                    <a:pt x="38297" y="87664"/>
                  </a:cubicBezTo>
                  <a:cubicBezTo>
                    <a:pt x="40000" y="88383"/>
                    <a:pt x="40000" y="88383"/>
                    <a:pt x="40000" y="88383"/>
                  </a:cubicBezTo>
                  <a:cubicBezTo>
                    <a:pt x="40000" y="88383"/>
                    <a:pt x="40851" y="87664"/>
                    <a:pt x="40851" y="88383"/>
                  </a:cubicBezTo>
                  <a:cubicBezTo>
                    <a:pt x="40000" y="88383"/>
                    <a:pt x="40000" y="88383"/>
                    <a:pt x="40000" y="89101"/>
                  </a:cubicBezTo>
                  <a:cubicBezTo>
                    <a:pt x="40000" y="90538"/>
                    <a:pt x="40000" y="92694"/>
                    <a:pt x="40000" y="92694"/>
                  </a:cubicBezTo>
                  <a:cubicBezTo>
                    <a:pt x="41702" y="94850"/>
                    <a:pt x="41702" y="94850"/>
                    <a:pt x="41702" y="94850"/>
                  </a:cubicBezTo>
                  <a:cubicBezTo>
                    <a:pt x="42553" y="95568"/>
                    <a:pt x="42553" y="95568"/>
                    <a:pt x="42553" y="95568"/>
                  </a:cubicBezTo>
                  <a:cubicBezTo>
                    <a:pt x="42553" y="95568"/>
                    <a:pt x="42553" y="95568"/>
                    <a:pt x="42553" y="96287"/>
                  </a:cubicBezTo>
                  <a:cubicBezTo>
                    <a:pt x="42553" y="96287"/>
                    <a:pt x="42553" y="97005"/>
                    <a:pt x="42553" y="97005"/>
                  </a:cubicBezTo>
                  <a:cubicBezTo>
                    <a:pt x="42553" y="98443"/>
                    <a:pt x="42553" y="98443"/>
                    <a:pt x="42553" y="98443"/>
                  </a:cubicBezTo>
                  <a:cubicBezTo>
                    <a:pt x="42553" y="98443"/>
                    <a:pt x="41702" y="99161"/>
                    <a:pt x="40851" y="99161"/>
                  </a:cubicBezTo>
                  <a:cubicBezTo>
                    <a:pt x="40851" y="99161"/>
                    <a:pt x="37446" y="99880"/>
                    <a:pt x="37446" y="99880"/>
                  </a:cubicBezTo>
                  <a:cubicBezTo>
                    <a:pt x="36595" y="101317"/>
                    <a:pt x="36595" y="101317"/>
                    <a:pt x="36595" y="101317"/>
                  </a:cubicBezTo>
                  <a:cubicBezTo>
                    <a:pt x="38297" y="102035"/>
                    <a:pt x="38297" y="102035"/>
                    <a:pt x="38297" y="102035"/>
                  </a:cubicBezTo>
                  <a:cubicBezTo>
                    <a:pt x="38297" y="102035"/>
                    <a:pt x="38297" y="103473"/>
                    <a:pt x="38297" y="103473"/>
                  </a:cubicBezTo>
                  <a:cubicBezTo>
                    <a:pt x="38297" y="104191"/>
                    <a:pt x="37446" y="104910"/>
                    <a:pt x="37446" y="104910"/>
                  </a:cubicBezTo>
                  <a:cubicBezTo>
                    <a:pt x="39148" y="104910"/>
                    <a:pt x="39148" y="104910"/>
                    <a:pt x="39148" y="104910"/>
                  </a:cubicBezTo>
                  <a:cubicBezTo>
                    <a:pt x="41702" y="105628"/>
                    <a:pt x="41702" y="105628"/>
                    <a:pt x="41702" y="105628"/>
                  </a:cubicBezTo>
                  <a:cubicBezTo>
                    <a:pt x="45106" y="109221"/>
                    <a:pt x="45106" y="109221"/>
                    <a:pt x="45106" y="109221"/>
                  </a:cubicBezTo>
                  <a:cubicBezTo>
                    <a:pt x="44255" y="112095"/>
                    <a:pt x="44255" y="112095"/>
                    <a:pt x="44255" y="112095"/>
                  </a:cubicBezTo>
                  <a:cubicBezTo>
                    <a:pt x="42553" y="113532"/>
                    <a:pt x="42553" y="113532"/>
                    <a:pt x="42553" y="113532"/>
                  </a:cubicBezTo>
                  <a:cubicBezTo>
                    <a:pt x="40851" y="110658"/>
                    <a:pt x="40851" y="110658"/>
                    <a:pt x="40851" y="110658"/>
                  </a:cubicBezTo>
                  <a:cubicBezTo>
                    <a:pt x="40851" y="110658"/>
                    <a:pt x="40000" y="110658"/>
                    <a:pt x="40000" y="111377"/>
                  </a:cubicBezTo>
                  <a:cubicBezTo>
                    <a:pt x="39148" y="111377"/>
                    <a:pt x="36595" y="112814"/>
                    <a:pt x="36595" y="112814"/>
                  </a:cubicBezTo>
                  <a:cubicBezTo>
                    <a:pt x="36595" y="112814"/>
                    <a:pt x="34893" y="113532"/>
                    <a:pt x="34042" y="113532"/>
                  </a:cubicBezTo>
                  <a:cubicBezTo>
                    <a:pt x="34042" y="113532"/>
                    <a:pt x="33191" y="113532"/>
                    <a:pt x="33191" y="113532"/>
                  </a:cubicBezTo>
                  <a:cubicBezTo>
                    <a:pt x="30638" y="112814"/>
                    <a:pt x="30638" y="112814"/>
                    <a:pt x="30638" y="112814"/>
                  </a:cubicBezTo>
                  <a:cubicBezTo>
                    <a:pt x="27234" y="111377"/>
                    <a:pt x="27234" y="111377"/>
                    <a:pt x="27234" y="111377"/>
                  </a:cubicBezTo>
                  <a:cubicBezTo>
                    <a:pt x="27234" y="111377"/>
                    <a:pt x="25531" y="110658"/>
                    <a:pt x="24680" y="110658"/>
                  </a:cubicBezTo>
                  <a:cubicBezTo>
                    <a:pt x="23829" y="110658"/>
                    <a:pt x="19574" y="109221"/>
                    <a:pt x="19574" y="109221"/>
                  </a:cubicBezTo>
                  <a:cubicBezTo>
                    <a:pt x="17872" y="109940"/>
                    <a:pt x="17872" y="109940"/>
                    <a:pt x="17872" y="109940"/>
                  </a:cubicBezTo>
                  <a:cubicBezTo>
                    <a:pt x="15319" y="109940"/>
                    <a:pt x="15319" y="109940"/>
                    <a:pt x="15319" y="109940"/>
                  </a:cubicBezTo>
                  <a:cubicBezTo>
                    <a:pt x="13617" y="109221"/>
                    <a:pt x="13617" y="109221"/>
                    <a:pt x="13617" y="109221"/>
                  </a:cubicBezTo>
                  <a:cubicBezTo>
                    <a:pt x="11914" y="107065"/>
                    <a:pt x="11914" y="107065"/>
                    <a:pt x="11914" y="107065"/>
                  </a:cubicBezTo>
                  <a:cubicBezTo>
                    <a:pt x="11914" y="107065"/>
                    <a:pt x="11063" y="105628"/>
                    <a:pt x="11063" y="105628"/>
                  </a:cubicBezTo>
                  <a:cubicBezTo>
                    <a:pt x="11063" y="105628"/>
                    <a:pt x="13617" y="104191"/>
                    <a:pt x="13617" y="104191"/>
                  </a:cubicBezTo>
                  <a:cubicBezTo>
                    <a:pt x="14468" y="104191"/>
                    <a:pt x="14468" y="103473"/>
                    <a:pt x="14468" y="103473"/>
                  </a:cubicBezTo>
                  <a:cubicBezTo>
                    <a:pt x="14468" y="100598"/>
                    <a:pt x="14468" y="100598"/>
                    <a:pt x="14468" y="100598"/>
                  </a:cubicBezTo>
                  <a:cubicBezTo>
                    <a:pt x="14468" y="100598"/>
                    <a:pt x="14468" y="99161"/>
                    <a:pt x="14468" y="99161"/>
                  </a:cubicBezTo>
                  <a:cubicBezTo>
                    <a:pt x="14468" y="98443"/>
                    <a:pt x="15319" y="97724"/>
                    <a:pt x="15319" y="97724"/>
                  </a:cubicBezTo>
                  <a:cubicBezTo>
                    <a:pt x="15319" y="97724"/>
                    <a:pt x="15319" y="95568"/>
                    <a:pt x="14468" y="94850"/>
                  </a:cubicBezTo>
                  <a:cubicBezTo>
                    <a:pt x="14468" y="93413"/>
                    <a:pt x="14468" y="91976"/>
                    <a:pt x="14468" y="91976"/>
                  </a:cubicBezTo>
                  <a:cubicBezTo>
                    <a:pt x="12765" y="89820"/>
                    <a:pt x="12765" y="89820"/>
                    <a:pt x="12765" y="89820"/>
                  </a:cubicBezTo>
                  <a:cubicBezTo>
                    <a:pt x="12765" y="89820"/>
                    <a:pt x="11914" y="89820"/>
                    <a:pt x="10212" y="89101"/>
                  </a:cubicBezTo>
                  <a:cubicBezTo>
                    <a:pt x="8510" y="88383"/>
                    <a:pt x="5957" y="87664"/>
                    <a:pt x="5957" y="87664"/>
                  </a:cubicBezTo>
                  <a:cubicBezTo>
                    <a:pt x="5957" y="85508"/>
                    <a:pt x="5957" y="85508"/>
                    <a:pt x="5957" y="85508"/>
                  </a:cubicBezTo>
                  <a:cubicBezTo>
                    <a:pt x="5106" y="84790"/>
                    <a:pt x="5106" y="84790"/>
                    <a:pt x="5106" y="84790"/>
                  </a:cubicBezTo>
                  <a:cubicBezTo>
                    <a:pt x="5106" y="84790"/>
                    <a:pt x="3404" y="84790"/>
                    <a:pt x="3404" y="85508"/>
                  </a:cubicBezTo>
                  <a:cubicBezTo>
                    <a:pt x="3404" y="85508"/>
                    <a:pt x="3404" y="86227"/>
                    <a:pt x="3404" y="86227"/>
                  </a:cubicBezTo>
                  <a:cubicBezTo>
                    <a:pt x="1702" y="85508"/>
                    <a:pt x="1702" y="85508"/>
                    <a:pt x="1702" y="85508"/>
                  </a:cubicBezTo>
                  <a:cubicBezTo>
                    <a:pt x="1702" y="85508"/>
                    <a:pt x="0" y="83353"/>
                    <a:pt x="0" y="82634"/>
                  </a:cubicBezTo>
                  <a:cubicBezTo>
                    <a:pt x="851" y="82634"/>
                    <a:pt x="1702" y="81916"/>
                    <a:pt x="1702" y="81197"/>
                  </a:cubicBezTo>
                  <a:cubicBezTo>
                    <a:pt x="2553" y="80479"/>
                    <a:pt x="3404" y="79041"/>
                    <a:pt x="3404" y="78323"/>
                  </a:cubicBezTo>
                  <a:cubicBezTo>
                    <a:pt x="3404" y="78323"/>
                    <a:pt x="3404" y="75449"/>
                    <a:pt x="3404" y="75449"/>
                  </a:cubicBezTo>
                  <a:cubicBezTo>
                    <a:pt x="3404" y="75449"/>
                    <a:pt x="2553" y="74730"/>
                    <a:pt x="3404" y="74730"/>
                  </a:cubicBezTo>
                  <a:cubicBezTo>
                    <a:pt x="4255" y="74730"/>
                    <a:pt x="3404" y="74730"/>
                    <a:pt x="4255" y="74730"/>
                  </a:cubicBezTo>
                  <a:cubicBezTo>
                    <a:pt x="5106" y="74011"/>
                    <a:pt x="7659" y="72574"/>
                    <a:pt x="7659" y="72574"/>
                  </a:cubicBezTo>
                  <a:cubicBezTo>
                    <a:pt x="7659" y="71137"/>
                    <a:pt x="7659" y="71137"/>
                    <a:pt x="7659" y="71137"/>
                  </a:cubicBezTo>
                  <a:cubicBezTo>
                    <a:pt x="7659" y="71137"/>
                    <a:pt x="6808" y="69700"/>
                    <a:pt x="6808" y="68982"/>
                  </a:cubicBezTo>
                  <a:cubicBezTo>
                    <a:pt x="6808" y="68982"/>
                    <a:pt x="6808" y="68982"/>
                    <a:pt x="6808" y="68263"/>
                  </a:cubicBezTo>
                  <a:cubicBezTo>
                    <a:pt x="6808" y="66826"/>
                    <a:pt x="3404" y="63952"/>
                    <a:pt x="3404" y="63952"/>
                  </a:cubicBezTo>
                  <a:cubicBezTo>
                    <a:pt x="1702" y="63952"/>
                    <a:pt x="1702" y="63952"/>
                    <a:pt x="1702" y="63952"/>
                  </a:cubicBezTo>
                  <a:cubicBezTo>
                    <a:pt x="1702" y="63952"/>
                    <a:pt x="1702" y="63233"/>
                    <a:pt x="1702" y="62514"/>
                  </a:cubicBezTo>
                  <a:cubicBezTo>
                    <a:pt x="1702" y="62514"/>
                    <a:pt x="1702" y="60359"/>
                    <a:pt x="1702" y="60359"/>
                  </a:cubicBezTo>
                  <a:cubicBezTo>
                    <a:pt x="2553" y="57485"/>
                    <a:pt x="2553" y="57485"/>
                    <a:pt x="2553" y="57485"/>
                  </a:cubicBezTo>
                  <a:cubicBezTo>
                    <a:pt x="1702" y="52455"/>
                    <a:pt x="1702" y="52455"/>
                    <a:pt x="1702" y="52455"/>
                  </a:cubicBezTo>
                  <a:cubicBezTo>
                    <a:pt x="1702" y="48862"/>
                    <a:pt x="1702" y="48862"/>
                    <a:pt x="1702" y="48862"/>
                  </a:cubicBezTo>
                  <a:cubicBezTo>
                    <a:pt x="1702" y="48862"/>
                    <a:pt x="1702" y="45988"/>
                    <a:pt x="1702" y="45269"/>
                  </a:cubicBezTo>
                  <a:cubicBezTo>
                    <a:pt x="1702" y="45269"/>
                    <a:pt x="3404" y="42395"/>
                    <a:pt x="3404" y="42395"/>
                  </a:cubicBezTo>
                  <a:cubicBezTo>
                    <a:pt x="4255" y="40958"/>
                    <a:pt x="4255" y="40958"/>
                    <a:pt x="4255" y="40958"/>
                  </a:cubicBezTo>
                  <a:cubicBezTo>
                    <a:pt x="5106" y="43113"/>
                    <a:pt x="5106" y="43113"/>
                    <a:pt x="5106" y="43113"/>
                  </a:cubicBezTo>
                  <a:cubicBezTo>
                    <a:pt x="5106" y="43113"/>
                    <a:pt x="4255" y="43832"/>
                    <a:pt x="5106" y="44550"/>
                  </a:cubicBezTo>
                  <a:cubicBezTo>
                    <a:pt x="5957" y="44550"/>
                    <a:pt x="6808" y="44550"/>
                    <a:pt x="7659" y="44550"/>
                  </a:cubicBezTo>
                  <a:cubicBezTo>
                    <a:pt x="7659" y="44550"/>
                    <a:pt x="8510" y="45269"/>
                    <a:pt x="8510" y="45269"/>
                  </a:cubicBezTo>
                  <a:cubicBezTo>
                    <a:pt x="11063" y="46706"/>
                    <a:pt x="11063" y="46706"/>
                    <a:pt x="11063" y="46706"/>
                  </a:cubicBezTo>
                  <a:cubicBezTo>
                    <a:pt x="12765" y="48143"/>
                    <a:pt x="12765" y="48143"/>
                    <a:pt x="12765" y="48143"/>
                  </a:cubicBezTo>
                  <a:cubicBezTo>
                    <a:pt x="14468" y="48862"/>
                    <a:pt x="14468" y="48862"/>
                    <a:pt x="14468" y="48862"/>
                  </a:cubicBezTo>
                  <a:cubicBezTo>
                    <a:pt x="16170" y="48862"/>
                    <a:pt x="16170" y="48862"/>
                    <a:pt x="16170" y="48862"/>
                  </a:cubicBezTo>
                  <a:cubicBezTo>
                    <a:pt x="17021" y="48143"/>
                    <a:pt x="17021" y="48143"/>
                    <a:pt x="17021" y="48143"/>
                  </a:cubicBezTo>
                  <a:cubicBezTo>
                    <a:pt x="17021" y="48143"/>
                    <a:pt x="17021" y="47425"/>
                    <a:pt x="17021" y="47425"/>
                  </a:cubicBezTo>
                  <a:cubicBezTo>
                    <a:pt x="17021" y="47425"/>
                    <a:pt x="16170" y="45988"/>
                    <a:pt x="16170" y="45988"/>
                  </a:cubicBezTo>
                  <a:cubicBezTo>
                    <a:pt x="16170" y="45269"/>
                    <a:pt x="15319" y="44550"/>
                    <a:pt x="15319" y="44550"/>
                  </a:cubicBezTo>
                  <a:cubicBezTo>
                    <a:pt x="17872" y="43113"/>
                    <a:pt x="17872" y="43113"/>
                    <a:pt x="17872" y="43113"/>
                  </a:cubicBezTo>
                  <a:cubicBezTo>
                    <a:pt x="18723" y="41676"/>
                    <a:pt x="18723" y="41676"/>
                    <a:pt x="18723" y="41676"/>
                  </a:cubicBezTo>
                  <a:cubicBezTo>
                    <a:pt x="18723" y="41676"/>
                    <a:pt x="18723" y="40958"/>
                    <a:pt x="17872" y="40958"/>
                  </a:cubicBezTo>
                  <a:cubicBezTo>
                    <a:pt x="17021" y="40958"/>
                    <a:pt x="15319" y="40958"/>
                    <a:pt x="15319" y="40958"/>
                  </a:cubicBezTo>
                  <a:cubicBezTo>
                    <a:pt x="15319" y="40958"/>
                    <a:pt x="14468" y="40239"/>
                    <a:pt x="14468" y="40239"/>
                  </a:cubicBezTo>
                  <a:cubicBezTo>
                    <a:pt x="14468" y="40239"/>
                    <a:pt x="13617" y="38802"/>
                    <a:pt x="13617" y="38802"/>
                  </a:cubicBezTo>
                  <a:cubicBezTo>
                    <a:pt x="13617" y="38802"/>
                    <a:pt x="13617" y="37365"/>
                    <a:pt x="14468" y="37365"/>
                  </a:cubicBezTo>
                  <a:cubicBezTo>
                    <a:pt x="14468" y="36646"/>
                    <a:pt x="15319" y="34491"/>
                    <a:pt x="15319" y="34491"/>
                  </a:cubicBezTo>
                  <a:cubicBezTo>
                    <a:pt x="15319" y="34491"/>
                    <a:pt x="14468" y="33053"/>
                    <a:pt x="16170" y="33053"/>
                  </a:cubicBezTo>
                  <a:cubicBezTo>
                    <a:pt x="17872" y="33053"/>
                    <a:pt x="18723" y="33053"/>
                    <a:pt x="18723" y="33053"/>
                  </a:cubicBezTo>
                  <a:cubicBezTo>
                    <a:pt x="18723" y="33053"/>
                    <a:pt x="19574" y="31616"/>
                    <a:pt x="20425" y="31616"/>
                  </a:cubicBezTo>
                  <a:cubicBezTo>
                    <a:pt x="20425" y="31616"/>
                    <a:pt x="21276" y="30898"/>
                    <a:pt x="21276" y="31616"/>
                  </a:cubicBezTo>
                  <a:cubicBezTo>
                    <a:pt x="22127" y="31616"/>
                    <a:pt x="21276" y="33772"/>
                    <a:pt x="21276" y="33772"/>
                  </a:cubicBezTo>
                  <a:cubicBezTo>
                    <a:pt x="19574" y="35209"/>
                    <a:pt x="19574" y="35209"/>
                    <a:pt x="19574" y="35209"/>
                  </a:cubicBezTo>
                  <a:cubicBezTo>
                    <a:pt x="19574" y="35209"/>
                    <a:pt x="20425" y="35928"/>
                    <a:pt x="20425" y="36646"/>
                  </a:cubicBezTo>
                  <a:cubicBezTo>
                    <a:pt x="20425" y="37365"/>
                    <a:pt x="20425" y="38083"/>
                    <a:pt x="20425" y="38083"/>
                  </a:cubicBezTo>
                  <a:cubicBezTo>
                    <a:pt x="18723" y="40239"/>
                    <a:pt x="18723" y="40239"/>
                    <a:pt x="18723" y="40239"/>
                  </a:cubicBezTo>
                  <a:cubicBezTo>
                    <a:pt x="18723" y="40239"/>
                    <a:pt x="19574" y="40239"/>
                    <a:pt x="19574" y="40239"/>
                  </a:cubicBezTo>
                  <a:cubicBezTo>
                    <a:pt x="19574" y="40958"/>
                    <a:pt x="19574" y="41676"/>
                    <a:pt x="19574" y="41676"/>
                  </a:cubicBezTo>
                  <a:cubicBezTo>
                    <a:pt x="22127" y="40958"/>
                    <a:pt x="22127" y="40958"/>
                    <a:pt x="22127" y="40958"/>
                  </a:cubicBezTo>
                  <a:cubicBezTo>
                    <a:pt x="22127" y="40958"/>
                    <a:pt x="21276" y="40239"/>
                    <a:pt x="21276" y="40239"/>
                  </a:cubicBezTo>
                  <a:cubicBezTo>
                    <a:pt x="21276" y="40239"/>
                    <a:pt x="20425" y="39520"/>
                    <a:pt x="21276" y="38802"/>
                  </a:cubicBezTo>
                  <a:cubicBezTo>
                    <a:pt x="22127" y="38083"/>
                    <a:pt x="22127" y="37365"/>
                    <a:pt x="22978" y="37365"/>
                  </a:cubicBezTo>
                  <a:cubicBezTo>
                    <a:pt x="22978" y="36646"/>
                    <a:pt x="22978" y="36646"/>
                    <a:pt x="24680" y="36646"/>
                  </a:cubicBezTo>
                  <a:cubicBezTo>
                    <a:pt x="25531" y="36646"/>
                    <a:pt x="27234" y="38083"/>
                    <a:pt x="27234" y="38083"/>
                  </a:cubicBezTo>
                  <a:cubicBezTo>
                    <a:pt x="27234" y="38083"/>
                    <a:pt x="28085" y="38802"/>
                    <a:pt x="27234" y="38802"/>
                  </a:cubicBezTo>
                  <a:cubicBezTo>
                    <a:pt x="27234" y="39520"/>
                    <a:pt x="26382" y="40239"/>
                    <a:pt x="26382" y="40239"/>
                  </a:cubicBezTo>
                  <a:cubicBezTo>
                    <a:pt x="28085" y="42395"/>
                    <a:pt x="28085" y="42395"/>
                    <a:pt x="28085" y="42395"/>
                  </a:cubicBezTo>
                  <a:cubicBezTo>
                    <a:pt x="28085" y="42395"/>
                    <a:pt x="27234" y="42395"/>
                    <a:pt x="26382" y="43113"/>
                  </a:cubicBezTo>
                  <a:cubicBezTo>
                    <a:pt x="26382" y="43113"/>
                    <a:pt x="26382" y="43832"/>
                    <a:pt x="26382" y="43832"/>
                  </a:cubicBezTo>
                  <a:cubicBezTo>
                    <a:pt x="26382" y="44550"/>
                    <a:pt x="23829" y="45269"/>
                    <a:pt x="26382" y="45269"/>
                  </a:cubicBezTo>
                  <a:cubicBezTo>
                    <a:pt x="28085" y="45269"/>
                    <a:pt x="28085" y="45269"/>
                    <a:pt x="28085" y="44550"/>
                  </a:cubicBezTo>
                  <a:cubicBezTo>
                    <a:pt x="28085" y="44550"/>
                    <a:pt x="28085" y="43113"/>
                    <a:pt x="28085" y="43113"/>
                  </a:cubicBezTo>
                  <a:cubicBezTo>
                    <a:pt x="28085" y="43113"/>
                    <a:pt x="28936" y="43113"/>
                    <a:pt x="28936" y="43113"/>
                  </a:cubicBezTo>
                  <a:cubicBezTo>
                    <a:pt x="29787" y="43113"/>
                    <a:pt x="30638" y="43113"/>
                    <a:pt x="30638" y="43113"/>
                  </a:cubicBezTo>
                  <a:cubicBezTo>
                    <a:pt x="31489" y="43832"/>
                    <a:pt x="31489" y="43832"/>
                    <a:pt x="31489" y="43832"/>
                  </a:cubicBezTo>
                  <a:cubicBezTo>
                    <a:pt x="31489" y="43832"/>
                    <a:pt x="31489" y="44550"/>
                    <a:pt x="31489" y="45269"/>
                  </a:cubicBezTo>
                  <a:cubicBezTo>
                    <a:pt x="31489" y="45269"/>
                    <a:pt x="31489" y="45988"/>
                    <a:pt x="31489" y="45988"/>
                  </a:cubicBezTo>
                  <a:cubicBezTo>
                    <a:pt x="31489" y="45988"/>
                    <a:pt x="33191" y="47425"/>
                    <a:pt x="33191" y="46706"/>
                  </a:cubicBezTo>
                  <a:cubicBezTo>
                    <a:pt x="33191" y="45988"/>
                    <a:pt x="34042" y="46706"/>
                    <a:pt x="33191" y="45269"/>
                  </a:cubicBezTo>
                  <a:cubicBezTo>
                    <a:pt x="32340" y="44550"/>
                    <a:pt x="32340" y="43113"/>
                    <a:pt x="32340" y="43113"/>
                  </a:cubicBezTo>
                  <a:cubicBezTo>
                    <a:pt x="32340" y="43113"/>
                    <a:pt x="32340" y="43113"/>
                    <a:pt x="32340" y="42395"/>
                  </a:cubicBezTo>
                  <a:cubicBezTo>
                    <a:pt x="32340" y="42395"/>
                    <a:pt x="32340" y="41676"/>
                    <a:pt x="32340" y="41676"/>
                  </a:cubicBezTo>
                  <a:cubicBezTo>
                    <a:pt x="31489" y="40958"/>
                    <a:pt x="30638" y="40958"/>
                    <a:pt x="30638" y="40239"/>
                  </a:cubicBezTo>
                  <a:cubicBezTo>
                    <a:pt x="30638" y="40239"/>
                    <a:pt x="28085" y="38083"/>
                    <a:pt x="28085" y="38083"/>
                  </a:cubicBezTo>
                  <a:cubicBezTo>
                    <a:pt x="28085" y="38083"/>
                    <a:pt x="28085" y="37365"/>
                    <a:pt x="28085" y="36646"/>
                  </a:cubicBezTo>
                  <a:cubicBezTo>
                    <a:pt x="28085" y="35209"/>
                    <a:pt x="28085" y="34491"/>
                    <a:pt x="28085" y="33772"/>
                  </a:cubicBezTo>
                  <a:cubicBezTo>
                    <a:pt x="28085" y="33772"/>
                    <a:pt x="28936" y="32335"/>
                    <a:pt x="28936" y="32335"/>
                  </a:cubicBezTo>
                  <a:cubicBezTo>
                    <a:pt x="28936" y="32335"/>
                    <a:pt x="28936" y="30898"/>
                    <a:pt x="29787" y="30179"/>
                  </a:cubicBezTo>
                  <a:cubicBezTo>
                    <a:pt x="30638" y="30179"/>
                    <a:pt x="29787" y="29461"/>
                    <a:pt x="30638" y="29461"/>
                  </a:cubicBezTo>
                  <a:cubicBezTo>
                    <a:pt x="32340" y="28742"/>
                    <a:pt x="31489" y="28742"/>
                    <a:pt x="33191" y="28742"/>
                  </a:cubicBezTo>
                  <a:cubicBezTo>
                    <a:pt x="34042" y="28742"/>
                    <a:pt x="35744" y="29461"/>
                    <a:pt x="36595" y="29461"/>
                  </a:cubicBezTo>
                  <a:cubicBezTo>
                    <a:pt x="36595" y="29461"/>
                    <a:pt x="39148" y="30179"/>
                    <a:pt x="39148" y="30179"/>
                  </a:cubicBezTo>
                  <a:cubicBezTo>
                    <a:pt x="39148" y="30179"/>
                    <a:pt x="39148" y="29461"/>
                    <a:pt x="39148" y="29461"/>
                  </a:cubicBezTo>
                  <a:cubicBezTo>
                    <a:pt x="40000" y="29461"/>
                    <a:pt x="40000" y="28023"/>
                    <a:pt x="40000" y="28742"/>
                  </a:cubicBezTo>
                  <a:cubicBezTo>
                    <a:pt x="40851" y="28742"/>
                    <a:pt x="40851" y="29461"/>
                    <a:pt x="41702" y="28742"/>
                  </a:cubicBezTo>
                  <a:cubicBezTo>
                    <a:pt x="42553" y="28023"/>
                    <a:pt x="42553" y="27305"/>
                    <a:pt x="42553" y="27305"/>
                  </a:cubicBezTo>
                  <a:cubicBezTo>
                    <a:pt x="42553" y="27305"/>
                    <a:pt x="43404" y="27305"/>
                    <a:pt x="44255" y="26586"/>
                  </a:cubicBezTo>
                  <a:cubicBezTo>
                    <a:pt x="44255" y="26586"/>
                    <a:pt x="43404" y="25868"/>
                    <a:pt x="42553" y="25868"/>
                  </a:cubicBezTo>
                  <a:cubicBezTo>
                    <a:pt x="42553" y="25868"/>
                    <a:pt x="40851" y="25868"/>
                    <a:pt x="40000" y="26586"/>
                  </a:cubicBezTo>
                  <a:cubicBezTo>
                    <a:pt x="39148" y="26586"/>
                    <a:pt x="40000" y="26586"/>
                    <a:pt x="38297" y="26586"/>
                  </a:cubicBezTo>
                  <a:cubicBezTo>
                    <a:pt x="37446" y="27305"/>
                    <a:pt x="37446" y="27305"/>
                    <a:pt x="35744" y="27305"/>
                  </a:cubicBezTo>
                  <a:cubicBezTo>
                    <a:pt x="34042" y="27305"/>
                    <a:pt x="34042" y="27305"/>
                    <a:pt x="33191" y="28023"/>
                  </a:cubicBezTo>
                  <a:cubicBezTo>
                    <a:pt x="32340" y="28742"/>
                    <a:pt x="31489" y="28742"/>
                    <a:pt x="31489" y="28742"/>
                  </a:cubicBezTo>
                  <a:cubicBezTo>
                    <a:pt x="30638" y="28742"/>
                    <a:pt x="30638" y="28742"/>
                    <a:pt x="30638" y="28742"/>
                  </a:cubicBezTo>
                  <a:cubicBezTo>
                    <a:pt x="30638" y="28742"/>
                    <a:pt x="29787" y="28742"/>
                    <a:pt x="28936" y="28742"/>
                  </a:cubicBezTo>
                  <a:cubicBezTo>
                    <a:pt x="28936" y="28742"/>
                    <a:pt x="28085" y="28023"/>
                    <a:pt x="28085" y="28023"/>
                  </a:cubicBezTo>
                  <a:cubicBezTo>
                    <a:pt x="28085" y="28023"/>
                    <a:pt x="28085" y="28023"/>
                    <a:pt x="27234" y="28023"/>
                  </a:cubicBezTo>
                  <a:cubicBezTo>
                    <a:pt x="26382" y="28023"/>
                    <a:pt x="25531" y="28742"/>
                    <a:pt x="25531" y="28742"/>
                  </a:cubicBezTo>
                  <a:cubicBezTo>
                    <a:pt x="23829" y="28742"/>
                    <a:pt x="23829" y="28742"/>
                    <a:pt x="23829" y="28742"/>
                  </a:cubicBezTo>
                  <a:cubicBezTo>
                    <a:pt x="23829" y="28742"/>
                    <a:pt x="22978" y="28742"/>
                    <a:pt x="22127" y="28742"/>
                  </a:cubicBezTo>
                  <a:cubicBezTo>
                    <a:pt x="22127" y="29461"/>
                    <a:pt x="20425" y="29461"/>
                    <a:pt x="20425" y="29461"/>
                  </a:cubicBezTo>
                  <a:cubicBezTo>
                    <a:pt x="20425" y="29461"/>
                    <a:pt x="20425" y="29461"/>
                    <a:pt x="19574" y="29461"/>
                  </a:cubicBezTo>
                  <a:cubicBezTo>
                    <a:pt x="19574" y="30179"/>
                    <a:pt x="20425" y="30179"/>
                    <a:pt x="19574" y="30898"/>
                  </a:cubicBezTo>
                  <a:cubicBezTo>
                    <a:pt x="18723" y="30898"/>
                    <a:pt x="17021" y="30898"/>
                    <a:pt x="17021" y="30898"/>
                  </a:cubicBezTo>
                  <a:cubicBezTo>
                    <a:pt x="16170" y="31616"/>
                    <a:pt x="16170" y="31616"/>
                    <a:pt x="16170" y="31616"/>
                  </a:cubicBezTo>
                  <a:cubicBezTo>
                    <a:pt x="15319" y="33053"/>
                    <a:pt x="15319" y="33053"/>
                    <a:pt x="15319" y="33053"/>
                  </a:cubicBezTo>
                  <a:cubicBezTo>
                    <a:pt x="14468" y="33053"/>
                    <a:pt x="14468" y="33053"/>
                    <a:pt x="14468" y="33053"/>
                  </a:cubicBezTo>
                  <a:cubicBezTo>
                    <a:pt x="13617" y="35209"/>
                    <a:pt x="13617" y="35209"/>
                    <a:pt x="13617" y="35209"/>
                  </a:cubicBezTo>
                  <a:cubicBezTo>
                    <a:pt x="13617" y="35928"/>
                    <a:pt x="13617" y="35928"/>
                    <a:pt x="13617" y="35928"/>
                  </a:cubicBezTo>
                  <a:cubicBezTo>
                    <a:pt x="11914" y="37365"/>
                    <a:pt x="11914" y="37365"/>
                    <a:pt x="11914" y="37365"/>
                  </a:cubicBezTo>
                  <a:cubicBezTo>
                    <a:pt x="11063" y="38083"/>
                    <a:pt x="11063" y="38083"/>
                    <a:pt x="11063" y="38083"/>
                  </a:cubicBezTo>
                  <a:cubicBezTo>
                    <a:pt x="11063" y="38083"/>
                    <a:pt x="11063" y="38083"/>
                    <a:pt x="11914" y="38802"/>
                  </a:cubicBezTo>
                  <a:cubicBezTo>
                    <a:pt x="11914" y="38802"/>
                    <a:pt x="11914" y="39520"/>
                    <a:pt x="11914" y="39520"/>
                  </a:cubicBezTo>
                  <a:cubicBezTo>
                    <a:pt x="11063" y="40239"/>
                    <a:pt x="11063" y="40239"/>
                    <a:pt x="11063" y="40239"/>
                  </a:cubicBezTo>
                  <a:cubicBezTo>
                    <a:pt x="11914" y="41676"/>
                    <a:pt x="11914" y="41676"/>
                    <a:pt x="11914" y="41676"/>
                  </a:cubicBezTo>
                  <a:cubicBezTo>
                    <a:pt x="13617" y="40958"/>
                    <a:pt x="13617" y="40958"/>
                    <a:pt x="13617" y="40958"/>
                  </a:cubicBezTo>
                  <a:cubicBezTo>
                    <a:pt x="14468" y="42395"/>
                    <a:pt x="14468" y="42395"/>
                    <a:pt x="14468" y="42395"/>
                  </a:cubicBezTo>
                  <a:cubicBezTo>
                    <a:pt x="13617" y="43832"/>
                    <a:pt x="13617" y="43832"/>
                    <a:pt x="13617" y="43832"/>
                  </a:cubicBezTo>
                  <a:cubicBezTo>
                    <a:pt x="13617" y="43832"/>
                    <a:pt x="12765" y="44550"/>
                    <a:pt x="11914" y="44550"/>
                  </a:cubicBezTo>
                  <a:cubicBezTo>
                    <a:pt x="11914" y="44550"/>
                    <a:pt x="11063" y="43832"/>
                    <a:pt x="11063" y="43832"/>
                  </a:cubicBezTo>
                  <a:cubicBezTo>
                    <a:pt x="10212" y="42395"/>
                    <a:pt x="10212" y="42395"/>
                    <a:pt x="10212" y="42395"/>
                  </a:cubicBezTo>
                  <a:cubicBezTo>
                    <a:pt x="10212" y="41676"/>
                    <a:pt x="10212" y="41676"/>
                    <a:pt x="10212" y="41676"/>
                  </a:cubicBezTo>
                  <a:cubicBezTo>
                    <a:pt x="10212" y="40958"/>
                    <a:pt x="10212" y="40958"/>
                    <a:pt x="10212" y="40958"/>
                  </a:cubicBezTo>
                  <a:cubicBezTo>
                    <a:pt x="7659" y="41676"/>
                    <a:pt x="7659" y="41676"/>
                    <a:pt x="7659" y="41676"/>
                  </a:cubicBezTo>
                  <a:cubicBezTo>
                    <a:pt x="7659" y="40958"/>
                    <a:pt x="7659" y="40958"/>
                    <a:pt x="7659" y="40958"/>
                  </a:cubicBezTo>
                  <a:cubicBezTo>
                    <a:pt x="7659" y="40958"/>
                    <a:pt x="6808" y="40239"/>
                    <a:pt x="6808" y="40239"/>
                  </a:cubicBezTo>
                  <a:cubicBezTo>
                    <a:pt x="6808" y="39520"/>
                    <a:pt x="5957" y="38802"/>
                    <a:pt x="5957" y="38802"/>
                  </a:cubicBezTo>
                  <a:cubicBezTo>
                    <a:pt x="4255" y="36646"/>
                    <a:pt x="4255" y="36646"/>
                    <a:pt x="4255" y="36646"/>
                  </a:cubicBezTo>
                  <a:cubicBezTo>
                    <a:pt x="4255" y="36646"/>
                    <a:pt x="4255" y="36646"/>
                    <a:pt x="5106" y="36646"/>
                  </a:cubicBezTo>
                  <a:cubicBezTo>
                    <a:pt x="5106" y="35928"/>
                    <a:pt x="5106" y="35928"/>
                    <a:pt x="5957" y="35209"/>
                  </a:cubicBezTo>
                  <a:cubicBezTo>
                    <a:pt x="5957" y="34491"/>
                    <a:pt x="7659" y="33053"/>
                    <a:pt x="7659" y="33053"/>
                  </a:cubicBezTo>
                  <a:cubicBezTo>
                    <a:pt x="8510" y="30898"/>
                    <a:pt x="8510" y="30898"/>
                    <a:pt x="8510" y="30898"/>
                  </a:cubicBezTo>
                  <a:cubicBezTo>
                    <a:pt x="10212" y="29461"/>
                    <a:pt x="10212" y="29461"/>
                    <a:pt x="10212" y="29461"/>
                  </a:cubicBezTo>
                  <a:cubicBezTo>
                    <a:pt x="11063" y="28023"/>
                    <a:pt x="11063" y="28023"/>
                    <a:pt x="11063" y="28023"/>
                  </a:cubicBezTo>
                  <a:cubicBezTo>
                    <a:pt x="12765" y="25868"/>
                    <a:pt x="12765" y="25868"/>
                    <a:pt x="12765" y="25868"/>
                  </a:cubicBezTo>
                  <a:cubicBezTo>
                    <a:pt x="14468" y="24431"/>
                    <a:pt x="14468" y="24431"/>
                    <a:pt x="14468" y="24431"/>
                  </a:cubicBezTo>
                  <a:cubicBezTo>
                    <a:pt x="17021" y="24431"/>
                    <a:pt x="17021" y="24431"/>
                    <a:pt x="17021" y="24431"/>
                  </a:cubicBezTo>
                  <a:cubicBezTo>
                    <a:pt x="17021" y="24431"/>
                    <a:pt x="18723" y="25149"/>
                    <a:pt x="18723" y="25149"/>
                  </a:cubicBezTo>
                  <a:cubicBezTo>
                    <a:pt x="19574" y="24431"/>
                    <a:pt x="20425" y="23712"/>
                    <a:pt x="20425" y="23712"/>
                  </a:cubicBezTo>
                  <a:cubicBezTo>
                    <a:pt x="23829" y="22994"/>
                    <a:pt x="23829" y="22994"/>
                    <a:pt x="23829" y="22994"/>
                  </a:cubicBezTo>
                  <a:cubicBezTo>
                    <a:pt x="24680" y="22994"/>
                    <a:pt x="24680" y="22994"/>
                    <a:pt x="24680" y="22994"/>
                  </a:cubicBezTo>
                  <a:cubicBezTo>
                    <a:pt x="27234" y="23712"/>
                    <a:pt x="27234" y="23712"/>
                    <a:pt x="27234" y="23712"/>
                  </a:cubicBezTo>
                  <a:cubicBezTo>
                    <a:pt x="28936" y="23712"/>
                    <a:pt x="28936" y="23712"/>
                    <a:pt x="28936" y="23712"/>
                  </a:cubicBezTo>
                  <a:cubicBezTo>
                    <a:pt x="32340" y="23712"/>
                    <a:pt x="32340" y="23712"/>
                    <a:pt x="32340" y="23712"/>
                  </a:cubicBezTo>
                  <a:close/>
                  <a:moveTo>
                    <a:pt x="13617" y="99880"/>
                  </a:moveTo>
                  <a:cubicBezTo>
                    <a:pt x="13617" y="99880"/>
                    <a:pt x="13617" y="99880"/>
                    <a:pt x="13617" y="99880"/>
                  </a:cubicBezTo>
                  <a:cubicBezTo>
                    <a:pt x="13617" y="99880"/>
                    <a:pt x="11914" y="99161"/>
                    <a:pt x="11914" y="99161"/>
                  </a:cubicBezTo>
                  <a:cubicBezTo>
                    <a:pt x="11914" y="99880"/>
                    <a:pt x="11063" y="100598"/>
                    <a:pt x="11063" y="100598"/>
                  </a:cubicBezTo>
                  <a:cubicBezTo>
                    <a:pt x="10212" y="102754"/>
                    <a:pt x="10212" y="102754"/>
                    <a:pt x="10212" y="102754"/>
                  </a:cubicBezTo>
                  <a:cubicBezTo>
                    <a:pt x="9361" y="103473"/>
                    <a:pt x="9361" y="103473"/>
                    <a:pt x="9361" y="103473"/>
                  </a:cubicBezTo>
                  <a:cubicBezTo>
                    <a:pt x="9361" y="104910"/>
                    <a:pt x="9361" y="104910"/>
                    <a:pt x="9361" y="104910"/>
                  </a:cubicBezTo>
                  <a:cubicBezTo>
                    <a:pt x="6808" y="105628"/>
                    <a:pt x="6808" y="105628"/>
                    <a:pt x="6808" y="105628"/>
                  </a:cubicBezTo>
                  <a:cubicBezTo>
                    <a:pt x="6808" y="105628"/>
                    <a:pt x="6808" y="106347"/>
                    <a:pt x="7659" y="106347"/>
                  </a:cubicBezTo>
                  <a:cubicBezTo>
                    <a:pt x="8510" y="106347"/>
                    <a:pt x="9361" y="106347"/>
                    <a:pt x="9361" y="106347"/>
                  </a:cubicBezTo>
                  <a:cubicBezTo>
                    <a:pt x="9361" y="105628"/>
                    <a:pt x="10212" y="104910"/>
                    <a:pt x="10212" y="104910"/>
                  </a:cubicBezTo>
                  <a:cubicBezTo>
                    <a:pt x="10212" y="104910"/>
                    <a:pt x="11063" y="104191"/>
                    <a:pt x="11063" y="104191"/>
                  </a:cubicBezTo>
                  <a:cubicBezTo>
                    <a:pt x="11914" y="104191"/>
                    <a:pt x="13617" y="104191"/>
                    <a:pt x="13617" y="103473"/>
                  </a:cubicBezTo>
                  <a:cubicBezTo>
                    <a:pt x="13617" y="102754"/>
                    <a:pt x="13617" y="102035"/>
                    <a:pt x="13617" y="102035"/>
                  </a:cubicBezTo>
                  <a:cubicBezTo>
                    <a:pt x="13617" y="101317"/>
                    <a:pt x="13617" y="101317"/>
                    <a:pt x="13617" y="101317"/>
                  </a:cubicBezTo>
                  <a:cubicBezTo>
                    <a:pt x="13617" y="99880"/>
                    <a:pt x="13617" y="99880"/>
                    <a:pt x="13617" y="99880"/>
                  </a:cubicBezTo>
                  <a:close/>
                  <a:moveTo>
                    <a:pt x="57872" y="80479"/>
                  </a:moveTo>
                  <a:cubicBezTo>
                    <a:pt x="57872" y="80479"/>
                    <a:pt x="57872" y="80479"/>
                    <a:pt x="57872" y="80479"/>
                  </a:cubicBezTo>
                  <a:cubicBezTo>
                    <a:pt x="57872" y="80479"/>
                    <a:pt x="57872" y="80479"/>
                    <a:pt x="57872" y="80479"/>
                  </a:cubicBezTo>
                  <a:cubicBezTo>
                    <a:pt x="57872" y="80479"/>
                    <a:pt x="58723" y="79760"/>
                    <a:pt x="58723" y="79760"/>
                  </a:cubicBezTo>
                  <a:cubicBezTo>
                    <a:pt x="58723" y="79041"/>
                    <a:pt x="57872" y="78323"/>
                    <a:pt x="57872" y="78323"/>
                  </a:cubicBezTo>
                  <a:cubicBezTo>
                    <a:pt x="57872" y="77604"/>
                    <a:pt x="58723" y="77604"/>
                    <a:pt x="58723" y="77604"/>
                  </a:cubicBezTo>
                  <a:cubicBezTo>
                    <a:pt x="58723" y="77604"/>
                    <a:pt x="58723" y="76886"/>
                    <a:pt x="58723" y="76886"/>
                  </a:cubicBezTo>
                  <a:cubicBezTo>
                    <a:pt x="58723" y="76886"/>
                    <a:pt x="57872" y="76886"/>
                    <a:pt x="57872" y="76886"/>
                  </a:cubicBezTo>
                  <a:cubicBezTo>
                    <a:pt x="57021" y="76886"/>
                    <a:pt x="57021" y="77604"/>
                    <a:pt x="57021" y="77604"/>
                  </a:cubicBezTo>
                  <a:cubicBezTo>
                    <a:pt x="57021" y="77604"/>
                    <a:pt x="57021" y="78323"/>
                    <a:pt x="57021" y="78323"/>
                  </a:cubicBezTo>
                  <a:cubicBezTo>
                    <a:pt x="57021" y="78323"/>
                    <a:pt x="57021" y="79041"/>
                    <a:pt x="57021" y="79041"/>
                  </a:cubicBezTo>
                  <a:cubicBezTo>
                    <a:pt x="57021" y="79041"/>
                    <a:pt x="57872" y="80479"/>
                    <a:pt x="57872" y="80479"/>
                  </a:cubicBezTo>
                  <a:close/>
                  <a:moveTo>
                    <a:pt x="80851" y="99880"/>
                  </a:moveTo>
                  <a:cubicBezTo>
                    <a:pt x="80851" y="99880"/>
                    <a:pt x="80851" y="99880"/>
                    <a:pt x="80851" y="99880"/>
                  </a:cubicBezTo>
                  <a:cubicBezTo>
                    <a:pt x="81702" y="99161"/>
                    <a:pt x="81702" y="99161"/>
                    <a:pt x="81702" y="99161"/>
                  </a:cubicBezTo>
                  <a:cubicBezTo>
                    <a:pt x="82553" y="99880"/>
                    <a:pt x="82553" y="99880"/>
                    <a:pt x="82553" y="99880"/>
                  </a:cubicBezTo>
                  <a:cubicBezTo>
                    <a:pt x="82553" y="99880"/>
                    <a:pt x="81702" y="100598"/>
                    <a:pt x="81702" y="100598"/>
                  </a:cubicBezTo>
                  <a:cubicBezTo>
                    <a:pt x="81702" y="100598"/>
                    <a:pt x="80851" y="99880"/>
                    <a:pt x="80851" y="99880"/>
                  </a:cubicBezTo>
                  <a:cubicBezTo>
                    <a:pt x="80851" y="99880"/>
                    <a:pt x="80851" y="99880"/>
                    <a:pt x="80851" y="99880"/>
                  </a:cubicBezTo>
                  <a:close/>
                  <a:moveTo>
                    <a:pt x="90212" y="109221"/>
                  </a:moveTo>
                  <a:cubicBezTo>
                    <a:pt x="90212" y="109221"/>
                    <a:pt x="90212" y="109221"/>
                    <a:pt x="90212" y="109221"/>
                  </a:cubicBezTo>
                  <a:cubicBezTo>
                    <a:pt x="91063" y="109221"/>
                    <a:pt x="91063" y="109221"/>
                    <a:pt x="91063" y="109221"/>
                  </a:cubicBezTo>
                  <a:cubicBezTo>
                    <a:pt x="91063" y="109940"/>
                    <a:pt x="91063" y="109940"/>
                    <a:pt x="91063" y="109940"/>
                  </a:cubicBezTo>
                  <a:cubicBezTo>
                    <a:pt x="90212" y="110658"/>
                    <a:pt x="90212" y="110658"/>
                    <a:pt x="90212" y="110658"/>
                  </a:cubicBezTo>
                  <a:cubicBezTo>
                    <a:pt x="90212" y="109940"/>
                    <a:pt x="90212" y="109940"/>
                    <a:pt x="90212" y="109940"/>
                  </a:cubicBezTo>
                  <a:cubicBezTo>
                    <a:pt x="90212" y="109221"/>
                    <a:pt x="90212" y="109221"/>
                    <a:pt x="90212" y="109221"/>
                  </a:cubicBezTo>
                  <a:close/>
                  <a:moveTo>
                    <a:pt x="87659" y="107784"/>
                  </a:moveTo>
                  <a:cubicBezTo>
                    <a:pt x="87659" y="107784"/>
                    <a:pt x="87659" y="107784"/>
                    <a:pt x="87659" y="107784"/>
                  </a:cubicBezTo>
                  <a:cubicBezTo>
                    <a:pt x="86808" y="107065"/>
                    <a:pt x="86808" y="107065"/>
                    <a:pt x="86808" y="107065"/>
                  </a:cubicBezTo>
                  <a:cubicBezTo>
                    <a:pt x="88510" y="107065"/>
                    <a:pt x="88510" y="107065"/>
                    <a:pt x="88510" y="107065"/>
                  </a:cubicBezTo>
                  <a:cubicBezTo>
                    <a:pt x="88510" y="107065"/>
                    <a:pt x="88510" y="107065"/>
                    <a:pt x="89361" y="107065"/>
                  </a:cubicBezTo>
                  <a:cubicBezTo>
                    <a:pt x="89361" y="107065"/>
                    <a:pt x="90212" y="107784"/>
                    <a:pt x="90212" y="107784"/>
                  </a:cubicBezTo>
                  <a:cubicBezTo>
                    <a:pt x="90212" y="107784"/>
                    <a:pt x="90212" y="107784"/>
                    <a:pt x="90212" y="107784"/>
                  </a:cubicBezTo>
                  <a:cubicBezTo>
                    <a:pt x="89361" y="107784"/>
                    <a:pt x="89361" y="108502"/>
                    <a:pt x="89361" y="108502"/>
                  </a:cubicBezTo>
                  <a:cubicBezTo>
                    <a:pt x="88510" y="108502"/>
                    <a:pt x="87659" y="107784"/>
                    <a:pt x="87659" y="107784"/>
                  </a:cubicBezTo>
                  <a:close/>
                  <a:moveTo>
                    <a:pt x="91914" y="107784"/>
                  </a:moveTo>
                  <a:cubicBezTo>
                    <a:pt x="91914" y="107784"/>
                    <a:pt x="91914" y="107784"/>
                    <a:pt x="91914" y="107784"/>
                  </a:cubicBezTo>
                  <a:cubicBezTo>
                    <a:pt x="91063" y="106347"/>
                    <a:pt x="91063" y="106347"/>
                    <a:pt x="91063" y="106347"/>
                  </a:cubicBezTo>
                  <a:cubicBezTo>
                    <a:pt x="91914" y="105628"/>
                    <a:pt x="91914" y="105628"/>
                    <a:pt x="91914" y="105628"/>
                  </a:cubicBezTo>
                  <a:cubicBezTo>
                    <a:pt x="91914" y="105628"/>
                    <a:pt x="92765" y="106347"/>
                    <a:pt x="92765" y="106347"/>
                  </a:cubicBezTo>
                  <a:cubicBezTo>
                    <a:pt x="92765" y="106347"/>
                    <a:pt x="91914" y="107065"/>
                    <a:pt x="91914" y="107065"/>
                  </a:cubicBezTo>
                  <a:cubicBezTo>
                    <a:pt x="91914" y="107784"/>
                    <a:pt x="91914" y="107784"/>
                    <a:pt x="91914" y="107784"/>
                  </a:cubicBezTo>
                  <a:close/>
                  <a:moveTo>
                    <a:pt x="109787" y="103473"/>
                  </a:moveTo>
                  <a:cubicBezTo>
                    <a:pt x="109787" y="103473"/>
                    <a:pt x="109787" y="103473"/>
                    <a:pt x="109787" y="103473"/>
                  </a:cubicBezTo>
                  <a:cubicBezTo>
                    <a:pt x="108936" y="102754"/>
                    <a:pt x="108936" y="102754"/>
                    <a:pt x="108936" y="102754"/>
                  </a:cubicBezTo>
                  <a:cubicBezTo>
                    <a:pt x="108936" y="102754"/>
                    <a:pt x="109787" y="102035"/>
                    <a:pt x="109787" y="102035"/>
                  </a:cubicBezTo>
                  <a:cubicBezTo>
                    <a:pt x="110638" y="102035"/>
                    <a:pt x="111489" y="102035"/>
                    <a:pt x="111489" y="102035"/>
                  </a:cubicBezTo>
                  <a:cubicBezTo>
                    <a:pt x="109787" y="103473"/>
                    <a:pt x="109787" y="103473"/>
                    <a:pt x="109787" y="103473"/>
                  </a:cubicBezTo>
                  <a:close/>
                  <a:moveTo>
                    <a:pt x="108085" y="104191"/>
                  </a:moveTo>
                  <a:cubicBezTo>
                    <a:pt x="108085" y="104191"/>
                    <a:pt x="108085" y="104191"/>
                    <a:pt x="108085" y="104191"/>
                  </a:cubicBezTo>
                  <a:cubicBezTo>
                    <a:pt x="108085" y="102035"/>
                    <a:pt x="108085" y="102035"/>
                    <a:pt x="108085" y="102035"/>
                  </a:cubicBezTo>
                  <a:cubicBezTo>
                    <a:pt x="108936" y="101317"/>
                    <a:pt x="108936" y="101317"/>
                    <a:pt x="108936" y="101317"/>
                  </a:cubicBezTo>
                  <a:cubicBezTo>
                    <a:pt x="108085" y="100598"/>
                    <a:pt x="108085" y="100598"/>
                    <a:pt x="108085" y="100598"/>
                  </a:cubicBezTo>
                  <a:cubicBezTo>
                    <a:pt x="107234" y="100598"/>
                    <a:pt x="107234" y="100598"/>
                    <a:pt x="107234" y="100598"/>
                  </a:cubicBezTo>
                  <a:cubicBezTo>
                    <a:pt x="107234" y="100598"/>
                    <a:pt x="106382" y="99161"/>
                    <a:pt x="106382" y="99161"/>
                  </a:cubicBezTo>
                  <a:cubicBezTo>
                    <a:pt x="106382" y="99161"/>
                    <a:pt x="105531" y="99161"/>
                    <a:pt x="105531" y="99161"/>
                  </a:cubicBezTo>
                  <a:cubicBezTo>
                    <a:pt x="105531" y="99161"/>
                    <a:pt x="104680" y="99161"/>
                    <a:pt x="104680" y="99161"/>
                  </a:cubicBezTo>
                  <a:cubicBezTo>
                    <a:pt x="104680" y="99161"/>
                    <a:pt x="105531" y="98443"/>
                    <a:pt x="105531" y="98443"/>
                  </a:cubicBezTo>
                  <a:cubicBezTo>
                    <a:pt x="105531" y="98443"/>
                    <a:pt x="105531" y="98443"/>
                    <a:pt x="106382" y="98443"/>
                  </a:cubicBezTo>
                  <a:cubicBezTo>
                    <a:pt x="107234" y="97724"/>
                    <a:pt x="107234" y="97724"/>
                    <a:pt x="107234" y="97724"/>
                  </a:cubicBezTo>
                  <a:cubicBezTo>
                    <a:pt x="107234" y="97724"/>
                    <a:pt x="108936" y="95568"/>
                    <a:pt x="110638" y="95568"/>
                  </a:cubicBezTo>
                  <a:cubicBezTo>
                    <a:pt x="111489" y="95568"/>
                    <a:pt x="113191" y="95568"/>
                    <a:pt x="113191" y="95568"/>
                  </a:cubicBezTo>
                  <a:cubicBezTo>
                    <a:pt x="114893" y="94131"/>
                    <a:pt x="114893" y="94131"/>
                    <a:pt x="114893" y="94131"/>
                  </a:cubicBezTo>
                  <a:cubicBezTo>
                    <a:pt x="114893" y="94131"/>
                    <a:pt x="114893" y="93413"/>
                    <a:pt x="114893" y="93413"/>
                  </a:cubicBezTo>
                  <a:cubicBezTo>
                    <a:pt x="115744" y="93413"/>
                    <a:pt x="114893" y="91976"/>
                    <a:pt x="114893" y="91976"/>
                  </a:cubicBezTo>
                  <a:cubicBezTo>
                    <a:pt x="114893" y="90538"/>
                    <a:pt x="114893" y="90538"/>
                    <a:pt x="114893" y="90538"/>
                  </a:cubicBezTo>
                  <a:cubicBezTo>
                    <a:pt x="114893" y="90538"/>
                    <a:pt x="112340" y="89101"/>
                    <a:pt x="112340" y="89101"/>
                  </a:cubicBezTo>
                  <a:cubicBezTo>
                    <a:pt x="112340" y="89101"/>
                    <a:pt x="108936" y="87664"/>
                    <a:pt x="108936" y="87664"/>
                  </a:cubicBezTo>
                  <a:cubicBezTo>
                    <a:pt x="108936" y="87664"/>
                    <a:pt x="108936" y="86227"/>
                    <a:pt x="108085" y="86227"/>
                  </a:cubicBezTo>
                  <a:cubicBezTo>
                    <a:pt x="108085" y="86227"/>
                    <a:pt x="108936" y="84790"/>
                    <a:pt x="108936" y="84790"/>
                  </a:cubicBezTo>
                  <a:cubicBezTo>
                    <a:pt x="108936" y="84790"/>
                    <a:pt x="110638" y="82634"/>
                    <a:pt x="112340" y="81916"/>
                  </a:cubicBezTo>
                  <a:cubicBezTo>
                    <a:pt x="113191" y="81197"/>
                    <a:pt x="114042" y="81197"/>
                    <a:pt x="114042" y="81197"/>
                  </a:cubicBezTo>
                  <a:cubicBezTo>
                    <a:pt x="114893" y="81197"/>
                    <a:pt x="115744" y="81916"/>
                    <a:pt x="116595" y="82634"/>
                  </a:cubicBezTo>
                  <a:cubicBezTo>
                    <a:pt x="116595" y="82634"/>
                    <a:pt x="117446" y="82634"/>
                    <a:pt x="118297" y="82634"/>
                  </a:cubicBezTo>
                  <a:cubicBezTo>
                    <a:pt x="119148" y="82634"/>
                    <a:pt x="120000" y="82634"/>
                    <a:pt x="120000" y="82634"/>
                  </a:cubicBezTo>
                  <a:cubicBezTo>
                    <a:pt x="120000" y="82634"/>
                    <a:pt x="120000" y="81197"/>
                    <a:pt x="120000" y="80479"/>
                  </a:cubicBezTo>
                  <a:cubicBezTo>
                    <a:pt x="120000" y="79760"/>
                    <a:pt x="120000" y="80479"/>
                    <a:pt x="119148" y="79760"/>
                  </a:cubicBezTo>
                  <a:cubicBezTo>
                    <a:pt x="119148" y="79760"/>
                    <a:pt x="118297" y="79041"/>
                    <a:pt x="118297" y="79041"/>
                  </a:cubicBezTo>
                  <a:cubicBezTo>
                    <a:pt x="118297" y="79041"/>
                    <a:pt x="118297" y="78323"/>
                    <a:pt x="118297" y="78323"/>
                  </a:cubicBezTo>
                  <a:cubicBezTo>
                    <a:pt x="118297" y="78323"/>
                    <a:pt x="118297" y="77604"/>
                    <a:pt x="118297" y="76886"/>
                  </a:cubicBezTo>
                  <a:cubicBezTo>
                    <a:pt x="118297" y="76886"/>
                    <a:pt x="118297" y="74730"/>
                    <a:pt x="118297" y="74730"/>
                  </a:cubicBezTo>
                  <a:cubicBezTo>
                    <a:pt x="118297" y="74011"/>
                    <a:pt x="117446" y="72574"/>
                    <a:pt x="117446" y="72574"/>
                  </a:cubicBezTo>
                  <a:cubicBezTo>
                    <a:pt x="117446" y="71856"/>
                    <a:pt x="116595" y="71137"/>
                    <a:pt x="116595" y="71137"/>
                  </a:cubicBezTo>
                  <a:cubicBezTo>
                    <a:pt x="115744" y="69700"/>
                    <a:pt x="115744" y="69700"/>
                    <a:pt x="115744" y="69700"/>
                  </a:cubicBezTo>
                  <a:cubicBezTo>
                    <a:pt x="115744" y="69700"/>
                    <a:pt x="115744" y="69700"/>
                    <a:pt x="115744" y="68982"/>
                  </a:cubicBezTo>
                  <a:cubicBezTo>
                    <a:pt x="115744" y="67544"/>
                    <a:pt x="116595" y="66107"/>
                    <a:pt x="116595" y="66107"/>
                  </a:cubicBezTo>
                  <a:cubicBezTo>
                    <a:pt x="117446" y="65389"/>
                    <a:pt x="117446" y="63952"/>
                    <a:pt x="117446" y="63952"/>
                  </a:cubicBezTo>
                  <a:cubicBezTo>
                    <a:pt x="116595" y="63233"/>
                    <a:pt x="116595" y="63233"/>
                    <a:pt x="116595" y="63233"/>
                  </a:cubicBezTo>
                  <a:cubicBezTo>
                    <a:pt x="116595" y="63233"/>
                    <a:pt x="113191" y="62514"/>
                    <a:pt x="113191" y="62514"/>
                  </a:cubicBezTo>
                  <a:cubicBezTo>
                    <a:pt x="113191" y="62514"/>
                    <a:pt x="112340" y="61796"/>
                    <a:pt x="112340" y="61796"/>
                  </a:cubicBezTo>
                  <a:cubicBezTo>
                    <a:pt x="112340" y="61077"/>
                    <a:pt x="111489" y="61077"/>
                    <a:pt x="111489" y="61077"/>
                  </a:cubicBezTo>
                  <a:cubicBezTo>
                    <a:pt x="111489" y="61077"/>
                    <a:pt x="108085" y="61796"/>
                    <a:pt x="108085" y="61796"/>
                  </a:cubicBezTo>
                  <a:cubicBezTo>
                    <a:pt x="108085" y="61796"/>
                    <a:pt x="106382" y="62514"/>
                    <a:pt x="105531" y="63233"/>
                  </a:cubicBezTo>
                  <a:cubicBezTo>
                    <a:pt x="103829" y="63233"/>
                    <a:pt x="103829" y="63233"/>
                    <a:pt x="102978" y="63952"/>
                  </a:cubicBezTo>
                  <a:cubicBezTo>
                    <a:pt x="101276" y="64670"/>
                    <a:pt x="101276" y="65389"/>
                    <a:pt x="100425" y="66107"/>
                  </a:cubicBezTo>
                  <a:cubicBezTo>
                    <a:pt x="99574" y="66107"/>
                    <a:pt x="98723" y="67544"/>
                    <a:pt x="98723" y="67544"/>
                  </a:cubicBezTo>
                  <a:cubicBezTo>
                    <a:pt x="97872" y="68263"/>
                    <a:pt x="97872" y="68263"/>
                    <a:pt x="98723" y="68982"/>
                  </a:cubicBezTo>
                  <a:cubicBezTo>
                    <a:pt x="98723" y="69700"/>
                    <a:pt x="99574" y="68982"/>
                    <a:pt x="99574" y="68982"/>
                  </a:cubicBezTo>
                  <a:cubicBezTo>
                    <a:pt x="99574" y="68982"/>
                    <a:pt x="100425" y="68982"/>
                    <a:pt x="101276" y="68982"/>
                  </a:cubicBezTo>
                  <a:cubicBezTo>
                    <a:pt x="102127" y="68982"/>
                    <a:pt x="102127" y="69700"/>
                    <a:pt x="101276" y="69700"/>
                  </a:cubicBezTo>
                  <a:cubicBezTo>
                    <a:pt x="101276" y="69700"/>
                    <a:pt x="101276" y="70419"/>
                    <a:pt x="101276" y="70419"/>
                  </a:cubicBezTo>
                  <a:cubicBezTo>
                    <a:pt x="101276" y="70419"/>
                    <a:pt x="101276" y="70419"/>
                    <a:pt x="100425" y="71137"/>
                  </a:cubicBezTo>
                  <a:cubicBezTo>
                    <a:pt x="100425" y="71137"/>
                    <a:pt x="100425" y="71856"/>
                    <a:pt x="100425" y="72574"/>
                  </a:cubicBezTo>
                  <a:cubicBezTo>
                    <a:pt x="100425" y="73293"/>
                    <a:pt x="99574" y="73293"/>
                    <a:pt x="99574" y="73293"/>
                  </a:cubicBezTo>
                  <a:cubicBezTo>
                    <a:pt x="98723" y="74011"/>
                    <a:pt x="98723" y="74011"/>
                    <a:pt x="97872" y="74730"/>
                  </a:cubicBezTo>
                  <a:cubicBezTo>
                    <a:pt x="97021" y="74730"/>
                    <a:pt x="97021" y="75449"/>
                    <a:pt x="97021" y="75449"/>
                  </a:cubicBezTo>
                  <a:cubicBezTo>
                    <a:pt x="97021" y="76167"/>
                    <a:pt x="97021" y="76167"/>
                    <a:pt x="97872" y="76886"/>
                  </a:cubicBezTo>
                  <a:cubicBezTo>
                    <a:pt x="97872" y="77604"/>
                    <a:pt x="97872" y="77604"/>
                    <a:pt x="97872" y="77604"/>
                  </a:cubicBezTo>
                  <a:cubicBezTo>
                    <a:pt x="97872" y="78323"/>
                    <a:pt x="97021" y="79041"/>
                    <a:pt x="97021" y="78323"/>
                  </a:cubicBezTo>
                  <a:cubicBezTo>
                    <a:pt x="97021" y="78323"/>
                    <a:pt x="97021" y="77604"/>
                    <a:pt x="97021" y="77604"/>
                  </a:cubicBezTo>
                  <a:cubicBezTo>
                    <a:pt x="94468" y="77604"/>
                    <a:pt x="94468" y="77604"/>
                    <a:pt x="94468" y="77604"/>
                  </a:cubicBezTo>
                  <a:cubicBezTo>
                    <a:pt x="94468" y="77604"/>
                    <a:pt x="94468" y="77604"/>
                    <a:pt x="93617" y="77604"/>
                  </a:cubicBezTo>
                  <a:cubicBezTo>
                    <a:pt x="93617" y="77604"/>
                    <a:pt x="95319" y="76167"/>
                    <a:pt x="95319" y="76167"/>
                  </a:cubicBezTo>
                  <a:cubicBezTo>
                    <a:pt x="96170" y="75449"/>
                    <a:pt x="96170" y="75449"/>
                    <a:pt x="96170" y="75449"/>
                  </a:cubicBezTo>
                  <a:cubicBezTo>
                    <a:pt x="96170" y="74730"/>
                    <a:pt x="96170" y="74730"/>
                    <a:pt x="96170" y="74730"/>
                  </a:cubicBezTo>
                  <a:cubicBezTo>
                    <a:pt x="93617" y="74730"/>
                    <a:pt x="93617" y="74730"/>
                    <a:pt x="93617" y="74730"/>
                  </a:cubicBezTo>
                  <a:cubicBezTo>
                    <a:pt x="92765" y="74730"/>
                    <a:pt x="92765" y="74730"/>
                    <a:pt x="92765" y="74730"/>
                  </a:cubicBezTo>
                  <a:cubicBezTo>
                    <a:pt x="93617" y="74011"/>
                    <a:pt x="93617" y="74011"/>
                    <a:pt x="93617" y="74011"/>
                  </a:cubicBezTo>
                  <a:cubicBezTo>
                    <a:pt x="93617" y="72574"/>
                    <a:pt x="93617" y="72574"/>
                    <a:pt x="93617" y="72574"/>
                  </a:cubicBezTo>
                  <a:cubicBezTo>
                    <a:pt x="94468" y="71137"/>
                    <a:pt x="94468" y="71137"/>
                    <a:pt x="94468" y="71137"/>
                  </a:cubicBezTo>
                  <a:cubicBezTo>
                    <a:pt x="94468" y="71137"/>
                    <a:pt x="94468" y="69700"/>
                    <a:pt x="95319" y="69700"/>
                  </a:cubicBezTo>
                  <a:cubicBezTo>
                    <a:pt x="95319" y="69700"/>
                    <a:pt x="96170" y="68982"/>
                    <a:pt x="96170" y="68263"/>
                  </a:cubicBezTo>
                  <a:cubicBezTo>
                    <a:pt x="97021" y="68263"/>
                    <a:pt x="96170" y="67544"/>
                    <a:pt x="96170" y="67544"/>
                  </a:cubicBezTo>
                  <a:cubicBezTo>
                    <a:pt x="94468" y="67544"/>
                    <a:pt x="94468" y="67544"/>
                    <a:pt x="94468" y="67544"/>
                  </a:cubicBezTo>
                  <a:cubicBezTo>
                    <a:pt x="92765" y="68263"/>
                    <a:pt x="92765" y="68263"/>
                    <a:pt x="92765" y="68263"/>
                  </a:cubicBezTo>
                  <a:cubicBezTo>
                    <a:pt x="92765" y="68263"/>
                    <a:pt x="90212" y="68982"/>
                    <a:pt x="89361" y="68982"/>
                  </a:cubicBezTo>
                  <a:cubicBezTo>
                    <a:pt x="88510" y="68982"/>
                    <a:pt x="89361" y="68982"/>
                    <a:pt x="88510" y="68982"/>
                  </a:cubicBezTo>
                  <a:cubicBezTo>
                    <a:pt x="88510" y="68263"/>
                    <a:pt x="87659" y="68263"/>
                    <a:pt x="87659" y="68263"/>
                  </a:cubicBezTo>
                  <a:cubicBezTo>
                    <a:pt x="87659" y="68263"/>
                    <a:pt x="85957" y="68263"/>
                    <a:pt x="85957" y="68263"/>
                  </a:cubicBezTo>
                  <a:cubicBezTo>
                    <a:pt x="85106" y="68263"/>
                    <a:pt x="85106" y="68982"/>
                    <a:pt x="85106" y="68982"/>
                  </a:cubicBezTo>
                  <a:cubicBezTo>
                    <a:pt x="85106" y="68982"/>
                    <a:pt x="87659" y="69700"/>
                    <a:pt x="88510" y="70419"/>
                  </a:cubicBezTo>
                  <a:cubicBezTo>
                    <a:pt x="88510" y="70419"/>
                    <a:pt x="89361" y="70419"/>
                    <a:pt x="89361" y="70419"/>
                  </a:cubicBezTo>
                  <a:cubicBezTo>
                    <a:pt x="89361" y="71137"/>
                    <a:pt x="89361" y="71137"/>
                    <a:pt x="89361" y="71137"/>
                  </a:cubicBezTo>
                  <a:cubicBezTo>
                    <a:pt x="89361" y="71137"/>
                    <a:pt x="88510" y="72574"/>
                    <a:pt x="87659" y="72574"/>
                  </a:cubicBezTo>
                  <a:cubicBezTo>
                    <a:pt x="87659" y="73293"/>
                    <a:pt x="86808" y="73293"/>
                    <a:pt x="86808" y="73293"/>
                  </a:cubicBezTo>
                  <a:cubicBezTo>
                    <a:pt x="85106" y="74011"/>
                    <a:pt x="85106" y="74011"/>
                    <a:pt x="85106" y="74011"/>
                  </a:cubicBezTo>
                  <a:cubicBezTo>
                    <a:pt x="85106" y="74011"/>
                    <a:pt x="85957" y="75449"/>
                    <a:pt x="85957" y="75449"/>
                  </a:cubicBezTo>
                  <a:cubicBezTo>
                    <a:pt x="85957" y="75449"/>
                    <a:pt x="85957" y="76886"/>
                    <a:pt x="85957" y="76886"/>
                  </a:cubicBezTo>
                  <a:cubicBezTo>
                    <a:pt x="84255" y="76167"/>
                    <a:pt x="84255" y="76167"/>
                    <a:pt x="84255" y="76167"/>
                  </a:cubicBezTo>
                  <a:cubicBezTo>
                    <a:pt x="81702" y="77604"/>
                    <a:pt x="81702" y="77604"/>
                    <a:pt x="81702" y="77604"/>
                  </a:cubicBezTo>
                  <a:cubicBezTo>
                    <a:pt x="81702" y="77604"/>
                    <a:pt x="80851" y="77604"/>
                    <a:pt x="80851" y="77604"/>
                  </a:cubicBezTo>
                  <a:cubicBezTo>
                    <a:pt x="80000" y="77604"/>
                    <a:pt x="80000" y="76886"/>
                    <a:pt x="80000" y="76886"/>
                  </a:cubicBezTo>
                  <a:cubicBezTo>
                    <a:pt x="79148" y="78323"/>
                    <a:pt x="79148" y="78323"/>
                    <a:pt x="79148" y="78323"/>
                  </a:cubicBezTo>
                  <a:cubicBezTo>
                    <a:pt x="79148" y="78323"/>
                    <a:pt x="75744" y="77604"/>
                    <a:pt x="74893" y="77604"/>
                  </a:cubicBezTo>
                  <a:cubicBezTo>
                    <a:pt x="74893" y="77604"/>
                    <a:pt x="74893" y="79041"/>
                    <a:pt x="74893" y="79041"/>
                  </a:cubicBezTo>
                  <a:cubicBezTo>
                    <a:pt x="76595" y="79760"/>
                    <a:pt x="76595" y="79760"/>
                    <a:pt x="76595" y="79760"/>
                  </a:cubicBezTo>
                  <a:cubicBezTo>
                    <a:pt x="74893" y="80479"/>
                    <a:pt x="74893" y="80479"/>
                    <a:pt x="74893" y="80479"/>
                  </a:cubicBezTo>
                  <a:cubicBezTo>
                    <a:pt x="78297" y="81916"/>
                    <a:pt x="78297" y="81916"/>
                    <a:pt x="78297" y="81916"/>
                  </a:cubicBezTo>
                  <a:cubicBezTo>
                    <a:pt x="79148" y="82634"/>
                    <a:pt x="79148" y="82634"/>
                    <a:pt x="79148" y="82634"/>
                  </a:cubicBezTo>
                  <a:cubicBezTo>
                    <a:pt x="80000" y="84790"/>
                    <a:pt x="80000" y="84790"/>
                    <a:pt x="80000" y="84790"/>
                  </a:cubicBezTo>
                  <a:cubicBezTo>
                    <a:pt x="79148" y="85508"/>
                    <a:pt x="79148" y="85508"/>
                    <a:pt x="79148" y="85508"/>
                  </a:cubicBezTo>
                  <a:cubicBezTo>
                    <a:pt x="80851" y="86946"/>
                    <a:pt x="80851" y="86946"/>
                    <a:pt x="80851" y="86946"/>
                  </a:cubicBezTo>
                  <a:cubicBezTo>
                    <a:pt x="80851" y="86946"/>
                    <a:pt x="80851" y="87664"/>
                    <a:pt x="81702" y="88383"/>
                  </a:cubicBezTo>
                  <a:cubicBezTo>
                    <a:pt x="81702" y="88383"/>
                    <a:pt x="81702" y="89820"/>
                    <a:pt x="81702" y="89820"/>
                  </a:cubicBezTo>
                  <a:cubicBezTo>
                    <a:pt x="81702" y="91257"/>
                    <a:pt x="81702" y="91257"/>
                    <a:pt x="81702" y="91257"/>
                  </a:cubicBezTo>
                  <a:cubicBezTo>
                    <a:pt x="81702" y="91976"/>
                    <a:pt x="81702" y="91976"/>
                    <a:pt x="81702" y="91976"/>
                  </a:cubicBezTo>
                  <a:cubicBezTo>
                    <a:pt x="81702" y="91976"/>
                    <a:pt x="80000" y="92694"/>
                    <a:pt x="80000" y="93413"/>
                  </a:cubicBezTo>
                  <a:cubicBezTo>
                    <a:pt x="80000" y="93413"/>
                    <a:pt x="80851" y="93413"/>
                    <a:pt x="80851" y="93413"/>
                  </a:cubicBezTo>
                  <a:cubicBezTo>
                    <a:pt x="82553" y="94850"/>
                    <a:pt x="82553" y="94850"/>
                    <a:pt x="82553" y="94850"/>
                  </a:cubicBezTo>
                  <a:cubicBezTo>
                    <a:pt x="83404" y="96287"/>
                    <a:pt x="83404" y="96287"/>
                    <a:pt x="83404" y="96287"/>
                  </a:cubicBezTo>
                  <a:cubicBezTo>
                    <a:pt x="83404" y="96287"/>
                    <a:pt x="82553" y="97005"/>
                    <a:pt x="82553" y="97724"/>
                  </a:cubicBezTo>
                  <a:cubicBezTo>
                    <a:pt x="82553" y="97724"/>
                    <a:pt x="84255" y="98443"/>
                    <a:pt x="84255" y="98443"/>
                  </a:cubicBezTo>
                  <a:cubicBezTo>
                    <a:pt x="87659" y="98443"/>
                    <a:pt x="87659" y="98443"/>
                    <a:pt x="87659" y="98443"/>
                  </a:cubicBezTo>
                  <a:cubicBezTo>
                    <a:pt x="89361" y="98443"/>
                    <a:pt x="89361" y="98443"/>
                    <a:pt x="89361" y="98443"/>
                  </a:cubicBezTo>
                  <a:cubicBezTo>
                    <a:pt x="89361" y="98443"/>
                    <a:pt x="91914" y="98443"/>
                    <a:pt x="92765" y="98443"/>
                  </a:cubicBezTo>
                  <a:cubicBezTo>
                    <a:pt x="92765" y="98443"/>
                    <a:pt x="95319" y="97724"/>
                    <a:pt x="95319" y="97724"/>
                  </a:cubicBezTo>
                  <a:cubicBezTo>
                    <a:pt x="95319" y="97724"/>
                    <a:pt x="97021" y="99161"/>
                    <a:pt x="97872" y="99161"/>
                  </a:cubicBezTo>
                  <a:cubicBezTo>
                    <a:pt x="98723" y="99880"/>
                    <a:pt x="97872" y="100598"/>
                    <a:pt x="97872" y="100598"/>
                  </a:cubicBezTo>
                  <a:cubicBezTo>
                    <a:pt x="97872" y="101317"/>
                    <a:pt x="97021" y="101317"/>
                    <a:pt x="97021" y="101317"/>
                  </a:cubicBezTo>
                  <a:cubicBezTo>
                    <a:pt x="97021" y="101317"/>
                    <a:pt x="97872" y="103473"/>
                    <a:pt x="97872" y="103473"/>
                  </a:cubicBezTo>
                  <a:cubicBezTo>
                    <a:pt x="98723" y="104191"/>
                    <a:pt x="98723" y="103473"/>
                    <a:pt x="98723" y="103473"/>
                  </a:cubicBezTo>
                  <a:cubicBezTo>
                    <a:pt x="98723" y="103473"/>
                    <a:pt x="99574" y="104191"/>
                    <a:pt x="100425" y="104910"/>
                  </a:cubicBezTo>
                  <a:cubicBezTo>
                    <a:pt x="100425" y="105628"/>
                    <a:pt x="101276" y="105628"/>
                    <a:pt x="101276" y="105628"/>
                  </a:cubicBezTo>
                  <a:cubicBezTo>
                    <a:pt x="102127" y="105628"/>
                    <a:pt x="102127" y="105628"/>
                    <a:pt x="102127" y="105628"/>
                  </a:cubicBezTo>
                  <a:cubicBezTo>
                    <a:pt x="102127" y="105628"/>
                    <a:pt x="102978" y="105628"/>
                    <a:pt x="102978" y="106347"/>
                  </a:cubicBezTo>
                  <a:cubicBezTo>
                    <a:pt x="103829" y="106347"/>
                    <a:pt x="104680" y="106347"/>
                    <a:pt x="105531" y="106347"/>
                  </a:cubicBezTo>
                  <a:cubicBezTo>
                    <a:pt x="105531" y="106347"/>
                    <a:pt x="106382" y="106347"/>
                    <a:pt x="106382" y="105628"/>
                  </a:cubicBezTo>
                  <a:cubicBezTo>
                    <a:pt x="106382" y="105628"/>
                    <a:pt x="107234" y="105628"/>
                    <a:pt x="108085" y="105628"/>
                  </a:cubicBezTo>
                  <a:cubicBezTo>
                    <a:pt x="108085" y="104910"/>
                    <a:pt x="108085" y="104191"/>
                    <a:pt x="108085" y="104191"/>
                  </a:cubicBezTo>
                  <a:cubicBezTo>
                    <a:pt x="108085" y="104191"/>
                    <a:pt x="108085" y="104191"/>
                    <a:pt x="108085" y="104191"/>
                  </a:cubicBezTo>
                  <a:close/>
                  <a:moveTo>
                    <a:pt x="108085" y="107784"/>
                  </a:moveTo>
                  <a:cubicBezTo>
                    <a:pt x="108085" y="107784"/>
                    <a:pt x="108085" y="107784"/>
                    <a:pt x="108085" y="107784"/>
                  </a:cubicBezTo>
                  <a:cubicBezTo>
                    <a:pt x="107234" y="108502"/>
                    <a:pt x="107234" y="108502"/>
                    <a:pt x="107234" y="108502"/>
                  </a:cubicBezTo>
                  <a:cubicBezTo>
                    <a:pt x="108085" y="108502"/>
                    <a:pt x="108085" y="108502"/>
                    <a:pt x="108085" y="108502"/>
                  </a:cubicBezTo>
                  <a:cubicBezTo>
                    <a:pt x="108085" y="108502"/>
                    <a:pt x="109787" y="109221"/>
                    <a:pt x="109787" y="109221"/>
                  </a:cubicBezTo>
                  <a:cubicBezTo>
                    <a:pt x="110638" y="109221"/>
                    <a:pt x="110638" y="109221"/>
                    <a:pt x="110638" y="109221"/>
                  </a:cubicBezTo>
                  <a:cubicBezTo>
                    <a:pt x="111489" y="108502"/>
                    <a:pt x="111489" y="108502"/>
                    <a:pt x="111489" y="108502"/>
                  </a:cubicBezTo>
                  <a:cubicBezTo>
                    <a:pt x="112340" y="107065"/>
                    <a:pt x="112340" y="107065"/>
                    <a:pt x="112340" y="107065"/>
                  </a:cubicBezTo>
                  <a:cubicBezTo>
                    <a:pt x="114893" y="106347"/>
                    <a:pt x="114893" y="106347"/>
                    <a:pt x="114893" y="106347"/>
                  </a:cubicBezTo>
                  <a:cubicBezTo>
                    <a:pt x="114893" y="106347"/>
                    <a:pt x="117446" y="106347"/>
                    <a:pt x="117446" y="106347"/>
                  </a:cubicBezTo>
                  <a:cubicBezTo>
                    <a:pt x="117446" y="106347"/>
                    <a:pt x="118297" y="105628"/>
                    <a:pt x="118297" y="105628"/>
                  </a:cubicBezTo>
                  <a:cubicBezTo>
                    <a:pt x="118297" y="104910"/>
                    <a:pt x="118297" y="104910"/>
                    <a:pt x="118297" y="104910"/>
                  </a:cubicBezTo>
                  <a:cubicBezTo>
                    <a:pt x="116595" y="103473"/>
                    <a:pt x="116595" y="103473"/>
                    <a:pt x="116595" y="103473"/>
                  </a:cubicBezTo>
                  <a:cubicBezTo>
                    <a:pt x="114893" y="103473"/>
                    <a:pt x="114893" y="103473"/>
                    <a:pt x="114893" y="103473"/>
                  </a:cubicBezTo>
                  <a:cubicBezTo>
                    <a:pt x="114893" y="103473"/>
                    <a:pt x="113191" y="103473"/>
                    <a:pt x="112340" y="103473"/>
                  </a:cubicBezTo>
                  <a:cubicBezTo>
                    <a:pt x="112340" y="103473"/>
                    <a:pt x="111489" y="103473"/>
                    <a:pt x="111489" y="103473"/>
                  </a:cubicBezTo>
                  <a:cubicBezTo>
                    <a:pt x="111489" y="103473"/>
                    <a:pt x="111489" y="104191"/>
                    <a:pt x="111489" y="104910"/>
                  </a:cubicBezTo>
                  <a:cubicBezTo>
                    <a:pt x="110638" y="105628"/>
                    <a:pt x="110638" y="105628"/>
                    <a:pt x="109787" y="105628"/>
                  </a:cubicBezTo>
                  <a:cubicBezTo>
                    <a:pt x="109787" y="105628"/>
                    <a:pt x="108936" y="105628"/>
                    <a:pt x="108936" y="105628"/>
                  </a:cubicBezTo>
                  <a:cubicBezTo>
                    <a:pt x="108085" y="107784"/>
                    <a:pt x="108085" y="107784"/>
                    <a:pt x="108085" y="107784"/>
                  </a:cubicBezTo>
                  <a:close/>
                  <a:moveTo>
                    <a:pt x="98723" y="116407"/>
                  </a:moveTo>
                  <a:cubicBezTo>
                    <a:pt x="98723" y="116407"/>
                    <a:pt x="98723" y="116407"/>
                    <a:pt x="98723" y="116407"/>
                  </a:cubicBezTo>
                  <a:cubicBezTo>
                    <a:pt x="99574" y="116407"/>
                    <a:pt x="99574" y="116407"/>
                    <a:pt x="99574" y="116407"/>
                  </a:cubicBezTo>
                  <a:cubicBezTo>
                    <a:pt x="100425" y="115688"/>
                    <a:pt x="100425" y="115688"/>
                    <a:pt x="100425" y="115688"/>
                  </a:cubicBezTo>
                  <a:cubicBezTo>
                    <a:pt x="99574" y="114251"/>
                    <a:pt x="99574" y="114251"/>
                    <a:pt x="99574" y="114251"/>
                  </a:cubicBezTo>
                  <a:cubicBezTo>
                    <a:pt x="98723" y="113532"/>
                    <a:pt x="98723" y="113532"/>
                    <a:pt x="98723" y="113532"/>
                  </a:cubicBezTo>
                  <a:cubicBezTo>
                    <a:pt x="97872" y="111377"/>
                    <a:pt x="97872" y="111377"/>
                    <a:pt x="97872" y="111377"/>
                  </a:cubicBezTo>
                  <a:cubicBezTo>
                    <a:pt x="96170" y="109940"/>
                    <a:pt x="96170" y="109940"/>
                    <a:pt x="96170" y="109940"/>
                  </a:cubicBezTo>
                  <a:cubicBezTo>
                    <a:pt x="95319" y="109221"/>
                    <a:pt x="95319" y="109221"/>
                    <a:pt x="95319" y="109221"/>
                  </a:cubicBezTo>
                  <a:cubicBezTo>
                    <a:pt x="94468" y="110658"/>
                    <a:pt x="94468" y="110658"/>
                    <a:pt x="94468" y="110658"/>
                  </a:cubicBezTo>
                  <a:cubicBezTo>
                    <a:pt x="93617" y="111377"/>
                    <a:pt x="93617" y="111377"/>
                    <a:pt x="93617" y="111377"/>
                  </a:cubicBezTo>
                  <a:cubicBezTo>
                    <a:pt x="92765" y="112095"/>
                    <a:pt x="92765" y="112095"/>
                    <a:pt x="92765" y="112095"/>
                  </a:cubicBezTo>
                  <a:cubicBezTo>
                    <a:pt x="92765" y="112095"/>
                    <a:pt x="90212" y="111377"/>
                    <a:pt x="89361" y="110658"/>
                  </a:cubicBezTo>
                  <a:cubicBezTo>
                    <a:pt x="87659" y="109940"/>
                    <a:pt x="87659" y="109940"/>
                    <a:pt x="87659" y="109940"/>
                  </a:cubicBezTo>
                  <a:cubicBezTo>
                    <a:pt x="87659" y="109940"/>
                    <a:pt x="86808" y="109940"/>
                    <a:pt x="85957" y="109221"/>
                  </a:cubicBezTo>
                  <a:cubicBezTo>
                    <a:pt x="85957" y="109221"/>
                    <a:pt x="85106" y="108502"/>
                    <a:pt x="85106" y="108502"/>
                  </a:cubicBezTo>
                  <a:cubicBezTo>
                    <a:pt x="85106" y="108502"/>
                    <a:pt x="85106" y="107784"/>
                    <a:pt x="84255" y="107784"/>
                  </a:cubicBezTo>
                  <a:cubicBezTo>
                    <a:pt x="84255" y="107065"/>
                    <a:pt x="83404" y="107784"/>
                    <a:pt x="82553" y="107784"/>
                  </a:cubicBezTo>
                  <a:cubicBezTo>
                    <a:pt x="80851" y="107784"/>
                    <a:pt x="80851" y="107784"/>
                    <a:pt x="80000" y="107784"/>
                  </a:cubicBezTo>
                  <a:cubicBezTo>
                    <a:pt x="80000" y="108502"/>
                    <a:pt x="79148" y="108502"/>
                    <a:pt x="79148" y="108502"/>
                  </a:cubicBezTo>
                  <a:cubicBezTo>
                    <a:pt x="78297" y="109221"/>
                    <a:pt x="79148" y="110658"/>
                    <a:pt x="79148" y="110658"/>
                  </a:cubicBezTo>
                  <a:cubicBezTo>
                    <a:pt x="79148" y="111377"/>
                    <a:pt x="79148" y="111377"/>
                    <a:pt x="79148" y="111377"/>
                  </a:cubicBezTo>
                  <a:cubicBezTo>
                    <a:pt x="80000" y="112814"/>
                    <a:pt x="80000" y="112814"/>
                    <a:pt x="80000" y="112814"/>
                  </a:cubicBezTo>
                  <a:cubicBezTo>
                    <a:pt x="78297" y="112814"/>
                    <a:pt x="78297" y="112814"/>
                    <a:pt x="78297" y="112814"/>
                  </a:cubicBezTo>
                  <a:cubicBezTo>
                    <a:pt x="77446" y="112814"/>
                    <a:pt x="77446" y="112814"/>
                    <a:pt x="77446" y="112814"/>
                  </a:cubicBezTo>
                  <a:cubicBezTo>
                    <a:pt x="78297" y="114251"/>
                    <a:pt x="78297" y="114251"/>
                    <a:pt x="78297" y="114251"/>
                  </a:cubicBezTo>
                  <a:cubicBezTo>
                    <a:pt x="78297" y="114251"/>
                    <a:pt x="78297" y="114970"/>
                    <a:pt x="79148" y="115688"/>
                  </a:cubicBezTo>
                  <a:cubicBezTo>
                    <a:pt x="79148" y="115688"/>
                    <a:pt x="80000" y="116407"/>
                    <a:pt x="80000" y="116407"/>
                  </a:cubicBezTo>
                  <a:cubicBezTo>
                    <a:pt x="80000" y="116407"/>
                    <a:pt x="84255" y="117125"/>
                    <a:pt x="84255" y="117125"/>
                  </a:cubicBezTo>
                  <a:cubicBezTo>
                    <a:pt x="85106" y="117125"/>
                    <a:pt x="85106" y="117125"/>
                    <a:pt x="85106" y="117125"/>
                  </a:cubicBezTo>
                  <a:cubicBezTo>
                    <a:pt x="85106" y="117125"/>
                    <a:pt x="86808" y="117844"/>
                    <a:pt x="88510" y="118562"/>
                  </a:cubicBezTo>
                  <a:cubicBezTo>
                    <a:pt x="89361" y="119281"/>
                    <a:pt x="90212" y="120000"/>
                    <a:pt x="90212" y="120000"/>
                  </a:cubicBezTo>
                  <a:cubicBezTo>
                    <a:pt x="90212" y="120000"/>
                    <a:pt x="91914" y="120000"/>
                    <a:pt x="91914" y="120000"/>
                  </a:cubicBezTo>
                  <a:cubicBezTo>
                    <a:pt x="92765" y="119281"/>
                    <a:pt x="92765" y="119281"/>
                    <a:pt x="92765" y="119281"/>
                  </a:cubicBezTo>
                  <a:cubicBezTo>
                    <a:pt x="95319" y="118562"/>
                    <a:pt x="95319" y="118562"/>
                    <a:pt x="95319" y="118562"/>
                  </a:cubicBezTo>
                  <a:cubicBezTo>
                    <a:pt x="97021" y="118562"/>
                    <a:pt x="97021" y="118562"/>
                    <a:pt x="97021" y="118562"/>
                  </a:cubicBezTo>
                  <a:cubicBezTo>
                    <a:pt x="99574" y="119281"/>
                    <a:pt x="99574" y="119281"/>
                    <a:pt x="99574" y="119281"/>
                  </a:cubicBezTo>
                  <a:cubicBezTo>
                    <a:pt x="100425" y="119281"/>
                    <a:pt x="100425" y="119281"/>
                    <a:pt x="100425" y="119281"/>
                  </a:cubicBezTo>
                  <a:cubicBezTo>
                    <a:pt x="100425" y="117844"/>
                    <a:pt x="100425" y="117844"/>
                    <a:pt x="100425" y="117844"/>
                  </a:cubicBezTo>
                  <a:cubicBezTo>
                    <a:pt x="100425" y="117125"/>
                    <a:pt x="100425" y="117125"/>
                    <a:pt x="100425" y="117125"/>
                  </a:cubicBezTo>
                  <a:cubicBezTo>
                    <a:pt x="98723" y="116407"/>
                    <a:pt x="98723" y="116407"/>
                    <a:pt x="98723" y="116407"/>
                  </a:cubicBezTo>
                  <a:close/>
                  <a:moveTo>
                    <a:pt x="65531" y="86946"/>
                  </a:moveTo>
                  <a:cubicBezTo>
                    <a:pt x="65531" y="86946"/>
                    <a:pt x="65531" y="86946"/>
                    <a:pt x="65531" y="86946"/>
                  </a:cubicBezTo>
                  <a:cubicBezTo>
                    <a:pt x="63829" y="86227"/>
                    <a:pt x="63829" y="86227"/>
                    <a:pt x="63829" y="86227"/>
                  </a:cubicBezTo>
                  <a:cubicBezTo>
                    <a:pt x="62127" y="84071"/>
                    <a:pt x="62127" y="84071"/>
                    <a:pt x="62127" y="84071"/>
                  </a:cubicBezTo>
                  <a:cubicBezTo>
                    <a:pt x="59574" y="83353"/>
                    <a:pt x="59574" y="83353"/>
                    <a:pt x="59574" y="83353"/>
                  </a:cubicBezTo>
                  <a:cubicBezTo>
                    <a:pt x="59574" y="83353"/>
                    <a:pt x="58723" y="81197"/>
                    <a:pt x="58723" y="81197"/>
                  </a:cubicBezTo>
                  <a:cubicBezTo>
                    <a:pt x="57872" y="80479"/>
                    <a:pt x="57872" y="81197"/>
                    <a:pt x="57872" y="81197"/>
                  </a:cubicBezTo>
                  <a:cubicBezTo>
                    <a:pt x="57872" y="81197"/>
                    <a:pt x="57872" y="82634"/>
                    <a:pt x="57021" y="83353"/>
                  </a:cubicBezTo>
                  <a:cubicBezTo>
                    <a:pt x="56170" y="83353"/>
                    <a:pt x="55319" y="83353"/>
                    <a:pt x="55319" y="83353"/>
                  </a:cubicBezTo>
                  <a:cubicBezTo>
                    <a:pt x="53617" y="84790"/>
                    <a:pt x="53617" y="84790"/>
                    <a:pt x="53617" y="84790"/>
                  </a:cubicBezTo>
                  <a:cubicBezTo>
                    <a:pt x="53617" y="84790"/>
                    <a:pt x="51063" y="85508"/>
                    <a:pt x="50212" y="85508"/>
                  </a:cubicBezTo>
                  <a:cubicBezTo>
                    <a:pt x="50212" y="85508"/>
                    <a:pt x="49361" y="86227"/>
                    <a:pt x="49361" y="86227"/>
                  </a:cubicBezTo>
                  <a:cubicBezTo>
                    <a:pt x="44255" y="85508"/>
                    <a:pt x="44255" y="85508"/>
                    <a:pt x="44255" y="85508"/>
                  </a:cubicBezTo>
                  <a:cubicBezTo>
                    <a:pt x="42553" y="86946"/>
                    <a:pt x="42553" y="86946"/>
                    <a:pt x="42553" y="86946"/>
                  </a:cubicBezTo>
                  <a:cubicBezTo>
                    <a:pt x="42553" y="87664"/>
                    <a:pt x="42553" y="87664"/>
                    <a:pt x="42553" y="87664"/>
                  </a:cubicBezTo>
                  <a:cubicBezTo>
                    <a:pt x="43404" y="89101"/>
                    <a:pt x="43404" y="89101"/>
                    <a:pt x="43404" y="89101"/>
                  </a:cubicBezTo>
                  <a:cubicBezTo>
                    <a:pt x="44255" y="89820"/>
                    <a:pt x="44255" y="89820"/>
                    <a:pt x="44255" y="89820"/>
                  </a:cubicBezTo>
                  <a:cubicBezTo>
                    <a:pt x="45106" y="89820"/>
                    <a:pt x="45106" y="89820"/>
                    <a:pt x="45106" y="89820"/>
                  </a:cubicBezTo>
                  <a:cubicBezTo>
                    <a:pt x="45106" y="91257"/>
                    <a:pt x="45106" y="91257"/>
                    <a:pt x="45106" y="91257"/>
                  </a:cubicBezTo>
                  <a:cubicBezTo>
                    <a:pt x="45957" y="92694"/>
                    <a:pt x="45957" y="92694"/>
                    <a:pt x="45957" y="92694"/>
                  </a:cubicBezTo>
                  <a:cubicBezTo>
                    <a:pt x="45957" y="92694"/>
                    <a:pt x="46808" y="93413"/>
                    <a:pt x="47659" y="94850"/>
                  </a:cubicBezTo>
                  <a:cubicBezTo>
                    <a:pt x="48510" y="96287"/>
                    <a:pt x="47659" y="97005"/>
                    <a:pt x="47659" y="97005"/>
                  </a:cubicBezTo>
                  <a:cubicBezTo>
                    <a:pt x="50212" y="99161"/>
                    <a:pt x="50212" y="99161"/>
                    <a:pt x="50212" y="99161"/>
                  </a:cubicBezTo>
                  <a:cubicBezTo>
                    <a:pt x="51914" y="99880"/>
                    <a:pt x="51914" y="99880"/>
                    <a:pt x="51914" y="99880"/>
                  </a:cubicBezTo>
                  <a:cubicBezTo>
                    <a:pt x="51914" y="99880"/>
                    <a:pt x="52765" y="100598"/>
                    <a:pt x="53617" y="100598"/>
                  </a:cubicBezTo>
                  <a:cubicBezTo>
                    <a:pt x="53617" y="100598"/>
                    <a:pt x="53617" y="101317"/>
                    <a:pt x="53617" y="101317"/>
                  </a:cubicBezTo>
                  <a:cubicBezTo>
                    <a:pt x="53617" y="102754"/>
                    <a:pt x="53617" y="102754"/>
                    <a:pt x="53617" y="102754"/>
                  </a:cubicBezTo>
                  <a:cubicBezTo>
                    <a:pt x="54468" y="104191"/>
                    <a:pt x="54468" y="104191"/>
                    <a:pt x="54468" y="104191"/>
                  </a:cubicBezTo>
                  <a:cubicBezTo>
                    <a:pt x="55319" y="103473"/>
                    <a:pt x="55319" y="103473"/>
                    <a:pt x="55319" y="103473"/>
                  </a:cubicBezTo>
                  <a:cubicBezTo>
                    <a:pt x="56170" y="102754"/>
                    <a:pt x="56170" y="102754"/>
                    <a:pt x="56170" y="102754"/>
                  </a:cubicBezTo>
                  <a:cubicBezTo>
                    <a:pt x="60425" y="104191"/>
                    <a:pt x="60425" y="104191"/>
                    <a:pt x="60425" y="104191"/>
                  </a:cubicBezTo>
                  <a:cubicBezTo>
                    <a:pt x="60425" y="104191"/>
                    <a:pt x="63829" y="105628"/>
                    <a:pt x="64680" y="105628"/>
                  </a:cubicBezTo>
                  <a:cubicBezTo>
                    <a:pt x="64680" y="105628"/>
                    <a:pt x="66382" y="104191"/>
                    <a:pt x="66382" y="104191"/>
                  </a:cubicBezTo>
                  <a:cubicBezTo>
                    <a:pt x="67234" y="103473"/>
                    <a:pt x="69787" y="103473"/>
                    <a:pt x="69787" y="103473"/>
                  </a:cubicBezTo>
                  <a:cubicBezTo>
                    <a:pt x="70638" y="103473"/>
                    <a:pt x="70638" y="102754"/>
                    <a:pt x="70638" y="102754"/>
                  </a:cubicBezTo>
                  <a:cubicBezTo>
                    <a:pt x="70638" y="102035"/>
                    <a:pt x="71489" y="101317"/>
                    <a:pt x="71489" y="100598"/>
                  </a:cubicBezTo>
                  <a:cubicBezTo>
                    <a:pt x="71489" y="99880"/>
                    <a:pt x="72340" y="99161"/>
                    <a:pt x="72340" y="99161"/>
                  </a:cubicBezTo>
                  <a:cubicBezTo>
                    <a:pt x="72340" y="97724"/>
                    <a:pt x="72340" y="97724"/>
                    <a:pt x="72340" y="97724"/>
                  </a:cubicBezTo>
                  <a:cubicBezTo>
                    <a:pt x="71489" y="95568"/>
                    <a:pt x="71489" y="95568"/>
                    <a:pt x="71489" y="95568"/>
                  </a:cubicBezTo>
                  <a:cubicBezTo>
                    <a:pt x="72340" y="92694"/>
                    <a:pt x="72340" y="92694"/>
                    <a:pt x="72340" y="92694"/>
                  </a:cubicBezTo>
                  <a:cubicBezTo>
                    <a:pt x="70638" y="91257"/>
                    <a:pt x="70638" y="91257"/>
                    <a:pt x="70638" y="91257"/>
                  </a:cubicBezTo>
                  <a:cubicBezTo>
                    <a:pt x="69787" y="90538"/>
                    <a:pt x="69787" y="90538"/>
                    <a:pt x="69787" y="90538"/>
                  </a:cubicBezTo>
                  <a:cubicBezTo>
                    <a:pt x="69787" y="89820"/>
                    <a:pt x="69787" y="89820"/>
                    <a:pt x="69787" y="89820"/>
                  </a:cubicBezTo>
                  <a:cubicBezTo>
                    <a:pt x="69787" y="89101"/>
                    <a:pt x="69787" y="89101"/>
                    <a:pt x="69787" y="89101"/>
                  </a:cubicBezTo>
                  <a:cubicBezTo>
                    <a:pt x="71489" y="88383"/>
                    <a:pt x="71489" y="88383"/>
                    <a:pt x="71489" y="88383"/>
                  </a:cubicBezTo>
                  <a:cubicBezTo>
                    <a:pt x="71489" y="86227"/>
                    <a:pt x="71489" y="86227"/>
                    <a:pt x="71489" y="86227"/>
                  </a:cubicBezTo>
                  <a:cubicBezTo>
                    <a:pt x="74042" y="84790"/>
                    <a:pt x="74042" y="84790"/>
                    <a:pt x="74042" y="84790"/>
                  </a:cubicBezTo>
                  <a:cubicBezTo>
                    <a:pt x="74893" y="82634"/>
                    <a:pt x="74893" y="82634"/>
                    <a:pt x="74893" y="82634"/>
                  </a:cubicBezTo>
                  <a:cubicBezTo>
                    <a:pt x="74893" y="82634"/>
                    <a:pt x="71489" y="81916"/>
                    <a:pt x="70638" y="81916"/>
                  </a:cubicBezTo>
                  <a:cubicBezTo>
                    <a:pt x="68936" y="81916"/>
                    <a:pt x="69787" y="81916"/>
                    <a:pt x="69787" y="81197"/>
                  </a:cubicBezTo>
                  <a:cubicBezTo>
                    <a:pt x="69787" y="81197"/>
                    <a:pt x="68936" y="80479"/>
                    <a:pt x="68936" y="80479"/>
                  </a:cubicBezTo>
                  <a:cubicBezTo>
                    <a:pt x="68936" y="80479"/>
                    <a:pt x="67234" y="81197"/>
                    <a:pt x="67234" y="81197"/>
                  </a:cubicBezTo>
                  <a:cubicBezTo>
                    <a:pt x="66382" y="81197"/>
                    <a:pt x="66382" y="79760"/>
                    <a:pt x="66382" y="79760"/>
                  </a:cubicBezTo>
                  <a:cubicBezTo>
                    <a:pt x="66382" y="79760"/>
                    <a:pt x="64680" y="80479"/>
                    <a:pt x="64680" y="80479"/>
                  </a:cubicBezTo>
                  <a:cubicBezTo>
                    <a:pt x="63829" y="80479"/>
                    <a:pt x="62127" y="80479"/>
                    <a:pt x="62127" y="80479"/>
                  </a:cubicBezTo>
                  <a:cubicBezTo>
                    <a:pt x="62127" y="80479"/>
                    <a:pt x="62127" y="81197"/>
                    <a:pt x="62127" y="81197"/>
                  </a:cubicBezTo>
                  <a:cubicBezTo>
                    <a:pt x="61276" y="81916"/>
                    <a:pt x="62127" y="82634"/>
                    <a:pt x="62978" y="82634"/>
                  </a:cubicBezTo>
                  <a:cubicBezTo>
                    <a:pt x="62978" y="83353"/>
                    <a:pt x="63829" y="84790"/>
                    <a:pt x="63829" y="84790"/>
                  </a:cubicBezTo>
                  <a:cubicBezTo>
                    <a:pt x="64680" y="86227"/>
                    <a:pt x="64680" y="86227"/>
                    <a:pt x="64680" y="86227"/>
                  </a:cubicBezTo>
                  <a:cubicBezTo>
                    <a:pt x="65531" y="86946"/>
                    <a:pt x="65531" y="86946"/>
                    <a:pt x="65531" y="86946"/>
                  </a:cubicBezTo>
                  <a:close/>
                  <a:moveTo>
                    <a:pt x="63829" y="76886"/>
                  </a:moveTo>
                  <a:cubicBezTo>
                    <a:pt x="63829" y="76886"/>
                    <a:pt x="63829" y="76886"/>
                    <a:pt x="63829" y="76886"/>
                  </a:cubicBezTo>
                  <a:cubicBezTo>
                    <a:pt x="65531" y="76886"/>
                    <a:pt x="65531" y="76886"/>
                    <a:pt x="65531" y="76886"/>
                  </a:cubicBezTo>
                  <a:cubicBezTo>
                    <a:pt x="66382" y="75449"/>
                    <a:pt x="66382" y="75449"/>
                    <a:pt x="66382" y="75449"/>
                  </a:cubicBezTo>
                  <a:cubicBezTo>
                    <a:pt x="66382" y="75449"/>
                    <a:pt x="67234" y="74730"/>
                    <a:pt x="67234" y="74011"/>
                  </a:cubicBezTo>
                  <a:cubicBezTo>
                    <a:pt x="67234" y="74011"/>
                    <a:pt x="67234" y="73293"/>
                    <a:pt x="67234" y="73293"/>
                  </a:cubicBezTo>
                  <a:cubicBezTo>
                    <a:pt x="67234" y="71856"/>
                    <a:pt x="67234" y="71856"/>
                    <a:pt x="67234" y="71856"/>
                  </a:cubicBezTo>
                  <a:cubicBezTo>
                    <a:pt x="66382" y="71137"/>
                    <a:pt x="66382" y="71137"/>
                    <a:pt x="66382" y="71137"/>
                  </a:cubicBezTo>
                  <a:cubicBezTo>
                    <a:pt x="65531" y="69700"/>
                    <a:pt x="65531" y="69700"/>
                    <a:pt x="65531" y="69700"/>
                  </a:cubicBezTo>
                  <a:cubicBezTo>
                    <a:pt x="64680" y="67544"/>
                    <a:pt x="64680" y="67544"/>
                    <a:pt x="64680" y="67544"/>
                  </a:cubicBezTo>
                  <a:cubicBezTo>
                    <a:pt x="62978" y="67544"/>
                    <a:pt x="62978" y="67544"/>
                    <a:pt x="62978" y="67544"/>
                  </a:cubicBezTo>
                  <a:cubicBezTo>
                    <a:pt x="62978" y="67544"/>
                    <a:pt x="62978" y="68982"/>
                    <a:pt x="62978" y="68982"/>
                  </a:cubicBezTo>
                  <a:cubicBezTo>
                    <a:pt x="62978" y="69700"/>
                    <a:pt x="63829" y="70419"/>
                    <a:pt x="63829" y="70419"/>
                  </a:cubicBezTo>
                  <a:cubicBezTo>
                    <a:pt x="64680" y="71137"/>
                    <a:pt x="64680" y="71137"/>
                    <a:pt x="64680" y="71137"/>
                  </a:cubicBezTo>
                  <a:cubicBezTo>
                    <a:pt x="64680" y="71856"/>
                    <a:pt x="64680" y="71856"/>
                    <a:pt x="64680" y="71856"/>
                  </a:cubicBezTo>
                  <a:cubicBezTo>
                    <a:pt x="63829" y="72574"/>
                    <a:pt x="63829" y="72574"/>
                    <a:pt x="63829" y="72574"/>
                  </a:cubicBezTo>
                  <a:cubicBezTo>
                    <a:pt x="62978" y="74011"/>
                    <a:pt x="62978" y="74011"/>
                    <a:pt x="62978" y="74011"/>
                  </a:cubicBezTo>
                  <a:cubicBezTo>
                    <a:pt x="63829" y="75449"/>
                    <a:pt x="63829" y="75449"/>
                    <a:pt x="63829" y="75449"/>
                  </a:cubicBezTo>
                  <a:cubicBezTo>
                    <a:pt x="63829" y="76886"/>
                    <a:pt x="63829" y="76886"/>
                    <a:pt x="63829" y="76886"/>
                  </a:cubicBezTo>
                  <a:close/>
                  <a:moveTo>
                    <a:pt x="68085" y="112814"/>
                  </a:moveTo>
                  <a:cubicBezTo>
                    <a:pt x="68085" y="112814"/>
                    <a:pt x="68085" y="112814"/>
                    <a:pt x="68085" y="112814"/>
                  </a:cubicBezTo>
                  <a:cubicBezTo>
                    <a:pt x="68936" y="114970"/>
                    <a:pt x="68936" y="114970"/>
                    <a:pt x="68936" y="114970"/>
                  </a:cubicBezTo>
                  <a:cubicBezTo>
                    <a:pt x="69787" y="116407"/>
                    <a:pt x="69787" y="116407"/>
                    <a:pt x="69787" y="116407"/>
                  </a:cubicBezTo>
                  <a:cubicBezTo>
                    <a:pt x="69787" y="116407"/>
                    <a:pt x="71489" y="117125"/>
                    <a:pt x="71489" y="116407"/>
                  </a:cubicBezTo>
                  <a:cubicBezTo>
                    <a:pt x="71489" y="115688"/>
                    <a:pt x="70638" y="114970"/>
                    <a:pt x="71489" y="114251"/>
                  </a:cubicBezTo>
                  <a:cubicBezTo>
                    <a:pt x="71489" y="113532"/>
                    <a:pt x="72340" y="112095"/>
                    <a:pt x="72340" y="111377"/>
                  </a:cubicBezTo>
                  <a:cubicBezTo>
                    <a:pt x="72340" y="110658"/>
                    <a:pt x="73191" y="109940"/>
                    <a:pt x="73191" y="109221"/>
                  </a:cubicBezTo>
                  <a:cubicBezTo>
                    <a:pt x="74042" y="108502"/>
                    <a:pt x="74893" y="107065"/>
                    <a:pt x="74893" y="106347"/>
                  </a:cubicBezTo>
                  <a:cubicBezTo>
                    <a:pt x="74893" y="106347"/>
                    <a:pt x="75744" y="104910"/>
                    <a:pt x="75744" y="104191"/>
                  </a:cubicBezTo>
                  <a:cubicBezTo>
                    <a:pt x="75744" y="104191"/>
                    <a:pt x="75744" y="102035"/>
                    <a:pt x="75744" y="102035"/>
                  </a:cubicBezTo>
                  <a:cubicBezTo>
                    <a:pt x="75744" y="102035"/>
                    <a:pt x="74893" y="99880"/>
                    <a:pt x="74893" y="99880"/>
                  </a:cubicBezTo>
                  <a:cubicBezTo>
                    <a:pt x="74042" y="101317"/>
                    <a:pt x="74042" y="101317"/>
                    <a:pt x="74042" y="101317"/>
                  </a:cubicBezTo>
                  <a:cubicBezTo>
                    <a:pt x="74042" y="102754"/>
                    <a:pt x="74042" y="102754"/>
                    <a:pt x="74042" y="102754"/>
                  </a:cubicBezTo>
                  <a:cubicBezTo>
                    <a:pt x="72340" y="105628"/>
                    <a:pt x="72340" y="105628"/>
                    <a:pt x="72340" y="105628"/>
                  </a:cubicBezTo>
                  <a:cubicBezTo>
                    <a:pt x="71489" y="107065"/>
                    <a:pt x="71489" y="107065"/>
                    <a:pt x="71489" y="107065"/>
                  </a:cubicBezTo>
                  <a:cubicBezTo>
                    <a:pt x="69787" y="108502"/>
                    <a:pt x="69787" y="108502"/>
                    <a:pt x="69787" y="108502"/>
                  </a:cubicBezTo>
                  <a:cubicBezTo>
                    <a:pt x="69787" y="109221"/>
                    <a:pt x="69787" y="109221"/>
                    <a:pt x="69787" y="109221"/>
                  </a:cubicBezTo>
                  <a:cubicBezTo>
                    <a:pt x="69787" y="110658"/>
                    <a:pt x="69787" y="110658"/>
                    <a:pt x="69787" y="110658"/>
                  </a:cubicBezTo>
                  <a:cubicBezTo>
                    <a:pt x="68936" y="111377"/>
                    <a:pt x="68936" y="111377"/>
                    <a:pt x="68936" y="111377"/>
                  </a:cubicBezTo>
                  <a:cubicBezTo>
                    <a:pt x="68936" y="112095"/>
                    <a:pt x="68936" y="112095"/>
                    <a:pt x="68936" y="112095"/>
                  </a:cubicBezTo>
                  <a:cubicBezTo>
                    <a:pt x="68085" y="112814"/>
                    <a:pt x="68085" y="112814"/>
                    <a:pt x="68085" y="112814"/>
                  </a:cubicBezTo>
                  <a:close/>
                  <a:moveTo>
                    <a:pt x="63829" y="106347"/>
                  </a:moveTo>
                  <a:cubicBezTo>
                    <a:pt x="63829" y="106347"/>
                    <a:pt x="63829" y="106347"/>
                    <a:pt x="63829" y="106347"/>
                  </a:cubicBezTo>
                  <a:cubicBezTo>
                    <a:pt x="64680" y="107065"/>
                    <a:pt x="64680" y="107065"/>
                    <a:pt x="64680" y="107065"/>
                  </a:cubicBezTo>
                  <a:cubicBezTo>
                    <a:pt x="64680" y="107065"/>
                    <a:pt x="65531" y="109221"/>
                    <a:pt x="66382" y="109221"/>
                  </a:cubicBezTo>
                  <a:cubicBezTo>
                    <a:pt x="66382" y="109221"/>
                    <a:pt x="68936" y="107065"/>
                    <a:pt x="68936" y="107065"/>
                  </a:cubicBezTo>
                  <a:cubicBezTo>
                    <a:pt x="68936" y="105628"/>
                    <a:pt x="68936" y="105628"/>
                    <a:pt x="68936" y="105628"/>
                  </a:cubicBezTo>
                  <a:cubicBezTo>
                    <a:pt x="69787" y="104191"/>
                    <a:pt x="69787" y="104191"/>
                    <a:pt x="69787" y="104191"/>
                  </a:cubicBezTo>
                  <a:cubicBezTo>
                    <a:pt x="67234" y="104910"/>
                    <a:pt x="67234" y="104910"/>
                    <a:pt x="67234" y="104910"/>
                  </a:cubicBezTo>
                  <a:cubicBezTo>
                    <a:pt x="65531" y="106347"/>
                    <a:pt x="65531" y="106347"/>
                    <a:pt x="65531" y="106347"/>
                  </a:cubicBezTo>
                  <a:cubicBezTo>
                    <a:pt x="63829" y="106347"/>
                    <a:pt x="63829" y="106347"/>
                    <a:pt x="63829" y="106347"/>
                  </a:cubicBezTo>
                  <a:close/>
                  <a:moveTo>
                    <a:pt x="56170" y="107784"/>
                  </a:moveTo>
                  <a:cubicBezTo>
                    <a:pt x="56170" y="107784"/>
                    <a:pt x="56170" y="107784"/>
                    <a:pt x="56170" y="107784"/>
                  </a:cubicBezTo>
                  <a:cubicBezTo>
                    <a:pt x="56170" y="107784"/>
                    <a:pt x="57021" y="109940"/>
                    <a:pt x="57021" y="109940"/>
                  </a:cubicBezTo>
                  <a:cubicBezTo>
                    <a:pt x="57872" y="109940"/>
                    <a:pt x="58723" y="110658"/>
                    <a:pt x="58723" y="110658"/>
                  </a:cubicBezTo>
                  <a:cubicBezTo>
                    <a:pt x="60425" y="112095"/>
                    <a:pt x="60425" y="112095"/>
                    <a:pt x="60425" y="112095"/>
                  </a:cubicBezTo>
                  <a:cubicBezTo>
                    <a:pt x="60425" y="112095"/>
                    <a:pt x="60425" y="112814"/>
                    <a:pt x="61276" y="112814"/>
                  </a:cubicBezTo>
                  <a:cubicBezTo>
                    <a:pt x="61276" y="112814"/>
                    <a:pt x="62978" y="112095"/>
                    <a:pt x="62978" y="112095"/>
                  </a:cubicBezTo>
                  <a:cubicBezTo>
                    <a:pt x="63829" y="110658"/>
                    <a:pt x="63829" y="110658"/>
                    <a:pt x="63829" y="110658"/>
                  </a:cubicBezTo>
                  <a:cubicBezTo>
                    <a:pt x="63829" y="110658"/>
                    <a:pt x="62127" y="110658"/>
                    <a:pt x="62127" y="110658"/>
                  </a:cubicBezTo>
                  <a:cubicBezTo>
                    <a:pt x="61276" y="110658"/>
                    <a:pt x="60425" y="109221"/>
                    <a:pt x="60425" y="109221"/>
                  </a:cubicBezTo>
                  <a:cubicBezTo>
                    <a:pt x="60425" y="109221"/>
                    <a:pt x="59574" y="109221"/>
                    <a:pt x="59574" y="109221"/>
                  </a:cubicBezTo>
                  <a:cubicBezTo>
                    <a:pt x="58723" y="109221"/>
                    <a:pt x="57021" y="107784"/>
                    <a:pt x="57021" y="107784"/>
                  </a:cubicBezTo>
                  <a:cubicBezTo>
                    <a:pt x="56170" y="107784"/>
                    <a:pt x="56170" y="107784"/>
                    <a:pt x="56170" y="107784"/>
                  </a:cubicBezTo>
                  <a:close/>
                  <a:moveTo>
                    <a:pt x="42553" y="105628"/>
                  </a:moveTo>
                  <a:cubicBezTo>
                    <a:pt x="42553" y="105628"/>
                    <a:pt x="42553" y="105628"/>
                    <a:pt x="42553" y="105628"/>
                  </a:cubicBezTo>
                  <a:cubicBezTo>
                    <a:pt x="44255" y="106347"/>
                    <a:pt x="44255" y="106347"/>
                    <a:pt x="44255" y="106347"/>
                  </a:cubicBezTo>
                  <a:cubicBezTo>
                    <a:pt x="45106" y="107065"/>
                    <a:pt x="45106" y="107065"/>
                    <a:pt x="45106" y="107065"/>
                  </a:cubicBezTo>
                  <a:cubicBezTo>
                    <a:pt x="46808" y="107784"/>
                    <a:pt x="46808" y="107784"/>
                    <a:pt x="46808" y="107784"/>
                  </a:cubicBezTo>
                  <a:cubicBezTo>
                    <a:pt x="45106" y="109221"/>
                    <a:pt x="45106" y="109221"/>
                    <a:pt x="45106" y="109221"/>
                  </a:cubicBezTo>
                  <a:cubicBezTo>
                    <a:pt x="45106" y="109221"/>
                    <a:pt x="45957" y="110658"/>
                    <a:pt x="46808" y="109940"/>
                  </a:cubicBezTo>
                  <a:cubicBezTo>
                    <a:pt x="47659" y="109940"/>
                    <a:pt x="47659" y="109940"/>
                    <a:pt x="47659" y="109940"/>
                  </a:cubicBezTo>
                  <a:cubicBezTo>
                    <a:pt x="47659" y="109940"/>
                    <a:pt x="49361" y="110658"/>
                    <a:pt x="49361" y="110658"/>
                  </a:cubicBezTo>
                  <a:cubicBezTo>
                    <a:pt x="50212" y="111377"/>
                    <a:pt x="51063" y="111377"/>
                    <a:pt x="51914" y="111377"/>
                  </a:cubicBezTo>
                  <a:cubicBezTo>
                    <a:pt x="52765" y="111377"/>
                    <a:pt x="52765" y="110658"/>
                    <a:pt x="52765" y="110658"/>
                  </a:cubicBezTo>
                  <a:cubicBezTo>
                    <a:pt x="52765" y="109940"/>
                    <a:pt x="52765" y="109221"/>
                    <a:pt x="52765" y="109221"/>
                  </a:cubicBezTo>
                  <a:cubicBezTo>
                    <a:pt x="51914" y="107784"/>
                    <a:pt x="51914" y="107784"/>
                    <a:pt x="51914" y="107784"/>
                  </a:cubicBezTo>
                  <a:cubicBezTo>
                    <a:pt x="51063" y="106347"/>
                    <a:pt x="51063" y="106347"/>
                    <a:pt x="51063" y="106347"/>
                  </a:cubicBezTo>
                  <a:cubicBezTo>
                    <a:pt x="47659" y="105628"/>
                    <a:pt x="47659" y="105628"/>
                    <a:pt x="47659" y="105628"/>
                  </a:cubicBezTo>
                  <a:cubicBezTo>
                    <a:pt x="45957" y="104191"/>
                    <a:pt x="45957" y="104191"/>
                    <a:pt x="45957" y="104191"/>
                  </a:cubicBezTo>
                  <a:cubicBezTo>
                    <a:pt x="43404" y="103473"/>
                    <a:pt x="43404" y="103473"/>
                    <a:pt x="43404" y="103473"/>
                  </a:cubicBezTo>
                  <a:cubicBezTo>
                    <a:pt x="42553" y="103473"/>
                    <a:pt x="42553" y="103473"/>
                    <a:pt x="42553" y="103473"/>
                  </a:cubicBezTo>
                  <a:cubicBezTo>
                    <a:pt x="42553" y="105628"/>
                    <a:pt x="42553" y="105628"/>
                    <a:pt x="42553" y="105628"/>
                  </a:cubicBezTo>
                  <a:close/>
                  <a:moveTo>
                    <a:pt x="70638" y="17964"/>
                  </a:moveTo>
                  <a:cubicBezTo>
                    <a:pt x="70638" y="17964"/>
                    <a:pt x="70638" y="17964"/>
                    <a:pt x="70638" y="17964"/>
                  </a:cubicBezTo>
                  <a:cubicBezTo>
                    <a:pt x="70638" y="18682"/>
                    <a:pt x="70638" y="18682"/>
                    <a:pt x="70638" y="18682"/>
                  </a:cubicBezTo>
                  <a:cubicBezTo>
                    <a:pt x="70638" y="18682"/>
                    <a:pt x="71489" y="18682"/>
                    <a:pt x="71489" y="18682"/>
                  </a:cubicBezTo>
                  <a:cubicBezTo>
                    <a:pt x="71489" y="18682"/>
                    <a:pt x="72340" y="18682"/>
                    <a:pt x="72340" y="18682"/>
                  </a:cubicBezTo>
                  <a:cubicBezTo>
                    <a:pt x="72340" y="18682"/>
                    <a:pt x="74042" y="19401"/>
                    <a:pt x="74042" y="19401"/>
                  </a:cubicBezTo>
                  <a:cubicBezTo>
                    <a:pt x="74042" y="20119"/>
                    <a:pt x="74893" y="19401"/>
                    <a:pt x="74893" y="19401"/>
                  </a:cubicBezTo>
                  <a:cubicBezTo>
                    <a:pt x="75744" y="19401"/>
                    <a:pt x="75744" y="18682"/>
                    <a:pt x="75744" y="17964"/>
                  </a:cubicBezTo>
                  <a:cubicBezTo>
                    <a:pt x="75744" y="17964"/>
                    <a:pt x="76595" y="17245"/>
                    <a:pt x="76595" y="17245"/>
                  </a:cubicBezTo>
                  <a:cubicBezTo>
                    <a:pt x="76595" y="17245"/>
                    <a:pt x="79148" y="15808"/>
                    <a:pt x="79148" y="15808"/>
                  </a:cubicBezTo>
                  <a:cubicBezTo>
                    <a:pt x="79148" y="15089"/>
                    <a:pt x="77446" y="15089"/>
                    <a:pt x="77446" y="15089"/>
                  </a:cubicBezTo>
                  <a:cubicBezTo>
                    <a:pt x="77446" y="15089"/>
                    <a:pt x="74893" y="15808"/>
                    <a:pt x="74893" y="15808"/>
                  </a:cubicBezTo>
                  <a:cubicBezTo>
                    <a:pt x="74893" y="15808"/>
                    <a:pt x="72340" y="16526"/>
                    <a:pt x="72340" y="16526"/>
                  </a:cubicBezTo>
                  <a:lnTo>
                    <a:pt x="70638" y="17964"/>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1" name="Shape 2028">
              <a:extLst>
                <a:ext uri="{FF2B5EF4-FFF2-40B4-BE49-F238E27FC236}">
                  <a16:creationId xmlns:a16="http://schemas.microsoft.com/office/drawing/2014/main" id="{7E726D0C-60D0-4D4C-ADBC-C90CCAE8292F}"/>
                </a:ext>
              </a:extLst>
            </p:cNvPr>
            <p:cNvSpPr/>
            <p:nvPr/>
          </p:nvSpPr>
          <p:spPr>
            <a:xfrm>
              <a:off x="4518028" y="2422185"/>
              <a:ext cx="310038" cy="351588"/>
            </a:xfrm>
            <a:custGeom>
              <a:avLst/>
              <a:gdLst/>
              <a:ahLst/>
              <a:cxnLst/>
              <a:rect l="0" t="0" r="0" b="0"/>
              <a:pathLst>
                <a:path w="120000" h="120000" extrusionOk="0">
                  <a:moveTo>
                    <a:pt x="63529" y="26415"/>
                  </a:moveTo>
                  <a:cubicBezTo>
                    <a:pt x="62647" y="24905"/>
                    <a:pt x="62647" y="24905"/>
                    <a:pt x="62647" y="24905"/>
                  </a:cubicBezTo>
                  <a:cubicBezTo>
                    <a:pt x="60882" y="24905"/>
                    <a:pt x="60882" y="24905"/>
                    <a:pt x="60882" y="24905"/>
                  </a:cubicBezTo>
                  <a:cubicBezTo>
                    <a:pt x="58235" y="26415"/>
                    <a:pt x="58235" y="26415"/>
                    <a:pt x="58235" y="26415"/>
                  </a:cubicBezTo>
                  <a:cubicBezTo>
                    <a:pt x="58235" y="24905"/>
                    <a:pt x="58235" y="24905"/>
                    <a:pt x="58235" y="24905"/>
                  </a:cubicBezTo>
                  <a:cubicBezTo>
                    <a:pt x="61764" y="23396"/>
                    <a:pt x="61764" y="23396"/>
                    <a:pt x="61764" y="23396"/>
                  </a:cubicBezTo>
                  <a:cubicBezTo>
                    <a:pt x="63529" y="22641"/>
                    <a:pt x="63529" y="22641"/>
                    <a:pt x="63529" y="22641"/>
                  </a:cubicBezTo>
                  <a:cubicBezTo>
                    <a:pt x="64411" y="21132"/>
                    <a:pt x="64411" y="21132"/>
                    <a:pt x="64411" y="21132"/>
                  </a:cubicBezTo>
                  <a:cubicBezTo>
                    <a:pt x="66176" y="18867"/>
                    <a:pt x="66176" y="18867"/>
                    <a:pt x="66176" y="18867"/>
                  </a:cubicBezTo>
                  <a:cubicBezTo>
                    <a:pt x="66176" y="18867"/>
                    <a:pt x="67941" y="17358"/>
                    <a:pt x="68823" y="16603"/>
                  </a:cubicBezTo>
                  <a:cubicBezTo>
                    <a:pt x="69705" y="16603"/>
                    <a:pt x="73235" y="15094"/>
                    <a:pt x="73235" y="15094"/>
                  </a:cubicBezTo>
                  <a:cubicBezTo>
                    <a:pt x="73235" y="15094"/>
                    <a:pt x="76764" y="13584"/>
                    <a:pt x="77647" y="13584"/>
                  </a:cubicBezTo>
                  <a:cubicBezTo>
                    <a:pt x="78529" y="13584"/>
                    <a:pt x="84705" y="12830"/>
                    <a:pt x="84705" y="12830"/>
                  </a:cubicBezTo>
                  <a:cubicBezTo>
                    <a:pt x="90882" y="14339"/>
                    <a:pt x="90882" y="14339"/>
                    <a:pt x="90882" y="14339"/>
                  </a:cubicBezTo>
                  <a:cubicBezTo>
                    <a:pt x="90882" y="14339"/>
                    <a:pt x="92647" y="12830"/>
                    <a:pt x="94411" y="12830"/>
                  </a:cubicBezTo>
                  <a:cubicBezTo>
                    <a:pt x="94411" y="12830"/>
                    <a:pt x="96176" y="13584"/>
                    <a:pt x="97058" y="13584"/>
                  </a:cubicBezTo>
                  <a:cubicBezTo>
                    <a:pt x="97941" y="13584"/>
                    <a:pt x="99705" y="12830"/>
                    <a:pt x="99705" y="12830"/>
                  </a:cubicBezTo>
                  <a:cubicBezTo>
                    <a:pt x="103235" y="12830"/>
                    <a:pt x="103235" y="12830"/>
                    <a:pt x="103235" y="12830"/>
                  </a:cubicBezTo>
                  <a:cubicBezTo>
                    <a:pt x="105882" y="15849"/>
                    <a:pt x="105882" y="15849"/>
                    <a:pt x="105882" y="15849"/>
                  </a:cubicBezTo>
                  <a:cubicBezTo>
                    <a:pt x="106764" y="18867"/>
                    <a:pt x="106764" y="18867"/>
                    <a:pt x="106764" y="18867"/>
                  </a:cubicBezTo>
                  <a:cubicBezTo>
                    <a:pt x="111176" y="19622"/>
                    <a:pt x="111176" y="19622"/>
                    <a:pt x="111176" y="19622"/>
                  </a:cubicBezTo>
                  <a:cubicBezTo>
                    <a:pt x="111176" y="19622"/>
                    <a:pt x="110294" y="21132"/>
                    <a:pt x="110294" y="21886"/>
                  </a:cubicBezTo>
                  <a:cubicBezTo>
                    <a:pt x="111176" y="21886"/>
                    <a:pt x="113823" y="22641"/>
                    <a:pt x="113823" y="22641"/>
                  </a:cubicBezTo>
                  <a:cubicBezTo>
                    <a:pt x="113823" y="23396"/>
                    <a:pt x="113823" y="23396"/>
                    <a:pt x="113823" y="23396"/>
                  </a:cubicBezTo>
                  <a:cubicBezTo>
                    <a:pt x="113823" y="23396"/>
                    <a:pt x="113823" y="26415"/>
                    <a:pt x="113823" y="27169"/>
                  </a:cubicBezTo>
                  <a:cubicBezTo>
                    <a:pt x="113823" y="27924"/>
                    <a:pt x="113823" y="32452"/>
                    <a:pt x="113823" y="32452"/>
                  </a:cubicBezTo>
                  <a:cubicBezTo>
                    <a:pt x="113823" y="32452"/>
                    <a:pt x="111176" y="36981"/>
                    <a:pt x="110294" y="36981"/>
                  </a:cubicBezTo>
                  <a:cubicBezTo>
                    <a:pt x="109411" y="37735"/>
                    <a:pt x="110294" y="40754"/>
                    <a:pt x="110294" y="40754"/>
                  </a:cubicBezTo>
                  <a:cubicBezTo>
                    <a:pt x="109411" y="44528"/>
                    <a:pt x="109411" y="44528"/>
                    <a:pt x="109411" y="44528"/>
                  </a:cubicBezTo>
                  <a:cubicBezTo>
                    <a:pt x="109411" y="44528"/>
                    <a:pt x="109411" y="47547"/>
                    <a:pt x="108529" y="46792"/>
                  </a:cubicBezTo>
                  <a:cubicBezTo>
                    <a:pt x="107647" y="46792"/>
                    <a:pt x="103235" y="45283"/>
                    <a:pt x="103235" y="45283"/>
                  </a:cubicBezTo>
                  <a:cubicBezTo>
                    <a:pt x="99705" y="46037"/>
                    <a:pt x="99705" y="46037"/>
                    <a:pt x="99705" y="46037"/>
                  </a:cubicBezTo>
                  <a:cubicBezTo>
                    <a:pt x="99705" y="48301"/>
                    <a:pt x="99705" y="48301"/>
                    <a:pt x="99705" y="48301"/>
                  </a:cubicBezTo>
                  <a:cubicBezTo>
                    <a:pt x="101470" y="49056"/>
                    <a:pt x="101470" y="49056"/>
                    <a:pt x="101470" y="49056"/>
                  </a:cubicBezTo>
                  <a:cubicBezTo>
                    <a:pt x="98823" y="49056"/>
                    <a:pt x="98823" y="49056"/>
                    <a:pt x="98823" y="49056"/>
                  </a:cubicBezTo>
                  <a:cubicBezTo>
                    <a:pt x="98823" y="50566"/>
                    <a:pt x="98823" y="50566"/>
                    <a:pt x="98823" y="50566"/>
                  </a:cubicBezTo>
                  <a:cubicBezTo>
                    <a:pt x="98823" y="50566"/>
                    <a:pt x="99705" y="52075"/>
                    <a:pt x="100588" y="52830"/>
                  </a:cubicBezTo>
                  <a:cubicBezTo>
                    <a:pt x="100588" y="53584"/>
                    <a:pt x="103235" y="53584"/>
                    <a:pt x="103235" y="53584"/>
                  </a:cubicBezTo>
                  <a:cubicBezTo>
                    <a:pt x="105000" y="55094"/>
                    <a:pt x="105000" y="55094"/>
                    <a:pt x="105000" y="55094"/>
                  </a:cubicBezTo>
                  <a:cubicBezTo>
                    <a:pt x="107647" y="54339"/>
                    <a:pt x="107647" y="54339"/>
                    <a:pt x="107647" y="54339"/>
                  </a:cubicBezTo>
                  <a:cubicBezTo>
                    <a:pt x="109411" y="57358"/>
                    <a:pt x="109411" y="57358"/>
                    <a:pt x="109411" y="57358"/>
                  </a:cubicBezTo>
                  <a:cubicBezTo>
                    <a:pt x="108529" y="58867"/>
                    <a:pt x="108529" y="58867"/>
                    <a:pt x="108529" y="58867"/>
                  </a:cubicBezTo>
                  <a:cubicBezTo>
                    <a:pt x="108529" y="58867"/>
                    <a:pt x="108529" y="60377"/>
                    <a:pt x="108529" y="61132"/>
                  </a:cubicBezTo>
                  <a:cubicBezTo>
                    <a:pt x="108529" y="61886"/>
                    <a:pt x="109411" y="62641"/>
                    <a:pt x="108529" y="62641"/>
                  </a:cubicBezTo>
                  <a:cubicBezTo>
                    <a:pt x="108529" y="62641"/>
                    <a:pt x="106764" y="63396"/>
                    <a:pt x="106764" y="63396"/>
                  </a:cubicBezTo>
                  <a:cubicBezTo>
                    <a:pt x="105882" y="64905"/>
                    <a:pt x="105882" y="64905"/>
                    <a:pt x="105882" y="64905"/>
                  </a:cubicBezTo>
                  <a:cubicBezTo>
                    <a:pt x="105882" y="64905"/>
                    <a:pt x="104117" y="65660"/>
                    <a:pt x="103235" y="65660"/>
                  </a:cubicBezTo>
                  <a:cubicBezTo>
                    <a:pt x="102352" y="66415"/>
                    <a:pt x="102352" y="66415"/>
                    <a:pt x="102352" y="67169"/>
                  </a:cubicBezTo>
                  <a:cubicBezTo>
                    <a:pt x="102352" y="67169"/>
                    <a:pt x="98823" y="66415"/>
                    <a:pt x="98823" y="66415"/>
                  </a:cubicBezTo>
                  <a:cubicBezTo>
                    <a:pt x="98823" y="68679"/>
                    <a:pt x="98823" y="68679"/>
                    <a:pt x="98823" y="68679"/>
                  </a:cubicBezTo>
                  <a:cubicBezTo>
                    <a:pt x="97058" y="68679"/>
                    <a:pt x="97058" y="68679"/>
                    <a:pt x="97058" y="68679"/>
                  </a:cubicBezTo>
                  <a:cubicBezTo>
                    <a:pt x="98823" y="70943"/>
                    <a:pt x="98823" y="70943"/>
                    <a:pt x="98823" y="70943"/>
                  </a:cubicBezTo>
                  <a:cubicBezTo>
                    <a:pt x="101470" y="72452"/>
                    <a:pt x="101470" y="72452"/>
                    <a:pt x="101470" y="72452"/>
                  </a:cubicBezTo>
                  <a:cubicBezTo>
                    <a:pt x="100588" y="73207"/>
                    <a:pt x="100588" y="73207"/>
                    <a:pt x="100588" y="73207"/>
                  </a:cubicBezTo>
                  <a:cubicBezTo>
                    <a:pt x="98823" y="73962"/>
                    <a:pt x="98823" y="73962"/>
                    <a:pt x="98823" y="73962"/>
                  </a:cubicBezTo>
                  <a:cubicBezTo>
                    <a:pt x="97941" y="75471"/>
                    <a:pt x="97941" y="75471"/>
                    <a:pt x="97941" y="75471"/>
                  </a:cubicBezTo>
                  <a:cubicBezTo>
                    <a:pt x="95294" y="75471"/>
                    <a:pt x="95294" y="75471"/>
                    <a:pt x="95294" y="75471"/>
                  </a:cubicBezTo>
                  <a:cubicBezTo>
                    <a:pt x="92647" y="76226"/>
                    <a:pt x="92647" y="76226"/>
                    <a:pt x="92647" y="76226"/>
                  </a:cubicBezTo>
                  <a:cubicBezTo>
                    <a:pt x="91764" y="76226"/>
                    <a:pt x="91764" y="76226"/>
                    <a:pt x="91764" y="76226"/>
                  </a:cubicBezTo>
                  <a:cubicBezTo>
                    <a:pt x="89117" y="76226"/>
                    <a:pt x="89117" y="76226"/>
                    <a:pt x="89117" y="76226"/>
                  </a:cubicBezTo>
                  <a:cubicBezTo>
                    <a:pt x="88235" y="77735"/>
                    <a:pt x="88235" y="77735"/>
                    <a:pt x="88235" y="77735"/>
                  </a:cubicBezTo>
                  <a:cubicBezTo>
                    <a:pt x="87352" y="76226"/>
                    <a:pt x="87352" y="76226"/>
                    <a:pt x="87352" y="76226"/>
                  </a:cubicBezTo>
                  <a:cubicBezTo>
                    <a:pt x="84705" y="75471"/>
                    <a:pt x="84705" y="75471"/>
                    <a:pt x="84705" y="75471"/>
                  </a:cubicBezTo>
                  <a:cubicBezTo>
                    <a:pt x="82941" y="73962"/>
                    <a:pt x="82941" y="73962"/>
                    <a:pt x="82941" y="73962"/>
                  </a:cubicBezTo>
                  <a:cubicBezTo>
                    <a:pt x="80294" y="74716"/>
                    <a:pt x="80294" y="74716"/>
                    <a:pt x="80294" y="74716"/>
                  </a:cubicBezTo>
                  <a:cubicBezTo>
                    <a:pt x="82941" y="76226"/>
                    <a:pt x="82941" y="76226"/>
                    <a:pt x="82941" y="76226"/>
                  </a:cubicBezTo>
                  <a:cubicBezTo>
                    <a:pt x="81176" y="76226"/>
                    <a:pt x="81176" y="76226"/>
                    <a:pt x="81176" y="76226"/>
                  </a:cubicBezTo>
                  <a:cubicBezTo>
                    <a:pt x="76764" y="75471"/>
                    <a:pt x="76764" y="75471"/>
                    <a:pt x="76764" y="75471"/>
                  </a:cubicBezTo>
                  <a:cubicBezTo>
                    <a:pt x="76764" y="77735"/>
                    <a:pt x="76764" y="77735"/>
                    <a:pt x="76764" y="77735"/>
                  </a:cubicBezTo>
                  <a:cubicBezTo>
                    <a:pt x="76764" y="79245"/>
                    <a:pt x="76764" y="79245"/>
                    <a:pt x="76764" y="79245"/>
                  </a:cubicBezTo>
                  <a:cubicBezTo>
                    <a:pt x="76764" y="79245"/>
                    <a:pt x="75882" y="80000"/>
                    <a:pt x="76764" y="80000"/>
                  </a:cubicBezTo>
                  <a:cubicBezTo>
                    <a:pt x="77647" y="80000"/>
                    <a:pt x="79411" y="81509"/>
                    <a:pt x="79411" y="81509"/>
                  </a:cubicBezTo>
                  <a:cubicBezTo>
                    <a:pt x="79411" y="83018"/>
                    <a:pt x="79411" y="83018"/>
                    <a:pt x="79411" y="83018"/>
                  </a:cubicBezTo>
                  <a:cubicBezTo>
                    <a:pt x="80294" y="84528"/>
                    <a:pt x="80294" y="84528"/>
                    <a:pt x="80294" y="84528"/>
                  </a:cubicBezTo>
                  <a:cubicBezTo>
                    <a:pt x="80294" y="85283"/>
                    <a:pt x="80294" y="85283"/>
                    <a:pt x="80294" y="85283"/>
                  </a:cubicBezTo>
                  <a:cubicBezTo>
                    <a:pt x="82058" y="87547"/>
                    <a:pt x="82058" y="87547"/>
                    <a:pt x="82058" y="87547"/>
                  </a:cubicBezTo>
                  <a:cubicBezTo>
                    <a:pt x="82058" y="89811"/>
                    <a:pt x="82058" y="89811"/>
                    <a:pt x="82058" y="89811"/>
                  </a:cubicBezTo>
                  <a:cubicBezTo>
                    <a:pt x="83823" y="92075"/>
                    <a:pt x="83823" y="92075"/>
                    <a:pt x="83823" y="92075"/>
                  </a:cubicBezTo>
                  <a:cubicBezTo>
                    <a:pt x="82941" y="94339"/>
                    <a:pt x="82941" y="94339"/>
                    <a:pt x="82941" y="94339"/>
                  </a:cubicBezTo>
                  <a:cubicBezTo>
                    <a:pt x="82941" y="94339"/>
                    <a:pt x="83823" y="95849"/>
                    <a:pt x="82941" y="96603"/>
                  </a:cubicBezTo>
                  <a:cubicBezTo>
                    <a:pt x="82941" y="96603"/>
                    <a:pt x="81176" y="98113"/>
                    <a:pt x="81176" y="98113"/>
                  </a:cubicBezTo>
                  <a:cubicBezTo>
                    <a:pt x="80294" y="99622"/>
                    <a:pt x="80294" y="99622"/>
                    <a:pt x="80294" y="99622"/>
                  </a:cubicBezTo>
                  <a:cubicBezTo>
                    <a:pt x="78529" y="100377"/>
                    <a:pt x="78529" y="100377"/>
                    <a:pt x="78529" y="100377"/>
                  </a:cubicBezTo>
                  <a:cubicBezTo>
                    <a:pt x="78529" y="101886"/>
                    <a:pt x="78529" y="101886"/>
                    <a:pt x="78529" y="101886"/>
                  </a:cubicBezTo>
                  <a:cubicBezTo>
                    <a:pt x="78529" y="101886"/>
                    <a:pt x="78529" y="104150"/>
                    <a:pt x="79411" y="104150"/>
                  </a:cubicBezTo>
                  <a:cubicBezTo>
                    <a:pt x="79411" y="104150"/>
                    <a:pt x="81176" y="102641"/>
                    <a:pt x="81176" y="102641"/>
                  </a:cubicBezTo>
                  <a:cubicBezTo>
                    <a:pt x="81176" y="102641"/>
                    <a:pt x="82941" y="104150"/>
                    <a:pt x="82058" y="104905"/>
                  </a:cubicBezTo>
                  <a:cubicBezTo>
                    <a:pt x="82058" y="104905"/>
                    <a:pt x="78529" y="104905"/>
                    <a:pt x="78529" y="104905"/>
                  </a:cubicBezTo>
                  <a:cubicBezTo>
                    <a:pt x="76764" y="104905"/>
                    <a:pt x="76764" y="104905"/>
                    <a:pt x="76764" y="104905"/>
                  </a:cubicBezTo>
                  <a:cubicBezTo>
                    <a:pt x="76764" y="104905"/>
                    <a:pt x="75882" y="106415"/>
                    <a:pt x="75000" y="106415"/>
                  </a:cubicBezTo>
                  <a:cubicBezTo>
                    <a:pt x="75000" y="107169"/>
                    <a:pt x="75000" y="107924"/>
                    <a:pt x="75000" y="107924"/>
                  </a:cubicBezTo>
                  <a:cubicBezTo>
                    <a:pt x="73235" y="106415"/>
                    <a:pt x="73235" y="106415"/>
                    <a:pt x="73235" y="106415"/>
                  </a:cubicBezTo>
                  <a:cubicBezTo>
                    <a:pt x="72352" y="107169"/>
                    <a:pt x="72352" y="107169"/>
                    <a:pt x="72352" y="107169"/>
                  </a:cubicBezTo>
                  <a:cubicBezTo>
                    <a:pt x="73235" y="108679"/>
                    <a:pt x="73235" y="108679"/>
                    <a:pt x="73235" y="108679"/>
                  </a:cubicBezTo>
                  <a:cubicBezTo>
                    <a:pt x="73235" y="110188"/>
                    <a:pt x="73235" y="110188"/>
                    <a:pt x="73235" y="110188"/>
                  </a:cubicBezTo>
                  <a:cubicBezTo>
                    <a:pt x="73235" y="110188"/>
                    <a:pt x="75000" y="110188"/>
                    <a:pt x="75000" y="110188"/>
                  </a:cubicBezTo>
                  <a:cubicBezTo>
                    <a:pt x="75000" y="110188"/>
                    <a:pt x="76764" y="110943"/>
                    <a:pt x="76764" y="110943"/>
                  </a:cubicBezTo>
                  <a:cubicBezTo>
                    <a:pt x="76764" y="110943"/>
                    <a:pt x="75882" y="111698"/>
                    <a:pt x="76764" y="111698"/>
                  </a:cubicBezTo>
                  <a:cubicBezTo>
                    <a:pt x="76764" y="112452"/>
                    <a:pt x="76764" y="112452"/>
                    <a:pt x="77647" y="112452"/>
                  </a:cubicBezTo>
                  <a:cubicBezTo>
                    <a:pt x="78529" y="113207"/>
                    <a:pt x="78529" y="113207"/>
                    <a:pt x="78529" y="113207"/>
                  </a:cubicBezTo>
                  <a:cubicBezTo>
                    <a:pt x="78529" y="113207"/>
                    <a:pt x="78529" y="114716"/>
                    <a:pt x="78529" y="115471"/>
                  </a:cubicBezTo>
                  <a:cubicBezTo>
                    <a:pt x="77647" y="115471"/>
                    <a:pt x="77647" y="116226"/>
                    <a:pt x="77647" y="116226"/>
                  </a:cubicBezTo>
                  <a:cubicBezTo>
                    <a:pt x="76764" y="116226"/>
                    <a:pt x="76764" y="116226"/>
                    <a:pt x="76764" y="116226"/>
                  </a:cubicBezTo>
                  <a:cubicBezTo>
                    <a:pt x="75882" y="116981"/>
                    <a:pt x="75882" y="117735"/>
                    <a:pt x="75882" y="117735"/>
                  </a:cubicBezTo>
                  <a:cubicBezTo>
                    <a:pt x="75882" y="117735"/>
                    <a:pt x="75000" y="117735"/>
                    <a:pt x="75000" y="117735"/>
                  </a:cubicBezTo>
                  <a:cubicBezTo>
                    <a:pt x="75000" y="118490"/>
                    <a:pt x="75882" y="119245"/>
                    <a:pt x="75882" y="120000"/>
                  </a:cubicBezTo>
                  <a:cubicBezTo>
                    <a:pt x="75882" y="120000"/>
                    <a:pt x="75882" y="120000"/>
                    <a:pt x="75000" y="120000"/>
                  </a:cubicBezTo>
                  <a:cubicBezTo>
                    <a:pt x="75000" y="120000"/>
                    <a:pt x="75000" y="120000"/>
                    <a:pt x="75000" y="120000"/>
                  </a:cubicBezTo>
                  <a:cubicBezTo>
                    <a:pt x="75000" y="120000"/>
                    <a:pt x="73235" y="118490"/>
                    <a:pt x="73235" y="118490"/>
                  </a:cubicBezTo>
                  <a:cubicBezTo>
                    <a:pt x="72352" y="118490"/>
                    <a:pt x="71470" y="119245"/>
                    <a:pt x="69705" y="119245"/>
                  </a:cubicBezTo>
                  <a:cubicBezTo>
                    <a:pt x="68823" y="118490"/>
                    <a:pt x="68823" y="118490"/>
                    <a:pt x="68823" y="118490"/>
                  </a:cubicBezTo>
                  <a:cubicBezTo>
                    <a:pt x="65294" y="119245"/>
                    <a:pt x="65294" y="119245"/>
                    <a:pt x="65294" y="119245"/>
                  </a:cubicBezTo>
                  <a:cubicBezTo>
                    <a:pt x="65294" y="117735"/>
                    <a:pt x="65294" y="117735"/>
                    <a:pt x="65294" y="117735"/>
                  </a:cubicBezTo>
                  <a:cubicBezTo>
                    <a:pt x="64411" y="116226"/>
                    <a:pt x="64411" y="116226"/>
                    <a:pt x="64411" y="116226"/>
                  </a:cubicBezTo>
                  <a:cubicBezTo>
                    <a:pt x="64411" y="116226"/>
                    <a:pt x="64411" y="114716"/>
                    <a:pt x="64411" y="113962"/>
                  </a:cubicBezTo>
                  <a:cubicBezTo>
                    <a:pt x="64411" y="113962"/>
                    <a:pt x="65294" y="113207"/>
                    <a:pt x="65294" y="113207"/>
                  </a:cubicBezTo>
                  <a:cubicBezTo>
                    <a:pt x="66176" y="113207"/>
                    <a:pt x="67058" y="111698"/>
                    <a:pt x="67058" y="111698"/>
                  </a:cubicBezTo>
                  <a:cubicBezTo>
                    <a:pt x="67058" y="111698"/>
                    <a:pt x="67941" y="110188"/>
                    <a:pt x="68823" y="109433"/>
                  </a:cubicBezTo>
                  <a:cubicBezTo>
                    <a:pt x="68823" y="109433"/>
                    <a:pt x="69705" y="107169"/>
                    <a:pt x="69705" y="107169"/>
                  </a:cubicBezTo>
                  <a:cubicBezTo>
                    <a:pt x="69705" y="106415"/>
                    <a:pt x="70588" y="105660"/>
                    <a:pt x="70588" y="105660"/>
                  </a:cubicBezTo>
                  <a:cubicBezTo>
                    <a:pt x="70588" y="105660"/>
                    <a:pt x="72352" y="104150"/>
                    <a:pt x="72352" y="103396"/>
                  </a:cubicBezTo>
                  <a:cubicBezTo>
                    <a:pt x="72352" y="102641"/>
                    <a:pt x="71470" y="102641"/>
                    <a:pt x="70588" y="102641"/>
                  </a:cubicBezTo>
                  <a:cubicBezTo>
                    <a:pt x="70588" y="102641"/>
                    <a:pt x="67941" y="101886"/>
                    <a:pt x="67058" y="101132"/>
                  </a:cubicBezTo>
                  <a:cubicBezTo>
                    <a:pt x="66176" y="101132"/>
                    <a:pt x="64411" y="100377"/>
                    <a:pt x="62647" y="100377"/>
                  </a:cubicBezTo>
                  <a:cubicBezTo>
                    <a:pt x="60882" y="99622"/>
                    <a:pt x="61764" y="99622"/>
                    <a:pt x="62647" y="98113"/>
                  </a:cubicBezTo>
                  <a:cubicBezTo>
                    <a:pt x="62647" y="97358"/>
                    <a:pt x="60882" y="97358"/>
                    <a:pt x="60882" y="96603"/>
                  </a:cubicBezTo>
                  <a:cubicBezTo>
                    <a:pt x="60882" y="96603"/>
                    <a:pt x="60000" y="97358"/>
                    <a:pt x="59117" y="98113"/>
                  </a:cubicBezTo>
                  <a:cubicBezTo>
                    <a:pt x="58235" y="98113"/>
                    <a:pt x="57352" y="97358"/>
                    <a:pt x="56470" y="97358"/>
                  </a:cubicBezTo>
                  <a:cubicBezTo>
                    <a:pt x="56470" y="97358"/>
                    <a:pt x="53823" y="97358"/>
                    <a:pt x="53823" y="97358"/>
                  </a:cubicBezTo>
                  <a:cubicBezTo>
                    <a:pt x="53823" y="97358"/>
                    <a:pt x="53823" y="96603"/>
                    <a:pt x="53823" y="95849"/>
                  </a:cubicBezTo>
                  <a:cubicBezTo>
                    <a:pt x="53823" y="95094"/>
                    <a:pt x="52941" y="95094"/>
                    <a:pt x="52941" y="95094"/>
                  </a:cubicBezTo>
                  <a:cubicBezTo>
                    <a:pt x="52941" y="95094"/>
                    <a:pt x="51176" y="95094"/>
                    <a:pt x="51176" y="94339"/>
                  </a:cubicBezTo>
                  <a:cubicBezTo>
                    <a:pt x="50294" y="94339"/>
                    <a:pt x="51176" y="94339"/>
                    <a:pt x="51176" y="93584"/>
                  </a:cubicBezTo>
                  <a:cubicBezTo>
                    <a:pt x="51176" y="92830"/>
                    <a:pt x="51176" y="93584"/>
                    <a:pt x="50294" y="93584"/>
                  </a:cubicBezTo>
                  <a:cubicBezTo>
                    <a:pt x="49411" y="93584"/>
                    <a:pt x="49411" y="91320"/>
                    <a:pt x="49411" y="91320"/>
                  </a:cubicBezTo>
                  <a:cubicBezTo>
                    <a:pt x="49411" y="91320"/>
                    <a:pt x="48529" y="89811"/>
                    <a:pt x="48529" y="89056"/>
                  </a:cubicBezTo>
                  <a:cubicBezTo>
                    <a:pt x="47647" y="87547"/>
                    <a:pt x="47647" y="89056"/>
                    <a:pt x="47647" y="89056"/>
                  </a:cubicBezTo>
                  <a:cubicBezTo>
                    <a:pt x="45882" y="91320"/>
                    <a:pt x="45882" y="91320"/>
                    <a:pt x="45882" y="91320"/>
                  </a:cubicBezTo>
                  <a:cubicBezTo>
                    <a:pt x="45882" y="91320"/>
                    <a:pt x="45000" y="91320"/>
                    <a:pt x="42352" y="90566"/>
                  </a:cubicBezTo>
                  <a:cubicBezTo>
                    <a:pt x="40588" y="89811"/>
                    <a:pt x="41470" y="89811"/>
                    <a:pt x="41470" y="89811"/>
                  </a:cubicBezTo>
                  <a:cubicBezTo>
                    <a:pt x="43235" y="88301"/>
                    <a:pt x="43235" y="88301"/>
                    <a:pt x="43235" y="88301"/>
                  </a:cubicBezTo>
                  <a:cubicBezTo>
                    <a:pt x="43235" y="88301"/>
                    <a:pt x="41470" y="87547"/>
                    <a:pt x="40588" y="87547"/>
                  </a:cubicBezTo>
                  <a:cubicBezTo>
                    <a:pt x="39705" y="86792"/>
                    <a:pt x="39705" y="86792"/>
                    <a:pt x="38823" y="88301"/>
                  </a:cubicBezTo>
                  <a:cubicBezTo>
                    <a:pt x="37941" y="89056"/>
                    <a:pt x="37941" y="89056"/>
                    <a:pt x="37058" y="89811"/>
                  </a:cubicBezTo>
                  <a:cubicBezTo>
                    <a:pt x="36176" y="90566"/>
                    <a:pt x="36176" y="90566"/>
                    <a:pt x="34411" y="90566"/>
                  </a:cubicBezTo>
                  <a:cubicBezTo>
                    <a:pt x="33529" y="90566"/>
                    <a:pt x="33529" y="89811"/>
                    <a:pt x="32647" y="89811"/>
                  </a:cubicBezTo>
                  <a:cubicBezTo>
                    <a:pt x="32647" y="89056"/>
                    <a:pt x="32647" y="89056"/>
                    <a:pt x="31764" y="88301"/>
                  </a:cubicBezTo>
                  <a:cubicBezTo>
                    <a:pt x="31764" y="87547"/>
                    <a:pt x="30882" y="87547"/>
                    <a:pt x="30882" y="87547"/>
                  </a:cubicBezTo>
                  <a:cubicBezTo>
                    <a:pt x="30882" y="87547"/>
                    <a:pt x="29117" y="88301"/>
                    <a:pt x="29117" y="89056"/>
                  </a:cubicBezTo>
                  <a:cubicBezTo>
                    <a:pt x="28235" y="89056"/>
                    <a:pt x="29117" y="89811"/>
                    <a:pt x="29117" y="90566"/>
                  </a:cubicBezTo>
                  <a:cubicBezTo>
                    <a:pt x="30000" y="91320"/>
                    <a:pt x="29117" y="92075"/>
                    <a:pt x="29117" y="92075"/>
                  </a:cubicBezTo>
                  <a:cubicBezTo>
                    <a:pt x="29117" y="92075"/>
                    <a:pt x="27352" y="92075"/>
                    <a:pt x="26470" y="92075"/>
                  </a:cubicBezTo>
                  <a:cubicBezTo>
                    <a:pt x="25588" y="92075"/>
                    <a:pt x="24705" y="92075"/>
                    <a:pt x="23823" y="91320"/>
                  </a:cubicBezTo>
                  <a:cubicBezTo>
                    <a:pt x="22058" y="90566"/>
                    <a:pt x="22941" y="92075"/>
                    <a:pt x="22941" y="92830"/>
                  </a:cubicBezTo>
                  <a:cubicBezTo>
                    <a:pt x="22941" y="92830"/>
                    <a:pt x="21176" y="94339"/>
                    <a:pt x="21176" y="94339"/>
                  </a:cubicBezTo>
                  <a:cubicBezTo>
                    <a:pt x="21176" y="94339"/>
                    <a:pt x="21176" y="94339"/>
                    <a:pt x="21176" y="94339"/>
                  </a:cubicBezTo>
                  <a:cubicBezTo>
                    <a:pt x="19411" y="94339"/>
                    <a:pt x="17647" y="93584"/>
                    <a:pt x="17647" y="93584"/>
                  </a:cubicBezTo>
                  <a:cubicBezTo>
                    <a:pt x="16764" y="94339"/>
                    <a:pt x="16764" y="94339"/>
                    <a:pt x="16764" y="94339"/>
                  </a:cubicBezTo>
                  <a:cubicBezTo>
                    <a:pt x="14117" y="93584"/>
                    <a:pt x="14117" y="93584"/>
                    <a:pt x="14117" y="93584"/>
                  </a:cubicBezTo>
                  <a:cubicBezTo>
                    <a:pt x="13235" y="93584"/>
                    <a:pt x="13235" y="93584"/>
                    <a:pt x="13235" y="93584"/>
                  </a:cubicBezTo>
                  <a:cubicBezTo>
                    <a:pt x="12352" y="91320"/>
                    <a:pt x="12352" y="91320"/>
                    <a:pt x="12352" y="91320"/>
                  </a:cubicBezTo>
                  <a:cubicBezTo>
                    <a:pt x="11470" y="91320"/>
                    <a:pt x="11470" y="91320"/>
                    <a:pt x="11470" y="91320"/>
                  </a:cubicBezTo>
                  <a:cubicBezTo>
                    <a:pt x="7941" y="89811"/>
                    <a:pt x="7941" y="89811"/>
                    <a:pt x="7941" y="89811"/>
                  </a:cubicBezTo>
                  <a:cubicBezTo>
                    <a:pt x="7058" y="89056"/>
                    <a:pt x="7058" y="89056"/>
                    <a:pt x="7058" y="89056"/>
                  </a:cubicBezTo>
                  <a:cubicBezTo>
                    <a:pt x="5294" y="89811"/>
                    <a:pt x="5294" y="89811"/>
                    <a:pt x="5294" y="89811"/>
                  </a:cubicBezTo>
                  <a:cubicBezTo>
                    <a:pt x="4411" y="90566"/>
                    <a:pt x="4411" y="90566"/>
                    <a:pt x="4411" y="90566"/>
                  </a:cubicBezTo>
                  <a:cubicBezTo>
                    <a:pt x="4411" y="90566"/>
                    <a:pt x="2647" y="91320"/>
                    <a:pt x="1764" y="91320"/>
                  </a:cubicBezTo>
                  <a:cubicBezTo>
                    <a:pt x="1764" y="90566"/>
                    <a:pt x="0" y="87547"/>
                    <a:pt x="0" y="87547"/>
                  </a:cubicBezTo>
                  <a:cubicBezTo>
                    <a:pt x="882" y="85283"/>
                    <a:pt x="882" y="85283"/>
                    <a:pt x="882" y="85283"/>
                  </a:cubicBezTo>
                  <a:cubicBezTo>
                    <a:pt x="882" y="85283"/>
                    <a:pt x="3529" y="84528"/>
                    <a:pt x="3529" y="84528"/>
                  </a:cubicBezTo>
                  <a:cubicBezTo>
                    <a:pt x="3529" y="84528"/>
                    <a:pt x="5294" y="84528"/>
                    <a:pt x="5294" y="84528"/>
                  </a:cubicBezTo>
                  <a:cubicBezTo>
                    <a:pt x="5294" y="84528"/>
                    <a:pt x="6176" y="84528"/>
                    <a:pt x="6176" y="85283"/>
                  </a:cubicBezTo>
                  <a:cubicBezTo>
                    <a:pt x="7058" y="85283"/>
                    <a:pt x="8823" y="86792"/>
                    <a:pt x="9705" y="86792"/>
                  </a:cubicBezTo>
                  <a:cubicBezTo>
                    <a:pt x="9705" y="86792"/>
                    <a:pt x="11470" y="87547"/>
                    <a:pt x="11470" y="87547"/>
                  </a:cubicBezTo>
                  <a:cubicBezTo>
                    <a:pt x="12352" y="87547"/>
                    <a:pt x="14117" y="88301"/>
                    <a:pt x="14117" y="88301"/>
                  </a:cubicBezTo>
                  <a:cubicBezTo>
                    <a:pt x="14117" y="88301"/>
                    <a:pt x="15882" y="88301"/>
                    <a:pt x="15882" y="88301"/>
                  </a:cubicBezTo>
                  <a:cubicBezTo>
                    <a:pt x="15882" y="88301"/>
                    <a:pt x="17647" y="87547"/>
                    <a:pt x="17647" y="87547"/>
                  </a:cubicBezTo>
                  <a:cubicBezTo>
                    <a:pt x="17647" y="87547"/>
                    <a:pt x="17647" y="87547"/>
                    <a:pt x="17647" y="87547"/>
                  </a:cubicBezTo>
                  <a:cubicBezTo>
                    <a:pt x="18529" y="86792"/>
                    <a:pt x="18529" y="86037"/>
                    <a:pt x="18529" y="86037"/>
                  </a:cubicBezTo>
                  <a:cubicBezTo>
                    <a:pt x="18529" y="86037"/>
                    <a:pt x="19411" y="86037"/>
                    <a:pt x="19411" y="86037"/>
                  </a:cubicBezTo>
                  <a:cubicBezTo>
                    <a:pt x="19411" y="86792"/>
                    <a:pt x="20294" y="87547"/>
                    <a:pt x="20294" y="87547"/>
                  </a:cubicBezTo>
                  <a:cubicBezTo>
                    <a:pt x="20294" y="87547"/>
                    <a:pt x="21176" y="88301"/>
                    <a:pt x="21176" y="88301"/>
                  </a:cubicBezTo>
                  <a:cubicBezTo>
                    <a:pt x="22058" y="89056"/>
                    <a:pt x="22941" y="89056"/>
                    <a:pt x="22941" y="89056"/>
                  </a:cubicBezTo>
                  <a:cubicBezTo>
                    <a:pt x="22941" y="89056"/>
                    <a:pt x="23823" y="88301"/>
                    <a:pt x="23823" y="88301"/>
                  </a:cubicBezTo>
                  <a:cubicBezTo>
                    <a:pt x="23823" y="88301"/>
                    <a:pt x="24705" y="89056"/>
                    <a:pt x="24705" y="88301"/>
                  </a:cubicBezTo>
                  <a:cubicBezTo>
                    <a:pt x="24705" y="88301"/>
                    <a:pt x="25588" y="88301"/>
                    <a:pt x="25588" y="88301"/>
                  </a:cubicBezTo>
                  <a:cubicBezTo>
                    <a:pt x="25588" y="88301"/>
                    <a:pt x="26470" y="87547"/>
                    <a:pt x="25588" y="87547"/>
                  </a:cubicBezTo>
                  <a:cubicBezTo>
                    <a:pt x="25588" y="87547"/>
                    <a:pt x="25588" y="86792"/>
                    <a:pt x="25588" y="87547"/>
                  </a:cubicBezTo>
                  <a:cubicBezTo>
                    <a:pt x="24705" y="87547"/>
                    <a:pt x="24705" y="87547"/>
                    <a:pt x="23823" y="87547"/>
                  </a:cubicBezTo>
                  <a:cubicBezTo>
                    <a:pt x="22941" y="87547"/>
                    <a:pt x="21176" y="86792"/>
                    <a:pt x="21176" y="86792"/>
                  </a:cubicBezTo>
                  <a:cubicBezTo>
                    <a:pt x="21176" y="86037"/>
                    <a:pt x="20294" y="86037"/>
                    <a:pt x="20294" y="85283"/>
                  </a:cubicBezTo>
                  <a:cubicBezTo>
                    <a:pt x="19411" y="85283"/>
                    <a:pt x="19411" y="84528"/>
                    <a:pt x="18529" y="84528"/>
                  </a:cubicBezTo>
                  <a:cubicBezTo>
                    <a:pt x="17647" y="84528"/>
                    <a:pt x="17647" y="84528"/>
                    <a:pt x="17647" y="84528"/>
                  </a:cubicBezTo>
                  <a:cubicBezTo>
                    <a:pt x="17647" y="84528"/>
                    <a:pt x="16764" y="85283"/>
                    <a:pt x="16764" y="86037"/>
                  </a:cubicBezTo>
                  <a:cubicBezTo>
                    <a:pt x="16764" y="86037"/>
                    <a:pt x="17647" y="86792"/>
                    <a:pt x="15882" y="86037"/>
                  </a:cubicBezTo>
                  <a:cubicBezTo>
                    <a:pt x="14117" y="86037"/>
                    <a:pt x="12352" y="86037"/>
                    <a:pt x="12352" y="86037"/>
                  </a:cubicBezTo>
                  <a:cubicBezTo>
                    <a:pt x="9705" y="83773"/>
                    <a:pt x="9705" y="83773"/>
                    <a:pt x="9705" y="83773"/>
                  </a:cubicBezTo>
                  <a:cubicBezTo>
                    <a:pt x="9705" y="83773"/>
                    <a:pt x="8823" y="83773"/>
                    <a:pt x="7941" y="83773"/>
                  </a:cubicBezTo>
                  <a:cubicBezTo>
                    <a:pt x="7941" y="83773"/>
                    <a:pt x="6176" y="83018"/>
                    <a:pt x="6176" y="82264"/>
                  </a:cubicBezTo>
                  <a:cubicBezTo>
                    <a:pt x="6176" y="82264"/>
                    <a:pt x="5294" y="81509"/>
                    <a:pt x="5294" y="80754"/>
                  </a:cubicBezTo>
                  <a:cubicBezTo>
                    <a:pt x="5294" y="80754"/>
                    <a:pt x="4411" y="80754"/>
                    <a:pt x="4411" y="80000"/>
                  </a:cubicBezTo>
                  <a:cubicBezTo>
                    <a:pt x="4411" y="80000"/>
                    <a:pt x="3529" y="79245"/>
                    <a:pt x="3529" y="79245"/>
                  </a:cubicBezTo>
                  <a:cubicBezTo>
                    <a:pt x="3529" y="79245"/>
                    <a:pt x="3529" y="78490"/>
                    <a:pt x="4411" y="77735"/>
                  </a:cubicBezTo>
                  <a:cubicBezTo>
                    <a:pt x="6176" y="77735"/>
                    <a:pt x="6176" y="77735"/>
                    <a:pt x="7058" y="77735"/>
                  </a:cubicBezTo>
                  <a:cubicBezTo>
                    <a:pt x="7941" y="77735"/>
                    <a:pt x="7058" y="77735"/>
                    <a:pt x="8823" y="77735"/>
                  </a:cubicBezTo>
                  <a:cubicBezTo>
                    <a:pt x="10588" y="77735"/>
                    <a:pt x="9705" y="77735"/>
                    <a:pt x="10588" y="77735"/>
                  </a:cubicBezTo>
                  <a:cubicBezTo>
                    <a:pt x="11470" y="77735"/>
                    <a:pt x="13235" y="77735"/>
                    <a:pt x="13235" y="77735"/>
                  </a:cubicBezTo>
                  <a:cubicBezTo>
                    <a:pt x="13235" y="77735"/>
                    <a:pt x="11470" y="76981"/>
                    <a:pt x="14117" y="77735"/>
                  </a:cubicBezTo>
                  <a:cubicBezTo>
                    <a:pt x="14117" y="77735"/>
                    <a:pt x="17647" y="78490"/>
                    <a:pt x="16764" y="80000"/>
                  </a:cubicBezTo>
                  <a:cubicBezTo>
                    <a:pt x="16764" y="80000"/>
                    <a:pt x="15882" y="80754"/>
                    <a:pt x="15882" y="80754"/>
                  </a:cubicBezTo>
                  <a:cubicBezTo>
                    <a:pt x="15882" y="80754"/>
                    <a:pt x="17647" y="81509"/>
                    <a:pt x="17647" y="81509"/>
                  </a:cubicBezTo>
                  <a:cubicBezTo>
                    <a:pt x="17647" y="81509"/>
                    <a:pt x="18529" y="80754"/>
                    <a:pt x="18529" y="80754"/>
                  </a:cubicBezTo>
                  <a:cubicBezTo>
                    <a:pt x="19411" y="81509"/>
                    <a:pt x="19411" y="81509"/>
                    <a:pt x="19411" y="81509"/>
                  </a:cubicBezTo>
                  <a:cubicBezTo>
                    <a:pt x="21176" y="83018"/>
                    <a:pt x="21176" y="83018"/>
                    <a:pt x="21176" y="83018"/>
                  </a:cubicBezTo>
                  <a:cubicBezTo>
                    <a:pt x="21176" y="83018"/>
                    <a:pt x="22941" y="83018"/>
                    <a:pt x="22941" y="83018"/>
                  </a:cubicBezTo>
                  <a:cubicBezTo>
                    <a:pt x="22058" y="83773"/>
                    <a:pt x="21176" y="82264"/>
                    <a:pt x="22058" y="83773"/>
                  </a:cubicBezTo>
                  <a:cubicBezTo>
                    <a:pt x="22941" y="85283"/>
                    <a:pt x="23823" y="86037"/>
                    <a:pt x="23823" y="86037"/>
                  </a:cubicBezTo>
                  <a:cubicBezTo>
                    <a:pt x="24705" y="86037"/>
                    <a:pt x="24705" y="86037"/>
                    <a:pt x="24705" y="86037"/>
                  </a:cubicBezTo>
                  <a:cubicBezTo>
                    <a:pt x="24705" y="86037"/>
                    <a:pt x="24705" y="85283"/>
                    <a:pt x="25588" y="85283"/>
                  </a:cubicBezTo>
                  <a:cubicBezTo>
                    <a:pt x="25588" y="86037"/>
                    <a:pt x="27352" y="86037"/>
                    <a:pt x="28235" y="86037"/>
                  </a:cubicBezTo>
                  <a:cubicBezTo>
                    <a:pt x="28235" y="86037"/>
                    <a:pt x="28235" y="85283"/>
                    <a:pt x="27352" y="83773"/>
                  </a:cubicBezTo>
                  <a:cubicBezTo>
                    <a:pt x="26470" y="83018"/>
                    <a:pt x="25588" y="82264"/>
                    <a:pt x="25588" y="82264"/>
                  </a:cubicBezTo>
                  <a:cubicBezTo>
                    <a:pt x="24705" y="82264"/>
                    <a:pt x="25588" y="83018"/>
                    <a:pt x="23823" y="82264"/>
                  </a:cubicBezTo>
                  <a:cubicBezTo>
                    <a:pt x="22058" y="81509"/>
                    <a:pt x="22058" y="82264"/>
                    <a:pt x="21176" y="81509"/>
                  </a:cubicBezTo>
                  <a:cubicBezTo>
                    <a:pt x="20294" y="80000"/>
                    <a:pt x="19411" y="80000"/>
                    <a:pt x="19411" y="79245"/>
                  </a:cubicBezTo>
                  <a:cubicBezTo>
                    <a:pt x="19411" y="79245"/>
                    <a:pt x="20294" y="79245"/>
                    <a:pt x="21176" y="78490"/>
                  </a:cubicBezTo>
                  <a:cubicBezTo>
                    <a:pt x="22058" y="78490"/>
                    <a:pt x="20294" y="77735"/>
                    <a:pt x="22058" y="78490"/>
                  </a:cubicBezTo>
                  <a:cubicBezTo>
                    <a:pt x="24705" y="79245"/>
                    <a:pt x="24705" y="79245"/>
                    <a:pt x="25588" y="79245"/>
                  </a:cubicBezTo>
                  <a:cubicBezTo>
                    <a:pt x="25588" y="79245"/>
                    <a:pt x="27352" y="79245"/>
                    <a:pt x="25588" y="78490"/>
                  </a:cubicBezTo>
                  <a:cubicBezTo>
                    <a:pt x="23823" y="78490"/>
                    <a:pt x="22941" y="77735"/>
                    <a:pt x="22941" y="77735"/>
                  </a:cubicBezTo>
                  <a:cubicBezTo>
                    <a:pt x="21176" y="77735"/>
                    <a:pt x="21176" y="77735"/>
                    <a:pt x="21176" y="77735"/>
                  </a:cubicBezTo>
                  <a:cubicBezTo>
                    <a:pt x="21176" y="77735"/>
                    <a:pt x="21176" y="77735"/>
                    <a:pt x="20294" y="77735"/>
                  </a:cubicBezTo>
                  <a:cubicBezTo>
                    <a:pt x="19411" y="77735"/>
                    <a:pt x="19411" y="78490"/>
                    <a:pt x="19411" y="77735"/>
                  </a:cubicBezTo>
                  <a:cubicBezTo>
                    <a:pt x="18529" y="77735"/>
                    <a:pt x="17647" y="77735"/>
                    <a:pt x="17647" y="76981"/>
                  </a:cubicBezTo>
                  <a:cubicBezTo>
                    <a:pt x="16764" y="76981"/>
                    <a:pt x="15882" y="76226"/>
                    <a:pt x="15882" y="76226"/>
                  </a:cubicBezTo>
                  <a:cubicBezTo>
                    <a:pt x="15882" y="75471"/>
                    <a:pt x="15000" y="74716"/>
                    <a:pt x="15000" y="74716"/>
                  </a:cubicBezTo>
                  <a:cubicBezTo>
                    <a:pt x="15000" y="74716"/>
                    <a:pt x="15000" y="74716"/>
                    <a:pt x="15000" y="74716"/>
                  </a:cubicBezTo>
                  <a:cubicBezTo>
                    <a:pt x="14117" y="74716"/>
                    <a:pt x="13235" y="74716"/>
                    <a:pt x="12352" y="74716"/>
                  </a:cubicBezTo>
                  <a:cubicBezTo>
                    <a:pt x="12352" y="74716"/>
                    <a:pt x="11470" y="74716"/>
                    <a:pt x="11470" y="74716"/>
                  </a:cubicBezTo>
                  <a:cubicBezTo>
                    <a:pt x="11470" y="73962"/>
                    <a:pt x="11470" y="73962"/>
                    <a:pt x="11470" y="73207"/>
                  </a:cubicBezTo>
                  <a:cubicBezTo>
                    <a:pt x="11470" y="73207"/>
                    <a:pt x="11470" y="72452"/>
                    <a:pt x="12352" y="72452"/>
                  </a:cubicBezTo>
                  <a:cubicBezTo>
                    <a:pt x="13235" y="72452"/>
                    <a:pt x="14117" y="72452"/>
                    <a:pt x="15000" y="72452"/>
                  </a:cubicBezTo>
                  <a:cubicBezTo>
                    <a:pt x="15882" y="72452"/>
                    <a:pt x="16764" y="72452"/>
                    <a:pt x="17647" y="72452"/>
                  </a:cubicBezTo>
                  <a:cubicBezTo>
                    <a:pt x="17647" y="72452"/>
                    <a:pt x="18529" y="73207"/>
                    <a:pt x="18529" y="73207"/>
                  </a:cubicBezTo>
                  <a:cubicBezTo>
                    <a:pt x="19411" y="73962"/>
                    <a:pt x="20294" y="73962"/>
                    <a:pt x="20294" y="73962"/>
                  </a:cubicBezTo>
                  <a:cubicBezTo>
                    <a:pt x="20294" y="74716"/>
                    <a:pt x="20294" y="74716"/>
                    <a:pt x="21176" y="74716"/>
                  </a:cubicBezTo>
                  <a:cubicBezTo>
                    <a:pt x="21176" y="75471"/>
                    <a:pt x="22058" y="75471"/>
                    <a:pt x="22058" y="75471"/>
                  </a:cubicBezTo>
                  <a:cubicBezTo>
                    <a:pt x="22941" y="76981"/>
                    <a:pt x="22941" y="76981"/>
                    <a:pt x="22941" y="76981"/>
                  </a:cubicBezTo>
                  <a:cubicBezTo>
                    <a:pt x="22941" y="76981"/>
                    <a:pt x="22941" y="76981"/>
                    <a:pt x="22941" y="76981"/>
                  </a:cubicBezTo>
                  <a:cubicBezTo>
                    <a:pt x="24705" y="77735"/>
                    <a:pt x="24705" y="77735"/>
                    <a:pt x="24705" y="77735"/>
                  </a:cubicBezTo>
                  <a:cubicBezTo>
                    <a:pt x="24705" y="77735"/>
                    <a:pt x="27352" y="78490"/>
                    <a:pt x="27352" y="78490"/>
                  </a:cubicBezTo>
                  <a:cubicBezTo>
                    <a:pt x="27352" y="78490"/>
                    <a:pt x="27352" y="78490"/>
                    <a:pt x="28235" y="78490"/>
                  </a:cubicBezTo>
                  <a:cubicBezTo>
                    <a:pt x="29117" y="78490"/>
                    <a:pt x="29117" y="77735"/>
                    <a:pt x="29117" y="77735"/>
                  </a:cubicBezTo>
                  <a:cubicBezTo>
                    <a:pt x="29117" y="77735"/>
                    <a:pt x="30000" y="77735"/>
                    <a:pt x="30000" y="77735"/>
                  </a:cubicBezTo>
                  <a:cubicBezTo>
                    <a:pt x="30000" y="77735"/>
                    <a:pt x="32647" y="76226"/>
                    <a:pt x="32647" y="76226"/>
                  </a:cubicBezTo>
                  <a:cubicBezTo>
                    <a:pt x="32647" y="76981"/>
                    <a:pt x="33529" y="76981"/>
                    <a:pt x="34411" y="76981"/>
                  </a:cubicBezTo>
                  <a:cubicBezTo>
                    <a:pt x="34411" y="76981"/>
                    <a:pt x="37058" y="78490"/>
                    <a:pt x="37058" y="78490"/>
                  </a:cubicBezTo>
                  <a:cubicBezTo>
                    <a:pt x="37058" y="77735"/>
                    <a:pt x="37058" y="76981"/>
                    <a:pt x="37058" y="76981"/>
                  </a:cubicBezTo>
                  <a:cubicBezTo>
                    <a:pt x="37058" y="76981"/>
                    <a:pt x="37941" y="76226"/>
                    <a:pt x="37941" y="76226"/>
                  </a:cubicBezTo>
                  <a:cubicBezTo>
                    <a:pt x="41470" y="76226"/>
                    <a:pt x="41470" y="76226"/>
                    <a:pt x="41470" y="76226"/>
                  </a:cubicBezTo>
                  <a:cubicBezTo>
                    <a:pt x="41470" y="76226"/>
                    <a:pt x="42352" y="75471"/>
                    <a:pt x="42352" y="75471"/>
                  </a:cubicBezTo>
                  <a:cubicBezTo>
                    <a:pt x="41470" y="75471"/>
                    <a:pt x="40588" y="75471"/>
                    <a:pt x="40588" y="75471"/>
                  </a:cubicBezTo>
                  <a:cubicBezTo>
                    <a:pt x="38823" y="76226"/>
                    <a:pt x="38823" y="76226"/>
                    <a:pt x="38823" y="76226"/>
                  </a:cubicBezTo>
                  <a:cubicBezTo>
                    <a:pt x="37058" y="76226"/>
                    <a:pt x="37058" y="76226"/>
                    <a:pt x="37058" y="76226"/>
                  </a:cubicBezTo>
                  <a:cubicBezTo>
                    <a:pt x="37058" y="76226"/>
                    <a:pt x="36176" y="76981"/>
                    <a:pt x="36176" y="76981"/>
                  </a:cubicBezTo>
                  <a:cubicBezTo>
                    <a:pt x="35294" y="76981"/>
                    <a:pt x="34411" y="76226"/>
                    <a:pt x="34411" y="76226"/>
                  </a:cubicBezTo>
                  <a:cubicBezTo>
                    <a:pt x="33529" y="75471"/>
                    <a:pt x="31764" y="74716"/>
                    <a:pt x="31764" y="74716"/>
                  </a:cubicBezTo>
                  <a:cubicBezTo>
                    <a:pt x="30882" y="74716"/>
                    <a:pt x="31764" y="74716"/>
                    <a:pt x="30000" y="73962"/>
                  </a:cubicBezTo>
                  <a:cubicBezTo>
                    <a:pt x="28235" y="73207"/>
                    <a:pt x="27352" y="72452"/>
                    <a:pt x="27352" y="72452"/>
                  </a:cubicBezTo>
                  <a:cubicBezTo>
                    <a:pt x="26470" y="71698"/>
                    <a:pt x="26470" y="71698"/>
                    <a:pt x="26470" y="71698"/>
                  </a:cubicBezTo>
                  <a:cubicBezTo>
                    <a:pt x="26470" y="71698"/>
                    <a:pt x="26470" y="70943"/>
                    <a:pt x="25588" y="70943"/>
                  </a:cubicBezTo>
                  <a:cubicBezTo>
                    <a:pt x="24705" y="70188"/>
                    <a:pt x="22058" y="69433"/>
                    <a:pt x="22058" y="69433"/>
                  </a:cubicBezTo>
                  <a:cubicBezTo>
                    <a:pt x="22058" y="69433"/>
                    <a:pt x="22058" y="68679"/>
                    <a:pt x="22058" y="68679"/>
                  </a:cubicBezTo>
                  <a:cubicBezTo>
                    <a:pt x="22058" y="68679"/>
                    <a:pt x="22058" y="66415"/>
                    <a:pt x="22058" y="66415"/>
                  </a:cubicBezTo>
                  <a:cubicBezTo>
                    <a:pt x="22058" y="65660"/>
                    <a:pt x="21176" y="64150"/>
                    <a:pt x="21176" y="64150"/>
                  </a:cubicBezTo>
                  <a:cubicBezTo>
                    <a:pt x="21176" y="64150"/>
                    <a:pt x="22941" y="63396"/>
                    <a:pt x="22941" y="63396"/>
                  </a:cubicBezTo>
                  <a:cubicBezTo>
                    <a:pt x="23823" y="63396"/>
                    <a:pt x="24705" y="64150"/>
                    <a:pt x="24705" y="64150"/>
                  </a:cubicBezTo>
                  <a:cubicBezTo>
                    <a:pt x="25588" y="63396"/>
                    <a:pt x="25588" y="63396"/>
                    <a:pt x="25588" y="63396"/>
                  </a:cubicBezTo>
                  <a:cubicBezTo>
                    <a:pt x="32647" y="55094"/>
                    <a:pt x="32647" y="55094"/>
                    <a:pt x="32647" y="55094"/>
                  </a:cubicBezTo>
                  <a:cubicBezTo>
                    <a:pt x="38823" y="47547"/>
                    <a:pt x="38823" y="47547"/>
                    <a:pt x="38823" y="47547"/>
                  </a:cubicBezTo>
                  <a:cubicBezTo>
                    <a:pt x="41470" y="36226"/>
                    <a:pt x="41470" y="36226"/>
                    <a:pt x="41470" y="36226"/>
                  </a:cubicBezTo>
                  <a:cubicBezTo>
                    <a:pt x="43235" y="30943"/>
                    <a:pt x="43235" y="30943"/>
                    <a:pt x="43235" y="30943"/>
                  </a:cubicBezTo>
                  <a:cubicBezTo>
                    <a:pt x="45000" y="26415"/>
                    <a:pt x="45000" y="26415"/>
                    <a:pt x="45000" y="26415"/>
                  </a:cubicBezTo>
                  <a:cubicBezTo>
                    <a:pt x="45000" y="26415"/>
                    <a:pt x="45000" y="25660"/>
                    <a:pt x="45882" y="26415"/>
                  </a:cubicBezTo>
                  <a:cubicBezTo>
                    <a:pt x="45882" y="26415"/>
                    <a:pt x="46764" y="27924"/>
                    <a:pt x="46764" y="27924"/>
                  </a:cubicBezTo>
                  <a:cubicBezTo>
                    <a:pt x="47647" y="28679"/>
                    <a:pt x="47647" y="28679"/>
                    <a:pt x="47647" y="28679"/>
                  </a:cubicBezTo>
                  <a:cubicBezTo>
                    <a:pt x="48529" y="28679"/>
                    <a:pt x="48529" y="28679"/>
                    <a:pt x="48529" y="28679"/>
                  </a:cubicBezTo>
                  <a:cubicBezTo>
                    <a:pt x="48529" y="28679"/>
                    <a:pt x="50294" y="27924"/>
                    <a:pt x="51176" y="27924"/>
                  </a:cubicBezTo>
                  <a:cubicBezTo>
                    <a:pt x="51176" y="27924"/>
                    <a:pt x="54705" y="29433"/>
                    <a:pt x="54705" y="29433"/>
                  </a:cubicBezTo>
                  <a:cubicBezTo>
                    <a:pt x="54705" y="29433"/>
                    <a:pt x="54705" y="30943"/>
                    <a:pt x="54705" y="31698"/>
                  </a:cubicBezTo>
                  <a:cubicBezTo>
                    <a:pt x="54705" y="31698"/>
                    <a:pt x="56470" y="33207"/>
                    <a:pt x="55588" y="33962"/>
                  </a:cubicBezTo>
                  <a:cubicBezTo>
                    <a:pt x="55588" y="33962"/>
                    <a:pt x="54705" y="35471"/>
                    <a:pt x="54705" y="35471"/>
                  </a:cubicBezTo>
                  <a:cubicBezTo>
                    <a:pt x="54705" y="35471"/>
                    <a:pt x="55588" y="36226"/>
                    <a:pt x="55588" y="36226"/>
                  </a:cubicBezTo>
                  <a:cubicBezTo>
                    <a:pt x="56470" y="36226"/>
                    <a:pt x="56470" y="36226"/>
                    <a:pt x="57352" y="36226"/>
                  </a:cubicBezTo>
                  <a:cubicBezTo>
                    <a:pt x="58235" y="36226"/>
                    <a:pt x="59117" y="36981"/>
                    <a:pt x="59117" y="36981"/>
                  </a:cubicBezTo>
                  <a:cubicBezTo>
                    <a:pt x="59117" y="36981"/>
                    <a:pt x="59117" y="37735"/>
                    <a:pt x="59117" y="37735"/>
                  </a:cubicBezTo>
                  <a:cubicBezTo>
                    <a:pt x="59117" y="37735"/>
                    <a:pt x="59117" y="39245"/>
                    <a:pt x="59117" y="39245"/>
                  </a:cubicBezTo>
                  <a:cubicBezTo>
                    <a:pt x="59117" y="40000"/>
                    <a:pt x="57352" y="40000"/>
                    <a:pt x="57352" y="40000"/>
                  </a:cubicBezTo>
                  <a:cubicBezTo>
                    <a:pt x="57352" y="40000"/>
                    <a:pt x="57352" y="40754"/>
                    <a:pt x="57352" y="40754"/>
                  </a:cubicBezTo>
                  <a:cubicBezTo>
                    <a:pt x="56470" y="41509"/>
                    <a:pt x="55588" y="42264"/>
                    <a:pt x="54705" y="42264"/>
                  </a:cubicBezTo>
                  <a:cubicBezTo>
                    <a:pt x="54705" y="42264"/>
                    <a:pt x="52941" y="40754"/>
                    <a:pt x="52941" y="40754"/>
                  </a:cubicBezTo>
                  <a:cubicBezTo>
                    <a:pt x="52941" y="40754"/>
                    <a:pt x="52058" y="41509"/>
                    <a:pt x="52058" y="41509"/>
                  </a:cubicBezTo>
                  <a:cubicBezTo>
                    <a:pt x="52941" y="43018"/>
                    <a:pt x="52941" y="43018"/>
                    <a:pt x="52941" y="43018"/>
                  </a:cubicBezTo>
                  <a:cubicBezTo>
                    <a:pt x="53823" y="45283"/>
                    <a:pt x="53823" y="45283"/>
                    <a:pt x="53823" y="45283"/>
                  </a:cubicBezTo>
                  <a:cubicBezTo>
                    <a:pt x="52941" y="46037"/>
                    <a:pt x="52941" y="46037"/>
                    <a:pt x="52941" y="46037"/>
                  </a:cubicBezTo>
                  <a:cubicBezTo>
                    <a:pt x="53823" y="48301"/>
                    <a:pt x="53823" y="48301"/>
                    <a:pt x="53823" y="48301"/>
                  </a:cubicBezTo>
                  <a:cubicBezTo>
                    <a:pt x="53823" y="49811"/>
                    <a:pt x="53823" y="49811"/>
                    <a:pt x="53823" y="49811"/>
                  </a:cubicBezTo>
                  <a:cubicBezTo>
                    <a:pt x="52058" y="50566"/>
                    <a:pt x="52058" y="50566"/>
                    <a:pt x="52058" y="50566"/>
                  </a:cubicBezTo>
                  <a:cubicBezTo>
                    <a:pt x="52058" y="50566"/>
                    <a:pt x="51176" y="51320"/>
                    <a:pt x="50294" y="51320"/>
                  </a:cubicBezTo>
                  <a:cubicBezTo>
                    <a:pt x="50294" y="51320"/>
                    <a:pt x="49411" y="50566"/>
                    <a:pt x="49411" y="51320"/>
                  </a:cubicBezTo>
                  <a:cubicBezTo>
                    <a:pt x="50294" y="52075"/>
                    <a:pt x="50294" y="52830"/>
                    <a:pt x="51176" y="52830"/>
                  </a:cubicBezTo>
                  <a:cubicBezTo>
                    <a:pt x="52058" y="52830"/>
                    <a:pt x="53823" y="52830"/>
                    <a:pt x="53823" y="52830"/>
                  </a:cubicBezTo>
                  <a:cubicBezTo>
                    <a:pt x="55588" y="55094"/>
                    <a:pt x="55588" y="55094"/>
                    <a:pt x="55588" y="55094"/>
                  </a:cubicBezTo>
                  <a:cubicBezTo>
                    <a:pt x="55588" y="55094"/>
                    <a:pt x="56470" y="55094"/>
                    <a:pt x="57352" y="55094"/>
                  </a:cubicBezTo>
                  <a:cubicBezTo>
                    <a:pt x="57352" y="55094"/>
                    <a:pt x="59117" y="55849"/>
                    <a:pt x="59117" y="55849"/>
                  </a:cubicBezTo>
                  <a:cubicBezTo>
                    <a:pt x="59117" y="55849"/>
                    <a:pt x="59117" y="55849"/>
                    <a:pt x="60000" y="56603"/>
                  </a:cubicBezTo>
                  <a:cubicBezTo>
                    <a:pt x="60882" y="56603"/>
                    <a:pt x="62647" y="57358"/>
                    <a:pt x="62647" y="57358"/>
                  </a:cubicBezTo>
                  <a:cubicBezTo>
                    <a:pt x="62647" y="57358"/>
                    <a:pt x="62647" y="56603"/>
                    <a:pt x="61764" y="56603"/>
                  </a:cubicBezTo>
                  <a:cubicBezTo>
                    <a:pt x="61764" y="56603"/>
                    <a:pt x="60882" y="54339"/>
                    <a:pt x="59117" y="54339"/>
                  </a:cubicBezTo>
                  <a:cubicBezTo>
                    <a:pt x="58235" y="53584"/>
                    <a:pt x="57352" y="53584"/>
                    <a:pt x="56470" y="53584"/>
                  </a:cubicBezTo>
                  <a:cubicBezTo>
                    <a:pt x="55588" y="53584"/>
                    <a:pt x="53823" y="52830"/>
                    <a:pt x="53823" y="52830"/>
                  </a:cubicBezTo>
                  <a:cubicBezTo>
                    <a:pt x="53823" y="52075"/>
                    <a:pt x="52941" y="51320"/>
                    <a:pt x="53823" y="51320"/>
                  </a:cubicBezTo>
                  <a:cubicBezTo>
                    <a:pt x="53823" y="50566"/>
                    <a:pt x="53823" y="49811"/>
                    <a:pt x="55588" y="49811"/>
                  </a:cubicBezTo>
                  <a:cubicBezTo>
                    <a:pt x="56470" y="49811"/>
                    <a:pt x="57352" y="50566"/>
                    <a:pt x="58235" y="49811"/>
                  </a:cubicBezTo>
                  <a:cubicBezTo>
                    <a:pt x="59117" y="49811"/>
                    <a:pt x="60882" y="47547"/>
                    <a:pt x="60882" y="47547"/>
                  </a:cubicBezTo>
                  <a:cubicBezTo>
                    <a:pt x="62647" y="46037"/>
                    <a:pt x="62647" y="46037"/>
                    <a:pt x="62647" y="46037"/>
                  </a:cubicBezTo>
                  <a:cubicBezTo>
                    <a:pt x="65294" y="45283"/>
                    <a:pt x="65294" y="45283"/>
                    <a:pt x="65294" y="45283"/>
                  </a:cubicBezTo>
                  <a:cubicBezTo>
                    <a:pt x="65294" y="45283"/>
                    <a:pt x="68823" y="43773"/>
                    <a:pt x="68823" y="43773"/>
                  </a:cubicBezTo>
                  <a:cubicBezTo>
                    <a:pt x="68823" y="43773"/>
                    <a:pt x="69705" y="43773"/>
                    <a:pt x="70588" y="44528"/>
                  </a:cubicBezTo>
                  <a:cubicBezTo>
                    <a:pt x="71470" y="45283"/>
                    <a:pt x="71470" y="45283"/>
                    <a:pt x="71470" y="45283"/>
                  </a:cubicBezTo>
                  <a:cubicBezTo>
                    <a:pt x="72352" y="45283"/>
                    <a:pt x="74117" y="46037"/>
                    <a:pt x="74117" y="46037"/>
                  </a:cubicBezTo>
                  <a:cubicBezTo>
                    <a:pt x="74117" y="46037"/>
                    <a:pt x="74117" y="46037"/>
                    <a:pt x="75000" y="46792"/>
                  </a:cubicBezTo>
                  <a:cubicBezTo>
                    <a:pt x="75000" y="46792"/>
                    <a:pt x="75882" y="47547"/>
                    <a:pt x="75000" y="49056"/>
                  </a:cubicBezTo>
                  <a:cubicBezTo>
                    <a:pt x="75000" y="49811"/>
                    <a:pt x="75000" y="50566"/>
                    <a:pt x="75000" y="50566"/>
                  </a:cubicBezTo>
                  <a:cubicBezTo>
                    <a:pt x="75000" y="50566"/>
                    <a:pt x="75882" y="49811"/>
                    <a:pt x="75882" y="49056"/>
                  </a:cubicBezTo>
                  <a:cubicBezTo>
                    <a:pt x="75882" y="47547"/>
                    <a:pt x="75882" y="46792"/>
                    <a:pt x="75882" y="46037"/>
                  </a:cubicBezTo>
                  <a:cubicBezTo>
                    <a:pt x="75882" y="45283"/>
                    <a:pt x="75000" y="44528"/>
                    <a:pt x="75000" y="44528"/>
                  </a:cubicBezTo>
                  <a:cubicBezTo>
                    <a:pt x="75000" y="44528"/>
                    <a:pt x="73235" y="45283"/>
                    <a:pt x="71470" y="44528"/>
                  </a:cubicBezTo>
                  <a:cubicBezTo>
                    <a:pt x="70588" y="43773"/>
                    <a:pt x="70588" y="43018"/>
                    <a:pt x="69705" y="43018"/>
                  </a:cubicBezTo>
                  <a:cubicBezTo>
                    <a:pt x="69705" y="43018"/>
                    <a:pt x="68823" y="42264"/>
                    <a:pt x="67941" y="42264"/>
                  </a:cubicBezTo>
                  <a:cubicBezTo>
                    <a:pt x="67941" y="42264"/>
                    <a:pt x="67941" y="41509"/>
                    <a:pt x="67941" y="40754"/>
                  </a:cubicBezTo>
                  <a:cubicBezTo>
                    <a:pt x="67941" y="40000"/>
                    <a:pt x="67941" y="39245"/>
                    <a:pt x="67941" y="38490"/>
                  </a:cubicBezTo>
                  <a:cubicBezTo>
                    <a:pt x="67941" y="38490"/>
                    <a:pt x="67058" y="37735"/>
                    <a:pt x="67941" y="36981"/>
                  </a:cubicBezTo>
                  <a:cubicBezTo>
                    <a:pt x="68823" y="36226"/>
                    <a:pt x="68823" y="36226"/>
                    <a:pt x="69705" y="36226"/>
                  </a:cubicBezTo>
                  <a:cubicBezTo>
                    <a:pt x="69705" y="35471"/>
                    <a:pt x="71470" y="34716"/>
                    <a:pt x="70588" y="34716"/>
                  </a:cubicBezTo>
                  <a:cubicBezTo>
                    <a:pt x="70588" y="33962"/>
                    <a:pt x="69705" y="33962"/>
                    <a:pt x="68823" y="33962"/>
                  </a:cubicBezTo>
                  <a:cubicBezTo>
                    <a:pt x="67941" y="33962"/>
                    <a:pt x="68823" y="34716"/>
                    <a:pt x="67941" y="34716"/>
                  </a:cubicBezTo>
                  <a:cubicBezTo>
                    <a:pt x="66176" y="34716"/>
                    <a:pt x="66176" y="33962"/>
                    <a:pt x="65294" y="33207"/>
                  </a:cubicBezTo>
                  <a:cubicBezTo>
                    <a:pt x="65294" y="32452"/>
                    <a:pt x="65294" y="32452"/>
                    <a:pt x="64411" y="33207"/>
                  </a:cubicBezTo>
                  <a:cubicBezTo>
                    <a:pt x="63529" y="33207"/>
                    <a:pt x="62647" y="32452"/>
                    <a:pt x="62647" y="32452"/>
                  </a:cubicBezTo>
                  <a:cubicBezTo>
                    <a:pt x="62647" y="32452"/>
                    <a:pt x="61764" y="31698"/>
                    <a:pt x="62647" y="30943"/>
                  </a:cubicBezTo>
                  <a:cubicBezTo>
                    <a:pt x="62647" y="30943"/>
                    <a:pt x="63529" y="29433"/>
                    <a:pt x="63529" y="29433"/>
                  </a:cubicBezTo>
                  <a:cubicBezTo>
                    <a:pt x="63529" y="29433"/>
                    <a:pt x="63529" y="27169"/>
                    <a:pt x="63529" y="27169"/>
                  </a:cubicBezTo>
                  <a:cubicBezTo>
                    <a:pt x="63529" y="26415"/>
                    <a:pt x="63529" y="26415"/>
                    <a:pt x="63529" y="26415"/>
                  </a:cubicBezTo>
                  <a:close/>
                  <a:moveTo>
                    <a:pt x="112058" y="754"/>
                  </a:moveTo>
                  <a:cubicBezTo>
                    <a:pt x="112058" y="754"/>
                    <a:pt x="112058" y="754"/>
                    <a:pt x="112058" y="754"/>
                  </a:cubicBezTo>
                  <a:cubicBezTo>
                    <a:pt x="112058" y="754"/>
                    <a:pt x="112058" y="0"/>
                    <a:pt x="112941" y="0"/>
                  </a:cubicBezTo>
                  <a:cubicBezTo>
                    <a:pt x="113823" y="0"/>
                    <a:pt x="113823" y="0"/>
                    <a:pt x="114705" y="0"/>
                  </a:cubicBezTo>
                  <a:cubicBezTo>
                    <a:pt x="114705" y="0"/>
                    <a:pt x="116470" y="0"/>
                    <a:pt x="116470" y="0"/>
                  </a:cubicBezTo>
                  <a:cubicBezTo>
                    <a:pt x="116470" y="0"/>
                    <a:pt x="117352" y="0"/>
                    <a:pt x="118235" y="0"/>
                  </a:cubicBezTo>
                  <a:cubicBezTo>
                    <a:pt x="118235" y="0"/>
                    <a:pt x="119117" y="0"/>
                    <a:pt x="119117" y="0"/>
                  </a:cubicBezTo>
                  <a:cubicBezTo>
                    <a:pt x="120000" y="0"/>
                    <a:pt x="119117" y="754"/>
                    <a:pt x="119117" y="754"/>
                  </a:cubicBezTo>
                  <a:cubicBezTo>
                    <a:pt x="117352" y="754"/>
                    <a:pt x="117352" y="754"/>
                    <a:pt x="117352" y="754"/>
                  </a:cubicBezTo>
                  <a:cubicBezTo>
                    <a:pt x="117352" y="754"/>
                    <a:pt x="116470" y="754"/>
                    <a:pt x="115588" y="754"/>
                  </a:cubicBezTo>
                  <a:cubicBezTo>
                    <a:pt x="115588" y="1509"/>
                    <a:pt x="114705" y="1509"/>
                    <a:pt x="114705" y="1509"/>
                  </a:cubicBezTo>
                  <a:cubicBezTo>
                    <a:pt x="114705" y="1509"/>
                    <a:pt x="113823" y="1509"/>
                    <a:pt x="113823" y="1509"/>
                  </a:cubicBezTo>
                  <a:cubicBezTo>
                    <a:pt x="112941" y="1509"/>
                    <a:pt x="112941" y="754"/>
                    <a:pt x="112941" y="1509"/>
                  </a:cubicBezTo>
                  <a:cubicBezTo>
                    <a:pt x="112058" y="1509"/>
                    <a:pt x="112058" y="754"/>
                    <a:pt x="112058" y="754"/>
                  </a:cubicBezTo>
                  <a:close/>
                  <a:moveTo>
                    <a:pt x="104117" y="4528"/>
                  </a:moveTo>
                  <a:cubicBezTo>
                    <a:pt x="104117" y="4528"/>
                    <a:pt x="104117" y="4528"/>
                    <a:pt x="104117" y="4528"/>
                  </a:cubicBezTo>
                  <a:cubicBezTo>
                    <a:pt x="104117" y="4528"/>
                    <a:pt x="104117" y="3773"/>
                    <a:pt x="105000" y="3773"/>
                  </a:cubicBezTo>
                  <a:cubicBezTo>
                    <a:pt x="105000" y="3773"/>
                    <a:pt x="105000" y="3018"/>
                    <a:pt x="105882" y="3773"/>
                  </a:cubicBezTo>
                  <a:cubicBezTo>
                    <a:pt x="105882" y="3773"/>
                    <a:pt x="105882" y="5283"/>
                    <a:pt x="105882" y="5283"/>
                  </a:cubicBezTo>
                  <a:cubicBezTo>
                    <a:pt x="105000" y="5283"/>
                    <a:pt x="105000" y="5283"/>
                    <a:pt x="104117" y="5283"/>
                  </a:cubicBezTo>
                  <a:cubicBezTo>
                    <a:pt x="104117" y="5283"/>
                    <a:pt x="104117" y="4528"/>
                    <a:pt x="104117" y="4528"/>
                  </a:cubicBezTo>
                  <a:close/>
                  <a:moveTo>
                    <a:pt x="98823" y="6792"/>
                  </a:moveTo>
                  <a:cubicBezTo>
                    <a:pt x="98823" y="6792"/>
                    <a:pt x="98823" y="6792"/>
                    <a:pt x="98823" y="6792"/>
                  </a:cubicBezTo>
                  <a:cubicBezTo>
                    <a:pt x="98823" y="6792"/>
                    <a:pt x="97941" y="6037"/>
                    <a:pt x="97941" y="6037"/>
                  </a:cubicBezTo>
                  <a:cubicBezTo>
                    <a:pt x="97941" y="6037"/>
                    <a:pt x="97941" y="5283"/>
                    <a:pt x="98823" y="5283"/>
                  </a:cubicBezTo>
                  <a:cubicBezTo>
                    <a:pt x="98823" y="5283"/>
                    <a:pt x="99705" y="5283"/>
                    <a:pt x="99705" y="5283"/>
                  </a:cubicBezTo>
                  <a:cubicBezTo>
                    <a:pt x="100588" y="5283"/>
                    <a:pt x="100588" y="5283"/>
                    <a:pt x="100588" y="5283"/>
                  </a:cubicBezTo>
                  <a:cubicBezTo>
                    <a:pt x="100588" y="5283"/>
                    <a:pt x="101470" y="4528"/>
                    <a:pt x="101470" y="4528"/>
                  </a:cubicBezTo>
                  <a:cubicBezTo>
                    <a:pt x="101470" y="4528"/>
                    <a:pt x="102352" y="6037"/>
                    <a:pt x="102352" y="6037"/>
                  </a:cubicBezTo>
                  <a:cubicBezTo>
                    <a:pt x="102352" y="6037"/>
                    <a:pt x="102352" y="6037"/>
                    <a:pt x="101470" y="6037"/>
                  </a:cubicBezTo>
                  <a:cubicBezTo>
                    <a:pt x="101470" y="6037"/>
                    <a:pt x="100588" y="6792"/>
                    <a:pt x="100588" y="6792"/>
                  </a:cubicBezTo>
                  <a:cubicBezTo>
                    <a:pt x="99705" y="7547"/>
                    <a:pt x="99705" y="7547"/>
                    <a:pt x="99705" y="7547"/>
                  </a:cubicBezTo>
                  <a:cubicBezTo>
                    <a:pt x="98823" y="6792"/>
                    <a:pt x="98823" y="6792"/>
                    <a:pt x="98823" y="6792"/>
                  </a:cubicBezTo>
                  <a:close/>
                  <a:moveTo>
                    <a:pt x="95294" y="9056"/>
                  </a:moveTo>
                  <a:cubicBezTo>
                    <a:pt x="95294" y="9056"/>
                    <a:pt x="95294" y="9056"/>
                    <a:pt x="95294" y="9056"/>
                  </a:cubicBezTo>
                  <a:cubicBezTo>
                    <a:pt x="95294" y="8301"/>
                    <a:pt x="94411" y="8301"/>
                    <a:pt x="94411" y="8301"/>
                  </a:cubicBezTo>
                  <a:cubicBezTo>
                    <a:pt x="94411" y="8301"/>
                    <a:pt x="93529" y="7547"/>
                    <a:pt x="93529" y="7547"/>
                  </a:cubicBezTo>
                  <a:cubicBezTo>
                    <a:pt x="93529" y="7547"/>
                    <a:pt x="93529" y="6792"/>
                    <a:pt x="94411" y="6792"/>
                  </a:cubicBezTo>
                  <a:cubicBezTo>
                    <a:pt x="94411" y="6792"/>
                    <a:pt x="94411" y="6792"/>
                    <a:pt x="94411" y="7547"/>
                  </a:cubicBezTo>
                  <a:cubicBezTo>
                    <a:pt x="95294" y="7547"/>
                    <a:pt x="95294" y="8301"/>
                    <a:pt x="95294" y="8301"/>
                  </a:cubicBezTo>
                  <a:cubicBezTo>
                    <a:pt x="95294" y="9056"/>
                    <a:pt x="95294" y="9056"/>
                    <a:pt x="95294" y="9056"/>
                  </a:cubicBezTo>
                  <a:close/>
                  <a:moveTo>
                    <a:pt x="84705" y="9056"/>
                  </a:moveTo>
                  <a:cubicBezTo>
                    <a:pt x="84705" y="9056"/>
                    <a:pt x="84705" y="9056"/>
                    <a:pt x="84705" y="9056"/>
                  </a:cubicBezTo>
                  <a:cubicBezTo>
                    <a:pt x="84705" y="9056"/>
                    <a:pt x="84705" y="9056"/>
                    <a:pt x="85588" y="9056"/>
                  </a:cubicBezTo>
                  <a:cubicBezTo>
                    <a:pt x="86470" y="8301"/>
                    <a:pt x="86470" y="7547"/>
                    <a:pt x="87352" y="8301"/>
                  </a:cubicBezTo>
                  <a:cubicBezTo>
                    <a:pt x="88235" y="8301"/>
                    <a:pt x="90000" y="9056"/>
                    <a:pt x="90000" y="9056"/>
                  </a:cubicBezTo>
                  <a:cubicBezTo>
                    <a:pt x="90000" y="9056"/>
                    <a:pt x="90000" y="8301"/>
                    <a:pt x="90000" y="8301"/>
                  </a:cubicBezTo>
                  <a:cubicBezTo>
                    <a:pt x="90882" y="8301"/>
                    <a:pt x="90882" y="9056"/>
                    <a:pt x="90882" y="9056"/>
                  </a:cubicBezTo>
                  <a:cubicBezTo>
                    <a:pt x="90882" y="9056"/>
                    <a:pt x="90000" y="9056"/>
                    <a:pt x="90000" y="9056"/>
                  </a:cubicBezTo>
                  <a:cubicBezTo>
                    <a:pt x="89117" y="9811"/>
                    <a:pt x="89117" y="9811"/>
                    <a:pt x="88235" y="9811"/>
                  </a:cubicBezTo>
                  <a:cubicBezTo>
                    <a:pt x="87352" y="9811"/>
                    <a:pt x="87352" y="9056"/>
                    <a:pt x="86470" y="9811"/>
                  </a:cubicBezTo>
                  <a:cubicBezTo>
                    <a:pt x="86470" y="9811"/>
                    <a:pt x="86470" y="10566"/>
                    <a:pt x="85588" y="10566"/>
                  </a:cubicBezTo>
                  <a:cubicBezTo>
                    <a:pt x="85588" y="10566"/>
                    <a:pt x="84705" y="10566"/>
                    <a:pt x="84705" y="10566"/>
                  </a:cubicBezTo>
                  <a:cubicBezTo>
                    <a:pt x="84705" y="9811"/>
                    <a:pt x="84705" y="9056"/>
                    <a:pt x="84705" y="9056"/>
                  </a:cubicBezTo>
                  <a:close/>
                  <a:moveTo>
                    <a:pt x="82058" y="9811"/>
                  </a:moveTo>
                  <a:cubicBezTo>
                    <a:pt x="82058" y="9811"/>
                    <a:pt x="82058" y="9811"/>
                    <a:pt x="82058" y="9811"/>
                  </a:cubicBezTo>
                  <a:cubicBezTo>
                    <a:pt x="82058" y="9811"/>
                    <a:pt x="82058" y="9056"/>
                    <a:pt x="82941" y="9811"/>
                  </a:cubicBezTo>
                  <a:cubicBezTo>
                    <a:pt x="82941" y="9811"/>
                    <a:pt x="82941" y="9056"/>
                    <a:pt x="82941" y="9811"/>
                  </a:cubicBezTo>
                  <a:cubicBezTo>
                    <a:pt x="83823" y="10566"/>
                    <a:pt x="83823" y="11320"/>
                    <a:pt x="82941" y="11320"/>
                  </a:cubicBezTo>
                  <a:cubicBezTo>
                    <a:pt x="82058" y="10566"/>
                    <a:pt x="82058" y="9811"/>
                    <a:pt x="82058" y="9811"/>
                  </a:cubicBezTo>
                  <a:close/>
                  <a:moveTo>
                    <a:pt x="71470" y="9811"/>
                  </a:moveTo>
                  <a:cubicBezTo>
                    <a:pt x="71470" y="9811"/>
                    <a:pt x="71470" y="9811"/>
                    <a:pt x="71470" y="9811"/>
                  </a:cubicBezTo>
                  <a:cubicBezTo>
                    <a:pt x="71470" y="9811"/>
                    <a:pt x="71470" y="9056"/>
                    <a:pt x="72352" y="9056"/>
                  </a:cubicBezTo>
                  <a:cubicBezTo>
                    <a:pt x="72352" y="9056"/>
                    <a:pt x="72352" y="9056"/>
                    <a:pt x="73235" y="9056"/>
                  </a:cubicBezTo>
                  <a:cubicBezTo>
                    <a:pt x="73235" y="9811"/>
                    <a:pt x="74117" y="9811"/>
                    <a:pt x="74117" y="9811"/>
                  </a:cubicBezTo>
                  <a:cubicBezTo>
                    <a:pt x="75000" y="9811"/>
                    <a:pt x="75000" y="9811"/>
                    <a:pt x="75000" y="9811"/>
                  </a:cubicBezTo>
                  <a:cubicBezTo>
                    <a:pt x="75882" y="9811"/>
                    <a:pt x="75882" y="9056"/>
                    <a:pt x="76764" y="9811"/>
                  </a:cubicBezTo>
                  <a:cubicBezTo>
                    <a:pt x="77647" y="9811"/>
                    <a:pt x="77647" y="9811"/>
                    <a:pt x="78529" y="9811"/>
                  </a:cubicBezTo>
                  <a:cubicBezTo>
                    <a:pt x="78529" y="9811"/>
                    <a:pt x="80294" y="9811"/>
                    <a:pt x="80294" y="9811"/>
                  </a:cubicBezTo>
                  <a:cubicBezTo>
                    <a:pt x="80294" y="9811"/>
                    <a:pt x="80294" y="10566"/>
                    <a:pt x="80294" y="10566"/>
                  </a:cubicBezTo>
                  <a:cubicBezTo>
                    <a:pt x="79411" y="10566"/>
                    <a:pt x="79411" y="10566"/>
                    <a:pt x="78529" y="10566"/>
                  </a:cubicBezTo>
                  <a:cubicBezTo>
                    <a:pt x="78529" y="10566"/>
                    <a:pt x="79411" y="10566"/>
                    <a:pt x="77647" y="10566"/>
                  </a:cubicBezTo>
                  <a:cubicBezTo>
                    <a:pt x="76764" y="10566"/>
                    <a:pt x="76764" y="10566"/>
                    <a:pt x="75882" y="10566"/>
                  </a:cubicBezTo>
                  <a:cubicBezTo>
                    <a:pt x="75882" y="10566"/>
                    <a:pt x="75882" y="10566"/>
                    <a:pt x="75000" y="10566"/>
                  </a:cubicBezTo>
                  <a:cubicBezTo>
                    <a:pt x="75000" y="10566"/>
                    <a:pt x="75000" y="10566"/>
                    <a:pt x="75000" y="10566"/>
                  </a:cubicBezTo>
                  <a:cubicBezTo>
                    <a:pt x="74117" y="10566"/>
                    <a:pt x="76764" y="9811"/>
                    <a:pt x="74117" y="10566"/>
                  </a:cubicBezTo>
                  <a:cubicBezTo>
                    <a:pt x="71470" y="11320"/>
                    <a:pt x="71470" y="11320"/>
                    <a:pt x="71470" y="11320"/>
                  </a:cubicBezTo>
                  <a:cubicBezTo>
                    <a:pt x="71470" y="11320"/>
                    <a:pt x="71470" y="10566"/>
                    <a:pt x="71470" y="10566"/>
                  </a:cubicBezTo>
                  <a:cubicBezTo>
                    <a:pt x="71470" y="10566"/>
                    <a:pt x="71470" y="9811"/>
                    <a:pt x="71470" y="9811"/>
                  </a:cubicBezTo>
                  <a:close/>
                  <a:moveTo>
                    <a:pt x="60000" y="12075"/>
                  </a:moveTo>
                  <a:cubicBezTo>
                    <a:pt x="60000" y="12075"/>
                    <a:pt x="60000" y="12075"/>
                    <a:pt x="60000" y="12075"/>
                  </a:cubicBezTo>
                  <a:cubicBezTo>
                    <a:pt x="60882" y="12075"/>
                    <a:pt x="60882" y="12075"/>
                    <a:pt x="60882" y="12075"/>
                  </a:cubicBezTo>
                  <a:cubicBezTo>
                    <a:pt x="60882" y="12075"/>
                    <a:pt x="62647" y="12075"/>
                    <a:pt x="62647" y="11320"/>
                  </a:cubicBezTo>
                  <a:cubicBezTo>
                    <a:pt x="63529" y="11320"/>
                    <a:pt x="63529" y="11320"/>
                    <a:pt x="63529" y="11320"/>
                  </a:cubicBezTo>
                  <a:cubicBezTo>
                    <a:pt x="63529" y="11320"/>
                    <a:pt x="65294" y="10566"/>
                    <a:pt x="65294" y="10566"/>
                  </a:cubicBezTo>
                  <a:cubicBezTo>
                    <a:pt x="66176" y="10566"/>
                    <a:pt x="67058" y="9811"/>
                    <a:pt x="67058" y="9811"/>
                  </a:cubicBezTo>
                  <a:cubicBezTo>
                    <a:pt x="67058" y="9811"/>
                    <a:pt x="68823" y="10566"/>
                    <a:pt x="68823" y="10566"/>
                  </a:cubicBezTo>
                  <a:cubicBezTo>
                    <a:pt x="69705" y="10566"/>
                    <a:pt x="69705" y="9811"/>
                    <a:pt x="69705" y="9811"/>
                  </a:cubicBezTo>
                  <a:cubicBezTo>
                    <a:pt x="67941" y="9056"/>
                    <a:pt x="67941" y="9056"/>
                    <a:pt x="67941" y="9056"/>
                  </a:cubicBezTo>
                  <a:cubicBezTo>
                    <a:pt x="64411" y="9811"/>
                    <a:pt x="64411" y="9811"/>
                    <a:pt x="64411" y="9811"/>
                  </a:cubicBezTo>
                  <a:cubicBezTo>
                    <a:pt x="64411" y="9811"/>
                    <a:pt x="61764" y="10566"/>
                    <a:pt x="60882" y="10566"/>
                  </a:cubicBezTo>
                  <a:cubicBezTo>
                    <a:pt x="60000" y="9811"/>
                    <a:pt x="59117" y="10566"/>
                    <a:pt x="59117" y="10566"/>
                  </a:cubicBezTo>
                  <a:cubicBezTo>
                    <a:pt x="58235" y="11320"/>
                    <a:pt x="58235" y="11320"/>
                    <a:pt x="58235" y="11320"/>
                  </a:cubicBezTo>
                  <a:cubicBezTo>
                    <a:pt x="58235" y="11320"/>
                    <a:pt x="59117" y="12075"/>
                    <a:pt x="59117" y="12075"/>
                  </a:cubicBezTo>
                  <a:cubicBezTo>
                    <a:pt x="59117" y="12830"/>
                    <a:pt x="60000" y="12075"/>
                    <a:pt x="60000" y="12075"/>
                  </a:cubicBezTo>
                  <a:close/>
                  <a:moveTo>
                    <a:pt x="49411" y="16603"/>
                  </a:moveTo>
                  <a:cubicBezTo>
                    <a:pt x="49411" y="16603"/>
                    <a:pt x="49411" y="16603"/>
                    <a:pt x="49411" y="16603"/>
                  </a:cubicBezTo>
                  <a:cubicBezTo>
                    <a:pt x="49411" y="16603"/>
                    <a:pt x="49411" y="16603"/>
                    <a:pt x="49411" y="16603"/>
                  </a:cubicBezTo>
                  <a:cubicBezTo>
                    <a:pt x="50294" y="17358"/>
                    <a:pt x="50294" y="17358"/>
                    <a:pt x="50294" y="17358"/>
                  </a:cubicBezTo>
                  <a:cubicBezTo>
                    <a:pt x="50294" y="17358"/>
                    <a:pt x="51176" y="16603"/>
                    <a:pt x="51176" y="16603"/>
                  </a:cubicBezTo>
                  <a:cubicBezTo>
                    <a:pt x="51176" y="15849"/>
                    <a:pt x="52058" y="15849"/>
                    <a:pt x="52058" y="15849"/>
                  </a:cubicBezTo>
                  <a:cubicBezTo>
                    <a:pt x="52058" y="15849"/>
                    <a:pt x="52941" y="15094"/>
                    <a:pt x="53823" y="15094"/>
                  </a:cubicBezTo>
                  <a:cubicBezTo>
                    <a:pt x="53823" y="15094"/>
                    <a:pt x="55588" y="14339"/>
                    <a:pt x="55588" y="14339"/>
                  </a:cubicBezTo>
                  <a:cubicBezTo>
                    <a:pt x="55588" y="13584"/>
                    <a:pt x="55588" y="13584"/>
                    <a:pt x="55588" y="13584"/>
                  </a:cubicBezTo>
                  <a:cubicBezTo>
                    <a:pt x="55588" y="13584"/>
                    <a:pt x="52941" y="13584"/>
                    <a:pt x="52941" y="13584"/>
                  </a:cubicBezTo>
                  <a:cubicBezTo>
                    <a:pt x="52941" y="13584"/>
                    <a:pt x="51176" y="15094"/>
                    <a:pt x="51176" y="15094"/>
                  </a:cubicBezTo>
                  <a:cubicBezTo>
                    <a:pt x="51176" y="15094"/>
                    <a:pt x="49411" y="16603"/>
                    <a:pt x="49411" y="16603"/>
                  </a:cubicBezTo>
                  <a:close/>
                  <a:moveTo>
                    <a:pt x="48529" y="24150"/>
                  </a:moveTo>
                  <a:cubicBezTo>
                    <a:pt x="48529" y="24150"/>
                    <a:pt x="48529" y="24150"/>
                    <a:pt x="48529" y="24150"/>
                  </a:cubicBezTo>
                  <a:cubicBezTo>
                    <a:pt x="48529" y="24150"/>
                    <a:pt x="50294" y="22641"/>
                    <a:pt x="50294" y="21886"/>
                  </a:cubicBezTo>
                  <a:cubicBezTo>
                    <a:pt x="50294" y="21886"/>
                    <a:pt x="50294" y="20377"/>
                    <a:pt x="50294" y="20377"/>
                  </a:cubicBezTo>
                  <a:cubicBezTo>
                    <a:pt x="50294" y="18867"/>
                    <a:pt x="50294" y="18867"/>
                    <a:pt x="50294" y="18867"/>
                  </a:cubicBezTo>
                  <a:cubicBezTo>
                    <a:pt x="48529" y="17358"/>
                    <a:pt x="48529" y="17358"/>
                    <a:pt x="48529" y="17358"/>
                  </a:cubicBezTo>
                  <a:cubicBezTo>
                    <a:pt x="48529" y="17358"/>
                    <a:pt x="47647" y="18867"/>
                    <a:pt x="47647" y="18867"/>
                  </a:cubicBezTo>
                  <a:cubicBezTo>
                    <a:pt x="47647" y="19622"/>
                    <a:pt x="46764" y="19622"/>
                    <a:pt x="45882" y="20377"/>
                  </a:cubicBezTo>
                  <a:cubicBezTo>
                    <a:pt x="45000" y="21132"/>
                    <a:pt x="45000" y="21886"/>
                    <a:pt x="45000" y="22641"/>
                  </a:cubicBezTo>
                  <a:cubicBezTo>
                    <a:pt x="45000" y="22641"/>
                    <a:pt x="44117" y="23396"/>
                    <a:pt x="44117" y="24150"/>
                  </a:cubicBezTo>
                  <a:cubicBezTo>
                    <a:pt x="44117" y="24905"/>
                    <a:pt x="45000" y="24905"/>
                    <a:pt x="45882" y="24905"/>
                  </a:cubicBezTo>
                  <a:cubicBezTo>
                    <a:pt x="46764" y="24905"/>
                    <a:pt x="45882" y="24905"/>
                    <a:pt x="45882" y="24905"/>
                  </a:cubicBezTo>
                  <a:cubicBezTo>
                    <a:pt x="48529" y="24150"/>
                    <a:pt x="48529" y="24150"/>
                    <a:pt x="48529" y="24150"/>
                  </a:cubicBezTo>
                  <a:close/>
                  <a:moveTo>
                    <a:pt x="18529" y="70943"/>
                  </a:moveTo>
                  <a:cubicBezTo>
                    <a:pt x="18529" y="70943"/>
                    <a:pt x="18529" y="70943"/>
                    <a:pt x="18529" y="70943"/>
                  </a:cubicBezTo>
                  <a:cubicBezTo>
                    <a:pt x="18529" y="70943"/>
                    <a:pt x="18529" y="70943"/>
                    <a:pt x="19411" y="70943"/>
                  </a:cubicBezTo>
                  <a:cubicBezTo>
                    <a:pt x="19411" y="70943"/>
                    <a:pt x="19411" y="70188"/>
                    <a:pt x="19411" y="70188"/>
                  </a:cubicBezTo>
                  <a:cubicBezTo>
                    <a:pt x="20294" y="70188"/>
                    <a:pt x="20294" y="70943"/>
                    <a:pt x="20294" y="70943"/>
                  </a:cubicBezTo>
                  <a:cubicBezTo>
                    <a:pt x="21176" y="70943"/>
                    <a:pt x="21176" y="71698"/>
                    <a:pt x="21176" y="71698"/>
                  </a:cubicBezTo>
                  <a:cubicBezTo>
                    <a:pt x="22058" y="73207"/>
                    <a:pt x="22058" y="73207"/>
                    <a:pt x="22058" y="73207"/>
                  </a:cubicBezTo>
                  <a:cubicBezTo>
                    <a:pt x="22058" y="73207"/>
                    <a:pt x="22058" y="73962"/>
                    <a:pt x="22058" y="73962"/>
                  </a:cubicBezTo>
                  <a:cubicBezTo>
                    <a:pt x="22058" y="74716"/>
                    <a:pt x="22058" y="74716"/>
                    <a:pt x="22058" y="74716"/>
                  </a:cubicBezTo>
                  <a:cubicBezTo>
                    <a:pt x="22058" y="74716"/>
                    <a:pt x="22941" y="74716"/>
                    <a:pt x="23823" y="74716"/>
                  </a:cubicBezTo>
                  <a:cubicBezTo>
                    <a:pt x="23823" y="74716"/>
                    <a:pt x="23823" y="75471"/>
                    <a:pt x="24705" y="75471"/>
                  </a:cubicBezTo>
                  <a:cubicBezTo>
                    <a:pt x="25588" y="76226"/>
                    <a:pt x="25588" y="76226"/>
                    <a:pt x="25588" y="76226"/>
                  </a:cubicBezTo>
                  <a:cubicBezTo>
                    <a:pt x="26470" y="76981"/>
                    <a:pt x="26470" y="76981"/>
                    <a:pt x="27352" y="77735"/>
                  </a:cubicBezTo>
                  <a:cubicBezTo>
                    <a:pt x="28235" y="77735"/>
                    <a:pt x="28235" y="77735"/>
                    <a:pt x="29117" y="77735"/>
                  </a:cubicBezTo>
                  <a:cubicBezTo>
                    <a:pt x="29117" y="76981"/>
                    <a:pt x="29117" y="76981"/>
                    <a:pt x="30000" y="76981"/>
                  </a:cubicBezTo>
                  <a:cubicBezTo>
                    <a:pt x="30000" y="76981"/>
                    <a:pt x="30000" y="76981"/>
                    <a:pt x="30882" y="76981"/>
                  </a:cubicBezTo>
                  <a:cubicBezTo>
                    <a:pt x="30882" y="76226"/>
                    <a:pt x="30000" y="76226"/>
                    <a:pt x="30000" y="76226"/>
                  </a:cubicBezTo>
                  <a:cubicBezTo>
                    <a:pt x="30000" y="76226"/>
                    <a:pt x="29117" y="75471"/>
                    <a:pt x="28235" y="74716"/>
                  </a:cubicBezTo>
                  <a:cubicBezTo>
                    <a:pt x="28235" y="74716"/>
                    <a:pt x="28235" y="74716"/>
                    <a:pt x="28235" y="73962"/>
                  </a:cubicBezTo>
                  <a:cubicBezTo>
                    <a:pt x="28235" y="73962"/>
                    <a:pt x="28235" y="73962"/>
                    <a:pt x="27352" y="73207"/>
                  </a:cubicBezTo>
                  <a:cubicBezTo>
                    <a:pt x="26470" y="73207"/>
                    <a:pt x="26470" y="73207"/>
                    <a:pt x="26470" y="73207"/>
                  </a:cubicBezTo>
                  <a:cubicBezTo>
                    <a:pt x="25588" y="72452"/>
                    <a:pt x="25588" y="71698"/>
                    <a:pt x="25588" y="71698"/>
                  </a:cubicBezTo>
                  <a:cubicBezTo>
                    <a:pt x="25588" y="71698"/>
                    <a:pt x="23823" y="71698"/>
                    <a:pt x="23823" y="70943"/>
                  </a:cubicBezTo>
                  <a:cubicBezTo>
                    <a:pt x="23823" y="70943"/>
                    <a:pt x="22941" y="70943"/>
                    <a:pt x="22941" y="70943"/>
                  </a:cubicBezTo>
                  <a:cubicBezTo>
                    <a:pt x="22941" y="70943"/>
                    <a:pt x="21176" y="70188"/>
                    <a:pt x="21176" y="69433"/>
                  </a:cubicBezTo>
                  <a:cubicBezTo>
                    <a:pt x="21176" y="69433"/>
                    <a:pt x="21176" y="68679"/>
                    <a:pt x="21176" y="68679"/>
                  </a:cubicBezTo>
                  <a:cubicBezTo>
                    <a:pt x="21176" y="68679"/>
                    <a:pt x="20294" y="68679"/>
                    <a:pt x="19411" y="68679"/>
                  </a:cubicBezTo>
                  <a:cubicBezTo>
                    <a:pt x="18529" y="69433"/>
                    <a:pt x="17647" y="69433"/>
                    <a:pt x="17647" y="69433"/>
                  </a:cubicBezTo>
                  <a:cubicBezTo>
                    <a:pt x="16764" y="69433"/>
                    <a:pt x="16764" y="70188"/>
                    <a:pt x="16764" y="70188"/>
                  </a:cubicBezTo>
                  <a:cubicBezTo>
                    <a:pt x="16764" y="70188"/>
                    <a:pt x="16764" y="70943"/>
                    <a:pt x="17647" y="70943"/>
                  </a:cubicBezTo>
                  <a:cubicBezTo>
                    <a:pt x="17647" y="71698"/>
                    <a:pt x="18529" y="70943"/>
                    <a:pt x="18529" y="70943"/>
                  </a:cubicBezTo>
                  <a:close/>
                  <a:moveTo>
                    <a:pt x="62647" y="56603"/>
                  </a:moveTo>
                  <a:cubicBezTo>
                    <a:pt x="62647" y="56603"/>
                    <a:pt x="62647" y="56603"/>
                    <a:pt x="62647" y="56603"/>
                  </a:cubicBezTo>
                  <a:cubicBezTo>
                    <a:pt x="62647" y="57358"/>
                    <a:pt x="62647" y="57358"/>
                    <a:pt x="62647" y="57358"/>
                  </a:cubicBezTo>
                  <a:cubicBezTo>
                    <a:pt x="62647" y="57358"/>
                    <a:pt x="62647" y="57358"/>
                    <a:pt x="63529" y="57358"/>
                  </a:cubicBezTo>
                  <a:cubicBezTo>
                    <a:pt x="63529" y="56603"/>
                    <a:pt x="63529" y="57358"/>
                    <a:pt x="64411" y="57358"/>
                  </a:cubicBezTo>
                  <a:cubicBezTo>
                    <a:pt x="64411" y="57358"/>
                    <a:pt x="64411" y="57358"/>
                    <a:pt x="64411" y="57358"/>
                  </a:cubicBezTo>
                  <a:cubicBezTo>
                    <a:pt x="65294" y="57358"/>
                    <a:pt x="66176" y="55849"/>
                    <a:pt x="66176" y="55849"/>
                  </a:cubicBezTo>
                  <a:cubicBezTo>
                    <a:pt x="66176" y="55849"/>
                    <a:pt x="66176" y="55849"/>
                    <a:pt x="67058" y="55849"/>
                  </a:cubicBezTo>
                  <a:cubicBezTo>
                    <a:pt x="67058" y="55849"/>
                    <a:pt x="67941" y="55849"/>
                    <a:pt x="67941" y="55094"/>
                  </a:cubicBezTo>
                  <a:cubicBezTo>
                    <a:pt x="67941" y="55094"/>
                    <a:pt x="67941" y="55094"/>
                    <a:pt x="68823" y="55094"/>
                  </a:cubicBezTo>
                  <a:cubicBezTo>
                    <a:pt x="68823" y="54339"/>
                    <a:pt x="68823" y="54339"/>
                    <a:pt x="68823" y="54339"/>
                  </a:cubicBezTo>
                  <a:cubicBezTo>
                    <a:pt x="69705" y="53584"/>
                    <a:pt x="70588" y="53584"/>
                    <a:pt x="70588" y="53584"/>
                  </a:cubicBezTo>
                  <a:cubicBezTo>
                    <a:pt x="71470" y="52830"/>
                    <a:pt x="71470" y="52830"/>
                    <a:pt x="71470" y="52075"/>
                  </a:cubicBezTo>
                  <a:cubicBezTo>
                    <a:pt x="71470" y="52075"/>
                    <a:pt x="70588" y="52075"/>
                    <a:pt x="70588" y="52830"/>
                  </a:cubicBezTo>
                  <a:cubicBezTo>
                    <a:pt x="69705" y="52830"/>
                    <a:pt x="68823" y="52830"/>
                    <a:pt x="68823" y="52830"/>
                  </a:cubicBezTo>
                  <a:cubicBezTo>
                    <a:pt x="68823" y="53584"/>
                    <a:pt x="67941" y="53584"/>
                    <a:pt x="67941" y="53584"/>
                  </a:cubicBezTo>
                  <a:cubicBezTo>
                    <a:pt x="67058" y="53584"/>
                    <a:pt x="66176" y="54339"/>
                    <a:pt x="65294" y="54339"/>
                  </a:cubicBezTo>
                  <a:cubicBezTo>
                    <a:pt x="65294" y="54339"/>
                    <a:pt x="65294" y="55094"/>
                    <a:pt x="64411" y="55849"/>
                  </a:cubicBezTo>
                  <a:cubicBezTo>
                    <a:pt x="64411" y="55849"/>
                    <a:pt x="64411" y="55849"/>
                    <a:pt x="64411" y="56603"/>
                  </a:cubicBezTo>
                  <a:cubicBezTo>
                    <a:pt x="63529" y="56603"/>
                    <a:pt x="62647" y="56603"/>
                    <a:pt x="62647" y="56603"/>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2" name="Shape 2029">
              <a:extLst>
                <a:ext uri="{FF2B5EF4-FFF2-40B4-BE49-F238E27FC236}">
                  <a16:creationId xmlns:a16="http://schemas.microsoft.com/office/drawing/2014/main" id="{F38CE4FC-CE46-4DD0-8B2C-C864EFD073DF}"/>
                </a:ext>
              </a:extLst>
            </p:cNvPr>
            <p:cNvSpPr/>
            <p:nvPr/>
          </p:nvSpPr>
          <p:spPr>
            <a:xfrm>
              <a:off x="8054896" y="3267063"/>
              <a:ext cx="384801" cy="263158"/>
            </a:xfrm>
            <a:custGeom>
              <a:avLst/>
              <a:gdLst/>
              <a:ahLst/>
              <a:cxnLst/>
              <a:rect l="0" t="0" r="0" b="0"/>
              <a:pathLst>
                <a:path w="120000" h="120000" extrusionOk="0">
                  <a:moveTo>
                    <a:pt x="1420" y="33277"/>
                  </a:moveTo>
                  <a:cubicBezTo>
                    <a:pt x="0" y="31260"/>
                    <a:pt x="0" y="31260"/>
                    <a:pt x="0" y="31260"/>
                  </a:cubicBezTo>
                  <a:cubicBezTo>
                    <a:pt x="2840" y="28235"/>
                    <a:pt x="2840" y="28235"/>
                    <a:pt x="2840" y="28235"/>
                  </a:cubicBezTo>
                  <a:cubicBezTo>
                    <a:pt x="2840" y="28235"/>
                    <a:pt x="4260" y="28235"/>
                    <a:pt x="4970" y="27226"/>
                  </a:cubicBezTo>
                  <a:cubicBezTo>
                    <a:pt x="6390" y="27226"/>
                    <a:pt x="10650" y="25210"/>
                    <a:pt x="10650" y="25210"/>
                  </a:cubicBezTo>
                  <a:cubicBezTo>
                    <a:pt x="12071" y="23193"/>
                    <a:pt x="12071" y="23193"/>
                    <a:pt x="12071" y="23193"/>
                  </a:cubicBezTo>
                  <a:cubicBezTo>
                    <a:pt x="12071" y="23193"/>
                    <a:pt x="13491" y="21176"/>
                    <a:pt x="13491" y="21176"/>
                  </a:cubicBezTo>
                  <a:cubicBezTo>
                    <a:pt x="14201" y="21176"/>
                    <a:pt x="15621" y="21176"/>
                    <a:pt x="16331" y="20168"/>
                  </a:cubicBezTo>
                  <a:cubicBezTo>
                    <a:pt x="16331" y="20168"/>
                    <a:pt x="17041" y="19159"/>
                    <a:pt x="17041" y="19159"/>
                  </a:cubicBezTo>
                  <a:cubicBezTo>
                    <a:pt x="17041" y="19159"/>
                    <a:pt x="17041" y="18151"/>
                    <a:pt x="17751" y="18151"/>
                  </a:cubicBezTo>
                  <a:cubicBezTo>
                    <a:pt x="17751" y="18151"/>
                    <a:pt x="18461" y="18151"/>
                    <a:pt x="19171" y="17142"/>
                  </a:cubicBezTo>
                  <a:cubicBezTo>
                    <a:pt x="19881" y="17142"/>
                    <a:pt x="19881" y="17142"/>
                    <a:pt x="20591" y="16134"/>
                  </a:cubicBezTo>
                  <a:cubicBezTo>
                    <a:pt x="20591" y="16134"/>
                    <a:pt x="21301" y="13109"/>
                    <a:pt x="21301" y="13109"/>
                  </a:cubicBezTo>
                  <a:cubicBezTo>
                    <a:pt x="21301" y="13109"/>
                    <a:pt x="21301" y="13109"/>
                    <a:pt x="21301" y="13109"/>
                  </a:cubicBezTo>
                  <a:cubicBezTo>
                    <a:pt x="22011" y="13109"/>
                    <a:pt x="22721" y="14117"/>
                    <a:pt x="22721" y="14117"/>
                  </a:cubicBezTo>
                  <a:cubicBezTo>
                    <a:pt x="22721" y="14117"/>
                    <a:pt x="24142" y="14117"/>
                    <a:pt x="24852" y="14117"/>
                  </a:cubicBezTo>
                  <a:cubicBezTo>
                    <a:pt x="24852" y="14117"/>
                    <a:pt x="26272" y="13109"/>
                    <a:pt x="26272" y="13109"/>
                  </a:cubicBezTo>
                  <a:cubicBezTo>
                    <a:pt x="26272" y="13109"/>
                    <a:pt x="26272" y="12100"/>
                    <a:pt x="26982" y="12100"/>
                  </a:cubicBezTo>
                  <a:cubicBezTo>
                    <a:pt x="27692" y="12100"/>
                    <a:pt x="28402" y="12100"/>
                    <a:pt x="29112" y="12100"/>
                  </a:cubicBezTo>
                  <a:cubicBezTo>
                    <a:pt x="29112" y="12100"/>
                    <a:pt x="30532" y="12100"/>
                    <a:pt x="30532" y="12100"/>
                  </a:cubicBezTo>
                  <a:cubicBezTo>
                    <a:pt x="31242" y="11092"/>
                    <a:pt x="31242" y="11092"/>
                    <a:pt x="31242" y="11092"/>
                  </a:cubicBezTo>
                  <a:cubicBezTo>
                    <a:pt x="31952" y="11092"/>
                    <a:pt x="31242" y="10084"/>
                    <a:pt x="31952" y="11092"/>
                  </a:cubicBezTo>
                  <a:cubicBezTo>
                    <a:pt x="32662" y="11092"/>
                    <a:pt x="31952" y="12100"/>
                    <a:pt x="32662" y="11092"/>
                  </a:cubicBezTo>
                  <a:cubicBezTo>
                    <a:pt x="33372" y="10084"/>
                    <a:pt x="34082" y="8067"/>
                    <a:pt x="34082" y="8067"/>
                  </a:cubicBezTo>
                  <a:cubicBezTo>
                    <a:pt x="34082" y="8067"/>
                    <a:pt x="33372" y="8067"/>
                    <a:pt x="34792" y="8067"/>
                  </a:cubicBezTo>
                  <a:cubicBezTo>
                    <a:pt x="36213" y="8067"/>
                    <a:pt x="36213" y="8067"/>
                    <a:pt x="37633" y="8067"/>
                  </a:cubicBezTo>
                  <a:cubicBezTo>
                    <a:pt x="38343" y="8067"/>
                    <a:pt x="39763" y="7058"/>
                    <a:pt x="39763" y="7058"/>
                  </a:cubicBezTo>
                  <a:cubicBezTo>
                    <a:pt x="40473" y="7058"/>
                    <a:pt x="41183" y="6050"/>
                    <a:pt x="41183" y="6050"/>
                  </a:cubicBezTo>
                  <a:cubicBezTo>
                    <a:pt x="41183" y="5042"/>
                    <a:pt x="38343" y="3025"/>
                    <a:pt x="38343" y="3025"/>
                  </a:cubicBezTo>
                  <a:cubicBezTo>
                    <a:pt x="38343" y="3025"/>
                    <a:pt x="36923" y="2016"/>
                    <a:pt x="39053" y="2016"/>
                  </a:cubicBezTo>
                  <a:cubicBezTo>
                    <a:pt x="41183" y="3025"/>
                    <a:pt x="41893" y="3025"/>
                    <a:pt x="41893" y="3025"/>
                  </a:cubicBezTo>
                  <a:cubicBezTo>
                    <a:pt x="42603" y="3025"/>
                    <a:pt x="42603" y="2016"/>
                    <a:pt x="43313" y="2016"/>
                  </a:cubicBezTo>
                  <a:cubicBezTo>
                    <a:pt x="44023" y="1008"/>
                    <a:pt x="44733" y="0"/>
                    <a:pt x="44733" y="0"/>
                  </a:cubicBezTo>
                  <a:cubicBezTo>
                    <a:pt x="45443" y="0"/>
                    <a:pt x="46863" y="2016"/>
                    <a:pt x="46863" y="2016"/>
                  </a:cubicBezTo>
                  <a:cubicBezTo>
                    <a:pt x="46863" y="4033"/>
                    <a:pt x="46863" y="4033"/>
                    <a:pt x="46863" y="4033"/>
                  </a:cubicBezTo>
                  <a:cubicBezTo>
                    <a:pt x="48994" y="4033"/>
                    <a:pt x="48994" y="4033"/>
                    <a:pt x="48994" y="4033"/>
                  </a:cubicBezTo>
                  <a:cubicBezTo>
                    <a:pt x="48994" y="4033"/>
                    <a:pt x="49704" y="3025"/>
                    <a:pt x="50414" y="4033"/>
                  </a:cubicBezTo>
                  <a:cubicBezTo>
                    <a:pt x="51124" y="4033"/>
                    <a:pt x="52544" y="6050"/>
                    <a:pt x="52544" y="6050"/>
                  </a:cubicBezTo>
                  <a:cubicBezTo>
                    <a:pt x="51834" y="8067"/>
                    <a:pt x="51834" y="8067"/>
                    <a:pt x="51834" y="8067"/>
                  </a:cubicBezTo>
                  <a:cubicBezTo>
                    <a:pt x="48994" y="9075"/>
                    <a:pt x="48994" y="9075"/>
                    <a:pt x="48994" y="9075"/>
                  </a:cubicBezTo>
                  <a:cubicBezTo>
                    <a:pt x="48994" y="9075"/>
                    <a:pt x="48994" y="11092"/>
                    <a:pt x="49704" y="11092"/>
                  </a:cubicBezTo>
                  <a:cubicBezTo>
                    <a:pt x="49704" y="11092"/>
                    <a:pt x="50414" y="12100"/>
                    <a:pt x="51124" y="11092"/>
                  </a:cubicBezTo>
                  <a:cubicBezTo>
                    <a:pt x="51834" y="11092"/>
                    <a:pt x="51834" y="10084"/>
                    <a:pt x="51834" y="10084"/>
                  </a:cubicBezTo>
                  <a:cubicBezTo>
                    <a:pt x="51834" y="10084"/>
                    <a:pt x="53964" y="10084"/>
                    <a:pt x="53964" y="11092"/>
                  </a:cubicBezTo>
                  <a:cubicBezTo>
                    <a:pt x="53964" y="11092"/>
                    <a:pt x="55384" y="12100"/>
                    <a:pt x="55384" y="12100"/>
                  </a:cubicBezTo>
                  <a:cubicBezTo>
                    <a:pt x="56094" y="11092"/>
                    <a:pt x="56804" y="11092"/>
                    <a:pt x="57514" y="11092"/>
                  </a:cubicBezTo>
                  <a:cubicBezTo>
                    <a:pt x="57514" y="11092"/>
                    <a:pt x="58224" y="12100"/>
                    <a:pt x="58934" y="12100"/>
                  </a:cubicBezTo>
                  <a:cubicBezTo>
                    <a:pt x="59644" y="12100"/>
                    <a:pt x="60355" y="10084"/>
                    <a:pt x="60355" y="10084"/>
                  </a:cubicBezTo>
                  <a:cubicBezTo>
                    <a:pt x="60355" y="10084"/>
                    <a:pt x="61065" y="10084"/>
                    <a:pt x="61065" y="11092"/>
                  </a:cubicBezTo>
                  <a:cubicBezTo>
                    <a:pt x="61775" y="11092"/>
                    <a:pt x="61065" y="11092"/>
                    <a:pt x="61775" y="12100"/>
                  </a:cubicBezTo>
                  <a:cubicBezTo>
                    <a:pt x="61775" y="13109"/>
                    <a:pt x="61775" y="13109"/>
                    <a:pt x="62485" y="13109"/>
                  </a:cubicBezTo>
                  <a:cubicBezTo>
                    <a:pt x="63195" y="14117"/>
                    <a:pt x="64615" y="14117"/>
                    <a:pt x="64615" y="15126"/>
                  </a:cubicBezTo>
                  <a:cubicBezTo>
                    <a:pt x="64615" y="15126"/>
                    <a:pt x="65325" y="17142"/>
                    <a:pt x="66035" y="17142"/>
                  </a:cubicBezTo>
                  <a:cubicBezTo>
                    <a:pt x="66745" y="16134"/>
                    <a:pt x="66745" y="16134"/>
                    <a:pt x="67455" y="16134"/>
                  </a:cubicBezTo>
                  <a:cubicBezTo>
                    <a:pt x="68165" y="17142"/>
                    <a:pt x="69585" y="16134"/>
                    <a:pt x="69585" y="17142"/>
                  </a:cubicBezTo>
                  <a:cubicBezTo>
                    <a:pt x="68875" y="18151"/>
                    <a:pt x="68875" y="19159"/>
                    <a:pt x="68875" y="20168"/>
                  </a:cubicBezTo>
                  <a:cubicBezTo>
                    <a:pt x="68875" y="20168"/>
                    <a:pt x="68165" y="21176"/>
                    <a:pt x="67455" y="21176"/>
                  </a:cubicBezTo>
                  <a:cubicBezTo>
                    <a:pt x="66745" y="21176"/>
                    <a:pt x="66035" y="22184"/>
                    <a:pt x="66035" y="22184"/>
                  </a:cubicBezTo>
                  <a:cubicBezTo>
                    <a:pt x="66035" y="23193"/>
                    <a:pt x="65325" y="24201"/>
                    <a:pt x="65325" y="25210"/>
                  </a:cubicBezTo>
                  <a:cubicBezTo>
                    <a:pt x="64615" y="26218"/>
                    <a:pt x="64615" y="27226"/>
                    <a:pt x="64615" y="27226"/>
                  </a:cubicBezTo>
                  <a:cubicBezTo>
                    <a:pt x="63905" y="28235"/>
                    <a:pt x="63905" y="28235"/>
                    <a:pt x="63905" y="28235"/>
                  </a:cubicBezTo>
                  <a:cubicBezTo>
                    <a:pt x="63905" y="29243"/>
                    <a:pt x="66035" y="33277"/>
                    <a:pt x="66035" y="33277"/>
                  </a:cubicBezTo>
                  <a:cubicBezTo>
                    <a:pt x="67455" y="34285"/>
                    <a:pt x="67455" y="34285"/>
                    <a:pt x="67455" y="34285"/>
                  </a:cubicBezTo>
                  <a:cubicBezTo>
                    <a:pt x="68165" y="36302"/>
                    <a:pt x="68165" y="36302"/>
                    <a:pt x="68165" y="36302"/>
                  </a:cubicBezTo>
                  <a:cubicBezTo>
                    <a:pt x="72426" y="40336"/>
                    <a:pt x="72426" y="40336"/>
                    <a:pt x="72426" y="40336"/>
                  </a:cubicBezTo>
                  <a:cubicBezTo>
                    <a:pt x="72426" y="40336"/>
                    <a:pt x="73846" y="41344"/>
                    <a:pt x="75266" y="41344"/>
                  </a:cubicBezTo>
                  <a:cubicBezTo>
                    <a:pt x="76686" y="42352"/>
                    <a:pt x="78106" y="42352"/>
                    <a:pt x="78106" y="42352"/>
                  </a:cubicBezTo>
                  <a:cubicBezTo>
                    <a:pt x="80236" y="45378"/>
                    <a:pt x="80236" y="45378"/>
                    <a:pt x="80236" y="45378"/>
                  </a:cubicBezTo>
                  <a:cubicBezTo>
                    <a:pt x="80236" y="45378"/>
                    <a:pt x="81656" y="45378"/>
                    <a:pt x="82366" y="45378"/>
                  </a:cubicBezTo>
                  <a:cubicBezTo>
                    <a:pt x="82366" y="46386"/>
                    <a:pt x="84497" y="46386"/>
                    <a:pt x="84497" y="46386"/>
                  </a:cubicBezTo>
                  <a:cubicBezTo>
                    <a:pt x="85917" y="46386"/>
                    <a:pt x="85917" y="46386"/>
                    <a:pt x="85917" y="46386"/>
                  </a:cubicBezTo>
                  <a:cubicBezTo>
                    <a:pt x="85917" y="46386"/>
                    <a:pt x="86627" y="45378"/>
                    <a:pt x="87337" y="47394"/>
                  </a:cubicBezTo>
                  <a:cubicBezTo>
                    <a:pt x="87337" y="48403"/>
                    <a:pt x="88047" y="50420"/>
                    <a:pt x="88047" y="50420"/>
                  </a:cubicBezTo>
                  <a:cubicBezTo>
                    <a:pt x="88047" y="50420"/>
                    <a:pt x="88047" y="51428"/>
                    <a:pt x="88047" y="52436"/>
                  </a:cubicBezTo>
                  <a:cubicBezTo>
                    <a:pt x="87337" y="52436"/>
                    <a:pt x="87337" y="52436"/>
                    <a:pt x="87337" y="53445"/>
                  </a:cubicBezTo>
                  <a:cubicBezTo>
                    <a:pt x="87337" y="53445"/>
                    <a:pt x="87337" y="57478"/>
                    <a:pt x="87337" y="57478"/>
                  </a:cubicBezTo>
                  <a:cubicBezTo>
                    <a:pt x="87337" y="57478"/>
                    <a:pt x="87337" y="58487"/>
                    <a:pt x="86627" y="58487"/>
                  </a:cubicBezTo>
                  <a:cubicBezTo>
                    <a:pt x="85207" y="59495"/>
                    <a:pt x="85207" y="59495"/>
                    <a:pt x="84497" y="59495"/>
                  </a:cubicBezTo>
                  <a:cubicBezTo>
                    <a:pt x="83076" y="59495"/>
                    <a:pt x="80946" y="60504"/>
                    <a:pt x="80236" y="61512"/>
                  </a:cubicBezTo>
                  <a:cubicBezTo>
                    <a:pt x="80236" y="61512"/>
                    <a:pt x="78816" y="61512"/>
                    <a:pt x="78816" y="61512"/>
                  </a:cubicBezTo>
                  <a:cubicBezTo>
                    <a:pt x="78816" y="62521"/>
                    <a:pt x="78106" y="64537"/>
                    <a:pt x="78106" y="64537"/>
                  </a:cubicBezTo>
                  <a:cubicBezTo>
                    <a:pt x="78106" y="64537"/>
                    <a:pt x="78106" y="66554"/>
                    <a:pt x="79526" y="66554"/>
                  </a:cubicBezTo>
                  <a:cubicBezTo>
                    <a:pt x="81656" y="66554"/>
                    <a:pt x="81656" y="66554"/>
                    <a:pt x="82366" y="66554"/>
                  </a:cubicBezTo>
                  <a:cubicBezTo>
                    <a:pt x="83076" y="66554"/>
                    <a:pt x="83076" y="65546"/>
                    <a:pt x="84497" y="66554"/>
                  </a:cubicBezTo>
                  <a:cubicBezTo>
                    <a:pt x="85207" y="66554"/>
                    <a:pt x="85917" y="68571"/>
                    <a:pt x="85917" y="68571"/>
                  </a:cubicBezTo>
                  <a:cubicBezTo>
                    <a:pt x="87337" y="70588"/>
                    <a:pt x="87337" y="70588"/>
                    <a:pt x="87337" y="70588"/>
                  </a:cubicBezTo>
                  <a:cubicBezTo>
                    <a:pt x="88757" y="71596"/>
                    <a:pt x="88757" y="71596"/>
                    <a:pt x="88757" y="71596"/>
                  </a:cubicBezTo>
                  <a:cubicBezTo>
                    <a:pt x="93017" y="71596"/>
                    <a:pt x="93017" y="71596"/>
                    <a:pt x="93017" y="71596"/>
                  </a:cubicBezTo>
                  <a:cubicBezTo>
                    <a:pt x="95857" y="75630"/>
                    <a:pt x="95857" y="75630"/>
                    <a:pt x="95857" y="75630"/>
                  </a:cubicBezTo>
                  <a:cubicBezTo>
                    <a:pt x="99408" y="76638"/>
                    <a:pt x="99408" y="76638"/>
                    <a:pt x="99408" y="76638"/>
                  </a:cubicBezTo>
                  <a:cubicBezTo>
                    <a:pt x="99408" y="76638"/>
                    <a:pt x="99408" y="79663"/>
                    <a:pt x="100118" y="79663"/>
                  </a:cubicBezTo>
                  <a:cubicBezTo>
                    <a:pt x="101538" y="79663"/>
                    <a:pt x="102248" y="78655"/>
                    <a:pt x="102248" y="78655"/>
                  </a:cubicBezTo>
                  <a:cubicBezTo>
                    <a:pt x="102248" y="78655"/>
                    <a:pt x="103668" y="76638"/>
                    <a:pt x="104378" y="76638"/>
                  </a:cubicBezTo>
                  <a:cubicBezTo>
                    <a:pt x="105798" y="75630"/>
                    <a:pt x="105088" y="74621"/>
                    <a:pt x="106508" y="75630"/>
                  </a:cubicBezTo>
                  <a:cubicBezTo>
                    <a:pt x="107928" y="77647"/>
                    <a:pt x="110769" y="75630"/>
                    <a:pt x="110769" y="75630"/>
                  </a:cubicBezTo>
                  <a:cubicBezTo>
                    <a:pt x="112189" y="75630"/>
                    <a:pt x="112189" y="75630"/>
                    <a:pt x="112189" y="75630"/>
                  </a:cubicBezTo>
                  <a:cubicBezTo>
                    <a:pt x="112189" y="78655"/>
                    <a:pt x="112189" y="78655"/>
                    <a:pt x="112189" y="78655"/>
                  </a:cubicBezTo>
                  <a:cubicBezTo>
                    <a:pt x="112189" y="81680"/>
                    <a:pt x="112189" y="81680"/>
                    <a:pt x="112189" y="81680"/>
                  </a:cubicBezTo>
                  <a:cubicBezTo>
                    <a:pt x="110059" y="83697"/>
                    <a:pt x="110059" y="83697"/>
                    <a:pt x="110059" y="83697"/>
                  </a:cubicBezTo>
                  <a:cubicBezTo>
                    <a:pt x="109349" y="84705"/>
                    <a:pt x="109349" y="84705"/>
                    <a:pt x="109349" y="84705"/>
                  </a:cubicBezTo>
                  <a:cubicBezTo>
                    <a:pt x="109349" y="84705"/>
                    <a:pt x="109349" y="85714"/>
                    <a:pt x="109349" y="86722"/>
                  </a:cubicBezTo>
                  <a:cubicBezTo>
                    <a:pt x="110059" y="86722"/>
                    <a:pt x="110769" y="87731"/>
                    <a:pt x="110769" y="87731"/>
                  </a:cubicBezTo>
                  <a:cubicBezTo>
                    <a:pt x="113609" y="88739"/>
                    <a:pt x="113609" y="88739"/>
                    <a:pt x="113609" y="88739"/>
                  </a:cubicBezTo>
                  <a:cubicBezTo>
                    <a:pt x="115739" y="90756"/>
                    <a:pt x="115739" y="90756"/>
                    <a:pt x="115739" y="90756"/>
                  </a:cubicBezTo>
                  <a:cubicBezTo>
                    <a:pt x="115739" y="90756"/>
                    <a:pt x="115739" y="93781"/>
                    <a:pt x="116449" y="93781"/>
                  </a:cubicBezTo>
                  <a:cubicBezTo>
                    <a:pt x="117159" y="93781"/>
                    <a:pt x="118579" y="94789"/>
                    <a:pt x="118579" y="94789"/>
                  </a:cubicBezTo>
                  <a:cubicBezTo>
                    <a:pt x="118579" y="94789"/>
                    <a:pt x="115739" y="97815"/>
                    <a:pt x="115029" y="97815"/>
                  </a:cubicBezTo>
                  <a:cubicBezTo>
                    <a:pt x="114319" y="97815"/>
                    <a:pt x="112189" y="96806"/>
                    <a:pt x="112189" y="96806"/>
                  </a:cubicBezTo>
                  <a:cubicBezTo>
                    <a:pt x="112899" y="100840"/>
                    <a:pt x="112899" y="100840"/>
                    <a:pt x="112899" y="100840"/>
                  </a:cubicBezTo>
                  <a:cubicBezTo>
                    <a:pt x="115739" y="100840"/>
                    <a:pt x="115739" y="100840"/>
                    <a:pt x="115739" y="100840"/>
                  </a:cubicBezTo>
                  <a:cubicBezTo>
                    <a:pt x="115739" y="100840"/>
                    <a:pt x="115739" y="100840"/>
                    <a:pt x="116449" y="101848"/>
                  </a:cubicBezTo>
                  <a:cubicBezTo>
                    <a:pt x="116449" y="102857"/>
                    <a:pt x="117159" y="103865"/>
                    <a:pt x="117159" y="103865"/>
                  </a:cubicBezTo>
                  <a:cubicBezTo>
                    <a:pt x="117159" y="103865"/>
                    <a:pt x="120000" y="102857"/>
                    <a:pt x="120000" y="106890"/>
                  </a:cubicBezTo>
                  <a:cubicBezTo>
                    <a:pt x="119289" y="107899"/>
                    <a:pt x="118579" y="110924"/>
                    <a:pt x="118579" y="111932"/>
                  </a:cubicBezTo>
                  <a:cubicBezTo>
                    <a:pt x="119289" y="111932"/>
                    <a:pt x="119289" y="112941"/>
                    <a:pt x="119289" y="112941"/>
                  </a:cubicBezTo>
                  <a:cubicBezTo>
                    <a:pt x="117869" y="114957"/>
                    <a:pt x="117869" y="114957"/>
                    <a:pt x="117869" y="114957"/>
                  </a:cubicBezTo>
                  <a:cubicBezTo>
                    <a:pt x="115029" y="114957"/>
                    <a:pt x="115029" y="114957"/>
                    <a:pt x="115029" y="114957"/>
                  </a:cubicBezTo>
                  <a:cubicBezTo>
                    <a:pt x="112189" y="116974"/>
                    <a:pt x="112189" y="116974"/>
                    <a:pt x="112189" y="116974"/>
                  </a:cubicBezTo>
                  <a:cubicBezTo>
                    <a:pt x="110769" y="118991"/>
                    <a:pt x="110769" y="118991"/>
                    <a:pt x="110769" y="118991"/>
                  </a:cubicBezTo>
                  <a:cubicBezTo>
                    <a:pt x="109349" y="120000"/>
                    <a:pt x="109349" y="120000"/>
                    <a:pt x="109349" y="120000"/>
                  </a:cubicBezTo>
                  <a:cubicBezTo>
                    <a:pt x="107218" y="115966"/>
                    <a:pt x="107218" y="115966"/>
                    <a:pt x="107218" y="115966"/>
                  </a:cubicBezTo>
                  <a:cubicBezTo>
                    <a:pt x="102958" y="110924"/>
                    <a:pt x="102958" y="110924"/>
                    <a:pt x="102958" y="110924"/>
                  </a:cubicBezTo>
                  <a:cubicBezTo>
                    <a:pt x="100828" y="107899"/>
                    <a:pt x="100828" y="107899"/>
                    <a:pt x="100828" y="107899"/>
                  </a:cubicBezTo>
                  <a:cubicBezTo>
                    <a:pt x="99408" y="103865"/>
                    <a:pt x="99408" y="103865"/>
                    <a:pt x="99408" y="103865"/>
                  </a:cubicBezTo>
                  <a:cubicBezTo>
                    <a:pt x="99408" y="100840"/>
                    <a:pt x="99408" y="100840"/>
                    <a:pt x="99408" y="100840"/>
                  </a:cubicBezTo>
                  <a:cubicBezTo>
                    <a:pt x="97988" y="98823"/>
                    <a:pt x="97988" y="98823"/>
                    <a:pt x="97988" y="98823"/>
                  </a:cubicBezTo>
                  <a:cubicBezTo>
                    <a:pt x="97988" y="98823"/>
                    <a:pt x="97278" y="98823"/>
                    <a:pt x="95857" y="98823"/>
                  </a:cubicBezTo>
                  <a:cubicBezTo>
                    <a:pt x="95147" y="98823"/>
                    <a:pt x="93017" y="97815"/>
                    <a:pt x="93017" y="97815"/>
                  </a:cubicBezTo>
                  <a:cubicBezTo>
                    <a:pt x="91597" y="97815"/>
                    <a:pt x="91597" y="97815"/>
                    <a:pt x="91597" y="97815"/>
                  </a:cubicBezTo>
                  <a:cubicBezTo>
                    <a:pt x="91597" y="92773"/>
                    <a:pt x="91597" y="92773"/>
                    <a:pt x="91597" y="92773"/>
                  </a:cubicBezTo>
                  <a:cubicBezTo>
                    <a:pt x="91597" y="92773"/>
                    <a:pt x="90887" y="88739"/>
                    <a:pt x="90177" y="88739"/>
                  </a:cubicBezTo>
                  <a:cubicBezTo>
                    <a:pt x="90177" y="87731"/>
                    <a:pt x="89467" y="85714"/>
                    <a:pt x="89467" y="85714"/>
                  </a:cubicBezTo>
                  <a:cubicBezTo>
                    <a:pt x="89467" y="85714"/>
                    <a:pt x="87337" y="86722"/>
                    <a:pt x="85917" y="86722"/>
                  </a:cubicBezTo>
                  <a:cubicBezTo>
                    <a:pt x="85207" y="87731"/>
                    <a:pt x="83786" y="88739"/>
                    <a:pt x="83076" y="89747"/>
                  </a:cubicBezTo>
                  <a:cubicBezTo>
                    <a:pt x="82366" y="90756"/>
                    <a:pt x="80946" y="91764"/>
                    <a:pt x="80946" y="91764"/>
                  </a:cubicBezTo>
                  <a:cubicBezTo>
                    <a:pt x="77396" y="93781"/>
                    <a:pt x="77396" y="93781"/>
                    <a:pt x="77396" y="93781"/>
                  </a:cubicBezTo>
                  <a:cubicBezTo>
                    <a:pt x="75266" y="91764"/>
                    <a:pt x="75266" y="91764"/>
                    <a:pt x="75266" y="91764"/>
                  </a:cubicBezTo>
                  <a:cubicBezTo>
                    <a:pt x="71715" y="90756"/>
                    <a:pt x="71715" y="90756"/>
                    <a:pt x="71715" y="90756"/>
                  </a:cubicBezTo>
                  <a:cubicBezTo>
                    <a:pt x="70295" y="94789"/>
                    <a:pt x="70295" y="94789"/>
                    <a:pt x="70295" y="94789"/>
                  </a:cubicBezTo>
                  <a:cubicBezTo>
                    <a:pt x="70295" y="94789"/>
                    <a:pt x="69585" y="92773"/>
                    <a:pt x="68875" y="91764"/>
                  </a:cubicBezTo>
                  <a:cubicBezTo>
                    <a:pt x="68875" y="89747"/>
                    <a:pt x="68165" y="86722"/>
                    <a:pt x="68165" y="86722"/>
                  </a:cubicBezTo>
                  <a:cubicBezTo>
                    <a:pt x="68165" y="86722"/>
                    <a:pt x="67455" y="85714"/>
                    <a:pt x="66745" y="85714"/>
                  </a:cubicBezTo>
                  <a:cubicBezTo>
                    <a:pt x="66035" y="85714"/>
                    <a:pt x="64615" y="84705"/>
                    <a:pt x="64615" y="84705"/>
                  </a:cubicBezTo>
                  <a:cubicBezTo>
                    <a:pt x="62485" y="84705"/>
                    <a:pt x="62485" y="84705"/>
                    <a:pt x="62485" y="84705"/>
                  </a:cubicBezTo>
                  <a:cubicBezTo>
                    <a:pt x="60355" y="88739"/>
                    <a:pt x="60355" y="88739"/>
                    <a:pt x="60355" y="88739"/>
                  </a:cubicBezTo>
                  <a:cubicBezTo>
                    <a:pt x="56804" y="90756"/>
                    <a:pt x="56804" y="90756"/>
                    <a:pt x="56804" y="90756"/>
                  </a:cubicBezTo>
                  <a:cubicBezTo>
                    <a:pt x="53964" y="88739"/>
                    <a:pt x="53964" y="88739"/>
                    <a:pt x="53964" y="88739"/>
                  </a:cubicBezTo>
                  <a:cubicBezTo>
                    <a:pt x="53964" y="88739"/>
                    <a:pt x="53254" y="86722"/>
                    <a:pt x="52544" y="87731"/>
                  </a:cubicBezTo>
                  <a:cubicBezTo>
                    <a:pt x="51834" y="87731"/>
                    <a:pt x="49704" y="86722"/>
                    <a:pt x="49704" y="86722"/>
                  </a:cubicBezTo>
                  <a:cubicBezTo>
                    <a:pt x="49704" y="86722"/>
                    <a:pt x="48994" y="85714"/>
                    <a:pt x="48994" y="84705"/>
                  </a:cubicBezTo>
                  <a:cubicBezTo>
                    <a:pt x="48994" y="83697"/>
                    <a:pt x="46863" y="81680"/>
                    <a:pt x="46863" y="81680"/>
                  </a:cubicBezTo>
                  <a:cubicBezTo>
                    <a:pt x="46863" y="81680"/>
                    <a:pt x="44023" y="79663"/>
                    <a:pt x="43313" y="79663"/>
                  </a:cubicBezTo>
                  <a:cubicBezTo>
                    <a:pt x="42603" y="80672"/>
                    <a:pt x="40473" y="80672"/>
                    <a:pt x="39763" y="80672"/>
                  </a:cubicBezTo>
                  <a:cubicBezTo>
                    <a:pt x="38343" y="80672"/>
                    <a:pt x="34792" y="79663"/>
                    <a:pt x="34792" y="79663"/>
                  </a:cubicBezTo>
                  <a:cubicBezTo>
                    <a:pt x="31952" y="82689"/>
                    <a:pt x="31952" y="82689"/>
                    <a:pt x="31952" y="82689"/>
                  </a:cubicBezTo>
                  <a:cubicBezTo>
                    <a:pt x="31952" y="82689"/>
                    <a:pt x="30532" y="82689"/>
                    <a:pt x="29112" y="83697"/>
                  </a:cubicBezTo>
                  <a:cubicBezTo>
                    <a:pt x="28402" y="83697"/>
                    <a:pt x="26982" y="84705"/>
                    <a:pt x="26982" y="84705"/>
                  </a:cubicBezTo>
                  <a:cubicBezTo>
                    <a:pt x="26982" y="84705"/>
                    <a:pt x="24142" y="83697"/>
                    <a:pt x="23431" y="83697"/>
                  </a:cubicBezTo>
                  <a:cubicBezTo>
                    <a:pt x="22721" y="83697"/>
                    <a:pt x="22721" y="83697"/>
                    <a:pt x="21301" y="83697"/>
                  </a:cubicBezTo>
                  <a:cubicBezTo>
                    <a:pt x="19881" y="83697"/>
                    <a:pt x="16331" y="83697"/>
                    <a:pt x="16331" y="83697"/>
                  </a:cubicBezTo>
                  <a:cubicBezTo>
                    <a:pt x="18461" y="80672"/>
                    <a:pt x="18461" y="80672"/>
                    <a:pt x="18461" y="80672"/>
                  </a:cubicBezTo>
                  <a:cubicBezTo>
                    <a:pt x="18461" y="80672"/>
                    <a:pt x="19171" y="78655"/>
                    <a:pt x="18461" y="77647"/>
                  </a:cubicBezTo>
                  <a:cubicBezTo>
                    <a:pt x="17751" y="76638"/>
                    <a:pt x="17751" y="75630"/>
                    <a:pt x="17041" y="75630"/>
                  </a:cubicBezTo>
                  <a:cubicBezTo>
                    <a:pt x="16331" y="74621"/>
                    <a:pt x="14201" y="72605"/>
                    <a:pt x="14201" y="72605"/>
                  </a:cubicBezTo>
                  <a:cubicBezTo>
                    <a:pt x="14201" y="72605"/>
                    <a:pt x="14201" y="72605"/>
                    <a:pt x="14201" y="71596"/>
                  </a:cubicBezTo>
                  <a:cubicBezTo>
                    <a:pt x="13491" y="70588"/>
                    <a:pt x="12781" y="67563"/>
                    <a:pt x="12781" y="67563"/>
                  </a:cubicBezTo>
                  <a:cubicBezTo>
                    <a:pt x="12071" y="65546"/>
                    <a:pt x="12071" y="65546"/>
                    <a:pt x="12071" y="65546"/>
                  </a:cubicBezTo>
                  <a:cubicBezTo>
                    <a:pt x="12071" y="65546"/>
                    <a:pt x="9940" y="63529"/>
                    <a:pt x="10650" y="61512"/>
                  </a:cubicBezTo>
                  <a:cubicBezTo>
                    <a:pt x="11360" y="59495"/>
                    <a:pt x="12781" y="54453"/>
                    <a:pt x="12781" y="54453"/>
                  </a:cubicBezTo>
                  <a:cubicBezTo>
                    <a:pt x="13491" y="49411"/>
                    <a:pt x="13491" y="49411"/>
                    <a:pt x="13491" y="49411"/>
                  </a:cubicBezTo>
                  <a:cubicBezTo>
                    <a:pt x="12781" y="46386"/>
                    <a:pt x="12781" y="46386"/>
                    <a:pt x="12781" y="46386"/>
                  </a:cubicBezTo>
                  <a:cubicBezTo>
                    <a:pt x="11360" y="43361"/>
                    <a:pt x="11360" y="43361"/>
                    <a:pt x="11360" y="43361"/>
                  </a:cubicBezTo>
                  <a:cubicBezTo>
                    <a:pt x="11360" y="43361"/>
                    <a:pt x="10650" y="43361"/>
                    <a:pt x="9940" y="41344"/>
                  </a:cubicBezTo>
                  <a:cubicBezTo>
                    <a:pt x="9940" y="38319"/>
                    <a:pt x="9940" y="38319"/>
                    <a:pt x="9230" y="37310"/>
                  </a:cubicBezTo>
                  <a:cubicBezTo>
                    <a:pt x="8520" y="35294"/>
                    <a:pt x="5680" y="34285"/>
                    <a:pt x="5680" y="34285"/>
                  </a:cubicBezTo>
                  <a:cubicBezTo>
                    <a:pt x="2130" y="34285"/>
                    <a:pt x="2130" y="34285"/>
                    <a:pt x="2130" y="34285"/>
                  </a:cubicBezTo>
                  <a:lnTo>
                    <a:pt x="1420" y="33277"/>
                  </a:lnTo>
                  <a:close/>
                </a:path>
              </a:pathLst>
            </a:custGeom>
            <a:solidFill>
              <a:srgbClr val="0D122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3" name="Shape 2030">
              <a:extLst>
                <a:ext uri="{FF2B5EF4-FFF2-40B4-BE49-F238E27FC236}">
                  <a16:creationId xmlns:a16="http://schemas.microsoft.com/office/drawing/2014/main" id="{49613D48-E377-4AA1-892F-307533DD0955}"/>
                </a:ext>
              </a:extLst>
            </p:cNvPr>
            <p:cNvSpPr/>
            <p:nvPr/>
          </p:nvSpPr>
          <p:spPr>
            <a:xfrm>
              <a:off x="5550394" y="2957025"/>
              <a:ext cx="547516" cy="376093"/>
            </a:xfrm>
            <a:custGeom>
              <a:avLst/>
              <a:gdLst/>
              <a:ahLst/>
              <a:cxnLst/>
              <a:rect l="0" t="0" r="0" b="0"/>
              <a:pathLst>
                <a:path w="120000" h="120000" extrusionOk="0">
                  <a:moveTo>
                    <a:pt x="14000" y="43058"/>
                  </a:moveTo>
                  <a:cubicBezTo>
                    <a:pt x="14000" y="43058"/>
                    <a:pt x="14000" y="43058"/>
                    <a:pt x="14000" y="43058"/>
                  </a:cubicBezTo>
                  <a:cubicBezTo>
                    <a:pt x="14000" y="43058"/>
                    <a:pt x="14000" y="43058"/>
                    <a:pt x="14000" y="43058"/>
                  </a:cubicBezTo>
                  <a:cubicBezTo>
                    <a:pt x="14000" y="42352"/>
                    <a:pt x="14000" y="42352"/>
                    <a:pt x="14000" y="42352"/>
                  </a:cubicBezTo>
                  <a:cubicBezTo>
                    <a:pt x="14000" y="40941"/>
                    <a:pt x="14000" y="40941"/>
                    <a:pt x="14000" y="40941"/>
                  </a:cubicBezTo>
                  <a:cubicBezTo>
                    <a:pt x="15500" y="38117"/>
                    <a:pt x="15500" y="38117"/>
                    <a:pt x="15500" y="38117"/>
                  </a:cubicBezTo>
                  <a:cubicBezTo>
                    <a:pt x="15500" y="34588"/>
                    <a:pt x="15500" y="34588"/>
                    <a:pt x="15500" y="34588"/>
                  </a:cubicBezTo>
                  <a:cubicBezTo>
                    <a:pt x="19500" y="35294"/>
                    <a:pt x="19500" y="35294"/>
                    <a:pt x="19500" y="35294"/>
                  </a:cubicBezTo>
                  <a:cubicBezTo>
                    <a:pt x="22000" y="38823"/>
                    <a:pt x="22000" y="38823"/>
                    <a:pt x="22000" y="38823"/>
                  </a:cubicBezTo>
                  <a:cubicBezTo>
                    <a:pt x="25500" y="41647"/>
                    <a:pt x="25500" y="41647"/>
                    <a:pt x="25500" y="41647"/>
                  </a:cubicBezTo>
                  <a:cubicBezTo>
                    <a:pt x="27500" y="43058"/>
                    <a:pt x="27500" y="43058"/>
                    <a:pt x="27500" y="43058"/>
                  </a:cubicBezTo>
                  <a:cubicBezTo>
                    <a:pt x="32000" y="41647"/>
                    <a:pt x="32000" y="41647"/>
                    <a:pt x="32000" y="41647"/>
                  </a:cubicBezTo>
                  <a:cubicBezTo>
                    <a:pt x="40500" y="40941"/>
                    <a:pt x="40500" y="40941"/>
                    <a:pt x="40500" y="40941"/>
                  </a:cubicBezTo>
                  <a:cubicBezTo>
                    <a:pt x="40500" y="40941"/>
                    <a:pt x="45000" y="40235"/>
                    <a:pt x="45500" y="39529"/>
                  </a:cubicBezTo>
                  <a:cubicBezTo>
                    <a:pt x="46000" y="38823"/>
                    <a:pt x="49000" y="38117"/>
                    <a:pt x="48000" y="36705"/>
                  </a:cubicBezTo>
                  <a:cubicBezTo>
                    <a:pt x="47000" y="36000"/>
                    <a:pt x="45000" y="33882"/>
                    <a:pt x="45000" y="33882"/>
                  </a:cubicBezTo>
                  <a:cubicBezTo>
                    <a:pt x="45000" y="32470"/>
                    <a:pt x="45000" y="32470"/>
                    <a:pt x="45000" y="32470"/>
                  </a:cubicBezTo>
                  <a:cubicBezTo>
                    <a:pt x="47500" y="28941"/>
                    <a:pt x="47500" y="28941"/>
                    <a:pt x="47500" y="28941"/>
                  </a:cubicBezTo>
                  <a:cubicBezTo>
                    <a:pt x="52000" y="26823"/>
                    <a:pt x="52000" y="26823"/>
                    <a:pt x="52000" y="26823"/>
                  </a:cubicBezTo>
                  <a:cubicBezTo>
                    <a:pt x="55500" y="26117"/>
                    <a:pt x="55500" y="26117"/>
                    <a:pt x="55500" y="26117"/>
                  </a:cubicBezTo>
                  <a:cubicBezTo>
                    <a:pt x="57500" y="25411"/>
                    <a:pt x="57500" y="25411"/>
                    <a:pt x="57500" y="25411"/>
                  </a:cubicBezTo>
                  <a:cubicBezTo>
                    <a:pt x="58500" y="21176"/>
                    <a:pt x="58500" y="21176"/>
                    <a:pt x="58500" y="21176"/>
                  </a:cubicBezTo>
                  <a:cubicBezTo>
                    <a:pt x="61500" y="20470"/>
                    <a:pt x="61500" y="20470"/>
                    <a:pt x="61500" y="20470"/>
                  </a:cubicBezTo>
                  <a:cubicBezTo>
                    <a:pt x="63500" y="21176"/>
                    <a:pt x="63500" y="21176"/>
                    <a:pt x="63500" y="21176"/>
                  </a:cubicBezTo>
                  <a:cubicBezTo>
                    <a:pt x="66500" y="21176"/>
                    <a:pt x="66500" y="21176"/>
                    <a:pt x="66500" y="21176"/>
                  </a:cubicBezTo>
                  <a:cubicBezTo>
                    <a:pt x="68000" y="18352"/>
                    <a:pt x="68000" y="18352"/>
                    <a:pt x="68000" y="18352"/>
                  </a:cubicBezTo>
                  <a:cubicBezTo>
                    <a:pt x="69500" y="16941"/>
                    <a:pt x="69500" y="16941"/>
                    <a:pt x="69500" y="16941"/>
                  </a:cubicBezTo>
                  <a:cubicBezTo>
                    <a:pt x="71500" y="15529"/>
                    <a:pt x="71500" y="15529"/>
                    <a:pt x="71500" y="15529"/>
                  </a:cubicBezTo>
                  <a:cubicBezTo>
                    <a:pt x="73000" y="11294"/>
                    <a:pt x="73000" y="11294"/>
                    <a:pt x="73000" y="11294"/>
                  </a:cubicBezTo>
                  <a:cubicBezTo>
                    <a:pt x="74000" y="6352"/>
                    <a:pt x="74000" y="6352"/>
                    <a:pt x="74000" y="6352"/>
                  </a:cubicBezTo>
                  <a:cubicBezTo>
                    <a:pt x="74500" y="4235"/>
                    <a:pt x="74500" y="4235"/>
                    <a:pt x="74500" y="4235"/>
                  </a:cubicBezTo>
                  <a:cubicBezTo>
                    <a:pt x="81500" y="1411"/>
                    <a:pt x="81500" y="1411"/>
                    <a:pt x="81500" y="1411"/>
                  </a:cubicBezTo>
                  <a:cubicBezTo>
                    <a:pt x="84000" y="3529"/>
                    <a:pt x="84000" y="3529"/>
                    <a:pt x="84000" y="3529"/>
                  </a:cubicBezTo>
                  <a:cubicBezTo>
                    <a:pt x="87500" y="2823"/>
                    <a:pt x="87500" y="2823"/>
                    <a:pt x="87500" y="2823"/>
                  </a:cubicBezTo>
                  <a:cubicBezTo>
                    <a:pt x="90000" y="0"/>
                    <a:pt x="90000" y="0"/>
                    <a:pt x="90000" y="0"/>
                  </a:cubicBezTo>
                  <a:cubicBezTo>
                    <a:pt x="93000" y="705"/>
                    <a:pt x="93000" y="705"/>
                    <a:pt x="93000" y="705"/>
                  </a:cubicBezTo>
                  <a:cubicBezTo>
                    <a:pt x="97000" y="6352"/>
                    <a:pt x="97000" y="6352"/>
                    <a:pt x="97000" y="6352"/>
                  </a:cubicBezTo>
                  <a:cubicBezTo>
                    <a:pt x="101000" y="6352"/>
                    <a:pt x="101000" y="6352"/>
                    <a:pt x="101000" y="6352"/>
                  </a:cubicBezTo>
                  <a:cubicBezTo>
                    <a:pt x="103500" y="4235"/>
                    <a:pt x="103500" y="4235"/>
                    <a:pt x="103500" y="4235"/>
                  </a:cubicBezTo>
                  <a:cubicBezTo>
                    <a:pt x="106000" y="2823"/>
                    <a:pt x="106000" y="2823"/>
                    <a:pt x="106000" y="2823"/>
                  </a:cubicBezTo>
                  <a:cubicBezTo>
                    <a:pt x="107500" y="4941"/>
                    <a:pt x="107500" y="4941"/>
                    <a:pt x="107500" y="4941"/>
                  </a:cubicBezTo>
                  <a:cubicBezTo>
                    <a:pt x="109000" y="7764"/>
                    <a:pt x="109000" y="7764"/>
                    <a:pt x="109000" y="7764"/>
                  </a:cubicBezTo>
                  <a:cubicBezTo>
                    <a:pt x="111500" y="7058"/>
                    <a:pt x="111500" y="7058"/>
                    <a:pt x="111500" y="7058"/>
                  </a:cubicBezTo>
                  <a:cubicBezTo>
                    <a:pt x="113000" y="9882"/>
                    <a:pt x="113000" y="9882"/>
                    <a:pt x="113000" y="9882"/>
                  </a:cubicBezTo>
                  <a:cubicBezTo>
                    <a:pt x="114500" y="12000"/>
                    <a:pt x="114500" y="12000"/>
                    <a:pt x="114500" y="12000"/>
                  </a:cubicBezTo>
                  <a:cubicBezTo>
                    <a:pt x="117000" y="11294"/>
                    <a:pt x="117000" y="11294"/>
                    <a:pt x="117000" y="11294"/>
                  </a:cubicBezTo>
                  <a:cubicBezTo>
                    <a:pt x="119500" y="13411"/>
                    <a:pt x="119500" y="13411"/>
                    <a:pt x="119500" y="13411"/>
                  </a:cubicBezTo>
                  <a:cubicBezTo>
                    <a:pt x="119000" y="16235"/>
                    <a:pt x="119000" y="16235"/>
                    <a:pt x="119000" y="16235"/>
                  </a:cubicBezTo>
                  <a:cubicBezTo>
                    <a:pt x="120000" y="19764"/>
                    <a:pt x="120000" y="19764"/>
                    <a:pt x="120000" y="19764"/>
                  </a:cubicBezTo>
                  <a:cubicBezTo>
                    <a:pt x="118500" y="21882"/>
                    <a:pt x="118500" y="21882"/>
                    <a:pt x="118500" y="21882"/>
                  </a:cubicBezTo>
                  <a:cubicBezTo>
                    <a:pt x="118500" y="21882"/>
                    <a:pt x="118000" y="23294"/>
                    <a:pt x="117000" y="23294"/>
                  </a:cubicBezTo>
                  <a:cubicBezTo>
                    <a:pt x="116500" y="24000"/>
                    <a:pt x="115500" y="24705"/>
                    <a:pt x="115500" y="24705"/>
                  </a:cubicBezTo>
                  <a:cubicBezTo>
                    <a:pt x="114000" y="26823"/>
                    <a:pt x="114000" y="26823"/>
                    <a:pt x="114000" y="26823"/>
                  </a:cubicBezTo>
                  <a:cubicBezTo>
                    <a:pt x="112000" y="27529"/>
                    <a:pt x="112000" y="27529"/>
                    <a:pt x="112000" y="27529"/>
                  </a:cubicBezTo>
                  <a:cubicBezTo>
                    <a:pt x="110500" y="28235"/>
                    <a:pt x="110500" y="28235"/>
                    <a:pt x="110500" y="28235"/>
                  </a:cubicBezTo>
                  <a:cubicBezTo>
                    <a:pt x="109500" y="29647"/>
                    <a:pt x="109500" y="29647"/>
                    <a:pt x="109500" y="29647"/>
                  </a:cubicBezTo>
                  <a:cubicBezTo>
                    <a:pt x="108500" y="33882"/>
                    <a:pt x="108500" y="33882"/>
                    <a:pt x="108500" y="33882"/>
                  </a:cubicBezTo>
                  <a:cubicBezTo>
                    <a:pt x="107000" y="36000"/>
                    <a:pt x="107000" y="36000"/>
                    <a:pt x="107000" y="36000"/>
                  </a:cubicBezTo>
                  <a:cubicBezTo>
                    <a:pt x="106500" y="39529"/>
                    <a:pt x="106500" y="39529"/>
                    <a:pt x="106500" y="39529"/>
                  </a:cubicBezTo>
                  <a:cubicBezTo>
                    <a:pt x="106500" y="39529"/>
                    <a:pt x="107500" y="43058"/>
                    <a:pt x="106500" y="43764"/>
                  </a:cubicBezTo>
                  <a:cubicBezTo>
                    <a:pt x="106000" y="43764"/>
                    <a:pt x="105500" y="44470"/>
                    <a:pt x="105500" y="44470"/>
                  </a:cubicBezTo>
                  <a:cubicBezTo>
                    <a:pt x="105000" y="50117"/>
                    <a:pt x="105000" y="50117"/>
                    <a:pt x="105000" y="50117"/>
                  </a:cubicBezTo>
                  <a:cubicBezTo>
                    <a:pt x="103000" y="52941"/>
                    <a:pt x="103000" y="52941"/>
                    <a:pt x="103000" y="52941"/>
                  </a:cubicBezTo>
                  <a:cubicBezTo>
                    <a:pt x="102500" y="58588"/>
                    <a:pt x="102500" y="58588"/>
                    <a:pt x="102500" y="58588"/>
                  </a:cubicBezTo>
                  <a:cubicBezTo>
                    <a:pt x="102500" y="58588"/>
                    <a:pt x="103500" y="61411"/>
                    <a:pt x="102000" y="61411"/>
                  </a:cubicBezTo>
                  <a:cubicBezTo>
                    <a:pt x="101000" y="62117"/>
                    <a:pt x="100500" y="63529"/>
                    <a:pt x="100500" y="63529"/>
                  </a:cubicBezTo>
                  <a:cubicBezTo>
                    <a:pt x="100500" y="68470"/>
                    <a:pt x="100500" y="68470"/>
                    <a:pt x="100500" y="68470"/>
                  </a:cubicBezTo>
                  <a:cubicBezTo>
                    <a:pt x="99000" y="72000"/>
                    <a:pt x="99000" y="72000"/>
                    <a:pt x="99000" y="72000"/>
                  </a:cubicBezTo>
                  <a:cubicBezTo>
                    <a:pt x="99500" y="74823"/>
                    <a:pt x="99500" y="74823"/>
                    <a:pt x="99500" y="74823"/>
                  </a:cubicBezTo>
                  <a:cubicBezTo>
                    <a:pt x="98500" y="76941"/>
                    <a:pt x="98500" y="76941"/>
                    <a:pt x="98500" y="76941"/>
                  </a:cubicBezTo>
                  <a:cubicBezTo>
                    <a:pt x="99000" y="80470"/>
                    <a:pt x="99000" y="80470"/>
                    <a:pt x="99000" y="80470"/>
                  </a:cubicBezTo>
                  <a:cubicBezTo>
                    <a:pt x="98000" y="82588"/>
                    <a:pt x="98000" y="82588"/>
                    <a:pt x="98000" y="82588"/>
                  </a:cubicBezTo>
                  <a:cubicBezTo>
                    <a:pt x="97500" y="83294"/>
                    <a:pt x="97500" y="83294"/>
                    <a:pt x="97500" y="83294"/>
                  </a:cubicBezTo>
                  <a:cubicBezTo>
                    <a:pt x="97000" y="85411"/>
                    <a:pt x="97000" y="85411"/>
                    <a:pt x="97000" y="85411"/>
                  </a:cubicBezTo>
                  <a:cubicBezTo>
                    <a:pt x="96000" y="88941"/>
                    <a:pt x="96000" y="88941"/>
                    <a:pt x="96000" y="88941"/>
                  </a:cubicBezTo>
                  <a:cubicBezTo>
                    <a:pt x="92000" y="93882"/>
                    <a:pt x="92000" y="93882"/>
                    <a:pt x="92000" y="93882"/>
                  </a:cubicBezTo>
                  <a:cubicBezTo>
                    <a:pt x="90000" y="93176"/>
                    <a:pt x="90000" y="93176"/>
                    <a:pt x="90000" y="93176"/>
                  </a:cubicBezTo>
                  <a:cubicBezTo>
                    <a:pt x="88500" y="95294"/>
                    <a:pt x="88500" y="95294"/>
                    <a:pt x="88500" y="95294"/>
                  </a:cubicBezTo>
                  <a:cubicBezTo>
                    <a:pt x="88500" y="95294"/>
                    <a:pt x="89000" y="95294"/>
                    <a:pt x="88000" y="96705"/>
                  </a:cubicBezTo>
                  <a:cubicBezTo>
                    <a:pt x="87000" y="97411"/>
                    <a:pt x="85000" y="98117"/>
                    <a:pt x="85000" y="98117"/>
                  </a:cubicBezTo>
                  <a:cubicBezTo>
                    <a:pt x="84000" y="98117"/>
                    <a:pt x="84000" y="98117"/>
                    <a:pt x="84000" y="98117"/>
                  </a:cubicBezTo>
                  <a:cubicBezTo>
                    <a:pt x="80500" y="98117"/>
                    <a:pt x="80500" y="98117"/>
                    <a:pt x="80500" y="98117"/>
                  </a:cubicBezTo>
                  <a:cubicBezTo>
                    <a:pt x="80500" y="98117"/>
                    <a:pt x="80000" y="97411"/>
                    <a:pt x="79500" y="98117"/>
                  </a:cubicBezTo>
                  <a:cubicBezTo>
                    <a:pt x="79000" y="98117"/>
                    <a:pt x="76500" y="98117"/>
                    <a:pt x="76500" y="98117"/>
                  </a:cubicBezTo>
                  <a:cubicBezTo>
                    <a:pt x="76500" y="98117"/>
                    <a:pt x="75500" y="97411"/>
                    <a:pt x="75000" y="97411"/>
                  </a:cubicBezTo>
                  <a:cubicBezTo>
                    <a:pt x="74500" y="97411"/>
                    <a:pt x="71500" y="98117"/>
                    <a:pt x="71500" y="98117"/>
                  </a:cubicBezTo>
                  <a:cubicBezTo>
                    <a:pt x="69500" y="99529"/>
                    <a:pt x="69500" y="99529"/>
                    <a:pt x="69500" y="99529"/>
                  </a:cubicBezTo>
                  <a:cubicBezTo>
                    <a:pt x="69500" y="99529"/>
                    <a:pt x="69000" y="98117"/>
                    <a:pt x="68500" y="98823"/>
                  </a:cubicBezTo>
                  <a:cubicBezTo>
                    <a:pt x="67500" y="98823"/>
                    <a:pt x="65000" y="100235"/>
                    <a:pt x="65000" y="100235"/>
                  </a:cubicBezTo>
                  <a:cubicBezTo>
                    <a:pt x="65000" y="100235"/>
                    <a:pt x="66000" y="101647"/>
                    <a:pt x="65000" y="101647"/>
                  </a:cubicBezTo>
                  <a:cubicBezTo>
                    <a:pt x="64500" y="101647"/>
                    <a:pt x="63000" y="104470"/>
                    <a:pt x="63000" y="104470"/>
                  </a:cubicBezTo>
                  <a:cubicBezTo>
                    <a:pt x="62000" y="105176"/>
                    <a:pt x="62000" y="105176"/>
                    <a:pt x="62000" y="105176"/>
                  </a:cubicBezTo>
                  <a:cubicBezTo>
                    <a:pt x="61500" y="107294"/>
                    <a:pt x="61500" y="107294"/>
                    <a:pt x="61500" y="107294"/>
                  </a:cubicBezTo>
                  <a:cubicBezTo>
                    <a:pt x="61500" y="107294"/>
                    <a:pt x="61000" y="107294"/>
                    <a:pt x="60000" y="107294"/>
                  </a:cubicBezTo>
                  <a:cubicBezTo>
                    <a:pt x="59500" y="107294"/>
                    <a:pt x="58000" y="108000"/>
                    <a:pt x="58000" y="108000"/>
                  </a:cubicBezTo>
                  <a:cubicBezTo>
                    <a:pt x="57500" y="107294"/>
                    <a:pt x="57500" y="107294"/>
                    <a:pt x="57500" y="107294"/>
                  </a:cubicBezTo>
                  <a:cubicBezTo>
                    <a:pt x="55500" y="111529"/>
                    <a:pt x="55500" y="111529"/>
                    <a:pt x="55500" y="111529"/>
                  </a:cubicBezTo>
                  <a:cubicBezTo>
                    <a:pt x="53500" y="112941"/>
                    <a:pt x="53500" y="112941"/>
                    <a:pt x="53500" y="112941"/>
                  </a:cubicBezTo>
                  <a:cubicBezTo>
                    <a:pt x="52500" y="112235"/>
                    <a:pt x="52500" y="112235"/>
                    <a:pt x="52500" y="112235"/>
                  </a:cubicBezTo>
                  <a:cubicBezTo>
                    <a:pt x="51500" y="115764"/>
                    <a:pt x="51500" y="115764"/>
                    <a:pt x="51500" y="115764"/>
                  </a:cubicBezTo>
                  <a:cubicBezTo>
                    <a:pt x="51500" y="115764"/>
                    <a:pt x="50000" y="116470"/>
                    <a:pt x="50000" y="117176"/>
                  </a:cubicBezTo>
                  <a:cubicBezTo>
                    <a:pt x="49500" y="117882"/>
                    <a:pt x="47000" y="117882"/>
                    <a:pt x="47000" y="117882"/>
                  </a:cubicBezTo>
                  <a:cubicBezTo>
                    <a:pt x="45000" y="117882"/>
                    <a:pt x="45000" y="117882"/>
                    <a:pt x="45000" y="117882"/>
                  </a:cubicBezTo>
                  <a:cubicBezTo>
                    <a:pt x="41500" y="119294"/>
                    <a:pt x="41500" y="119294"/>
                    <a:pt x="41500" y="119294"/>
                  </a:cubicBezTo>
                  <a:cubicBezTo>
                    <a:pt x="41500" y="119294"/>
                    <a:pt x="40500" y="120000"/>
                    <a:pt x="40000" y="120000"/>
                  </a:cubicBezTo>
                  <a:cubicBezTo>
                    <a:pt x="39500" y="120000"/>
                    <a:pt x="37000" y="119294"/>
                    <a:pt x="37000" y="119294"/>
                  </a:cubicBezTo>
                  <a:cubicBezTo>
                    <a:pt x="35500" y="120000"/>
                    <a:pt x="35500" y="120000"/>
                    <a:pt x="35500" y="120000"/>
                  </a:cubicBezTo>
                  <a:cubicBezTo>
                    <a:pt x="32000" y="118588"/>
                    <a:pt x="32000" y="118588"/>
                    <a:pt x="32000" y="118588"/>
                  </a:cubicBezTo>
                  <a:cubicBezTo>
                    <a:pt x="31000" y="116470"/>
                    <a:pt x="31000" y="116470"/>
                    <a:pt x="31000" y="116470"/>
                  </a:cubicBezTo>
                  <a:cubicBezTo>
                    <a:pt x="28000" y="115764"/>
                    <a:pt x="28000" y="115764"/>
                    <a:pt x="28000" y="115764"/>
                  </a:cubicBezTo>
                  <a:cubicBezTo>
                    <a:pt x="27500" y="114352"/>
                    <a:pt x="27500" y="114352"/>
                    <a:pt x="27500" y="114352"/>
                  </a:cubicBezTo>
                  <a:cubicBezTo>
                    <a:pt x="25500" y="114352"/>
                    <a:pt x="25500" y="114352"/>
                    <a:pt x="25500" y="114352"/>
                  </a:cubicBezTo>
                  <a:cubicBezTo>
                    <a:pt x="23500" y="111529"/>
                    <a:pt x="23500" y="111529"/>
                    <a:pt x="23500" y="111529"/>
                  </a:cubicBezTo>
                  <a:cubicBezTo>
                    <a:pt x="21000" y="107294"/>
                    <a:pt x="21000" y="107294"/>
                    <a:pt x="21000" y="107294"/>
                  </a:cubicBezTo>
                  <a:cubicBezTo>
                    <a:pt x="16000" y="105176"/>
                    <a:pt x="16000" y="105176"/>
                    <a:pt x="16000" y="105176"/>
                  </a:cubicBezTo>
                  <a:cubicBezTo>
                    <a:pt x="14500" y="102352"/>
                    <a:pt x="14500" y="102352"/>
                    <a:pt x="14500" y="102352"/>
                  </a:cubicBezTo>
                  <a:cubicBezTo>
                    <a:pt x="13000" y="100941"/>
                    <a:pt x="13000" y="100941"/>
                    <a:pt x="13000" y="100941"/>
                  </a:cubicBezTo>
                  <a:cubicBezTo>
                    <a:pt x="11000" y="98823"/>
                    <a:pt x="11000" y="98823"/>
                    <a:pt x="11000" y="98823"/>
                  </a:cubicBezTo>
                  <a:cubicBezTo>
                    <a:pt x="9000" y="96705"/>
                    <a:pt x="9000" y="96705"/>
                    <a:pt x="9000" y="96705"/>
                  </a:cubicBezTo>
                  <a:cubicBezTo>
                    <a:pt x="8000" y="95294"/>
                    <a:pt x="8000" y="95294"/>
                    <a:pt x="8000" y="95294"/>
                  </a:cubicBezTo>
                  <a:cubicBezTo>
                    <a:pt x="5000" y="89647"/>
                    <a:pt x="5000" y="89647"/>
                    <a:pt x="5000" y="89647"/>
                  </a:cubicBezTo>
                  <a:cubicBezTo>
                    <a:pt x="5000" y="88235"/>
                    <a:pt x="5000" y="88235"/>
                    <a:pt x="5000" y="88235"/>
                  </a:cubicBezTo>
                  <a:cubicBezTo>
                    <a:pt x="3500" y="85411"/>
                    <a:pt x="3500" y="85411"/>
                    <a:pt x="3500" y="85411"/>
                  </a:cubicBezTo>
                  <a:cubicBezTo>
                    <a:pt x="3000" y="82588"/>
                    <a:pt x="3000" y="82588"/>
                    <a:pt x="3000" y="82588"/>
                  </a:cubicBezTo>
                  <a:cubicBezTo>
                    <a:pt x="2000" y="81176"/>
                    <a:pt x="2000" y="81176"/>
                    <a:pt x="2000" y="81176"/>
                  </a:cubicBezTo>
                  <a:cubicBezTo>
                    <a:pt x="0" y="82588"/>
                    <a:pt x="0" y="82588"/>
                    <a:pt x="0" y="82588"/>
                  </a:cubicBezTo>
                  <a:cubicBezTo>
                    <a:pt x="0" y="82588"/>
                    <a:pt x="0" y="82588"/>
                    <a:pt x="0" y="82588"/>
                  </a:cubicBezTo>
                  <a:cubicBezTo>
                    <a:pt x="0" y="81882"/>
                    <a:pt x="0" y="81882"/>
                    <a:pt x="0" y="81882"/>
                  </a:cubicBezTo>
                  <a:cubicBezTo>
                    <a:pt x="1500" y="76941"/>
                    <a:pt x="1500" y="76941"/>
                    <a:pt x="1500" y="76941"/>
                  </a:cubicBezTo>
                  <a:cubicBezTo>
                    <a:pt x="3000" y="76235"/>
                    <a:pt x="3000" y="76235"/>
                    <a:pt x="3000" y="76235"/>
                  </a:cubicBezTo>
                  <a:cubicBezTo>
                    <a:pt x="4500" y="72705"/>
                    <a:pt x="4500" y="72705"/>
                    <a:pt x="4500" y="72705"/>
                  </a:cubicBezTo>
                  <a:cubicBezTo>
                    <a:pt x="4000" y="68470"/>
                    <a:pt x="4000" y="68470"/>
                    <a:pt x="4000" y="68470"/>
                  </a:cubicBezTo>
                  <a:cubicBezTo>
                    <a:pt x="4000" y="67058"/>
                    <a:pt x="4000" y="67058"/>
                    <a:pt x="4000" y="67058"/>
                  </a:cubicBezTo>
                  <a:cubicBezTo>
                    <a:pt x="2500" y="62823"/>
                    <a:pt x="2500" y="62823"/>
                    <a:pt x="2500" y="62823"/>
                  </a:cubicBezTo>
                  <a:cubicBezTo>
                    <a:pt x="2500" y="62823"/>
                    <a:pt x="3000" y="62117"/>
                    <a:pt x="3500" y="62117"/>
                  </a:cubicBezTo>
                  <a:cubicBezTo>
                    <a:pt x="4000" y="62117"/>
                    <a:pt x="5500" y="60705"/>
                    <a:pt x="5500" y="60705"/>
                  </a:cubicBezTo>
                  <a:cubicBezTo>
                    <a:pt x="8500" y="57882"/>
                    <a:pt x="8500" y="57882"/>
                    <a:pt x="8500" y="57882"/>
                  </a:cubicBezTo>
                  <a:cubicBezTo>
                    <a:pt x="6000" y="52235"/>
                    <a:pt x="6000" y="52235"/>
                    <a:pt x="6000" y="52235"/>
                  </a:cubicBezTo>
                  <a:cubicBezTo>
                    <a:pt x="5000" y="52235"/>
                    <a:pt x="5000" y="52235"/>
                    <a:pt x="5000" y="52235"/>
                  </a:cubicBezTo>
                  <a:cubicBezTo>
                    <a:pt x="2000" y="50823"/>
                    <a:pt x="2000" y="50823"/>
                    <a:pt x="2000" y="50823"/>
                  </a:cubicBezTo>
                  <a:cubicBezTo>
                    <a:pt x="4000" y="48705"/>
                    <a:pt x="4000" y="48705"/>
                    <a:pt x="4000" y="48705"/>
                  </a:cubicBezTo>
                  <a:cubicBezTo>
                    <a:pt x="5000" y="47294"/>
                    <a:pt x="5000" y="47294"/>
                    <a:pt x="5000" y="47294"/>
                  </a:cubicBezTo>
                  <a:cubicBezTo>
                    <a:pt x="9000" y="49411"/>
                    <a:pt x="9000" y="49411"/>
                    <a:pt x="9000" y="49411"/>
                  </a:cubicBezTo>
                  <a:cubicBezTo>
                    <a:pt x="9000" y="49411"/>
                    <a:pt x="10500" y="50117"/>
                    <a:pt x="10000" y="49411"/>
                  </a:cubicBezTo>
                  <a:cubicBezTo>
                    <a:pt x="10000" y="47294"/>
                    <a:pt x="10500" y="48705"/>
                    <a:pt x="10500" y="48705"/>
                  </a:cubicBezTo>
                  <a:cubicBezTo>
                    <a:pt x="11000" y="50117"/>
                    <a:pt x="12500" y="48705"/>
                    <a:pt x="13500" y="48705"/>
                  </a:cubicBezTo>
                  <a:cubicBezTo>
                    <a:pt x="15000" y="48000"/>
                    <a:pt x="14000" y="46588"/>
                    <a:pt x="13500" y="45176"/>
                  </a:cubicBezTo>
                  <a:cubicBezTo>
                    <a:pt x="13500" y="44470"/>
                    <a:pt x="13500" y="43764"/>
                    <a:pt x="14000" y="43058"/>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4" name="Shape 2031">
              <a:extLst>
                <a:ext uri="{FF2B5EF4-FFF2-40B4-BE49-F238E27FC236}">
                  <a16:creationId xmlns:a16="http://schemas.microsoft.com/office/drawing/2014/main" id="{52F5A54B-31A2-4B11-ABAF-F51222ACF6C8}"/>
                </a:ext>
              </a:extLst>
            </p:cNvPr>
            <p:cNvSpPr/>
            <p:nvPr/>
          </p:nvSpPr>
          <p:spPr>
            <a:xfrm>
              <a:off x="5991266" y="1973644"/>
              <a:ext cx="656360" cy="596634"/>
            </a:xfrm>
            <a:custGeom>
              <a:avLst/>
              <a:gdLst/>
              <a:ahLst/>
              <a:cxnLst/>
              <a:rect l="0" t="0" r="0" b="0"/>
              <a:pathLst>
                <a:path w="120000" h="120000" extrusionOk="0">
                  <a:moveTo>
                    <a:pt x="33750" y="29333"/>
                  </a:moveTo>
                  <a:cubicBezTo>
                    <a:pt x="33333" y="27111"/>
                    <a:pt x="33333" y="27111"/>
                    <a:pt x="33333" y="27111"/>
                  </a:cubicBezTo>
                  <a:cubicBezTo>
                    <a:pt x="35000" y="26222"/>
                    <a:pt x="35000" y="26222"/>
                    <a:pt x="35000" y="26222"/>
                  </a:cubicBezTo>
                  <a:cubicBezTo>
                    <a:pt x="34583" y="24444"/>
                    <a:pt x="34583" y="24444"/>
                    <a:pt x="34583" y="24444"/>
                  </a:cubicBezTo>
                  <a:cubicBezTo>
                    <a:pt x="31666" y="24888"/>
                    <a:pt x="31666" y="24888"/>
                    <a:pt x="31666" y="24888"/>
                  </a:cubicBezTo>
                  <a:cubicBezTo>
                    <a:pt x="30416" y="24444"/>
                    <a:pt x="30416" y="24444"/>
                    <a:pt x="30416" y="24444"/>
                  </a:cubicBezTo>
                  <a:cubicBezTo>
                    <a:pt x="30416" y="22222"/>
                    <a:pt x="30416" y="22222"/>
                    <a:pt x="30416" y="22222"/>
                  </a:cubicBezTo>
                  <a:cubicBezTo>
                    <a:pt x="31250" y="20000"/>
                    <a:pt x="31250" y="20000"/>
                    <a:pt x="31250" y="20000"/>
                  </a:cubicBezTo>
                  <a:cubicBezTo>
                    <a:pt x="30833" y="16000"/>
                    <a:pt x="30833" y="16000"/>
                    <a:pt x="30833" y="16000"/>
                  </a:cubicBezTo>
                  <a:cubicBezTo>
                    <a:pt x="30833" y="16000"/>
                    <a:pt x="30000" y="16000"/>
                    <a:pt x="31250" y="15111"/>
                  </a:cubicBezTo>
                  <a:cubicBezTo>
                    <a:pt x="32916" y="14666"/>
                    <a:pt x="33750" y="14666"/>
                    <a:pt x="33750" y="14666"/>
                  </a:cubicBezTo>
                  <a:cubicBezTo>
                    <a:pt x="34166" y="12000"/>
                    <a:pt x="34166" y="12000"/>
                    <a:pt x="34166" y="12000"/>
                  </a:cubicBezTo>
                  <a:cubicBezTo>
                    <a:pt x="35416" y="10666"/>
                    <a:pt x="35416" y="10666"/>
                    <a:pt x="35416" y="10666"/>
                  </a:cubicBezTo>
                  <a:cubicBezTo>
                    <a:pt x="35416" y="10666"/>
                    <a:pt x="35000" y="10666"/>
                    <a:pt x="36666" y="10666"/>
                  </a:cubicBezTo>
                  <a:cubicBezTo>
                    <a:pt x="38333" y="10666"/>
                    <a:pt x="38750" y="10666"/>
                    <a:pt x="38750" y="10666"/>
                  </a:cubicBezTo>
                  <a:cubicBezTo>
                    <a:pt x="42083" y="10666"/>
                    <a:pt x="42083" y="10666"/>
                    <a:pt x="42083" y="10666"/>
                  </a:cubicBezTo>
                  <a:cubicBezTo>
                    <a:pt x="42916" y="9333"/>
                    <a:pt x="42916" y="9333"/>
                    <a:pt x="42916" y="9333"/>
                  </a:cubicBezTo>
                  <a:cubicBezTo>
                    <a:pt x="42083" y="7111"/>
                    <a:pt x="42083" y="7111"/>
                    <a:pt x="42083" y="7111"/>
                  </a:cubicBezTo>
                  <a:cubicBezTo>
                    <a:pt x="44166" y="4888"/>
                    <a:pt x="44166" y="4888"/>
                    <a:pt x="44166" y="4888"/>
                  </a:cubicBezTo>
                  <a:cubicBezTo>
                    <a:pt x="44583" y="1777"/>
                    <a:pt x="44583" y="1777"/>
                    <a:pt x="44583" y="1777"/>
                  </a:cubicBezTo>
                  <a:cubicBezTo>
                    <a:pt x="46666" y="444"/>
                    <a:pt x="46666" y="444"/>
                    <a:pt x="46666" y="444"/>
                  </a:cubicBezTo>
                  <a:cubicBezTo>
                    <a:pt x="46666" y="444"/>
                    <a:pt x="47916" y="1777"/>
                    <a:pt x="48333" y="1777"/>
                  </a:cubicBezTo>
                  <a:cubicBezTo>
                    <a:pt x="48750" y="1777"/>
                    <a:pt x="49166" y="2222"/>
                    <a:pt x="49583" y="1777"/>
                  </a:cubicBezTo>
                  <a:cubicBezTo>
                    <a:pt x="50000" y="1777"/>
                    <a:pt x="50416" y="888"/>
                    <a:pt x="50416" y="888"/>
                  </a:cubicBezTo>
                  <a:cubicBezTo>
                    <a:pt x="52500" y="0"/>
                    <a:pt x="52500" y="0"/>
                    <a:pt x="52500" y="0"/>
                  </a:cubicBezTo>
                  <a:cubicBezTo>
                    <a:pt x="53750" y="444"/>
                    <a:pt x="53750" y="444"/>
                    <a:pt x="53750" y="444"/>
                  </a:cubicBezTo>
                  <a:cubicBezTo>
                    <a:pt x="54583" y="2222"/>
                    <a:pt x="54583" y="2222"/>
                    <a:pt x="54583" y="2222"/>
                  </a:cubicBezTo>
                  <a:cubicBezTo>
                    <a:pt x="56666" y="2222"/>
                    <a:pt x="56666" y="2222"/>
                    <a:pt x="56666" y="2222"/>
                  </a:cubicBezTo>
                  <a:cubicBezTo>
                    <a:pt x="57083" y="1333"/>
                    <a:pt x="57083" y="1333"/>
                    <a:pt x="57083" y="1333"/>
                  </a:cubicBezTo>
                  <a:cubicBezTo>
                    <a:pt x="60000" y="444"/>
                    <a:pt x="60000" y="444"/>
                    <a:pt x="60000" y="444"/>
                  </a:cubicBezTo>
                  <a:cubicBezTo>
                    <a:pt x="63333" y="444"/>
                    <a:pt x="63333" y="444"/>
                    <a:pt x="63333" y="444"/>
                  </a:cubicBezTo>
                  <a:cubicBezTo>
                    <a:pt x="63750" y="3111"/>
                    <a:pt x="63750" y="3111"/>
                    <a:pt x="63750" y="3111"/>
                  </a:cubicBezTo>
                  <a:cubicBezTo>
                    <a:pt x="63750" y="4444"/>
                    <a:pt x="63750" y="4444"/>
                    <a:pt x="63750" y="4444"/>
                  </a:cubicBezTo>
                  <a:cubicBezTo>
                    <a:pt x="63750" y="4444"/>
                    <a:pt x="64583" y="5777"/>
                    <a:pt x="65416" y="5333"/>
                  </a:cubicBezTo>
                  <a:cubicBezTo>
                    <a:pt x="65833" y="5333"/>
                    <a:pt x="67500" y="4888"/>
                    <a:pt x="67916" y="4000"/>
                  </a:cubicBezTo>
                  <a:cubicBezTo>
                    <a:pt x="67916" y="3111"/>
                    <a:pt x="68333" y="2222"/>
                    <a:pt x="69166" y="1777"/>
                  </a:cubicBezTo>
                  <a:cubicBezTo>
                    <a:pt x="70000" y="1777"/>
                    <a:pt x="69583" y="1333"/>
                    <a:pt x="70833" y="888"/>
                  </a:cubicBezTo>
                  <a:cubicBezTo>
                    <a:pt x="72500" y="444"/>
                    <a:pt x="73750" y="0"/>
                    <a:pt x="73750" y="0"/>
                  </a:cubicBezTo>
                  <a:cubicBezTo>
                    <a:pt x="77500" y="888"/>
                    <a:pt x="77500" y="888"/>
                    <a:pt x="77500" y="888"/>
                  </a:cubicBezTo>
                  <a:cubicBezTo>
                    <a:pt x="78750" y="2222"/>
                    <a:pt x="78750" y="2222"/>
                    <a:pt x="78750" y="2222"/>
                  </a:cubicBezTo>
                  <a:cubicBezTo>
                    <a:pt x="80000" y="3111"/>
                    <a:pt x="80000" y="3111"/>
                    <a:pt x="80000" y="3111"/>
                  </a:cubicBezTo>
                  <a:cubicBezTo>
                    <a:pt x="81250" y="2666"/>
                    <a:pt x="81250" y="2666"/>
                    <a:pt x="81250" y="2666"/>
                  </a:cubicBezTo>
                  <a:cubicBezTo>
                    <a:pt x="81666" y="3555"/>
                    <a:pt x="81666" y="3555"/>
                    <a:pt x="81666" y="3555"/>
                  </a:cubicBezTo>
                  <a:cubicBezTo>
                    <a:pt x="83333" y="2666"/>
                    <a:pt x="83333" y="2666"/>
                    <a:pt x="83333" y="2666"/>
                  </a:cubicBezTo>
                  <a:cubicBezTo>
                    <a:pt x="84166" y="4444"/>
                    <a:pt x="84166" y="4444"/>
                    <a:pt x="84166" y="4444"/>
                  </a:cubicBezTo>
                  <a:cubicBezTo>
                    <a:pt x="84166" y="8000"/>
                    <a:pt x="84166" y="8000"/>
                    <a:pt x="84166" y="8000"/>
                  </a:cubicBezTo>
                  <a:cubicBezTo>
                    <a:pt x="84166" y="9333"/>
                    <a:pt x="84166" y="9333"/>
                    <a:pt x="84166" y="9333"/>
                  </a:cubicBezTo>
                  <a:cubicBezTo>
                    <a:pt x="84166" y="10666"/>
                    <a:pt x="84166" y="10666"/>
                    <a:pt x="84166" y="10666"/>
                  </a:cubicBezTo>
                  <a:cubicBezTo>
                    <a:pt x="86666" y="12444"/>
                    <a:pt x="86666" y="12444"/>
                    <a:pt x="86666" y="12444"/>
                  </a:cubicBezTo>
                  <a:cubicBezTo>
                    <a:pt x="87916" y="13777"/>
                    <a:pt x="87916" y="13777"/>
                    <a:pt x="87916" y="13777"/>
                  </a:cubicBezTo>
                  <a:cubicBezTo>
                    <a:pt x="87500" y="16000"/>
                    <a:pt x="87500" y="16000"/>
                    <a:pt x="87500" y="16000"/>
                  </a:cubicBezTo>
                  <a:cubicBezTo>
                    <a:pt x="87500" y="17333"/>
                    <a:pt x="87500" y="17333"/>
                    <a:pt x="87500" y="17333"/>
                  </a:cubicBezTo>
                  <a:cubicBezTo>
                    <a:pt x="86250" y="20888"/>
                    <a:pt x="86250" y="20888"/>
                    <a:pt x="86250" y="20888"/>
                  </a:cubicBezTo>
                  <a:cubicBezTo>
                    <a:pt x="89166" y="21777"/>
                    <a:pt x="89166" y="21777"/>
                    <a:pt x="89166" y="21777"/>
                  </a:cubicBezTo>
                  <a:cubicBezTo>
                    <a:pt x="90833" y="23555"/>
                    <a:pt x="90833" y="23555"/>
                    <a:pt x="90833" y="23555"/>
                  </a:cubicBezTo>
                  <a:cubicBezTo>
                    <a:pt x="92500" y="23555"/>
                    <a:pt x="92500" y="23555"/>
                    <a:pt x="92500" y="23555"/>
                  </a:cubicBezTo>
                  <a:cubicBezTo>
                    <a:pt x="92500" y="25777"/>
                    <a:pt x="92500" y="25777"/>
                    <a:pt x="92500" y="25777"/>
                  </a:cubicBezTo>
                  <a:cubicBezTo>
                    <a:pt x="92500" y="25777"/>
                    <a:pt x="91666" y="27111"/>
                    <a:pt x="92916" y="27111"/>
                  </a:cubicBezTo>
                  <a:cubicBezTo>
                    <a:pt x="94166" y="27555"/>
                    <a:pt x="94583" y="27555"/>
                    <a:pt x="94583" y="27555"/>
                  </a:cubicBezTo>
                  <a:cubicBezTo>
                    <a:pt x="95000" y="28888"/>
                    <a:pt x="95000" y="28888"/>
                    <a:pt x="95000" y="28888"/>
                  </a:cubicBezTo>
                  <a:cubicBezTo>
                    <a:pt x="97083" y="32000"/>
                    <a:pt x="97083" y="32000"/>
                    <a:pt x="97083" y="32000"/>
                  </a:cubicBezTo>
                  <a:cubicBezTo>
                    <a:pt x="101666" y="32888"/>
                    <a:pt x="101666" y="32888"/>
                    <a:pt x="101666" y="32888"/>
                  </a:cubicBezTo>
                  <a:cubicBezTo>
                    <a:pt x="103750" y="33777"/>
                    <a:pt x="103750" y="33777"/>
                    <a:pt x="103750" y="33777"/>
                  </a:cubicBezTo>
                  <a:cubicBezTo>
                    <a:pt x="104583" y="35555"/>
                    <a:pt x="104583" y="35555"/>
                    <a:pt x="104583" y="35555"/>
                  </a:cubicBezTo>
                  <a:cubicBezTo>
                    <a:pt x="105000" y="39555"/>
                    <a:pt x="105000" y="39555"/>
                    <a:pt x="105000" y="39555"/>
                  </a:cubicBezTo>
                  <a:cubicBezTo>
                    <a:pt x="107083" y="39555"/>
                    <a:pt x="107083" y="39555"/>
                    <a:pt x="107083" y="39555"/>
                  </a:cubicBezTo>
                  <a:cubicBezTo>
                    <a:pt x="108333" y="38222"/>
                    <a:pt x="108333" y="38222"/>
                    <a:pt x="108333" y="38222"/>
                  </a:cubicBezTo>
                  <a:cubicBezTo>
                    <a:pt x="109583" y="37777"/>
                    <a:pt x="109583" y="37777"/>
                    <a:pt x="109583" y="37777"/>
                  </a:cubicBezTo>
                  <a:cubicBezTo>
                    <a:pt x="111250" y="38222"/>
                    <a:pt x="111250" y="38222"/>
                    <a:pt x="111250" y="38222"/>
                  </a:cubicBezTo>
                  <a:cubicBezTo>
                    <a:pt x="113333" y="38666"/>
                    <a:pt x="113333" y="38666"/>
                    <a:pt x="113333" y="38666"/>
                  </a:cubicBezTo>
                  <a:cubicBezTo>
                    <a:pt x="115416" y="38666"/>
                    <a:pt x="115416" y="38666"/>
                    <a:pt x="115416" y="38666"/>
                  </a:cubicBezTo>
                  <a:cubicBezTo>
                    <a:pt x="114583" y="40888"/>
                    <a:pt x="114583" y="40888"/>
                    <a:pt x="114583" y="40888"/>
                  </a:cubicBezTo>
                  <a:cubicBezTo>
                    <a:pt x="116250" y="42222"/>
                    <a:pt x="116250" y="42222"/>
                    <a:pt x="116250" y="42222"/>
                  </a:cubicBezTo>
                  <a:cubicBezTo>
                    <a:pt x="117916" y="42666"/>
                    <a:pt x="117916" y="42666"/>
                    <a:pt x="117916" y="42666"/>
                  </a:cubicBezTo>
                  <a:cubicBezTo>
                    <a:pt x="120000" y="43555"/>
                    <a:pt x="120000" y="43555"/>
                    <a:pt x="120000" y="43555"/>
                  </a:cubicBezTo>
                  <a:cubicBezTo>
                    <a:pt x="120000" y="46222"/>
                    <a:pt x="120000" y="46222"/>
                    <a:pt x="120000" y="46222"/>
                  </a:cubicBezTo>
                  <a:cubicBezTo>
                    <a:pt x="119166" y="47555"/>
                    <a:pt x="119166" y="47555"/>
                    <a:pt x="119166" y="47555"/>
                  </a:cubicBezTo>
                  <a:cubicBezTo>
                    <a:pt x="117500" y="48000"/>
                    <a:pt x="117500" y="48000"/>
                    <a:pt x="117500" y="48000"/>
                  </a:cubicBezTo>
                  <a:cubicBezTo>
                    <a:pt x="117500" y="48000"/>
                    <a:pt x="118333" y="50222"/>
                    <a:pt x="117500" y="50666"/>
                  </a:cubicBezTo>
                  <a:cubicBezTo>
                    <a:pt x="117083" y="51111"/>
                    <a:pt x="114166" y="53777"/>
                    <a:pt x="114166" y="53777"/>
                  </a:cubicBezTo>
                  <a:cubicBezTo>
                    <a:pt x="111250" y="54666"/>
                    <a:pt x="111250" y="54666"/>
                    <a:pt x="111250" y="54666"/>
                  </a:cubicBezTo>
                  <a:cubicBezTo>
                    <a:pt x="108750" y="53777"/>
                    <a:pt x="108750" y="53777"/>
                    <a:pt x="108750" y="53777"/>
                  </a:cubicBezTo>
                  <a:cubicBezTo>
                    <a:pt x="108750" y="53777"/>
                    <a:pt x="108333" y="53333"/>
                    <a:pt x="106666" y="53777"/>
                  </a:cubicBezTo>
                  <a:cubicBezTo>
                    <a:pt x="105000" y="54666"/>
                    <a:pt x="105000" y="55111"/>
                    <a:pt x="105000" y="55111"/>
                  </a:cubicBezTo>
                  <a:cubicBezTo>
                    <a:pt x="104166" y="58222"/>
                    <a:pt x="104166" y="58222"/>
                    <a:pt x="104166" y="58222"/>
                  </a:cubicBezTo>
                  <a:cubicBezTo>
                    <a:pt x="104166" y="59555"/>
                    <a:pt x="104166" y="59555"/>
                    <a:pt x="104166" y="59555"/>
                  </a:cubicBezTo>
                  <a:cubicBezTo>
                    <a:pt x="105833" y="60888"/>
                    <a:pt x="105833" y="60888"/>
                    <a:pt x="105833" y="60888"/>
                  </a:cubicBezTo>
                  <a:cubicBezTo>
                    <a:pt x="107916" y="61333"/>
                    <a:pt x="107916" y="61333"/>
                    <a:pt x="107916" y="61333"/>
                  </a:cubicBezTo>
                  <a:cubicBezTo>
                    <a:pt x="109166" y="63111"/>
                    <a:pt x="109166" y="63111"/>
                    <a:pt x="109166" y="63111"/>
                  </a:cubicBezTo>
                  <a:cubicBezTo>
                    <a:pt x="110000" y="64444"/>
                    <a:pt x="110000" y="64444"/>
                    <a:pt x="110000" y="64444"/>
                  </a:cubicBezTo>
                  <a:cubicBezTo>
                    <a:pt x="109166" y="66222"/>
                    <a:pt x="109166" y="66222"/>
                    <a:pt x="109166" y="66222"/>
                  </a:cubicBezTo>
                  <a:cubicBezTo>
                    <a:pt x="110000" y="67111"/>
                    <a:pt x="110000" y="67111"/>
                    <a:pt x="110000" y="67111"/>
                  </a:cubicBezTo>
                  <a:cubicBezTo>
                    <a:pt x="111666" y="68000"/>
                    <a:pt x="111666" y="68000"/>
                    <a:pt x="111666" y="68000"/>
                  </a:cubicBezTo>
                  <a:cubicBezTo>
                    <a:pt x="110833" y="68888"/>
                    <a:pt x="110833" y="68888"/>
                    <a:pt x="110833" y="68888"/>
                  </a:cubicBezTo>
                  <a:cubicBezTo>
                    <a:pt x="112083" y="71555"/>
                    <a:pt x="112083" y="71555"/>
                    <a:pt x="112083" y="71555"/>
                  </a:cubicBezTo>
                  <a:cubicBezTo>
                    <a:pt x="112916" y="72888"/>
                    <a:pt x="112916" y="72888"/>
                    <a:pt x="112916" y="72888"/>
                  </a:cubicBezTo>
                  <a:cubicBezTo>
                    <a:pt x="112083" y="73777"/>
                    <a:pt x="112083" y="73777"/>
                    <a:pt x="112083" y="73777"/>
                  </a:cubicBezTo>
                  <a:cubicBezTo>
                    <a:pt x="113333" y="74222"/>
                    <a:pt x="113333" y="74222"/>
                    <a:pt x="113333" y="74222"/>
                  </a:cubicBezTo>
                  <a:cubicBezTo>
                    <a:pt x="115000" y="74222"/>
                    <a:pt x="115000" y="74222"/>
                    <a:pt x="115000" y="74222"/>
                  </a:cubicBezTo>
                  <a:cubicBezTo>
                    <a:pt x="115000" y="75555"/>
                    <a:pt x="115000" y="75555"/>
                    <a:pt x="115000" y="75555"/>
                  </a:cubicBezTo>
                  <a:cubicBezTo>
                    <a:pt x="117916" y="77333"/>
                    <a:pt x="117916" y="77333"/>
                    <a:pt x="117916" y="77333"/>
                  </a:cubicBezTo>
                  <a:cubicBezTo>
                    <a:pt x="117083" y="77333"/>
                    <a:pt x="117083" y="77333"/>
                    <a:pt x="117083" y="77333"/>
                  </a:cubicBezTo>
                  <a:cubicBezTo>
                    <a:pt x="113750" y="78222"/>
                    <a:pt x="113750" y="78222"/>
                    <a:pt x="113750" y="78222"/>
                  </a:cubicBezTo>
                  <a:cubicBezTo>
                    <a:pt x="112083" y="80888"/>
                    <a:pt x="112083" y="80888"/>
                    <a:pt x="112083" y="80888"/>
                  </a:cubicBezTo>
                  <a:cubicBezTo>
                    <a:pt x="107083" y="80888"/>
                    <a:pt x="107083" y="80888"/>
                    <a:pt x="107083" y="80888"/>
                  </a:cubicBezTo>
                  <a:cubicBezTo>
                    <a:pt x="106250" y="86222"/>
                    <a:pt x="106250" y="86222"/>
                    <a:pt x="106250" y="86222"/>
                  </a:cubicBezTo>
                  <a:cubicBezTo>
                    <a:pt x="105000" y="89777"/>
                    <a:pt x="105000" y="89777"/>
                    <a:pt x="105000" y="89777"/>
                  </a:cubicBezTo>
                  <a:cubicBezTo>
                    <a:pt x="103750" y="93777"/>
                    <a:pt x="103750" y="93777"/>
                    <a:pt x="103750" y="93777"/>
                  </a:cubicBezTo>
                  <a:cubicBezTo>
                    <a:pt x="104583" y="96000"/>
                    <a:pt x="104583" y="96000"/>
                    <a:pt x="104583" y="96000"/>
                  </a:cubicBezTo>
                  <a:cubicBezTo>
                    <a:pt x="105833" y="99111"/>
                    <a:pt x="105833" y="99111"/>
                    <a:pt x="105833" y="99111"/>
                  </a:cubicBezTo>
                  <a:cubicBezTo>
                    <a:pt x="108333" y="102222"/>
                    <a:pt x="108333" y="102222"/>
                    <a:pt x="108333" y="102222"/>
                  </a:cubicBezTo>
                  <a:cubicBezTo>
                    <a:pt x="108333" y="102222"/>
                    <a:pt x="108333" y="102222"/>
                    <a:pt x="108333" y="102222"/>
                  </a:cubicBezTo>
                  <a:cubicBezTo>
                    <a:pt x="105833" y="103111"/>
                    <a:pt x="105833" y="103111"/>
                    <a:pt x="105833" y="103111"/>
                  </a:cubicBezTo>
                  <a:cubicBezTo>
                    <a:pt x="104166" y="103555"/>
                    <a:pt x="104166" y="103555"/>
                    <a:pt x="104166" y="103555"/>
                  </a:cubicBezTo>
                  <a:cubicBezTo>
                    <a:pt x="102500" y="100888"/>
                    <a:pt x="102500" y="100888"/>
                    <a:pt x="102500" y="100888"/>
                  </a:cubicBezTo>
                  <a:cubicBezTo>
                    <a:pt x="100000" y="100000"/>
                    <a:pt x="100000" y="100000"/>
                    <a:pt x="100000" y="100000"/>
                  </a:cubicBezTo>
                  <a:cubicBezTo>
                    <a:pt x="97083" y="101333"/>
                    <a:pt x="97083" y="101333"/>
                    <a:pt x="97083" y="101333"/>
                  </a:cubicBezTo>
                  <a:cubicBezTo>
                    <a:pt x="94166" y="102222"/>
                    <a:pt x="94166" y="102222"/>
                    <a:pt x="94166" y="102222"/>
                  </a:cubicBezTo>
                  <a:cubicBezTo>
                    <a:pt x="93333" y="102222"/>
                    <a:pt x="93333" y="102222"/>
                    <a:pt x="93333" y="102222"/>
                  </a:cubicBezTo>
                  <a:cubicBezTo>
                    <a:pt x="92500" y="104000"/>
                    <a:pt x="92500" y="104000"/>
                    <a:pt x="92500" y="104000"/>
                  </a:cubicBezTo>
                  <a:cubicBezTo>
                    <a:pt x="90000" y="105333"/>
                    <a:pt x="90000" y="105333"/>
                    <a:pt x="90000" y="105333"/>
                  </a:cubicBezTo>
                  <a:cubicBezTo>
                    <a:pt x="90000" y="105333"/>
                    <a:pt x="89166" y="104444"/>
                    <a:pt x="88750" y="104000"/>
                  </a:cubicBezTo>
                  <a:cubicBezTo>
                    <a:pt x="88333" y="103555"/>
                    <a:pt x="87083" y="102666"/>
                    <a:pt x="87083" y="102666"/>
                  </a:cubicBezTo>
                  <a:cubicBezTo>
                    <a:pt x="87083" y="102666"/>
                    <a:pt x="86666" y="101777"/>
                    <a:pt x="86250" y="101333"/>
                  </a:cubicBezTo>
                  <a:cubicBezTo>
                    <a:pt x="85833" y="101333"/>
                    <a:pt x="83333" y="103111"/>
                    <a:pt x="83333" y="103111"/>
                  </a:cubicBezTo>
                  <a:cubicBezTo>
                    <a:pt x="83333" y="103111"/>
                    <a:pt x="81250" y="104444"/>
                    <a:pt x="81250" y="104888"/>
                  </a:cubicBezTo>
                  <a:cubicBezTo>
                    <a:pt x="81666" y="104888"/>
                    <a:pt x="81250" y="107111"/>
                    <a:pt x="81250" y="107111"/>
                  </a:cubicBezTo>
                  <a:cubicBezTo>
                    <a:pt x="78333" y="104444"/>
                    <a:pt x="78333" y="104444"/>
                    <a:pt x="78333" y="104444"/>
                  </a:cubicBezTo>
                  <a:cubicBezTo>
                    <a:pt x="76250" y="106222"/>
                    <a:pt x="76250" y="106222"/>
                    <a:pt x="76250" y="106222"/>
                  </a:cubicBezTo>
                  <a:cubicBezTo>
                    <a:pt x="74583" y="104888"/>
                    <a:pt x="74583" y="104888"/>
                    <a:pt x="74583" y="104888"/>
                  </a:cubicBezTo>
                  <a:cubicBezTo>
                    <a:pt x="73750" y="104444"/>
                    <a:pt x="73750" y="104444"/>
                    <a:pt x="73750" y="104444"/>
                  </a:cubicBezTo>
                  <a:cubicBezTo>
                    <a:pt x="71250" y="107555"/>
                    <a:pt x="71250" y="107555"/>
                    <a:pt x="71250" y="107555"/>
                  </a:cubicBezTo>
                  <a:cubicBezTo>
                    <a:pt x="69583" y="106666"/>
                    <a:pt x="69583" y="106666"/>
                    <a:pt x="69583" y="106666"/>
                  </a:cubicBezTo>
                  <a:cubicBezTo>
                    <a:pt x="68750" y="109777"/>
                    <a:pt x="68750" y="109777"/>
                    <a:pt x="68750" y="109777"/>
                  </a:cubicBezTo>
                  <a:cubicBezTo>
                    <a:pt x="66666" y="108000"/>
                    <a:pt x="66666" y="108000"/>
                    <a:pt x="66666" y="108000"/>
                  </a:cubicBezTo>
                  <a:cubicBezTo>
                    <a:pt x="66666" y="108000"/>
                    <a:pt x="64583" y="107555"/>
                    <a:pt x="64166" y="107555"/>
                  </a:cubicBezTo>
                  <a:cubicBezTo>
                    <a:pt x="63750" y="107555"/>
                    <a:pt x="62500" y="109333"/>
                    <a:pt x="62500" y="109333"/>
                  </a:cubicBezTo>
                  <a:cubicBezTo>
                    <a:pt x="60416" y="107555"/>
                    <a:pt x="60416" y="107555"/>
                    <a:pt x="60416" y="107555"/>
                  </a:cubicBezTo>
                  <a:cubicBezTo>
                    <a:pt x="58750" y="106222"/>
                    <a:pt x="58750" y="106222"/>
                    <a:pt x="58750" y="106222"/>
                  </a:cubicBezTo>
                  <a:cubicBezTo>
                    <a:pt x="58750" y="106222"/>
                    <a:pt x="54166" y="106666"/>
                    <a:pt x="53750" y="106666"/>
                  </a:cubicBezTo>
                  <a:cubicBezTo>
                    <a:pt x="53333" y="106666"/>
                    <a:pt x="50416" y="106222"/>
                    <a:pt x="50416" y="106222"/>
                  </a:cubicBezTo>
                  <a:cubicBezTo>
                    <a:pt x="46666" y="107111"/>
                    <a:pt x="46666" y="107111"/>
                    <a:pt x="46666" y="107111"/>
                  </a:cubicBezTo>
                  <a:cubicBezTo>
                    <a:pt x="41250" y="107111"/>
                    <a:pt x="41250" y="107111"/>
                    <a:pt x="41250" y="107111"/>
                  </a:cubicBezTo>
                  <a:cubicBezTo>
                    <a:pt x="36250" y="107555"/>
                    <a:pt x="36250" y="107555"/>
                    <a:pt x="36250" y="107555"/>
                  </a:cubicBezTo>
                  <a:cubicBezTo>
                    <a:pt x="32500" y="107555"/>
                    <a:pt x="32500" y="107555"/>
                    <a:pt x="32500" y="107555"/>
                  </a:cubicBezTo>
                  <a:cubicBezTo>
                    <a:pt x="29583" y="109777"/>
                    <a:pt x="29583" y="109777"/>
                    <a:pt x="29583" y="109777"/>
                  </a:cubicBezTo>
                  <a:cubicBezTo>
                    <a:pt x="26666" y="110222"/>
                    <a:pt x="26666" y="110222"/>
                    <a:pt x="26666" y="110222"/>
                  </a:cubicBezTo>
                  <a:cubicBezTo>
                    <a:pt x="23333" y="110666"/>
                    <a:pt x="23333" y="110666"/>
                    <a:pt x="23333" y="110666"/>
                  </a:cubicBezTo>
                  <a:cubicBezTo>
                    <a:pt x="22916" y="110666"/>
                    <a:pt x="22916" y="110666"/>
                    <a:pt x="22916" y="110666"/>
                  </a:cubicBezTo>
                  <a:cubicBezTo>
                    <a:pt x="22500" y="111111"/>
                    <a:pt x="22500" y="111111"/>
                    <a:pt x="22500" y="111111"/>
                  </a:cubicBezTo>
                  <a:cubicBezTo>
                    <a:pt x="21250" y="112000"/>
                    <a:pt x="21250" y="112000"/>
                    <a:pt x="21250" y="112000"/>
                  </a:cubicBezTo>
                  <a:cubicBezTo>
                    <a:pt x="21250" y="112444"/>
                    <a:pt x="21250" y="112444"/>
                    <a:pt x="21250" y="112444"/>
                  </a:cubicBezTo>
                  <a:cubicBezTo>
                    <a:pt x="20416" y="113333"/>
                    <a:pt x="20416" y="113333"/>
                    <a:pt x="20416" y="113333"/>
                  </a:cubicBezTo>
                  <a:cubicBezTo>
                    <a:pt x="20000" y="115555"/>
                    <a:pt x="20000" y="115555"/>
                    <a:pt x="20000" y="115555"/>
                  </a:cubicBezTo>
                  <a:cubicBezTo>
                    <a:pt x="19583" y="116444"/>
                    <a:pt x="18750" y="117333"/>
                    <a:pt x="18333" y="118222"/>
                  </a:cubicBezTo>
                  <a:cubicBezTo>
                    <a:pt x="18333" y="118222"/>
                    <a:pt x="18333" y="118222"/>
                    <a:pt x="18333" y="118222"/>
                  </a:cubicBezTo>
                  <a:cubicBezTo>
                    <a:pt x="18333" y="118222"/>
                    <a:pt x="17083" y="117777"/>
                    <a:pt x="17083" y="118666"/>
                  </a:cubicBezTo>
                  <a:cubicBezTo>
                    <a:pt x="17083" y="119111"/>
                    <a:pt x="17083" y="119111"/>
                    <a:pt x="17083" y="119111"/>
                  </a:cubicBezTo>
                  <a:cubicBezTo>
                    <a:pt x="15833" y="119555"/>
                    <a:pt x="13750" y="118666"/>
                    <a:pt x="13750" y="118666"/>
                  </a:cubicBezTo>
                  <a:cubicBezTo>
                    <a:pt x="11250" y="120000"/>
                    <a:pt x="11250" y="120000"/>
                    <a:pt x="11250" y="120000"/>
                  </a:cubicBezTo>
                  <a:cubicBezTo>
                    <a:pt x="11250" y="120000"/>
                    <a:pt x="11250" y="120000"/>
                    <a:pt x="11250" y="120000"/>
                  </a:cubicBezTo>
                  <a:cubicBezTo>
                    <a:pt x="11250" y="119555"/>
                    <a:pt x="10416" y="117777"/>
                    <a:pt x="10416" y="117777"/>
                  </a:cubicBezTo>
                  <a:cubicBezTo>
                    <a:pt x="10416" y="117777"/>
                    <a:pt x="10833" y="114666"/>
                    <a:pt x="10833" y="114666"/>
                  </a:cubicBezTo>
                  <a:cubicBezTo>
                    <a:pt x="10833" y="114222"/>
                    <a:pt x="10416" y="110666"/>
                    <a:pt x="10416" y="110666"/>
                  </a:cubicBezTo>
                  <a:cubicBezTo>
                    <a:pt x="10416" y="108888"/>
                    <a:pt x="10416" y="108888"/>
                    <a:pt x="10416" y="108888"/>
                  </a:cubicBezTo>
                  <a:cubicBezTo>
                    <a:pt x="7916" y="107111"/>
                    <a:pt x="7916" y="107111"/>
                    <a:pt x="7916" y="107111"/>
                  </a:cubicBezTo>
                  <a:cubicBezTo>
                    <a:pt x="7916" y="107111"/>
                    <a:pt x="5000" y="106666"/>
                    <a:pt x="4166" y="106666"/>
                  </a:cubicBezTo>
                  <a:cubicBezTo>
                    <a:pt x="3750" y="106666"/>
                    <a:pt x="3333" y="105333"/>
                    <a:pt x="3333" y="105333"/>
                  </a:cubicBezTo>
                  <a:cubicBezTo>
                    <a:pt x="3750" y="104000"/>
                    <a:pt x="3750" y="104000"/>
                    <a:pt x="3750" y="104000"/>
                  </a:cubicBezTo>
                  <a:cubicBezTo>
                    <a:pt x="5000" y="100000"/>
                    <a:pt x="5000" y="100000"/>
                    <a:pt x="5000" y="100000"/>
                  </a:cubicBezTo>
                  <a:cubicBezTo>
                    <a:pt x="7083" y="96888"/>
                    <a:pt x="7083" y="96888"/>
                    <a:pt x="7083" y="96888"/>
                  </a:cubicBezTo>
                  <a:cubicBezTo>
                    <a:pt x="8750" y="96000"/>
                    <a:pt x="8750" y="96000"/>
                    <a:pt x="8750" y="96000"/>
                  </a:cubicBezTo>
                  <a:cubicBezTo>
                    <a:pt x="8750" y="96000"/>
                    <a:pt x="10416" y="93333"/>
                    <a:pt x="10833" y="92888"/>
                  </a:cubicBezTo>
                  <a:cubicBezTo>
                    <a:pt x="11250" y="92888"/>
                    <a:pt x="10833" y="90666"/>
                    <a:pt x="10416" y="90666"/>
                  </a:cubicBezTo>
                  <a:cubicBezTo>
                    <a:pt x="10416" y="90222"/>
                    <a:pt x="10416" y="88888"/>
                    <a:pt x="10416" y="88444"/>
                  </a:cubicBezTo>
                  <a:cubicBezTo>
                    <a:pt x="10416" y="87555"/>
                    <a:pt x="9166" y="86222"/>
                    <a:pt x="9166" y="86222"/>
                  </a:cubicBezTo>
                  <a:cubicBezTo>
                    <a:pt x="8750" y="82666"/>
                    <a:pt x="8750" y="82666"/>
                    <a:pt x="8750" y="82666"/>
                  </a:cubicBezTo>
                  <a:cubicBezTo>
                    <a:pt x="7916" y="81777"/>
                    <a:pt x="7916" y="81777"/>
                    <a:pt x="7916" y="81777"/>
                  </a:cubicBezTo>
                  <a:cubicBezTo>
                    <a:pt x="7916" y="81333"/>
                    <a:pt x="7916" y="81333"/>
                    <a:pt x="7916" y="81333"/>
                  </a:cubicBezTo>
                  <a:cubicBezTo>
                    <a:pt x="5416" y="77777"/>
                    <a:pt x="5416" y="77777"/>
                    <a:pt x="5416" y="77777"/>
                  </a:cubicBezTo>
                  <a:cubicBezTo>
                    <a:pt x="3333" y="72888"/>
                    <a:pt x="3333" y="72888"/>
                    <a:pt x="3333" y="72888"/>
                  </a:cubicBezTo>
                  <a:cubicBezTo>
                    <a:pt x="3333" y="72888"/>
                    <a:pt x="833" y="68444"/>
                    <a:pt x="416" y="66666"/>
                  </a:cubicBezTo>
                  <a:cubicBezTo>
                    <a:pt x="0" y="65333"/>
                    <a:pt x="0" y="65333"/>
                    <a:pt x="0" y="65333"/>
                  </a:cubicBezTo>
                  <a:cubicBezTo>
                    <a:pt x="3750" y="64444"/>
                    <a:pt x="3750" y="64444"/>
                    <a:pt x="3750" y="64444"/>
                  </a:cubicBezTo>
                  <a:cubicBezTo>
                    <a:pt x="7916" y="62666"/>
                    <a:pt x="7916" y="62666"/>
                    <a:pt x="7916" y="62666"/>
                  </a:cubicBezTo>
                  <a:cubicBezTo>
                    <a:pt x="10416" y="63111"/>
                    <a:pt x="10416" y="63111"/>
                    <a:pt x="10416" y="63111"/>
                  </a:cubicBezTo>
                  <a:cubicBezTo>
                    <a:pt x="13333" y="62666"/>
                    <a:pt x="13333" y="62666"/>
                    <a:pt x="13333" y="62666"/>
                  </a:cubicBezTo>
                  <a:cubicBezTo>
                    <a:pt x="15000" y="60444"/>
                    <a:pt x="15000" y="60444"/>
                    <a:pt x="15000" y="60444"/>
                  </a:cubicBezTo>
                  <a:cubicBezTo>
                    <a:pt x="17083" y="60444"/>
                    <a:pt x="17083" y="60444"/>
                    <a:pt x="17083" y="60444"/>
                  </a:cubicBezTo>
                  <a:cubicBezTo>
                    <a:pt x="16250" y="57333"/>
                    <a:pt x="16250" y="57333"/>
                    <a:pt x="16250" y="57333"/>
                  </a:cubicBezTo>
                  <a:cubicBezTo>
                    <a:pt x="16250" y="57333"/>
                    <a:pt x="16666" y="56000"/>
                    <a:pt x="17083" y="56444"/>
                  </a:cubicBezTo>
                  <a:cubicBezTo>
                    <a:pt x="17916" y="56444"/>
                    <a:pt x="19583" y="56444"/>
                    <a:pt x="19583" y="56444"/>
                  </a:cubicBezTo>
                  <a:cubicBezTo>
                    <a:pt x="20416" y="54666"/>
                    <a:pt x="20416" y="54666"/>
                    <a:pt x="20416" y="54666"/>
                  </a:cubicBezTo>
                  <a:cubicBezTo>
                    <a:pt x="20416" y="53777"/>
                    <a:pt x="20416" y="53777"/>
                    <a:pt x="20416" y="53777"/>
                  </a:cubicBezTo>
                  <a:cubicBezTo>
                    <a:pt x="23333" y="52888"/>
                    <a:pt x="23333" y="52888"/>
                    <a:pt x="23333" y="52888"/>
                  </a:cubicBezTo>
                  <a:cubicBezTo>
                    <a:pt x="24583" y="51555"/>
                    <a:pt x="24583" y="51555"/>
                    <a:pt x="24583" y="51555"/>
                  </a:cubicBezTo>
                  <a:cubicBezTo>
                    <a:pt x="25416" y="52444"/>
                    <a:pt x="25416" y="52444"/>
                    <a:pt x="25416" y="52444"/>
                  </a:cubicBezTo>
                  <a:cubicBezTo>
                    <a:pt x="25000" y="54222"/>
                    <a:pt x="25000" y="54222"/>
                    <a:pt x="25000" y="54222"/>
                  </a:cubicBezTo>
                  <a:cubicBezTo>
                    <a:pt x="27083" y="53777"/>
                    <a:pt x="27083" y="53777"/>
                    <a:pt x="27083" y="53777"/>
                  </a:cubicBezTo>
                  <a:cubicBezTo>
                    <a:pt x="27916" y="51111"/>
                    <a:pt x="27916" y="51111"/>
                    <a:pt x="27916" y="51111"/>
                  </a:cubicBezTo>
                  <a:cubicBezTo>
                    <a:pt x="27083" y="50666"/>
                    <a:pt x="27083" y="50666"/>
                    <a:pt x="27083" y="50666"/>
                  </a:cubicBezTo>
                  <a:cubicBezTo>
                    <a:pt x="25000" y="49777"/>
                    <a:pt x="25000" y="49777"/>
                    <a:pt x="25000" y="49777"/>
                  </a:cubicBezTo>
                  <a:cubicBezTo>
                    <a:pt x="25000" y="49777"/>
                    <a:pt x="24166" y="50222"/>
                    <a:pt x="24166" y="49333"/>
                  </a:cubicBezTo>
                  <a:cubicBezTo>
                    <a:pt x="24583" y="48000"/>
                    <a:pt x="25416" y="45777"/>
                    <a:pt x="25416" y="45777"/>
                  </a:cubicBezTo>
                  <a:cubicBezTo>
                    <a:pt x="25000" y="43111"/>
                    <a:pt x="25000" y="43111"/>
                    <a:pt x="25000" y="43111"/>
                  </a:cubicBezTo>
                  <a:cubicBezTo>
                    <a:pt x="24583" y="40000"/>
                    <a:pt x="24583" y="40000"/>
                    <a:pt x="24583" y="40000"/>
                  </a:cubicBezTo>
                  <a:cubicBezTo>
                    <a:pt x="25000" y="38222"/>
                    <a:pt x="25000" y="38222"/>
                    <a:pt x="25000" y="38222"/>
                  </a:cubicBezTo>
                  <a:cubicBezTo>
                    <a:pt x="25000" y="36444"/>
                    <a:pt x="25000" y="36444"/>
                    <a:pt x="25000" y="36444"/>
                  </a:cubicBezTo>
                  <a:cubicBezTo>
                    <a:pt x="25833" y="34666"/>
                    <a:pt x="25833" y="34666"/>
                    <a:pt x="25833" y="34666"/>
                  </a:cubicBezTo>
                  <a:cubicBezTo>
                    <a:pt x="29166" y="33333"/>
                    <a:pt x="29166" y="33333"/>
                    <a:pt x="29166" y="33333"/>
                  </a:cubicBezTo>
                  <a:cubicBezTo>
                    <a:pt x="29166" y="30222"/>
                    <a:pt x="29166" y="30222"/>
                    <a:pt x="29166" y="30222"/>
                  </a:cubicBezTo>
                  <a:cubicBezTo>
                    <a:pt x="30416" y="28888"/>
                    <a:pt x="30416" y="28888"/>
                    <a:pt x="30416" y="28888"/>
                  </a:cubicBezTo>
                  <a:lnTo>
                    <a:pt x="33750" y="29333"/>
                  </a:lnTo>
                  <a:close/>
                </a:path>
              </a:pathLst>
            </a:custGeom>
            <a:grp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5" name="Shape 2032">
              <a:extLst>
                <a:ext uri="{FF2B5EF4-FFF2-40B4-BE49-F238E27FC236}">
                  <a16:creationId xmlns:a16="http://schemas.microsoft.com/office/drawing/2014/main" id="{ED80A9B8-235F-4789-95C1-9E29D6BD6D94}"/>
                </a:ext>
              </a:extLst>
            </p:cNvPr>
            <p:cNvSpPr/>
            <p:nvPr/>
          </p:nvSpPr>
          <p:spPr>
            <a:xfrm>
              <a:off x="6376066" y="2862203"/>
              <a:ext cx="354016" cy="336671"/>
            </a:xfrm>
            <a:custGeom>
              <a:avLst/>
              <a:gdLst/>
              <a:ahLst/>
              <a:cxnLst/>
              <a:rect l="0" t="0" r="0" b="0"/>
              <a:pathLst>
                <a:path w="120000" h="120000" extrusionOk="0">
                  <a:moveTo>
                    <a:pt x="76645" y="120000"/>
                  </a:moveTo>
                  <a:cubicBezTo>
                    <a:pt x="77419" y="116842"/>
                    <a:pt x="77419" y="116842"/>
                    <a:pt x="77419" y="116842"/>
                  </a:cubicBezTo>
                  <a:cubicBezTo>
                    <a:pt x="77419" y="116842"/>
                    <a:pt x="79741" y="116052"/>
                    <a:pt x="80516" y="116052"/>
                  </a:cubicBezTo>
                  <a:cubicBezTo>
                    <a:pt x="81290" y="115263"/>
                    <a:pt x="82064" y="116052"/>
                    <a:pt x="82838" y="115263"/>
                  </a:cubicBezTo>
                  <a:cubicBezTo>
                    <a:pt x="83612" y="115263"/>
                    <a:pt x="85161" y="114473"/>
                    <a:pt x="85161" y="114473"/>
                  </a:cubicBezTo>
                  <a:cubicBezTo>
                    <a:pt x="84387" y="114473"/>
                    <a:pt x="84387" y="114473"/>
                    <a:pt x="84387" y="114473"/>
                  </a:cubicBezTo>
                  <a:cubicBezTo>
                    <a:pt x="84387" y="112894"/>
                    <a:pt x="84387" y="112894"/>
                    <a:pt x="84387" y="112894"/>
                  </a:cubicBezTo>
                  <a:cubicBezTo>
                    <a:pt x="85161" y="111315"/>
                    <a:pt x="85161" y="111315"/>
                    <a:pt x="85161" y="111315"/>
                  </a:cubicBezTo>
                  <a:cubicBezTo>
                    <a:pt x="82064" y="109736"/>
                    <a:pt x="82064" y="109736"/>
                    <a:pt x="82064" y="109736"/>
                  </a:cubicBezTo>
                  <a:cubicBezTo>
                    <a:pt x="82838" y="108157"/>
                    <a:pt x="82838" y="108157"/>
                    <a:pt x="82838" y="108157"/>
                  </a:cubicBezTo>
                  <a:cubicBezTo>
                    <a:pt x="82838" y="108157"/>
                    <a:pt x="82064" y="106578"/>
                    <a:pt x="82838" y="106578"/>
                  </a:cubicBezTo>
                  <a:cubicBezTo>
                    <a:pt x="83612" y="106578"/>
                    <a:pt x="83612" y="104210"/>
                    <a:pt x="83612" y="104210"/>
                  </a:cubicBezTo>
                  <a:cubicBezTo>
                    <a:pt x="84387" y="102631"/>
                    <a:pt x="84387" y="102631"/>
                    <a:pt x="84387" y="102631"/>
                  </a:cubicBezTo>
                  <a:cubicBezTo>
                    <a:pt x="85935" y="102631"/>
                    <a:pt x="85935" y="102631"/>
                    <a:pt x="85935" y="102631"/>
                  </a:cubicBezTo>
                  <a:cubicBezTo>
                    <a:pt x="85935" y="102631"/>
                    <a:pt x="85935" y="101052"/>
                    <a:pt x="86709" y="100263"/>
                  </a:cubicBezTo>
                  <a:cubicBezTo>
                    <a:pt x="86709" y="100263"/>
                    <a:pt x="87483" y="99473"/>
                    <a:pt x="87483" y="99473"/>
                  </a:cubicBezTo>
                  <a:cubicBezTo>
                    <a:pt x="86709" y="97105"/>
                    <a:pt x="86709" y="97105"/>
                    <a:pt x="86709" y="97105"/>
                  </a:cubicBezTo>
                  <a:cubicBezTo>
                    <a:pt x="86709" y="97105"/>
                    <a:pt x="85161" y="94736"/>
                    <a:pt x="85935" y="94736"/>
                  </a:cubicBezTo>
                  <a:cubicBezTo>
                    <a:pt x="86709" y="94736"/>
                    <a:pt x="87483" y="93947"/>
                    <a:pt x="87483" y="93947"/>
                  </a:cubicBezTo>
                  <a:cubicBezTo>
                    <a:pt x="87483" y="93947"/>
                    <a:pt x="89806" y="91578"/>
                    <a:pt x="90580" y="91578"/>
                  </a:cubicBezTo>
                  <a:cubicBezTo>
                    <a:pt x="90580" y="91578"/>
                    <a:pt x="92129" y="90000"/>
                    <a:pt x="92129" y="89210"/>
                  </a:cubicBezTo>
                  <a:cubicBezTo>
                    <a:pt x="91354" y="88421"/>
                    <a:pt x="90580" y="87631"/>
                    <a:pt x="90580" y="87631"/>
                  </a:cubicBezTo>
                  <a:cubicBezTo>
                    <a:pt x="91354" y="84473"/>
                    <a:pt x="91354" y="84473"/>
                    <a:pt x="91354" y="84473"/>
                  </a:cubicBezTo>
                  <a:cubicBezTo>
                    <a:pt x="91354" y="84473"/>
                    <a:pt x="92129" y="82894"/>
                    <a:pt x="91354" y="82894"/>
                  </a:cubicBezTo>
                  <a:cubicBezTo>
                    <a:pt x="90580" y="82105"/>
                    <a:pt x="89032" y="82105"/>
                    <a:pt x="89032" y="82105"/>
                  </a:cubicBezTo>
                  <a:cubicBezTo>
                    <a:pt x="87483" y="80526"/>
                    <a:pt x="87483" y="80526"/>
                    <a:pt x="87483" y="80526"/>
                  </a:cubicBezTo>
                  <a:cubicBezTo>
                    <a:pt x="87483" y="78157"/>
                    <a:pt x="87483" y="78157"/>
                    <a:pt x="87483" y="78157"/>
                  </a:cubicBezTo>
                  <a:cubicBezTo>
                    <a:pt x="85935" y="75789"/>
                    <a:pt x="85935" y="75789"/>
                    <a:pt x="85935" y="75789"/>
                  </a:cubicBezTo>
                  <a:cubicBezTo>
                    <a:pt x="85935" y="75789"/>
                    <a:pt x="85935" y="74210"/>
                    <a:pt x="85935" y="73421"/>
                  </a:cubicBezTo>
                  <a:cubicBezTo>
                    <a:pt x="86709" y="73421"/>
                    <a:pt x="88258" y="70263"/>
                    <a:pt x="88258" y="69473"/>
                  </a:cubicBezTo>
                  <a:cubicBezTo>
                    <a:pt x="89032" y="69473"/>
                    <a:pt x="92129" y="66315"/>
                    <a:pt x="92129" y="66315"/>
                  </a:cubicBezTo>
                  <a:cubicBezTo>
                    <a:pt x="93677" y="70263"/>
                    <a:pt x="93677" y="70263"/>
                    <a:pt x="93677" y="70263"/>
                  </a:cubicBezTo>
                  <a:cubicBezTo>
                    <a:pt x="93677" y="73421"/>
                    <a:pt x="93677" y="73421"/>
                    <a:pt x="93677" y="73421"/>
                  </a:cubicBezTo>
                  <a:cubicBezTo>
                    <a:pt x="93677" y="73421"/>
                    <a:pt x="92903" y="75000"/>
                    <a:pt x="93677" y="75000"/>
                  </a:cubicBezTo>
                  <a:cubicBezTo>
                    <a:pt x="95225" y="74210"/>
                    <a:pt x="95225" y="72631"/>
                    <a:pt x="95225" y="72631"/>
                  </a:cubicBezTo>
                  <a:cubicBezTo>
                    <a:pt x="96000" y="71842"/>
                    <a:pt x="96000" y="71842"/>
                    <a:pt x="96000" y="71842"/>
                  </a:cubicBezTo>
                  <a:cubicBezTo>
                    <a:pt x="96000" y="71842"/>
                    <a:pt x="94451" y="69473"/>
                    <a:pt x="95225" y="69473"/>
                  </a:cubicBezTo>
                  <a:cubicBezTo>
                    <a:pt x="96000" y="69473"/>
                    <a:pt x="96000" y="67894"/>
                    <a:pt x="96000" y="69473"/>
                  </a:cubicBezTo>
                  <a:cubicBezTo>
                    <a:pt x="96774" y="70263"/>
                    <a:pt x="96774" y="71842"/>
                    <a:pt x="97548" y="71052"/>
                  </a:cubicBezTo>
                  <a:cubicBezTo>
                    <a:pt x="99096" y="71052"/>
                    <a:pt x="99096" y="71842"/>
                    <a:pt x="99096" y="71052"/>
                  </a:cubicBezTo>
                  <a:cubicBezTo>
                    <a:pt x="99870" y="70263"/>
                    <a:pt x="99870" y="69473"/>
                    <a:pt x="99870" y="69473"/>
                  </a:cubicBezTo>
                  <a:cubicBezTo>
                    <a:pt x="100645" y="68684"/>
                    <a:pt x="100645" y="68684"/>
                    <a:pt x="100645" y="68684"/>
                  </a:cubicBezTo>
                  <a:cubicBezTo>
                    <a:pt x="100645" y="68684"/>
                    <a:pt x="100645" y="70263"/>
                    <a:pt x="101419" y="70263"/>
                  </a:cubicBezTo>
                  <a:cubicBezTo>
                    <a:pt x="102193" y="70263"/>
                    <a:pt x="103741" y="70263"/>
                    <a:pt x="103741" y="70263"/>
                  </a:cubicBezTo>
                  <a:cubicBezTo>
                    <a:pt x="105290" y="71052"/>
                    <a:pt x="105290" y="71052"/>
                    <a:pt x="105290" y="71052"/>
                  </a:cubicBezTo>
                  <a:cubicBezTo>
                    <a:pt x="105290" y="71052"/>
                    <a:pt x="106064" y="71052"/>
                    <a:pt x="106064" y="70263"/>
                  </a:cubicBezTo>
                  <a:cubicBezTo>
                    <a:pt x="106064" y="69473"/>
                    <a:pt x="106064" y="68684"/>
                    <a:pt x="106064" y="68684"/>
                  </a:cubicBezTo>
                  <a:cubicBezTo>
                    <a:pt x="107612" y="67894"/>
                    <a:pt x="107612" y="67894"/>
                    <a:pt x="107612" y="67894"/>
                  </a:cubicBezTo>
                  <a:cubicBezTo>
                    <a:pt x="107612" y="65526"/>
                    <a:pt x="107612" y="65526"/>
                    <a:pt x="107612" y="65526"/>
                  </a:cubicBezTo>
                  <a:cubicBezTo>
                    <a:pt x="110709" y="67894"/>
                    <a:pt x="110709" y="67894"/>
                    <a:pt x="110709" y="67894"/>
                  </a:cubicBezTo>
                  <a:cubicBezTo>
                    <a:pt x="111483" y="70263"/>
                    <a:pt x="111483" y="70263"/>
                    <a:pt x="111483" y="70263"/>
                  </a:cubicBezTo>
                  <a:cubicBezTo>
                    <a:pt x="113032" y="69473"/>
                    <a:pt x="113032" y="69473"/>
                    <a:pt x="113032" y="69473"/>
                  </a:cubicBezTo>
                  <a:cubicBezTo>
                    <a:pt x="113806" y="67105"/>
                    <a:pt x="113806" y="67105"/>
                    <a:pt x="113806" y="67105"/>
                  </a:cubicBezTo>
                  <a:cubicBezTo>
                    <a:pt x="113806" y="67105"/>
                    <a:pt x="116129" y="67105"/>
                    <a:pt x="116903" y="66315"/>
                  </a:cubicBezTo>
                  <a:cubicBezTo>
                    <a:pt x="117677" y="66315"/>
                    <a:pt x="120000" y="65526"/>
                    <a:pt x="120000" y="65526"/>
                  </a:cubicBezTo>
                  <a:cubicBezTo>
                    <a:pt x="120000" y="64736"/>
                    <a:pt x="118451" y="63947"/>
                    <a:pt x="117677" y="64736"/>
                  </a:cubicBezTo>
                  <a:cubicBezTo>
                    <a:pt x="116903" y="64736"/>
                    <a:pt x="115354" y="65526"/>
                    <a:pt x="114580" y="64736"/>
                  </a:cubicBezTo>
                  <a:cubicBezTo>
                    <a:pt x="114580" y="63947"/>
                    <a:pt x="113032" y="62368"/>
                    <a:pt x="113032" y="62368"/>
                  </a:cubicBezTo>
                  <a:cubicBezTo>
                    <a:pt x="111483" y="62368"/>
                    <a:pt x="111483" y="62368"/>
                    <a:pt x="111483" y="62368"/>
                  </a:cubicBezTo>
                  <a:cubicBezTo>
                    <a:pt x="111483" y="62368"/>
                    <a:pt x="109935" y="61578"/>
                    <a:pt x="110709" y="60789"/>
                  </a:cubicBezTo>
                  <a:cubicBezTo>
                    <a:pt x="111483" y="60000"/>
                    <a:pt x="112258" y="60000"/>
                    <a:pt x="112258" y="60000"/>
                  </a:cubicBezTo>
                  <a:cubicBezTo>
                    <a:pt x="112258" y="60000"/>
                    <a:pt x="111483" y="58421"/>
                    <a:pt x="111483" y="57631"/>
                  </a:cubicBezTo>
                  <a:cubicBezTo>
                    <a:pt x="111483" y="56842"/>
                    <a:pt x="111483" y="55263"/>
                    <a:pt x="110709" y="54473"/>
                  </a:cubicBezTo>
                  <a:cubicBezTo>
                    <a:pt x="110709" y="54473"/>
                    <a:pt x="109161" y="51315"/>
                    <a:pt x="109161" y="51315"/>
                  </a:cubicBezTo>
                  <a:cubicBezTo>
                    <a:pt x="109161" y="49736"/>
                    <a:pt x="109161" y="49736"/>
                    <a:pt x="109161" y="49736"/>
                  </a:cubicBezTo>
                  <a:cubicBezTo>
                    <a:pt x="107612" y="50526"/>
                    <a:pt x="107612" y="50526"/>
                    <a:pt x="107612" y="50526"/>
                  </a:cubicBezTo>
                  <a:cubicBezTo>
                    <a:pt x="106064" y="48947"/>
                    <a:pt x="106064" y="48947"/>
                    <a:pt x="106064" y="48947"/>
                  </a:cubicBezTo>
                  <a:cubicBezTo>
                    <a:pt x="106064" y="48947"/>
                    <a:pt x="104516" y="48947"/>
                    <a:pt x="104516" y="49736"/>
                  </a:cubicBezTo>
                  <a:cubicBezTo>
                    <a:pt x="103741" y="49736"/>
                    <a:pt x="102967" y="48947"/>
                    <a:pt x="102967" y="48947"/>
                  </a:cubicBezTo>
                  <a:cubicBezTo>
                    <a:pt x="101419" y="48947"/>
                    <a:pt x="101419" y="48947"/>
                    <a:pt x="101419" y="48947"/>
                  </a:cubicBezTo>
                  <a:cubicBezTo>
                    <a:pt x="101419" y="48947"/>
                    <a:pt x="101419" y="48947"/>
                    <a:pt x="99870" y="48947"/>
                  </a:cubicBezTo>
                  <a:cubicBezTo>
                    <a:pt x="99096" y="48947"/>
                    <a:pt x="97548" y="48157"/>
                    <a:pt x="96774" y="48157"/>
                  </a:cubicBezTo>
                  <a:cubicBezTo>
                    <a:pt x="96774" y="47368"/>
                    <a:pt x="96774" y="46578"/>
                    <a:pt x="96774" y="46578"/>
                  </a:cubicBezTo>
                  <a:cubicBezTo>
                    <a:pt x="97548" y="45789"/>
                    <a:pt x="97548" y="45000"/>
                    <a:pt x="97548" y="45000"/>
                  </a:cubicBezTo>
                  <a:cubicBezTo>
                    <a:pt x="97548" y="45000"/>
                    <a:pt x="97548" y="42631"/>
                    <a:pt x="96774" y="42631"/>
                  </a:cubicBezTo>
                  <a:cubicBezTo>
                    <a:pt x="96000" y="42631"/>
                    <a:pt x="94451" y="42631"/>
                    <a:pt x="94451" y="42631"/>
                  </a:cubicBezTo>
                  <a:cubicBezTo>
                    <a:pt x="92903" y="41842"/>
                    <a:pt x="92903" y="41842"/>
                    <a:pt x="92903" y="41842"/>
                  </a:cubicBezTo>
                  <a:cubicBezTo>
                    <a:pt x="95225" y="41052"/>
                    <a:pt x="95225" y="41052"/>
                    <a:pt x="95225" y="41052"/>
                  </a:cubicBezTo>
                  <a:cubicBezTo>
                    <a:pt x="94451" y="39473"/>
                    <a:pt x="94451" y="39473"/>
                    <a:pt x="94451" y="39473"/>
                  </a:cubicBezTo>
                  <a:cubicBezTo>
                    <a:pt x="94451" y="39473"/>
                    <a:pt x="94451" y="37894"/>
                    <a:pt x="94451" y="37894"/>
                  </a:cubicBezTo>
                  <a:cubicBezTo>
                    <a:pt x="94451" y="37105"/>
                    <a:pt x="93677" y="36315"/>
                    <a:pt x="93677" y="36315"/>
                  </a:cubicBezTo>
                  <a:cubicBezTo>
                    <a:pt x="93677" y="33157"/>
                    <a:pt x="93677" y="33157"/>
                    <a:pt x="93677" y="33157"/>
                  </a:cubicBezTo>
                  <a:cubicBezTo>
                    <a:pt x="92129" y="33157"/>
                    <a:pt x="92129" y="33157"/>
                    <a:pt x="92129" y="33157"/>
                  </a:cubicBezTo>
                  <a:cubicBezTo>
                    <a:pt x="90580" y="32368"/>
                    <a:pt x="90580" y="32368"/>
                    <a:pt x="90580" y="32368"/>
                  </a:cubicBezTo>
                  <a:cubicBezTo>
                    <a:pt x="89806" y="34736"/>
                    <a:pt x="89806" y="34736"/>
                    <a:pt x="89806" y="34736"/>
                  </a:cubicBezTo>
                  <a:cubicBezTo>
                    <a:pt x="88258" y="35526"/>
                    <a:pt x="88258" y="35526"/>
                    <a:pt x="88258" y="35526"/>
                  </a:cubicBezTo>
                  <a:cubicBezTo>
                    <a:pt x="87483" y="33157"/>
                    <a:pt x="87483" y="33157"/>
                    <a:pt x="87483" y="33157"/>
                  </a:cubicBezTo>
                  <a:cubicBezTo>
                    <a:pt x="85935" y="32368"/>
                    <a:pt x="85935" y="32368"/>
                    <a:pt x="85935" y="32368"/>
                  </a:cubicBezTo>
                  <a:cubicBezTo>
                    <a:pt x="85161" y="32368"/>
                    <a:pt x="85161" y="32368"/>
                    <a:pt x="85161" y="32368"/>
                  </a:cubicBezTo>
                  <a:cubicBezTo>
                    <a:pt x="83612" y="30000"/>
                    <a:pt x="83612" y="30000"/>
                    <a:pt x="83612" y="30000"/>
                  </a:cubicBezTo>
                  <a:cubicBezTo>
                    <a:pt x="82064" y="30000"/>
                    <a:pt x="82064" y="30000"/>
                    <a:pt x="82064" y="30000"/>
                  </a:cubicBezTo>
                  <a:cubicBezTo>
                    <a:pt x="82064" y="30000"/>
                    <a:pt x="81290" y="32368"/>
                    <a:pt x="80516" y="30789"/>
                  </a:cubicBezTo>
                  <a:cubicBezTo>
                    <a:pt x="79741" y="30000"/>
                    <a:pt x="79741" y="27631"/>
                    <a:pt x="79741" y="27631"/>
                  </a:cubicBezTo>
                  <a:cubicBezTo>
                    <a:pt x="78967" y="26842"/>
                    <a:pt x="78967" y="26842"/>
                    <a:pt x="78967" y="26842"/>
                  </a:cubicBezTo>
                  <a:cubicBezTo>
                    <a:pt x="79741" y="25263"/>
                    <a:pt x="79741" y="25263"/>
                    <a:pt x="79741" y="25263"/>
                  </a:cubicBezTo>
                  <a:cubicBezTo>
                    <a:pt x="79741" y="22894"/>
                    <a:pt x="79741" y="22894"/>
                    <a:pt x="79741" y="22894"/>
                  </a:cubicBezTo>
                  <a:cubicBezTo>
                    <a:pt x="79741" y="22894"/>
                    <a:pt x="78967" y="21315"/>
                    <a:pt x="78967" y="21315"/>
                  </a:cubicBezTo>
                  <a:cubicBezTo>
                    <a:pt x="78967" y="20526"/>
                    <a:pt x="78193" y="18947"/>
                    <a:pt x="78193" y="18947"/>
                  </a:cubicBezTo>
                  <a:cubicBezTo>
                    <a:pt x="78967" y="17368"/>
                    <a:pt x="78967" y="17368"/>
                    <a:pt x="78967" y="17368"/>
                  </a:cubicBezTo>
                  <a:cubicBezTo>
                    <a:pt x="77419" y="16578"/>
                    <a:pt x="77419" y="16578"/>
                    <a:pt x="77419" y="16578"/>
                  </a:cubicBezTo>
                  <a:cubicBezTo>
                    <a:pt x="77419" y="14210"/>
                    <a:pt x="77419" y="14210"/>
                    <a:pt x="77419" y="14210"/>
                  </a:cubicBezTo>
                  <a:cubicBezTo>
                    <a:pt x="77419" y="13421"/>
                    <a:pt x="77419" y="13421"/>
                    <a:pt x="77419" y="13421"/>
                  </a:cubicBezTo>
                  <a:cubicBezTo>
                    <a:pt x="75096" y="12631"/>
                    <a:pt x="75096" y="12631"/>
                    <a:pt x="75096" y="12631"/>
                  </a:cubicBezTo>
                  <a:cubicBezTo>
                    <a:pt x="75096" y="12631"/>
                    <a:pt x="75096" y="11842"/>
                    <a:pt x="74322" y="11052"/>
                  </a:cubicBezTo>
                  <a:cubicBezTo>
                    <a:pt x="74322" y="11052"/>
                    <a:pt x="72774" y="9473"/>
                    <a:pt x="72774" y="9473"/>
                  </a:cubicBezTo>
                  <a:cubicBezTo>
                    <a:pt x="72774" y="9473"/>
                    <a:pt x="72000" y="9473"/>
                    <a:pt x="72000" y="10263"/>
                  </a:cubicBezTo>
                  <a:cubicBezTo>
                    <a:pt x="71225" y="11052"/>
                    <a:pt x="71225" y="12631"/>
                    <a:pt x="70451" y="12631"/>
                  </a:cubicBezTo>
                  <a:cubicBezTo>
                    <a:pt x="70451" y="12631"/>
                    <a:pt x="71225" y="12631"/>
                    <a:pt x="68903" y="12631"/>
                  </a:cubicBezTo>
                  <a:cubicBezTo>
                    <a:pt x="67354" y="11842"/>
                    <a:pt x="67354" y="11842"/>
                    <a:pt x="66580" y="11052"/>
                  </a:cubicBezTo>
                  <a:cubicBezTo>
                    <a:pt x="65806" y="11052"/>
                    <a:pt x="64258" y="9473"/>
                    <a:pt x="64258" y="9473"/>
                  </a:cubicBezTo>
                  <a:cubicBezTo>
                    <a:pt x="63483" y="6315"/>
                    <a:pt x="63483" y="6315"/>
                    <a:pt x="63483" y="6315"/>
                  </a:cubicBezTo>
                  <a:cubicBezTo>
                    <a:pt x="61935" y="6315"/>
                    <a:pt x="61935" y="6315"/>
                    <a:pt x="61935" y="6315"/>
                  </a:cubicBezTo>
                  <a:cubicBezTo>
                    <a:pt x="61935" y="6315"/>
                    <a:pt x="64258" y="7105"/>
                    <a:pt x="61161" y="7105"/>
                  </a:cubicBezTo>
                  <a:cubicBezTo>
                    <a:pt x="58064" y="7105"/>
                    <a:pt x="54967" y="7105"/>
                    <a:pt x="54967" y="7105"/>
                  </a:cubicBezTo>
                  <a:cubicBezTo>
                    <a:pt x="54193" y="8684"/>
                    <a:pt x="54193" y="8684"/>
                    <a:pt x="54193" y="8684"/>
                  </a:cubicBezTo>
                  <a:cubicBezTo>
                    <a:pt x="54193" y="8684"/>
                    <a:pt x="53419" y="10263"/>
                    <a:pt x="53419" y="11052"/>
                  </a:cubicBezTo>
                  <a:cubicBezTo>
                    <a:pt x="53419" y="11052"/>
                    <a:pt x="54193" y="11842"/>
                    <a:pt x="53419" y="11052"/>
                  </a:cubicBezTo>
                  <a:cubicBezTo>
                    <a:pt x="53419" y="10263"/>
                    <a:pt x="52645" y="10263"/>
                    <a:pt x="52645" y="9473"/>
                  </a:cubicBezTo>
                  <a:cubicBezTo>
                    <a:pt x="52645" y="9473"/>
                    <a:pt x="52645" y="8684"/>
                    <a:pt x="52645" y="8684"/>
                  </a:cubicBezTo>
                  <a:cubicBezTo>
                    <a:pt x="52645" y="7894"/>
                    <a:pt x="51096" y="7105"/>
                    <a:pt x="51096" y="7105"/>
                  </a:cubicBezTo>
                  <a:cubicBezTo>
                    <a:pt x="50322" y="8684"/>
                    <a:pt x="50322" y="8684"/>
                    <a:pt x="50322" y="8684"/>
                  </a:cubicBezTo>
                  <a:cubicBezTo>
                    <a:pt x="50322" y="8684"/>
                    <a:pt x="51096" y="9473"/>
                    <a:pt x="49548" y="9473"/>
                  </a:cubicBezTo>
                  <a:cubicBezTo>
                    <a:pt x="48774" y="10263"/>
                    <a:pt x="48774" y="10263"/>
                    <a:pt x="48774" y="10263"/>
                  </a:cubicBezTo>
                  <a:cubicBezTo>
                    <a:pt x="48774" y="9473"/>
                    <a:pt x="49548" y="8684"/>
                    <a:pt x="49548" y="8684"/>
                  </a:cubicBezTo>
                  <a:cubicBezTo>
                    <a:pt x="49548" y="8684"/>
                    <a:pt x="50322" y="7105"/>
                    <a:pt x="50322" y="7105"/>
                  </a:cubicBezTo>
                  <a:cubicBezTo>
                    <a:pt x="50322" y="7105"/>
                    <a:pt x="50322" y="5526"/>
                    <a:pt x="49548" y="5526"/>
                  </a:cubicBezTo>
                  <a:cubicBezTo>
                    <a:pt x="49548" y="5526"/>
                    <a:pt x="48000" y="5526"/>
                    <a:pt x="47225" y="5526"/>
                  </a:cubicBezTo>
                  <a:cubicBezTo>
                    <a:pt x="47225" y="5526"/>
                    <a:pt x="46451" y="6315"/>
                    <a:pt x="46451" y="6315"/>
                  </a:cubicBezTo>
                  <a:cubicBezTo>
                    <a:pt x="46451" y="6315"/>
                    <a:pt x="47225" y="7105"/>
                    <a:pt x="46451" y="7105"/>
                  </a:cubicBezTo>
                  <a:cubicBezTo>
                    <a:pt x="46451" y="7105"/>
                    <a:pt x="45677" y="7105"/>
                    <a:pt x="45677" y="7894"/>
                  </a:cubicBezTo>
                  <a:cubicBezTo>
                    <a:pt x="44903" y="7894"/>
                    <a:pt x="44903" y="6315"/>
                    <a:pt x="44903" y="6315"/>
                  </a:cubicBezTo>
                  <a:cubicBezTo>
                    <a:pt x="44903" y="6315"/>
                    <a:pt x="44129" y="5526"/>
                    <a:pt x="44129" y="5526"/>
                  </a:cubicBezTo>
                  <a:cubicBezTo>
                    <a:pt x="44129" y="6315"/>
                    <a:pt x="43354" y="7894"/>
                    <a:pt x="43354" y="7894"/>
                  </a:cubicBezTo>
                  <a:cubicBezTo>
                    <a:pt x="42580" y="7894"/>
                    <a:pt x="42580" y="7894"/>
                    <a:pt x="42580" y="7105"/>
                  </a:cubicBezTo>
                  <a:cubicBezTo>
                    <a:pt x="41806" y="7105"/>
                    <a:pt x="41806" y="5526"/>
                    <a:pt x="41806" y="5526"/>
                  </a:cubicBezTo>
                  <a:cubicBezTo>
                    <a:pt x="41032" y="4736"/>
                    <a:pt x="41032" y="4736"/>
                    <a:pt x="41032" y="4736"/>
                  </a:cubicBezTo>
                  <a:cubicBezTo>
                    <a:pt x="41032" y="4736"/>
                    <a:pt x="38709" y="4736"/>
                    <a:pt x="37935" y="4736"/>
                  </a:cubicBezTo>
                  <a:cubicBezTo>
                    <a:pt x="37935" y="4736"/>
                    <a:pt x="36387" y="4736"/>
                    <a:pt x="36387" y="3947"/>
                  </a:cubicBezTo>
                  <a:cubicBezTo>
                    <a:pt x="35612" y="3157"/>
                    <a:pt x="34838" y="3157"/>
                    <a:pt x="34838" y="3157"/>
                  </a:cubicBezTo>
                  <a:cubicBezTo>
                    <a:pt x="34838" y="3157"/>
                    <a:pt x="34838" y="3157"/>
                    <a:pt x="34064" y="2368"/>
                  </a:cubicBezTo>
                  <a:cubicBezTo>
                    <a:pt x="33290" y="2368"/>
                    <a:pt x="33290" y="2368"/>
                    <a:pt x="32516" y="2368"/>
                  </a:cubicBezTo>
                  <a:cubicBezTo>
                    <a:pt x="31741" y="1578"/>
                    <a:pt x="32516" y="1578"/>
                    <a:pt x="30967" y="1578"/>
                  </a:cubicBezTo>
                  <a:cubicBezTo>
                    <a:pt x="29419" y="1578"/>
                    <a:pt x="29419" y="3157"/>
                    <a:pt x="28645" y="2368"/>
                  </a:cubicBezTo>
                  <a:cubicBezTo>
                    <a:pt x="27096" y="2368"/>
                    <a:pt x="27096" y="2368"/>
                    <a:pt x="27096" y="2368"/>
                  </a:cubicBezTo>
                  <a:cubicBezTo>
                    <a:pt x="26322" y="1578"/>
                    <a:pt x="26322" y="1578"/>
                    <a:pt x="26322" y="1578"/>
                  </a:cubicBezTo>
                  <a:cubicBezTo>
                    <a:pt x="26322" y="789"/>
                    <a:pt x="25548" y="0"/>
                    <a:pt x="25548" y="789"/>
                  </a:cubicBezTo>
                  <a:cubicBezTo>
                    <a:pt x="25548" y="2368"/>
                    <a:pt x="25548" y="1578"/>
                    <a:pt x="24774" y="2368"/>
                  </a:cubicBezTo>
                  <a:cubicBezTo>
                    <a:pt x="24774" y="3157"/>
                    <a:pt x="23225" y="3947"/>
                    <a:pt x="23225" y="3947"/>
                  </a:cubicBezTo>
                  <a:cubicBezTo>
                    <a:pt x="23225" y="3947"/>
                    <a:pt x="22451" y="3947"/>
                    <a:pt x="22451" y="4736"/>
                  </a:cubicBezTo>
                  <a:cubicBezTo>
                    <a:pt x="22451" y="4736"/>
                    <a:pt x="21677" y="5526"/>
                    <a:pt x="21677" y="5526"/>
                  </a:cubicBezTo>
                  <a:cubicBezTo>
                    <a:pt x="21677" y="5526"/>
                    <a:pt x="21677" y="4736"/>
                    <a:pt x="20903" y="4736"/>
                  </a:cubicBezTo>
                  <a:cubicBezTo>
                    <a:pt x="20903" y="4736"/>
                    <a:pt x="20903" y="4736"/>
                    <a:pt x="20903" y="4736"/>
                  </a:cubicBezTo>
                  <a:cubicBezTo>
                    <a:pt x="20903" y="4736"/>
                    <a:pt x="19354" y="4736"/>
                    <a:pt x="19354" y="5526"/>
                  </a:cubicBezTo>
                  <a:cubicBezTo>
                    <a:pt x="19354" y="5526"/>
                    <a:pt x="19354" y="6315"/>
                    <a:pt x="19354" y="7105"/>
                  </a:cubicBezTo>
                  <a:cubicBezTo>
                    <a:pt x="19354" y="7105"/>
                    <a:pt x="18580" y="7894"/>
                    <a:pt x="18580" y="7894"/>
                  </a:cubicBezTo>
                  <a:cubicBezTo>
                    <a:pt x="17032" y="8684"/>
                    <a:pt x="17032" y="8684"/>
                    <a:pt x="17032" y="8684"/>
                  </a:cubicBezTo>
                  <a:cubicBezTo>
                    <a:pt x="17032" y="8684"/>
                    <a:pt x="17032" y="8684"/>
                    <a:pt x="16258" y="8684"/>
                  </a:cubicBezTo>
                  <a:cubicBezTo>
                    <a:pt x="15483" y="8684"/>
                    <a:pt x="13935" y="8684"/>
                    <a:pt x="13935" y="8684"/>
                  </a:cubicBezTo>
                  <a:cubicBezTo>
                    <a:pt x="13161" y="8684"/>
                    <a:pt x="12387" y="8684"/>
                    <a:pt x="12387" y="8684"/>
                  </a:cubicBezTo>
                  <a:cubicBezTo>
                    <a:pt x="12387" y="9473"/>
                    <a:pt x="12387" y="9473"/>
                    <a:pt x="12387" y="9473"/>
                  </a:cubicBezTo>
                  <a:cubicBezTo>
                    <a:pt x="11612" y="10263"/>
                    <a:pt x="11612" y="10263"/>
                    <a:pt x="11612" y="10263"/>
                  </a:cubicBezTo>
                  <a:cubicBezTo>
                    <a:pt x="11612" y="10263"/>
                    <a:pt x="10838" y="11842"/>
                    <a:pt x="10064" y="11052"/>
                  </a:cubicBezTo>
                  <a:cubicBezTo>
                    <a:pt x="10064" y="11052"/>
                    <a:pt x="9290" y="11052"/>
                    <a:pt x="9290" y="11052"/>
                  </a:cubicBezTo>
                  <a:cubicBezTo>
                    <a:pt x="7741" y="10263"/>
                    <a:pt x="7741" y="10263"/>
                    <a:pt x="7741" y="10263"/>
                  </a:cubicBezTo>
                  <a:cubicBezTo>
                    <a:pt x="7741" y="10263"/>
                    <a:pt x="6967" y="11052"/>
                    <a:pt x="6967" y="11052"/>
                  </a:cubicBezTo>
                  <a:cubicBezTo>
                    <a:pt x="6967" y="11052"/>
                    <a:pt x="6193" y="11052"/>
                    <a:pt x="6193" y="11052"/>
                  </a:cubicBezTo>
                  <a:cubicBezTo>
                    <a:pt x="6193" y="11052"/>
                    <a:pt x="6193" y="11052"/>
                    <a:pt x="6193" y="11052"/>
                  </a:cubicBezTo>
                  <a:cubicBezTo>
                    <a:pt x="6193" y="11052"/>
                    <a:pt x="6193" y="11842"/>
                    <a:pt x="6967" y="12631"/>
                  </a:cubicBezTo>
                  <a:cubicBezTo>
                    <a:pt x="6967" y="12631"/>
                    <a:pt x="6967" y="13421"/>
                    <a:pt x="6967" y="14210"/>
                  </a:cubicBezTo>
                  <a:cubicBezTo>
                    <a:pt x="6967" y="14210"/>
                    <a:pt x="6193" y="15000"/>
                    <a:pt x="6193" y="15000"/>
                  </a:cubicBezTo>
                  <a:cubicBezTo>
                    <a:pt x="5419" y="15000"/>
                    <a:pt x="4645" y="14210"/>
                    <a:pt x="4645" y="14210"/>
                  </a:cubicBezTo>
                  <a:cubicBezTo>
                    <a:pt x="4645" y="14210"/>
                    <a:pt x="4645" y="13421"/>
                    <a:pt x="3870" y="13421"/>
                  </a:cubicBezTo>
                  <a:cubicBezTo>
                    <a:pt x="3870" y="14210"/>
                    <a:pt x="1548" y="15000"/>
                    <a:pt x="1548" y="15000"/>
                  </a:cubicBezTo>
                  <a:cubicBezTo>
                    <a:pt x="1548" y="16578"/>
                    <a:pt x="1548" y="16578"/>
                    <a:pt x="1548" y="16578"/>
                  </a:cubicBezTo>
                  <a:cubicBezTo>
                    <a:pt x="0" y="17368"/>
                    <a:pt x="0" y="17368"/>
                    <a:pt x="0" y="17368"/>
                  </a:cubicBezTo>
                  <a:cubicBezTo>
                    <a:pt x="3870" y="17368"/>
                    <a:pt x="3870" y="17368"/>
                    <a:pt x="3870" y="17368"/>
                  </a:cubicBezTo>
                  <a:cubicBezTo>
                    <a:pt x="4645" y="17368"/>
                    <a:pt x="4645" y="17368"/>
                    <a:pt x="4645" y="17368"/>
                  </a:cubicBezTo>
                  <a:cubicBezTo>
                    <a:pt x="6193" y="17368"/>
                    <a:pt x="6193" y="17368"/>
                    <a:pt x="6193" y="17368"/>
                  </a:cubicBezTo>
                  <a:cubicBezTo>
                    <a:pt x="6967" y="16578"/>
                    <a:pt x="6967" y="16578"/>
                    <a:pt x="6967" y="16578"/>
                  </a:cubicBezTo>
                  <a:cubicBezTo>
                    <a:pt x="6967" y="16578"/>
                    <a:pt x="7741" y="16578"/>
                    <a:pt x="7741" y="17368"/>
                  </a:cubicBezTo>
                  <a:cubicBezTo>
                    <a:pt x="7741" y="17368"/>
                    <a:pt x="9290" y="18157"/>
                    <a:pt x="9290" y="18157"/>
                  </a:cubicBezTo>
                  <a:cubicBezTo>
                    <a:pt x="9290" y="18157"/>
                    <a:pt x="9290" y="18157"/>
                    <a:pt x="9290" y="18157"/>
                  </a:cubicBezTo>
                  <a:cubicBezTo>
                    <a:pt x="11612" y="17368"/>
                    <a:pt x="11612" y="17368"/>
                    <a:pt x="11612" y="17368"/>
                  </a:cubicBezTo>
                  <a:cubicBezTo>
                    <a:pt x="11612" y="18157"/>
                    <a:pt x="11612" y="18157"/>
                    <a:pt x="11612" y="18157"/>
                  </a:cubicBezTo>
                  <a:cubicBezTo>
                    <a:pt x="11612" y="18157"/>
                    <a:pt x="11612" y="18947"/>
                    <a:pt x="12387" y="18947"/>
                  </a:cubicBezTo>
                  <a:cubicBezTo>
                    <a:pt x="13161" y="18947"/>
                    <a:pt x="13161" y="18947"/>
                    <a:pt x="13161" y="18947"/>
                  </a:cubicBezTo>
                  <a:cubicBezTo>
                    <a:pt x="13161" y="20526"/>
                    <a:pt x="13161" y="20526"/>
                    <a:pt x="13161" y="20526"/>
                  </a:cubicBezTo>
                  <a:cubicBezTo>
                    <a:pt x="14709" y="20526"/>
                    <a:pt x="14709" y="20526"/>
                    <a:pt x="14709" y="20526"/>
                  </a:cubicBezTo>
                  <a:cubicBezTo>
                    <a:pt x="14709" y="20526"/>
                    <a:pt x="15483" y="20526"/>
                    <a:pt x="15483" y="20526"/>
                  </a:cubicBezTo>
                  <a:cubicBezTo>
                    <a:pt x="15483" y="20526"/>
                    <a:pt x="15483" y="21315"/>
                    <a:pt x="15483" y="21315"/>
                  </a:cubicBezTo>
                  <a:cubicBezTo>
                    <a:pt x="15483" y="21315"/>
                    <a:pt x="16258" y="22105"/>
                    <a:pt x="17032" y="22894"/>
                  </a:cubicBezTo>
                  <a:cubicBezTo>
                    <a:pt x="17032" y="22894"/>
                    <a:pt x="17806" y="23684"/>
                    <a:pt x="17806" y="23684"/>
                  </a:cubicBezTo>
                  <a:cubicBezTo>
                    <a:pt x="18580" y="24473"/>
                    <a:pt x="18580" y="24473"/>
                    <a:pt x="18580" y="24473"/>
                  </a:cubicBezTo>
                  <a:cubicBezTo>
                    <a:pt x="19354" y="25263"/>
                    <a:pt x="19354" y="25263"/>
                    <a:pt x="19354" y="25263"/>
                  </a:cubicBezTo>
                  <a:cubicBezTo>
                    <a:pt x="20129" y="26052"/>
                    <a:pt x="20129" y="26052"/>
                    <a:pt x="20129" y="26052"/>
                  </a:cubicBezTo>
                  <a:cubicBezTo>
                    <a:pt x="20129" y="26052"/>
                    <a:pt x="20129" y="26052"/>
                    <a:pt x="20129" y="26052"/>
                  </a:cubicBezTo>
                  <a:cubicBezTo>
                    <a:pt x="20129" y="26842"/>
                    <a:pt x="20129" y="27631"/>
                    <a:pt x="20903" y="27631"/>
                  </a:cubicBezTo>
                  <a:cubicBezTo>
                    <a:pt x="20903" y="27631"/>
                    <a:pt x="20903" y="27631"/>
                    <a:pt x="21677" y="27631"/>
                  </a:cubicBezTo>
                  <a:cubicBezTo>
                    <a:pt x="21677" y="27631"/>
                    <a:pt x="21677" y="27631"/>
                    <a:pt x="21677" y="28421"/>
                  </a:cubicBezTo>
                  <a:cubicBezTo>
                    <a:pt x="21677" y="28421"/>
                    <a:pt x="21677" y="28421"/>
                    <a:pt x="22451" y="29210"/>
                  </a:cubicBezTo>
                  <a:cubicBezTo>
                    <a:pt x="22451" y="29210"/>
                    <a:pt x="23225" y="30000"/>
                    <a:pt x="23225" y="30000"/>
                  </a:cubicBezTo>
                  <a:cubicBezTo>
                    <a:pt x="23225" y="30000"/>
                    <a:pt x="23225" y="30000"/>
                    <a:pt x="23225" y="30789"/>
                  </a:cubicBezTo>
                  <a:cubicBezTo>
                    <a:pt x="23225" y="31578"/>
                    <a:pt x="24000" y="32368"/>
                    <a:pt x="24000" y="32368"/>
                  </a:cubicBezTo>
                  <a:cubicBezTo>
                    <a:pt x="24000" y="33157"/>
                    <a:pt x="24774" y="33157"/>
                    <a:pt x="24774" y="33157"/>
                  </a:cubicBezTo>
                  <a:cubicBezTo>
                    <a:pt x="24774" y="33157"/>
                    <a:pt x="24774" y="33157"/>
                    <a:pt x="24774" y="33157"/>
                  </a:cubicBezTo>
                  <a:cubicBezTo>
                    <a:pt x="24774" y="33157"/>
                    <a:pt x="25548" y="33157"/>
                    <a:pt x="25548" y="33947"/>
                  </a:cubicBezTo>
                  <a:cubicBezTo>
                    <a:pt x="25548" y="34736"/>
                    <a:pt x="24774" y="35526"/>
                    <a:pt x="25548" y="35526"/>
                  </a:cubicBezTo>
                  <a:cubicBezTo>
                    <a:pt x="25548" y="35526"/>
                    <a:pt x="26322" y="37105"/>
                    <a:pt x="27096" y="37105"/>
                  </a:cubicBezTo>
                  <a:cubicBezTo>
                    <a:pt x="27870" y="37105"/>
                    <a:pt x="27870" y="37105"/>
                    <a:pt x="27870" y="37105"/>
                  </a:cubicBezTo>
                  <a:cubicBezTo>
                    <a:pt x="28645" y="37105"/>
                    <a:pt x="28645" y="38684"/>
                    <a:pt x="29419" y="38684"/>
                  </a:cubicBezTo>
                  <a:cubicBezTo>
                    <a:pt x="29419" y="39473"/>
                    <a:pt x="29419" y="39473"/>
                    <a:pt x="30193" y="39473"/>
                  </a:cubicBezTo>
                  <a:cubicBezTo>
                    <a:pt x="30967" y="39473"/>
                    <a:pt x="30967" y="39473"/>
                    <a:pt x="30967" y="39473"/>
                  </a:cubicBezTo>
                  <a:cubicBezTo>
                    <a:pt x="30967" y="39473"/>
                    <a:pt x="30967" y="39473"/>
                    <a:pt x="30967" y="40263"/>
                  </a:cubicBezTo>
                  <a:cubicBezTo>
                    <a:pt x="31741" y="40263"/>
                    <a:pt x="33290" y="41842"/>
                    <a:pt x="33290" y="41842"/>
                  </a:cubicBezTo>
                  <a:cubicBezTo>
                    <a:pt x="33290" y="41842"/>
                    <a:pt x="34064" y="42631"/>
                    <a:pt x="34064" y="42631"/>
                  </a:cubicBezTo>
                  <a:cubicBezTo>
                    <a:pt x="34064" y="42631"/>
                    <a:pt x="34838" y="42631"/>
                    <a:pt x="35612" y="42631"/>
                  </a:cubicBezTo>
                  <a:cubicBezTo>
                    <a:pt x="35612" y="42631"/>
                    <a:pt x="36387" y="42631"/>
                    <a:pt x="36387" y="43421"/>
                  </a:cubicBezTo>
                  <a:cubicBezTo>
                    <a:pt x="36387" y="44210"/>
                    <a:pt x="37161" y="44210"/>
                    <a:pt x="37161" y="45000"/>
                  </a:cubicBezTo>
                  <a:cubicBezTo>
                    <a:pt x="37161" y="45789"/>
                    <a:pt x="37935" y="45789"/>
                    <a:pt x="37935" y="46578"/>
                  </a:cubicBezTo>
                  <a:cubicBezTo>
                    <a:pt x="37935" y="46578"/>
                    <a:pt x="38709" y="48157"/>
                    <a:pt x="38709" y="48157"/>
                  </a:cubicBezTo>
                  <a:cubicBezTo>
                    <a:pt x="43354" y="49736"/>
                    <a:pt x="43354" y="49736"/>
                    <a:pt x="43354" y="49736"/>
                  </a:cubicBezTo>
                  <a:cubicBezTo>
                    <a:pt x="44129" y="51315"/>
                    <a:pt x="44129" y="51315"/>
                    <a:pt x="44129" y="51315"/>
                  </a:cubicBezTo>
                  <a:cubicBezTo>
                    <a:pt x="44129" y="51315"/>
                    <a:pt x="44903" y="52894"/>
                    <a:pt x="44903" y="52894"/>
                  </a:cubicBezTo>
                  <a:cubicBezTo>
                    <a:pt x="45677" y="53684"/>
                    <a:pt x="46451" y="53684"/>
                    <a:pt x="46451" y="53684"/>
                  </a:cubicBezTo>
                  <a:cubicBezTo>
                    <a:pt x="48774" y="56052"/>
                    <a:pt x="48774" y="56052"/>
                    <a:pt x="48774" y="56052"/>
                  </a:cubicBezTo>
                  <a:cubicBezTo>
                    <a:pt x="51096" y="56842"/>
                    <a:pt x="51096" y="56842"/>
                    <a:pt x="51096" y="56842"/>
                  </a:cubicBezTo>
                  <a:cubicBezTo>
                    <a:pt x="51096" y="56842"/>
                    <a:pt x="52645" y="57631"/>
                    <a:pt x="53419" y="57631"/>
                  </a:cubicBezTo>
                  <a:cubicBezTo>
                    <a:pt x="53419" y="57631"/>
                    <a:pt x="54967" y="58421"/>
                    <a:pt x="55741" y="58421"/>
                  </a:cubicBezTo>
                  <a:cubicBezTo>
                    <a:pt x="55741" y="59210"/>
                    <a:pt x="56516" y="61578"/>
                    <a:pt x="56516" y="61578"/>
                  </a:cubicBezTo>
                  <a:cubicBezTo>
                    <a:pt x="57290" y="61578"/>
                    <a:pt x="58838" y="63157"/>
                    <a:pt x="58838" y="64736"/>
                  </a:cubicBezTo>
                  <a:cubicBezTo>
                    <a:pt x="59612" y="65526"/>
                    <a:pt x="59612" y="65526"/>
                    <a:pt x="59612" y="67105"/>
                  </a:cubicBezTo>
                  <a:cubicBezTo>
                    <a:pt x="60387" y="67894"/>
                    <a:pt x="61935" y="69473"/>
                    <a:pt x="61935" y="69473"/>
                  </a:cubicBezTo>
                  <a:cubicBezTo>
                    <a:pt x="61935" y="69473"/>
                    <a:pt x="61935" y="69473"/>
                    <a:pt x="62709" y="71052"/>
                  </a:cubicBezTo>
                  <a:cubicBezTo>
                    <a:pt x="63483" y="71842"/>
                    <a:pt x="64258" y="72631"/>
                    <a:pt x="64258" y="73421"/>
                  </a:cubicBezTo>
                  <a:cubicBezTo>
                    <a:pt x="64258" y="73421"/>
                    <a:pt x="64258" y="73421"/>
                    <a:pt x="64258" y="74210"/>
                  </a:cubicBezTo>
                  <a:cubicBezTo>
                    <a:pt x="64258" y="74210"/>
                    <a:pt x="64258" y="75000"/>
                    <a:pt x="64258" y="75000"/>
                  </a:cubicBezTo>
                  <a:cubicBezTo>
                    <a:pt x="64258" y="75000"/>
                    <a:pt x="65032" y="76578"/>
                    <a:pt x="65032" y="77368"/>
                  </a:cubicBezTo>
                  <a:cubicBezTo>
                    <a:pt x="65032" y="77368"/>
                    <a:pt x="65806" y="78947"/>
                    <a:pt x="65806" y="78947"/>
                  </a:cubicBezTo>
                  <a:cubicBezTo>
                    <a:pt x="65806" y="79736"/>
                    <a:pt x="65806" y="79736"/>
                    <a:pt x="65806" y="79736"/>
                  </a:cubicBezTo>
                  <a:cubicBezTo>
                    <a:pt x="66580" y="82105"/>
                    <a:pt x="66580" y="82105"/>
                    <a:pt x="66580" y="82105"/>
                  </a:cubicBezTo>
                  <a:cubicBezTo>
                    <a:pt x="65806" y="83684"/>
                    <a:pt x="65806" y="83684"/>
                    <a:pt x="65806" y="83684"/>
                  </a:cubicBezTo>
                  <a:cubicBezTo>
                    <a:pt x="65806" y="83684"/>
                    <a:pt x="65032" y="84473"/>
                    <a:pt x="65806" y="84473"/>
                  </a:cubicBezTo>
                  <a:cubicBezTo>
                    <a:pt x="66580" y="84473"/>
                    <a:pt x="67354" y="85263"/>
                    <a:pt x="66580" y="86052"/>
                  </a:cubicBezTo>
                  <a:cubicBezTo>
                    <a:pt x="66580" y="86052"/>
                    <a:pt x="65806" y="87631"/>
                    <a:pt x="65806" y="87631"/>
                  </a:cubicBezTo>
                  <a:cubicBezTo>
                    <a:pt x="65806" y="88421"/>
                    <a:pt x="65806" y="88421"/>
                    <a:pt x="65806" y="88421"/>
                  </a:cubicBezTo>
                  <a:cubicBezTo>
                    <a:pt x="65032" y="90000"/>
                    <a:pt x="65032" y="90000"/>
                    <a:pt x="65032" y="90000"/>
                  </a:cubicBezTo>
                  <a:cubicBezTo>
                    <a:pt x="65032" y="90000"/>
                    <a:pt x="66580" y="90789"/>
                    <a:pt x="66580" y="90789"/>
                  </a:cubicBezTo>
                  <a:cubicBezTo>
                    <a:pt x="66580" y="91578"/>
                    <a:pt x="67354" y="92368"/>
                    <a:pt x="66580" y="93157"/>
                  </a:cubicBezTo>
                  <a:cubicBezTo>
                    <a:pt x="66580" y="93157"/>
                    <a:pt x="66580" y="94736"/>
                    <a:pt x="66580" y="94736"/>
                  </a:cubicBezTo>
                  <a:cubicBezTo>
                    <a:pt x="66580" y="94736"/>
                    <a:pt x="66580" y="96315"/>
                    <a:pt x="66580" y="96315"/>
                  </a:cubicBezTo>
                  <a:cubicBezTo>
                    <a:pt x="66580" y="96315"/>
                    <a:pt x="68129" y="97105"/>
                    <a:pt x="67354" y="97894"/>
                  </a:cubicBezTo>
                  <a:cubicBezTo>
                    <a:pt x="67354" y="97894"/>
                    <a:pt x="67354" y="98684"/>
                    <a:pt x="67354" y="99473"/>
                  </a:cubicBezTo>
                  <a:cubicBezTo>
                    <a:pt x="68129" y="101052"/>
                    <a:pt x="69677" y="103421"/>
                    <a:pt x="69677" y="103421"/>
                  </a:cubicBezTo>
                  <a:cubicBezTo>
                    <a:pt x="69677" y="103421"/>
                    <a:pt x="70451" y="105000"/>
                    <a:pt x="70451" y="105000"/>
                  </a:cubicBezTo>
                  <a:cubicBezTo>
                    <a:pt x="70451" y="105789"/>
                    <a:pt x="69677" y="105789"/>
                    <a:pt x="70451" y="106578"/>
                  </a:cubicBezTo>
                  <a:cubicBezTo>
                    <a:pt x="70451" y="106578"/>
                    <a:pt x="69677" y="107368"/>
                    <a:pt x="70451" y="107368"/>
                  </a:cubicBezTo>
                  <a:cubicBezTo>
                    <a:pt x="71225" y="108157"/>
                    <a:pt x="72000" y="109736"/>
                    <a:pt x="72000" y="109736"/>
                  </a:cubicBezTo>
                  <a:cubicBezTo>
                    <a:pt x="72000" y="109736"/>
                    <a:pt x="72000" y="109736"/>
                    <a:pt x="72774" y="110526"/>
                  </a:cubicBezTo>
                  <a:cubicBezTo>
                    <a:pt x="72774" y="111315"/>
                    <a:pt x="72774" y="112894"/>
                    <a:pt x="72774" y="112894"/>
                  </a:cubicBezTo>
                  <a:cubicBezTo>
                    <a:pt x="72774" y="113684"/>
                    <a:pt x="73548" y="113684"/>
                    <a:pt x="72774" y="113684"/>
                  </a:cubicBezTo>
                  <a:cubicBezTo>
                    <a:pt x="72774" y="113684"/>
                    <a:pt x="72000" y="114473"/>
                    <a:pt x="72000" y="114473"/>
                  </a:cubicBezTo>
                  <a:cubicBezTo>
                    <a:pt x="71225" y="116052"/>
                    <a:pt x="71225" y="116052"/>
                    <a:pt x="71225" y="116052"/>
                  </a:cubicBezTo>
                  <a:cubicBezTo>
                    <a:pt x="71225" y="116052"/>
                    <a:pt x="72000" y="116842"/>
                    <a:pt x="72774" y="116842"/>
                  </a:cubicBezTo>
                  <a:cubicBezTo>
                    <a:pt x="72774" y="116842"/>
                    <a:pt x="73548" y="116842"/>
                    <a:pt x="73548" y="116842"/>
                  </a:cubicBezTo>
                  <a:cubicBezTo>
                    <a:pt x="75096" y="118421"/>
                    <a:pt x="75096" y="118421"/>
                    <a:pt x="75096" y="118421"/>
                  </a:cubicBezTo>
                  <a:cubicBezTo>
                    <a:pt x="75096" y="120000"/>
                    <a:pt x="75096" y="120000"/>
                    <a:pt x="75096" y="120000"/>
                  </a:cubicBezTo>
                  <a:lnTo>
                    <a:pt x="76645" y="120000"/>
                  </a:ln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highlight>
                  <a:srgbClr val="0000FF"/>
                </a:highlight>
                <a:latin typeface="Myriad Pro"/>
                <a:ea typeface="Source Sans Pro"/>
                <a:cs typeface="Calibri" panose="020F0502020204030204" pitchFamily="34" charset="0"/>
                <a:sym typeface="Source Sans Pro"/>
              </a:endParaRPr>
            </a:p>
          </p:txBody>
        </p:sp>
        <p:sp>
          <p:nvSpPr>
            <p:cNvPr id="36" name="Shape 2033">
              <a:extLst>
                <a:ext uri="{FF2B5EF4-FFF2-40B4-BE49-F238E27FC236}">
                  <a16:creationId xmlns:a16="http://schemas.microsoft.com/office/drawing/2014/main" id="{3C65CD27-5FCA-4A5C-8A15-D1A61F1E8E88}"/>
                </a:ext>
              </a:extLst>
            </p:cNvPr>
            <p:cNvSpPr/>
            <p:nvPr/>
          </p:nvSpPr>
          <p:spPr>
            <a:xfrm>
              <a:off x="4446566" y="2676821"/>
              <a:ext cx="294647" cy="240785"/>
            </a:xfrm>
            <a:custGeom>
              <a:avLst/>
              <a:gdLst/>
              <a:ahLst/>
              <a:cxnLst/>
              <a:rect l="0" t="0" r="0" b="0"/>
              <a:pathLst>
                <a:path w="120000" h="120000" extrusionOk="0">
                  <a:moveTo>
                    <a:pt x="930" y="19816"/>
                  </a:moveTo>
                  <a:cubicBezTo>
                    <a:pt x="930" y="19816"/>
                    <a:pt x="19534" y="6605"/>
                    <a:pt x="19534" y="6605"/>
                  </a:cubicBezTo>
                  <a:cubicBezTo>
                    <a:pt x="25116" y="5504"/>
                    <a:pt x="25116" y="5504"/>
                    <a:pt x="25116" y="5504"/>
                  </a:cubicBezTo>
                  <a:cubicBezTo>
                    <a:pt x="27906" y="5504"/>
                    <a:pt x="27906" y="5504"/>
                    <a:pt x="27906" y="5504"/>
                  </a:cubicBezTo>
                  <a:cubicBezTo>
                    <a:pt x="28837" y="4403"/>
                    <a:pt x="28837" y="4403"/>
                    <a:pt x="28837" y="4403"/>
                  </a:cubicBezTo>
                  <a:cubicBezTo>
                    <a:pt x="28837" y="4403"/>
                    <a:pt x="29767" y="7706"/>
                    <a:pt x="30697" y="7706"/>
                  </a:cubicBezTo>
                  <a:cubicBezTo>
                    <a:pt x="30697" y="7706"/>
                    <a:pt x="32558" y="9908"/>
                    <a:pt x="32558" y="8807"/>
                  </a:cubicBezTo>
                  <a:cubicBezTo>
                    <a:pt x="33488" y="7706"/>
                    <a:pt x="33488" y="6605"/>
                    <a:pt x="34418" y="6605"/>
                  </a:cubicBezTo>
                  <a:cubicBezTo>
                    <a:pt x="34418" y="5504"/>
                    <a:pt x="35348" y="4403"/>
                    <a:pt x="37209" y="5504"/>
                  </a:cubicBezTo>
                  <a:cubicBezTo>
                    <a:pt x="38139" y="6605"/>
                    <a:pt x="38139" y="11009"/>
                    <a:pt x="38139" y="11009"/>
                  </a:cubicBezTo>
                  <a:cubicBezTo>
                    <a:pt x="45581" y="13211"/>
                    <a:pt x="40930" y="14311"/>
                    <a:pt x="51162" y="11009"/>
                  </a:cubicBezTo>
                  <a:cubicBezTo>
                    <a:pt x="51162" y="11009"/>
                    <a:pt x="53023" y="8807"/>
                    <a:pt x="53023" y="8807"/>
                  </a:cubicBezTo>
                  <a:cubicBezTo>
                    <a:pt x="53023" y="7706"/>
                    <a:pt x="52093" y="5504"/>
                    <a:pt x="53953" y="6605"/>
                  </a:cubicBezTo>
                  <a:cubicBezTo>
                    <a:pt x="54883" y="7706"/>
                    <a:pt x="55813" y="7706"/>
                    <a:pt x="56744" y="7706"/>
                  </a:cubicBezTo>
                  <a:cubicBezTo>
                    <a:pt x="57674" y="7706"/>
                    <a:pt x="59534" y="7706"/>
                    <a:pt x="59534" y="7706"/>
                  </a:cubicBezTo>
                  <a:cubicBezTo>
                    <a:pt x="59534" y="7706"/>
                    <a:pt x="60465" y="6605"/>
                    <a:pt x="59534" y="5504"/>
                  </a:cubicBezTo>
                  <a:cubicBezTo>
                    <a:pt x="59534" y="4403"/>
                    <a:pt x="58604" y="3302"/>
                    <a:pt x="59534" y="3302"/>
                  </a:cubicBezTo>
                  <a:cubicBezTo>
                    <a:pt x="59534" y="2201"/>
                    <a:pt x="61395" y="1100"/>
                    <a:pt x="61395" y="1100"/>
                  </a:cubicBezTo>
                  <a:cubicBezTo>
                    <a:pt x="61395" y="1100"/>
                    <a:pt x="62325" y="1100"/>
                    <a:pt x="62325" y="2201"/>
                  </a:cubicBezTo>
                  <a:cubicBezTo>
                    <a:pt x="63255" y="3302"/>
                    <a:pt x="63255" y="3302"/>
                    <a:pt x="63255" y="4403"/>
                  </a:cubicBezTo>
                  <a:cubicBezTo>
                    <a:pt x="64186" y="4403"/>
                    <a:pt x="64186" y="5504"/>
                    <a:pt x="65116" y="5504"/>
                  </a:cubicBezTo>
                  <a:cubicBezTo>
                    <a:pt x="66976" y="5504"/>
                    <a:pt x="66976" y="5504"/>
                    <a:pt x="67906" y="4403"/>
                  </a:cubicBezTo>
                  <a:cubicBezTo>
                    <a:pt x="68837" y="3302"/>
                    <a:pt x="68837" y="3302"/>
                    <a:pt x="69767" y="2201"/>
                  </a:cubicBezTo>
                  <a:cubicBezTo>
                    <a:pt x="70697" y="0"/>
                    <a:pt x="70697" y="0"/>
                    <a:pt x="71627" y="1100"/>
                  </a:cubicBezTo>
                  <a:cubicBezTo>
                    <a:pt x="72558" y="1100"/>
                    <a:pt x="74418" y="2201"/>
                    <a:pt x="74418" y="2201"/>
                  </a:cubicBezTo>
                  <a:cubicBezTo>
                    <a:pt x="72558" y="4403"/>
                    <a:pt x="72558" y="4403"/>
                    <a:pt x="72558" y="4403"/>
                  </a:cubicBezTo>
                  <a:cubicBezTo>
                    <a:pt x="72558" y="4403"/>
                    <a:pt x="71627" y="4403"/>
                    <a:pt x="73488" y="5504"/>
                  </a:cubicBezTo>
                  <a:cubicBezTo>
                    <a:pt x="76279" y="6605"/>
                    <a:pt x="77209" y="6605"/>
                    <a:pt x="77209" y="6605"/>
                  </a:cubicBezTo>
                  <a:cubicBezTo>
                    <a:pt x="79069" y="3302"/>
                    <a:pt x="79069" y="3302"/>
                    <a:pt x="79069" y="3302"/>
                  </a:cubicBezTo>
                  <a:cubicBezTo>
                    <a:pt x="79069" y="3302"/>
                    <a:pt x="79069" y="1100"/>
                    <a:pt x="80000" y="3302"/>
                  </a:cubicBezTo>
                  <a:cubicBezTo>
                    <a:pt x="80000" y="4403"/>
                    <a:pt x="80930" y="6605"/>
                    <a:pt x="80930" y="6605"/>
                  </a:cubicBezTo>
                  <a:cubicBezTo>
                    <a:pt x="80930" y="6605"/>
                    <a:pt x="80930" y="9908"/>
                    <a:pt x="81860" y="9908"/>
                  </a:cubicBezTo>
                  <a:cubicBezTo>
                    <a:pt x="82790" y="9908"/>
                    <a:pt x="82790" y="8807"/>
                    <a:pt x="82790" y="9908"/>
                  </a:cubicBezTo>
                  <a:cubicBezTo>
                    <a:pt x="82790" y="11009"/>
                    <a:pt x="81860" y="11009"/>
                    <a:pt x="82790" y="11009"/>
                  </a:cubicBezTo>
                  <a:cubicBezTo>
                    <a:pt x="82790" y="12110"/>
                    <a:pt x="84651" y="12110"/>
                    <a:pt x="84651" y="12110"/>
                  </a:cubicBezTo>
                  <a:cubicBezTo>
                    <a:pt x="84651" y="12110"/>
                    <a:pt x="85581" y="12110"/>
                    <a:pt x="85581" y="13211"/>
                  </a:cubicBezTo>
                  <a:cubicBezTo>
                    <a:pt x="85581" y="14311"/>
                    <a:pt x="85581" y="15412"/>
                    <a:pt x="85581" y="15412"/>
                  </a:cubicBezTo>
                  <a:cubicBezTo>
                    <a:pt x="85581" y="15412"/>
                    <a:pt x="88372" y="15412"/>
                    <a:pt x="88372" y="15412"/>
                  </a:cubicBezTo>
                  <a:cubicBezTo>
                    <a:pt x="89302" y="15412"/>
                    <a:pt x="90232" y="16513"/>
                    <a:pt x="91162" y="16513"/>
                  </a:cubicBezTo>
                  <a:cubicBezTo>
                    <a:pt x="92093" y="15412"/>
                    <a:pt x="93023" y="14311"/>
                    <a:pt x="93023" y="14311"/>
                  </a:cubicBezTo>
                  <a:cubicBezTo>
                    <a:pt x="93023" y="15412"/>
                    <a:pt x="94883" y="15412"/>
                    <a:pt x="94883" y="16513"/>
                  </a:cubicBezTo>
                  <a:cubicBezTo>
                    <a:pt x="93953" y="18715"/>
                    <a:pt x="93023" y="18715"/>
                    <a:pt x="94883" y="19816"/>
                  </a:cubicBezTo>
                  <a:cubicBezTo>
                    <a:pt x="96744" y="19816"/>
                    <a:pt x="98604" y="20917"/>
                    <a:pt x="99534" y="20917"/>
                  </a:cubicBezTo>
                  <a:cubicBezTo>
                    <a:pt x="100465" y="22018"/>
                    <a:pt x="103255" y="23119"/>
                    <a:pt x="103255" y="23119"/>
                  </a:cubicBezTo>
                  <a:cubicBezTo>
                    <a:pt x="104186" y="23119"/>
                    <a:pt x="105116" y="23119"/>
                    <a:pt x="105116" y="24220"/>
                  </a:cubicBezTo>
                  <a:cubicBezTo>
                    <a:pt x="105116" y="25321"/>
                    <a:pt x="103255" y="27522"/>
                    <a:pt x="103255" y="27522"/>
                  </a:cubicBezTo>
                  <a:cubicBezTo>
                    <a:pt x="103255" y="27522"/>
                    <a:pt x="102325" y="28623"/>
                    <a:pt x="102325" y="29724"/>
                  </a:cubicBezTo>
                  <a:cubicBezTo>
                    <a:pt x="102325" y="29724"/>
                    <a:pt x="101395" y="33027"/>
                    <a:pt x="101395" y="33027"/>
                  </a:cubicBezTo>
                  <a:cubicBezTo>
                    <a:pt x="100465" y="34128"/>
                    <a:pt x="99534" y="36330"/>
                    <a:pt x="99534" y="36330"/>
                  </a:cubicBezTo>
                  <a:cubicBezTo>
                    <a:pt x="99534" y="36330"/>
                    <a:pt x="98604" y="38532"/>
                    <a:pt x="97674" y="38532"/>
                  </a:cubicBezTo>
                  <a:cubicBezTo>
                    <a:pt x="97674" y="38532"/>
                    <a:pt x="96744" y="39633"/>
                    <a:pt x="96744" y="39633"/>
                  </a:cubicBezTo>
                  <a:cubicBezTo>
                    <a:pt x="96744" y="40733"/>
                    <a:pt x="96744" y="42935"/>
                    <a:pt x="96744" y="42935"/>
                  </a:cubicBezTo>
                  <a:cubicBezTo>
                    <a:pt x="97674" y="45137"/>
                    <a:pt x="97674" y="45137"/>
                    <a:pt x="97674" y="45137"/>
                  </a:cubicBezTo>
                  <a:cubicBezTo>
                    <a:pt x="97674" y="47339"/>
                    <a:pt x="97674" y="47339"/>
                    <a:pt x="97674" y="47339"/>
                  </a:cubicBezTo>
                  <a:cubicBezTo>
                    <a:pt x="101395" y="46238"/>
                    <a:pt x="101395" y="46238"/>
                    <a:pt x="101395" y="46238"/>
                  </a:cubicBezTo>
                  <a:cubicBezTo>
                    <a:pt x="101395" y="46238"/>
                    <a:pt x="101395" y="46238"/>
                    <a:pt x="102325" y="47339"/>
                  </a:cubicBezTo>
                  <a:cubicBezTo>
                    <a:pt x="104186" y="47339"/>
                    <a:pt x="105116" y="46238"/>
                    <a:pt x="106046" y="46238"/>
                  </a:cubicBezTo>
                  <a:cubicBezTo>
                    <a:pt x="106046" y="46238"/>
                    <a:pt x="107906" y="48440"/>
                    <a:pt x="107906" y="48440"/>
                  </a:cubicBezTo>
                  <a:cubicBezTo>
                    <a:pt x="107906" y="48440"/>
                    <a:pt x="108837" y="49541"/>
                    <a:pt x="108837" y="49541"/>
                  </a:cubicBezTo>
                  <a:cubicBezTo>
                    <a:pt x="109767" y="49541"/>
                    <a:pt x="111627" y="50642"/>
                    <a:pt x="111627" y="50642"/>
                  </a:cubicBezTo>
                  <a:cubicBezTo>
                    <a:pt x="111627" y="53944"/>
                    <a:pt x="111627" y="53944"/>
                    <a:pt x="111627" y="53944"/>
                  </a:cubicBezTo>
                  <a:cubicBezTo>
                    <a:pt x="111627" y="53944"/>
                    <a:pt x="113488" y="53944"/>
                    <a:pt x="113488" y="53944"/>
                  </a:cubicBezTo>
                  <a:cubicBezTo>
                    <a:pt x="114418" y="53944"/>
                    <a:pt x="115348" y="55045"/>
                    <a:pt x="115348" y="55045"/>
                  </a:cubicBezTo>
                  <a:cubicBezTo>
                    <a:pt x="115348" y="55045"/>
                    <a:pt x="115348" y="58348"/>
                    <a:pt x="114418" y="58348"/>
                  </a:cubicBezTo>
                  <a:cubicBezTo>
                    <a:pt x="114418" y="59449"/>
                    <a:pt x="113488" y="60550"/>
                    <a:pt x="113488" y="60550"/>
                  </a:cubicBezTo>
                  <a:cubicBezTo>
                    <a:pt x="113488" y="60550"/>
                    <a:pt x="114418" y="62752"/>
                    <a:pt x="115348" y="62752"/>
                  </a:cubicBezTo>
                  <a:cubicBezTo>
                    <a:pt x="115348" y="62752"/>
                    <a:pt x="117209" y="62752"/>
                    <a:pt x="117209" y="62752"/>
                  </a:cubicBezTo>
                  <a:cubicBezTo>
                    <a:pt x="118139" y="62752"/>
                    <a:pt x="119069" y="64954"/>
                    <a:pt x="119069" y="64954"/>
                  </a:cubicBezTo>
                  <a:cubicBezTo>
                    <a:pt x="119069" y="64954"/>
                    <a:pt x="120000" y="66055"/>
                    <a:pt x="120000" y="67155"/>
                  </a:cubicBezTo>
                  <a:cubicBezTo>
                    <a:pt x="120000" y="68256"/>
                    <a:pt x="119069" y="70458"/>
                    <a:pt x="119069" y="70458"/>
                  </a:cubicBezTo>
                  <a:cubicBezTo>
                    <a:pt x="119069" y="70458"/>
                    <a:pt x="119069" y="71559"/>
                    <a:pt x="119069" y="72660"/>
                  </a:cubicBezTo>
                  <a:cubicBezTo>
                    <a:pt x="119069" y="72660"/>
                    <a:pt x="118139" y="73761"/>
                    <a:pt x="118139" y="73761"/>
                  </a:cubicBezTo>
                  <a:cubicBezTo>
                    <a:pt x="116279" y="73761"/>
                    <a:pt x="116279" y="73761"/>
                    <a:pt x="116279" y="73761"/>
                  </a:cubicBezTo>
                  <a:cubicBezTo>
                    <a:pt x="116279" y="73761"/>
                    <a:pt x="116279" y="77064"/>
                    <a:pt x="115348" y="77064"/>
                  </a:cubicBezTo>
                  <a:cubicBezTo>
                    <a:pt x="115348" y="77064"/>
                    <a:pt x="114418" y="77064"/>
                    <a:pt x="114418" y="77064"/>
                  </a:cubicBezTo>
                  <a:cubicBezTo>
                    <a:pt x="113488" y="77064"/>
                    <a:pt x="112558" y="78165"/>
                    <a:pt x="112558" y="78165"/>
                  </a:cubicBezTo>
                  <a:cubicBezTo>
                    <a:pt x="112558" y="79266"/>
                    <a:pt x="112558" y="79266"/>
                    <a:pt x="112558" y="79266"/>
                  </a:cubicBezTo>
                  <a:cubicBezTo>
                    <a:pt x="111627" y="81467"/>
                    <a:pt x="111627" y="81467"/>
                    <a:pt x="111627" y="81467"/>
                  </a:cubicBezTo>
                  <a:cubicBezTo>
                    <a:pt x="111627" y="81467"/>
                    <a:pt x="111627" y="81467"/>
                    <a:pt x="110697" y="81467"/>
                  </a:cubicBezTo>
                  <a:cubicBezTo>
                    <a:pt x="110697" y="81467"/>
                    <a:pt x="110697" y="81467"/>
                    <a:pt x="109767" y="81467"/>
                  </a:cubicBezTo>
                  <a:cubicBezTo>
                    <a:pt x="109767" y="82568"/>
                    <a:pt x="108837" y="82568"/>
                    <a:pt x="108837" y="82568"/>
                  </a:cubicBezTo>
                  <a:cubicBezTo>
                    <a:pt x="108837" y="82568"/>
                    <a:pt x="107906" y="81467"/>
                    <a:pt x="106976" y="81467"/>
                  </a:cubicBezTo>
                  <a:cubicBezTo>
                    <a:pt x="106976" y="81467"/>
                    <a:pt x="106046" y="81467"/>
                    <a:pt x="106046" y="82568"/>
                  </a:cubicBezTo>
                  <a:cubicBezTo>
                    <a:pt x="105116" y="83669"/>
                    <a:pt x="105116" y="84770"/>
                    <a:pt x="104186" y="84770"/>
                  </a:cubicBezTo>
                  <a:cubicBezTo>
                    <a:pt x="104186" y="84770"/>
                    <a:pt x="103255" y="85871"/>
                    <a:pt x="103255" y="85871"/>
                  </a:cubicBezTo>
                  <a:cubicBezTo>
                    <a:pt x="103255" y="85871"/>
                    <a:pt x="103255" y="88073"/>
                    <a:pt x="102325" y="88073"/>
                  </a:cubicBezTo>
                  <a:cubicBezTo>
                    <a:pt x="102325" y="89174"/>
                    <a:pt x="101395" y="90275"/>
                    <a:pt x="101395" y="90275"/>
                  </a:cubicBezTo>
                  <a:cubicBezTo>
                    <a:pt x="101395" y="90275"/>
                    <a:pt x="101395" y="91376"/>
                    <a:pt x="101395" y="91376"/>
                  </a:cubicBezTo>
                  <a:cubicBezTo>
                    <a:pt x="101395" y="92477"/>
                    <a:pt x="101395" y="93577"/>
                    <a:pt x="100465" y="94678"/>
                  </a:cubicBezTo>
                  <a:cubicBezTo>
                    <a:pt x="99534" y="94678"/>
                    <a:pt x="97674" y="96880"/>
                    <a:pt x="97674" y="96880"/>
                  </a:cubicBezTo>
                  <a:cubicBezTo>
                    <a:pt x="97674" y="96880"/>
                    <a:pt x="97674" y="96880"/>
                    <a:pt x="97674" y="97981"/>
                  </a:cubicBezTo>
                  <a:cubicBezTo>
                    <a:pt x="98604" y="97981"/>
                    <a:pt x="98604" y="99082"/>
                    <a:pt x="98604" y="99082"/>
                  </a:cubicBezTo>
                  <a:cubicBezTo>
                    <a:pt x="98604" y="101284"/>
                    <a:pt x="98604" y="101284"/>
                    <a:pt x="98604" y="101284"/>
                  </a:cubicBezTo>
                  <a:cubicBezTo>
                    <a:pt x="98604" y="101284"/>
                    <a:pt x="97674" y="102385"/>
                    <a:pt x="97674" y="103486"/>
                  </a:cubicBezTo>
                  <a:cubicBezTo>
                    <a:pt x="98604" y="103486"/>
                    <a:pt x="98604" y="103486"/>
                    <a:pt x="98604" y="103486"/>
                  </a:cubicBezTo>
                  <a:cubicBezTo>
                    <a:pt x="99534" y="105688"/>
                    <a:pt x="99534" y="105688"/>
                    <a:pt x="99534" y="105688"/>
                  </a:cubicBezTo>
                  <a:cubicBezTo>
                    <a:pt x="100465" y="107889"/>
                    <a:pt x="100465" y="107889"/>
                    <a:pt x="100465" y="107889"/>
                  </a:cubicBezTo>
                  <a:cubicBezTo>
                    <a:pt x="101395" y="107889"/>
                    <a:pt x="101395" y="107889"/>
                    <a:pt x="101395" y="107889"/>
                  </a:cubicBezTo>
                  <a:cubicBezTo>
                    <a:pt x="101395" y="107889"/>
                    <a:pt x="102325" y="110091"/>
                    <a:pt x="102325" y="111192"/>
                  </a:cubicBezTo>
                  <a:cubicBezTo>
                    <a:pt x="102325" y="111192"/>
                    <a:pt x="102325" y="113394"/>
                    <a:pt x="102325" y="113394"/>
                  </a:cubicBezTo>
                  <a:cubicBezTo>
                    <a:pt x="100465" y="115596"/>
                    <a:pt x="100465" y="115596"/>
                    <a:pt x="100465" y="115596"/>
                  </a:cubicBezTo>
                  <a:cubicBezTo>
                    <a:pt x="99534" y="117798"/>
                    <a:pt x="99534" y="117798"/>
                    <a:pt x="99534" y="117798"/>
                  </a:cubicBezTo>
                  <a:cubicBezTo>
                    <a:pt x="99534" y="117798"/>
                    <a:pt x="98604" y="117798"/>
                    <a:pt x="98604" y="117798"/>
                  </a:cubicBezTo>
                  <a:cubicBezTo>
                    <a:pt x="97674" y="117798"/>
                    <a:pt x="96744" y="117798"/>
                    <a:pt x="96744" y="117798"/>
                  </a:cubicBezTo>
                  <a:cubicBezTo>
                    <a:pt x="95813" y="118899"/>
                    <a:pt x="95813" y="118899"/>
                    <a:pt x="95813" y="118899"/>
                  </a:cubicBezTo>
                  <a:cubicBezTo>
                    <a:pt x="93953" y="118899"/>
                    <a:pt x="93953" y="118899"/>
                    <a:pt x="93953" y="118899"/>
                  </a:cubicBezTo>
                  <a:cubicBezTo>
                    <a:pt x="92093" y="120000"/>
                    <a:pt x="92093" y="120000"/>
                    <a:pt x="92093" y="120000"/>
                  </a:cubicBezTo>
                  <a:cubicBezTo>
                    <a:pt x="89302" y="120000"/>
                    <a:pt x="89302" y="120000"/>
                    <a:pt x="89302" y="120000"/>
                  </a:cubicBezTo>
                  <a:cubicBezTo>
                    <a:pt x="88372" y="117798"/>
                    <a:pt x="88372" y="117798"/>
                    <a:pt x="88372" y="117798"/>
                  </a:cubicBezTo>
                  <a:cubicBezTo>
                    <a:pt x="87441" y="115596"/>
                    <a:pt x="87441" y="115596"/>
                    <a:pt x="87441" y="115596"/>
                  </a:cubicBezTo>
                  <a:cubicBezTo>
                    <a:pt x="86511" y="114495"/>
                    <a:pt x="86511" y="114495"/>
                    <a:pt x="86511" y="114495"/>
                  </a:cubicBezTo>
                  <a:cubicBezTo>
                    <a:pt x="85581" y="114495"/>
                    <a:pt x="85581" y="114495"/>
                    <a:pt x="85581" y="114495"/>
                  </a:cubicBezTo>
                  <a:cubicBezTo>
                    <a:pt x="82790" y="113394"/>
                    <a:pt x="82790" y="113394"/>
                    <a:pt x="82790" y="113394"/>
                  </a:cubicBezTo>
                  <a:cubicBezTo>
                    <a:pt x="83720" y="111192"/>
                    <a:pt x="83720" y="111192"/>
                    <a:pt x="83720" y="111192"/>
                  </a:cubicBezTo>
                  <a:cubicBezTo>
                    <a:pt x="83720" y="111192"/>
                    <a:pt x="82790" y="108990"/>
                    <a:pt x="82790" y="108990"/>
                  </a:cubicBezTo>
                  <a:cubicBezTo>
                    <a:pt x="81860" y="108990"/>
                    <a:pt x="80930" y="108990"/>
                    <a:pt x="80930" y="108990"/>
                  </a:cubicBezTo>
                  <a:cubicBezTo>
                    <a:pt x="79069" y="106788"/>
                    <a:pt x="79069" y="106788"/>
                    <a:pt x="79069" y="106788"/>
                  </a:cubicBezTo>
                  <a:cubicBezTo>
                    <a:pt x="79069" y="106788"/>
                    <a:pt x="79069" y="105688"/>
                    <a:pt x="78139" y="104587"/>
                  </a:cubicBezTo>
                  <a:cubicBezTo>
                    <a:pt x="77209" y="104587"/>
                    <a:pt x="77209" y="103486"/>
                    <a:pt x="76279" y="103486"/>
                  </a:cubicBezTo>
                  <a:cubicBezTo>
                    <a:pt x="75348" y="103486"/>
                    <a:pt x="73488" y="103486"/>
                    <a:pt x="73488" y="103486"/>
                  </a:cubicBezTo>
                  <a:cubicBezTo>
                    <a:pt x="73488" y="103486"/>
                    <a:pt x="72558" y="101284"/>
                    <a:pt x="71627" y="101284"/>
                  </a:cubicBezTo>
                  <a:cubicBezTo>
                    <a:pt x="71627" y="101284"/>
                    <a:pt x="67906" y="101284"/>
                    <a:pt x="67906" y="101284"/>
                  </a:cubicBezTo>
                  <a:cubicBezTo>
                    <a:pt x="67906" y="101284"/>
                    <a:pt x="68837" y="97981"/>
                    <a:pt x="68837" y="97981"/>
                  </a:cubicBezTo>
                  <a:cubicBezTo>
                    <a:pt x="68837" y="96880"/>
                    <a:pt x="68837" y="93577"/>
                    <a:pt x="68837" y="93577"/>
                  </a:cubicBezTo>
                  <a:cubicBezTo>
                    <a:pt x="68837" y="92477"/>
                    <a:pt x="68837" y="92477"/>
                    <a:pt x="68837" y="92477"/>
                  </a:cubicBezTo>
                  <a:cubicBezTo>
                    <a:pt x="68837" y="92477"/>
                    <a:pt x="67906" y="91376"/>
                    <a:pt x="68837" y="89174"/>
                  </a:cubicBezTo>
                  <a:cubicBezTo>
                    <a:pt x="69767" y="86972"/>
                    <a:pt x="68837" y="88073"/>
                    <a:pt x="69767" y="85871"/>
                  </a:cubicBezTo>
                  <a:cubicBezTo>
                    <a:pt x="70697" y="82568"/>
                    <a:pt x="70697" y="81467"/>
                    <a:pt x="70697" y="81467"/>
                  </a:cubicBezTo>
                  <a:cubicBezTo>
                    <a:pt x="68837" y="80366"/>
                    <a:pt x="68837" y="80366"/>
                    <a:pt x="68837" y="80366"/>
                  </a:cubicBezTo>
                  <a:cubicBezTo>
                    <a:pt x="68837" y="80366"/>
                    <a:pt x="67906" y="79266"/>
                    <a:pt x="66976" y="80366"/>
                  </a:cubicBezTo>
                  <a:cubicBezTo>
                    <a:pt x="66976" y="82568"/>
                    <a:pt x="66046" y="82568"/>
                    <a:pt x="66046" y="82568"/>
                  </a:cubicBezTo>
                  <a:cubicBezTo>
                    <a:pt x="64186" y="85871"/>
                    <a:pt x="64186" y="85871"/>
                    <a:pt x="64186" y="85871"/>
                  </a:cubicBezTo>
                  <a:cubicBezTo>
                    <a:pt x="64186" y="89174"/>
                    <a:pt x="64186" y="89174"/>
                    <a:pt x="64186" y="89174"/>
                  </a:cubicBezTo>
                  <a:cubicBezTo>
                    <a:pt x="64186" y="89174"/>
                    <a:pt x="65116" y="90275"/>
                    <a:pt x="62325" y="90275"/>
                  </a:cubicBezTo>
                  <a:cubicBezTo>
                    <a:pt x="60465" y="90275"/>
                    <a:pt x="58604" y="90275"/>
                    <a:pt x="58604" y="90275"/>
                  </a:cubicBezTo>
                  <a:cubicBezTo>
                    <a:pt x="58604" y="90275"/>
                    <a:pt x="60465" y="92477"/>
                    <a:pt x="58604" y="92477"/>
                  </a:cubicBezTo>
                  <a:cubicBezTo>
                    <a:pt x="55813" y="92477"/>
                    <a:pt x="53023" y="92477"/>
                    <a:pt x="53023" y="92477"/>
                  </a:cubicBezTo>
                  <a:cubicBezTo>
                    <a:pt x="51162" y="90275"/>
                    <a:pt x="51162" y="90275"/>
                    <a:pt x="51162" y="90275"/>
                  </a:cubicBezTo>
                  <a:cubicBezTo>
                    <a:pt x="47441" y="91376"/>
                    <a:pt x="47441" y="91376"/>
                    <a:pt x="47441" y="91376"/>
                  </a:cubicBezTo>
                  <a:cubicBezTo>
                    <a:pt x="47441" y="91376"/>
                    <a:pt x="47441" y="90275"/>
                    <a:pt x="47441" y="88073"/>
                  </a:cubicBezTo>
                  <a:cubicBezTo>
                    <a:pt x="47441" y="86972"/>
                    <a:pt x="46511" y="84770"/>
                    <a:pt x="47441" y="84770"/>
                  </a:cubicBezTo>
                  <a:cubicBezTo>
                    <a:pt x="48372" y="84770"/>
                    <a:pt x="49302" y="83669"/>
                    <a:pt x="49302" y="83669"/>
                  </a:cubicBezTo>
                  <a:cubicBezTo>
                    <a:pt x="48372" y="80366"/>
                    <a:pt x="48372" y="80366"/>
                    <a:pt x="48372" y="80366"/>
                  </a:cubicBezTo>
                  <a:cubicBezTo>
                    <a:pt x="48372" y="80366"/>
                    <a:pt x="48372" y="80366"/>
                    <a:pt x="48372" y="80366"/>
                  </a:cubicBezTo>
                  <a:cubicBezTo>
                    <a:pt x="48372" y="80366"/>
                    <a:pt x="47441" y="80366"/>
                    <a:pt x="47441" y="79266"/>
                  </a:cubicBezTo>
                  <a:cubicBezTo>
                    <a:pt x="47441" y="78165"/>
                    <a:pt x="48372" y="75963"/>
                    <a:pt x="48372" y="75963"/>
                  </a:cubicBezTo>
                  <a:cubicBezTo>
                    <a:pt x="49302" y="74862"/>
                    <a:pt x="49302" y="72660"/>
                    <a:pt x="49302" y="72660"/>
                  </a:cubicBezTo>
                  <a:cubicBezTo>
                    <a:pt x="48372" y="72660"/>
                    <a:pt x="48372" y="72660"/>
                    <a:pt x="48372" y="72660"/>
                  </a:cubicBezTo>
                  <a:cubicBezTo>
                    <a:pt x="48372" y="72660"/>
                    <a:pt x="46511" y="73761"/>
                    <a:pt x="46511" y="71559"/>
                  </a:cubicBezTo>
                  <a:cubicBezTo>
                    <a:pt x="46511" y="70458"/>
                    <a:pt x="45581" y="68256"/>
                    <a:pt x="45581" y="68256"/>
                  </a:cubicBezTo>
                  <a:cubicBezTo>
                    <a:pt x="45581" y="68256"/>
                    <a:pt x="43720" y="67155"/>
                    <a:pt x="43720" y="67155"/>
                  </a:cubicBezTo>
                  <a:cubicBezTo>
                    <a:pt x="42790" y="67155"/>
                    <a:pt x="42790" y="67155"/>
                    <a:pt x="41860" y="68256"/>
                  </a:cubicBezTo>
                  <a:cubicBezTo>
                    <a:pt x="41860" y="68256"/>
                    <a:pt x="39069" y="67155"/>
                    <a:pt x="39069" y="67155"/>
                  </a:cubicBezTo>
                  <a:cubicBezTo>
                    <a:pt x="39069" y="67155"/>
                    <a:pt x="36279" y="67155"/>
                    <a:pt x="36279" y="67155"/>
                  </a:cubicBezTo>
                  <a:cubicBezTo>
                    <a:pt x="35348" y="67155"/>
                    <a:pt x="34418" y="69357"/>
                    <a:pt x="34418" y="69357"/>
                  </a:cubicBezTo>
                  <a:cubicBezTo>
                    <a:pt x="32558" y="66055"/>
                    <a:pt x="32558" y="66055"/>
                    <a:pt x="32558" y="66055"/>
                  </a:cubicBezTo>
                  <a:cubicBezTo>
                    <a:pt x="33488" y="62752"/>
                    <a:pt x="33488" y="62752"/>
                    <a:pt x="33488" y="62752"/>
                  </a:cubicBezTo>
                  <a:cubicBezTo>
                    <a:pt x="33488" y="62752"/>
                    <a:pt x="31627" y="60550"/>
                    <a:pt x="31627" y="59449"/>
                  </a:cubicBezTo>
                  <a:cubicBezTo>
                    <a:pt x="31627" y="59449"/>
                    <a:pt x="30697" y="57247"/>
                    <a:pt x="30697" y="57247"/>
                  </a:cubicBezTo>
                  <a:cubicBezTo>
                    <a:pt x="28837" y="57247"/>
                    <a:pt x="28837" y="57247"/>
                    <a:pt x="28837" y="57247"/>
                  </a:cubicBezTo>
                  <a:cubicBezTo>
                    <a:pt x="27906" y="56146"/>
                    <a:pt x="27906" y="56146"/>
                    <a:pt x="27906" y="56146"/>
                  </a:cubicBezTo>
                  <a:cubicBezTo>
                    <a:pt x="27906" y="56146"/>
                    <a:pt x="26046" y="56146"/>
                    <a:pt x="25116" y="56146"/>
                  </a:cubicBezTo>
                  <a:cubicBezTo>
                    <a:pt x="24186" y="56146"/>
                    <a:pt x="24186" y="56146"/>
                    <a:pt x="23255" y="56146"/>
                  </a:cubicBezTo>
                  <a:cubicBezTo>
                    <a:pt x="23255" y="56146"/>
                    <a:pt x="21395" y="53944"/>
                    <a:pt x="21395" y="53944"/>
                  </a:cubicBezTo>
                  <a:cubicBezTo>
                    <a:pt x="21395" y="52844"/>
                    <a:pt x="21395" y="51743"/>
                    <a:pt x="21395" y="50642"/>
                  </a:cubicBezTo>
                  <a:cubicBezTo>
                    <a:pt x="20465" y="49541"/>
                    <a:pt x="19534" y="47339"/>
                    <a:pt x="19534" y="46238"/>
                  </a:cubicBezTo>
                  <a:cubicBezTo>
                    <a:pt x="19534" y="46238"/>
                    <a:pt x="20465" y="44036"/>
                    <a:pt x="20465" y="44036"/>
                  </a:cubicBezTo>
                  <a:cubicBezTo>
                    <a:pt x="19534" y="42935"/>
                    <a:pt x="17674" y="40733"/>
                    <a:pt x="17674" y="40733"/>
                  </a:cubicBezTo>
                  <a:cubicBezTo>
                    <a:pt x="16744" y="38532"/>
                    <a:pt x="16744" y="38532"/>
                    <a:pt x="16744" y="38532"/>
                  </a:cubicBezTo>
                  <a:cubicBezTo>
                    <a:pt x="16744" y="38532"/>
                    <a:pt x="13953" y="40733"/>
                    <a:pt x="13023" y="40733"/>
                  </a:cubicBezTo>
                  <a:cubicBezTo>
                    <a:pt x="12093" y="40733"/>
                    <a:pt x="10232" y="39633"/>
                    <a:pt x="10232" y="40733"/>
                  </a:cubicBezTo>
                  <a:cubicBezTo>
                    <a:pt x="10232" y="40733"/>
                    <a:pt x="11162" y="42935"/>
                    <a:pt x="10232" y="42935"/>
                  </a:cubicBezTo>
                  <a:cubicBezTo>
                    <a:pt x="9302" y="42935"/>
                    <a:pt x="7441" y="42935"/>
                    <a:pt x="6511" y="41834"/>
                  </a:cubicBezTo>
                  <a:cubicBezTo>
                    <a:pt x="5581" y="40733"/>
                    <a:pt x="5581" y="39633"/>
                    <a:pt x="5581" y="38532"/>
                  </a:cubicBezTo>
                  <a:cubicBezTo>
                    <a:pt x="4651" y="38532"/>
                    <a:pt x="4651" y="36330"/>
                    <a:pt x="3720" y="36330"/>
                  </a:cubicBezTo>
                  <a:cubicBezTo>
                    <a:pt x="2790" y="36330"/>
                    <a:pt x="1860" y="36330"/>
                    <a:pt x="1860" y="35229"/>
                  </a:cubicBezTo>
                  <a:cubicBezTo>
                    <a:pt x="1860" y="35229"/>
                    <a:pt x="1860" y="31926"/>
                    <a:pt x="1860" y="31926"/>
                  </a:cubicBezTo>
                  <a:cubicBezTo>
                    <a:pt x="1860" y="29724"/>
                    <a:pt x="1860" y="29724"/>
                    <a:pt x="1860" y="29724"/>
                  </a:cubicBezTo>
                  <a:cubicBezTo>
                    <a:pt x="1860" y="29724"/>
                    <a:pt x="1860" y="26422"/>
                    <a:pt x="930" y="26422"/>
                  </a:cubicBezTo>
                  <a:cubicBezTo>
                    <a:pt x="930" y="25321"/>
                    <a:pt x="0" y="24220"/>
                    <a:pt x="0" y="24220"/>
                  </a:cubicBezTo>
                  <a:cubicBezTo>
                    <a:pt x="0" y="20917"/>
                    <a:pt x="0" y="20917"/>
                    <a:pt x="0" y="20917"/>
                  </a:cubicBezTo>
                  <a:lnTo>
                    <a:pt x="930" y="19816"/>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7" name="Shape 2034">
              <a:extLst>
                <a:ext uri="{FF2B5EF4-FFF2-40B4-BE49-F238E27FC236}">
                  <a16:creationId xmlns:a16="http://schemas.microsoft.com/office/drawing/2014/main" id="{4C49DBE8-CFF8-4FF1-832C-3A899EA8C909}"/>
                </a:ext>
              </a:extLst>
            </p:cNvPr>
            <p:cNvSpPr/>
            <p:nvPr/>
          </p:nvSpPr>
          <p:spPr>
            <a:xfrm>
              <a:off x="5187582" y="2730091"/>
              <a:ext cx="547516" cy="294054"/>
            </a:xfrm>
            <a:custGeom>
              <a:avLst/>
              <a:gdLst/>
              <a:ahLst/>
              <a:cxnLst/>
              <a:rect l="0" t="0" r="0" b="0"/>
              <a:pathLst>
                <a:path w="120000" h="120000" extrusionOk="0">
                  <a:moveTo>
                    <a:pt x="21500" y="24360"/>
                  </a:moveTo>
                  <a:cubicBezTo>
                    <a:pt x="22000" y="24360"/>
                    <a:pt x="25000" y="19849"/>
                    <a:pt x="25000" y="19849"/>
                  </a:cubicBezTo>
                  <a:cubicBezTo>
                    <a:pt x="28000" y="18045"/>
                    <a:pt x="28000" y="18045"/>
                    <a:pt x="28000" y="18045"/>
                  </a:cubicBezTo>
                  <a:cubicBezTo>
                    <a:pt x="29000" y="16240"/>
                    <a:pt x="29000" y="16240"/>
                    <a:pt x="29000" y="16240"/>
                  </a:cubicBezTo>
                  <a:cubicBezTo>
                    <a:pt x="30000" y="12631"/>
                    <a:pt x="30000" y="12631"/>
                    <a:pt x="30000" y="12631"/>
                  </a:cubicBezTo>
                  <a:cubicBezTo>
                    <a:pt x="30000" y="12631"/>
                    <a:pt x="29500" y="10827"/>
                    <a:pt x="31000" y="10827"/>
                  </a:cubicBezTo>
                  <a:cubicBezTo>
                    <a:pt x="32500" y="10827"/>
                    <a:pt x="37000" y="9022"/>
                    <a:pt x="37000" y="9022"/>
                  </a:cubicBezTo>
                  <a:cubicBezTo>
                    <a:pt x="37500" y="7218"/>
                    <a:pt x="37500" y="7218"/>
                    <a:pt x="37500" y="7218"/>
                  </a:cubicBezTo>
                  <a:cubicBezTo>
                    <a:pt x="36500" y="4511"/>
                    <a:pt x="36500" y="4511"/>
                    <a:pt x="36500" y="4511"/>
                  </a:cubicBezTo>
                  <a:cubicBezTo>
                    <a:pt x="36500" y="4511"/>
                    <a:pt x="36500" y="902"/>
                    <a:pt x="36500" y="902"/>
                  </a:cubicBezTo>
                  <a:cubicBezTo>
                    <a:pt x="37000" y="0"/>
                    <a:pt x="39000" y="0"/>
                    <a:pt x="40000" y="0"/>
                  </a:cubicBezTo>
                  <a:cubicBezTo>
                    <a:pt x="41000" y="902"/>
                    <a:pt x="42000" y="1804"/>
                    <a:pt x="42500" y="2706"/>
                  </a:cubicBezTo>
                  <a:cubicBezTo>
                    <a:pt x="42500" y="3609"/>
                    <a:pt x="42500" y="2706"/>
                    <a:pt x="42500" y="4511"/>
                  </a:cubicBezTo>
                  <a:cubicBezTo>
                    <a:pt x="42500" y="6315"/>
                    <a:pt x="42500" y="8120"/>
                    <a:pt x="42500" y="8120"/>
                  </a:cubicBezTo>
                  <a:cubicBezTo>
                    <a:pt x="42500" y="8120"/>
                    <a:pt x="43000" y="9022"/>
                    <a:pt x="43500" y="9924"/>
                  </a:cubicBezTo>
                  <a:cubicBezTo>
                    <a:pt x="44500" y="9924"/>
                    <a:pt x="45500" y="11729"/>
                    <a:pt x="45500" y="10827"/>
                  </a:cubicBezTo>
                  <a:cubicBezTo>
                    <a:pt x="45500" y="10827"/>
                    <a:pt x="46000" y="9924"/>
                    <a:pt x="46500" y="9022"/>
                  </a:cubicBezTo>
                  <a:cubicBezTo>
                    <a:pt x="46500" y="9022"/>
                    <a:pt x="46500" y="9022"/>
                    <a:pt x="46500" y="9022"/>
                  </a:cubicBezTo>
                  <a:cubicBezTo>
                    <a:pt x="46500" y="10827"/>
                    <a:pt x="47000" y="9924"/>
                    <a:pt x="47500" y="9924"/>
                  </a:cubicBezTo>
                  <a:cubicBezTo>
                    <a:pt x="48000" y="9924"/>
                    <a:pt x="50000" y="8120"/>
                    <a:pt x="50000" y="8120"/>
                  </a:cubicBezTo>
                  <a:cubicBezTo>
                    <a:pt x="50000" y="8120"/>
                    <a:pt x="49500" y="5413"/>
                    <a:pt x="49500" y="5413"/>
                  </a:cubicBezTo>
                  <a:cubicBezTo>
                    <a:pt x="49500" y="4511"/>
                    <a:pt x="49500" y="3609"/>
                    <a:pt x="49500" y="2706"/>
                  </a:cubicBezTo>
                  <a:cubicBezTo>
                    <a:pt x="50000" y="1804"/>
                    <a:pt x="50000" y="1804"/>
                    <a:pt x="50000" y="1804"/>
                  </a:cubicBezTo>
                  <a:cubicBezTo>
                    <a:pt x="50500" y="1804"/>
                    <a:pt x="51500" y="2706"/>
                    <a:pt x="51500" y="2706"/>
                  </a:cubicBezTo>
                  <a:cubicBezTo>
                    <a:pt x="51500" y="2706"/>
                    <a:pt x="52500" y="3609"/>
                    <a:pt x="53000" y="3609"/>
                  </a:cubicBezTo>
                  <a:cubicBezTo>
                    <a:pt x="54000" y="3609"/>
                    <a:pt x="53500" y="5413"/>
                    <a:pt x="53500" y="5413"/>
                  </a:cubicBezTo>
                  <a:cubicBezTo>
                    <a:pt x="53500" y="5413"/>
                    <a:pt x="54000" y="8120"/>
                    <a:pt x="55000" y="9022"/>
                  </a:cubicBezTo>
                  <a:cubicBezTo>
                    <a:pt x="56000" y="9924"/>
                    <a:pt x="56000" y="10827"/>
                    <a:pt x="56000" y="11729"/>
                  </a:cubicBezTo>
                  <a:cubicBezTo>
                    <a:pt x="56500" y="11729"/>
                    <a:pt x="57500" y="11729"/>
                    <a:pt x="57500" y="11729"/>
                  </a:cubicBezTo>
                  <a:cubicBezTo>
                    <a:pt x="59000" y="10827"/>
                    <a:pt x="59000" y="10827"/>
                    <a:pt x="59000" y="10827"/>
                  </a:cubicBezTo>
                  <a:cubicBezTo>
                    <a:pt x="59000" y="10827"/>
                    <a:pt x="60000" y="11729"/>
                    <a:pt x="60500" y="13533"/>
                  </a:cubicBezTo>
                  <a:cubicBezTo>
                    <a:pt x="60500" y="14436"/>
                    <a:pt x="62000" y="14436"/>
                    <a:pt x="62500" y="13533"/>
                  </a:cubicBezTo>
                  <a:cubicBezTo>
                    <a:pt x="63000" y="13533"/>
                    <a:pt x="63000" y="13533"/>
                    <a:pt x="63000" y="13533"/>
                  </a:cubicBezTo>
                  <a:cubicBezTo>
                    <a:pt x="63500" y="14436"/>
                    <a:pt x="63500" y="14436"/>
                    <a:pt x="63500" y="14436"/>
                  </a:cubicBezTo>
                  <a:cubicBezTo>
                    <a:pt x="63500" y="14436"/>
                    <a:pt x="64500" y="18045"/>
                    <a:pt x="66000" y="15338"/>
                  </a:cubicBezTo>
                  <a:cubicBezTo>
                    <a:pt x="67500" y="12631"/>
                    <a:pt x="66500" y="15338"/>
                    <a:pt x="66500" y="15338"/>
                  </a:cubicBezTo>
                  <a:cubicBezTo>
                    <a:pt x="66500" y="15338"/>
                    <a:pt x="67500" y="18045"/>
                    <a:pt x="68000" y="18045"/>
                  </a:cubicBezTo>
                  <a:cubicBezTo>
                    <a:pt x="69000" y="18045"/>
                    <a:pt x="69000" y="18045"/>
                    <a:pt x="69000" y="18045"/>
                  </a:cubicBezTo>
                  <a:cubicBezTo>
                    <a:pt x="71000" y="16240"/>
                    <a:pt x="71000" y="16240"/>
                    <a:pt x="71000" y="16240"/>
                  </a:cubicBezTo>
                  <a:cubicBezTo>
                    <a:pt x="72500" y="15338"/>
                    <a:pt x="72500" y="15338"/>
                    <a:pt x="72500" y="15338"/>
                  </a:cubicBezTo>
                  <a:cubicBezTo>
                    <a:pt x="72500" y="15338"/>
                    <a:pt x="74000" y="15338"/>
                    <a:pt x="73500" y="19849"/>
                  </a:cubicBezTo>
                  <a:cubicBezTo>
                    <a:pt x="73500" y="23458"/>
                    <a:pt x="73000" y="22556"/>
                    <a:pt x="73000" y="22556"/>
                  </a:cubicBezTo>
                  <a:cubicBezTo>
                    <a:pt x="72000" y="25263"/>
                    <a:pt x="72000" y="25263"/>
                    <a:pt x="72000" y="25263"/>
                  </a:cubicBezTo>
                  <a:cubicBezTo>
                    <a:pt x="72000" y="27969"/>
                    <a:pt x="72000" y="27969"/>
                    <a:pt x="72000" y="27969"/>
                  </a:cubicBezTo>
                  <a:cubicBezTo>
                    <a:pt x="72000" y="27969"/>
                    <a:pt x="72500" y="27969"/>
                    <a:pt x="73000" y="27969"/>
                  </a:cubicBezTo>
                  <a:cubicBezTo>
                    <a:pt x="73500" y="27969"/>
                    <a:pt x="74000" y="31578"/>
                    <a:pt x="74000" y="31578"/>
                  </a:cubicBezTo>
                  <a:cubicBezTo>
                    <a:pt x="75500" y="32481"/>
                    <a:pt x="75500" y="32481"/>
                    <a:pt x="75500" y="32481"/>
                  </a:cubicBezTo>
                  <a:cubicBezTo>
                    <a:pt x="75500" y="32481"/>
                    <a:pt x="76000" y="33383"/>
                    <a:pt x="77000" y="34285"/>
                  </a:cubicBezTo>
                  <a:cubicBezTo>
                    <a:pt x="77500" y="35187"/>
                    <a:pt x="78000" y="36992"/>
                    <a:pt x="78000" y="36992"/>
                  </a:cubicBezTo>
                  <a:cubicBezTo>
                    <a:pt x="78000" y="36992"/>
                    <a:pt x="78500" y="40601"/>
                    <a:pt x="79000" y="41503"/>
                  </a:cubicBezTo>
                  <a:cubicBezTo>
                    <a:pt x="79000" y="43308"/>
                    <a:pt x="82000" y="39699"/>
                    <a:pt x="82000" y="39699"/>
                  </a:cubicBezTo>
                  <a:cubicBezTo>
                    <a:pt x="82500" y="35187"/>
                    <a:pt x="82500" y="35187"/>
                    <a:pt x="82500" y="35187"/>
                  </a:cubicBezTo>
                  <a:cubicBezTo>
                    <a:pt x="85500" y="33383"/>
                    <a:pt x="85500" y="33383"/>
                    <a:pt x="85500" y="33383"/>
                  </a:cubicBezTo>
                  <a:cubicBezTo>
                    <a:pt x="84500" y="27969"/>
                    <a:pt x="84500" y="27969"/>
                    <a:pt x="84500" y="27969"/>
                  </a:cubicBezTo>
                  <a:cubicBezTo>
                    <a:pt x="83500" y="24360"/>
                    <a:pt x="83500" y="24360"/>
                    <a:pt x="83500" y="24360"/>
                  </a:cubicBezTo>
                  <a:cubicBezTo>
                    <a:pt x="83500" y="24360"/>
                    <a:pt x="85500" y="25263"/>
                    <a:pt x="86000" y="24360"/>
                  </a:cubicBezTo>
                  <a:cubicBezTo>
                    <a:pt x="86500" y="24360"/>
                    <a:pt x="88000" y="25263"/>
                    <a:pt x="88000" y="25263"/>
                  </a:cubicBezTo>
                  <a:cubicBezTo>
                    <a:pt x="93500" y="29774"/>
                    <a:pt x="93500" y="29774"/>
                    <a:pt x="93500" y="29774"/>
                  </a:cubicBezTo>
                  <a:cubicBezTo>
                    <a:pt x="93500" y="29774"/>
                    <a:pt x="95000" y="28872"/>
                    <a:pt x="96000" y="28872"/>
                  </a:cubicBezTo>
                  <a:cubicBezTo>
                    <a:pt x="97000" y="27969"/>
                    <a:pt x="97000" y="26165"/>
                    <a:pt x="97000" y="26165"/>
                  </a:cubicBezTo>
                  <a:cubicBezTo>
                    <a:pt x="97000" y="26165"/>
                    <a:pt x="97500" y="27067"/>
                    <a:pt x="98500" y="28872"/>
                  </a:cubicBezTo>
                  <a:cubicBezTo>
                    <a:pt x="99000" y="31578"/>
                    <a:pt x="98000" y="30676"/>
                    <a:pt x="98000" y="31578"/>
                  </a:cubicBezTo>
                  <a:cubicBezTo>
                    <a:pt x="97500" y="32481"/>
                    <a:pt x="96500" y="35187"/>
                    <a:pt x="96500" y="35187"/>
                  </a:cubicBezTo>
                  <a:cubicBezTo>
                    <a:pt x="96500" y="35187"/>
                    <a:pt x="97000" y="36992"/>
                    <a:pt x="98000" y="36992"/>
                  </a:cubicBezTo>
                  <a:cubicBezTo>
                    <a:pt x="98500" y="36992"/>
                    <a:pt x="98000" y="37894"/>
                    <a:pt x="99000" y="39699"/>
                  </a:cubicBezTo>
                  <a:cubicBezTo>
                    <a:pt x="99500" y="40601"/>
                    <a:pt x="101500" y="41503"/>
                    <a:pt x="101500" y="41503"/>
                  </a:cubicBezTo>
                  <a:cubicBezTo>
                    <a:pt x="103000" y="41503"/>
                    <a:pt x="103000" y="41503"/>
                    <a:pt x="103000" y="41503"/>
                  </a:cubicBezTo>
                  <a:cubicBezTo>
                    <a:pt x="104500" y="38796"/>
                    <a:pt x="104500" y="38796"/>
                    <a:pt x="104500" y="38796"/>
                  </a:cubicBezTo>
                  <a:cubicBezTo>
                    <a:pt x="104500" y="38796"/>
                    <a:pt x="106000" y="39699"/>
                    <a:pt x="106500" y="40601"/>
                  </a:cubicBezTo>
                  <a:cubicBezTo>
                    <a:pt x="107000" y="41503"/>
                    <a:pt x="109500" y="43308"/>
                    <a:pt x="109500" y="43308"/>
                  </a:cubicBezTo>
                  <a:cubicBezTo>
                    <a:pt x="113500" y="41503"/>
                    <a:pt x="113500" y="41503"/>
                    <a:pt x="113500" y="41503"/>
                  </a:cubicBezTo>
                  <a:cubicBezTo>
                    <a:pt x="114000" y="48721"/>
                    <a:pt x="114000" y="48721"/>
                    <a:pt x="114000" y="48721"/>
                  </a:cubicBezTo>
                  <a:cubicBezTo>
                    <a:pt x="114000" y="48721"/>
                    <a:pt x="115000" y="48721"/>
                    <a:pt x="116000" y="51428"/>
                  </a:cubicBezTo>
                  <a:cubicBezTo>
                    <a:pt x="117000" y="53233"/>
                    <a:pt x="116500" y="51428"/>
                    <a:pt x="116500" y="51428"/>
                  </a:cubicBezTo>
                  <a:cubicBezTo>
                    <a:pt x="116500" y="51428"/>
                    <a:pt x="118500" y="53233"/>
                    <a:pt x="118500" y="54135"/>
                  </a:cubicBezTo>
                  <a:cubicBezTo>
                    <a:pt x="118500" y="55939"/>
                    <a:pt x="119000" y="57744"/>
                    <a:pt x="119000" y="57744"/>
                  </a:cubicBezTo>
                  <a:cubicBezTo>
                    <a:pt x="120000" y="61353"/>
                    <a:pt x="120000" y="61353"/>
                    <a:pt x="120000" y="61353"/>
                  </a:cubicBezTo>
                  <a:cubicBezTo>
                    <a:pt x="119500" y="61353"/>
                    <a:pt x="118500" y="61353"/>
                    <a:pt x="118000" y="61353"/>
                  </a:cubicBezTo>
                  <a:cubicBezTo>
                    <a:pt x="118000" y="61353"/>
                    <a:pt x="117500" y="62255"/>
                    <a:pt x="117000" y="62255"/>
                  </a:cubicBezTo>
                  <a:cubicBezTo>
                    <a:pt x="116500" y="62255"/>
                    <a:pt x="116000" y="62255"/>
                    <a:pt x="116000" y="62255"/>
                  </a:cubicBezTo>
                  <a:cubicBezTo>
                    <a:pt x="114500" y="63157"/>
                    <a:pt x="114500" y="63157"/>
                    <a:pt x="114500" y="63157"/>
                  </a:cubicBezTo>
                  <a:cubicBezTo>
                    <a:pt x="113500" y="64962"/>
                    <a:pt x="113500" y="64962"/>
                    <a:pt x="113500" y="64962"/>
                  </a:cubicBezTo>
                  <a:cubicBezTo>
                    <a:pt x="112500" y="66766"/>
                    <a:pt x="112500" y="66766"/>
                    <a:pt x="112500" y="66766"/>
                  </a:cubicBezTo>
                  <a:cubicBezTo>
                    <a:pt x="111500" y="70375"/>
                    <a:pt x="111500" y="70375"/>
                    <a:pt x="111500" y="70375"/>
                  </a:cubicBezTo>
                  <a:cubicBezTo>
                    <a:pt x="111500" y="72180"/>
                    <a:pt x="111500" y="72180"/>
                    <a:pt x="111500" y="72180"/>
                  </a:cubicBezTo>
                  <a:cubicBezTo>
                    <a:pt x="110000" y="74887"/>
                    <a:pt x="110000" y="74887"/>
                    <a:pt x="110000" y="74887"/>
                  </a:cubicBezTo>
                  <a:cubicBezTo>
                    <a:pt x="110000" y="74887"/>
                    <a:pt x="108500" y="76691"/>
                    <a:pt x="108000" y="76691"/>
                  </a:cubicBezTo>
                  <a:cubicBezTo>
                    <a:pt x="107500" y="76691"/>
                    <a:pt x="107500" y="80300"/>
                    <a:pt x="107500" y="80300"/>
                  </a:cubicBezTo>
                  <a:cubicBezTo>
                    <a:pt x="108000" y="83007"/>
                    <a:pt x="108000" y="83007"/>
                    <a:pt x="108000" y="83007"/>
                  </a:cubicBezTo>
                  <a:cubicBezTo>
                    <a:pt x="107500" y="87518"/>
                    <a:pt x="107500" y="87518"/>
                    <a:pt x="107500" y="87518"/>
                  </a:cubicBezTo>
                  <a:cubicBezTo>
                    <a:pt x="105000" y="89323"/>
                    <a:pt x="105000" y="89323"/>
                    <a:pt x="105000" y="89323"/>
                  </a:cubicBezTo>
                  <a:cubicBezTo>
                    <a:pt x="104500" y="92030"/>
                    <a:pt x="104500" y="92030"/>
                    <a:pt x="104500" y="92030"/>
                  </a:cubicBezTo>
                  <a:cubicBezTo>
                    <a:pt x="104000" y="93834"/>
                    <a:pt x="104000" y="93834"/>
                    <a:pt x="104000" y="93834"/>
                  </a:cubicBezTo>
                  <a:cubicBezTo>
                    <a:pt x="104000" y="93834"/>
                    <a:pt x="103000" y="94736"/>
                    <a:pt x="103000" y="94736"/>
                  </a:cubicBezTo>
                  <a:cubicBezTo>
                    <a:pt x="102500" y="93834"/>
                    <a:pt x="102500" y="96541"/>
                    <a:pt x="102500" y="96541"/>
                  </a:cubicBezTo>
                  <a:cubicBezTo>
                    <a:pt x="101500" y="98345"/>
                    <a:pt x="101500" y="98345"/>
                    <a:pt x="101500" y="98345"/>
                  </a:cubicBezTo>
                  <a:cubicBezTo>
                    <a:pt x="101000" y="98345"/>
                    <a:pt x="101000" y="98345"/>
                    <a:pt x="101000" y="98345"/>
                  </a:cubicBezTo>
                  <a:cubicBezTo>
                    <a:pt x="100000" y="99248"/>
                    <a:pt x="100000" y="99248"/>
                    <a:pt x="100000" y="99248"/>
                  </a:cubicBezTo>
                  <a:cubicBezTo>
                    <a:pt x="100000" y="99248"/>
                    <a:pt x="99500" y="100150"/>
                    <a:pt x="99000" y="100150"/>
                  </a:cubicBezTo>
                  <a:cubicBezTo>
                    <a:pt x="99000" y="101052"/>
                    <a:pt x="98500" y="100150"/>
                    <a:pt x="98500" y="100150"/>
                  </a:cubicBezTo>
                  <a:cubicBezTo>
                    <a:pt x="98500" y="100150"/>
                    <a:pt x="97500" y="99248"/>
                    <a:pt x="97000" y="99248"/>
                  </a:cubicBezTo>
                  <a:cubicBezTo>
                    <a:pt x="97000" y="99248"/>
                    <a:pt x="97000" y="100150"/>
                    <a:pt x="96500" y="100150"/>
                  </a:cubicBezTo>
                  <a:cubicBezTo>
                    <a:pt x="96500" y="100150"/>
                    <a:pt x="96500" y="100150"/>
                    <a:pt x="96000" y="101052"/>
                  </a:cubicBezTo>
                  <a:cubicBezTo>
                    <a:pt x="96000" y="101052"/>
                    <a:pt x="95500" y="100150"/>
                    <a:pt x="95000" y="100150"/>
                  </a:cubicBezTo>
                  <a:cubicBezTo>
                    <a:pt x="94500" y="100150"/>
                    <a:pt x="94500" y="99248"/>
                    <a:pt x="94500" y="99248"/>
                  </a:cubicBezTo>
                  <a:cubicBezTo>
                    <a:pt x="94000" y="99248"/>
                    <a:pt x="93500" y="99248"/>
                    <a:pt x="93500" y="99248"/>
                  </a:cubicBezTo>
                  <a:cubicBezTo>
                    <a:pt x="93000" y="99248"/>
                    <a:pt x="92500" y="99248"/>
                    <a:pt x="92500" y="99248"/>
                  </a:cubicBezTo>
                  <a:cubicBezTo>
                    <a:pt x="92500" y="99248"/>
                    <a:pt x="92000" y="100150"/>
                    <a:pt x="92000" y="100150"/>
                  </a:cubicBezTo>
                  <a:cubicBezTo>
                    <a:pt x="91000" y="101052"/>
                    <a:pt x="91000" y="101052"/>
                    <a:pt x="91000" y="101052"/>
                  </a:cubicBezTo>
                  <a:cubicBezTo>
                    <a:pt x="91000" y="101052"/>
                    <a:pt x="91000" y="101954"/>
                    <a:pt x="91000" y="102857"/>
                  </a:cubicBezTo>
                  <a:cubicBezTo>
                    <a:pt x="91000" y="102857"/>
                    <a:pt x="91000" y="103759"/>
                    <a:pt x="90500" y="103759"/>
                  </a:cubicBezTo>
                  <a:cubicBezTo>
                    <a:pt x="90500" y="103759"/>
                    <a:pt x="90000" y="105563"/>
                    <a:pt x="90000" y="105563"/>
                  </a:cubicBezTo>
                  <a:cubicBezTo>
                    <a:pt x="90000" y="105563"/>
                    <a:pt x="90000" y="108270"/>
                    <a:pt x="89500" y="108270"/>
                  </a:cubicBezTo>
                  <a:cubicBezTo>
                    <a:pt x="89500" y="108270"/>
                    <a:pt x="89500" y="109172"/>
                    <a:pt x="89500" y="109172"/>
                  </a:cubicBezTo>
                  <a:cubicBezTo>
                    <a:pt x="89500" y="110977"/>
                    <a:pt x="89500" y="110977"/>
                    <a:pt x="89500" y="110977"/>
                  </a:cubicBezTo>
                  <a:cubicBezTo>
                    <a:pt x="89500" y="111879"/>
                    <a:pt x="89500" y="111879"/>
                    <a:pt x="89500" y="111879"/>
                  </a:cubicBezTo>
                  <a:cubicBezTo>
                    <a:pt x="88500" y="110977"/>
                    <a:pt x="88500" y="110977"/>
                    <a:pt x="88500" y="110977"/>
                  </a:cubicBezTo>
                  <a:cubicBezTo>
                    <a:pt x="87500" y="105563"/>
                    <a:pt x="87500" y="105563"/>
                    <a:pt x="87500" y="105563"/>
                  </a:cubicBezTo>
                  <a:cubicBezTo>
                    <a:pt x="87500" y="105563"/>
                    <a:pt x="86000" y="106466"/>
                    <a:pt x="84500" y="106466"/>
                  </a:cubicBezTo>
                  <a:cubicBezTo>
                    <a:pt x="83000" y="105563"/>
                    <a:pt x="82000" y="103759"/>
                    <a:pt x="81500" y="103759"/>
                  </a:cubicBezTo>
                  <a:cubicBezTo>
                    <a:pt x="81500" y="102857"/>
                    <a:pt x="79500" y="103759"/>
                    <a:pt x="79500" y="103759"/>
                  </a:cubicBezTo>
                  <a:cubicBezTo>
                    <a:pt x="79000" y="107368"/>
                    <a:pt x="79000" y="107368"/>
                    <a:pt x="79000" y="107368"/>
                  </a:cubicBezTo>
                  <a:cubicBezTo>
                    <a:pt x="73500" y="106466"/>
                    <a:pt x="73500" y="106466"/>
                    <a:pt x="73500" y="106466"/>
                  </a:cubicBezTo>
                  <a:cubicBezTo>
                    <a:pt x="71500" y="104661"/>
                    <a:pt x="71500" y="104661"/>
                    <a:pt x="71500" y="104661"/>
                  </a:cubicBezTo>
                  <a:cubicBezTo>
                    <a:pt x="68000" y="101954"/>
                    <a:pt x="68000" y="101954"/>
                    <a:pt x="68000" y="101954"/>
                  </a:cubicBezTo>
                  <a:cubicBezTo>
                    <a:pt x="67000" y="101052"/>
                    <a:pt x="67000" y="101052"/>
                    <a:pt x="67000" y="101052"/>
                  </a:cubicBezTo>
                  <a:cubicBezTo>
                    <a:pt x="67000" y="101052"/>
                    <a:pt x="65000" y="101052"/>
                    <a:pt x="64500" y="101052"/>
                  </a:cubicBezTo>
                  <a:cubicBezTo>
                    <a:pt x="64000" y="101052"/>
                    <a:pt x="62000" y="100150"/>
                    <a:pt x="62000" y="100150"/>
                  </a:cubicBezTo>
                  <a:cubicBezTo>
                    <a:pt x="62000" y="100150"/>
                    <a:pt x="60000" y="99248"/>
                    <a:pt x="59500" y="99248"/>
                  </a:cubicBezTo>
                  <a:cubicBezTo>
                    <a:pt x="59000" y="99248"/>
                    <a:pt x="58000" y="99248"/>
                    <a:pt x="58000" y="99248"/>
                  </a:cubicBezTo>
                  <a:cubicBezTo>
                    <a:pt x="55500" y="98345"/>
                    <a:pt x="55500" y="98345"/>
                    <a:pt x="55500" y="98345"/>
                  </a:cubicBezTo>
                  <a:cubicBezTo>
                    <a:pt x="55500" y="98345"/>
                    <a:pt x="54000" y="96541"/>
                    <a:pt x="53000" y="97443"/>
                  </a:cubicBezTo>
                  <a:cubicBezTo>
                    <a:pt x="52500" y="97443"/>
                    <a:pt x="53000" y="100150"/>
                    <a:pt x="53000" y="100150"/>
                  </a:cubicBezTo>
                  <a:cubicBezTo>
                    <a:pt x="53000" y="100150"/>
                    <a:pt x="52500" y="104661"/>
                    <a:pt x="53000" y="105563"/>
                  </a:cubicBezTo>
                  <a:cubicBezTo>
                    <a:pt x="53000" y="107368"/>
                    <a:pt x="52000" y="109172"/>
                    <a:pt x="52000" y="109172"/>
                  </a:cubicBezTo>
                  <a:cubicBezTo>
                    <a:pt x="50500" y="110075"/>
                    <a:pt x="50500" y="110075"/>
                    <a:pt x="50500" y="110075"/>
                  </a:cubicBezTo>
                  <a:cubicBezTo>
                    <a:pt x="50500" y="110075"/>
                    <a:pt x="49500" y="112781"/>
                    <a:pt x="49000" y="112781"/>
                  </a:cubicBezTo>
                  <a:cubicBezTo>
                    <a:pt x="48500" y="112781"/>
                    <a:pt x="48500" y="118195"/>
                    <a:pt x="48500" y="118195"/>
                  </a:cubicBezTo>
                  <a:cubicBezTo>
                    <a:pt x="46500" y="119097"/>
                    <a:pt x="46500" y="119097"/>
                    <a:pt x="46500" y="119097"/>
                  </a:cubicBezTo>
                  <a:cubicBezTo>
                    <a:pt x="44500" y="116390"/>
                    <a:pt x="44500" y="116390"/>
                    <a:pt x="44500" y="116390"/>
                  </a:cubicBezTo>
                  <a:cubicBezTo>
                    <a:pt x="43000" y="118195"/>
                    <a:pt x="43000" y="118195"/>
                    <a:pt x="43000" y="118195"/>
                  </a:cubicBezTo>
                  <a:cubicBezTo>
                    <a:pt x="42500" y="120000"/>
                    <a:pt x="42500" y="120000"/>
                    <a:pt x="42500" y="120000"/>
                  </a:cubicBezTo>
                  <a:cubicBezTo>
                    <a:pt x="42500" y="120000"/>
                    <a:pt x="40000" y="119097"/>
                    <a:pt x="40000" y="119097"/>
                  </a:cubicBezTo>
                  <a:cubicBezTo>
                    <a:pt x="39500" y="119097"/>
                    <a:pt x="37000" y="118195"/>
                    <a:pt x="37000" y="118195"/>
                  </a:cubicBezTo>
                  <a:cubicBezTo>
                    <a:pt x="37000" y="118195"/>
                    <a:pt x="35500" y="115488"/>
                    <a:pt x="35000" y="114586"/>
                  </a:cubicBezTo>
                  <a:cubicBezTo>
                    <a:pt x="34500" y="113684"/>
                    <a:pt x="32500" y="111879"/>
                    <a:pt x="32000" y="110977"/>
                  </a:cubicBezTo>
                  <a:cubicBezTo>
                    <a:pt x="31500" y="110977"/>
                    <a:pt x="31500" y="110075"/>
                    <a:pt x="31500" y="110075"/>
                  </a:cubicBezTo>
                  <a:cubicBezTo>
                    <a:pt x="30500" y="108270"/>
                    <a:pt x="31000" y="108270"/>
                    <a:pt x="30000" y="107368"/>
                  </a:cubicBezTo>
                  <a:cubicBezTo>
                    <a:pt x="29000" y="106466"/>
                    <a:pt x="28000" y="106466"/>
                    <a:pt x="28000" y="105563"/>
                  </a:cubicBezTo>
                  <a:cubicBezTo>
                    <a:pt x="28000" y="104661"/>
                    <a:pt x="28500" y="102857"/>
                    <a:pt x="27500" y="102857"/>
                  </a:cubicBezTo>
                  <a:cubicBezTo>
                    <a:pt x="26000" y="103759"/>
                    <a:pt x="25500" y="104661"/>
                    <a:pt x="25000" y="103759"/>
                  </a:cubicBezTo>
                  <a:cubicBezTo>
                    <a:pt x="24000" y="101954"/>
                    <a:pt x="24000" y="101954"/>
                    <a:pt x="23500" y="100150"/>
                  </a:cubicBezTo>
                  <a:cubicBezTo>
                    <a:pt x="23500" y="98345"/>
                    <a:pt x="23500" y="96541"/>
                    <a:pt x="22500" y="96541"/>
                  </a:cubicBezTo>
                  <a:cubicBezTo>
                    <a:pt x="21500" y="96541"/>
                    <a:pt x="21000" y="95639"/>
                    <a:pt x="21000" y="95639"/>
                  </a:cubicBezTo>
                  <a:cubicBezTo>
                    <a:pt x="21000" y="95639"/>
                    <a:pt x="20500" y="96541"/>
                    <a:pt x="20000" y="94736"/>
                  </a:cubicBezTo>
                  <a:cubicBezTo>
                    <a:pt x="19500" y="92030"/>
                    <a:pt x="21000" y="93834"/>
                    <a:pt x="19500" y="90225"/>
                  </a:cubicBezTo>
                  <a:cubicBezTo>
                    <a:pt x="17500" y="87518"/>
                    <a:pt x="18000" y="88421"/>
                    <a:pt x="17000" y="86616"/>
                  </a:cubicBezTo>
                  <a:cubicBezTo>
                    <a:pt x="16000" y="84812"/>
                    <a:pt x="13000" y="86616"/>
                    <a:pt x="13000" y="86616"/>
                  </a:cubicBezTo>
                  <a:cubicBezTo>
                    <a:pt x="13000" y="86616"/>
                    <a:pt x="13000" y="85714"/>
                    <a:pt x="12000" y="83909"/>
                  </a:cubicBezTo>
                  <a:cubicBezTo>
                    <a:pt x="11000" y="82105"/>
                    <a:pt x="11500" y="83007"/>
                    <a:pt x="10500" y="81203"/>
                  </a:cubicBezTo>
                  <a:cubicBezTo>
                    <a:pt x="9500" y="78496"/>
                    <a:pt x="9500" y="79398"/>
                    <a:pt x="9500" y="76691"/>
                  </a:cubicBezTo>
                  <a:cubicBezTo>
                    <a:pt x="9000" y="73984"/>
                    <a:pt x="9500" y="73082"/>
                    <a:pt x="8500" y="71278"/>
                  </a:cubicBezTo>
                  <a:cubicBezTo>
                    <a:pt x="7500" y="69473"/>
                    <a:pt x="7000" y="67669"/>
                    <a:pt x="7000" y="67669"/>
                  </a:cubicBezTo>
                  <a:cubicBezTo>
                    <a:pt x="7000" y="67669"/>
                    <a:pt x="6000" y="65864"/>
                    <a:pt x="7000" y="63157"/>
                  </a:cubicBezTo>
                  <a:cubicBezTo>
                    <a:pt x="8000" y="61353"/>
                    <a:pt x="8000" y="61353"/>
                    <a:pt x="8000" y="59548"/>
                  </a:cubicBezTo>
                  <a:cubicBezTo>
                    <a:pt x="8000" y="58646"/>
                    <a:pt x="8500" y="56842"/>
                    <a:pt x="7000" y="55037"/>
                  </a:cubicBezTo>
                  <a:cubicBezTo>
                    <a:pt x="5500" y="53233"/>
                    <a:pt x="5500" y="53233"/>
                    <a:pt x="4000" y="51428"/>
                  </a:cubicBezTo>
                  <a:cubicBezTo>
                    <a:pt x="3000" y="50526"/>
                    <a:pt x="2500" y="50526"/>
                    <a:pt x="2000" y="49624"/>
                  </a:cubicBezTo>
                  <a:cubicBezTo>
                    <a:pt x="1500" y="48721"/>
                    <a:pt x="500" y="42406"/>
                    <a:pt x="500" y="42406"/>
                  </a:cubicBezTo>
                  <a:cubicBezTo>
                    <a:pt x="0" y="39699"/>
                    <a:pt x="0" y="39699"/>
                    <a:pt x="0" y="39699"/>
                  </a:cubicBezTo>
                  <a:cubicBezTo>
                    <a:pt x="2500" y="39699"/>
                    <a:pt x="2500" y="39699"/>
                    <a:pt x="2500" y="39699"/>
                  </a:cubicBezTo>
                  <a:cubicBezTo>
                    <a:pt x="3000" y="43308"/>
                    <a:pt x="3000" y="43308"/>
                    <a:pt x="3000" y="43308"/>
                  </a:cubicBezTo>
                  <a:cubicBezTo>
                    <a:pt x="3500" y="46015"/>
                    <a:pt x="3500" y="46015"/>
                    <a:pt x="3500" y="46015"/>
                  </a:cubicBezTo>
                  <a:cubicBezTo>
                    <a:pt x="5000" y="40601"/>
                    <a:pt x="5000" y="40601"/>
                    <a:pt x="5000" y="40601"/>
                  </a:cubicBezTo>
                  <a:cubicBezTo>
                    <a:pt x="7000" y="36090"/>
                    <a:pt x="7000" y="36090"/>
                    <a:pt x="7000" y="36090"/>
                  </a:cubicBezTo>
                  <a:cubicBezTo>
                    <a:pt x="7000" y="36090"/>
                    <a:pt x="7000" y="36090"/>
                    <a:pt x="8500" y="36090"/>
                  </a:cubicBezTo>
                  <a:cubicBezTo>
                    <a:pt x="9500" y="36090"/>
                    <a:pt x="11000" y="34285"/>
                    <a:pt x="11500" y="34285"/>
                  </a:cubicBezTo>
                  <a:cubicBezTo>
                    <a:pt x="12500" y="34285"/>
                    <a:pt x="14000" y="35187"/>
                    <a:pt x="14500" y="35187"/>
                  </a:cubicBezTo>
                  <a:cubicBezTo>
                    <a:pt x="15500" y="34285"/>
                    <a:pt x="16000" y="34285"/>
                    <a:pt x="16000" y="32481"/>
                  </a:cubicBezTo>
                  <a:cubicBezTo>
                    <a:pt x="16500" y="31578"/>
                    <a:pt x="15500" y="29774"/>
                    <a:pt x="17500" y="28872"/>
                  </a:cubicBezTo>
                  <a:cubicBezTo>
                    <a:pt x="19000" y="27067"/>
                    <a:pt x="19500" y="27067"/>
                    <a:pt x="19500" y="27067"/>
                  </a:cubicBezTo>
                  <a:lnTo>
                    <a:pt x="21500" y="24360"/>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8" name="Shape 2035">
              <a:extLst>
                <a:ext uri="{FF2B5EF4-FFF2-40B4-BE49-F238E27FC236}">
                  <a16:creationId xmlns:a16="http://schemas.microsoft.com/office/drawing/2014/main" id="{38E8A3C0-21A5-4923-9C73-2A36F5089E34}"/>
                </a:ext>
              </a:extLst>
            </p:cNvPr>
            <p:cNvSpPr/>
            <p:nvPr/>
          </p:nvSpPr>
          <p:spPr>
            <a:xfrm>
              <a:off x="7687685" y="3123231"/>
              <a:ext cx="662956" cy="236523"/>
            </a:xfrm>
            <a:custGeom>
              <a:avLst/>
              <a:gdLst/>
              <a:ahLst/>
              <a:cxnLst/>
              <a:rect l="0" t="0" r="0" b="0"/>
              <a:pathLst>
                <a:path w="120000" h="120000" extrusionOk="0">
                  <a:moveTo>
                    <a:pt x="95257" y="77383"/>
                  </a:moveTo>
                  <a:cubicBezTo>
                    <a:pt x="95670" y="77383"/>
                    <a:pt x="95670" y="77383"/>
                    <a:pt x="95670" y="77383"/>
                  </a:cubicBezTo>
                  <a:cubicBezTo>
                    <a:pt x="95257" y="76261"/>
                    <a:pt x="95257" y="76261"/>
                    <a:pt x="95257" y="76261"/>
                  </a:cubicBezTo>
                  <a:cubicBezTo>
                    <a:pt x="95257" y="76261"/>
                    <a:pt x="96082" y="75140"/>
                    <a:pt x="96082" y="75140"/>
                  </a:cubicBezTo>
                  <a:cubicBezTo>
                    <a:pt x="96082" y="75140"/>
                    <a:pt x="96082" y="75140"/>
                    <a:pt x="96082" y="75140"/>
                  </a:cubicBezTo>
                  <a:cubicBezTo>
                    <a:pt x="96082" y="75140"/>
                    <a:pt x="96082" y="75140"/>
                    <a:pt x="96082" y="75140"/>
                  </a:cubicBezTo>
                  <a:cubicBezTo>
                    <a:pt x="96082" y="75140"/>
                    <a:pt x="96082" y="75140"/>
                    <a:pt x="96082" y="75140"/>
                  </a:cubicBezTo>
                  <a:cubicBezTo>
                    <a:pt x="96082" y="75140"/>
                    <a:pt x="96082" y="75140"/>
                    <a:pt x="96082" y="75140"/>
                  </a:cubicBezTo>
                  <a:cubicBezTo>
                    <a:pt x="96082" y="75140"/>
                    <a:pt x="96082" y="75140"/>
                    <a:pt x="96082" y="75140"/>
                  </a:cubicBezTo>
                  <a:cubicBezTo>
                    <a:pt x="96082" y="75140"/>
                    <a:pt x="96082" y="75140"/>
                    <a:pt x="96082" y="75140"/>
                  </a:cubicBezTo>
                  <a:cubicBezTo>
                    <a:pt x="96494" y="75140"/>
                    <a:pt x="96494" y="75140"/>
                    <a:pt x="96494" y="75140"/>
                  </a:cubicBezTo>
                  <a:cubicBezTo>
                    <a:pt x="96494" y="75140"/>
                    <a:pt x="96494" y="75140"/>
                    <a:pt x="96494" y="75140"/>
                  </a:cubicBezTo>
                  <a:cubicBezTo>
                    <a:pt x="96907" y="75140"/>
                    <a:pt x="97731" y="75140"/>
                    <a:pt x="98144" y="75140"/>
                  </a:cubicBezTo>
                  <a:cubicBezTo>
                    <a:pt x="98144" y="75140"/>
                    <a:pt x="98144" y="75140"/>
                    <a:pt x="98144" y="75140"/>
                  </a:cubicBezTo>
                  <a:cubicBezTo>
                    <a:pt x="98144" y="75140"/>
                    <a:pt x="98144" y="75140"/>
                    <a:pt x="98144" y="75140"/>
                  </a:cubicBezTo>
                  <a:cubicBezTo>
                    <a:pt x="98144" y="75140"/>
                    <a:pt x="98144" y="75140"/>
                    <a:pt x="98144" y="75140"/>
                  </a:cubicBezTo>
                  <a:cubicBezTo>
                    <a:pt x="98144" y="75140"/>
                    <a:pt x="98144" y="75140"/>
                    <a:pt x="98144" y="75140"/>
                  </a:cubicBezTo>
                  <a:cubicBezTo>
                    <a:pt x="98144" y="75140"/>
                    <a:pt x="98144" y="75140"/>
                    <a:pt x="98144" y="75140"/>
                  </a:cubicBezTo>
                  <a:cubicBezTo>
                    <a:pt x="98556" y="75140"/>
                    <a:pt x="98556" y="75140"/>
                    <a:pt x="98556" y="75140"/>
                  </a:cubicBezTo>
                  <a:cubicBezTo>
                    <a:pt x="98556" y="75140"/>
                    <a:pt x="98556" y="75140"/>
                    <a:pt x="98556" y="75140"/>
                  </a:cubicBezTo>
                  <a:cubicBezTo>
                    <a:pt x="98556" y="75140"/>
                    <a:pt x="98556" y="75140"/>
                    <a:pt x="98556" y="75140"/>
                  </a:cubicBezTo>
                  <a:cubicBezTo>
                    <a:pt x="98556" y="75140"/>
                    <a:pt x="98556" y="75140"/>
                    <a:pt x="98556" y="75140"/>
                  </a:cubicBezTo>
                  <a:cubicBezTo>
                    <a:pt x="98556" y="75140"/>
                    <a:pt x="98556" y="75140"/>
                    <a:pt x="98556" y="75140"/>
                  </a:cubicBezTo>
                  <a:cubicBezTo>
                    <a:pt x="98556" y="75140"/>
                    <a:pt x="98556" y="75140"/>
                    <a:pt x="98556" y="75140"/>
                  </a:cubicBezTo>
                  <a:cubicBezTo>
                    <a:pt x="98969" y="75140"/>
                    <a:pt x="98969" y="75140"/>
                    <a:pt x="98969" y="75140"/>
                  </a:cubicBezTo>
                  <a:cubicBezTo>
                    <a:pt x="98969" y="75140"/>
                    <a:pt x="98969" y="75140"/>
                    <a:pt x="98969" y="75140"/>
                  </a:cubicBezTo>
                  <a:cubicBezTo>
                    <a:pt x="98969" y="75140"/>
                    <a:pt x="98969" y="75140"/>
                    <a:pt x="98969" y="75140"/>
                  </a:cubicBezTo>
                  <a:cubicBezTo>
                    <a:pt x="98969" y="75140"/>
                    <a:pt x="98969" y="75140"/>
                    <a:pt x="98969" y="75140"/>
                  </a:cubicBezTo>
                  <a:cubicBezTo>
                    <a:pt x="98969" y="75140"/>
                    <a:pt x="98969" y="75140"/>
                    <a:pt x="98969" y="75140"/>
                  </a:cubicBezTo>
                  <a:cubicBezTo>
                    <a:pt x="98969" y="75140"/>
                    <a:pt x="98969" y="75140"/>
                    <a:pt x="98969" y="75140"/>
                  </a:cubicBezTo>
                  <a:cubicBezTo>
                    <a:pt x="98969" y="76261"/>
                    <a:pt x="98969" y="76261"/>
                    <a:pt x="98969" y="76261"/>
                  </a:cubicBezTo>
                  <a:cubicBezTo>
                    <a:pt x="98969" y="76261"/>
                    <a:pt x="98969" y="76261"/>
                    <a:pt x="98969" y="76261"/>
                  </a:cubicBezTo>
                  <a:cubicBezTo>
                    <a:pt x="98969" y="76261"/>
                    <a:pt x="98969" y="76261"/>
                    <a:pt x="98969" y="76261"/>
                  </a:cubicBezTo>
                  <a:cubicBezTo>
                    <a:pt x="98969" y="76261"/>
                    <a:pt x="98969" y="76261"/>
                    <a:pt x="98969" y="76261"/>
                  </a:cubicBezTo>
                  <a:cubicBezTo>
                    <a:pt x="98969" y="76261"/>
                    <a:pt x="98969" y="76261"/>
                    <a:pt x="98969" y="76261"/>
                  </a:cubicBezTo>
                  <a:cubicBezTo>
                    <a:pt x="98969" y="76261"/>
                    <a:pt x="98969" y="76261"/>
                    <a:pt x="98969" y="76261"/>
                  </a:cubicBezTo>
                  <a:cubicBezTo>
                    <a:pt x="98969" y="76261"/>
                    <a:pt x="98969" y="76261"/>
                    <a:pt x="98969" y="76261"/>
                  </a:cubicBezTo>
                  <a:cubicBezTo>
                    <a:pt x="99381" y="76261"/>
                    <a:pt x="99381" y="76261"/>
                    <a:pt x="99381" y="76261"/>
                  </a:cubicBezTo>
                  <a:cubicBezTo>
                    <a:pt x="99381" y="76261"/>
                    <a:pt x="99381" y="76261"/>
                    <a:pt x="99381" y="76261"/>
                  </a:cubicBezTo>
                  <a:cubicBezTo>
                    <a:pt x="99381" y="76261"/>
                    <a:pt x="99381" y="76261"/>
                    <a:pt x="99381" y="76261"/>
                  </a:cubicBezTo>
                  <a:cubicBezTo>
                    <a:pt x="99381" y="76261"/>
                    <a:pt x="99381" y="76261"/>
                    <a:pt x="99381" y="76261"/>
                  </a:cubicBezTo>
                  <a:cubicBezTo>
                    <a:pt x="99381" y="76261"/>
                    <a:pt x="99381" y="76261"/>
                    <a:pt x="99381" y="76261"/>
                  </a:cubicBezTo>
                  <a:cubicBezTo>
                    <a:pt x="99381" y="76261"/>
                    <a:pt x="99381" y="76261"/>
                    <a:pt x="99381" y="76261"/>
                  </a:cubicBezTo>
                  <a:cubicBezTo>
                    <a:pt x="99381" y="76261"/>
                    <a:pt x="99381" y="76261"/>
                    <a:pt x="99381" y="76261"/>
                  </a:cubicBezTo>
                  <a:cubicBezTo>
                    <a:pt x="99381" y="76261"/>
                    <a:pt x="99381" y="76261"/>
                    <a:pt x="99381" y="76261"/>
                  </a:cubicBezTo>
                  <a:cubicBezTo>
                    <a:pt x="99381" y="76261"/>
                    <a:pt x="99381" y="76261"/>
                    <a:pt x="99381" y="76261"/>
                  </a:cubicBezTo>
                  <a:cubicBezTo>
                    <a:pt x="99381" y="76261"/>
                    <a:pt x="99381" y="76261"/>
                    <a:pt x="99381" y="76261"/>
                  </a:cubicBezTo>
                  <a:cubicBezTo>
                    <a:pt x="99381" y="76261"/>
                    <a:pt x="99381" y="76261"/>
                    <a:pt x="99381" y="76261"/>
                  </a:cubicBezTo>
                  <a:cubicBezTo>
                    <a:pt x="99793" y="75140"/>
                    <a:pt x="99793" y="75140"/>
                    <a:pt x="99793" y="75140"/>
                  </a:cubicBezTo>
                  <a:cubicBezTo>
                    <a:pt x="99793" y="75140"/>
                    <a:pt x="99793" y="75140"/>
                    <a:pt x="99793" y="75140"/>
                  </a:cubicBezTo>
                  <a:cubicBezTo>
                    <a:pt x="99793" y="75140"/>
                    <a:pt x="99793" y="75140"/>
                    <a:pt x="99793" y="75140"/>
                  </a:cubicBezTo>
                  <a:cubicBezTo>
                    <a:pt x="99793" y="75140"/>
                    <a:pt x="99793" y="75140"/>
                    <a:pt x="99793" y="75140"/>
                  </a:cubicBezTo>
                  <a:cubicBezTo>
                    <a:pt x="99793" y="75140"/>
                    <a:pt x="99793" y="75140"/>
                    <a:pt x="99793" y="75140"/>
                  </a:cubicBezTo>
                  <a:cubicBezTo>
                    <a:pt x="99793" y="75140"/>
                    <a:pt x="99793" y="75140"/>
                    <a:pt x="99793" y="75140"/>
                  </a:cubicBezTo>
                  <a:cubicBezTo>
                    <a:pt x="100206" y="75140"/>
                    <a:pt x="100206" y="75140"/>
                    <a:pt x="100206" y="75140"/>
                  </a:cubicBezTo>
                  <a:cubicBezTo>
                    <a:pt x="100206" y="75140"/>
                    <a:pt x="100206" y="75140"/>
                    <a:pt x="100206" y="75140"/>
                  </a:cubicBezTo>
                  <a:cubicBezTo>
                    <a:pt x="100206" y="75140"/>
                    <a:pt x="100206" y="75140"/>
                    <a:pt x="100206" y="75140"/>
                  </a:cubicBezTo>
                  <a:cubicBezTo>
                    <a:pt x="100206" y="75140"/>
                    <a:pt x="100206" y="75140"/>
                    <a:pt x="100206" y="75140"/>
                  </a:cubicBezTo>
                  <a:cubicBezTo>
                    <a:pt x="100206" y="75140"/>
                    <a:pt x="100206" y="75140"/>
                    <a:pt x="100206" y="75140"/>
                  </a:cubicBezTo>
                  <a:cubicBezTo>
                    <a:pt x="100206" y="75140"/>
                    <a:pt x="100206" y="75140"/>
                    <a:pt x="100206" y="75140"/>
                  </a:cubicBezTo>
                  <a:cubicBezTo>
                    <a:pt x="100618" y="75140"/>
                    <a:pt x="100618" y="75140"/>
                    <a:pt x="100618" y="75140"/>
                  </a:cubicBezTo>
                  <a:cubicBezTo>
                    <a:pt x="100618" y="75140"/>
                    <a:pt x="100618" y="75140"/>
                    <a:pt x="100618" y="75140"/>
                  </a:cubicBezTo>
                  <a:cubicBezTo>
                    <a:pt x="100618" y="75140"/>
                    <a:pt x="100618" y="75140"/>
                    <a:pt x="100618" y="75140"/>
                  </a:cubicBezTo>
                  <a:cubicBezTo>
                    <a:pt x="100618" y="75140"/>
                    <a:pt x="100618" y="75140"/>
                    <a:pt x="100618" y="75140"/>
                  </a:cubicBezTo>
                  <a:cubicBezTo>
                    <a:pt x="100618" y="75140"/>
                    <a:pt x="100618" y="75140"/>
                    <a:pt x="100618" y="75140"/>
                  </a:cubicBezTo>
                  <a:cubicBezTo>
                    <a:pt x="101030" y="75140"/>
                    <a:pt x="101030" y="75140"/>
                    <a:pt x="101030" y="75140"/>
                  </a:cubicBezTo>
                  <a:cubicBezTo>
                    <a:pt x="101030" y="75140"/>
                    <a:pt x="101030" y="75140"/>
                    <a:pt x="101030" y="75140"/>
                  </a:cubicBezTo>
                  <a:cubicBezTo>
                    <a:pt x="101030" y="75140"/>
                    <a:pt x="101030" y="75140"/>
                    <a:pt x="101030" y="75140"/>
                  </a:cubicBezTo>
                  <a:cubicBezTo>
                    <a:pt x="101030" y="75140"/>
                    <a:pt x="101030" y="75140"/>
                    <a:pt x="101030" y="75140"/>
                  </a:cubicBezTo>
                  <a:cubicBezTo>
                    <a:pt x="101030" y="75140"/>
                    <a:pt x="101030" y="75140"/>
                    <a:pt x="101030" y="75140"/>
                  </a:cubicBezTo>
                  <a:cubicBezTo>
                    <a:pt x="101443" y="75140"/>
                    <a:pt x="101443" y="75140"/>
                    <a:pt x="101443" y="75140"/>
                  </a:cubicBezTo>
                  <a:cubicBezTo>
                    <a:pt x="101443" y="75140"/>
                    <a:pt x="101443" y="75140"/>
                    <a:pt x="101443" y="75140"/>
                  </a:cubicBezTo>
                  <a:cubicBezTo>
                    <a:pt x="101443" y="75140"/>
                    <a:pt x="101443" y="75140"/>
                    <a:pt x="101443" y="75140"/>
                  </a:cubicBezTo>
                  <a:cubicBezTo>
                    <a:pt x="101443" y="75140"/>
                    <a:pt x="101443" y="75140"/>
                    <a:pt x="101443" y="75140"/>
                  </a:cubicBezTo>
                  <a:cubicBezTo>
                    <a:pt x="101443" y="75140"/>
                    <a:pt x="101443" y="75140"/>
                    <a:pt x="101443" y="75140"/>
                  </a:cubicBezTo>
                  <a:cubicBezTo>
                    <a:pt x="101443" y="75140"/>
                    <a:pt x="101443" y="75140"/>
                    <a:pt x="101443" y="75140"/>
                  </a:cubicBezTo>
                  <a:cubicBezTo>
                    <a:pt x="101855" y="75140"/>
                    <a:pt x="101855" y="75140"/>
                    <a:pt x="101855" y="75140"/>
                  </a:cubicBezTo>
                  <a:cubicBezTo>
                    <a:pt x="101855" y="75140"/>
                    <a:pt x="101855" y="75140"/>
                    <a:pt x="101855" y="75140"/>
                  </a:cubicBezTo>
                  <a:cubicBezTo>
                    <a:pt x="101855" y="75140"/>
                    <a:pt x="101855" y="75140"/>
                    <a:pt x="101855" y="75140"/>
                  </a:cubicBezTo>
                  <a:cubicBezTo>
                    <a:pt x="101855" y="75140"/>
                    <a:pt x="101855" y="75140"/>
                    <a:pt x="101855" y="75140"/>
                  </a:cubicBezTo>
                  <a:cubicBezTo>
                    <a:pt x="101855" y="75140"/>
                    <a:pt x="101855" y="75140"/>
                    <a:pt x="101855" y="75140"/>
                  </a:cubicBezTo>
                  <a:cubicBezTo>
                    <a:pt x="102268" y="75140"/>
                    <a:pt x="102268" y="75140"/>
                    <a:pt x="102268" y="75140"/>
                  </a:cubicBezTo>
                  <a:cubicBezTo>
                    <a:pt x="102268" y="75140"/>
                    <a:pt x="102268" y="75140"/>
                    <a:pt x="102268" y="75140"/>
                  </a:cubicBezTo>
                  <a:cubicBezTo>
                    <a:pt x="102268" y="75140"/>
                    <a:pt x="102268" y="75140"/>
                    <a:pt x="102268" y="75140"/>
                  </a:cubicBezTo>
                  <a:cubicBezTo>
                    <a:pt x="102268" y="75140"/>
                    <a:pt x="102268" y="75140"/>
                    <a:pt x="102268" y="75140"/>
                  </a:cubicBezTo>
                  <a:cubicBezTo>
                    <a:pt x="102268" y="75140"/>
                    <a:pt x="102268" y="75140"/>
                    <a:pt x="102268" y="75140"/>
                  </a:cubicBezTo>
                  <a:cubicBezTo>
                    <a:pt x="102268" y="75140"/>
                    <a:pt x="102268" y="75140"/>
                    <a:pt x="102268" y="75140"/>
                  </a:cubicBezTo>
                  <a:cubicBezTo>
                    <a:pt x="102268" y="75140"/>
                    <a:pt x="102268" y="75140"/>
                    <a:pt x="102268" y="75140"/>
                  </a:cubicBezTo>
                  <a:cubicBezTo>
                    <a:pt x="102680" y="75140"/>
                    <a:pt x="102680" y="75140"/>
                    <a:pt x="102680" y="75140"/>
                  </a:cubicBezTo>
                  <a:cubicBezTo>
                    <a:pt x="102680" y="74018"/>
                    <a:pt x="102680" y="74018"/>
                    <a:pt x="102680" y="74018"/>
                  </a:cubicBezTo>
                  <a:cubicBezTo>
                    <a:pt x="102680" y="74018"/>
                    <a:pt x="102680" y="74018"/>
                    <a:pt x="102680" y="74018"/>
                  </a:cubicBezTo>
                  <a:cubicBezTo>
                    <a:pt x="102680" y="74018"/>
                    <a:pt x="102680" y="74018"/>
                    <a:pt x="102680" y="74018"/>
                  </a:cubicBezTo>
                  <a:cubicBezTo>
                    <a:pt x="102680" y="74018"/>
                    <a:pt x="102680" y="74018"/>
                    <a:pt x="102680" y="74018"/>
                  </a:cubicBezTo>
                  <a:cubicBezTo>
                    <a:pt x="102680" y="74018"/>
                    <a:pt x="102680" y="74018"/>
                    <a:pt x="102680" y="74018"/>
                  </a:cubicBezTo>
                  <a:cubicBezTo>
                    <a:pt x="102680" y="74018"/>
                    <a:pt x="102680" y="74018"/>
                    <a:pt x="102680" y="74018"/>
                  </a:cubicBezTo>
                  <a:cubicBezTo>
                    <a:pt x="102680" y="74018"/>
                    <a:pt x="102680" y="74018"/>
                    <a:pt x="102680" y="74018"/>
                  </a:cubicBezTo>
                  <a:cubicBezTo>
                    <a:pt x="102680" y="74018"/>
                    <a:pt x="102680" y="74018"/>
                    <a:pt x="102680" y="74018"/>
                  </a:cubicBezTo>
                  <a:cubicBezTo>
                    <a:pt x="103092" y="74018"/>
                    <a:pt x="103092" y="74018"/>
                    <a:pt x="103092" y="74018"/>
                  </a:cubicBezTo>
                  <a:cubicBezTo>
                    <a:pt x="103092" y="74018"/>
                    <a:pt x="103092" y="74018"/>
                    <a:pt x="103092" y="74018"/>
                  </a:cubicBezTo>
                  <a:cubicBezTo>
                    <a:pt x="103092" y="74018"/>
                    <a:pt x="103092" y="74018"/>
                    <a:pt x="103092" y="74018"/>
                  </a:cubicBezTo>
                  <a:cubicBezTo>
                    <a:pt x="103092" y="74018"/>
                    <a:pt x="103092" y="74018"/>
                    <a:pt x="103092" y="74018"/>
                  </a:cubicBezTo>
                  <a:cubicBezTo>
                    <a:pt x="103092" y="74018"/>
                    <a:pt x="103092" y="74018"/>
                    <a:pt x="103092" y="74018"/>
                  </a:cubicBezTo>
                  <a:cubicBezTo>
                    <a:pt x="103092" y="74018"/>
                    <a:pt x="103092" y="74018"/>
                    <a:pt x="103092" y="74018"/>
                  </a:cubicBezTo>
                  <a:cubicBezTo>
                    <a:pt x="103092" y="74018"/>
                    <a:pt x="103092" y="74018"/>
                    <a:pt x="103092" y="74018"/>
                  </a:cubicBezTo>
                  <a:cubicBezTo>
                    <a:pt x="103092" y="74018"/>
                    <a:pt x="103092" y="74018"/>
                    <a:pt x="103092" y="74018"/>
                  </a:cubicBezTo>
                  <a:cubicBezTo>
                    <a:pt x="103917" y="78504"/>
                    <a:pt x="103917" y="78504"/>
                    <a:pt x="103917" y="78504"/>
                  </a:cubicBezTo>
                  <a:cubicBezTo>
                    <a:pt x="103917" y="78504"/>
                    <a:pt x="108453" y="80747"/>
                    <a:pt x="110103" y="79626"/>
                  </a:cubicBezTo>
                  <a:cubicBezTo>
                    <a:pt x="110103" y="79626"/>
                    <a:pt x="110103" y="79626"/>
                    <a:pt x="110103" y="79626"/>
                  </a:cubicBezTo>
                  <a:cubicBezTo>
                    <a:pt x="110103" y="79626"/>
                    <a:pt x="110103" y="79626"/>
                    <a:pt x="110103" y="79626"/>
                  </a:cubicBezTo>
                  <a:cubicBezTo>
                    <a:pt x="110103" y="79626"/>
                    <a:pt x="110103" y="79626"/>
                    <a:pt x="110103" y="79626"/>
                  </a:cubicBezTo>
                  <a:cubicBezTo>
                    <a:pt x="110103" y="79626"/>
                    <a:pt x="110103" y="79626"/>
                    <a:pt x="110103" y="79626"/>
                  </a:cubicBezTo>
                  <a:cubicBezTo>
                    <a:pt x="110103" y="79626"/>
                    <a:pt x="110103" y="79626"/>
                    <a:pt x="110103" y="79626"/>
                  </a:cubicBezTo>
                  <a:cubicBezTo>
                    <a:pt x="110103" y="79626"/>
                    <a:pt x="110103" y="79626"/>
                    <a:pt x="110103" y="79626"/>
                  </a:cubicBezTo>
                  <a:cubicBezTo>
                    <a:pt x="110103" y="79626"/>
                    <a:pt x="110103" y="79626"/>
                    <a:pt x="110103" y="79626"/>
                  </a:cubicBezTo>
                  <a:cubicBezTo>
                    <a:pt x="110103" y="79626"/>
                    <a:pt x="110103" y="79626"/>
                    <a:pt x="110103"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110515" y="79626"/>
                    <a:pt x="110515" y="79626"/>
                    <a:pt x="110515" y="79626"/>
                  </a:cubicBezTo>
                  <a:cubicBezTo>
                    <a:pt x="95257" y="77383"/>
                    <a:pt x="95257" y="77383"/>
                    <a:pt x="95257" y="77383"/>
                  </a:cubicBezTo>
                  <a:close/>
                  <a:moveTo>
                    <a:pt x="96082" y="75140"/>
                  </a:moveTo>
                  <a:cubicBezTo>
                    <a:pt x="96082" y="75140"/>
                    <a:pt x="96082" y="75140"/>
                    <a:pt x="96082" y="75140"/>
                  </a:cubicBezTo>
                  <a:cubicBezTo>
                    <a:pt x="96082" y="75140"/>
                    <a:pt x="96082" y="75140"/>
                    <a:pt x="96082" y="75140"/>
                  </a:cubicBezTo>
                  <a:cubicBezTo>
                    <a:pt x="96082" y="75140"/>
                    <a:pt x="96082" y="75140"/>
                    <a:pt x="96082" y="75140"/>
                  </a:cubicBezTo>
                  <a:close/>
                  <a:moveTo>
                    <a:pt x="110927" y="79626"/>
                  </a:move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0927" y="79626"/>
                    <a:pt x="110927" y="79626"/>
                    <a:pt x="110927" y="79626"/>
                  </a:cubicBezTo>
                  <a:cubicBezTo>
                    <a:pt x="111340" y="79626"/>
                    <a:pt x="111340" y="79626"/>
                    <a:pt x="111340" y="79626"/>
                  </a:cubicBezTo>
                  <a:cubicBezTo>
                    <a:pt x="111340" y="79626"/>
                    <a:pt x="111340" y="79626"/>
                    <a:pt x="111340" y="79626"/>
                  </a:cubicBezTo>
                  <a:cubicBezTo>
                    <a:pt x="111340" y="79626"/>
                    <a:pt x="111340" y="79626"/>
                    <a:pt x="111340" y="79626"/>
                  </a:cubicBezTo>
                  <a:cubicBezTo>
                    <a:pt x="111340" y="79626"/>
                    <a:pt x="111340" y="79626"/>
                    <a:pt x="111340" y="79626"/>
                  </a:cubicBezTo>
                  <a:cubicBezTo>
                    <a:pt x="111340" y="78504"/>
                    <a:pt x="111340" y="78504"/>
                    <a:pt x="111340" y="78504"/>
                  </a:cubicBezTo>
                  <a:cubicBezTo>
                    <a:pt x="111340" y="78504"/>
                    <a:pt x="111340" y="78504"/>
                    <a:pt x="111340" y="78504"/>
                  </a:cubicBezTo>
                  <a:cubicBezTo>
                    <a:pt x="111340" y="78504"/>
                    <a:pt x="111340" y="78504"/>
                    <a:pt x="111340" y="78504"/>
                  </a:cubicBezTo>
                  <a:cubicBezTo>
                    <a:pt x="111340" y="78504"/>
                    <a:pt x="111340" y="78504"/>
                    <a:pt x="111340" y="78504"/>
                  </a:cubicBezTo>
                  <a:cubicBezTo>
                    <a:pt x="111340" y="78504"/>
                    <a:pt x="111340" y="78504"/>
                    <a:pt x="111340" y="78504"/>
                  </a:cubicBezTo>
                  <a:cubicBezTo>
                    <a:pt x="111340" y="78504"/>
                    <a:pt x="111340" y="78504"/>
                    <a:pt x="111340" y="78504"/>
                  </a:cubicBezTo>
                  <a:cubicBezTo>
                    <a:pt x="111340" y="78504"/>
                    <a:pt x="111340" y="78504"/>
                    <a:pt x="111340" y="78504"/>
                  </a:cubicBezTo>
                  <a:cubicBezTo>
                    <a:pt x="111340" y="78504"/>
                    <a:pt x="111340" y="78504"/>
                    <a:pt x="111340" y="78504"/>
                  </a:cubicBezTo>
                  <a:cubicBezTo>
                    <a:pt x="111340" y="78504"/>
                    <a:pt x="111340" y="78504"/>
                    <a:pt x="111340" y="78504"/>
                  </a:cubicBezTo>
                  <a:cubicBezTo>
                    <a:pt x="111340" y="78504"/>
                    <a:pt x="111340" y="78504"/>
                    <a:pt x="111340" y="78504"/>
                  </a:cubicBezTo>
                  <a:cubicBezTo>
                    <a:pt x="111340" y="78504"/>
                    <a:pt x="111340" y="78504"/>
                    <a:pt x="111340"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1752" y="78504"/>
                    <a:pt x="111752" y="78504"/>
                    <a:pt x="111752" y="78504"/>
                  </a:cubicBezTo>
                  <a:cubicBezTo>
                    <a:pt x="112164" y="78504"/>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164" y="77383"/>
                    <a:pt x="112164" y="77383"/>
                    <a:pt x="112164"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577" y="77383"/>
                    <a:pt x="112577" y="77383"/>
                    <a:pt x="112577"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2989" y="77383"/>
                    <a:pt x="112989" y="77383"/>
                    <a:pt x="112989" y="77383"/>
                  </a:cubicBezTo>
                  <a:cubicBezTo>
                    <a:pt x="113402" y="77383"/>
                    <a:pt x="113402" y="77383"/>
                    <a:pt x="113402" y="77383"/>
                  </a:cubicBezTo>
                  <a:cubicBezTo>
                    <a:pt x="113402" y="77383"/>
                    <a:pt x="113402" y="77383"/>
                    <a:pt x="113402" y="77383"/>
                  </a:cubicBezTo>
                  <a:cubicBezTo>
                    <a:pt x="113402" y="77383"/>
                    <a:pt x="113402" y="77383"/>
                    <a:pt x="113402" y="77383"/>
                  </a:cubicBezTo>
                  <a:cubicBezTo>
                    <a:pt x="113402" y="77383"/>
                    <a:pt x="113402" y="77383"/>
                    <a:pt x="113402" y="77383"/>
                  </a:cubicBezTo>
                  <a:cubicBezTo>
                    <a:pt x="113402" y="77383"/>
                    <a:pt x="113402" y="77383"/>
                    <a:pt x="113402" y="77383"/>
                  </a:cubicBezTo>
                  <a:cubicBezTo>
                    <a:pt x="113402" y="77383"/>
                    <a:pt x="113402" y="77383"/>
                    <a:pt x="113402" y="77383"/>
                  </a:cubicBezTo>
                  <a:cubicBezTo>
                    <a:pt x="113402" y="77383"/>
                    <a:pt x="113402" y="77383"/>
                    <a:pt x="113402" y="77383"/>
                  </a:cubicBezTo>
                  <a:cubicBezTo>
                    <a:pt x="113814" y="77383"/>
                    <a:pt x="113814" y="77383"/>
                    <a:pt x="114639" y="78504"/>
                  </a:cubicBezTo>
                  <a:cubicBezTo>
                    <a:pt x="115463" y="79626"/>
                    <a:pt x="116701" y="80747"/>
                    <a:pt x="117525" y="80747"/>
                  </a:cubicBezTo>
                  <a:cubicBezTo>
                    <a:pt x="119175" y="80747"/>
                    <a:pt x="119175" y="80747"/>
                    <a:pt x="119175" y="80747"/>
                  </a:cubicBezTo>
                  <a:cubicBezTo>
                    <a:pt x="119587" y="77383"/>
                    <a:pt x="119587" y="77383"/>
                    <a:pt x="119587" y="77383"/>
                  </a:cubicBezTo>
                  <a:cubicBezTo>
                    <a:pt x="120000" y="79626"/>
                    <a:pt x="119175" y="68411"/>
                    <a:pt x="119587" y="65046"/>
                  </a:cubicBezTo>
                  <a:cubicBezTo>
                    <a:pt x="119175" y="63925"/>
                    <a:pt x="118762" y="62803"/>
                    <a:pt x="118762" y="61682"/>
                  </a:cubicBezTo>
                  <a:cubicBezTo>
                    <a:pt x="118350" y="60560"/>
                    <a:pt x="116288" y="60560"/>
                    <a:pt x="116288" y="60560"/>
                  </a:cubicBezTo>
                  <a:cubicBezTo>
                    <a:pt x="114639" y="59439"/>
                    <a:pt x="114639" y="59439"/>
                    <a:pt x="114639" y="59439"/>
                  </a:cubicBezTo>
                  <a:cubicBezTo>
                    <a:pt x="113402" y="58317"/>
                    <a:pt x="113402" y="58317"/>
                    <a:pt x="113402" y="58317"/>
                  </a:cubicBezTo>
                  <a:cubicBezTo>
                    <a:pt x="112164" y="52710"/>
                    <a:pt x="112164" y="52710"/>
                    <a:pt x="112164" y="52710"/>
                  </a:cubicBezTo>
                  <a:cubicBezTo>
                    <a:pt x="110927" y="50467"/>
                    <a:pt x="110927" y="50467"/>
                    <a:pt x="110927" y="50467"/>
                  </a:cubicBezTo>
                  <a:cubicBezTo>
                    <a:pt x="109690" y="45981"/>
                    <a:pt x="109690" y="45981"/>
                    <a:pt x="109690" y="45981"/>
                  </a:cubicBezTo>
                  <a:cubicBezTo>
                    <a:pt x="110103" y="43738"/>
                    <a:pt x="110103" y="43738"/>
                    <a:pt x="110103" y="43738"/>
                  </a:cubicBezTo>
                  <a:cubicBezTo>
                    <a:pt x="111340" y="39252"/>
                    <a:pt x="111340" y="39252"/>
                    <a:pt x="111340" y="39252"/>
                  </a:cubicBezTo>
                  <a:cubicBezTo>
                    <a:pt x="111340" y="39252"/>
                    <a:pt x="111752" y="39252"/>
                    <a:pt x="112164" y="37009"/>
                  </a:cubicBezTo>
                  <a:cubicBezTo>
                    <a:pt x="112989" y="33644"/>
                    <a:pt x="112164" y="33644"/>
                    <a:pt x="112164" y="33644"/>
                  </a:cubicBezTo>
                  <a:cubicBezTo>
                    <a:pt x="112164" y="33644"/>
                    <a:pt x="110515" y="31401"/>
                    <a:pt x="109690" y="30280"/>
                  </a:cubicBezTo>
                  <a:cubicBezTo>
                    <a:pt x="108865" y="29158"/>
                    <a:pt x="107628" y="32523"/>
                    <a:pt x="107628" y="32523"/>
                  </a:cubicBezTo>
                  <a:cubicBezTo>
                    <a:pt x="105154" y="31401"/>
                    <a:pt x="105154" y="31401"/>
                    <a:pt x="105154" y="31401"/>
                  </a:cubicBezTo>
                  <a:cubicBezTo>
                    <a:pt x="103092" y="31401"/>
                    <a:pt x="103092" y="31401"/>
                    <a:pt x="103092" y="31401"/>
                  </a:cubicBezTo>
                  <a:cubicBezTo>
                    <a:pt x="101443" y="26915"/>
                    <a:pt x="101443" y="26915"/>
                    <a:pt x="101443" y="26915"/>
                  </a:cubicBezTo>
                  <a:cubicBezTo>
                    <a:pt x="98556" y="24672"/>
                    <a:pt x="98556" y="24672"/>
                    <a:pt x="98556" y="24672"/>
                  </a:cubicBezTo>
                  <a:cubicBezTo>
                    <a:pt x="96907" y="22429"/>
                    <a:pt x="96907" y="22429"/>
                    <a:pt x="96907" y="22429"/>
                  </a:cubicBezTo>
                  <a:cubicBezTo>
                    <a:pt x="96907" y="22429"/>
                    <a:pt x="96907" y="13457"/>
                    <a:pt x="96907" y="12336"/>
                  </a:cubicBezTo>
                  <a:cubicBezTo>
                    <a:pt x="96907" y="10093"/>
                    <a:pt x="96907" y="6728"/>
                    <a:pt x="96907" y="6728"/>
                  </a:cubicBezTo>
                  <a:cubicBezTo>
                    <a:pt x="96907" y="6728"/>
                    <a:pt x="94432" y="5607"/>
                    <a:pt x="93195" y="6728"/>
                  </a:cubicBezTo>
                  <a:cubicBezTo>
                    <a:pt x="92371" y="7850"/>
                    <a:pt x="91134" y="6728"/>
                    <a:pt x="91134" y="6728"/>
                  </a:cubicBezTo>
                  <a:cubicBezTo>
                    <a:pt x="91134" y="6728"/>
                    <a:pt x="87835" y="5607"/>
                    <a:pt x="87422" y="3364"/>
                  </a:cubicBezTo>
                  <a:cubicBezTo>
                    <a:pt x="87422" y="1121"/>
                    <a:pt x="87422" y="2242"/>
                    <a:pt x="87010" y="2242"/>
                  </a:cubicBezTo>
                  <a:cubicBezTo>
                    <a:pt x="86185" y="2242"/>
                    <a:pt x="83711" y="2242"/>
                    <a:pt x="83711" y="2242"/>
                  </a:cubicBezTo>
                  <a:cubicBezTo>
                    <a:pt x="81237" y="0"/>
                    <a:pt x="81237" y="0"/>
                    <a:pt x="81237" y="0"/>
                  </a:cubicBezTo>
                  <a:cubicBezTo>
                    <a:pt x="81237" y="10093"/>
                    <a:pt x="81237" y="10093"/>
                    <a:pt x="81237" y="10093"/>
                  </a:cubicBezTo>
                  <a:cubicBezTo>
                    <a:pt x="80824" y="7850"/>
                    <a:pt x="80824" y="7850"/>
                    <a:pt x="80824" y="7850"/>
                  </a:cubicBezTo>
                  <a:cubicBezTo>
                    <a:pt x="76701" y="6728"/>
                    <a:pt x="76701" y="6728"/>
                    <a:pt x="76701" y="6728"/>
                  </a:cubicBezTo>
                  <a:cubicBezTo>
                    <a:pt x="74226" y="10093"/>
                    <a:pt x="74226" y="10093"/>
                    <a:pt x="74226" y="10093"/>
                  </a:cubicBezTo>
                  <a:cubicBezTo>
                    <a:pt x="72164" y="12336"/>
                    <a:pt x="72164" y="12336"/>
                    <a:pt x="72164" y="12336"/>
                  </a:cubicBezTo>
                  <a:cubicBezTo>
                    <a:pt x="72164" y="15700"/>
                    <a:pt x="72164" y="15700"/>
                    <a:pt x="72164" y="15700"/>
                  </a:cubicBezTo>
                  <a:cubicBezTo>
                    <a:pt x="71340" y="19065"/>
                    <a:pt x="71340" y="19065"/>
                    <a:pt x="71340" y="19065"/>
                  </a:cubicBezTo>
                  <a:cubicBezTo>
                    <a:pt x="71340" y="19065"/>
                    <a:pt x="70103" y="20186"/>
                    <a:pt x="69278" y="20186"/>
                  </a:cubicBezTo>
                  <a:cubicBezTo>
                    <a:pt x="69278" y="21308"/>
                    <a:pt x="68865" y="23551"/>
                    <a:pt x="68865" y="24672"/>
                  </a:cubicBezTo>
                  <a:cubicBezTo>
                    <a:pt x="68453" y="25794"/>
                    <a:pt x="67628" y="25794"/>
                    <a:pt x="67628" y="25794"/>
                  </a:cubicBezTo>
                  <a:cubicBezTo>
                    <a:pt x="65979" y="24672"/>
                    <a:pt x="65979" y="24672"/>
                    <a:pt x="65979" y="24672"/>
                  </a:cubicBezTo>
                  <a:cubicBezTo>
                    <a:pt x="64742" y="24672"/>
                    <a:pt x="64742" y="24672"/>
                    <a:pt x="64742" y="24672"/>
                  </a:cubicBezTo>
                  <a:cubicBezTo>
                    <a:pt x="63917" y="22429"/>
                    <a:pt x="63917" y="22429"/>
                    <a:pt x="63917" y="22429"/>
                  </a:cubicBezTo>
                  <a:cubicBezTo>
                    <a:pt x="64742" y="17943"/>
                    <a:pt x="64742" y="17943"/>
                    <a:pt x="64742" y="17943"/>
                  </a:cubicBezTo>
                  <a:cubicBezTo>
                    <a:pt x="64742" y="15700"/>
                    <a:pt x="64742" y="15700"/>
                    <a:pt x="64742" y="15700"/>
                  </a:cubicBezTo>
                  <a:cubicBezTo>
                    <a:pt x="62268" y="15700"/>
                    <a:pt x="62268" y="15700"/>
                    <a:pt x="62268" y="15700"/>
                  </a:cubicBezTo>
                  <a:cubicBezTo>
                    <a:pt x="59793" y="13457"/>
                    <a:pt x="59793" y="13457"/>
                    <a:pt x="59793" y="13457"/>
                  </a:cubicBezTo>
                  <a:cubicBezTo>
                    <a:pt x="54432" y="12336"/>
                    <a:pt x="54432" y="12336"/>
                    <a:pt x="54432" y="12336"/>
                  </a:cubicBezTo>
                  <a:cubicBezTo>
                    <a:pt x="51134" y="10093"/>
                    <a:pt x="51134" y="10093"/>
                    <a:pt x="51134" y="10093"/>
                  </a:cubicBezTo>
                  <a:cubicBezTo>
                    <a:pt x="49072" y="4485"/>
                    <a:pt x="49072" y="4485"/>
                    <a:pt x="49072" y="4485"/>
                  </a:cubicBezTo>
                  <a:cubicBezTo>
                    <a:pt x="45773" y="2242"/>
                    <a:pt x="45773" y="2242"/>
                    <a:pt x="45773" y="2242"/>
                  </a:cubicBezTo>
                  <a:cubicBezTo>
                    <a:pt x="42886" y="7850"/>
                    <a:pt x="42886" y="7850"/>
                    <a:pt x="42886" y="7850"/>
                  </a:cubicBezTo>
                  <a:cubicBezTo>
                    <a:pt x="42886" y="7850"/>
                    <a:pt x="40000" y="4485"/>
                    <a:pt x="38762" y="4485"/>
                  </a:cubicBezTo>
                  <a:cubicBezTo>
                    <a:pt x="37938" y="5607"/>
                    <a:pt x="36288" y="6728"/>
                    <a:pt x="35876" y="7850"/>
                  </a:cubicBezTo>
                  <a:cubicBezTo>
                    <a:pt x="35463" y="7850"/>
                    <a:pt x="34639" y="11214"/>
                    <a:pt x="34226" y="11214"/>
                  </a:cubicBezTo>
                  <a:cubicBezTo>
                    <a:pt x="33402" y="12336"/>
                    <a:pt x="32577" y="11214"/>
                    <a:pt x="31752" y="11214"/>
                  </a:cubicBezTo>
                  <a:cubicBezTo>
                    <a:pt x="31340" y="12336"/>
                    <a:pt x="30927" y="13457"/>
                    <a:pt x="30103" y="13457"/>
                  </a:cubicBezTo>
                  <a:cubicBezTo>
                    <a:pt x="29278" y="13457"/>
                    <a:pt x="28865" y="12336"/>
                    <a:pt x="28041" y="12336"/>
                  </a:cubicBezTo>
                  <a:cubicBezTo>
                    <a:pt x="27628" y="13457"/>
                    <a:pt x="27216" y="14579"/>
                    <a:pt x="26391" y="14579"/>
                  </a:cubicBezTo>
                  <a:cubicBezTo>
                    <a:pt x="25567" y="14579"/>
                    <a:pt x="25154" y="12336"/>
                    <a:pt x="25154" y="12336"/>
                  </a:cubicBezTo>
                  <a:cubicBezTo>
                    <a:pt x="23917" y="12336"/>
                    <a:pt x="23917" y="12336"/>
                    <a:pt x="23917" y="12336"/>
                  </a:cubicBezTo>
                  <a:cubicBezTo>
                    <a:pt x="22680" y="8971"/>
                    <a:pt x="22680" y="8971"/>
                    <a:pt x="22680" y="8971"/>
                  </a:cubicBezTo>
                  <a:cubicBezTo>
                    <a:pt x="22680" y="8971"/>
                    <a:pt x="22268" y="11214"/>
                    <a:pt x="21030" y="11214"/>
                  </a:cubicBezTo>
                  <a:cubicBezTo>
                    <a:pt x="20206" y="10093"/>
                    <a:pt x="19381" y="8971"/>
                    <a:pt x="18556" y="10093"/>
                  </a:cubicBezTo>
                  <a:cubicBezTo>
                    <a:pt x="17731" y="10093"/>
                    <a:pt x="16494" y="11214"/>
                    <a:pt x="16494" y="11214"/>
                  </a:cubicBezTo>
                  <a:cubicBezTo>
                    <a:pt x="13195" y="7850"/>
                    <a:pt x="13195" y="7850"/>
                    <a:pt x="13195" y="7850"/>
                  </a:cubicBezTo>
                  <a:cubicBezTo>
                    <a:pt x="11134" y="6728"/>
                    <a:pt x="11134" y="6728"/>
                    <a:pt x="11134" y="6728"/>
                  </a:cubicBezTo>
                  <a:cubicBezTo>
                    <a:pt x="9484" y="5607"/>
                    <a:pt x="9484" y="5607"/>
                    <a:pt x="9484" y="5607"/>
                  </a:cubicBezTo>
                  <a:cubicBezTo>
                    <a:pt x="8659" y="8971"/>
                    <a:pt x="8659" y="8971"/>
                    <a:pt x="8659" y="8971"/>
                  </a:cubicBezTo>
                  <a:cubicBezTo>
                    <a:pt x="6597" y="8971"/>
                    <a:pt x="6597" y="8971"/>
                    <a:pt x="6597" y="8971"/>
                  </a:cubicBezTo>
                  <a:cubicBezTo>
                    <a:pt x="6597" y="8971"/>
                    <a:pt x="4123" y="6728"/>
                    <a:pt x="2474" y="7850"/>
                  </a:cubicBezTo>
                  <a:cubicBezTo>
                    <a:pt x="2061" y="7850"/>
                    <a:pt x="824" y="11214"/>
                    <a:pt x="412" y="11214"/>
                  </a:cubicBezTo>
                  <a:cubicBezTo>
                    <a:pt x="0" y="12336"/>
                    <a:pt x="412" y="12336"/>
                    <a:pt x="824" y="15700"/>
                  </a:cubicBezTo>
                  <a:cubicBezTo>
                    <a:pt x="824" y="17943"/>
                    <a:pt x="412" y="22429"/>
                    <a:pt x="412" y="22429"/>
                  </a:cubicBezTo>
                  <a:cubicBezTo>
                    <a:pt x="2886" y="23551"/>
                    <a:pt x="2886" y="23551"/>
                    <a:pt x="2886" y="23551"/>
                  </a:cubicBezTo>
                  <a:cubicBezTo>
                    <a:pt x="4948" y="25794"/>
                    <a:pt x="4948" y="25794"/>
                    <a:pt x="4948" y="25794"/>
                  </a:cubicBezTo>
                  <a:cubicBezTo>
                    <a:pt x="5360" y="30280"/>
                    <a:pt x="5360" y="30280"/>
                    <a:pt x="5360" y="30280"/>
                  </a:cubicBezTo>
                  <a:cubicBezTo>
                    <a:pt x="5360" y="30280"/>
                    <a:pt x="6597" y="33644"/>
                    <a:pt x="7010" y="32523"/>
                  </a:cubicBezTo>
                  <a:cubicBezTo>
                    <a:pt x="7422" y="32523"/>
                    <a:pt x="7010" y="31401"/>
                    <a:pt x="7422" y="30280"/>
                  </a:cubicBezTo>
                  <a:cubicBezTo>
                    <a:pt x="7422" y="30280"/>
                    <a:pt x="7835" y="32523"/>
                    <a:pt x="8659" y="32523"/>
                  </a:cubicBezTo>
                  <a:cubicBezTo>
                    <a:pt x="8659" y="32523"/>
                    <a:pt x="9484" y="31401"/>
                    <a:pt x="9896" y="31401"/>
                  </a:cubicBezTo>
                  <a:cubicBezTo>
                    <a:pt x="10721" y="32523"/>
                    <a:pt x="11134" y="33644"/>
                    <a:pt x="11546" y="33644"/>
                  </a:cubicBezTo>
                  <a:cubicBezTo>
                    <a:pt x="11958" y="33644"/>
                    <a:pt x="12783" y="32523"/>
                    <a:pt x="12783" y="32523"/>
                  </a:cubicBezTo>
                  <a:cubicBezTo>
                    <a:pt x="13608" y="31401"/>
                    <a:pt x="14845" y="30280"/>
                    <a:pt x="16082" y="33644"/>
                  </a:cubicBezTo>
                  <a:cubicBezTo>
                    <a:pt x="16907" y="35887"/>
                    <a:pt x="16494" y="37009"/>
                    <a:pt x="17319" y="37009"/>
                  </a:cubicBezTo>
                  <a:cubicBezTo>
                    <a:pt x="17731" y="37009"/>
                    <a:pt x="17731" y="34766"/>
                    <a:pt x="18144" y="34766"/>
                  </a:cubicBezTo>
                  <a:cubicBezTo>
                    <a:pt x="18969" y="34766"/>
                    <a:pt x="18969" y="35887"/>
                    <a:pt x="19381" y="37009"/>
                  </a:cubicBezTo>
                  <a:cubicBezTo>
                    <a:pt x="20206" y="39252"/>
                    <a:pt x="20206" y="41495"/>
                    <a:pt x="21030" y="42616"/>
                  </a:cubicBezTo>
                  <a:cubicBezTo>
                    <a:pt x="21030" y="43738"/>
                    <a:pt x="21443" y="44859"/>
                    <a:pt x="22268" y="44859"/>
                  </a:cubicBezTo>
                  <a:cubicBezTo>
                    <a:pt x="22268" y="44859"/>
                    <a:pt x="22680" y="43738"/>
                    <a:pt x="22680" y="43738"/>
                  </a:cubicBezTo>
                  <a:cubicBezTo>
                    <a:pt x="23505" y="43738"/>
                    <a:pt x="24329" y="43738"/>
                    <a:pt x="24742" y="44859"/>
                  </a:cubicBezTo>
                  <a:cubicBezTo>
                    <a:pt x="26391" y="44859"/>
                    <a:pt x="26804" y="44859"/>
                    <a:pt x="27216" y="45981"/>
                  </a:cubicBezTo>
                  <a:cubicBezTo>
                    <a:pt x="27628" y="48224"/>
                    <a:pt x="28453" y="51588"/>
                    <a:pt x="28865" y="53831"/>
                  </a:cubicBezTo>
                  <a:cubicBezTo>
                    <a:pt x="29278" y="56074"/>
                    <a:pt x="29690" y="60560"/>
                    <a:pt x="30103" y="61682"/>
                  </a:cubicBezTo>
                  <a:cubicBezTo>
                    <a:pt x="30515" y="63925"/>
                    <a:pt x="31752" y="65046"/>
                    <a:pt x="32164" y="67289"/>
                  </a:cubicBezTo>
                  <a:cubicBezTo>
                    <a:pt x="32577" y="68411"/>
                    <a:pt x="33402" y="75140"/>
                    <a:pt x="33814" y="77383"/>
                  </a:cubicBezTo>
                  <a:cubicBezTo>
                    <a:pt x="33814" y="79626"/>
                    <a:pt x="35051" y="82990"/>
                    <a:pt x="35463" y="87476"/>
                  </a:cubicBezTo>
                  <a:cubicBezTo>
                    <a:pt x="36288" y="91962"/>
                    <a:pt x="36288" y="95327"/>
                    <a:pt x="36288" y="95327"/>
                  </a:cubicBezTo>
                  <a:cubicBezTo>
                    <a:pt x="36288" y="99813"/>
                    <a:pt x="36288" y="99813"/>
                    <a:pt x="36288" y="99813"/>
                  </a:cubicBezTo>
                  <a:cubicBezTo>
                    <a:pt x="36288" y="99813"/>
                    <a:pt x="35051" y="109906"/>
                    <a:pt x="34226" y="112149"/>
                  </a:cubicBezTo>
                  <a:cubicBezTo>
                    <a:pt x="33402" y="114392"/>
                    <a:pt x="34639" y="117757"/>
                    <a:pt x="35876" y="118878"/>
                  </a:cubicBezTo>
                  <a:cubicBezTo>
                    <a:pt x="37113" y="120000"/>
                    <a:pt x="40412" y="115514"/>
                    <a:pt x="40412" y="115514"/>
                  </a:cubicBezTo>
                  <a:cubicBezTo>
                    <a:pt x="42474" y="113271"/>
                    <a:pt x="42474" y="113271"/>
                    <a:pt x="42474" y="113271"/>
                  </a:cubicBezTo>
                  <a:cubicBezTo>
                    <a:pt x="44536" y="112149"/>
                    <a:pt x="44536" y="112149"/>
                    <a:pt x="44536" y="112149"/>
                  </a:cubicBezTo>
                  <a:cubicBezTo>
                    <a:pt x="44536" y="112149"/>
                    <a:pt x="49484" y="111028"/>
                    <a:pt x="50309" y="109906"/>
                  </a:cubicBezTo>
                  <a:cubicBezTo>
                    <a:pt x="51546" y="107663"/>
                    <a:pt x="51546" y="105420"/>
                    <a:pt x="51546" y="105420"/>
                  </a:cubicBezTo>
                  <a:cubicBezTo>
                    <a:pt x="51134" y="102056"/>
                    <a:pt x="51134" y="102056"/>
                    <a:pt x="51134" y="102056"/>
                  </a:cubicBezTo>
                  <a:cubicBezTo>
                    <a:pt x="51134" y="102056"/>
                    <a:pt x="53608" y="98691"/>
                    <a:pt x="54845" y="97570"/>
                  </a:cubicBezTo>
                  <a:cubicBezTo>
                    <a:pt x="55670" y="96448"/>
                    <a:pt x="56494" y="98691"/>
                    <a:pt x="56494" y="98691"/>
                  </a:cubicBezTo>
                  <a:cubicBezTo>
                    <a:pt x="57731" y="102056"/>
                    <a:pt x="57731" y="102056"/>
                    <a:pt x="57731" y="102056"/>
                  </a:cubicBezTo>
                  <a:cubicBezTo>
                    <a:pt x="59381" y="106542"/>
                    <a:pt x="59381" y="106542"/>
                    <a:pt x="59381" y="106542"/>
                  </a:cubicBezTo>
                  <a:cubicBezTo>
                    <a:pt x="61443" y="107663"/>
                    <a:pt x="61443" y="107663"/>
                    <a:pt x="61443" y="107663"/>
                  </a:cubicBezTo>
                  <a:cubicBezTo>
                    <a:pt x="61443" y="107663"/>
                    <a:pt x="62680" y="111028"/>
                    <a:pt x="63092" y="112149"/>
                  </a:cubicBezTo>
                  <a:cubicBezTo>
                    <a:pt x="63092" y="114392"/>
                    <a:pt x="63092" y="114392"/>
                    <a:pt x="63092" y="114392"/>
                  </a:cubicBezTo>
                  <a:cubicBezTo>
                    <a:pt x="65567" y="114392"/>
                    <a:pt x="65567" y="114392"/>
                    <a:pt x="65567" y="114392"/>
                  </a:cubicBezTo>
                  <a:cubicBezTo>
                    <a:pt x="67628" y="112149"/>
                    <a:pt x="67628" y="112149"/>
                    <a:pt x="67628" y="112149"/>
                  </a:cubicBezTo>
                  <a:cubicBezTo>
                    <a:pt x="69690" y="115514"/>
                    <a:pt x="69690" y="115514"/>
                    <a:pt x="69690" y="115514"/>
                  </a:cubicBezTo>
                  <a:cubicBezTo>
                    <a:pt x="71752" y="113271"/>
                    <a:pt x="71752" y="113271"/>
                    <a:pt x="71752" y="113271"/>
                  </a:cubicBezTo>
                  <a:cubicBezTo>
                    <a:pt x="71340" y="112149"/>
                    <a:pt x="69690" y="111028"/>
                    <a:pt x="69690" y="111028"/>
                  </a:cubicBezTo>
                  <a:cubicBezTo>
                    <a:pt x="67628" y="111028"/>
                    <a:pt x="67628" y="111028"/>
                    <a:pt x="67628" y="111028"/>
                  </a:cubicBezTo>
                  <a:cubicBezTo>
                    <a:pt x="67216" y="109906"/>
                    <a:pt x="67216" y="109906"/>
                    <a:pt x="67216" y="109906"/>
                  </a:cubicBezTo>
                  <a:cubicBezTo>
                    <a:pt x="66391" y="107663"/>
                    <a:pt x="66391" y="107663"/>
                    <a:pt x="66391" y="107663"/>
                  </a:cubicBezTo>
                  <a:cubicBezTo>
                    <a:pt x="68041" y="104299"/>
                    <a:pt x="68041" y="104299"/>
                    <a:pt x="68041" y="104299"/>
                  </a:cubicBezTo>
                  <a:cubicBezTo>
                    <a:pt x="68041" y="104299"/>
                    <a:pt x="68865" y="104299"/>
                    <a:pt x="69278" y="103177"/>
                  </a:cubicBezTo>
                  <a:cubicBezTo>
                    <a:pt x="70103" y="103177"/>
                    <a:pt x="72577" y="100934"/>
                    <a:pt x="72577" y="100934"/>
                  </a:cubicBezTo>
                  <a:cubicBezTo>
                    <a:pt x="73402" y="98691"/>
                    <a:pt x="73402" y="98691"/>
                    <a:pt x="73402" y="98691"/>
                  </a:cubicBezTo>
                  <a:cubicBezTo>
                    <a:pt x="73402" y="98691"/>
                    <a:pt x="74226" y="96448"/>
                    <a:pt x="74226" y="96448"/>
                  </a:cubicBezTo>
                  <a:cubicBezTo>
                    <a:pt x="74639" y="96448"/>
                    <a:pt x="75463" y="96448"/>
                    <a:pt x="75876" y="95327"/>
                  </a:cubicBezTo>
                  <a:cubicBezTo>
                    <a:pt x="75876" y="95327"/>
                    <a:pt x="76288" y="94205"/>
                    <a:pt x="76288" y="94205"/>
                  </a:cubicBezTo>
                  <a:cubicBezTo>
                    <a:pt x="76288" y="94205"/>
                    <a:pt x="76288" y="93084"/>
                    <a:pt x="76701" y="93084"/>
                  </a:cubicBezTo>
                  <a:cubicBezTo>
                    <a:pt x="76701" y="93084"/>
                    <a:pt x="77113" y="93084"/>
                    <a:pt x="77525" y="91962"/>
                  </a:cubicBezTo>
                  <a:cubicBezTo>
                    <a:pt x="77938" y="91962"/>
                    <a:pt x="77938" y="91962"/>
                    <a:pt x="78350" y="90841"/>
                  </a:cubicBezTo>
                  <a:cubicBezTo>
                    <a:pt x="78350" y="90841"/>
                    <a:pt x="78762" y="87476"/>
                    <a:pt x="78762" y="87476"/>
                  </a:cubicBezTo>
                  <a:cubicBezTo>
                    <a:pt x="78762" y="87476"/>
                    <a:pt x="78762" y="87476"/>
                    <a:pt x="78762" y="87476"/>
                  </a:cubicBezTo>
                  <a:cubicBezTo>
                    <a:pt x="79175" y="87476"/>
                    <a:pt x="79587" y="88598"/>
                    <a:pt x="79587" y="88598"/>
                  </a:cubicBezTo>
                  <a:cubicBezTo>
                    <a:pt x="79587" y="88598"/>
                    <a:pt x="80412" y="88598"/>
                    <a:pt x="80824" y="88598"/>
                  </a:cubicBezTo>
                  <a:cubicBezTo>
                    <a:pt x="80824" y="88598"/>
                    <a:pt x="81649" y="87476"/>
                    <a:pt x="81649" y="87476"/>
                  </a:cubicBezTo>
                  <a:cubicBezTo>
                    <a:pt x="81649" y="87476"/>
                    <a:pt x="81649" y="86355"/>
                    <a:pt x="82061" y="86355"/>
                  </a:cubicBezTo>
                  <a:cubicBezTo>
                    <a:pt x="82474" y="86355"/>
                    <a:pt x="82886" y="86355"/>
                    <a:pt x="83298" y="86355"/>
                  </a:cubicBezTo>
                  <a:cubicBezTo>
                    <a:pt x="83298" y="86355"/>
                    <a:pt x="84123" y="86355"/>
                    <a:pt x="84123" y="86355"/>
                  </a:cubicBezTo>
                  <a:cubicBezTo>
                    <a:pt x="84536" y="85233"/>
                    <a:pt x="84536" y="85233"/>
                    <a:pt x="84536" y="85233"/>
                  </a:cubicBezTo>
                  <a:cubicBezTo>
                    <a:pt x="84948" y="85233"/>
                    <a:pt x="84536" y="84112"/>
                    <a:pt x="84948" y="85233"/>
                  </a:cubicBezTo>
                  <a:cubicBezTo>
                    <a:pt x="85360" y="85233"/>
                    <a:pt x="84948" y="86355"/>
                    <a:pt x="85360" y="85233"/>
                  </a:cubicBezTo>
                  <a:cubicBezTo>
                    <a:pt x="85773" y="84112"/>
                    <a:pt x="86185" y="81869"/>
                    <a:pt x="86185" y="81869"/>
                  </a:cubicBezTo>
                  <a:cubicBezTo>
                    <a:pt x="86185" y="81869"/>
                    <a:pt x="85773" y="81869"/>
                    <a:pt x="86597" y="81869"/>
                  </a:cubicBezTo>
                  <a:cubicBezTo>
                    <a:pt x="87422" y="81869"/>
                    <a:pt x="87422" y="81869"/>
                    <a:pt x="88247" y="81869"/>
                  </a:cubicBezTo>
                  <a:cubicBezTo>
                    <a:pt x="88659" y="81869"/>
                    <a:pt x="89484" y="80747"/>
                    <a:pt x="89484" y="80747"/>
                  </a:cubicBezTo>
                  <a:cubicBezTo>
                    <a:pt x="89896" y="80747"/>
                    <a:pt x="90309" y="79626"/>
                    <a:pt x="90309" y="79626"/>
                  </a:cubicBezTo>
                  <a:cubicBezTo>
                    <a:pt x="90309" y="78504"/>
                    <a:pt x="88659" y="76261"/>
                    <a:pt x="88659" y="76261"/>
                  </a:cubicBezTo>
                  <a:cubicBezTo>
                    <a:pt x="88659" y="76261"/>
                    <a:pt x="87835" y="75140"/>
                    <a:pt x="89072" y="75140"/>
                  </a:cubicBezTo>
                  <a:cubicBezTo>
                    <a:pt x="90309" y="76261"/>
                    <a:pt x="90721" y="76261"/>
                    <a:pt x="90721" y="76261"/>
                  </a:cubicBezTo>
                  <a:cubicBezTo>
                    <a:pt x="91134" y="76261"/>
                    <a:pt x="91134" y="75140"/>
                    <a:pt x="91546" y="75140"/>
                  </a:cubicBezTo>
                  <a:cubicBezTo>
                    <a:pt x="91958" y="74018"/>
                    <a:pt x="92371" y="72897"/>
                    <a:pt x="92371" y="72897"/>
                  </a:cubicBezTo>
                  <a:cubicBezTo>
                    <a:pt x="92783" y="72897"/>
                    <a:pt x="93608" y="75140"/>
                    <a:pt x="93608" y="75140"/>
                  </a:cubicBezTo>
                  <a:cubicBezTo>
                    <a:pt x="93608" y="77383"/>
                    <a:pt x="93608" y="77383"/>
                    <a:pt x="93608" y="77383"/>
                  </a:cubicBezTo>
                  <a:cubicBezTo>
                    <a:pt x="94845" y="77383"/>
                    <a:pt x="94845" y="77383"/>
                    <a:pt x="94845" y="77383"/>
                  </a:cubicBezTo>
                  <a:cubicBezTo>
                    <a:pt x="94845" y="77383"/>
                    <a:pt x="95257" y="77383"/>
                    <a:pt x="95257" y="77383"/>
                  </a:cubicBezTo>
                  <a:cubicBezTo>
                    <a:pt x="110927" y="79626"/>
                    <a:pt x="110927" y="79626"/>
                    <a:pt x="110927" y="79626"/>
                  </a:cubicBezTo>
                  <a:close/>
                  <a:moveTo>
                    <a:pt x="110927" y="79626"/>
                  </a:moveTo>
                  <a:cubicBezTo>
                    <a:pt x="110927" y="79626"/>
                    <a:pt x="110927" y="79626"/>
                    <a:pt x="110927" y="79626"/>
                  </a:cubicBezTo>
                  <a:cubicBezTo>
                    <a:pt x="110927" y="79626"/>
                    <a:pt x="110927" y="79626"/>
                    <a:pt x="110927" y="79626"/>
                  </a:cubicBez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39" name="Shape 2036">
              <a:extLst>
                <a:ext uri="{FF2B5EF4-FFF2-40B4-BE49-F238E27FC236}">
                  <a16:creationId xmlns:a16="http://schemas.microsoft.com/office/drawing/2014/main" id="{7BEEC1FA-94B1-44FD-A887-FB01092F0A3A}"/>
                </a:ext>
              </a:extLst>
            </p:cNvPr>
            <p:cNvSpPr/>
            <p:nvPr/>
          </p:nvSpPr>
          <p:spPr>
            <a:xfrm>
              <a:off x="5769180" y="1991757"/>
              <a:ext cx="413385" cy="308971"/>
            </a:xfrm>
            <a:custGeom>
              <a:avLst/>
              <a:gdLst/>
              <a:ahLst/>
              <a:cxnLst/>
              <a:rect l="0" t="0" r="0" b="0"/>
              <a:pathLst>
                <a:path w="120000" h="120000" extrusionOk="0">
                  <a:moveTo>
                    <a:pt x="11933" y="22285"/>
                  </a:moveTo>
                  <a:cubicBezTo>
                    <a:pt x="15911" y="18857"/>
                    <a:pt x="15911" y="18857"/>
                    <a:pt x="15911" y="18857"/>
                  </a:cubicBezTo>
                  <a:cubicBezTo>
                    <a:pt x="17900" y="16285"/>
                    <a:pt x="17900" y="16285"/>
                    <a:pt x="17900" y="16285"/>
                  </a:cubicBezTo>
                  <a:cubicBezTo>
                    <a:pt x="22541" y="17142"/>
                    <a:pt x="22541" y="17142"/>
                    <a:pt x="22541" y="17142"/>
                  </a:cubicBezTo>
                  <a:cubicBezTo>
                    <a:pt x="22541" y="17142"/>
                    <a:pt x="25856" y="15428"/>
                    <a:pt x="26519" y="15428"/>
                  </a:cubicBezTo>
                  <a:cubicBezTo>
                    <a:pt x="27182" y="15428"/>
                    <a:pt x="31823" y="14571"/>
                    <a:pt x="31823" y="14571"/>
                  </a:cubicBezTo>
                  <a:cubicBezTo>
                    <a:pt x="34475" y="12000"/>
                    <a:pt x="34475" y="12000"/>
                    <a:pt x="34475" y="12000"/>
                  </a:cubicBezTo>
                  <a:cubicBezTo>
                    <a:pt x="34475" y="12000"/>
                    <a:pt x="36464" y="12857"/>
                    <a:pt x="36464" y="13714"/>
                  </a:cubicBezTo>
                  <a:cubicBezTo>
                    <a:pt x="37127" y="14571"/>
                    <a:pt x="39116" y="17142"/>
                    <a:pt x="39779" y="17142"/>
                  </a:cubicBezTo>
                  <a:cubicBezTo>
                    <a:pt x="40441" y="16285"/>
                    <a:pt x="41104" y="12857"/>
                    <a:pt x="41104" y="12857"/>
                  </a:cubicBezTo>
                  <a:cubicBezTo>
                    <a:pt x="45082" y="12000"/>
                    <a:pt x="45082" y="12000"/>
                    <a:pt x="45082" y="12000"/>
                  </a:cubicBezTo>
                  <a:cubicBezTo>
                    <a:pt x="48397" y="11142"/>
                    <a:pt x="48397" y="11142"/>
                    <a:pt x="48397" y="11142"/>
                  </a:cubicBezTo>
                  <a:cubicBezTo>
                    <a:pt x="48397" y="11142"/>
                    <a:pt x="48397" y="10285"/>
                    <a:pt x="49060" y="10285"/>
                  </a:cubicBezTo>
                  <a:cubicBezTo>
                    <a:pt x="49723" y="11142"/>
                    <a:pt x="53701" y="11142"/>
                    <a:pt x="53701" y="11142"/>
                  </a:cubicBezTo>
                  <a:cubicBezTo>
                    <a:pt x="57679" y="11142"/>
                    <a:pt x="57679" y="11142"/>
                    <a:pt x="57679" y="11142"/>
                  </a:cubicBezTo>
                  <a:cubicBezTo>
                    <a:pt x="57679" y="11142"/>
                    <a:pt x="60331" y="12857"/>
                    <a:pt x="60994" y="12857"/>
                  </a:cubicBezTo>
                  <a:cubicBezTo>
                    <a:pt x="60994" y="12000"/>
                    <a:pt x="62983" y="8571"/>
                    <a:pt x="62983" y="8571"/>
                  </a:cubicBezTo>
                  <a:cubicBezTo>
                    <a:pt x="66961" y="10285"/>
                    <a:pt x="66961" y="10285"/>
                    <a:pt x="66961" y="10285"/>
                  </a:cubicBezTo>
                  <a:cubicBezTo>
                    <a:pt x="67624" y="6857"/>
                    <a:pt x="67624" y="6857"/>
                    <a:pt x="67624" y="6857"/>
                  </a:cubicBezTo>
                  <a:cubicBezTo>
                    <a:pt x="67624" y="6857"/>
                    <a:pt x="69613" y="2571"/>
                    <a:pt x="69613" y="2571"/>
                  </a:cubicBezTo>
                  <a:cubicBezTo>
                    <a:pt x="70276" y="2571"/>
                    <a:pt x="72928" y="0"/>
                    <a:pt x="72928" y="0"/>
                  </a:cubicBezTo>
                  <a:cubicBezTo>
                    <a:pt x="74254" y="5142"/>
                    <a:pt x="74254" y="5142"/>
                    <a:pt x="74254" y="5142"/>
                  </a:cubicBezTo>
                  <a:cubicBezTo>
                    <a:pt x="76906" y="7714"/>
                    <a:pt x="76906" y="7714"/>
                    <a:pt x="76906" y="7714"/>
                  </a:cubicBezTo>
                  <a:cubicBezTo>
                    <a:pt x="77569" y="8571"/>
                    <a:pt x="77569" y="8571"/>
                    <a:pt x="77569" y="8571"/>
                  </a:cubicBezTo>
                  <a:cubicBezTo>
                    <a:pt x="80220" y="11142"/>
                    <a:pt x="80220" y="11142"/>
                    <a:pt x="80220" y="11142"/>
                  </a:cubicBezTo>
                  <a:cubicBezTo>
                    <a:pt x="84861" y="9428"/>
                    <a:pt x="84861" y="9428"/>
                    <a:pt x="84861" y="9428"/>
                  </a:cubicBezTo>
                  <a:cubicBezTo>
                    <a:pt x="87513" y="8571"/>
                    <a:pt x="87513" y="8571"/>
                    <a:pt x="87513" y="8571"/>
                  </a:cubicBezTo>
                  <a:cubicBezTo>
                    <a:pt x="89502" y="8571"/>
                    <a:pt x="89502" y="8571"/>
                    <a:pt x="89502" y="8571"/>
                  </a:cubicBezTo>
                  <a:cubicBezTo>
                    <a:pt x="90165" y="10285"/>
                    <a:pt x="90165" y="10285"/>
                    <a:pt x="90165" y="10285"/>
                  </a:cubicBezTo>
                  <a:cubicBezTo>
                    <a:pt x="92154" y="12000"/>
                    <a:pt x="92154" y="12000"/>
                    <a:pt x="92154" y="12000"/>
                  </a:cubicBezTo>
                  <a:cubicBezTo>
                    <a:pt x="95469" y="12000"/>
                    <a:pt x="95469" y="12000"/>
                    <a:pt x="95469" y="12000"/>
                  </a:cubicBezTo>
                  <a:cubicBezTo>
                    <a:pt x="96795" y="14571"/>
                    <a:pt x="96795" y="14571"/>
                    <a:pt x="96795" y="14571"/>
                  </a:cubicBezTo>
                  <a:cubicBezTo>
                    <a:pt x="99447" y="15428"/>
                    <a:pt x="99447" y="15428"/>
                    <a:pt x="99447" y="15428"/>
                  </a:cubicBezTo>
                  <a:cubicBezTo>
                    <a:pt x="101436" y="18857"/>
                    <a:pt x="101436" y="18857"/>
                    <a:pt x="101436" y="18857"/>
                  </a:cubicBezTo>
                  <a:cubicBezTo>
                    <a:pt x="103425" y="19714"/>
                    <a:pt x="103425" y="19714"/>
                    <a:pt x="103425" y="19714"/>
                  </a:cubicBezTo>
                  <a:cubicBezTo>
                    <a:pt x="104751" y="23142"/>
                    <a:pt x="104751" y="23142"/>
                    <a:pt x="104751" y="23142"/>
                  </a:cubicBezTo>
                  <a:cubicBezTo>
                    <a:pt x="107403" y="23142"/>
                    <a:pt x="107403" y="23142"/>
                    <a:pt x="107403" y="23142"/>
                  </a:cubicBezTo>
                  <a:cubicBezTo>
                    <a:pt x="110718" y="24000"/>
                    <a:pt x="110718" y="24000"/>
                    <a:pt x="110718" y="24000"/>
                  </a:cubicBezTo>
                  <a:cubicBezTo>
                    <a:pt x="112707" y="24000"/>
                    <a:pt x="112707" y="24000"/>
                    <a:pt x="112707" y="24000"/>
                  </a:cubicBezTo>
                  <a:cubicBezTo>
                    <a:pt x="112707" y="24000"/>
                    <a:pt x="112707" y="24000"/>
                    <a:pt x="112707" y="24000"/>
                  </a:cubicBezTo>
                  <a:cubicBezTo>
                    <a:pt x="113370" y="24000"/>
                    <a:pt x="113370" y="24000"/>
                    <a:pt x="113370" y="24000"/>
                  </a:cubicBezTo>
                  <a:cubicBezTo>
                    <a:pt x="114033" y="31714"/>
                    <a:pt x="114033" y="31714"/>
                    <a:pt x="114033" y="31714"/>
                  </a:cubicBezTo>
                  <a:cubicBezTo>
                    <a:pt x="112707" y="36000"/>
                    <a:pt x="112707" y="36000"/>
                    <a:pt x="112707" y="36000"/>
                  </a:cubicBezTo>
                  <a:cubicBezTo>
                    <a:pt x="112707" y="40285"/>
                    <a:pt x="112707" y="40285"/>
                    <a:pt x="112707" y="40285"/>
                  </a:cubicBezTo>
                  <a:cubicBezTo>
                    <a:pt x="114696" y="41142"/>
                    <a:pt x="114696" y="41142"/>
                    <a:pt x="114696" y="41142"/>
                  </a:cubicBezTo>
                  <a:cubicBezTo>
                    <a:pt x="119337" y="40285"/>
                    <a:pt x="119337" y="40285"/>
                    <a:pt x="119337" y="40285"/>
                  </a:cubicBezTo>
                  <a:cubicBezTo>
                    <a:pt x="120000" y="43714"/>
                    <a:pt x="120000" y="43714"/>
                    <a:pt x="120000" y="43714"/>
                  </a:cubicBezTo>
                  <a:cubicBezTo>
                    <a:pt x="117348" y="45428"/>
                    <a:pt x="117348" y="45428"/>
                    <a:pt x="117348" y="45428"/>
                  </a:cubicBezTo>
                  <a:cubicBezTo>
                    <a:pt x="118011" y="49714"/>
                    <a:pt x="118011" y="49714"/>
                    <a:pt x="118011" y="49714"/>
                  </a:cubicBezTo>
                  <a:cubicBezTo>
                    <a:pt x="112707" y="48857"/>
                    <a:pt x="112707" y="48857"/>
                    <a:pt x="112707" y="48857"/>
                  </a:cubicBezTo>
                  <a:cubicBezTo>
                    <a:pt x="110718" y="51428"/>
                    <a:pt x="110718" y="51428"/>
                    <a:pt x="110718" y="51428"/>
                  </a:cubicBezTo>
                  <a:cubicBezTo>
                    <a:pt x="110718" y="57428"/>
                    <a:pt x="110718" y="57428"/>
                    <a:pt x="110718" y="57428"/>
                  </a:cubicBezTo>
                  <a:cubicBezTo>
                    <a:pt x="105414" y="60000"/>
                    <a:pt x="105414" y="60000"/>
                    <a:pt x="105414" y="60000"/>
                  </a:cubicBezTo>
                  <a:cubicBezTo>
                    <a:pt x="104088" y="63428"/>
                    <a:pt x="104088" y="63428"/>
                    <a:pt x="104088" y="63428"/>
                  </a:cubicBezTo>
                  <a:cubicBezTo>
                    <a:pt x="104088" y="66857"/>
                    <a:pt x="104088" y="66857"/>
                    <a:pt x="104088" y="66857"/>
                  </a:cubicBezTo>
                  <a:cubicBezTo>
                    <a:pt x="103425" y="70285"/>
                    <a:pt x="103425" y="70285"/>
                    <a:pt x="103425" y="70285"/>
                  </a:cubicBezTo>
                  <a:cubicBezTo>
                    <a:pt x="104088" y="76285"/>
                    <a:pt x="104088" y="76285"/>
                    <a:pt x="104088" y="76285"/>
                  </a:cubicBezTo>
                  <a:cubicBezTo>
                    <a:pt x="104751" y="81428"/>
                    <a:pt x="104751" y="81428"/>
                    <a:pt x="104751" y="81428"/>
                  </a:cubicBezTo>
                  <a:cubicBezTo>
                    <a:pt x="104751" y="81428"/>
                    <a:pt x="103425" y="85714"/>
                    <a:pt x="102762" y="88285"/>
                  </a:cubicBezTo>
                  <a:cubicBezTo>
                    <a:pt x="102762" y="90000"/>
                    <a:pt x="104088" y="89142"/>
                    <a:pt x="104088" y="89142"/>
                  </a:cubicBezTo>
                  <a:cubicBezTo>
                    <a:pt x="107403" y="90857"/>
                    <a:pt x="107403" y="90857"/>
                    <a:pt x="107403" y="90857"/>
                  </a:cubicBezTo>
                  <a:cubicBezTo>
                    <a:pt x="108729" y="91714"/>
                    <a:pt x="108729" y="91714"/>
                    <a:pt x="108729" y="91714"/>
                  </a:cubicBezTo>
                  <a:cubicBezTo>
                    <a:pt x="107403" y="96857"/>
                    <a:pt x="107403" y="96857"/>
                    <a:pt x="107403" y="96857"/>
                  </a:cubicBezTo>
                  <a:cubicBezTo>
                    <a:pt x="104088" y="97714"/>
                    <a:pt x="104088" y="97714"/>
                    <a:pt x="104088" y="97714"/>
                  </a:cubicBezTo>
                  <a:cubicBezTo>
                    <a:pt x="104751" y="94285"/>
                    <a:pt x="104751" y="94285"/>
                    <a:pt x="104751" y="94285"/>
                  </a:cubicBezTo>
                  <a:cubicBezTo>
                    <a:pt x="103425" y="92571"/>
                    <a:pt x="103425" y="92571"/>
                    <a:pt x="103425" y="92571"/>
                  </a:cubicBezTo>
                  <a:cubicBezTo>
                    <a:pt x="101436" y="95142"/>
                    <a:pt x="101436" y="95142"/>
                    <a:pt x="101436" y="95142"/>
                  </a:cubicBezTo>
                  <a:cubicBezTo>
                    <a:pt x="96795" y="96857"/>
                    <a:pt x="96795" y="96857"/>
                    <a:pt x="96795" y="96857"/>
                  </a:cubicBezTo>
                  <a:cubicBezTo>
                    <a:pt x="96795" y="98571"/>
                    <a:pt x="96795" y="98571"/>
                    <a:pt x="96795" y="98571"/>
                  </a:cubicBezTo>
                  <a:cubicBezTo>
                    <a:pt x="95469" y="102000"/>
                    <a:pt x="95469" y="102000"/>
                    <a:pt x="95469" y="102000"/>
                  </a:cubicBezTo>
                  <a:cubicBezTo>
                    <a:pt x="95469" y="102000"/>
                    <a:pt x="92817" y="102000"/>
                    <a:pt x="91491" y="102000"/>
                  </a:cubicBezTo>
                  <a:cubicBezTo>
                    <a:pt x="90828" y="101142"/>
                    <a:pt x="90165" y="103714"/>
                    <a:pt x="90165" y="103714"/>
                  </a:cubicBezTo>
                  <a:cubicBezTo>
                    <a:pt x="91491" y="109714"/>
                    <a:pt x="91491" y="109714"/>
                    <a:pt x="91491" y="109714"/>
                  </a:cubicBezTo>
                  <a:cubicBezTo>
                    <a:pt x="88176" y="109714"/>
                    <a:pt x="88176" y="109714"/>
                    <a:pt x="88176" y="109714"/>
                  </a:cubicBezTo>
                  <a:cubicBezTo>
                    <a:pt x="85524" y="114000"/>
                    <a:pt x="85524" y="114000"/>
                    <a:pt x="85524" y="114000"/>
                  </a:cubicBezTo>
                  <a:cubicBezTo>
                    <a:pt x="80883" y="114857"/>
                    <a:pt x="80883" y="114857"/>
                    <a:pt x="80883" y="114857"/>
                  </a:cubicBezTo>
                  <a:cubicBezTo>
                    <a:pt x="76906" y="114000"/>
                    <a:pt x="76906" y="114000"/>
                    <a:pt x="76906" y="114000"/>
                  </a:cubicBezTo>
                  <a:cubicBezTo>
                    <a:pt x="70276" y="117428"/>
                    <a:pt x="70276" y="117428"/>
                    <a:pt x="70276" y="117428"/>
                  </a:cubicBezTo>
                  <a:cubicBezTo>
                    <a:pt x="64309" y="119142"/>
                    <a:pt x="64309" y="119142"/>
                    <a:pt x="64309" y="119142"/>
                  </a:cubicBezTo>
                  <a:cubicBezTo>
                    <a:pt x="64309" y="120000"/>
                    <a:pt x="64309" y="120000"/>
                    <a:pt x="64309" y="120000"/>
                  </a:cubicBezTo>
                  <a:cubicBezTo>
                    <a:pt x="63646" y="114857"/>
                    <a:pt x="63646" y="114857"/>
                    <a:pt x="63646" y="114857"/>
                  </a:cubicBezTo>
                  <a:cubicBezTo>
                    <a:pt x="61657" y="112285"/>
                    <a:pt x="61657" y="112285"/>
                    <a:pt x="61657" y="112285"/>
                  </a:cubicBezTo>
                  <a:cubicBezTo>
                    <a:pt x="61657" y="112285"/>
                    <a:pt x="59668" y="107142"/>
                    <a:pt x="59668" y="106285"/>
                  </a:cubicBezTo>
                  <a:cubicBezTo>
                    <a:pt x="59668" y="106285"/>
                    <a:pt x="52375" y="106285"/>
                    <a:pt x="52375" y="106285"/>
                  </a:cubicBezTo>
                  <a:cubicBezTo>
                    <a:pt x="52375" y="106285"/>
                    <a:pt x="51049" y="103714"/>
                    <a:pt x="50386" y="102000"/>
                  </a:cubicBezTo>
                  <a:cubicBezTo>
                    <a:pt x="50386" y="101142"/>
                    <a:pt x="48397" y="103714"/>
                    <a:pt x="48397" y="103714"/>
                  </a:cubicBezTo>
                  <a:cubicBezTo>
                    <a:pt x="45745" y="104571"/>
                    <a:pt x="45745" y="104571"/>
                    <a:pt x="45745" y="104571"/>
                  </a:cubicBezTo>
                  <a:cubicBezTo>
                    <a:pt x="45745" y="103714"/>
                    <a:pt x="45745" y="103714"/>
                    <a:pt x="45745" y="103714"/>
                  </a:cubicBezTo>
                  <a:cubicBezTo>
                    <a:pt x="43756" y="100285"/>
                    <a:pt x="43756" y="100285"/>
                    <a:pt x="43756" y="100285"/>
                  </a:cubicBezTo>
                  <a:cubicBezTo>
                    <a:pt x="43756" y="91714"/>
                    <a:pt x="43756" y="91714"/>
                    <a:pt x="43756" y="91714"/>
                  </a:cubicBezTo>
                  <a:cubicBezTo>
                    <a:pt x="43756" y="89142"/>
                    <a:pt x="43756" y="89142"/>
                    <a:pt x="43756" y="89142"/>
                  </a:cubicBezTo>
                  <a:cubicBezTo>
                    <a:pt x="45082" y="83142"/>
                    <a:pt x="45082" y="83142"/>
                    <a:pt x="45082" y="83142"/>
                  </a:cubicBezTo>
                  <a:cubicBezTo>
                    <a:pt x="45082" y="83142"/>
                    <a:pt x="43756" y="82285"/>
                    <a:pt x="43093" y="80571"/>
                  </a:cubicBezTo>
                  <a:cubicBezTo>
                    <a:pt x="41767" y="78857"/>
                    <a:pt x="40441" y="77142"/>
                    <a:pt x="40441" y="77142"/>
                  </a:cubicBezTo>
                  <a:cubicBezTo>
                    <a:pt x="39116" y="77142"/>
                    <a:pt x="39116" y="77142"/>
                    <a:pt x="39116" y="77142"/>
                  </a:cubicBezTo>
                  <a:cubicBezTo>
                    <a:pt x="37127" y="73714"/>
                    <a:pt x="37127" y="73714"/>
                    <a:pt x="37127" y="73714"/>
                  </a:cubicBezTo>
                  <a:cubicBezTo>
                    <a:pt x="32486" y="75428"/>
                    <a:pt x="32486" y="75428"/>
                    <a:pt x="32486" y="75428"/>
                  </a:cubicBezTo>
                  <a:cubicBezTo>
                    <a:pt x="29834" y="76285"/>
                    <a:pt x="29834" y="76285"/>
                    <a:pt x="29834" y="76285"/>
                  </a:cubicBezTo>
                  <a:cubicBezTo>
                    <a:pt x="28508" y="78000"/>
                    <a:pt x="28508" y="78000"/>
                    <a:pt x="28508" y="78000"/>
                  </a:cubicBezTo>
                  <a:cubicBezTo>
                    <a:pt x="20552" y="77142"/>
                    <a:pt x="20552" y="77142"/>
                    <a:pt x="20552" y="77142"/>
                  </a:cubicBezTo>
                  <a:cubicBezTo>
                    <a:pt x="16574" y="74571"/>
                    <a:pt x="16574" y="74571"/>
                    <a:pt x="16574" y="74571"/>
                  </a:cubicBezTo>
                  <a:cubicBezTo>
                    <a:pt x="14585" y="73714"/>
                    <a:pt x="14585" y="73714"/>
                    <a:pt x="14585" y="73714"/>
                  </a:cubicBezTo>
                  <a:cubicBezTo>
                    <a:pt x="11933" y="71142"/>
                    <a:pt x="11933" y="71142"/>
                    <a:pt x="11933" y="71142"/>
                  </a:cubicBezTo>
                  <a:cubicBezTo>
                    <a:pt x="8618" y="67714"/>
                    <a:pt x="8618" y="67714"/>
                    <a:pt x="8618" y="67714"/>
                  </a:cubicBezTo>
                  <a:cubicBezTo>
                    <a:pt x="7955" y="62571"/>
                    <a:pt x="7955" y="62571"/>
                    <a:pt x="7955" y="62571"/>
                  </a:cubicBezTo>
                  <a:cubicBezTo>
                    <a:pt x="7292" y="59142"/>
                    <a:pt x="7292" y="59142"/>
                    <a:pt x="7292" y="59142"/>
                  </a:cubicBezTo>
                  <a:cubicBezTo>
                    <a:pt x="3977" y="54857"/>
                    <a:pt x="3977" y="54857"/>
                    <a:pt x="3977" y="54857"/>
                  </a:cubicBezTo>
                  <a:cubicBezTo>
                    <a:pt x="2651" y="51428"/>
                    <a:pt x="2651" y="51428"/>
                    <a:pt x="2651" y="51428"/>
                  </a:cubicBezTo>
                  <a:cubicBezTo>
                    <a:pt x="2651" y="46285"/>
                    <a:pt x="2651" y="46285"/>
                    <a:pt x="2651" y="46285"/>
                  </a:cubicBezTo>
                  <a:cubicBezTo>
                    <a:pt x="662" y="42000"/>
                    <a:pt x="662" y="42000"/>
                    <a:pt x="662" y="42000"/>
                  </a:cubicBezTo>
                  <a:cubicBezTo>
                    <a:pt x="1325" y="37714"/>
                    <a:pt x="1325" y="37714"/>
                    <a:pt x="1325" y="37714"/>
                  </a:cubicBezTo>
                  <a:cubicBezTo>
                    <a:pt x="1325" y="37714"/>
                    <a:pt x="0" y="36857"/>
                    <a:pt x="662" y="36000"/>
                  </a:cubicBezTo>
                  <a:cubicBezTo>
                    <a:pt x="1988" y="36000"/>
                    <a:pt x="3977" y="35142"/>
                    <a:pt x="3977" y="35142"/>
                  </a:cubicBezTo>
                  <a:cubicBezTo>
                    <a:pt x="4640" y="30000"/>
                    <a:pt x="4640" y="30000"/>
                    <a:pt x="4640" y="30000"/>
                  </a:cubicBezTo>
                  <a:cubicBezTo>
                    <a:pt x="5303" y="28285"/>
                    <a:pt x="5303" y="28285"/>
                    <a:pt x="5303" y="28285"/>
                  </a:cubicBezTo>
                  <a:cubicBezTo>
                    <a:pt x="7955" y="26571"/>
                    <a:pt x="7955" y="26571"/>
                    <a:pt x="7955" y="26571"/>
                  </a:cubicBezTo>
                  <a:cubicBezTo>
                    <a:pt x="9281" y="22285"/>
                    <a:pt x="9281" y="22285"/>
                    <a:pt x="9281" y="22285"/>
                  </a:cubicBezTo>
                  <a:lnTo>
                    <a:pt x="11933" y="22285"/>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0" name="Shape 2037">
              <a:extLst>
                <a:ext uri="{FF2B5EF4-FFF2-40B4-BE49-F238E27FC236}">
                  <a16:creationId xmlns:a16="http://schemas.microsoft.com/office/drawing/2014/main" id="{F885D8CF-97A8-41CE-A9C6-4FF0AA663CD7}"/>
                </a:ext>
              </a:extLst>
            </p:cNvPr>
            <p:cNvSpPr/>
            <p:nvPr/>
          </p:nvSpPr>
          <p:spPr>
            <a:xfrm>
              <a:off x="5766982" y="1595421"/>
              <a:ext cx="401291" cy="265289"/>
            </a:xfrm>
            <a:custGeom>
              <a:avLst/>
              <a:gdLst/>
              <a:ahLst/>
              <a:cxnLst/>
              <a:rect l="0" t="0" r="0" b="0"/>
              <a:pathLst>
                <a:path w="120000" h="120000" extrusionOk="0">
                  <a:moveTo>
                    <a:pt x="26590" y="52000"/>
                  </a:moveTo>
                  <a:cubicBezTo>
                    <a:pt x="27272" y="50000"/>
                    <a:pt x="27272" y="50000"/>
                    <a:pt x="27272" y="50000"/>
                  </a:cubicBezTo>
                  <a:cubicBezTo>
                    <a:pt x="27954" y="48000"/>
                    <a:pt x="27954" y="48000"/>
                    <a:pt x="27954" y="48000"/>
                  </a:cubicBezTo>
                  <a:cubicBezTo>
                    <a:pt x="27954" y="45000"/>
                    <a:pt x="27954" y="45000"/>
                    <a:pt x="27954" y="45000"/>
                  </a:cubicBezTo>
                  <a:cubicBezTo>
                    <a:pt x="26590" y="45000"/>
                    <a:pt x="26590" y="45000"/>
                    <a:pt x="26590" y="45000"/>
                  </a:cubicBezTo>
                  <a:cubicBezTo>
                    <a:pt x="25909" y="42000"/>
                    <a:pt x="25909" y="42000"/>
                    <a:pt x="25909" y="42000"/>
                  </a:cubicBezTo>
                  <a:cubicBezTo>
                    <a:pt x="25909" y="42000"/>
                    <a:pt x="26590" y="41000"/>
                    <a:pt x="27272" y="41000"/>
                  </a:cubicBezTo>
                  <a:cubicBezTo>
                    <a:pt x="27272" y="40000"/>
                    <a:pt x="29318" y="40000"/>
                    <a:pt x="29318" y="40000"/>
                  </a:cubicBezTo>
                  <a:cubicBezTo>
                    <a:pt x="30681" y="38000"/>
                    <a:pt x="30681" y="38000"/>
                    <a:pt x="30681" y="38000"/>
                  </a:cubicBezTo>
                  <a:cubicBezTo>
                    <a:pt x="30681" y="38000"/>
                    <a:pt x="30000" y="36000"/>
                    <a:pt x="31363" y="36000"/>
                  </a:cubicBezTo>
                  <a:cubicBezTo>
                    <a:pt x="32045" y="36000"/>
                    <a:pt x="33409" y="36000"/>
                    <a:pt x="34090" y="36000"/>
                  </a:cubicBezTo>
                  <a:cubicBezTo>
                    <a:pt x="34772" y="36000"/>
                    <a:pt x="35454" y="35000"/>
                    <a:pt x="35454" y="35000"/>
                  </a:cubicBezTo>
                  <a:cubicBezTo>
                    <a:pt x="36818" y="35000"/>
                    <a:pt x="37500" y="36000"/>
                    <a:pt x="36818" y="35000"/>
                  </a:cubicBezTo>
                  <a:cubicBezTo>
                    <a:pt x="36818" y="35000"/>
                    <a:pt x="36818" y="34000"/>
                    <a:pt x="36136" y="33000"/>
                  </a:cubicBezTo>
                  <a:cubicBezTo>
                    <a:pt x="35454" y="32000"/>
                    <a:pt x="33409" y="30000"/>
                    <a:pt x="34772" y="29000"/>
                  </a:cubicBezTo>
                  <a:cubicBezTo>
                    <a:pt x="35454" y="28000"/>
                    <a:pt x="36136" y="28000"/>
                    <a:pt x="36818" y="29000"/>
                  </a:cubicBezTo>
                  <a:cubicBezTo>
                    <a:pt x="37500" y="29000"/>
                    <a:pt x="38181" y="31000"/>
                    <a:pt x="38181" y="31000"/>
                  </a:cubicBezTo>
                  <a:cubicBezTo>
                    <a:pt x="38181" y="27000"/>
                    <a:pt x="38181" y="27000"/>
                    <a:pt x="38181" y="27000"/>
                  </a:cubicBezTo>
                  <a:cubicBezTo>
                    <a:pt x="38181" y="27000"/>
                    <a:pt x="40227" y="27000"/>
                    <a:pt x="40909" y="26000"/>
                  </a:cubicBezTo>
                  <a:cubicBezTo>
                    <a:pt x="40909" y="25000"/>
                    <a:pt x="40227" y="23000"/>
                    <a:pt x="40227" y="23000"/>
                  </a:cubicBezTo>
                  <a:cubicBezTo>
                    <a:pt x="40227" y="23000"/>
                    <a:pt x="40227" y="23000"/>
                    <a:pt x="42272" y="23000"/>
                  </a:cubicBezTo>
                  <a:cubicBezTo>
                    <a:pt x="44318" y="22000"/>
                    <a:pt x="43636" y="22000"/>
                    <a:pt x="45000" y="22000"/>
                  </a:cubicBezTo>
                  <a:cubicBezTo>
                    <a:pt x="45681" y="22000"/>
                    <a:pt x="47727" y="22000"/>
                    <a:pt x="47727" y="22000"/>
                  </a:cubicBezTo>
                  <a:cubicBezTo>
                    <a:pt x="47727" y="22000"/>
                    <a:pt x="49090" y="21000"/>
                    <a:pt x="48409" y="20000"/>
                  </a:cubicBezTo>
                  <a:cubicBezTo>
                    <a:pt x="48409" y="19000"/>
                    <a:pt x="47045" y="17000"/>
                    <a:pt x="47045" y="17000"/>
                  </a:cubicBezTo>
                  <a:cubicBezTo>
                    <a:pt x="47045" y="17000"/>
                    <a:pt x="47727" y="14000"/>
                    <a:pt x="47727" y="15000"/>
                  </a:cubicBezTo>
                  <a:cubicBezTo>
                    <a:pt x="47727" y="17000"/>
                    <a:pt x="49772" y="19000"/>
                    <a:pt x="49772" y="19000"/>
                  </a:cubicBezTo>
                  <a:cubicBezTo>
                    <a:pt x="51136" y="17000"/>
                    <a:pt x="51136" y="17000"/>
                    <a:pt x="51136" y="17000"/>
                  </a:cubicBezTo>
                  <a:cubicBezTo>
                    <a:pt x="53181" y="16000"/>
                    <a:pt x="53181" y="16000"/>
                    <a:pt x="53181" y="16000"/>
                  </a:cubicBezTo>
                  <a:cubicBezTo>
                    <a:pt x="55227" y="15000"/>
                    <a:pt x="55227" y="15000"/>
                    <a:pt x="55227" y="15000"/>
                  </a:cubicBezTo>
                  <a:cubicBezTo>
                    <a:pt x="55227" y="15000"/>
                    <a:pt x="57272" y="15000"/>
                    <a:pt x="58636" y="15000"/>
                  </a:cubicBezTo>
                  <a:cubicBezTo>
                    <a:pt x="59318" y="15000"/>
                    <a:pt x="61363" y="14000"/>
                    <a:pt x="61363" y="14000"/>
                  </a:cubicBezTo>
                  <a:cubicBezTo>
                    <a:pt x="62045" y="12000"/>
                    <a:pt x="62045" y="12000"/>
                    <a:pt x="62045" y="12000"/>
                  </a:cubicBezTo>
                  <a:cubicBezTo>
                    <a:pt x="59318" y="8000"/>
                    <a:pt x="59318" y="8000"/>
                    <a:pt x="59318" y="8000"/>
                  </a:cubicBezTo>
                  <a:cubicBezTo>
                    <a:pt x="59318" y="8000"/>
                    <a:pt x="60681" y="5000"/>
                    <a:pt x="60681" y="6000"/>
                  </a:cubicBezTo>
                  <a:cubicBezTo>
                    <a:pt x="61363" y="7000"/>
                    <a:pt x="61363" y="9000"/>
                    <a:pt x="62045" y="9000"/>
                  </a:cubicBezTo>
                  <a:cubicBezTo>
                    <a:pt x="62727" y="9000"/>
                    <a:pt x="63409" y="10000"/>
                    <a:pt x="64090" y="9000"/>
                  </a:cubicBezTo>
                  <a:cubicBezTo>
                    <a:pt x="64090" y="8000"/>
                    <a:pt x="64090" y="5000"/>
                    <a:pt x="64090" y="5000"/>
                  </a:cubicBezTo>
                  <a:cubicBezTo>
                    <a:pt x="64090" y="5000"/>
                    <a:pt x="63409" y="4000"/>
                    <a:pt x="64090" y="4000"/>
                  </a:cubicBezTo>
                  <a:cubicBezTo>
                    <a:pt x="64772" y="5000"/>
                    <a:pt x="66136" y="7000"/>
                    <a:pt x="66136" y="7000"/>
                  </a:cubicBezTo>
                  <a:cubicBezTo>
                    <a:pt x="68181" y="7000"/>
                    <a:pt x="68181" y="7000"/>
                    <a:pt x="68181" y="7000"/>
                  </a:cubicBezTo>
                  <a:cubicBezTo>
                    <a:pt x="70227" y="4000"/>
                    <a:pt x="70227" y="4000"/>
                    <a:pt x="70227" y="4000"/>
                  </a:cubicBezTo>
                  <a:cubicBezTo>
                    <a:pt x="70909" y="6000"/>
                    <a:pt x="70909" y="6000"/>
                    <a:pt x="70909" y="6000"/>
                  </a:cubicBezTo>
                  <a:cubicBezTo>
                    <a:pt x="70909" y="6000"/>
                    <a:pt x="72272" y="5000"/>
                    <a:pt x="72954" y="5000"/>
                  </a:cubicBezTo>
                  <a:cubicBezTo>
                    <a:pt x="73636" y="5000"/>
                    <a:pt x="73636" y="4000"/>
                    <a:pt x="74318" y="4000"/>
                  </a:cubicBezTo>
                  <a:cubicBezTo>
                    <a:pt x="75000" y="4000"/>
                    <a:pt x="76363" y="5000"/>
                    <a:pt x="76363" y="5000"/>
                  </a:cubicBezTo>
                  <a:cubicBezTo>
                    <a:pt x="79772" y="6000"/>
                    <a:pt x="79772" y="6000"/>
                    <a:pt x="79772" y="6000"/>
                  </a:cubicBezTo>
                  <a:cubicBezTo>
                    <a:pt x="81136" y="3000"/>
                    <a:pt x="81136" y="3000"/>
                    <a:pt x="81136" y="3000"/>
                  </a:cubicBezTo>
                  <a:cubicBezTo>
                    <a:pt x="84545" y="5000"/>
                    <a:pt x="84545" y="5000"/>
                    <a:pt x="84545" y="5000"/>
                  </a:cubicBezTo>
                  <a:cubicBezTo>
                    <a:pt x="87272" y="7000"/>
                    <a:pt x="87272" y="7000"/>
                    <a:pt x="87272" y="7000"/>
                  </a:cubicBezTo>
                  <a:cubicBezTo>
                    <a:pt x="90681" y="7000"/>
                    <a:pt x="90681" y="7000"/>
                    <a:pt x="90681" y="7000"/>
                  </a:cubicBezTo>
                  <a:cubicBezTo>
                    <a:pt x="90681" y="7000"/>
                    <a:pt x="93409" y="5000"/>
                    <a:pt x="94090" y="5000"/>
                  </a:cubicBezTo>
                  <a:cubicBezTo>
                    <a:pt x="95454" y="4000"/>
                    <a:pt x="98181" y="4000"/>
                    <a:pt x="98181" y="4000"/>
                  </a:cubicBezTo>
                  <a:cubicBezTo>
                    <a:pt x="98181" y="4000"/>
                    <a:pt x="98863" y="4000"/>
                    <a:pt x="100227" y="4000"/>
                  </a:cubicBezTo>
                  <a:cubicBezTo>
                    <a:pt x="101590" y="3000"/>
                    <a:pt x="105000" y="3000"/>
                    <a:pt x="105000" y="3000"/>
                  </a:cubicBezTo>
                  <a:cubicBezTo>
                    <a:pt x="107045" y="0"/>
                    <a:pt x="107045" y="0"/>
                    <a:pt x="107045" y="0"/>
                  </a:cubicBezTo>
                  <a:cubicBezTo>
                    <a:pt x="110454" y="2000"/>
                    <a:pt x="110454" y="2000"/>
                    <a:pt x="110454" y="2000"/>
                  </a:cubicBezTo>
                  <a:cubicBezTo>
                    <a:pt x="110454" y="4000"/>
                    <a:pt x="110454" y="4000"/>
                    <a:pt x="110454" y="4000"/>
                  </a:cubicBezTo>
                  <a:cubicBezTo>
                    <a:pt x="107045" y="8000"/>
                    <a:pt x="107045" y="8000"/>
                    <a:pt x="107045" y="8000"/>
                  </a:cubicBezTo>
                  <a:cubicBezTo>
                    <a:pt x="107045" y="15000"/>
                    <a:pt x="107045" y="15000"/>
                    <a:pt x="107045" y="15000"/>
                  </a:cubicBezTo>
                  <a:cubicBezTo>
                    <a:pt x="106363" y="25000"/>
                    <a:pt x="104318" y="30000"/>
                    <a:pt x="103636" y="36000"/>
                  </a:cubicBezTo>
                  <a:cubicBezTo>
                    <a:pt x="102954" y="39000"/>
                    <a:pt x="101590" y="40000"/>
                    <a:pt x="103636" y="45000"/>
                  </a:cubicBezTo>
                  <a:cubicBezTo>
                    <a:pt x="105000" y="47000"/>
                    <a:pt x="105000" y="54000"/>
                    <a:pt x="107727" y="58000"/>
                  </a:cubicBezTo>
                  <a:cubicBezTo>
                    <a:pt x="109090" y="60000"/>
                    <a:pt x="107727" y="65000"/>
                    <a:pt x="109772" y="67000"/>
                  </a:cubicBezTo>
                  <a:cubicBezTo>
                    <a:pt x="109772" y="67000"/>
                    <a:pt x="109772" y="68000"/>
                    <a:pt x="110454" y="70000"/>
                  </a:cubicBezTo>
                  <a:cubicBezTo>
                    <a:pt x="111818" y="72000"/>
                    <a:pt x="111818" y="71000"/>
                    <a:pt x="112500" y="72000"/>
                  </a:cubicBezTo>
                  <a:cubicBezTo>
                    <a:pt x="112500" y="72000"/>
                    <a:pt x="113863" y="73000"/>
                    <a:pt x="114545" y="74000"/>
                  </a:cubicBezTo>
                  <a:cubicBezTo>
                    <a:pt x="115227" y="75000"/>
                    <a:pt x="115227" y="77000"/>
                    <a:pt x="115227" y="78000"/>
                  </a:cubicBezTo>
                  <a:cubicBezTo>
                    <a:pt x="115227" y="79000"/>
                    <a:pt x="115909" y="80000"/>
                    <a:pt x="115909" y="80000"/>
                  </a:cubicBezTo>
                  <a:cubicBezTo>
                    <a:pt x="115909" y="80000"/>
                    <a:pt x="116590" y="79000"/>
                    <a:pt x="116590" y="80000"/>
                  </a:cubicBezTo>
                  <a:cubicBezTo>
                    <a:pt x="116590" y="81000"/>
                    <a:pt x="115909" y="79000"/>
                    <a:pt x="116590" y="81000"/>
                  </a:cubicBezTo>
                  <a:cubicBezTo>
                    <a:pt x="117954" y="83000"/>
                    <a:pt x="120000" y="83000"/>
                    <a:pt x="120000" y="83000"/>
                  </a:cubicBezTo>
                  <a:cubicBezTo>
                    <a:pt x="119318" y="87000"/>
                    <a:pt x="119318" y="87000"/>
                    <a:pt x="119318" y="87000"/>
                  </a:cubicBezTo>
                  <a:cubicBezTo>
                    <a:pt x="117954" y="88000"/>
                    <a:pt x="117954" y="88000"/>
                    <a:pt x="117954" y="88000"/>
                  </a:cubicBezTo>
                  <a:cubicBezTo>
                    <a:pt x="117954" y="88000"/>
                    <a:pt x="114545" y="88000"/>
                    <a:pt x="114545" y="90000"/>
                  </a:cubicBezTo>
                  <a:cubicBezTo>
                    <a:pt x="114545" y="91000"/>
                    <a:pt x="114545" y="95000"/>
                    <a:pt x="114545" y="95000"/>
                  </a:cubicBezTo>
                  <a:cubicBezTo>
                    <a:pt x="112500" y="98000"/>
                    <a:pt x="112500" y="98000"/>
                    <a:pt x="112500" y="98000"/>
                  </a:cubicBezTo>
                  <a:cubicBezTo>
                    <a:pt x="112500" y="98000"/>
                    <a:pt x="113863" y="102000"/>
                    <a:pt x="113863" y="103000"/>
                  </a:cubicBezTo>
                  <a:cubicBezTo>
                    <a:pt x="113863" y="104000"/>
                    <a:pt x="114545" y="104000"/>
                    <a:pt x="114545" y="104000"/>
                  </a:cubicBezTo>
                  <a:cubicBezTo>
                    <a:pt x="112500" y="105000"/>
                    <a:pt x="112500" y="105000"/>
                    <a:pt x="112500" y="105000"/>
                  </a:cubicBezTo>
                  <a:cubicBezTo>
                    <a:pt x="109772" y="105000"/>
                    <a:pt x="109772" y="105000"/>
                    <a:pt x="109772" y="105000"/>
                  </a:cubicBezTo>
                  <a:cubicBezTo>
                    <a:pt x="104318" y="103000"/>
                    <a:pt x="104318" y="103000"/>
                    <a:pt x="104318" y="103000"/>
                  </a:cubicBezTo>
                  <a:cubicBezTo>
                    <a:pt x="102954" y="106000"/>
                    <a:pt x="102954" y="106000"/>
                    <a:pt x="102954" y="106000"/>
                  </a:cubicBezTo>
                  <a:cubicBezTo>
                    <a:pt x="101590" y="106000"/>
                    <a:pt x="101590" y="106000"/>
                    <a:pt x="101590" y="106000"/>
                  </a:cubicBezTo>
                  <a:cubicBezTo>
                    <a:pt x="101590" y="106000"/>
                    <a:pt x="100909" y="108000"/>
                    <a:pt x="99545" y="109000"/>
                  </a:cubicBezTo>
                  <a:cubicBezTo>
                    <a:pt x="98863" y="110000"/>
                    <a:pt x="98181" y="111000"/>
                    <a:pt x="97500" y="111000"/>
                  </a:cubicBezTo>
                  <a:cubicBezTo>
                    <a:pt x="96136" y="112000"/>
                    <a:pt x="94772" y="110000"/>
                    <a:pt x="94772" y="110000"/>
                  </a:cubicBezTo>
                  <a:cubicBezTo>
                    <a:pt x="92727" y="109000"/>
                    <a:pt x="92727" y="109000"/>
                    <a:pt x="92727" y="109000"/>
                  </a:cubicBezTo>
                  <a:cubicBezTo>
                    <a:pt x="90681" y="105000"/>
                    <a:pt x="90681" y="105000"/>
                    <a:pt x="90681" y="105000"/>
                  </a:cubicBezTo>
                  <a:cubicBezTo>
                    <a:pt x="84545" y="99000"/>
                    <a:pt x="84545" y="99000"/>
                    <a:pt x="84545" y="99000"/>
                  </a:cubicBezTo>
                  <a:cubicBezTo>
                    <a:pt x="81136" y="97000"/>
                    <a:pt x="81136" y="97000"/>
                    <a:pt x="81136" y="97000"/>
                  </a:cubicBezTo>
                  <a:cubicBezTo>
                    <a:pt x="78409" y="96000"/>
                    <a:pt x="78409" y="96000"/>
                    <a:pt x="78409" y="96000"/>
                  </a:cubicBezTo>
                  <a:cubicBezTo>
                    <a:pt x="75000" y="96000"/>
                    <a:pt x="75000" y="96000"/>
                    <a:pt x="75000" y="96000"/>
                  </a:cubicBezTo>
                  <a:cubicBezTo>
                    <a:pt x="72272" y="94000"/>
                    <a:pt x="72272" y="94000"/>
                    <a:pt x="72272" y="94000"/>
                  </a:cubicBezTo>
                  <a:cubicBezTo>
                    <a:pt x="69545" y="94000"/>
                    <a:pt x="69545" y="94000"/>
                    <a:pt x="69545" y="94000"/>
                  </a:cubicBezTo>
                  <a:cubicBezTo>
                    <a:pt x="66136" y="92000"/>
                    <a:pt x="66136" y="92000"/>
                    <a:pt x="66136" y="92000"/>
                  </a:cubicBezTo>
                  <a:cubicBezTo>
                    <a:pt x="63409" y="95000"/>
                    <a:pt x="63409" y="95000"/>
                    <a:pt x="63409" y="95000"/>
                  </a:cubicBezTo>
                  <a:cubicBezTo>
                    <a:pt x="60000" y="98000"/>
                    <a:pt x="60000" y="98000"/>
                    <a:pt x="60000" y="98000"/>
                  </a:cubicBezTo>
                  <a:cubicBezTo>
                    <a:pt x="56590" y="103000"/>
                    <a:pt x="56590" y="103000"/>
                    <a:pt x="56590" y="103000"/>
                  </a:cubicBezTo>
                  <a:cubicBezTo>
                    <a:pt x="56590" y="103000"/>
                    <a:pt x="54545" y="106000"/>
                    <a:pt x="53181" y="107000"/>
                  </a:cubicBezTo>
                  <a:cubicBezTo>
                    <a:pt x="52500" y="106000"/>
                    <a:pt x="52500" y="106000"/>
                    <a:pt x="52500" y="106000"/>
                  </a:cubicBezTo>
                  <a:cubicBezTo>
                    <a:pt x="52500" y="106000"/>
                    <a:pt x="52500" y="103000"/>
                    <a:pt x="53181" y="101000"/>
                  </a:cubicBezTo>
                  <a:cubicBezTo>
                    <a:pt x="53863" y="100000"/>
                    <a:pt x="53863" y="98000"/>
                    <a:pt x="53863" y="97000"/>
                  </a:cubicBezTo>
                  <a:cubicBezTo>
                    <a:pt x="53863" y="96000"/>
                    <a:pt x="53863" y="94000"/>
                    <a:pt x="53181" y="92000"/>
                  </a:cubicBezTo>
                  <a:cubicBezTo>
                    <a:pt x="53181" y="90000"/>
                    <a:pt x="52500" y="87000"/>
                    <a:pt x="52500" y="87000"/>
                  </a:cubicBezTo>
                  <a:cubicBezTo>
                    <a:pt x="54545" y="85000"/>
                    <a:pt x="54545" y="85000"/>
                    <a:pt x="54545" y="85000"/>
                  </a:cubicBezTo>
                  <a:cubicBezTo>
                    <a:pt x="53181" y="80000"/>
                    <a:pt x="53181" y="80000"/>
                    <a:pt x="53181" y="80000"/>
                  </a:cubicBezTo>
                  <a:cubicBezTo>
                    <a:pt x="51818" y="80000"/>
                    <a:pt x="51818" y="80000"/>
                    <a:pt x="51818" y="80000"/>
                  </a:cubicBezTo>
                  <a:cubicBezTo>
                    <a:pt x="49772" y="80000"/>
                    <a:pt x="49772" y="80000"/>
                    <a:pt x="49772" y="80000"/>
                  </a:cubicBezTo>
                  <a:cubicBezTo>
                    <a:pt x="48409" y="83000"/>
                    <a:pt x="48409" y="83000"/>
                    <a:pt x="48409" y="83000"/>
                  </a:cubicBezTo>
                  <a:cubicBezTo>
                    <a:pt x="48409" y="83000"/>
                    <a:pt x="49090" y="85000"/>
                    <a:pt x="49090" y="86000"/>
                  </a:cubicBezTo>
                  <a:cubicBezTo>
                    <a:pt x="48409" y="87000"/>
                    <a:pt x="47045" y="87000"/>
                    <a:pt x="47045" y="87000"/>
                  </a:cubicBezTo>
                  <a:cubicBezTo>
                    <a:pt x="46363" y="88000"/>
                    <a:pt x="46363" y="91000"/>
                    <a:pt x="46363" y="91000"/>
                  </a:cubicBezTo>
                  <a:cubicBezTo>
                    <a:pt x="43636" y="87000"/>
                    <a:pt x="43636" y="87000"/>
                    <a:pt x="43636" y="87000"/>
                  </a:cubicBezTo>
                  <a:cubicBezTo>
                    <a:pt x="43636" y="87000"/>
                    <a:pt x="42272" y="87000"/>
                    <a:pt x="41590" y="86000"/>
                  </a:cubicBezTo>
                  <a:cubicBezTo>
                    <a:pt x="40909" y="86000"/>
                    <a:pt x="39545" y="86000"/>
                    <a:pt x="39545" y="86000"/>
                  </a:cubicBezTo>
                  <a:cubicBezTo>
                    <a:pt x="39545" y="86000"/>
                    <a:pt x="39545" y="86000"/>
                    <a:pt x="38863" y="86000"/>
                  </a:cubicBezTo>
                  <a:cubicBezTo>
                    <a:pt x="37500" y="86000"/>
                    <a:pt x="37500" y="86000"/>
                    <a:pt x="36818" y="84000"/>
                  </a:cubicBezTo>
                  <a:cubicBezTo>
                    <a:pt x="36136" y="82000"/>
                    <a:pt x="34090" y="77000"/>
                    <a:pt x="34090" y="77000"/>
                  </a:cubicBezTo>
                  <a:cubicBezTo>
                    <a:pt x="34090" y="77000"/>
                    <a:pt x="33409" y="75000"/>
                    <a:pt x="32727" y="75000"/>
                  </a:cubicBezTo>
                  <a:cubicBezTo>
                    <a:pt x="32727" y="75000"/>
                    <a:pt x="32045" y="77000"/>
                    <a:pt x="32045" y="77000"/>
                  </a:cubicBezTo>
                  <a:cubicBezTo>
                    <a:pt x="31363" y="77000"/>
                    <a:pt x="31363" y="75000"/>
                    <a:pt x="31363" y="74000"/>
                  </a:cubicBezTo>
                  <a:cubicBezTo>
                    <a:pt x="31363" y="73000"/>
                    <a:pt x="31363" y="72000"/>
                    <a:pt x="31363" y="70000"/>
                  </a:cubicBezTo>
                  <a:cubicBezTo>
                    <a:pt x="31363" y="68000"/>
                    <a:pt x="30681" y="66000"/>
                    <a:pt x="31363" y="66000"/>
                  </a:cubicBezTo>
                  <a:cubicBezTo>
                    <a:pt x="31363" y="66000"/>
                    <a:pt x="32045" y="67000"/>
                    <a:pt x="32727" y="67000"/>
                  </a:cubicBezTo>
                  <a:cubicBezTo>
                    <a:pt x="33409" y="67000"/>
                    <a:pt x="33409" y="65000"/>
                    <a:pt x="33409" y="65000"/>
                  </a:cubicBezTo>
                  <a:cubicBezTo>
                    <a:pt x="34090" y="65000"/>
                    <a:pt x="34772" y="66000"/>
                    <a:pt x="34772" y="66000"/>
                  </a:cubicBezTo>
                  <a:cubicBezTo>
                    <a:pt x="35454" y="66000"/>
                    <a:pt x="36136" y="66000"/>
                    <a:pt x="36136" y="66000"/>
                  </a:cubicBezTo>
                  <a:cubicBezTo>
                    <a:pt x="36818" y="65000"/>
                    <a:pt x="36818" y="65000"/>
                    <a:pt x="36818" y="64000"/>
                  </a:cubicBezTo>
                  <a:cubicBezTo>
                    <a:pt x="36818" y="63000"/>
                    <a:pt x="36136" y="62000"/>
                    <a:pt x="36136" y="62000"/>
                  </a:cubicBezTo>
                  <a:cubicBezTo>
                    <a:pt x="35454" y="62000"/>
                    <a:pt x="31363" y="65000"/>
                    <a:pt x="31363" y="65000"/>
                  </a:cubicBezTo>
                  <a:cubicBezTo>
                    <a:pt x="28636" y="65000"/>
                    <a:pt x="28636" y="65000"/>
                    <a:pt x="28636" y="65000"/>
                  </a:cubicBezTo>
                  <a:cubicBezTo>
                    <a:pt x="30000" y="63000"/>
                    <a:pt x="30000" y="63000"/>
                    <a:pt x="30000" y="63000"/>
                  </a:cubicBezTo>
                  <a:cubicBezTo>
                    <a:pt x="28636" y="61000"/>
                    <a:pt x="28636" y="61000"/>
                    <a:pt x="28636" y="61000"/>
                  </a:cubicBezTo>
                  <a:cubicBezTo>
                    <a:pt x="28636" y="59000"/>
                    <a:pt x="28636" y="59000"/>
                    <a:pt x="28636" y="59000"/>
                  </a:cubicBezTo>
                  <a:cubicBezTo>
                    <a:pt x="27272" y="58000"/>
                    <a:pt x="27272" y="58000"/>
                    <a:pt x="27272" y="58000"/>
                  </a:cubicBezTo>
                  <a:cubicBezTo>
                    <a:pt x="27954" y="56000"/>
                    <a:pt x="27954" y="56000"/>
                    <a:pt x="27954" y="56000"/>
                  </a:cubicBezTo>
                  <a:cubicBezTo>
                    <a:pt x="29318" y="56000"/>
                    <a:pt x="29318" y="56000"/>
                    <a:pt x="29318" y="56000"/>
                  </a:cubicBezTo>
                  <a:cubicBezTo>
                    <a:pt x="30681" y="55000"/>
                    <a:pt x="30681" y="55000"/>
                    <a:pt x="30681" y="55000"/>
                  </a:cubicBezTo>
                  <a:cubicBezTo>
                    <a:pt x="30681" y="51000"/>
                    <a:pt x="30681" y="51000"/>
                    <a:pt x="30681" y="51000"/>
                  </a:cubicBezTo>
                  <a:cubicBezTo>
                    <a:pt x="29318" y="52000"/>
                    <a:pt x="29318" y="52000"/>
                    <a:pt x="29318" y="52000"/>
                  </a:cubicBezTo>
                  <a:cubicBezTo>
                    <a:pt x="30000" y="54000"/>
                    <a:pt x="30000" y="54000"/>
                    <a:pt x="30000" y="54000"/>
                  </a:cubicBezTo>
                  <a:cubicBezTo>
                    <a:pt x="27272" y="54000"/>
                    <a:pt x="27272" y="54000"/>
                    <a:pt x="27272" y="54000"/>
                  </a:cubicBezTo>
                  <a:cubicBezTo>
                    <a:pt x="26590" y="52000"/>
                    <a:pt x="26590" y="52000"/>
                    <a:pt x="26590" y="52000"/>
                  </a:cubicBezTo>
                  <a:close/>
                  <a:moveTo>
                    <a:pt x="15681" y="103000"/>
                  </a:moveTo>
                  <a:cubicBezTo>
                    <a:pt x="15681" y="103000"/>
                    <a:pt x="15681" y="103000"/>
                    <a:pt x="15681" y="103000"/>
                  </a:cubicBezTo>
                  <a:cubicBezTo>
                    <a:pt x="15681" y="103000"/>
                    <a:pt x="17045" y="103000"/>
                    <a:pt x="17045" y="103000"/>
                  </a:cubicBezTo>
                  <a:cubicBezTo>
                    <a:pt x="17045" y="103000"/>
                    <a:pt x="17727" y="104000"/>
                    <a:pt x="17045" y="104000"/>
                  </a:cubicBezTo>
                  <a:cubicBezTo>
                    <a:pt x="17045" y="105000"/>
                    <a:pt x="17727" y="105000"/>
                    <a:pt x="17045" y="105000"/>
                  </a:cubicBezTo>
                  <a:cubicBezTo>
                    <a:pt x="16363" y="105000"/>
                    <a:pt x="15000" y="106000"/>
                    <a:pt x="15000" y="105000"/>
                  </a:cubicBezTo>
                  <a:cubicBezTo>
                    <a:pt x="15000" y="105000"/>
                    <a:pt x="15681" y="104000"/>
                    <a:pt x="15681" y="104000"/>
                  </a:cubicBezTo>
                  <a:cubicBezTo>
                    <a:pt x="15681" y="103000"/>
                    <a:pt x="15681" y="103000"/>
                    <a:pt x="15681" y="103000"/>
                  </a:cubicBezTo>
                  <a:close/>
                  <a:moveTo>
                    <a:pt x="43636" y="95000"/>
                  </a:moveTo>
                  <a:cubicBezTo>
                    <a:pt x="43636" y="95000"/>
                    <a:pt x="43636" y="95000"/>
                    <a:pt x="43636" y="95000"/>
                  </a:cubicBezTo>
                  <a:cubicBezTo>
                    <a:pt x="43636" y="95000"/>
                    <a:pt x="42954" y="98000"/>
                    <a:pt x="43636" y="98000"/>
                  </a:cubicBezTo>
                  <a:cubicBezTo>
                    <a:pt x="43636" y="98000"/>
                    <a:pt x="44318" y="98000"/>
                    <a:pt x="45000" y="98000"/>
                  </a:cubicBezTo>
                  <a:cubicBezTo>
                    <a:pt x="45681" y="97000"/>
                    <a:pt x="45681" y="97000"/>
                    <a:pt x="45681" y="97000"/>
                  </a:cubicBezTo>
                  <a:cubicBezTo>
                    <a:pt x="45681" y="96000"/>
                    <a:pt x="45681" y="95000"/>
                    <a:pt x="45681" y="95000"/>
                  </a:cubicBezTo>
                  <a:cubicBezTo>
                    <a:pt x="43636" y="95000"/>
                    <a:pt x="43636" y="95000"/>
                    <a:pt x="43636" y="95000"/>
                  </a:cubicBezTo>
                  <a:close/>
                  <a:moveTo>
                    <a:pt x="6136" y="91000"/>
                  </a:moveTo>
                  <a:cubicBezTo>
                    <a:pt x="6136" y="91000"/>
                    <a:pt x="6136" y="91000"/>
                    <a:pt x="6136" y="91000"/>
                  </a:cubicBezTo>
                  <a:cubicBezTo>
                    <a:pt x="5454" y="92000"/>
                    <a:pt x="5454" y="92000"/>
                    <a:pt x="5454" y="92000"/>
                  </a:cubicBezTo>
                  <a:cubicBezTo>
                    <a:pt x="5454" y="92000"/>
                    <a:pt x="4772" y="89000"/>
                    <a:pt x="4772" y="88000"/>
                  </a:cubicBezTo>
                  <a:cubicBezTo>
                    <a:pt x="4772" y="88000"/>
                    <a:pt x="3409" y="87000"/>
                    <a:pt x="3409" y="87000"/>
                  </a:cubicBezTo>
                  <a:cubicBezTo>
                    <a:pt x="3409" y="87000"/>
                    <a:pt x="2727" y="87000"/>
                    <a:pt x="2727" y="87000"/>
                  </a:cubicBezTo>
                  <a:cubicBezTo>
                    <a:pt x="2045" y="87000"/>
                    <a:pt x="2045" y="88000"/>
                    <a:pt x="2045" y="88000"/>
                  </a:cubicBezTo>
                  <a:cubicBezTo>
                    <a:pt x="1363" y="88000"/>
                    <a:pt x="1363" y="88000"/>
                    <a:pt x="1363" y="88000"/>
                  </a:cubicBezTo>
                  <a:cubicBezTo>
                    <a:pt x="1363" y="88000"/>
                    <a:pt x="681" y="88000"/>
                    <a:pt x="681" y="88000"/>
                  </a:cubicBezTo>
                  <a:cubicBezTo>
                    <a:pt x="0" y="89000"/>
                    <a:pt x="681" y="90000"/>
                    <a:pt x="681" y="90000"/>
                  </a:cubicBezTo>
                  <a:cubicBezTo>
                    <a:pt x="681" y="90000"/>
                    <a:pt x="1363" y="90000"/>
                    <a:pt x="2045" y="91000"/>
                  </a:cubicBezTo>
                  <a:cubicBezTo>
                    <a:pt x="2727" y="91000"/>
                    <a:pt x="2727" y="91000"/>
                    <a:pt x="2727" y="91000"/>
                  </a:cubicBezTo>
                  <a:cubicBezTo>
                    <a:pt x="2727" y="91000"/>
                    <a:pt x="4090" y="93000"/>
                    <a:pt x="4772" y="94000"/>
                  </a:cubicBezTo>
                  <a:cubicBezTo>
                    <a:pt x="4772" y="94000"/>
                    <a:pt x="4772" y="95000"/>
                    <a:pt x="4772" y="95000"/>
                  </a:cubicBezTo>
                  <a:cubicBezTo>
                    <a:pt x="2727" y="97000"/>
                    <a:pt x="2727" y="97000"/>
                    <a:pt x="2727" y="97000"/>
                  </a:cubicBezTo>
                  <a:cubicBezTo>
                    <a:pt x="2727" y="97000"/>
                    <a:pt x="3409" y="98000"/>
                    <a:pt x="3409" y="98000"/>
                  </a:cubicBezTo>
                  <a:cubicBezTo>
                    <a:pt x="4090" y="98000"/>
                    <a:pt x="2727" y="99000"/>
                    <a:pt x="2727" y="99000"/>
                  </a:cubicBezTo>
                  <a:cubicBezTo>
                    <a:pt x="2727" y="99000"/>
                    <a:pt x="2727" y="101000"/>
                    <a:pt x="2727" y="101000"/>
                  </a:cubicBezTo>
                  <a:cubicBezTo>
                    <a:pt x="2727" y="101000"/>
                    <a:pt x="3409" y="102000"/>
                    <a:pt x="4772" y="102000"/>
                  </a:cubicBezTo>
                  <a:cubicBezTo>
                    <a:pt x="6136" y="103000"/>
                    <a:pt x="6136" y="102000"/>
                    <a:pt x="6136" y="102000"/>
                  </a:cubicBezTo>
                  <a:cubicBezTo>
                    <a:pt x="6818" y="103000"/>
                    <a:pt x="6818" y="103000"/>
                    <a:pt x="6818" y="103000"/>
                  </a:cubicBezTo>
                  <a:cubicBezTo>
                    <a:pt x="6818" y="104000"/>
                    <a:pt x="6818" y="104000"/>
                    <a:pt x="6818" y="104000"/>
                  </a:cubicBezTo>
                  <a:cubicBezTo>
                    <a:pt x="7500" y="105000"/>
                    <a:pt x="7500" y="105000"/>
                    <a:pt x="7500" y="105000"/>
                  </a:cubicBezTo>
                  <a:cubicBezTo>
                    <a:pt x="9545" y="106000"/>
                    <a:pt x="9545" y="106000"/>
                    <a:pt x="9545" y="106000"/>
                  </a:cubicBezTo>
                  <a:cubicBezTo>
                    <a:pt x="9545" y="107000"/>
                    <a:pt x="9545" y="107000"/>
                    <a:pt x="9545" y="107000"/>
                  </a:cubicBezTo>
                  <a:cubicBezTo>
                    <a:pt x="9545" y="110000"/>
                    <a:pt x="9545" y="110000"/>
                    <a:pt x="9545" y="110000"/>
                  </a:cubicBezTo>
                  <a:cubicBezTo>
                    <a:pt x="9545" y="110000"/>
                    <a:pt x="8863" y="110000"/>
                    <a:pt x="8181" y="110000"/>
                  </a:cubicBezTo>
                  <a:cubicBezTo>
                    <a:pt x="8181" y="111000"/>
                    <a:pt x="8181" y="112000"/>
                    <a:pt x="7500" y="112000"/>
                  </a:cubicBezTo>
                  <a:cubicBezTo>
                    <a:pt x="7500" y="112000"/>
                    <a:pt x="7500" y="114000"/>
                    <a:pt x="6818" y="115000"/>
                  </a:cubicBezTo>
                  <a:cubicBezTo>
                    <a:pt x="6818" y="116000"/>
                    <a:pt x="7500" y="117000"/>
                    <a:pt x="7500" y="118000"/>
                  </a:cubicBezTo>
                  <a:cubicBezTo>
                    <a:pt x="7500" y="120000"/>
                    <a:pt x="8181" y="119000"/>
                    <a:pt x="8863" y="119000"/>
                  </a:cubicBezTo>
                  <a:cubicBezTo>
                    <a:pt x="8863" y="119000"/>
                    <a:pt x="9545" y="118000"/>
                    <a:pt x="9545" y="118000"/>
                  </a:cubicBezTo>
                  <a:cubicBezTo>
                    <a:pt x="10227" y="118000"/>
                    <a:pt x="10909" y="116000"/>
                    <a:pt x="11590" y="115000"/>
                  </a:cubicBezTo>
                  <a:cubicBezTo>
                    <a:pt x="11590" y="114000"/>
                    <a:pt x="11590" y="113000"/>
                    <a:pt x="11590" y="113000"/>
                  </a:cubicBezTo>
                  <a:cubicBezTo>
                    <a:pt x="10909" y="112000"/>
                    <a:pt x="11590" y="110000"/>
                    <a:pt x="11590" y="110000"/>
                  </a:cubicBezTo>
                  <a:cubicBezTo>
                    <a:pt x="11590" y="109000"/>
                    <a:pt x="11590" y="109000"/>
                    <a:pt x="11590" y="109000"/>
                  </a:cubicBezTo>
                  <a:cubicBezTo>
                    <a:pt x="10909" y="105000"/>
                    <a:pt x="10909" y="105000"/>
                    <a:pt x="10909" y="105000"/>
                  </a:cubicBezTo>
                  <a:cubicBezTo>
                    <a:pt x="12272" y="101000"/>
                    <a:pt x="12272" y="101000"/>
                    <a:pt x="12272" y="101000"/>
                  </a:cubicBezTo>
                  <a:cubicBezTo>
                    <a:pt x="13636" y="101000"/>
                    <a:pt x="13636" y="101000"/>
                    <a:pt x="13636" y="101000"/>
                  </a:cubicBezTo>
                  <a:cubicBezTo>
                    <a:pt x="15681" y="99000"/>
                    <a:pt x="15681" y="99000"/>
                    <a:pt x="15681" y="99000"/>
                  </a:cubicBezTo>
                  <a:cubicBezTo>
                    <a:pt x="15681" y="99000"/>
                    <a:pt x="15681" y="99000"/>
                    <a:pt x="15681" y="99000"/>
                  </a:cubicBezTo>
                  <a:cubicBezTo>
                    <a:pt x="15681" y="99000"/>
                    <a:pt x="16363" y="99000"/>
                    <a:pt x="17045" y="98000"/>
                  </a:cubicBezTo>
                  <a:cubicBezTo>
                    <a:pt x="18409" y="98000"/>
                    <a:pt x="17727" y="99000"/>
                    <a:pt x="18409" y="99000"/>
                  </a:cubicBezTo>
                  <a:cubicBezTo>
                    <a:pt x="18409" y="100000"/>
                    <a:pt x="19090" y="100000"/>
                    <a:pt x="19772" y="100000"/>
                  </a:cubicBezTo>
                  <a:cubicBezTo>
                    <a:pt x="19772" y="100000"/>
                    <a:pt x="20454" y="98000"/>
                    <a:pt x="20454" y="98000"/>
                  </a:cubicBezTo>
                  <a:cubicBezTo>
                    <a:pt x="20454" y="97000"/>
                    <a:pt x="19772" y="97000"/>
                    <a:pt x="19772" y="97000"/>
                  </a:cubicBezTo>
                  <a:cubicBezTo>
                    <a:pt x="19090" y="95000"/>
                    <a:pt x="19090" y="95000"/>
                    <a:pt x="19090" y="95000"/>
                  </a:cubicBezTo>
                  <a:cubicBezTo>
                    <a:pt x="21136" y="94000"/>
                    <a:pt x="21136" y="94000"/>
                    <a:pt x="21136" y="94000"/>
                  </a:cubicBezTo>
                  <a:cubicBezTo>
                    <a:pt x="21818" y="93000"/>
                    <a:pt x="21818" y="93000"/>
                    <a:pt x="21818" y="93000"/>
                  </a:cubicBezTo>
                  <a:cubicBezTo>
                    <a:pt x="23181" y="91000"/>
                    <a:pt x="23181" y="91000"/>
                    <a:pt x="23181" y="91000"/>
                  </a:cubicBezTo>
                  <a:cubicBezTo>
                    <a:pt x="22500" y="89000"/>
                    <a:pt x="22500" y="89000"/>
                    <a:pt x="22500" y="89000"/>
                  </a:cubicBezTo>
                  <a:cubicBezTo>
                    <a:pt x="22500" y="89000"/>
                    <a:pt x="23863" y="89000"/>
                    <a:pt x="24545" y="89000"/>
                  </a:cubicBezTo>
                  <a:cubicBezTo>
                    <a:pt x="24545" y="89000"/>
                    <a:pt x="24545" y="88000"/>
                    <a:pt x="24545" y="88000"/>
                  </a:cubicBezTo>
                  <a:cubicBezTo>
                    <a:pt x="23863" y="86000"/>
                    <a:pt x="23863" y="86000"/>
                    <a:pt x="23863" y="86000"/>
                  </a:cubicBezTo>
                  <a:cubicBezTo>
                    <a:pt x="23863" y="86000"/>
                    <a:pt x="25227" y="86000"/>
                    <a:pt x="25909" y="85000"/>
                  </a:cubicBezTo>
                  <a:cubicBezTo>
                    <a:pt x="25909" y="85000"/>
                    <a:pt x="25227" y="84000"/>
                    <a:pt x="25227" y="84000"/>
                  </a:cubicBezTo>
                  <a:cubicBezTo>
                    <a:pt x="25227" y="83000"/>
                    <a:pt x="25909" y="82000"/>
                    <a:pt x="25909" y="82000"/>
                  </a:cubicBezTo>
                  <a:cubicBezTo>
                    <a:pt x="25909" y="82000"/>
                    <a:pt x="27272" y="84000"/>
                    <a:pt x="27954" y="84000"/>
                  </a:cubicBezTo>
                  <a:cubicBezTo>
                    <a:pt x="28636" y="85000"/>
                    <a:pt x="28636" y="84000"/>
                    <a:pt x="29318" y="84000"/>
                  </a:cubicBezTo>
                  <a:cubicBezTo>
                    <a:pt x="29318" y="83000"/>
                    <a:pt x="28636" y="82000"/>
                    <a:pt x="28636" y="82000"/>
                  </a:cubicBezTo>
                  <a:cubicBezTo>
                    <a:pt x="27954" y="81000"/>
                    <a:pt x="27954" y="81000"/>
                    <a:pt x="27954" y="81000"/>
                  </a:cubicBezTo>
                  <a:cubicBezTo>
                    <a:pt x="25909" y="80000"/>
                    <a:pt x="25909" y="80000"/>
                    <a:pt x="25909" y="80000"/>
                  </a:cubicBezTo>
                  <a:cubicBezTo>
                    <a:pt x="23181" y="78000"/>
                    <a:pt x="23181" y="78000"/>
                    <a:pt x="23181" y="78000"/>
                  </a:cubicBezTo>
                  <a:cubicBezTo>
                    <a:pt x="23181" y="78000"/>
                    <a:pt x="21136" y="78000"/>
                    <a:pt x="21136" y="77000"/>
                  </a:cubicBezTo>
                  <a:cubicBezTo>
                    <a:pt x="20454" y="77000"/>
                    <a:pt x="20454" y="77000"/>
                    <a:pt x="20454" y="77000"/>
                  </a:cubicBezTo>
                  <a:cubicBezTo>
                    <a:pt x="20454" y="77000"/>
                    <a:pt x="19090" y="77000"/>
                    <a:pt x="19090" y="77000"/>
                  </a:cubicBezTo>
                  <a:cubicBezTo>
                    <a:pt x="18409" y="77000"/>
                    <a:pt x="17727" y="78000"/>
                    <a:pt x="17045" y="79000"/>
                  </a:cubicBezTo>
                  <a:cubicBezTo>
                    <a:pt x="17045" y="79000"/>
                    <a:pt x="16363" y="80000"/>
                    <a:pt x="15681" y="80000"/>
                  </a:cubicBezTo>
                  <a:cubicBezTo>
                    <a:pt x="15681" y="80000"/>
                    <a:pt x="15000" y="78000"/>
                    <a:pt x="15000" y="78000"/>
                  </a:cubicBezTo>
                  <a:cubicBezTo>
                    <a:pt x="13636" y="78000"/>
                    <a:pt x="13636" y="78000"/>
                    <a:pt x="13636" y="78000"/>
                  </a:cubicBezTo>
                  <a:cubicBezTo>
                    <a:pt x="13636" y="78000"/>
                    <a:pt x="12954" y="80000"/>
                    <a:pt x="12954" y="81000"/>
                  </a:cubicBezTo>
                  <a:cubicBezTo>
                    <a:pt x="12954" y="81000"/>
                    <a:pt x="11590" y="81000"/>
                    <a:pt x="10909" y="81000"/>
                  </a:cubicBezTo>
                  <a:cubicBezTo>
                    <a:pt x="10227" y="82000"/>
                    <a:pt x="9545" y="82000"/>
                    <a:pt x="8863" y="83000"/>
                  </a:cubicBezTo>
                  <a:cubicBezTo>
                    <a:pt x="8181" y="83000"/>
                    <a:pt x="9545" y="84000"/>
                    <a:pt x="9545" y="84000"/>
                  </a:cubicBezTo>
                  <a:cubicBezTo>
                    <a:pt x="9545" y="86000"/>
                    <a:pt x="9545" y="86000"/>
                    <a:pt x="9545" y="86000"/>
                  </a:cubicBezTo>
                  <a:cubicBezTo>
                    <a:pt x="8181" y="86000"/>
                    <a:pt x="8181" y="86000"/>
                    <a:pt x="8181" y="86000"/>
                  </a:cubicBezTo>
                  <a:cubicBezTo>
                    <a:pt x="7500" y="85000"/>
                    <a:pt x="7500" y="85000"/>
                    <a:pt x="7500" y="85000"/>
                  </a:cubicBezTo>
                  <a:cubicBezTo>
                    <a:pt x="6136" y="87000"/>
                    <a:pt x="6136" y="87000"/>
                    <a:pt x="6136" y="87000"/>
                  </a:cubicBezTo>
                  <a:cubicBezTo>
                    <a:pt x="5454" y="89000"/>
                    <a:pt x="5454" y="89000"/>
                    <a:pt x="5454" y="89000"/>
                  </a:cubicBezTo>
                  <a:cubicBezTo>
                    <a:pt x="5454" y="89000"/>
                    <a:pt x="6136" y="91000"/>
                    <a:pt x="6136" y="91000"/>
                  </a:cubicBezTo>
                  <a:close/>
                  <a:moveTo>
                    <a:pt x="23863" y="76000"/>
                  </a:moveTo>
                  <a:cubicBezTo>
                    <a:pt x="23863" y="76000"/>
                    <a:pt x="23863" y="76000"/>
                    <a:pt x="23863" y="76000"/>
                  </a:cubicBezTo>
                  <a:cubicBezTo>
                    <a:pt x="24545" y="77000"/>
                    <a:pt x="24545" y="77000"/>
                    <a:pt x="24545" y="77000"/>
                  </a:cubicBezTo>
                  <a:cubicBezTo>
                    <a:pt x="24545" y="77000"/>
                    <a:pt x="25227" y="78000"/>
                    <a:pt x="26590" y="78000"/>
                  </a:cubicBezTo>
                  <a:cubicBezTo>
                    <a:pt x="28636" y="78000"/>
                    <a:pt x="28636" y="80000"/>
                    <a:pt x="30000" y="78000"/>
                  </a:cubicBezTo>
                  <a:cubicBezTo>
                    <a:pt x="30000" y="77000"/>
                    <a:pt x="30000" y="77000"/>
                    <a:pt x="29318" y="76000"/>
                  </a:cubicBezTo>
                  <a:cubicBezTo>
                    <a:pt x="29318" y="75000"/>
                    <a:pt x="28636" y="75000"/>
                    <a:pt x="28636" y="74000"/>
                  </a:cubicBezTo>
                  <a:cubicBezTo>
                    <a:pt x="28636" y="74000"/>
                    <a:pt x="28636" y="74000"/>
                    <a:pt x="27272" y="72000"/>
                  </a:cubicBezTo>
                  <a:cubicBezTo>
                    <a:pt x="26590" y="71000"/>
                    <a:pt x="26590" y="72000"/>
                    <a:pt x="25909" y="72000"/>
                  </a:cubicBezTo>
                  <a:cubicBezTo>
                    <a:pt x="25227" y="72000"/>
                    <a:pt x="24545" y="72000"/>
                    <a:pt x="23863" y="72000"/>
                  </a:cubicBezTo>
                  <a:cubicBezTo>
                    <a:pt x="23181" y="73000"/>
                    <a:pt x="24545" y="74000"/>
                    <a:pt x="24545" y="75000"/>
                  </a:cubicBezTo>
                  <a:cubicBezTo>
                    <a:pt x="24545" y="75000"/>
                    <a:pt x="23863" y="76000"/>
                    <a:pt x="23863" y="76000"/>
                  </a:cubicBezTo>
                  <a:close/>
                  <a:moveTo>
                    <a:pt x="15000" y="57000"/>
                  </a:moveTo>
                  <a:cubicBezTo>
                    <a:pt x="15000" y="57000"/>
                    <a:pt x="15000" y="57000"/>
                    <a:pt x="15000" y="57000"/>
                  </a:cubicBezTo>
                  <a:cubicBezTo>
                    <a:pt x="15000" y="56000"/>
                    <a:pt x="16363" y="56000"/>
                    <a:pt x="17045" y="57000"/>
                  </a:cubicBezTo>
                  <a:cubicBezTo>
                    <a:pt x="17045" y="57000"/>
                    <a:pt x="18409" y="58000"/>
                    <a:pt x="18409" y="59000"/>
                  </a:cubicBezTo>
                  <a:cubicBezTo>
                    <a:pt x="18409" y="59000"/>
                    <a:pt x="19090" y="59000"/>
                    <a:pt x="19090" y="60000"/>
                  </a:cubicBezTo>
                  <a:cubicBezTo>
                    <a:pt x="19090" y="60000"/>
                    <a:pt x="19772" y="61000"/>
                    <a:pt x="19772" y="62000"/>
                  </a:cubicBezTo>
                  <a:cubicBezTo>
                    <a:pt x="20454" y="63000"/>
                    <a:pt x="21136" y="64000"/>
                    <a:pt x="21136" y="64000"/>
                  </a:cubicBezTo>
                  <a:cubicBezTo>
                    <a:pt x="21136" y="64000"/>
                    <a:pt x="21818" y="65000"/>
                    <a:pt x="21136" y="65000"/>
                  </a:cubicBezTo>
                  <a:cubicBezTo>
                    <a:pt x="20454" y="65000"/>
                    <a:pt x="18409" y="65000"/>
                    <a:pt x="18409" y="65000"/>
                  </a:cubicBezTo>
                  <a:cubicBezTo>
                    <a:pt x="18409" y="65000"/>
                    <a:pt x="17727" y="66000"/>
                    <a:pt x="17727" y="66000"/>
                  </a:cubicBezTo>
                  <a:cubicBezTo>
                    <a:pt x="17727" y="67000"/>
                    <a:pt x="19090" y="68000"/>
                    <a:pt x="18409" y="68000"/>
                  </a:cubicBezTo>
                  <a:cubicBezTo>
                    <a:pt x="17727" y="69000"/>
                    <a:pt x="17727" y="69000"/>
                    <a:pt x="17045" y="69000"/>
                  </a:cubicBezTo>
                  <a:cubicBezTo>
                    <a:pt x="16363" y="68000"/>
                    <a:pt x="15681" y="66000"/>
                    <a:pt x="15681" y="66000"/>
                  </a:cubicBezTo>
                  <a:cubicBezTo>
                    <a:pt x="15000" y="67000"/>
                    <a:pt x="15000" y="70000"/>
                    <a:pt x="15000" y="70000"/>
                  </a:cubicBezTo>
                  <a:cubicBezTo>
                    <a:pt x="15000" y="71000"/>
                    <a:pt x="15681" y="72000"/>
                    <a:pt x="15000" y="73000"/>
                  </a:cubicBezTo>
                  <a:cubicBezTo>
                    <a:pt x="15000" y="73000"/>
                    <a:pt x="12954" y="74000"/>
                    <a:pt x="12954" y="74000"/>
                  </a:cubicBezTo>
                  <a:cubicBezTo>
                    <a:pt x="12954" y="74000"/>
                    <a:pt x="12272" y="74000"/>
                    <a:pt x="12272" y="74000"/>
                  </a:cubicBezTo>
                  <a:cubicBezTo>
                    <a:pt x="11590" y="74000"/>
                    <a:pt x="10227" y="72000"/>
                    <a:pt x="9545" y="71000"/>
                  </a:cubicBezTo>
                  <a:cubicBezTo>
                    <a:pt x="9545" y="70000"/>
                    <a:pt x="9545" y="68000"/>
                    <a:pt x="9545" y="68000"/>
                  </a:cubicBezTo>
                  <a:cubicBezTo>
                    <a:pt x="8863" y="67000"/>
                    <a:pt x="8181" y="66000"/>
                    <a:pt x="8181" y="66000"/>
                  </a:cubicBezTo>
                  <a:cubicBezTo>
                    <a:pt x="8181" y="66000"/>
                    <a:pt x="8863" y="65000"/>
                    <a:pt x="7500" y="66000"/>
                  </a:cubicBezTo>
                  <a:cubicBezTo>
                    <a:pt x="5454" y="66000"/>
                    <a:pt x="6136" y="67000"/>
                    <a:pt x="5454" y="67000"/>
                  </a:cubicBezTo>
                  <a:cubicBezTo>
                    <a:pt x="4772" y="66000"/>
                    <a:pt x="4772" y="65000"/>
                    <a:pt x="3409" y="65000"/>
                  </a:cubicBezTo>
                  <a:cubicBezTo>
                    <a:pt x="2727" y="65000"/>
                    <a:pt x="2045" y="64000"/>
                    <a:pt x="2045" y="64000"/>
                  </a:cubicBezTo>
                  <a:cubicBezTo>
                    <a:pt x="2045" y="64000"/>
                    <a:pt x="4090" y="62000"/>
                    <a:pt x="4772" y="62000"/>
                  </a:cubicBezTo>
                  <a:cubicBezTo>
                    <a:pt x="5454" y="62000"/>
                    <a:pt x="4772" y="62000"/>
                    <a:pt x="6136" y="62000"/>
                  </a:cubicBezTo>
                  <a:cubicBezTo>
                    <a:pt x="8181" y="61000"/>
                    <a:pt x="8863" y="63000"/>
                    <a:pt x="8863" y="61000"/>
                  </a:cubicBezTo>
                  <a:cubicBezTo>
                    <a:pt x="9545" y="59000"/>
                    <a:pt x="9545" y="58000"/>
                    <a:pt x="10227" y="57000"/>
                  </a:cubicBezTo>
                  <a:cubicBezTo>
                    <a:pt x="10227" y="56000"/>
                    <a:pt x="10909" y="54000"/>
                    <a:pt x="10909" y="54000"/>
                  </a:cubicBezTo>
                  <a:cubicBezTo>
                    <a:pt x="10909" y="53000"/>
                    <a:pt x="12954" y="53000"/>
                    <a:pt x="12954" y="53000"/>
                  </a:cubicBezTo>
                  <a:cubicBezTo>
                    <a:pt x="13636" y="56000"/>
                    <a:pt x="13636" y="56000"/>
                    <a:pt x="13636" y="56000"/>
                  </a:cubicBezTo>
                  <a:cubicBezTo>
                    <a:pt x="13636" y="56000"/>
                    <a:pt x="13636" y="57000"/>
                    <a:pt x="14318" y="57000"/>
                  </a:cubicBezTo>
                  <a:cubicBezTo>
                    <a:pt x="15000" y="57000"/>
                    <a:pt x="15000" y="57000"/>
                    <a:pt x="15000" y="57000"/>
                  </a:cubicBezTo>
                  <a:close/>
                  <a:moveTo>
                    <a:pt x="24545" y="52000"/>
                  </a:moveTo>
                  <a:cubicBezTo>
                    <a:pt x="24545" y="52000"/>
                    <a:pt x="24545" y="52000"/>
                    <a:pt x="24545" y="52000"/>
                  </a:cubicBezTo>
                  <a:cubicBezTo>
                    <a:pt x="23863" y="53000"/>
                    <a:pt x="23863" y="53000"/>
                    <a:pt x="23863" y="53000"/>
                  </a:cubicBezTo>
                  <a:cubicBezTo>
                    <a:pt x="21136" y="53000"/>
                    <a:pt x="21136" y="53000"/>
                    <a:pt x="21136" y="53000"/>
                  </a:cubicBezTo>
                  <a:cubicBezTo>
                    <a:pt x="21136" y="55000"/>
                    <a:pt x="21136" y="55000"/>
                    <a:pt x="21136" y="55000"/>
                  </a:cubicBezTo>
                  <a:cubicBezTo>
                    <a:pt x="22500" y="57000"/>
                    <a:pt x="22500" y="57000"/>
                    <a:pt x="22500" y="57000"/>
                  </a:cubicBezTo>
                  <a:cubicBezTo>
                    <a:pt x="22500" y="57000"/>
                    <a:pt x="23181" y="56000"/>
                    <a:pt x="23863" y="56000"/>
                  </a:cubicBezTo>
                  <a:cubicBezTo>
                    <a:pt x="24545" y="56000"/>
                    <a:pt x="25909" y="56000"/>
                    <a:pt x="25909" y="56000"/>
                  </a:cubicBezTo>
                  <a:cubicBezTo>
                    <a:pt x="26590" y="55000"/>
                    <a:pt x="26590" y="55000"/>
                    <a:pt x="26590" y="55000"/>
                  </a:cubicBezTo>
                  <a:cubicBezTo>
                    <a:pt x="25909" y="52000"/>
                    <a:pt x="25909" y="52000"/>
                    <a:pt x="25909" y="52000"/>
                  </a:cubicBezTo>
                  <a:lnTo>
                    <a:pt x="24545" y="52000"/>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1" name="Shape 2038">
              <a:extLst>
                <a:ext uri="{FF2B5EF4-FFF2-40B4-BE49-F238E27FC236}">
                  <a16:creationId xmlns:a16="http://schemas.microsoft.com/office/drawing/2014/main" id="{1D34A5A2-F082-4B02-9BAF-EBAC898CCEAA}"/>
                </a:ext>
              </a:extLst>
            </p:cNvPr>
            <p:cNvSpPr/>
            <p:nvPr/>
          </p:nvSpPr>
          <p:spPr>
            <a:xfrm>
              <a:off x="6144085" y="3377866"/>
              <a:ext cx="556312" cy="405923"/>
            </a:xfrm>
            <a:custGeom>
              <a:avLst/>
              <a:gdLst/>
              <a:ahLst/>
              <a:cxnLst/>
              <a:rect l="0" t="0" r="0" b="0"/>
              <a:pathLst>
                <a:path w="120000" h="120000" extrusionOk="0">
                  <a:moveTo>
                    <a:pt x="3442" y="24782"/>
                  </a:moveTo>
                  <a:cubicBezTo>
                    <a:pt x="3442" y="23478"/>
                    <a:pt x="3442" y="23478"/>
                    <a:pt x="3442" y="23478"/>
                  </a:cubicBezTo>
                  <a:cubicBezTo>
                    <a:pt x="3442" y="23478"/>
                    <a:pt x="3442" y="23478"/>
                    <a:pt x="3442" y="23478"/>
                  </a:cubicBezTo>
                  <a:cubicBezTo>
                    <a:pt x="6885" y="22173"/>
                    <a:pt x="9836" y="24782"/>
                    <a:pt x="11311" y="24782"/>
                  </a:cubicBezTo>
                  <a:cubicBezTo>
                    <a:pt x="14262" y="25434"/>
                    <a:pt x="7868" y="30000"/>
                    <a:pt x="8852" y="30000"/>
                  </a:cubicBezTo>
                  <a:cubicBezTo>
                    <a:pt x="9836" y="29347"/>
                    <a:pt x="8852" y="33260"/>
                    <a:pt x="10327" y="33913"/>
                  </a:cubicBezTo>
                  <a:cubicBezTo>
                    <a:pt x="12786" y="34565"/>
                    <a:pt x="14754" y="31956"/>
                    <a:pt x="17704" y="31956"/>
                  </a:cubicBezTo>
                  <a:cubicBezTo>
                    <a:pt x="20163" y="31304"/>
                    <a:pt x="23114" y="33260"/>
                    <a:pt x="24098" y="31956"/>
                  </a:cubicBezTo>
                  <a:cubicBezTo>
                    <a:pt x="26065" y="28695"/>
                    <a:pt x="33934" y="35217"/>
                    <a:pt x="37868" y="31956"/>
                  </a:cubicBezTo>
                  <a:cubicBezTo>
                    <a:pt x="40327" y="29347"/>
                    <a:pt x="50163" y="28043"/>
                    <a:pt x="53606" y="28043"/>
                  </a:cubicBezTo>
                  <a:cubicBezTo>
                    <a:pt x="62459" y="27391"/>
                    <a:pt x="62950" y="27391"/>
                    <a:pt x="66885" y="24130"/>
                  </a:cubicBezTo>
                  <a:cubicBezTo>
                    <a:pt x="66885" y="24130"/>
                    <a:pt x="69344" y="16956"/>
                    <a:pt x="70819" y="13695"/>
                  </a:cubicBezTo>
                  <a:cubicBezTo>
                    <a:pt x="71803" y="11086"/>
                    <a:pt x="74754" y="9782"/>
                    <a:pt x="77704" y="7173"/>
                  </a:cubicBezTo>
                  <a:cubicBezTo>
                    <a:pt x="80163" y="4565"/>
                    <a:pt x="86557" y="1956"/>
                    <a:pt x="88032" y="1304"/>
                  </a:cubicBezTo>
                  <a:cubicBezTo>
                    <a:pt x="89508" y="1304"/>
                    <a:pt x="99836" y="1956"/>
                    <a:pt x="99836" y="1956"/>
                  </a:cubicBezTo>
                  <a:cubicBezTo>
                    <a:pt x="105245" y="0"/>
                    <a:pt x="105245" y="0"/>
                    <a:pt x="105245" y="0"/>
                  </a:cubicBezTo>
                  <a:cubicBezTo>
                    <a:pt x="105245" y="0"/>
                    <a:pt x="106229" y="5217"/>
                    <a:pt x="107704" y="5869"/>
                  </a:cubicBezTo>
                  <a:cubicBezTo>
                    <a:pt x="112131" y="6521"/>
                    <a:pt x="115573" y="6521"/>
                    <a:pt x="117049" y="5217"/>
                  </a:cubicBezTo>
                  <a:cubicBezTo>
                    <a:pt x="117540" y="5217"/>
                    <a:pt x="117540" y="6521"/>
                    <a:pt x="118032" y="7173"/>
                  </a:cubicBezTo>
                  <a:cubicBezTo>
                    <a:pt x="118524" y="8478"/>
                    <a:pt x="119016" y="11086"/>
                    <a:pt x="119016" y="11086"/>
                  </a:cubicBezTo>
                  <a:cubicBezTo>
                    <a:pt x="118524" y="14347"/>
                    <a:pt x="118524" y="14347"/>
                    <a:pt x="118524" y="14347"/>
                  </a:cubicBezTo>
                  <a:cubicBezTo>
                    <a:pt x="118032" y="15000"/>
                    <a:pt x="118032" y="15000"/>
                    <a:pt x="118032" y="15000"/>
                  </a:cubicBezTo>
                  <a:cubicBezTo>
                    <a:pt x="115573" y="16956"/>
                    <a:pt x="115573" y="16956"/>
                    <a:pt x="115573" y="16956"/>
                  </a:cubicBezTo>
                  <a:cubicBezTo>
                    <a:pt x="115573" y="16956"/>
                    <a:pt x="114590" y="16956"/>
                    <a:pt x="114098" y="17608"/>
                  </a:cubicBezTo>
                  <a:cubicBezTo>
                    <a:pt x="113606" y="17608"/>
                    <a:pt x="112622" y="18260"/>
                    <a:pt x="112622" y="18260"/>
                  </a:cubicBezTo>
                  <a:cubicBezTo>
                    <a:pt x="112622" y="18260"/>
                    <a:pt x="111639" y="19565"/>
                    <a:pt x="111639" y="20217"/>
                  </a:cubicBezTo>
                  <a:cubicBezTo>
                    <a:pt x="111147" y="21521"/>
                    <a:pt x="110655" y="23478"/>
                    <a:pt x="110655" y="23478"/>
                  </a:cubicBezTo>
                  <a:cubicBezTo>
                    <a:pt x="109672" y="26739"/>
                    <a:pt x="109672" y="26739"/>
                    <a:pt x="109672" y="26739"/>
                  </a:cubicBezTo>
                  <a:cubicBezTo>
                    <a:pt x="109672" y="31304"/>
                    <a:pt x="109672" y="31304"/>
                    <a:pt x="109672" y="31304"/>
                  </a:cubicBezTo>
                  <a:cubicBezTo>
                    <a:pt x="110655" y="36521"/>
                    <a:pt x="110655" y="36521"/>
                    <a:pt x="110655" y="36521"/>
                  </a:cubicBezTo>
                  <a:cubicBezTo>
                    <a:pt x="111639" y="42391"/>
                    <a:pt x="111639" y="42391"/>
                    <a:pt x="111639" y="42391"/>
                  </a:cubicBezTo>
                  <a:cubicBezTo>
                    <a:pt x="111639" y="42391"/>
                    <a:pt x="110163" y="44347"/>
                    <a:pt x="109672" y="44347"/>
                  </a:cubicBezTo>
                  <a:cubicBezTo>
                    <a:pt x="109672" y="44347"/>
                    <a:pt x="109180" y="45000"/>
                    <a:pt x="109180" y="45000"/>
                  </a:cubicBezTo>
                  <a:cubicBezTo>
                    <a:pt x="109180" y="46304"/>
                    <a:pt x="109180" y="46304"/>
                    <a:pt x="109180" y="46304"/>
                  </a:cubicBezTo>
                  <a:cubicBezTo>
                    <a:pt x="108688" y="48260"/>
                    <a:pt x="108688" y="48260"/>
                    <a:pt x="108688" y="48260"/>
                  </a:cubicBezTo>
                  <a:cubicBezTo>
                    <a:pt x="108196" y="49565"/>
                    <a:pt x="108196" y="49565"/>
                    <a:pt x="108196" y="49565"/>
                  </a:cubicBezTo>
                  <a:cubicBezTo>
                    <a:pt x="108196" y="49565"/>
                    <a:pt x="107704" y="50869"/>
                    <a:pt x="107213" y="50869"/>
                  </a:cubicBezTo>
                  <a:cubicBezTo>
                    <a:pt x="106721" y="51521"/>
                    <a:pt x="105737" y="52826"/>
                    <a:pt x="105737" y="52826"/>
                  </a:cubicBezTo>
                  <a:cubicBezTo>
                    <a:pt x="106229" y="54130"/>
                    <a:pt x="106229" y="54130"/>
                    <a:pt x="106229" y="54130"/>
                  </a:cubicBezTo>
                  <a:cubicBezTo>
                    <a:pt x="111639" y="55434"/>
                    <a:pt x="111639" y="55434"/>
                    <a:pt x="111639" y="55434"/>
                  </a:cubicBezTo>
                  <a:cubicBezTo>
                    <a:pt x="111639" y="56739"/>
                    <a:pt x="111639" y="56739"/>
                    <a:pt x="111639" y="56739"/>
                  </a:cubicBezTo>
                  <a:cubicBezTo>
                    <a:pt x="114098" y="60000"/>
                    <a:pt x="114098" y="60000"/>
                    <a:pt x="114098" y="60000"/>
                  </a:cubicBezTo>
                  <a:cubicBezTo>
                    <a:pt x="115573" y="63260"/>
                    <a:pt x="115573" y="63260"/>
                    <a:pt x="115573" y="63260"/>
                  </a:cubicBezTo>
                  <a:cubicBezTo>
                    <a:pt x="118032" y="64565"/>
                    <a:pt x="118032" y="64565"/>
                    <a:pt x="118032" y="64565"/>
                  </a:cubicBezTo>
                  <a:cubicBezTo>
                    <a:pt x="118032" y="64565"/>
                    <a:pt x="120000" y="66521"/>
                    <a:pt x="120000" y="66521"/>
                  </a:cubicBezTo>
                  <a:cubicBezTo>
                    <a:pt x="119508" y="67173"/>
                    <a:pt x="117049" y="68478"/>
                    <a:pt x="117049" y="68478"/>
                  </a:cubicBezTo>
                  <a:cubicBezTo>
                    <a:pt x="115573" y="69782"/>
                    <a:pt x="115573" y="69782"/>
                    <a:pt x="115573" y="69782"/>
                  </a:cubicBezTo>
                  <a:cubicBezTo>
                    <a:pt x="115573" y="69782"/>
                    <a:pt x="114590" y="69782"/>
                    <a:pt x="113606" y="70434"/>
                  </a:cubicBezTo>
                  <a:cubicBezTo>
                    <a:pt x="113114" y="71086"/>
                    <a:pt x="110163" y="73043"/>
                    <a:pt x="110163" y="73043"/>
                  </a:cubicBezTo>
                  <a:cubicBezTo>
                    <a:pt x="106229" y="69782"/>
                    <a:pt x="106229" y="69782"/>
                    <a:pt x="106229" y="69782"/>
                  </a:cubicBezTo>
                  <a:cubicBezTo>
                    <a:pt x="103770" y="69130"/>
                    <a:pt x="103770" y="69130"/>
                    <a:pt x="103770" y="69130"/>
                  </a:cubicBezTo>
                  <a:cubicBezTo>
                    <a:pt x="102786" y="71086"/>
                    <a:pt x="102786" y="71086"/>
                    <a:pt x="102786" y="71086"/>
                  </a:cubicBezTo>
                  <a:cubicBezTo>
                    <a:pt x="100327" y="71739"/>
                    <a:pt x="100327" y="71739"/>
                    <a:pt x="100327" y="71739"/>
                  </a:cubicBezTo>
                  <a:cubicBezTo>
                    <a:pt x="98852" y="75000"/>
                    <a:pt x="98852" y="75000"/>
                    <a:pt x="98852" y="75000"/>
                  </a:cubicBezTo>
                  <a:cubicBezTo>
                    <a:pt x="98852" y="75000"/>
                    <a:pt x="95409" y="76304"/>
                    <a:pt x="94426" y="76956"/>
                  </a:cubicBezTo>
                  <a:cubicBezTo>
                    <a:pt x="93934" y="77608"/>
                    <a:pt x="91967" y="79565"/>
                    <a:pt x="91967" y="79565"/>
                  </a:cubicBezTo>
                  <a:cubicBezTo>
                    <a:pt x="92459" y="82173"/>
                    <a:pt x="92459" y="82173"/>
                    <a:pt x="92459" y="82173"/>
                  </a:cubicBezTo>
                  <a:cubicBezTo>
                    <a:pt x="90491" y="84130"/>
                    <a:pt x="90491" y="84130"/>
                    <a:pt x="90491" y="84130"/>
                  </a:cubicBezTo>
                  <a:cubicBezTo>
                    <a:pt x="90491" y="84130"/>
                    <a:pt x="89016" y="84782"/>
                    <a:pt x="88524" y="86086"/>
                  </a:cubicBezTo>
                  <a:cubicBezTo>
                    <a:pt x="88524" y="87391"/>
                    <a:pt x="89016" y="88043"/>
                    <a:pt x="89016" y="88043"/>
                  </a:cubicBezTo>
                  <a:cubicBezTo>
                    <a:pt x="88032" y="88043"/>
                    <a:pt x="86557" y="88695"/>
                    <a:pt x="86065" y="89347"/>
                  </a:cubicBezTo>
                  <a:cubicBezTo>
                    <a:pt x="85573" y="89347"/>
                    <a:pt x="85573" y="90652"/>
                    <a:pt x="86065" y="91956"/>
                  </a:cubicBezTo>
                  <a:cubicBezTo>
                    <a:pt x="86065" y="92608"/>
                    <a:pt x="87049" y="93913"/>
                    <a:pt x="88032" y="95869"/>
                  </a:cubicBezTo>
                  <a:cubicBezTo>
                    <a:pt x="88524" y="97826"/>
                    <a:pt x="89016" y="97826"/>
                    <a:pt x="89016" y="98478"/>
                  </a:cubicBezTo>
                  <a:cubicBezTo>
                    <a:pt x="89016" y="99130"/>
                    <a:pt x="88524" y="101086"/>
                    <a:pt x="88032" y="101739"/>
                  </a:cubicBezTo>
                  <a:cubicBezTo>
                    <a:pt x="87049" y="103043"/>
                    <a:pt x="86065" y="103043"/>
                    <a:pt x="85573" y="103043"/>
                  </a:cubicBezTo>
                  <a:cubicBezTo>
                    <a:pt x="85081" y="103695"/>
                    <a:pt x="83606" y="105000"/>
                    <a:pt x="83114" y="105000"/>
                  </a:cubicBezTo>
                  <a:cubicBezTo>
                    <a:pt x="82622" y="105652"/>
                    <a:pt x="80163" y="106304"/>
                    <a:pt x="79672" y="106304"/>
                  </a:cubicBezTo>
                  <a:cubicBezTo>
                    <a:pt x="79180" y="106304"/>
                    <a:pt x="76229" y="107608"/>
                    <a:pt x="76229" y="107608"/>
                  </a:cubicBezTo>
                  <a:cubicBezTo>
                    <a:pt x="73770" y="108913"/>
                    <a:pt x="73770" y="108913"/>
                    <a:pt x="73770" y="108913"/>
                  </a:cubicBezTo>
                  <a:cubicBezTo>
                    <a:pt x="72295" y="110217"/>
                    <a:pt x="72295" y="110217"/>
                    <a:pt x="72295" y="110217"/>
                  </a:cubicBezTo>
                  <a:cubicBezTo>
                    <a:pt x="68360" y="108913"/>
                    <a:pt x="68360" y="108913"/>
                    <a:pt x="68360" y="108913"/>
                  </a:cubicBezTo>
                  <a:cubicBezTo>
                    <a:pt x="63442" y="106956"/>
                    <a:pt x="63442" y="106956"/>
                    <a:pt x="63442" y="106956"/>
                  </a:cubicBezTo>
                  <a:cubicBezTo>
                    <a:pt x="63442" y="106956"/>
                    <a:pt x="60983" y="109565"/>
                    <a:pt x="60491" y="109565"/>
                  </a:cubicBezTo>
                  <a:cubicBezTo>
                    <a:pt x="60000" y="109565"/>
                    <a:pt x="57049" y="106956"/>
                    <a:pt x="57049" y="106956"/>
                  </a:cubicBezTo>
                  <a:cubicBezTo>
                    <a:pt x="55573" y="103695"/>
                    <a:pt x="55573" y="103695"/>
                    <a:pt x="55573" y="103695"/>
                  </a:cubicBezTo>
                  <a:cubicBezTo>
                    <a:pt x="55573" y="103695"/>
                    <a:pt x="52622" y="104347"/>
                    <a:pt x="52131" y="104347"/>
                  </a:cubicBezTo>
                  <a:cubicBezTo>
                    <a:pt x="51639" y="104347"/>
                    <a:pt x="51147" y="105652"/>
                    <a:pt x="51147" y="106304"/>
                  </a:cubicBezTo>
                  <a:cubicBezTo>
                    <a:pt x="50655" y="106304"/>
                    <a:pt x="49672" y="106304"/>
                    <a:pt x="48688" y="106304"/>
                  </a:cubicBezTo>
                  <a:cubicBezTo>
                    <a:pt x="47213" y="106304"/>
                    <a:pt x="46229" y="107608"/>
                    <a:pt x="46229" y="107608"/>
                  </a:cubicBezTo>
                  <a:cubicBezTo>
                    <a:pt x="45245" y="110217"/>
                    <a:pt x="45245" y="110217"/>
                    <a:pt x="45245" y="110217"/>
                  </a:cubicBezTo>
                  <a:cubicBezTo>
                    <a:pt x="45245" y="110217"/>
                    <a:pt x="42786" y="111521"/>
                    <a:pt x="42786" y="111521"/>
                  </a:cubicBezTo>
                  <a:cubicBezTo>
                    <a:pt x="42295" y="112173"/>
                    <a:pt x="37868" y="114130"/>
                    <a:pt x="37868" y="114130"/>
                  </a:cubicBezTo>
                  <a:cubicBezTo>
                    <a:pt x="34426" y="115434"/>
                    <a:pt x="34426" y="115434"/>
                    <a:pt x="34426" y="115434"/>
                  </a:cubicBezTo>
                  <a:cubicBezTo>
                    <a:pt x="34426" y="115434"/>
                    <a:pt x="33442" y="116086"/>
                    <a:pt x="32950" y="115434"/>
                  </a:cubicBezTo>
                  <a:cubicBezTo>
                    <a:pt x="32459" y="115434"/>
                    <a:pt x="30983" y="117391"/>
                    <a:pt x="30983" y="117391"/>
                  </a:cubicBezTo>
                  <a:cubicBezTo>
                    <a:pt x="28032" y="120000"/>
                    <a:pt x="28032" y="120000"/>
                    <a:pt x="28032" y="120000"/>
                  </a:cubicBezTo>
                  <a:cubicBezTo>
                    <a:pt x="25081" y="120000"/>
                    <a:pt x="25081" y="120000"/>
                    <a:pt x="25081" y="120000"/>
                  </a:cubicBezTo>
                  <a:cubicBezTo>
                    <a:pt x="25081" y="120000"/>
                    <a:pt x="25081" y="119347"/>
                    <a:pt x="25081" y="119347"/>
                  </a:cubicBezTo>
                  <a:cubicBezTo>
                    <a:pt x="25081" y="119347"/>
                    <a:pt x="25081" y="119347"/>
                    <a:pt x="25081" y="119347"/>
                  </a:cubicBezTo>
                  <a:cubicBezTo>
                    <a:pt x="25081" y="118695"/>
                    <a:pt x="25081" y="118695"/>
                    <a:pt x="25081" y="118695"/>
                  </a:cubicBezTo>
                  <a:cubicBezTo>
                    <a:pt x="25081" y="118043"/>
                    <a:pt x="24590" y="117391"/>
                    <a:pt x="24590" y="116086"/>
                  </a:cubicBezTo>
                  <a:cubicBezTo>
                    <a:pt x="24098" y="114782"/>
                    <a:pt x="23606" y="113478"/>
                    <a:pt x="23606" y="112173"/>
                  </a:cubicBezTo>
                  <a:cubicBezTo>
                    <a:pt x="23606" y="111521"/>
                    <a:pt x="24098" y="110869"/>
                    <a:pt x="24098" y="110217"/>
                  </a:cubicBezTo>
                  <a:cubicBezTo>
                    <a:pt x="24098" y="110217"/>
                    <a:pt x="24098" y="110217"/>
                    <a:pt x="24098" y="110217"/>
                  </a:cubicBezTo>
                  <a:cubicBezTo>
                    <a:pt x="24590" y="109565"/>
                    <a:pt x="24590" y="108913"/>
                    <a:pt x="24590" y="107608"/>
                  </a:cubicBezTo>
                  <a:cubicBezTo>
                    <a:pt x="24098" y="105000"/>
                    <a:pt x="22131" y="105000"/>
                    <a:pt x="21639" y="102391"/>
                  </a:cubicBezTo>
                  <a:cubicBezTo>
                    <a:pt x="21147" y="100434"/>
                    <a:pt x="19180" y="98478"/>
                    <a:pt x="19180" y="97826"/>
                  </a:cubicBezTo>
                  <a:cubicBezTo>
                    <a:pt x="15737" y="95217"/>
                    <a:pt x="13770" y="95869"/>
                    <a:pt x="11803" y="93260"/>
                  </a:cubicBezTo>
                  <a:cubicBezTo>
                    <a:pt x="11311" y="92608"/>
                    <a:pt x="10819" y="91956"/>
                    <a:pt x="10819" y="91304"/>
                  </a:cubicBezTo>
                  <a:cubicBezTo>
                    <a:pt x="11311" y="90652"/>
                    <a:pt x="11311" y="90652"/>
                    <a:pt x="11311" y="90652"/>
                  </a:cubicBezTo>
                  <a:cubicBezTo>
                    <a:pt x="11311" y="90652"/>
                    <a:pt x="10819" y="90652"/>
                    <a:pt x="10327" y="90000"/>
                  </a:cubicBezTo>
                  <a:cubicBezTo>
                    <a:pt x="9836" y="89347"/>
                    <a:pt x="9344" y="88695"/>
                    <a:pt x="8852" y="88043"/>
                  </a:cubicBezTo>
                  <a:cubicBezTo>
                    <a:pt x="8852" y="88043"/>
                    <a:pt x="8852" y="88043"/>
                    <a:pt x="8852" y="88043"/>
                  </a:cubicBezTo>
                  <a:cubicBezTo>
                    <a:pt x="9344" y="88043"/>
                    <a:pt x="9836" y="86739"/>
                    <a:pt x="9836" y="86739"/>
                  </a:cubicBezTo>
                  <a:cubicBezTo>
                    <a:pt x="10327" y="84782"/>
                    <a:pt x="10327" y="84782"/>
                    <a:pt x="10327" y="84782"/>
                  </a:cubicBezTo>
                  <a:cubicBezTo>
                    <a:pt x="10819" y="83478"/>
                    <a:pt x="10819" y="83478"/>
                    <a:pt x="10819" y="83478"/>
                  </a:cubicBezTo>
                  <a:cubicBezTo>
                    <a:pt x="10819" y="83478"/>
                    <a:pt x="10327" y="81521"/>
                    <a:pt x="9836" y="81521"/>
                  </a:cubicBezTo>
                  <a:cubicBezTo>
                    <a:pt x="9836" y="80869"/>
                    <a:pt x="8360" y="80217"/>
                    <a:pt x="8360" y="80217"/>
                  </a:cubicBezTo>
                  <a:cubicBezTo>
                    <a:pt x="8360" y="76956"/>
                    <a:pt x="8360" y="76956"/>
                    <a:pt x="8360" y="76956"/>
                  </a:cubicBezTo>
                  <a:cubicBezTo>
                    <a:pt x="7868" y="73695"/>
                    <a:pt x="7868" y="73695"/>
                    <a:pt x="7868" y="73695"/>
                  </a:cubicBezTo>
                  <a:cubicBezTo>
                    <a:pt x="6885" y="71739"/>
                    <a:pt x="6885" y="71739"/>
                    <a:pt x="6885" y="71739"/>
                  </a:cubicBezTo>
                  <a:cubicBezTo>
                    <a:pt x="6885" y="71739"/>
                    <a:pt x="7868" y="70434"/>
                    <a:pt x="8360" y="69782"/>
                  </a:cubicBezTo>
                  <a:cubicBezTo>
                    <a:pt x="8360" y="69782"/>
                    <a:pt x="8852" y="69130"/>
                    <a:pt x="9344" y="69130"/>
                  </a:cubicBezTo>
                  <a:cubicBezTo>
                    <a:pt x="9836" y="68478"/>
                    <a:pt x="10819" y="68478"/>
                    <a:pt x="11311" y="68478"/>
                  </a:cubicBezTo>
                  <a:cubicBezTo>
                    <a:pt x="11803" y="68478"/>
                    <a:pt x="12786" y="67173"/>
                    <a:pt x="12786" y="67173"/>
                  </a:cubicBezTo>
                  <a:cubicBezTo>
                    <a:pt x="12786" y="67173"/>
                    <a:pt x="12786" y="65217"/>
                    <a:pt x="12295" y="64565"/>
                  </a:cubicBezTo>
                  <a:cubicBezTo>
                    <a:pt x="12295" y="63260"/>
                    <a:pt x="13278" y="61956"/>
                    <a:pt x="13278" y="61956"/>
                  </a:cubicBezTo>
                  <a:cubicBezTo>
                    <a:pt x="13278" y="61956"/>
                    <a:pt x="14754" y="59347"/>
                    <a:pt x="15245" y="58695"/>
                  </a:cubicBezTo>
                  <a:cubicBezTo>
                    <a:pt x="15737" y="58043"/>
                    <a:pt x="16229" y="54782"/>
                    <a:pt x="16229" y="54782"/>
                  </a:cubicBezTo>
                  <a:cubicBezTo>
                    <a:pt x="14262" y="54782"/>
                    <a:pt x="14262" y="54782"/>
                    <a:pt x="14262" y="54782"/>
                  </a:cubicBezTo>
                  <a:cubicBezTo>
                    <a:pt x="12295" y="54130"/>
                    <a:pt x="12295" y="54130"/>
                    <a:pt x="12295" y="54130"/>
                  </a:cubicBezTo>
                  <a:cubicBezTo>
                    <a:pt x="12295" y="54130"/>
                    <a:pt x="10327" y="50217"/>
                    <a:pt x="10327" y="50217"/>
                  </a:cubicBezTo>
                  <a:cubicBezTo>
                    <a:pt x="10327" y="49565"/>
                    <a:pt x="9344" y="49565"/>
                    <a:pt x="9344" y="49565"/>
                  </a:cubicBezTo>
                  <a:cubicBezTo>
                    <a:pt x="9344" y="49565"/>
                    <a:pt x="7377" y="48260"/>
                    <a:pt x="7377" y="48260"/>
                  </a:cubicBezTo>
                  <a:cubicBezTo>
                    <a:pt x="6885" y="48260"/>
                    <a:pt x="5409" y="47608"/>
                    <a:pt x="5409" y="47608"/>
                  </a:cubicBezTo>
                  <a:cubicBezTo>
                    <a:pt x="5409" y="47608"/>
                    <a:pt x="3442" y="44347"/>
                    <a:pt x="2950" y="43043"/>
                  </a:cubicBezTo>
                  <a:cubicBezTo>
                    <a:pt x="2459" y="41739"/>
                    <a:pt x="1967" y="41086"/>
                    <a:pt x="1967" y="41086"/>
                  </a:cubicBezTo>
                  <a:cubicBezTo>
                    <a:pt x="1967" y="41086"/>
                    <a:pt x="1475" y="39782"/>
                    <a:pt x="983" y="39130"/>
                  </a:cubicBezTo>
                  <a:cubicBezTo>
                    <a:pt x="491" y="38478"/>
                    <a:pt x="491" y="37173"/>
                    <a:pt x="491" y="37173"/>
                  </a:cubicBezTo>
                  <a:cubicBezTo>
                    <a:pt x="491" y="37173"/>
                    <a:pt x="983" y="35217"/>
                    <a:pt x="491" y="33913"/>
                  </a:cubicBezTo>
                  <a:cubicBezTo>
                    <a:pt x="491" y="33260"/>
                    <a:pt x="0" y="30652"/>
                    <a:pt x="491" y="30652"/>
                  </a:cubicBezTo>
                  <a:cubicBezTo>
                    <a:pt x="983" y="29347"/>
                    <a:pt x="1475" y="28043"/>
                    <a:pt x="2459" y="27391"/>
                  </a:cubicBezTo>
                  <a:cubicBezTo>
                    <a:pt x="2950" y="27391"/>
                    <a:pt x="2950" y="27391"/>
                    <a:pt x="3442" y="27391"/>
                  </a:cubicBezTo>
                  <a:cubicBezTo>
                    <a:pt x="3934" y="27391"/>
                    <a:pt x="3442" y="25434"/>
                    <a:pt x="3442" y="25434"/>
                  </a:cubicBezTo>
                  <a:lnTo>
                    <a:pt x="3442" y="24782"/>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2" name="Shape 2039">
              <a:extLst>
                <a:ext uri="{FF2B5EF4-FFF2-40B4-BE49-F238E27FC236}">
                  <a16:creationId xmlns:a16="http://schemas.microsoft.com/office/drawing/2014/main" id="{703A79EE-3989-47FC-AFCF-177B27D85044}"/>
                </a:ext>
              </a:extLst>
            </p:cNvPr>
            <p:cNvSpPr/>
            <p:nvPr/>
          </p:nvSpPr>
          <p:spPr>
            <a:xfrm>
              <a:off x="8212114" y="3123231"/>
              <a:ext cx="622277" cy="493288"/>
            </a:xfrm>
            <a:custGeom>
              <a:avLst/>
              <a:gdLst/>
              <a:ahLst/>
              <a:cxnLst/>
              <a:rect l="0" t="0" r="0" b="0"/>
              <a:pathLst>
                <a:path w="120000" h="120000" extrusionOk="0">
                  <a:moveTo>
                    <a:pt x="0" y="40358"/>
                  </a:moveTo>
                  <a:cubicBezTo>
                    <a:pt x="439" y="40358"/>
                    <a:pt x="1318" y="39820"/>
                    <a:pt x="1758" y="39820"/>
                  </a:cubicBezTo>
                  <a:cubicBezTo>
                    <a:pt x="1758" y="39282"/>
                    <a:pt x="2197" y="39282"/>
                    <a:pt x="2197" y="38744"/>
                  </a:cubicBezTo>
                  <a:cubicBezTo>
                    <a:pt x="2197" y="38744"/>
                    <a:pt x="879" y="38206"/>
                    <a:pt x="439" y="37130"/>
                  </a:cubicBezTo>
                  <a:cubicBezTo>
                    <a:pt x="439" y="37130"/>
                    <a:pt x="1318" y="36591"/>
                    <a:pt x="1318" y="36591"/>
                  </a:cubicBezTo>
                  <a:cubicBezTo>
                    <a:pt x="1318" y="36591"/>
                    <a:pt x="3956" y="37130"/>
                    <a:pt x="4835" y="37130"/>
                  </a:cubicBezTo>
                  <a:cubicBezTo>
                    <a:pt x="5714" y="37130"/>
                    <a:pt x="8791" y="36053"/>
                    <a:pt x="8791" y="36053"/>
                  </a:cubicBezTo>
                  <a:cubicBezTo>
                    <a:pt x="9670" y="38206"/>
                    <a:pt x="9670" y="38206"/>
                    <a:pt x="9670" y="38206"/>
                  </a:cubicBezTo>
                  <a:cubicBezTo>
                    <a:pt x="9670" y="38206"/>
                    <a:pt x="14505" y="38206"/>
                    <a:pt x="16263" y="38744"/>
                  </a:cubicBezTo>
                  <a:cubicBezTo>
                    <a:pt x="17142" y="39282"/>
                    <a:pt x="17142" y="38744"/>
                    <a:pt x="18021" y="38206"/>
                  </a:cubicBezTo>
                  <a:cubicBezTo>
                    <a:pt x="18461" y="37668"/>
                    <a:pt x="19340" y="37130"/>
                    <a:pt x="19780" y="37668"/>
                  </a:cubicBezTo>
                  <a:cubicBezTo>
                    <a:pt x="20219" y="37668"/>
                    <a:pt x="20219" y="37668"/>
                    <a:pt x="21098" y="38206"/>
                  </a:cubicBezTo>
                  <a:cubicBezTo>
                    <a:pt x="21978" y="38744"/>
                    <a:pt x="23296" y="39282"/>
                    <a:pt x="24175" y="39282"/>
                  </a:cubicBezTo>
                  <a:cubicBezTo>
                    <a:pt x="25934" y="39282"/>
                    <a:pt x="25934" y="39282"/>
                    <a:pt x="25934" y="39282"/>
                  </a:cubicBezTo>
                  <a:cubicBezTo>
                    <a:pt x="26373" y="37668"/>
                    <a:pt x="26373" y="37668"/>
                    <a:pt x="26373" y="37668"/>
                  </a:cubicBezTo>
                  <a:cubicBezTo>
                    <a:pt x="27252" y="38744"/>
                    <a:pt x="25494" y="31748"/>
                    <a:pt x="26373" y="31748"/>
                  </a:cubicBezTo>
                  <a:cubicBezTo>
                    <a:pt x="27692" y="31210"/>
                    <a:pt x="28131" y="32825"/>
                    <a:pt x="29890" y="32286"/>
                  </a:cubicBezTo>
                  <a:cubicBezTo>
                    <a:pt x="31648" y="31210"/>
                    <a:pt x="34285" y="35515"/>
                    <a:pt x="34725" y="33363"/>
                  </a:cubicBezTo>
                  <a:cubicBezTo>
                    <a:pt x="35164" y="31748"/>
                    <a:pt x="37802" y="33901"/>
                    <a:pt x="35604" y="31748"/>
                  </a:cubicBezTo>
                  <a:cubicBezTo>
                    <a:pt x="32967" y="29058"/>
                    <a:pt x="33846" y="29596"/>
                    <a:pt x="32087" y="29058"/>
                  </a:cubicBezTo>
                  <a:cubicBezTo>
                    <a:pt x="30329" y="27982"/>
                    <a:pt x="29010" y="27443"/>
                    <a:pt x="28131" y="26905"/>
                  </a:cubicBezTo>
                  <a:cubicBezTo>
                    <a:pt x="27252" y="26905"/>
                    <a:pt x="27692" y="26905"/>
                    <a:pt x="26373" y="25829"/>
                  </a:cubicBezTo>
                  <a:cubicBezTo>
                    <a:pt x="25054" y="24753"/>
                    <a:pt x="23736" y="23677"/>
                    <a:pt x="23736" y="23677"/>
                  </a:cubicBezTo>
                  <a:cubicBezTo>
                    <a:pt x="23736" y="23677"/>
                    <a:pt x="22417" y="23139"/>
                    <a:pt x="22417" y="22062"/>
                  </a:cubicBezTo>
                  <a:cubicBezTo>
                    <a:pt x="21978" y="20986"/>
                    <a:pt x="21538" y="19372"/>
                    <a:pt x="21538" y="19372"/>
                  </a:cubicBezTo>
                  <a:cubicBezTo>
                    <a:pt x="23736" y="17219"/>
                    <a:pt x="23736" y="17219"/>
                    <a:pt x="23736" y="17219"/>
                  </a:cubicBezTo>
                  <a:cubicBezTo>
                    <a:pt x="25054" y="13452"/>
                    <a:pt x="25054" y="13452"/>
                    <a:pt x="25054" y="13452"/>
                  </a:cubicBezTo>
                  <a:cubicBezTo>
                    <a:pt x="25054" y="13452"/>
                    <a:pt x="23736" y="12376"/>
                    <a:pt x="25934" y="12376"/>
                  </a:cubicBezTo>
                  <a:cubicBezTo>
                    <a:pt x="27692" y="12376"/>
                    <a:pt x="27692" y="12376"/>
                    <a:pt x="27692" y="12376"/>
                  </a:cubicBezTo>
                  <a:cubicBezTo>
                    <a:pt x="27692" y="12376"/>
                    <a:pt x="28131" y="15605"/>
                    <a:pt x="28571" y="15067"/>
                  </a:cubicBezTo>
                  <a:cubicBezTo>
                    <a:pt x="29450" y="15067"/>
                    <a:pt x="29890" y="13991"/>
                    <a:pt x="30329" y="13452"/>
                  </a:cubicBezTo>
                  <a:cubicBezTo>
                    <a:pt x="30769" y="12914"/>
                    <a:pt x="32087" y="11300"/>
                    <a:pt x="32527" y="11838"/>
                  </a:cubicBezTo>
                  <a:cubicBezTo>
                    <a:pt x="32527" y="12914"/>
                    <a:pt x="31208" y="14529"/>
                    <a:pt x="32967" y="14529"/>
                  </a:cubicBezTo>
                  <a:cubicBezTo>
                    <a:pt x="34725" y="14529"/>
                    <a:pt x="34285" y="15605"/>
                    <a:pt x="35604" y="16143"/>
                  </a:cubicBezTo>
                  <a:cubicBezTo>
                    <a:pt x="36923" y="16143"/>
                    <a:pt x="38241" y="17219"/>
                    <a:pt x="38241" y="17757"/>
                  </a:cubicBezTo>
                  <a:cubicBezTo>
                    <a:pt x="38241" y="18295"/>
                    <a:pt x="38241" y="18834"/>
                    <a:pt x="38681" y="19372"/>
                  </a:cubicBezTo>
                  <a:cubicBezTo>
                    <a:pt x="39560" y="19910"/>
                    <a:pt x="40000" y="19372"/>
                    <a:pt x="40879" y="19372"/>
                  </a:cubicBezTo>
                  <a:cubicBezTo>
                    <a:pt x="41758" y="19372"/>
                    <a:pt x="41758" y="18295"/>
                    <a:pt x="42197" y="19372"/>
                  </a:cubicBezTo>
                  <a:cubicBezTo>
                    <a:pt x="42197" y="20448"/>
                    <a:pt x="42637" y="20986"/>
                    <a:pt x="42637" y="20986"/>
                  </a:cubicBezTo>
                  <a:cubicBezTo>
                    <a:pt x="44395" y="23677"/>
                    <a:pt x="44395" y="23677"/>
                    <a:pt x="44395" y="23677"/>
                  </a:cubicBezTo>
                  <a:cubicBezTo>
                    <a:pt x="46153" y="25829"/>
                    <a:pt x="46153" y="25829"/>
                    <a:pt x="46153" y="25829"/>
                  </a:cubicBezTo>
                  <a:cubicBezTo>
                    <a:pt x="46153" y="25829"/>
                    <a:pt x="44835" y="25829"/>
                    <a:pt x="46593" y="26905"/>
                  </a:cubicBezTo>
                  <a:cubicBezTo>
                    <a:pt x="48351" y="27443"/>
                    <a:pt x="49670" y="27443"/>
                    <a:pt x="49670" y="27443"/>
                  </a:cubicBezTo>
                  <a:cubicBezTo>
                    <a:pt x="49670" y="27443"/>
                    <a:pt x="49670" y="27443"/>
                    <a:pt x="51428" y="27982"/>
                  </a:cubicBezTo>
                  <a:cubicBezTo>
                    <a:pt x="53186" y="28520"/>
                    <a:pt x="54505" y="29596"/>
                    <a:pt x="56263" y="29058"/>
                  </a:cubicBezTo>
                  <a:cubicBezTo>
                    <a:pt x="58461" y="29058"/>
                    <a:pt x="60219" y="26367"/>
                    <a:pt x="60219" y="26367"/>
                  </a:cubicBezTo>
                  <a:cubicBezTo>
                    <a:pt x="60219" y="26367"/>
                    <a:pt x="61098" y="24753"/>
                    <a:pt x="60659" y="23677"/>
                  </a:cubicBezTo>
                  <a:cubicBezTo>
                    <a:pt x="60659" y="22600"/>
                    <a:pt x="61538" y="20448"/>
                    <a:pt x="62417" y="19910"/>
                  </a:cubicBezTo>
                  <a:cubicBezTo>
                    <a:pt x="63296" y="19372"/>
                    <a:pt x="61978" y="18834"/>
                    <a:pt x="62417" y="17757"/>
                  </a:cubicBezTo>
                  <a:cubicBezTo>
                    <a:pt x="62857" y="17219"/>
                    <a:pt x="63296" y="16681"/>
                    <a:pt x="63736" y="16143"/>
                  </a:cubicBezTo>
                  <a:cubicBezTo>
                    <a:pt x="64615" y="15605"/>
                    <a:pt x="67252" y="12376"/>
                    <a:pt x="67252" y="12376"/>
                  </a:cubicBezTo>
                  <a:cubicBezTo>
                    <a:pt x="68131" y="9686"/>
                    <a:pt x="68131" y="9686"/>
                    <a:pt x="68131" y="9686"/>
                  </a:cubicBezTo>
                  <a:cubicBezTo>
                    <a:pt x="68131" y="9686"/>
                    <a:pt x="68131" y="6457"/>
                    <a:pt x="68571" y="5919"/>
                  </a:cubicBezTo>
                  <a:cubicBezTo>
                    <a:pt x="69010" y="5381"/>
                    <a:pt x="70329" y="1076"/>
                    <a:pt x="70329" y="1076"/>
                  </a:cubicBezTo>
                  <a:cubicBezTo>
                    <a:pt x="70769" y="0"/>
                    <a:pt x="70769" y="0"/>
                    <a:pt x="70769" y="0"/>
                  </a:cubicBezTo>
                  <a:cubicBezTo>
                    <a:pt x="70769" y="0"/>
                    <a:pt x="79560" y="9686"/>
                    <a:pt x="80000" y="9686"/>
                  </a:cubicBezTo>
                  <a:cubicBezTo>
                    <a:pt x="80439" y="9686"/>
                    <a:pt x="83956" y="12376"/>
                    <a:pt x="84395" y="13452"/>
                  </a:cubicBezTo>
                  <a:cubicBezTo>
                    <a:pt x="84835" y="13991"/>
                    <a:pt x="87472" y="18295"/>
                    <a:pt x="87472" y="18295"/>
                  </a:cubicBezTo>
                  <a:cubicBezTo>
                    <a:pt x="87912" y="20448"/>
                    <a:pt x="87912" y="20448"/>
                    <a:pt x="87912" y="20448"/>
                  </a:cubicBezTo>
                  <a:cubicBezTo>
                    <a:pt x="87912" y="20448"/>
                    <a:pt x="87912" y="22062"/>
                    <a:pt x="88791" y="23139"/>
                  </a:cubicBezTo>
                  <a:cubicBezTo>
                    <a:pt x="89670" y="23677"/>
                    <a:pt x="91428" y="25829"/>
                    <a:pt x="92307" y="26367"/>
                  </a:cubicBezTo>
                  <a:cubicBezTo>
                    <a:pt x="93186" y="26367"/>
                    <a:pt x="96703" y="29058"/>
                    <a:pt x="96703" y="29058"/>
                  </a:cubicBezTo>
                  <a:cubicBezTo>
                    <a:pt x="96703" y="29058"/>
                    <a:pt x="97142" y="27443"/>
                    <a:pt x="97582" y="28520"/>
                  </a:cubicBezTo>
                  <a:cubicBezTo>
                    <a:pt x="98021" y="29596"/>
                    <a:pt x="98461" y="31210"/>
                    <a:pt x="98461" y="31748"/>
                  </a:cubicBezTo>
                  <a:cubicBezTo>
                    <a:pt x="98461" y="32286"/>
                    <a:pt x="98901" y="34439"/>
                    <a:pt x="99780" y="33901"/>
                  </a:cubicBezTo>
                  <a:cubicBezTo>
                    <a:pt x="100659" y="33901"/>
                    <a:pt x="103296" y="33901"/>
                    <a:pt x="103296" y="33901"/>
                  </a:cubicBezTo>
                  <a:cubicBezTo>
                    <a:pt x="103296" y="33901"/>
                    <a:pt x="103736" y="34977"/>
                    <a:pt x="105054" y="34977"/>
                  </a:cubicBezTo>
                  <a:cubicBezTo>
                    <a:pt x="106373" y="34977"/>
                    <a:pt x="106813" y="34439"/>
                    <a:pt x="107692" y="33901"/>
                  </a:cubicBezTo>
                  <a:cubicBezTo>
                    <a:pt x="108131" y="33901"/>
                    <a:pt x="111648" y="33363"/>
                    <a:pt x="111648" y="33363"/>
                  </a:cubicBezTo>
                  <a:cubicBezTo>
                    <a:pt x="114285" y="34977"/>
                    <a:pt x="114285" y="34977"/>
                    <a:pt x="114285" y="34977"/>
                  </a:cubicBezTo>
                  <a:cubicBezTo>
                    <a:pt x="116923" y="36053"/>
                    <a:pt x="116923" y="36053"/>
                    <a:pt x="116923" y="36053"/>
                  </a:cubicBezTo>
                  <a:cubicBezTo>
                    <a:pt x="119120" y="38744"/>
                    <a:pt x="119120" y="38744"/>
                    <a:pt x="119120" y="38744"/>
                  </a:cubicBezTo>
                  <a:cubicBezTo>
                    <a:pt x="119999" y="40896"/>
                    <a:pt x="119999" y="40896"/>
                    <a:pt x="119999" y="40896"/>
                  </a:cubicBezTo>
                  <a:cubicBezTo>
                    <a:pt x="119999" y="40896"/>
                    <a:pt x="117362" y="38206"/>
                    <a:pt x="116923" y="38206"/>
                  </a:cubicBezTo>
                  <a:cubicBezTo>
                    <a:pt x="116483" y="38744"/>
                    <a:pt x="115604" y="38744"/>
                    <a:pt x="115164" y="38744"/>
                  </a:cubicBezTo>
                  <a:cubicBezTo>
                    <a:pt x="114285" y="39282"/>
                    <a:pt x="112087" y="39820"/>
                    <a:pt x="112087" y="39820"/>
                  </a:cubicBezTo>
                  <a:cubicBezTo>
                    <a:pt x="110769" y="40896"/>
                    <a:pt x="110769" y="40896"/>
                    <a:pt x="110769" y="40896"/>
                  </a:cubicBezTo>
                  <a:cubicBezTo>
                    <a:pt x="109010" y="40896"/>
                    <a:pt x="109010" y="40896"/>
                    <a:pt x="109010" y="40896"/>
                  </a:cubicBezTo>
                  <a:cubicBezTo>
                    <a:pt x="107692" y="43587"/>
                    <a:pt x="107692" y="43587"/>
                    <a:pt x="107692" y="43587"/>
                  </a:cubicBezTo>
                  <a:cubicBezTo>
                    <a:pt x="105494" y="45739"/>
                    <a:pt x="105494" y="45739"/>
                    <a:pt x="105494" y="45739"/>
                  </a:cubicBezTo>
                  <a:cubicBezTo>
                    <a:pt x="102857" y="48430"/>
                    <a:pt x="102857" y="48430"/>
                    <a:pt x="102857" y="48430"/>
                  </a:cubicBezTo>
                  <a:cubicBezTo>
                    <a:pt x="101538" y="52197"/>
                    <a:pt x="101538" y="52197"/>
                    <a:pt x="101538" y="52197"/>
                  </a:cubicBezTo>
                  <a:cubicBezTo>
                    <a:pt x="101538" y="52197"/>
                    <a:pt x="103296" y="53811"/>
                    <a:pt x="102857" y="53811"/>
                  </a:cubicBezTo>
                  <a:cubicBezTo>
                    <a:pt x="102417" y="54349"/>
                    <a:pt x="101538" y="55426"/>
                    <a:pt x="101538" y="55426"/>
                  </a:cubicBezTo>
                  <a:cubicBezTo>
                    <a:pt x="102417" y="57040"/>
                    <a:pt x="102417" y="57040"/>
                    <a:pt x="102417" y="57040"/>
                  </a:cubicBezTo>
                  <a:cubicBezTo>
                    <a:pt x="101978" y="59192"/>
                    <a:pt x="101978" y="59192"/>
                    <a:pt x="101978" y="59192"/>
                  </a:cubicBezTo>
                  <a:cubicBezTo>
                    <a:pt x="103736" y="61345"/>
                    <a:pt x="103736" y="61345"/>
                    <a:pt x="103736" y="61345"/>
                  </a:cubicBezTo>
                  <a:cubicBezTo>
                    <a:pt x="103296" y="62959"/>
                    <a:pt x="103296" y="62959"/>
                    <a:pt x="103296" y="62959"/>
                  </a:cubicBezTo>
                  <a:cubicBezTo>
                    <a:pt x="103736" y="65112"/>
                    <a:pt x="103736" y="65112"/>
                    <a:pt x="103736" y="65112"/>
                  </a:cubicBezTo>
                  <a:cubicBezTo>
                    <a:pt x="103736" y="65112"/>
                    <a:pt x="105494" y="65112"/>
                    <a:pt x="103736" y="67264"/>
                  </a:cubicBezTo>
                  <a:cubicBezTo>
                    <a:pt x="102417" y="68878"/>
                    <a:pt x="101978" y="69417"/>
                    <a:pt x="101978" y="69955"/>
                  </a:cubicBezTo>
                  <a:cubicBezTo>
                    <a:pt x="102417" y="71031"/>
                    <a:pt x="102857" y="73183"/>
                    <a:pt x="102857" y="73183"/>
                  </a:cubicBezTo>
                  <a:cubicBezTo>
                    <a:pt x="102857" y="73183"/>
                    <a:pt x="102417" y="74798"/>
                    <a:pt x="103296" y="75874"/>
                  </a:cubicBezTo>
                  <a:cubicBezTo>
                    <a:pt x="103736" y="76412"/>
                    <a:pt x="105934" y="77488"/>
                    <a:pt x="105934" y="77488"/>
                  </a:cubicBezTo>
                  <a:cubicBezTo>
                    <a:pt x="105934" y="77488"/>
                    <a:pt x="106813" y="79103"/>
                    <a:pt x="106813" y="79641"/>
                  </a:cubicBezTo>
                  <a:cubicBezTo>
                    <a:pt x="106373" y="80179"/>
                    <a:pt x="103736" y="80717"/>
                    <a:pt x="103736" y="80717"/>
                  </a:cubicBezTo>
                  <a:cubicBezTo>
                    <a:pt x="103736" y="80717"/>
                    <a:pt x="103736" y="82331"/>
                    <a:pt x="103736" y="82869"/>
                  </a:cubicBezTo>
                  <a:cubicBezTo>
                    <a:pt x="103736" y="83408"/>
                    <a:pt x="104175" y="86098"/>
                    <a:pt x="104175" y="86098"/>
                  </a:cubicBezTo>
                  <a:cubicBezTo>
                    <a:pt x="105054" y="89327"/>
                    <a:pt x="105054" y="89327"/>
                    <a:pt x="105054" y="89327"/>
                  </a:cubicBezTo>
                  <a:cubicBezTo>
                    <a:pt x="105054" y="89327"/>
                    <a:pt x="105054" y="91479"/>
                    <a:pt x="104175" y="92556"/>
                  </a:cubicBezTo>
                  <a:cubicBezTo>
                    <a:pt x="102857" y="93632"/>
                    <a:pt x="102417" y="94170"/>
                    <a:pt x="101538" y="93094"/>
                  </a:cubicBezTo>
                  <a:cubicBezTo>
                    <a:pt x="103296" y="90941"/>
                    <a:pt x="103296" y="90941"/>
                    <a:pt x="103296" y="90941"/>
                  </a:cubicBezTo>
                  <a:cubicBezTo>
                    <a:pt x="102857" y="88789"/>
                    <a:pt x="102857" y="88789"/>
                    <a:pt x="102857" y="88789"/>
                  </a:cubicBezTo>
                  <a:cubicBezTo>
                    <a:pt x="101538" y="89327"/>
                    <a:pt x="101538" y="89327"/>
                    <a:pt x="101538" y="89327"/>
                  </a:cubicBezTo>
                  <a:cubicBezTo>
                    <a:pt x="100659" y="86636"/>
                    <a:pt x="100659" y="86636"/>
                    <a:pt x="100659" y="86636"/>
                  </a:cubicBezTo>
                  <a:cubicBezTo>
                    <a:pt x="98901" y="87174"/>
                    <a:pt x="98901" y="87174"/>
                    <a:pt x="98901" y="87174"/>
                  </a:cubicBezTo>
                  <a:cubicBezTo>
                    <a:pt x="98021" y="90403"/>
                    <a:pt x="98021" y="90403"/>
                    <a:pt x="98021" y="90403"/>
                  </a:cubicBezTo>
                  <a:cubicBezTo>
                    <a:pt x="98901" y="93632"/>
                    <a:pt x="98901" y="93632"/>
                    <a:pt x="98901" y="93632"/>
                  </a:cubicBezTo>
                  <a:cubicBezTo>
                    <a:pt x="99340" y="95246"/>
                    <a:pt x="99340" y="95246"/>
                    <a:pt x="99340" y="95246"/>
                  </a:cubicBezTo>
                  <a:cubicBezTo>
                    <a:pt x="99340" y="95246"/>
                    <a:pt x="98461" y="95246"/>
                    <a:pt x="98021" y="95784"/>
                  </a:cubicBezTo>
                  <a:cubicBezTo>
                    <a:pt x="98021" y="95784"/>
                    <a:pt x="97142" y="96322"/>
                    <a:pt x="97582" y="96860"/>
                  </a:cubicBezTo>
                  <a:cubicBezTo>
                    <a:pt x="98021" y="97399"/>
                    <a:pt x="98461" y="98475"/>
                    <a:pt x="98461" y="98475"/>
                  </a:cubicBezTo>
                  <a:cubicBezTo>
                    <a:pt x="98461" y="99013"/>
                    <a:pt x="98901" y="101165"/>
                    <a:pt x="98901" y="101165"/>
                  </a:cubicBezTo>
                  <a:cubicBezTo>
                    <a:pt x="99780" y="103318"/>
                    <a:pt x="99780" y="103318"/>
                    <a:pt x="99780" y="103318"/>
                  </a:cubicBezTo>
                  <a:cubicBezTo>
                    <a:pt x="99780" y="103318"/>
                    <a:pt x="101098" y="107623"/>
                    <a:pt x="101098" y="108161"/>
                  </a:cubicBezTo>
                  <a:cubicBezTo>
                    <a:pt x="101098" y="108161"/>
                    <a:pt x="101978" y="112466"/>
                    <a:pt x="101978" y="112466"/>
                  </a:cubicBezTo>
                  <a:cubicBezTo>
                    <a:pt x="101978" y="112466"/>
                    <a:pt x="99780" y="115156"/>
                    <a:pt x="99340" y="115695"/>
                  </a:cubicBezTo>
                  <a:cubicBezTo>
                    <a:pt x="98461" y="116233"/>
                    <a:pt x="98461" y="117309"/>
                    <a:pt x="98021" y="116771"/>
                  </a:cubicBezTo>
                  <a:cubicBezTo>
                    <a:pt x="97582" y="116233"/>
                    <a:pt x="96703" y="115156"/>
                    <a:pt x="95824" y="114618"/>
                  </a:cubicBezTo>
                  <a:cubicBezTo>
                    <a:pt x="95384" y="114080"/>
                    <a:pt x="93186" y="111928"/>
                    <a:pt x="92747" y="111390"/>
                  </a:cubicBezTo>
                  <a:cubicBezTo>
                    <a:pt x="92307" y="110852"/>
                    <a:pt x="91428" y="110313"/>
                    <a:pt x="91428" y="110313"/>
                  </a:cubicBezTo>
                  <a:cubicBezTo>
                    <a:pt x="91428" y="110313"/>
                    <a:pt x="90989" y="111390"/>
                    <a:pt x="90549" y="111390"/>
                  </a:cubicBezTo>
                  <a:cubicBezTo>
                    <a:pt x="90109" y="111390"/>
                    <a:pt x="89230" y="110852"/>
                    <a:pt x="89230" y="110852"/>
                  </a:cubicBezTo>
                  <a:cubicBezTo>
                    <a:pt x="88791" y="110852"/>
                    <a:pt x="87912" y="110313"/>
                    <a:pt x="87472" y="109775"/>
                  </a:cubicBezTo>
                  <a:cubicBezTo>
                    <a:pt x="86593" y="108699"/>
                    <a:pt x="86153" y="107623"/>
                    <a:pt x="85714" y="107623"/>
                  </a:cubicBezTo>
                  <a:cubicBezTo>
                    <a:pt x="85714" y="107623"/>
                    <a:pt x="85714" y="107085"/>
                    <a:pt x="83956" y="107085"/>
                  </a:cubicBezTo>
                  <a:cubicBezTo>
                    <a:pt x="82197" y="107623"/>
                    <a:pt x="78681" y="107623"/>
                    <a:pt x="80879" y="104394"/>
                  </a:cubicBezTo>
                  <a:cubicBezTo>
                    <a:pt x="81318" y="103318"/>
                    <a:pt x="80439" y="101704"/>
                    <a:pt x="83076" y="100089"/>
                  </a:cubicBezTo>
                  <a:cubicBezTo>
                    <a:pt x="83076" y="100089"/>
                    <a:pt x="85274" y="99013"/>
                    <a:pt x="85714" y="97937"/>
                  </a:cubicBezTo>
                  <a:cubicBezTo>
                    <a:pt x="86593" y="96860"/>
                    <a:pt x="84835" y="95246"/>
                    <a:pt x="84835" y="95246"/>
                  </a:cubicBezTo>
                  <a:cubicBezTo>
                    <a:pt x="84395" y="95246"/>
                    <a:pt x="83956" y="95246"/>
                    <a:pt x="83076" y="94708"/>
                  </a:cubicBezTo>
                  <a:cubicBezTo>
                    <a:pt x="82637" y="94708"/>
                    <a:pt x="80439" y="93094"/>
                    <a:pt x="80439" y="92556"/>
                  </a:cubicBezTo>
                  <a:cubicBezTo>
                    <a:pt x="80000" y="91479"/>
                    <a:pt x="80000" y="90941"/>
                    <a:pt x="80439" y="88789"/>
                  </a:cubicBezTo>
                  <a:cubicBezTo>
                    <a:pt x="80879" y="86636"/>
                    <a:pt x="81318" y="87713"/>
                    <a:pt x="82197" y="86636"/>
                  </a:cubicBezTo>
                  <a:cubicBezTo>
                    <a:pt x="83516" y="85022"/>
                    <a:pt x="84395" y="83946"/>
                    <a:pt x="83076" y="82869"/>
                  </a:cubicBezTo>
                  <a:cubicBezTo>
                    <a:pt x="81758" y="82331"/>
                    <a:pt x="81318" y="82869"/>
                    <a:pt x="78681" y="80717"/>
                  </a:cubicBezTo>
                  <a:cubicBezTo>
                    <a:pt x="76043" y="78565"/>
                    <a:pt x="75164" y="77488"/>
                    <a:pt x="74725" y="77488"/>
                  </a:cubicBezTo>
                  <a:cubicBezTo>
                    <a:pt x="74285" y="76950"/>
                    <a:pt x="73846" y="76412"/>
                    <a:pt x="72967" y="76950"/>
                  </a:cubicBezTo>
                  <a:cubicBezTo>
                    <a:pt x="72527" y="77488"/>
                    <a:pt x="70329" y="80179"/>
                    <a:pt x="69890" y="80717"/>
                  </a:cubicBezTo>
                  <a:cubicBezTo>
                    <a:pt x="69450" y="81255"/>
                    <a:pt x="66813" y="83946"/>
                    <a:pt x="66813" y="83946"/>
                  </a:cubicBezTo>
                  <a:cubicBezTo>
                    <a:pt x="66373" y="84484"/>
                    <a:pt x="61978" y="88251"/>
                    <a:pt x="61978" y="88251"/>
                  </a:cubicBezTo>
                  <a:cubicBezTo>
                    <a:pt x="61978" y="88251"/>
                    <a:pt x="60659" y="92556"/>
                    <a:pt x="59780" y="94170"/>
                  </a:cubicBezTo>
                  <a:cubicBezTo>
                    <a:pt x="59340" y="95784"/>
                    <a:pt x="56703" y="97937"/>
                    <a:pt x="56703" y="99013"/>
                  </a:cubicBezTo>
                  <a:cubicBezTo>
                    <a:pt x="56703" y="99551"/>
                    <a:pt x="56703" y="101165"/>
                    <a:pt x="56263" y="101704"/>
                  </a:cubicBezTo>
                  <a:cubicBezTo>
                    <a:pt x="56263" y="101704"/>
                    <a:pt x="54945" y="103856"/>
                    <a:pt x="54065" y="103856"/>
                  </a:cubicBezTo>
                  <a:cubicBezTo>
                    <a:pt x="53626" y="104394"/>
                    <a:pt x="50989" y="104932"/>
                    <a:pt x="50989" y="106008"/>
                  </a:cubicBezTo>
                  <a:cubicBezTo>
                    <a:pt x="50989" y="107085"/>
                    <a:pt x="52307" y="107085"/>
                    <a:pt x="50989" y="109237"/>
                  </a:cubicBezTo>
                  <a:cubicBezTo>
                    <a:pt x="49670" y="110852"/>
                    <a:pt x="48351" y="118385"/>
                    <a:pt x="47032" y="111928"/>
                  </a:cubicBezTo>
                  <a:cubicBezTo>
                    <a:pt x="46153" y="107623"/>
                    <a:pt x="46153" y="107085"/>
                    <a:pt x="45274" y="106547"/>
                  </a:cubicBezTo>
                  <a:cubicBezTo>
                    <a:pt x="43956" y="105470"/>
                    <a:pt x="43076" y="104932"/>
                    <a:pt x="43076" y="104932"/>
                  </a:cubicBezTo>
                  <a:cubicBezTo>
                    <a:pt x="43076" y="104932"/>
                    <a:pt x="42197" y="103318"/>
                    <a:pt x="43956" y="102780"/>
                  </a:cubicBezTo>
                  <a:cubicBezTo>
                    <a:pt x="45714" y="102780"/>
                    <a:pt x="46153" y="103856"/>
                    <a:pt x="47032" y="102780"/>
                  </a:cubicBezTo>
                  <a:cubicBezTo>
                    <a:pt x="48351" y="101704"/>
                    <a:pt x="48791" y="101165"/>
                    <a:pt x="47032" y="100627"/>
                  </a:cubicBezTo>
                  <a:cubicBezTo>
                    <a:pt x="45274" y="100089"/>
                    <a:pt x="46153" y="101165"/>
                    <a:pt x="44395" y="100089"/>
                  </a:cubicBezTo>
                  <a:cubicBezTo>
                    <a:pt x="43076" y="98475"/>
                    <a:pt x="42637" y="98475"/>
                    <a:pt x="42197" y="97937"/>
                  </a:cubicBezTo>
                  <a:cubicBezTo>
                    <a:pt x="42197" y="97399"/>
                    <a:pt x="42197" y="97399"/>
                    <a:pt x="42637" y="96860"/>
                  </a:cubicBezTo>
                  <a:cubicBezTo>
                    <a:pt x="43516" y="95246"/>
                    <a:pt x="43516" y="95246"/>
                    <a:pt x="43516" y="95246"/>
                  </a:cubicBezTo>
                  <a:cubicBezTo>
                    <a:pt x="43516" y="95246"/>
                    <a:pt x="43516" y="95246"/>
                    <a:pt x="43076" y="95246"/>
                  </a:cubicBezTo>
                  <a:cubicBezTo>
                    <a:pt x="43076" y="94170"/>
                    <a:pt x="43956" y="93094"/>
                    <a:pt x="43956" y="92017"/>
                  </a:cubicBezTo>
                  <a:cubicBezTo>
                    <a:pt x="43956" y="91479"/>
                    <a:pt x="43516" y="90941"/>
                    <a:pt x="43076" y="90941"/>
                  </a:cubicBezTo>
                  <a:cubicBezTo>
                    <a:pt x="42637" y="90941"/>
                    <a:pt x="43076" y="90941"/>
                    <a:pt x="42197" y="90941"/>
                  </a:cubicBezTo>
                  <a:cubicBezTo>
                    <a:pt x="42197" y="90403"/>
                    <a:pt x="41758" y="90403"/>
                    <a:pt x="41758" y="89865"/>
                  </a:cubicBezTo>
                  <a:cubicBezTo>
                    <a:pt x="41318" y="89327"/>
                    <a:pt x="41318" y="89327"/>
                    <a:pt x="41318" y="89327"/>
                  </a:cubicBezTo>
                  <a:cubicBezTo>
                    <a:pt x="39560" y="89327"/>
                    <a:pt x="39560" y="89327"/>
                    <a:pt x="39560" y="89327"/>
                  </a:cubicBezTo>
                  <a:cubicBezTo>
                    <a:pt x="39120" y="87174"/>
                    <a:pt x="39120" y="87174"/>
                    <a:pt x="39120" y="87174"/>
                  </a:cubicBezTo>
                  <a:cubicBezTo>
                    <a:pt x="39120" y="87174"/>
                    <a:pt x="40439" y="87713"/>
                    <a:pt x="40879" y="87713"/>
                  </a:cubicBezTo>
                  <a:cubicBezTo>
                    <a:pt x="41318" y="87713"/>
                    <a:pt x="43076" y="86098"/>
                    <a:pt x="43076" y="86098"/>
                  </a:cubicBezTo>
                  <a:cubicBezTo>
                    <a:pt x="43076" y="86098"/>
                    <a:pt x="42197" y="85560"/>
                    <a:pt x="41758" y="85560"/>
                  </a:cubicBezTo>
                  <a:cubicBezTo>
                    <a:pt x="41318" y="85560"/>
                    <a:pt x="41318" y="83946"/>
                    <a:pt x="41318" y="83946"/>
                  </a:cubicBezTo>
                  <a:cubicBezTo>
                    <a:pt x="40000" y="82869"/>
                    <a:pt x="40000" y="82869"/>
                    <a:pt x="40000" y="82869"/>
                  </a:cubicBezTo>
                  <a:cubicBezTo>
                    <a:pt x="38241" y="82331"/>
                    <a:pt x="38241" y="82331"/>
                    <a:pt x="38241" y="82331"/>
                  </a:cubicBezTo>
                  <a:cubicBezTo>
                    <a:pt x="38241" y="82331"/>
                    <a:pt x="37802" y="81793"/>
                    <a:pt x="37362" y="81793"/>
                  </a:cubicBezTo>
                  <a:cubicBezTo>
                    <a:pt x="37362" y="81255"/>
                    <a:pt x="37362" y="80717"/>
                    <a:pt x="37362" y="80717"/>
                  </a:cubicBezTo>
                  <a:cubicBezTo>
                    <a:pt x="37802" y="80179"/>
                    <a:pt x="37802" y="80179"/>
                    <a:pt x="37802" y="80179"/>
                  </a:cubicBezTo>
                  <a:cubicBezTo>
                    <a:pt x="39120" y="79103"/>
                    <a:pt x="39120" y="79103"/>
                    <a:pt x="39120" y="79103"/>
                  </a:cubicBezTo>
                  <a:cubicBezTo>
                    <a:pt x="39120" y="77488"/>
                    <a:pt x="39120" y="77488"/>
                    <a:pt x="39120" y="77488"/>
                  </a:cubicBezTo>
                  <a:cubicBezTo>
                    <a:pt x="39120" y="75874"/>
                    <a:pt x="39120" y="75874"/>
                    <a:pt x="39120" y="75874"/>
                  </a:cubicBezTo>
                  <a:cubicBezTo>
                    <a:pt x="38241" y="75874"/>
                    <a:pt x="38241" y="75874"/>
                    <a:pt x="38241" y="75874"/>
                  </a:cubicBezTo>
                  <a:cubicBezTo>
                    <a:pt x="38241" y="75874"/>
                    <a:pt x="36483" y="76950"/>
                    <a:pt x="35604" y="75874"/>
                  </a:cubicBezTo>
                  <a:cubicBezTo>
                    <a:pt x="34725" y="75336"/>
                    <a:pt x="35164" y="75874"/>
                    <a:pt x="34285" y="76412"/>
                  </a:cubicBezTo>
                  <a:cubicBezTo>
                    <a:pt x="33846" y="76412"/>
                    <a:pt x="32967" y="77488"/>
                    <a:pt x="32967" y="77488"/>
                  </a:cubicBezTo>
                  <a:cubicBezTo>
                    <a:pt x="32967" y="77488"/>
                    <a:pt x="32527" y="78026"/>
                    <a:pt x="31648" y="78026"/>
                  </a:cubicBezTo>
                  <a:cubicBezTo>
                    <a:pt x="31208" y="78026"/>
                    <a:pt x="31208" y="76412"/>
                    <a:pt x="31208" y="76412"/>
                  </a:cubicBezTo>
                  <a:cubicBezTo>
                    <a:pt x="29010" y="75874"/>
                    <a:pt x="29010" y="75874"/>
                    <a:pt x="29010" y="75874"/>
                  </a:cubicBezTo>
                  <a:cubicBezTo>
                    <a:pt x="27252" y="73721"/>
                    <a:pt x="27252" y="73721"/>
                    <a:pt x="27252" y="73721"/>
                  </a:cubicBezTo>
                  <a:cubicBezTo>
                    <a:pt x="24615" y="73721"/>
                    <a:pt x="24615" y="73721"/>
                    <a:pt x="24615" y="73721"/>
                  </a:cubicBezTo>
                  <a:cubicBezTo>
                    <a:pt x="23736" y="73183"/>
                    <a:pt x="23736" y="73183"/>
                    <a:pt x="23736" y="73183"/>
                  </a:cubicBezTo>
                  <a:cubicBezTo>
                    <a:pt x="22857" y="72107"/>
                    <a:pt x="22857" y="72107"/>
                    <a:pt x="22857" y="72107"/>
                  </a:cubicBezTo>
                  <a:cubicBezTo>
                    <a:pt x="22857" y="72107"/>
                    <a:pt x="22417" y="71031"/>
                    <a:pt x="21978" y="71031"/>
                  </a:cubicBezTo>
                  <a:cubicBezTo>
                    <a:pt x="21098" y="70493"/>
                    <a:pt x="21098" y="71031"/>
                    <a:pt x="20659" y="71031"/>
                  </a:cubicBezTo>
                  <a:cubicBezTo>
                    <a:pt x="20219" y="71031"/>
                    <a:pt x="20219" y="71031"/>
                    <a:pt x="18901" y="71031"/>
                  </a:cubicBezTo>
                  <a:cubicBezTo>
                    <a:pt x="18021" y="71031"/>
                    <a:pt x="18021" y="69955"/>
                    <a:pt x="18021" y="69955"/>
                  </a:cubicBezTo>
                  <a:cubicBezTo>
                    <a:pt x="18021" y="69955"/>
                    <a:pt x="18461" y="68878"/>
                    <a:pt x="18461" y="68340"/>
                  </a:cubicBezTo>
                  <a:cubicBezTo>
                    <a:pt x="18461" y="68340"/>
                    <a:pt x="19340" y="68340"/>
                    <a:pt x="19340" y="68340"/>
                  </a:cubicBezTo>
                  <a:cubicBezTo>
                    <a:pt x="19780" y="67802"/>
                    <a:pt x="21098" y="67264"/>
                    <a:pt x="21978" y="67264"/>
                  </a:cubicBezTo>
                  <a:cubicBezTo>
                    <a:pt x="22417" y="67264"/>
                    <a:pt x="22417" y="67264"/>
                    <a:pt x="23296" y="66726"/>
                  </a:cubicBezTo>
                  <a:cubicBezTo>
                    <a:pt x="23736" y="66726"/>
                    <a:pt x="23736" y="66188"/>
                    <a:pt x="23736" y="66188"/>
                  </a:cubicBezTo>
                  <a:cubicBezTo>
                    <a:pt x="23736" y="66188"/>
                    <a:pt x="23736" y="64035"/>
                    <a:pt x="23736" y="64035"/>
                  </a:cubicBezTo>
                  <a:cubicBezTo>
                    <a:pt x="23736" y="63497"/>
                    <a:pt x="23736" y="63497"/>
                    <a:pt x="24175" y="63497"/>
                  </a:cubicBezTo>
                  <a:cubicBezTo>
                    <a:pt x="24175" y="62959"/>
                    <a:pt x="24175" y="62421"/>
                    <a:pt x="24175" y="62421"/>
                  </a:cubicBezTo>
                  <a:cubicBezTo>
                    <a:pt x="24175" y="62421"/>
                    <a:pt x="23736" y="61345"/>
                    <a:pt x="23736" y="60807"/>
                  </a:cubicBezTo>
                  <a:cubicBezTo>
                    <a:pt x="23296" y="59730"/>
                    <a:pt x="22857" y="60269"/>
                    <a:pt x="22857" y="60269"/>
                  </a:cubicBezTo>
                  <a:cubicBezTo>
                    <a:pt x="21978" y="60269"/>
                    <a:pt x="21978" y="60269"/>
                    <a:pt x="21978" y="60269"/>
                  </a:cubicBezTo>
                  <a:cubicBezTo>
                    <a:pt x="21978" y="60269"/>
                    <a:pt x="20659" y="60269"/>
                    <a:pt x="20659" y="59730"/>
                  </a:cubicBezTo>
                  <a:cubicBezTo>
                    <a:pt x="20219" y="59730"/>
                    <a:pt x="19340" y="59730"/>
                    <a:pt x="19340" y="59730"/>
                  </a:cubicBezTo>
                  <a:cubicBezTo>
                    <a:pt x="18021" y="58116"/>
                    <a:pt x="18021" y="58116"/>
                    <a:pt x="18021" y="58116"/>
                  </a:cubicBezTo>
                  <a:cubicBezTo>
                    <a:pt x="18021" y="58116"/>
                    <a:pt x="17142" y="58116"/>
                    <a:pt x="16263" y="58116"/>
                  </a:cubicBezTo>
                  <a:cubicBezTo>
                    <a:pt x="15384" y="57578"/>
                    <a:pt x="14505" y="57040"/>
                    <a:pt x="14505" y="57040"/>
                  </a:cubicBezTo>
                  <a:cubicBezTo>
                    <a:pt x="11868" y="54887"/>
                    <a:pt x="11868" y="54887"/>
                    <a:pt x="11868" y="54887"/>
                  </a:cubicBezTo>
                  <a:cubicBezTo>
                    <a:pt x="11428" y="53811"/>
                    <a:pt x="11428" y="53811"/>
                    <a:pt x="11428" y="53811"/>
                  </a:cubicBezTo>
                  <a:cubicBezTo>
                    <a:pt x="10549" y="53273"/>
                    <a:pt x="10549" y="53273"/>
                    <a:pt x="10549" y="53273"/>
                  </a:cubicBezTo>
                  <a:cubicBezTo>
                    <a:pt x="10549" y="53273"/>
                    <a:pt x="9230" y="51121"/>
                    <a:pt x="9230" y="50582"/>
                  </a:cubicBezTo>
                  <a:cubicBezTo>
                    <a:pt x="9230" y="50582"/>
                    <a:pt x="9230" y="50582"/>
                    <a:pt x="9670" y="50044"/>
                  </a:cubicBezTo>
                  <a:cubicBezTo>
                    <a:pt x="9670" y="50044"/>
                    <a:pt x="9670" y="49506"/>
                    <a:pt x="10109" y="48968"/>
                  </a:cubicBezTo>
                  <a:cubicBezTo>
                    <a:pt x="10109" y="48430"/>
                    <a:pt x="10549" y="47892"/>
                    <a:pt x="10549" y="47354"/>
                  </a:cubicBezTo>
                  <a:cubicBezTo>
                    <a:pt x="10549" y="47354"/>
                    <a:pt x="10989" y="46816"/>
                    <a:pt x="11428" y="46816"/>
                  </a:cubicBezTo>
                  <a:cubicBezTo>
                    <a:pt x="11868" y="46816"/>
                    <a:pt x="12307" y="46278"/>
                    <a:pt x="12307" y="46278"/>
                  </a:cubicBezTo>
                  <a:cubicBezTo>
                    <a:pt x="12307" y="45739"/>
                    <a:pt x="12307" y="45201"/>
                    <a:pt x="12747" y="44663"/>
                  </a:cubicBezTo>
                  <a:cubicBezTo>
                    <a:pt x="12747" y="44125"/>
                    <a:pt x="11868" y="44663"/>
                    <a:pt x="11428" y="44125"/>
                  </a:cubicBezTo>
                  <a:cubicBezTo>
                    <a:pt x="10989" y="44125"/>
                    <a:pt x="10989" y="44125"/>
                    <a:pt x="10549" y="44663"/>
                  </a:cubicBezTo>
                  <a:cubicBezTo>
                    <a:pt x="10109" y="44663"/>
                    <a:pt x="9670" y="43587"/>
                    <a:pt x="9670" y="43587"/>
                  </a:cubicBezTo>
                  <a:cubicBezTo>
                    <a:pt x="9670" y="43049"/>
                    <a:pt x="8791" y="43049"/>
                    <a:pt x="8351" y="42511"/>
                  </a:cubicBezTo>
                  <a:cubicBezTo>
                    <a:pt x="7912" y="42511"/>
                    <a:pt x="7912" y="42511"/>
                    <a:pt x="7912" y="41973"/>
                  </a:cubicBezTo>
                  <a:cubicBezTo>
                    <a:pt x="7472" y="41434"/>
                    <a:pt x="7912" y="41434"/>
                    <a:pt x="7472" y="41434"/>
                  </a:cubicBezTo>
                  <a:cubicBezTo>
                    <a:pt x="7472" y="40896"/>
                    <a:pt x="7032" y="40896"/>
                    <a:pt x="7032" y="40896"/>
                  </a:cubicBezTo>
                  <a:cubicBezTo>
                    <a:pt x="7032" y="40896"/>
                    <a:pt x="6593" y="41973"/>
                    <a:pt x="6153" y="41973"/>
                  </a:cubicBezTo>
                  <a:cubicBezTo>
                    <a:pt x="5714" y="41973"/>
                    <a:pt x="5274" y="41434"/>
                    <a:pt x="5274" y="41434"/>
                  </a:cubicBezTo>
                  <a:cubicBezTo>
                    <a:pt x="4835" y="41434"/>
                    <a:pt x="4395" y="41434"/>
                    <a:pt x="3956" y="41973"/>
                  </a:cubicBezTo>
                  <a:cubicBezTo>
                    <a:pt x="3956" y="41973"/>
                    <a:pt x="3076" y="41434"/>
                    <a:pt x="3076" y="41434"/>
                  </a:cubicBezTo>
                  <a:cubicBezTo>
                    <a:pt x="3076" y="40896"/>
                    <a:pt x="1758" y="40896"/>
                    <a:pt x="1758" y="40896"/>
                  </a:cubicBezTo>
                  <a:cubicBezTo>
                    <a:pt x="1758" y="40896"/>
                    <a:pt x="1758" y="41434"/>
                    <a:pt x="1318" y="41434"/>
                  </a:cubicBezTo>
                  <a:cubicBezTo>
                    <a:pt x="879" y="41973"/>
                    <a:pt x="439" y="41434"/>
                    <a:pt x="439" y="41434"/>
                  </a:cubicBezTo>
                  <a:cubicBezTo>
                    <a:pt x="0" y="41434"/>
                    <a:pt x="0" y="40896"/>
                    <a:pt x="0" y="40358"/>
                  </a:cubicBezTo>
                  <a:close/>
                  <a:moveTo>
                    <a:pt x="4395" y="97937"/>
                  </a:moveTo>
                  <a:cubicBezTo>
                    <a:pt x="4395" y="97937"/>
                    <a:pt x="4395" y="97937"/>
                    <a:pt x="4395" y="97937"/>
                  </a:cubicBezTo>
                  <a:cubicBezTo>
                    <a:pt x="4395" y="99551"/>
                    <a:pt x="4395" y="99551"/>
                    <a:pt x="4395" y="99551"/>
                  </a:cubicBezTo>
                  <a:cubicBezTo>
                    <a:pt x="7032" y="100627"/>
                    <a:pt x="7032" y="100627"/>
                    <a:pt x="7032" y="100627"/>
                  </a:cubicBezTo>
                  <a:cubicBezTo>
                    <a:pt x="8791" y="102242"/>
                    <a:pt x="8791" y="102242"/>
                    <a:pt x="8791" y="102242"/>
                  </a:cubicBezTo>
                  <a:cubicBezTo>
                    <a:pt x="8791" y="102242"/>
                    <a:pt x="9670" y="104932"/>
                    <a:pt x="9670" y="105470"/>
                  </a:cubicBezTo>
                  <a:cubicBezTo>
                    <a:pt x="9670" y="106547"/>
                    <a:pt x="10989" y="106547"/>
                    <a:pt x="11428" y="106547"/>
                  </a:cubicBezTo>
                  <a:cubicBezTo>
                    <a:pt x="11428" y="106547"/>
                    <a:pt x="13186" y="107085"/>
                    <a:pt x="13186" y="107085"/>
                  </a:cubicBezTo>
                  <a:cubicBezTo>
                    <a:pt x="13186" y="107085"/>
                    <a:pt x="14065" y="108161"/>
                    <a:pt x="14505" y="108699"/>
                  </a:cubicBezTo>
                  <a:cubicBezTo>
                    <a:pt x="14505" y="109237"/>
                    <a:pt x="14505" y="110313"/>
                    <a:pt x="14505" y="110313"/>
                  </a:cubicBezTo>
                  <a:cubicBezTo>
                    <a:pt x="16263" y="112466"/>
                    <a:pt x="16263" y="112466"/>
                    <a:pt x="16263" y="112466"/>
                  </a:cubicBezTo>
                  <a:cubicBezTo>
                    <a:pt x="19340" y="112466"/>
                    <a:pt x="19340" y="112466"/>
                    <a:pt x="19340" y="112466"/>
                  </a:cubicBezTo>
                  <a:cubicBezTo>
                    <a:pt x="19340" y="112466"/>
                    <a:pt x="22417" y="115695"/>
                    <a:pt x="22857" y="116233"/>
                  </a:cubicBezTo>
                  <a:cubicBezTo>
                    <a:pt x="22857" y="116771"/>
                    <a:pt x="24615" y="118923"/>
                    <a:pt x="24615" y="118923"/>
                  </a:cubicBezTo>
                  <a:cubicBezTo>
                    <a:pt x="24615" y="118923"/>
                    <a:pt x="27692" y="118923"/>
                    <a:pt x="28131" y="118923"/>
                  </a:cubicBezTo>
                  <a:cubicBezTo>
                    <a:pt x="28131" y="118923"/>
                    <a:pt x="31208" y="118923"/>
                    <a:pt x="31208" y="118923"/>
                  </a:cubicBezTo>
                  <a:cubicBezTo>
                    <a:pt x="33406" y="119999"/>
                    <a:pt x="33406" y="119999"/>
                    <a:pt x="33406" y="119999"/>
                  </a:cubicBezTo>
                  <a:cubicBezTo>
                    <a:pt x="35604" y="119461"/>
                    <a:pt x="35604" y="119461"/>
                    <a:pt x="35604" y="119461"/>
                  </a:cubicBezTo>
                  <a:cubicBezTo>
                    <a:pt x="40439" y="117847"/>
                    <a:pt x="40439" y="117847"/>
                    <a:pt x="40439" y="117847"/>
                  </a:cubicBezTo>
                  <a:cubicBezTo>
                    <a:pt x="40439" y="117847"/>
                    <a:pt x="39120" y="116771"/>
                    <a:pt x="39120" y="116771"/>
                  </a:cubicBezTo>
                  <a:cubicBezTo>
                    <a:pt x="39120" y="116233"/>
                    <a:pt x="37362" y="113542"/>
                    <a:pt x="37362" y="113542"/>
                  </a:cubicBezTo>
                  <a:cubicBezTo>
                    <a:pt x="37362" y="113542"/>
                    <a:pt x="34725" y="109775"/>
                    <a:pt x="34285" y="109775"/>
                  </a:cubicBezTo>
                  <a:cubicBezTo>
                    <a:pt x="34285" y="109237"/>
                    <a:pt x="33846" y="108699"/>
                    <a:pt x="33846" y="108161"/>
                  </a:cubicBezTo>
                  <a:cubicBezTo>
                    <a:pt x="33846" y="107085"/>
                    <a:pt x="34285" y="106547"/>
                    <a:pt x="34285" y="106008"/>
                  </a:cubicBezTo>
                  <a:cubicBezTo>
                    <a:pt x="34725" y="105470"/>
                    <a:pt x="34725" y="104394"/>
                    <a:pt x="34725" y="104394"/>
                  </a:cubicBezTo>
                  <a:cubicBezTo>
                    <a:pt x="34725" y="104394"/>
                    <a:pt x="33406" y="104394"/>
                    <a:pt x="32527" y="104394"/>
                  </a:cubicBezTo>
                  <a:cubicBezTo>
                    <a:pt x="32087" y="104394"/>
                    <a:pt x="31208" y="104932"/>
                    <a:pt x="30329" y="104932"/>
                  </a:cubicBezTo>
                  <a:cubicBezTo>
                    <a:pt x="29890" y="104932"/>
                    <a:pt x="29010" y="104394"/>
                    <a:pt x="29010" y="104394"/>
                  </a:cubicBezTo>
                  <a:cubicBezTo>
                    <a:pt x="28571" y="104394"/>
                    <a:pt x="28571" y="102780"/>
                    <a:pt x="28571" y="102780"/>
                  </a:cubicBezTo>
                  <a:cubicBezTo>
                    <a:pt x="29450" y="100627"/>
                    <a:pt x="29450" y="100627"/>
                    <a:pt x="29450" y="100627"/>
                  </a:cubicBezTo>
                  <a:cubicBezTo>
                    <a:pt x="28571" y="99013"/>
                    <a:pt x="28571" y="99013"/>
                    <a:pt x="28571" y="99013"/>
                  </a:cubicBezTo>
                  <a:cubicBezTo>
                    <a:pt x="26813" y="96860"/>
                    <a:pt x="26813" y="96860"/>
                    <a:pt x="26813" y="96860"/>
                  </a:cubicBezTo>
                  <a:cubicBezTo>
                    <a:pt x="26813" y="96860"/>
                    <a:pt x="23736" y="98475"/>
                    <a:pt x="23296" y="98475"/>
                  </a:cubicBezTo>
                  <a:cubicBezTo>
                    <a:pt x="22857" y="98475"/>
                    <a:pt x="21098" y="101165"/>
                    <a:pt x="20659" y="101165"/>
                  </a:cubicBezTo>
                  <a:cubicBezTo>
                    <a:pt x="20659" y="101165"/>
                    <a:pt x="19340" y="99551"/>
                    <a:pt x="19340" y="99551"/>
                  </a:cubicBezTo>
                  <a:cubicBezTo>
                    <a:pt x="15824" y="98475"/>
                    <a:pt x="15824" y="98475"/>
                    <a:pt x="15824" y="98475"/>
                  </a:cubicBezTo>
                  <a:cubicBezTo>
                    <a:pt x="15824" y="98475"/>
                    <a:pt x="15384" y="99551"/>
                    <a:pt x="14945" y="100089"/>
                  </a:cubicBezTo>
                  <a:cubicBezTo>
                    <a:pt x="14505" y="100627"/>
                    <a:pt x="14065" y="100089"/>
                    <a:pt x="14065" y="99551"/>
                  </a:cubicBezTo>
                  <a:cubicBezTo>
                    <a:pt x="13626" y="98475"/>
                    <a:pt x="14505" y="96860"/>
                    <a:pt x="14505" y="96860"/>
                  </a:cubicBezTo>
                  <a:cubicBezTo>
                    <a:pt x="11868" y="95246"/>
                    <a:pt x="11868" y="95246"/>
                    <a:pt x="11868" y="95246"/>
                  </a:cubicBezTo>
                  <a:cubicBezTo>
                    <a:pt x="10109" y="94170"/>
                    <a:pt x="10109" y="94170"/>
                    <a:pt x="10109" y="94170"/>
                  </a:cubicBezTo>
                  <a:cubicBezTo>
                    <a:pt x="7912" y="96860"/>
                    <a:pt x="7912" y="96860"/>
                    <a:pt x="7912" y="96860"/>
                  </a:cubicBezTo>
                  <a:cubicBezTo>
                    <a:pt x="7912" y="96860"/>
                    <a:pt x="4835" y="97399"/>
                    <a:pt x="4395" y="97937"/>
                  </a:cubicBezTo>
                  <a:close/>
                </a:path>
              </a:pathLst>
            </a:custGeom>
            <a:solidFill>
              <a:srgbClr val="0D122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3" name="Shape 2040">
              <a:extLst>
                <a:ext uri="{FF2B5EF4-FFF2-40B4-BE49-F238E27FC236}">
                  <a16:creationId xmlns:a16="http://schemas.microsoft.com/office/drawing/2014/main" id="{B6565590-B552-433E-AC8B-83CB0B12708B}"/>
                </a:ext>
              </a:extLst>
            </p:cNvPr>
            <p:cNvSpPr/>
            <p:nvPr/>
          </p:nvSpPr>
          <p:spPr>
            <a:xfrm>
              <a:off x="4983087" y="2966615"/>
              <a:ext cx="635471" cy="313232"/>
            </a:xfrm>
            <a:custGeom>
              <a:avLst/>
              <a:gdLst/>
              <a:ahLst/>
              <a:cxnLst/>
              <a:rect l="0" t="0" r="0" b="0"/>
              <a:pathLst>
                <a:path w="120000" h="120000" extrusionOk="0">
                  <a:moveTo>
                    <a:pt x="80430" y="20281"/>
                  </a:moveTo>
                  <a:cubicBezTo>
                    <a:pt x="80430" y="20281"/>
                    <a:pt x="80430" y="15211"/>
                    <a:pt x="80860" y="15211"/>
                  </a:cubicBezTo>
                  <a:cubicBezTo>
                    <a:pt x="81290" y="15211"/>
                    <a:pt x="82150" y="12676"/>
                    <a:pt x="82150" y="12676"/>
                  </a:cubicBezTo>
                  <a:cubicBezTo>
                    <a:pt x="83440" y="11830"/>
                    <a:pt x="83440" y="11830"/>
                    <a:pt x="83440" y="11830"/>
                  </a:cubicBezTo>
                  <a:cubicBezTo>
                    <a:pt x="83440" y="11830"/>
                    <a:pt x="84301" y="10140"/>
                    <a:pt x="84301" y="8450"/>
                  </a:cubicBezTo>
                  <a:cubicBezTo>
                    <a:pt x="83870" y="7605"/>
                    <a:pt x="84301" y="3380"/>
                    <a:pt x="84301" y="3380"/>
                  </a:cubicBezTo>
                  <a:cubicBezTo>
                    <a:pt x="84301" y="3380"/>
                    <a:pt x="83870" y="845"/>
                    <a:pt x="84301" y="845"/>
                  </a:cubicBezTo>
                  <a:cubicBezTo>
                    <a:pt x="85161" y="0"/>
                    <a:pt x="86451" y="1690"/>
                    <a:pt x="86451" y="1690"/>
                  </a:cubicBezTo>
                  <a:cubicBezTo>
                    <a:pt x="88602" y="2535"/>
                    <a:pt x="88602" y="2535"/>
                    <a:pt x="88602" y="2535"/>
                  </a:cubicBezTo>
                  <a:cubicBezTo>
                    <a:pt x="88602" y="2535"/>
                    <a:pt x="89462" y="2535"/>
                    <a:pt x="89892" y="2535"/>
                  </a:cubicBezTo>
                  <a:cubicBezTo>
                    <a:pt x="90322" y="2535"/>
                    <a:pt x="92043" y="3380"/>
                    <a:pt x="92043" y="3380"/>
                  </a:cubicBezTo>
                  <a:cubicBezTo>
                    <a:pt x="92043" y="3380"/>
                    <a:pt x="93763" y="4225"/>
                    <a:pt x="94193" y="4225"/>
                  </a:cubicBezTo>
                  <a:cubicBezTo>
                    <a:pt x="94623" y="4225"/>
                    <a:pt x="96344" y="4225"/>
                    <a:pt x="96344" y="4225"/>
                  </a:cubicBezTo>
                  <a:cubicBezTo>
                    <a:pt x="97204" y="5070"/>
                    <a:pt x="97204" y="5070"/>
                    <a:pt x="97204" y="5070"/>
                  </a:cubicBezTo>
                  <a:cubicBezTo>
                    <a:pt x="100215" y="7605"/>
                    <a:pt x="100215" y="7605"/>
                    <a:pt x="100215" y="7605"/>
                  </a:cubicBezTo>
                  <a:cubicBezTo>
                    <a:pt x="101935" y="9295"/>
                    <a:pt x="101935" y="9295"/>
                    <a:pt x="101935" y="9295"/>
                  </a:cubicBezTo>
                  <a:cubicBezTo>
                    <a:pt x="106666" y="10140"/>
                    <a:pt x="106666" y="10140"/>
                    <a:pt x="106666" y="10140"/>
                  </a:cubicBezTo>
                  <a:cubicBezTo>
                    <a:pt x="107096" y="6760"/>
                    <a:pt x="107096" y="6760"/>
                    <a:pt x="107096" y="6760"/>
                  </a:cubicBezTo>
                  <a:cubicBezTo>
                    <a:pt x="107096" y="6760"/>
                    <a:pt x="108817" y="5915"/>
                    <a:pt x="108817" y="6760"/>
                  </a:cubicBezTo>
                  <a:cubicBezTo>
                    <a:pt x="109247" y="6760"/>
                    <a:pt x="110107" y="8450"/>
                    <a:pt x="111397" y="9295"/>
                  </a:cubicBezTo>
                  <a:cubicBezTo>
                    <a:pt x="112688" y="9295"/>
                    <a:pt x="113978" y="8450"/>
                    <a:pt x="113978" y="8450"/>
                  </a:cubicBezTo>
                  <a:cubicBezTo>
                    <a:pt x="114838" y="13521"/>
                    <a:pt x="114838" y="13521"/>
                    <a:pt x="114838" y="13521"/>
                  </a:cubicBezTo>
                  <a:cubicBezTo>
                    <a:pt x="115698" y="14366"/>
                    <a:pt x="115698" y="14366"/>
                    <a:pt x="115698" y="14366"/>
                  </a:cubicBezTo>
                  <a:cubicBezTo>
                    <a:pt x="115268" y="14366"/>
                    <a:pt x="115268" y="14366"/>
                    <a:pt x="115268" y="14366"/>
                  </a:cubicBezTo>
                  <a:cubicBezTo>
                    <a:pt x="115268" y="16901"/>
                    <a:pt x="115268" y="16901"/>
                    <a:pt x="115268" y="16901"/>
                  </a:cubicBezTo>
                  <a:cubicBezTo>
                    <a:pt x="115698" y="17746"/>
                    <a:pt x="115698" y="17746"/>
                    <a:pt x="115698" y="17746"/>
                  </a:cubicBezTo>
                  <a:cubicBezTo>
                    <a:pt x="115698" y="17746"/>
                    <a:pt x="115268" y="19436"/>
                    <a:pt x="115268" y="19436"/>
                  </a:cubicBezTo>
                  <a:cubicBezTo>
                    <a:pt x="115268" y="19436"/>
                    <a:pt x="115268" y="21126"/>
                    <a:pt x="115268" y="21126"/>
                  </a:cubicBezTo>
                  <a:cubicBezTo>
                    <a:pt x="114408" y="22816"/>
                    <a:pt x="114408" y="22816"/>
                    <a:pt x="114408" y="22816"/>
                  </a:cubicBezTo>
                  <a:cubicBezTo>
                    <a:pt x="114408" y="24507"/>
                    <a:pt x="114408" y="24507"/>
                    <a:pt x="114408" y="24507"/>
                  </a:cubicBezTo>
                  <a:cubicBezTo>
                    <a:pt x="114408" y="24507"/>
                    <a:pt x="114408" y="27042"/>
                    <a:pt x="114408" y="27042"/>
                  </a:cubicBezTo>
                  <a:cubicBezTo>
                    <a:pt x="114408" y="27042"/>
                    <a:pt x="114838" y="27887"/>
                    <a:pt x="115268" y="27887"/>
                  </a:cubicBezTo>
                  <a:cubicBezTo>
                    <a:pt x="115268" y="27887"/>
                    <a:pt x="115268" y="28732"/>
                    <a:pt x="115268" y="28732"/>
                  </a:cubicBezTo>
                  <a:cubicBezTo>
                    <a:pt x="115268" y="28732"/>
                    <a:pt x="115698" y="29577"/>
                    <a:pt x="116129" y="30422"/>
                  </a:cubicBezTo>
                  <a:cubicBezTo>
                    <a:pt x="116129" y="30422"/>
                    <a:pt x="116129" y="30422"/>
                    <a:pt x="116129" y="30422"/>
                  </a:cubicBezTo>
                  <a:cubicBezTo>
                    <a:pt x="116129" y="30422"/>
                    <a:pt x="116559" y="32112"/>
                    <a:pt x="116559" y="32957"/>
                  </a:cubicBezTo>
                  <a:cubicBezTo>
                    <a:pt x="116989" y="33802"/>
                    <a:pt x="116989" y="34647"/>
                    <a:pt x="116989" y="34647"/>
                  </a:cubicBezTo>
                  <a:cubicBezTo>
                    <a:pt x="116989" y="34647"/>
                    <a:pt x="117419" y="36338"/>
                    <a:pt x="117849" y="36338"/>
                  </a:cubicBezTo>
                  <a:cubicBezTo>
                    <a:pt x="117849" y="36338"/>
                    <a:pt x="118279" y="36338"/>
                    <a:pt x="118709" y="36338"/>
                  </a:cubicBezTo>
                  <a:cubicBezTo>
                    <a:pt x="118709" y="36338"/>
                    <a:pt x="119139" y="36338"/>
                    <a:pt x="119139" y="36338"/>
                  </a:cubicBezTo>
                  <a:cubicBezTo>
                    <a:pt x="119139" y="37183"/>
                    <a:pt x="118709" y="42253"/>
                    <a:pt x="118709" y="42253"/>
                  </a:cubicBezTo>
                  <a:cubicBezTo>
                    <a:pt x="119139" y="47323"/>
                    <a:pt x="119139" y="47323"/>
                    <a:pt x="119139" y="47323"/>
                  </a:cubicBezTo>
                  <a:cubicBezTo>
                    <a:pt x="119139" y="47323"/>
                    <a:pt x="118709" y="49859"/>
                    <a:pt x="118709" y="50704"/>
                  </a:cubicBezTo>
                  <a:cubicBezTo>
                    <a:pt x="119139" y="52394"/>
                    <a:pt x="120000" y="54084"/>
                    <a:pt x="118709" y="54929"/>
                  </a:cubicBezTo>
                  <a:cubicBezTo>
                    <a:pt x="117849" y="54929"/>
                    <a:pt x="116559" y="56619"/>
                    <a:pt x="116129" y="54929"/>
                  </a:cubicBezTo>
                  <a:cubicBezTo>
                    <a:pt x="116129" y="54929"/>
                    <a:pt x="115698" y="53239"/>
                    <a:pt x="115698" y="55774"/>
                  </a:cubicBezTo>
                  <a:cubicBezTo>
                    <a:pt x="116129" y="56619"/>
                    <a:pt x="114838" y="55774"/>
                    <a:pt x="114838" y="55774"/>
                  </a:cubicBezTo>
                  <a:cubicBezTo>
                    <a:pt x="111397" y="53239"/>
                    <a:pt x="111397" y="53239"/>
                    <a:pt x="111397" y="53239"/>
                  </a:cubicBezTo>
                  <a:cubicBezTo>
                    <a:pt x="110537" y="54929"/>
                    <a:pt x="110537" y="54929"/>
                    <a:pt x="110537" y="54929"/>
                  </a:cubicBezTo>
                  <a:cubicBezTo>
                    <a:pt x="108817" y="57464"/>
                    <a:pt x="108817" y="57464"/>
                    <a:pt x="108817" y="57464"/>
                  </a:cubicBezTo>
                  <a:cubicBezTo>
                    <a:pt x="111397" y="59154"/>
                    <a:pt x="111397" y="59154"/>
                    <a:pt x="111397" y="59154"/>
                  </a:cubicBezTo>
                  <a:cubicBezTo>
                    <a:pt x="112258" y="59154"/>
                    <a:pt x="112258" y="59154"/>
                    <a:pt x="112258" y="59154"/>
                  </a:cubicBezTo>
                  <a:cubicBezTo>
                    <a:pt x="114408" y="65915"/>
                    <a:pt x="114408" y="65915"/>
                    <a:pt x="114408" y="65915"/>
                  </a:cubicBezTo>
                  <a:cubicBezTo>
                    <a:pt x="111827" y="69295"/>
                    <a:pt x="111827" y="69295"/>
                    <a:pt x="111827" y="69295"/>
                  </a:cubicBezTo>
                  <a:cubicBezTo>
                    <a:pt x="111827" y="69295"/>
                    <a:pt x="110537" y="70985"/>
                    <a:pt x="110107" y="70985"/>
                  </a:cubicBezTo>
                  <a:cubicBezTo>
                    <a:pt x="109677" y="70985"/>
                    <a:pt x="109247" y="71830"/>
                    <a:pt x="109247" y="71830"/>
                  </a:cubicBezTo>
                  <a:cubicBezTo>
                    <a:pt x="110537" y="76901"/>
                    <a:pt x="110537" y="76901"/>
                    <a:pt x="110537" y="76901"/>
                  </a:cubicBezTo>
                  <a:cubicBezTo>
                    <a:pt x="110537" y="78591"/>
                    <a:pt x="110537" y="78591"/>
                    <a:pt x="110537" y="78591"/>
                  </a:cubicBezTo>
                  <a:cubicBezTo>
                    <a:pt x="110967" y="83661"/>
                    <a:pt x="110967" y="83661"/>
                    <a:pt x="110967" y="83661"/>
                  </a:cubicBezTo>
                  <a:cubicBezTo>
                    <a:pt x="109677" y="87887"/>
                    <a:pt x="109677" y="87887"/>
                    <a:pt x="109677" y="87887"/>
                  </a:cubicBezTo>
                  <a:cubicBezTo>
                    <a:pt x="108387" y="88732"/>
                    <a:pt x="108387" y="88732"/>
                    <a:pt x="108387" y="88732"/>
                  </a:cubicBezTo>
                  <a:cubicBezTo>
                    <a:pt x="107096" y="94647"/>
                    <a:pt x="107096" y="94647"/>
                    <a:pt x="107096" y="94647"/>
                  </a:cubicBezTo>
                  <a:cubicBezTo>
                    <a:pt x="104946" y="97183"/>
                    <a:pt x="104946" y="97183"/>
                    <a:pt x="104946" y="97183"/>
                  </a:cubicBezTo>
                  <a:cubicBezTo>
                    <a:pt x="104516" y="100563"/>
                    <a:pt x="104516" y="100563"/>
                    <a:pt x="104516" y="100563"/>
                  </a:cubicBezTo>
                  <a:cubicBezTo>
                    <a:pt x="104946" y="105633"/>
                    <a:pt x="104946" y="105633"/>
                    <a:pt x="104946" y="105633"/>
                  </a:cubicBezTo>
                  <a:cubicBezTo>
                    <a:pt x="102365" y="102253"/>
                    <a:pt x="102365" y="102253"/>
                    <a:pt x="102365" y="102253"/>
                  </a:cubicBezTo>
                  <a:cubicBezTo>
                    <a:pt x="100215" y="103943"/>
                    <a:pt x="100215" y="103943"/>
                    <a:pt x="100215" y="103943"/>
                  </a:cubicBezTo>
                  <a:cubicBezTo>
                    <a:pt x="98924" y="104788"/>
                    <a:pt x="98924" y="104788"/>
                    <a:pt x="98924" y="104788"/>
                  </a:cubicBezTo>
                  <a:cubicBezTo>
                    <a:pt x="96344" y="108169"/>
                    <a:pt x="96344" y="108169"/>
                    <a:pt x="96344" y="108169"/>
                  </a:cubicBezTo>
                  <a:cubicBezTo>
                    <a:pt x="94193" y="106478"/>
                    <a:pt x="94193" y="106478"/>
                    <a:pt x="94193" y="106478"/>
                  </a:cubicBezTo>
                  <a:cubicBezTo>
                    <a:pt x="91182" y="108169"/>
                    <a:pt x="91182" y="108169"/>
                    <a:pt x="91182" y="108169"/>
                  </a:cubicBezTo>
                  <a:cubicBezTo>
                    <a:pt x="88602" y="108169"/>
                    <a:pt x="88602" y="108169"/>
                    <a:pt x="88602" y="108169"/>
                  </a:cubicBezTo>
                  <a:cubicBezTo>
                    <a:pt x="87311" y="109859"/>
                    <a:pt x="87311" y="109859"/>
                    <a:pt x="87311" y="109859"/>
                  </a:cubicBezTo>
                  <a:cubicBezTo>
                    <a:pt x="86451" y="113239"/>
                    <a:pt x="86451" y="113239"/>
                    <a:pt x="86451" y="113239"/>
                  </a:cubicBezTo>
                  <a:cubicBezTo>
                    <a:pt x="86021" y="114929"/>
                    <a:pt x="86021" y="114929"/>
                    <a:pt x="86021" y="114929"/>
                  </a:cubicBezTo>
                  <a:cubicBezTo>
                    <a:pt x="84301" y="115774"/>
                    <a:pt x="84301" y="115774"/>
                    <a:pt x="84301" y="115774"/>
                  </a:cubicBezTo>
                  <a:cubicBezTo>
                    <a:pt x="83440" y="118309"/>
                    <a:pt x="83440" y="118309"/>
                    <a:pt x="83440" y="118309"/>
                  </a:cubicBezTo>
                  <a:cubicBezTo>
                    <a:pt x="82150" y="120000"/>
                    <a:pt x="82150" y="120000"/>
                    <a:pt x="82150" y="120000"/>
                  </a:cubicBezTo>
                  <a:cubicBezTo>
                    <a:pt x="81290" y="120000"/>
                    <a:pt x="81290" y="120000"/>
                    <a:pt x="81290" y="120000"/>
                  </a:cubicBezTo>
                  <a:cubicBezTo>
                    <a:pt x="77419" y="120000"/>
                    <a:pt x="77419" y="120000"/>
                    <a:pt x="77419" y="120000"/>
                  </a:cubicBezTo>
                  <a:cubicBezTo>
                    <a:pt x="73118" y="119154"/>
                    <a:pt x="73118" y="119154"/>
                    <a:pt x="73118" y="119154"/>
                  </a:cubicBezTo>
                  <a:cubicBezTo>
                    <a:pt x="69247" y="116619"/>
                    <a:pt x="69247" y="116619"/>
                    <a:pt x="69247" y="116619"/>
                  </a:cubicBezTo>
                  <a:cubicBezTo>
                    <a:pt x="66236" y="117464"/>
                    <a:pt x="66236" y="117464"/>
                    <a:pt x="66236" y="117464"/>
                  </a:cubicBezTo>
                  <a:cubicBezTo>
                    <a:pt x="66236" y="117464"/>
                    <a:pt x="64086" y="116619"/>
                    <a:pt x="62795" y="116619"/>
                  </a:cubicBezTo>
                  <a:cubicBezTo>
                    <a:pt x="61075" y="116619"/>
                    <a:pt x="57634" y="114929"/>
                    <a:pt x="57634" y="114929"/>
                  </a:cubicBezTo>
                  <a:cubicBezTo>
                    <a:pt x="53333" y="112394"/>
                    <a:pt x="53333" y="112394"/>
                    <a:pt x="53333" y="112394"/>
                  </a:cubicBezTo>
                  <a:cubicBezTo>
                    <a:pt x="50752" y="112394"/>
                    <a:pt x="50752" y="112394"/>
                    <a:pt x="50752" y="112394"/>
                  </a:cubicBezTo>
                  <a:cubicBezTo>
                    <a:pt x="46881" y="111549"/>
                    <a:pt x="46881" y="111549"/>
                    <a:pt x="46881" y="111549"/>
                  </a:cubicBezTo>
                  <a:cubicBezTo>
                    <a:pt x="46881" y="111549"/>
                    <a:pt x="46451" y="109859"/>
                    <a:pt x="46021" y="109014"/>
                  </a:cubicBezTo>
                  <a:cubicBezTo>
                    <a:pt x="46021" y="108169"/>
                    <a:pt x="44731" y="106478"/>
                    <a:pt x="44731" y="106478"/>
                  </a:cubicBezTo>
                  <a:cubicBezTo>
                    <a:pt x="44731" y="104788"/>
                    <a:pt x="44731" y="104788"/>
                    <a:pt x="44731" y="104788"/>
                  </a:cubicBezTo>
                  <a:cubicBezTo>
                    <a:pt x="43870" y="100563"/>
                    <a:pt x="43870" y="100563"/>
                    <a:pt x="43870" y="100563"/>
                  </a:cubicBezTo>
                  <a:cubicBezTo>
                    <a:pt x="43010" y="97183"/>
                    <a:pt x="43010" y="97183"/>
                    <a:pt x="43010" y="97183"/>
                  </a:cubicBezTo>
                  <a:cubicBezTo>
                    <a:pt x="43870" y="94647"/>
                    <a:pt x="43870" y="94647"/>
                    <a:pt x="43870" y="94647"/>
                  </a:cubicBezTo>
                  <a:cubicBezTo>
                    <a:pt x="43010" y="93802"/>
                    <a:pt x="43010" y="93802"/>
                    <a:pt x="43010" y="93802"/>
                  </a:cubicBezTo>
                  <a:cubicBezTo>
                    <a:pt x="43010" y="93802"/>
                    <a:pt x="41290" y="94647"/>
                    <a:pt x="40430" y="94647"/>
                  </a:cubicBezTo>
                  <a:cubicBezTo>
                    <a:pt x="40000" y="95492"/>
                    <a:pt x="37419" y="96338"/>
                    <a:pt x="37419" y="96338"/>
                  </a:cubicBezTo>
                  <a:cubicBezTo>
                    <a:pt x="36559" y="97183"/>
                    <a:pt x="36559" y="97183"/>
                    <a:pt x="36559" y="97183"/>
                  </a:cubicBezTo>
                  <a:cubicBezTo>
                    <a:pt x="33118" y="97183"/>
                    <a:pt x="33118" y="97183"/>
                    <a:pt x="33118" y="97183"/>
                  </a:cubicBezTo>
                  <a:cubicBezTo>
                    <a:pt x="29677" y="98028"/>
                    <a:pt x="29677" y="98028"/>
                    <a:pt x="29677" y="98028"/>
                  </a:cubicBezTo>
                  <a:cubicBezTo>
                    <a:pt x="28387" y="99718"/>
                    <a:pt x="28387" y="99718"/>
                    <a:pt x="28387" y="99718"/>
                  </a:cubicBezTo>
                  <a:cubicBezTo>
                    <a:pt x="25806" y="102253"/>
                    <a:pt x="25806" y="102253"/>
                    <a:pt x="25806" y="102253"/>
                  </a:cubicBezTo>
                  <a:cubicBezTo>
                    <a:pt x="25806" y="105633"/>
                    <a:pt x="25806" y="105633"/>
                    <a:pt x="25806" y="105633"/>
                  </a:cubicBezTo>
                  <a:cubicBezTo>
                    <a:pt x="24516" y="109014"/>
                    <a:pt x="24516" y="109014"/>
                    <a:pt x="24516" y="109014"/>
                  </a:cubicBezTo>
                  <a:cubicBezTo>
                    <a:pt x="22365" y="109014"/>
                    <a:pt x="22365" y="109014"/>
                    <a:pt x="22365" y="109014"/>
                  </a:cubicBezTo>
                  <a:cubicBezTo>
                    <a:pt x="20215" y="105633"/>
                    <a:pt x="20215" y="105633"/>
                    <a:pt x="20215" y="105633"/>
                  </a:cubicBezTo>
                  <a:cubicBezTo>
                    <a:pt x="19354" y="107323"/>
                    <a:pt x="19354" y="107323"/>
                    <a:pt x="19354" y="107323"/>
                  </a:cubicBezTo>
                  <a:cubicBezTo>
                    <a:pt x="16774" y="106478"/>
                    <a:pt x="16774" y="106478"/>
                    <a:pt x="16774" y="106478"/>
                  </a:cubicBezTo>
                  <a:cubicBezTo>
                    <a:pt x="16344" y="107323"/>
                    <a:pt x="16344" y="107323"/>
                    <a:pt x="16344" y="107323"/>
                  </a:cubicBezTo>
                  <a:cubicBezTo>
                    <a:pt x="16344" y="107323"/>
                    <a:pt x="16344" y="106478"/>
                    <a:pt x="16344" y="106478"/>
                  </a:cubicBezTo>
                  <a:cubicBezTo>
                    <a:pt x="16344" y="105633"/>
                    <a:pt x="16774" y="103098"/>
                    <a:pt x="16774" y="103098"/>
                  </a:cubicBezTo>
                  <a:cubicBezTo>
                    <a:pt x="16774" y="103098"/>
                    <a:pt x="16774" y="102253"/>
                    <a:pt x="16774" y="101408"/>
                  </a:cubicBezTo>
                  <a:cubicBezTo>
                    <a:pt x="16774" y="101408"/>
                    <a:pt x="16344" y="100563"/>
                    <a:pt x="16344" y="100563"/>
                  </a:cubicBezTo>
                  <a:cubicBezTo>
                    <a:pt x="15913" y="99718"/>
                    <a:pt x="15913" y="99718"/>
                    <a:pt x="15913" y="99718"/>
                  </a:cubicBezTo>
                  <a:cubicBezTo>
                    <a:pt x="15913" y="99718"/>
                    <a:pt x="15483" y="98028"/>
                    <a:pt x="15483" y="98028"/>
                  </a:cubicBezTo>
                  <a:cubicBezTo>
                    <a:pt x="15053" y="98873"/>
                    <a:pt x="14623" y="98873"/>
                    <a:pt x="14623" y="98873"/>
                  </a:cubicBezTo>
                  <a:cubicBezTo>
                    <a:pt x="14623" y="98873"/>
                    <a:pt x="14623" y="100563"/>
                    <a:pt x="14623" y="100563"/>
                  </a:cubicBezTo>
                  <a:cubicBezTo>
                    <a:pt x="14193" y="101408"/>
                    <a:pt x="13763" y="101408"/>
                    <a:pt x="13763" y="101408"/>
                  </a:cubicBezTo>
                  <a:cubicBezTo>
                    <a:pt x="13763" y="101408"/>
                    <a:pt x="13763" y="101408"/>
                    <a:pt x="13763" y="101408"/>
                  </a:cubicBezTo>
                  <a:cubicBezTo>
                    <a:pt x="13333" y="101408"/>
                    <a:pt x="13333" y="101408"/>
                    <a:pt x="13333" y="101408"/>
                  </a:cubicBezTo>
                  <a:cubicBezTo>
                    <a:pt x="12903" y="103098"/>
                    <a:pt x="12903" y="103098"/>
                    <a:pt x="12903" y="103098"/>
                  </a:cubicBezTo>
                  <a:cubicBezTo>
                    <a:pt x="12473" y="103943"/>
                    <a:pt x="12473" y="103943"/>
                    <a:pt x="12473" y="103943"/>
                  </a:cubicBezTo>
                  <a:cubicBezTo>
                    <a:pt x="12473" y="103943"/>
                    <a:pt x="12473" y="103943"/>
                    <a:pt x="12473" y="103943"/>
                  </a:cubicBezTo>
                  <a:cubicBezTo>
                    <a:pt x="12473" y="103943"/>
                    <a:pt x="12473" y="103943"/>
                    <a:pt x="12473" y="103943"/>
                  </a:cubicBezTo>
                  <a:cubicBezTo>
                    <a:pt x="12473" y="103943"/>
                    <a:pt x="12043" y="103943"/>
                    <a:pt x="12043" y="104788"/>
                  </a:cubicBezTo>
                  <a:cubicBezTo>
                    <a:pt x="12043" y="104788"/>
                    <a:pt x="11612" y="104788"/>
                    <a:pt x="11182" y="104788"/>
                  </a:cubicBezTo>
                  <a:cubicBezTo>
                    <a:pt x="11182" y="104788"/>
                    <a:pt x="10322" y="104788"/>
                    <a:pt x="10322" y="104788"/>
                  </a:cubicBezTo>
                  <a:cubicBezTo>
                    <a:pt x="9892" y="103943"/>
                    <a:pt x="9892" y="103943"/>
                    <a:pt x="9892" y="103943"/>
                  </a:cubicBezTo>
                  <a:cubicBezTo>
                    <a:pt x="8602" y="103098"/>
                    <a:pt x="8602" y="103098"/>
                    <a:pt x="8602" y="103098"/>
                  </a:cubicBezTo>
                  <a:cubicBezTo>
                    <a:pt x="8602" y="103098"/>
                    <a:pt x="8602" y="103098"/>
                    <a:pt x="8602" y="103098"/>
                  </a:cubicBezTo>
                  <a:cubicBezTo>
                    <a:pt x="7741" y="102253"/>
                    <a:pt x="7741" y="102253"/>
                    <a:pt x="7741" y="102253"/>
                  </a:cubicBezTo>
                  <a:cubicBezTo>
                    <a:pt x="7311" y="101408"/>
                    <a:pt x="7311" y="101408"/>
                    <a:pt x="7311" y="101408"/>
                  </a:cubicBezTo>
                  <a:cubicBezTo>
                    <a:pt x="7311" y="99718"/>
                    <a:pt x="7311" y="99718"/>
                    <a:pt x="7311" y="99718"/>
                  </a:cubicBezTo>
                  <a:cubicBezTo>
                    <a:pt x="6451" y="98028"/>
                    <a:pt x="6451" y="98028"/>
                    <a:pt x="6451" y="98028"/>
                  </a:cubicBezTo>
                  <a:cubicBezTo>
                    <a:pt x="4731" y="97183"/>
                    <a:pt x="4731" y="97183"/>
                    <a:pt x="4731" y="97183"/>
                  </a:cubicBezTo>
                  <a:cubicBezTo>
                    <a:pt x="3440" y="96338"/>
                    <a:pt x="3440" y="96338"/>
                    <a:pt x="3440" y="96338"/>
                  </a:cubicBezTo>
                  <a:cubicBezTo>
                    <a:pt x="2580" y="96338"/>
                    <a:pt x="2580" y="96338"/>
                    <a:pt x="2580" y="96338"/>
                  </a:cubicBezTo>
                  <a:cubicBezTo>
                    <a:pt x="2580" y="96338"/>
                    <a:pt x="860" y="96338"/>
                    <a:pt x="860" y="96338"/>
                  </a:cubicBezTo>
                  <a:cubicBezTo>
                    <a:pt x="860" y="96338"/>
                    <a:pt x="430" y="96338"/>
                    <a:pt x="430" y="96338"/>
                  </a:cubicBezTo>
                  <a:cubicBezTo>
                    <a:pt x="430" y="96338"/>
                    <a:pt x="430" y="96338"/>
                    <a:pt x="430" y="96338"/>
                  </a:cubicBezTo>
                  <a:cubicBezTo>
                    <a:pt x="430" y="96338"/>
                    <a:pt x="430" y="96338"/>
                    <a:pt x="430" y="96338"/>
                  </a:cubicBezTo>
                  <a:cubicBezTo>
                    <a:pt x="430" y="96338"/>
                    <a:pt x="430" y="96338"/>
                    <a:pt x="430" y="96338"/>
                  </a:cubicBezTo>
                  <a:cubicBezTo>
                    <a:pt x="860" y="96338"/>
                    <a:pt x="860" y="96338"/>
                    <a:pt x="860" y="96338"/>
                  </a:cubicBezTo>
                  <a:cubicBezTo>
                    <a:pt x="860" y="96338"/>
                    <a:pt x="860" y="95492"/>
                    <a:pt x="860" y="95492"/>
                  </a:cubicBezTo>
                  <a:cubicBezTo>
                    <a:pt x="860" y="95492"/>
                    <a:pt x="860" y="95492"/>
                    <a:pt x="860" y="95492"/>
                  </a:cubicBezTo>
                  <a:cubicBezTo>
                    <a:pt x="860" y="95492"/>
                    <a:pt x="1290" y="96338"/>
                    <a:pt x="1290" y="96338"/>
                  </a:cubicBezTo>
                  <a:cubicBezTo>
                    <a:pt x="1290" y="96338"/>
                    <a:pt x="1290" y="96338"/>
                    <a:pt x="1290" y="96338"/>
                  </a:cubicBezTo>
                  <a:cubicBezTo>
                    <a:pt x="1290" y="96338"/>
                    <a:pt x="1290" y="96338"/>
                    <a:pt x="1290" y="96338"/>
                  </a:cubicBezTo>
                  <a:cubicBezTo>
                    <a:pt x="1290" y="96338"/>
                    <a:pt x="1720" y="95492"/>
                    <a:pt x="1720" y="95492"/>
                  </a:cubicBezTo>
                  <a:cubicBezTo>
                    <a:pt x="1720" y="95492"/>
                    <a:pt x="1720" y="95492"/>
                    <a:pt x="1720" y="95492"/>
                  </a:cubicBezTo>
                  <a:cubicBezTo>
                    <a:pt x="1720" y="95492"/>
                    <a:pt x="1720" y="95492"/>
                    <a:pt x="1720" y="95492"/>
                  </a:cubicBezTo>
                  <a:cubicBezTo>
                    <a:pt x="1720" y="95492"/>
                    <a:pt x="1720" y="95492"/>
                    <a:pt x="1720" y="95492"/>
                  </a:cubicBezTo>
                  <a:cubicBezTo>
                    <a:pt x="1720" y="95492"/>
                    <a:pt x="1720" y="95492"/>
                    <a:pt x="1720" y="95492"/>
                  </a:cubicBezTo>
                  <a:cubicBezTo>
                    <a:pt x="1720" y="95492"/>
                    <a:pt x="1720" y="95492"/>
                    <a:pt x="1720" y="95492"/>
                  </a:cubicBezTo>
                  <a:cubicBezTo>
                    <a:pt x="1720" y="95492"/>
                    <a:pt x="1720" y="95492"/>
                    <a:pt x="2150" y="95492"/>
                  </a:cubicBezTo>
                  <a:cubicBezTo>
                    <a:pt x="2150" y="95492"/>
                    <a:pt x="2150" y="95492"/>
                    <a:pt x="2150" y="94647"/>
                  </a:cubicBezTo>
                  <a:cubicBezTo>
                    <a:pt x="2150" y="94647"/>
                    <a:pt x="2150" y="94647"/>
                    <a:pt x="2150" y="94647"/>
                  </a:cubicBezTo>
                  <a:cubicBezTo>
                    <a:pt x="2150" y="94647"/>
                    <a:pt x="2150" y="94647"/>
                    <a:pt x="1720" y="94647"/>
                  </a:cubicBezTo>
                  <a:cubicBezTo>
                    <a:pt x="1720" y="94647"/>
                    <a:pt x="1720" y="94647"/>
                    <a:pt x="1720" y="94647"/>
                  </a:cubicBezTo>
                  <a:cubicBezTo>
                    <a:pt x="1720" y="94647"/>
                    <a:pt x="1720" y="94647"/>
                    <a:pt x="1720" y="93802"/>
                  </a:cubicBezTo>
                  <a:cubicBezTo>
                    <a:pt x="1720" y="93802"/>
                    <a:pt x="2150" y="93802"/>
                    <a:pt x="2150" y="93802"/>
                  </a:cubicBezTo>
                  <a:cubicBezTo>
                    <a:pt x="2150" y="93802"/>
                    <a:pt x="2150" y="93802"/>
                    <a:pt x="1720" y="93802"/>
                  </a:cubicBezTo>
                  <a:cubicBezTo>
                    <a:pt x="1720" y="93802"/>
                    <a:pt x="1720" y="93802"/>
                    <a:pt x="1720" y="93802"/>
                  </a:cubicBezTo>
                  <a:cubicBezTo>
                    <a:pt x="1720" y="92957"/>
                    <a:pt x="1720" y="93802"/>
                    <a:pt x="1720" y="93802"/>
                  </a:cubicBezTo>
                  <a:cubicBezTo>
                    <a:pt x="1720" y="92957"/>
                    <a:pt x="1720" y="92957"/>
                    <a:pt x="1720" y="92957"/>
                  </a:cubicBezTo>
                  <a:cubicBezTo>
                    <a:pt x="1720" y="92957"/>
                    <a:pt x="1720" y="92957"/>
                    <a:pt x="1720" y="92957"/>
                  </a:cubicBezTo>
                  <a:cubicBezTo>
                    <a:pt x="1720" y="92957"/>
                    <a:pt x="1720" y="92957"/>
                    <a:pt x="1720" y="92957"/>
                  </a:cubicBezTo>
                  <a:cubicBezTo>
                    <a:pt x="1720" y="92957"/>
                    <a:pt x="1720" y="92957"/>
                    <a:pt x="1720" y="92957"/>
                  </a:cubicBezTo>
                  <a:cubicBezTo>
                    <a:pt x="1720" y="92957"/>
                    <a:pt x="1720" y="92957"/>
                    <a:pt x="1720" y="92957"/>
                  </a:cubicBezTo>
                  <a:cubicBezTo>
                    <a:pt x="1290" y="92957"/>
                    <a:pt x="1290" y="92957"/>
                    <a:pt x="1290" y="92957"/>
                  </a:cubicBezTo>
                  <a:cubicBezTo>
                    <a:pt x="1290" y="92957"/>
                    <a:pt x="1290" y="92957"/>
                    <a:pt x="1290" y="92957"/>
                  </a:cubicBezTo>
                  <a:cubicBezTo>
                    <a:pt x="1290" y="92112"/>
                    <a:pt x="1290" y="92112"/>
                    <a:pt x="1290" y="92112"/>
                  </a:cubicBezTo>
                  <a:cubicBezTo>
                    <a:pt x="1290" y="92112"/>
                    <a:pt x="1290" y="92112"/>
                    <a:pt x="1290" y="92112"/>
                  </a:cubicBezTo>
                  <a:cubicBezTo>
                    <a:pt x="1290" y="92112"/>
                    <a:pt x="1290" y="92112"/>
                    <a:pt x="1290" y="92112"/>
                  </a:cubicBezTo>
                  <a:cubicBezTo>
                    <a:pt x="1290" y="92112"/>
                    <a:pt x="1290" y="91267"/>
                    <a:pt x="1290" y="91267"/>
                  </a:cubicBezTo>
                  <a:cubicBezTo>
                    <a:pt x="1290" y="91267"/>
                    <a:pt x="1290" y="91267"/>
                    <a:pt x="1290" y="91267"/>
                  </a:cubicBezTo>
                  <a:cubicBezTo>
                    <a:pt x="1290" y="91267"/>
                    <a:pt x="1290" y="91267"/>
                    <a:pt x="1290" y="91267"/>
                  </a:cubicBezTo>
                  <a:cubicBezTo>
                    <a:pt x="1290" y="91267"/>
                    <a:pt x="1290" y="91267"/>
                    <a:pt x="1290" y="91267"/>
                  </a:cubicBezTo>
                  <a:cubicBezTo>
                    <a:pt x="1290" y="91267"/>
                    <a:pt x="1290" y="91267"/>
                    <a:pt x="1290" y="91267"/>
                  </a:cubicBezTo>
                  <a:cubicBezTo>
                    <a:pt x="1290" y="91267"/>
                    <a:pt x="1290" y="91267"/>
                    <a:pt x="1290" y="91267"/>
                  </a:cubicBezTo>
                  <a:cubicBezTo>
                    <a:pt x="1290" y="90422"/>
                    <a:pt x="1290" y="91267"/>
                    <a:pt x="1290" y="90422"/>
                  </a:cubicBezTo>
                  <a:cubicBezTo>
                    <a:pt x="1290" y="90422"/>
                    <a:pt x="1290" y="90422"/>
                    <a:pt x="1290" y="90422"/>
                  </a:cubicBezTo>
                  <a:cubicBezTo>
                    <a:pt x="1290" y="90422"/>
                    <a:pt x="1290" y="90422"/>
                    <a:pt x="1290" y="90422"/>
                  </a:cubicBezTo>
                  <a:cubicBezTo>
                    <a:pt x="1290" y="90422"/>
                    <a:pt x="860" y="90422"/>
                    <a:pt x="860" y="89577"/>
                  </a:cubicBezTo>
                  <a:cubicBezTo>
                    <a:pt x="860" y="89577"/>
                    <a:pt x="860" y="89577"/>
                    <a:pt x="860" y="89577"/>
                  </a:cubicBezTo>
                  <a:cubicBezTo>
                    <a:pt x="860" y="89577"/>
                    <a:pt x="860" y="89577"/>
                    <a:pt x="860" y="89577"/>
                  </a:cubicBezTo>
                  <a:cubicBezTo>
                    <a:pt x="860" y="89577"/>
                    <a:pt x="860" y="89577"/>
                    <a:pt x="860" y="89577"/>
                  </a:cubicBezTo>
                  <a:cubicBezTo>
                    <a:pt x="860" y="90422"/>
                    <a:pt x="860" y="90422"/>
                    <a:pt x="860" y="90422"/>
                  </a:cubicBezTo>
                  <a:cubicBezTo>
                    <a:pt x="860" y="91267"/>
                    <a:pt x="860" y="91267"/>
                    <a:pt x="860" y="91267"/>
                  </a:cubicBezTo>
                  <a:cubicBezTo>
                    <a:pt x="430" y="91267"/>
                    <a:pt x="430" y="91267"/>
                    <a:pt x="430" y="91267"/>
                  </a:cubicBezTo>
                  <a:cubicBezTo>
                    <a:pt x="430" y="90422"/>
                    <a:pt x="430" y="90422"/>
                    <a:pt x="430" y="90422"/>
                  </a:cubicBezTo>
                  <a:cubicBezTo>
                    <a:pt x="860" y="87887"/>
                    <a:pt x="860" y="87887"/>
                    <a:pt x="860" y="87887"/>
                  </a:cubicBezTo>
                  <a:cubicBezTo>
                    <a:pt x="1720" y="86197"/>
                    <a:pt x="1720" y="86197"/>
                    <a:pt x="1720" y="86197"/>
                  </a:cubicBezTo>
                  <a:cubicBezTo>
                    <a:pt x="1720" y="86197"/>
                    <a:pt x="1720" y="84507"/>
                    <a:pt x="2150" y="84507"/>
                  </a:cubicBezTo>
                  <a:cubicBezTo>
                    <a:pt x="2150" y="83661"/>
                    <a:pt x="2150" y="82816"/>
                    <a:pt x="2150" y="82816"/>
                  </a:cubicBezTo>
                  <a:cubicBezTo>
                    <a:pt x="3010" y="81971"/>
                    <a:pt x="3010" y="81971"/>
                    <a:pt x="3010" y="81971"/>
                  </a:cubicBezTo>
                  <a:cubicBezTo>
                    <a:pt x="3010" y="81971"/>
                    <a:pt x="3440" y="81126"/>
                    <a:pt x="3440" y="81126"/>
                  </a:cubicBezTo>
                  <a:cubicBezTo>
                    <a:pt x="3440" y="80281"/>
                    <a:pt x="3010" y="79436"/>
                    <a:pt x="3010" y="79436"/>
                  </a:cubicBezTo>
                  <a:cubicBezTo>
                    <a:pt x="3010" y="78591"/>
                    <a:pt x="3440" y="77746"/>
                    <a:pt x="3440" y="77746"/>
                  </a:cubicBezTo>
                  <a:cubicBezTo>
                    <a:pt x="3010" y="77746"/>
                    <a:pt x="301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901"/>
                  </a:cubicBezTo>
                  <a:cubicBezTo>
                    <a:pt x="2580" y="76901"/>
                    <a:pt x="2580" y="76901"/>
                    <a:pt x="2580" y="76056"/>
                  </a:cubicBezTo>
                  <a:cubicBezTo>
                    <a:pt x="2580" y="76056"/>
                    <a:pt x="2580" y="76056"/>
                    <a:pt x="2580" y="76056"/>
                  </a:cubicBezTo>
                  <a:cubicBezTo>
                    <a:pt x="2580" y="76056"/>
                    <a:pt x="2580" y="76056"/>
                    <a:pt x="2580" y="76056"/>
                  </a:cubicBezTo>
                  <a:cubicBezTo>
                    <a:pt x="2580" y="76056"/>
                    <a:pt x="2580" y="76056"/>
                    <a:pt x="2580" y="76056"/>
                  </a:cubicBezTo>
                  <a:cubicBezTo>
                    <a:pt x="2580" y="76056"/>
                    <a:pt x="2580" y="76056"/>
                    <a:pt x="2580" y="76056"/>
                  </a:cubicBezTo>
                  <a:cubicBezTo>
                    <a:pt x="2580" y="76056"/>
                    <a:pt x="2580" y="76056"/>
                    <a:pt x="2580" y="76056"/>
                  </a:cubicBezTo>
                  <a:cubicBezTo>
                    <a:pt x="2580" y="76056"/>
                    <a:pt x="2580" y="76056"/>
                    <a:pt x="2580" y="76056"/>
                  </a:cubicBezTo>
                  <a:cubicBezTo>
                    <a:pt x="2580" y="76056"/>
                    <a:pt x="2580" y="76056"/>
                    <a:pt x="2580" y="76056"/>
                  </a:cubicBezTo>
                  <a:cubicBezTo>
                    <a:pt x="3440" y="74366"/>
                    <a:pt x="4301" y="72676"/>
                    <a:pt x="4301" y="72676"/>
                  </a:cubicBezTo>
                  <a:cubicBezTo>
                    <a:pt x="4301" y="72676"/>
                    <a:pt x="5161" y="71830"/>
                    <a:pt x="6021" y="72676"/>
                  </a:cubicBezTo>
                  <a:cubicBezTo>
                    <a:pt x="6451" y="73521"/>
                    <a:pt x="7311" y="75211"/>
                    <a:pt x="7741" y="76056"/>
                  </a:cubicBezTo>
                  <a:cubicBezTo>
                    <a:pt x="7741" y="76056"/>
                    <a:pt x="8172" y="76901"/>
                    <a:pt x="8602" y="76901"/>
                  </a:cubicBezTo>
                  <a:cubicBezTo>
                    <a:pt x="9032" y="76901"/>
                    <a:pt x="9462" y="77746"/>
                    <a:pt x="9462" y="77746"/>
                  </a:cubicBezTo>
                  <a:cubicBezTo>
                    <a:pt x="9462" y="78591"/>
                    <a:pt x="9892" y="77746"/>
                    <a:pt x="9892" y="79436"/>
                  </a:cubicBezTo>
                  <a:cubicBezTo>
                    <a:pt x="9462" y="81126"/>
                    <a:pt x="9462" y="82816"/>
                    <a:pt x="9892" y="82816"/>
                  </a:cubicBezTo>
                  <a:cubicBezTo>
                    <a:pt x="10752" y="81971"/>
                    <a:pt x="11182" y="81126"/>
                    <a:pt x="11182" y="81971"/>
                  </a:cubicBezTo>
                  <a:cubicBezTo>
                    <a:pt x="11182" y="82816"/>
                    <a:pt x="11612" y="81971"/>
                    <a:pt x="11182" y="83661"/>
                  </a:cubicBezTo>
                  <a:cubicBezTo>
                    <a:pt x="11182" y="85352"/>
                    <a:pt x="10752" y="86197"/>
                    <a:pt x="11182" y="86197"/>
                  </a:cubicBezTo>
                  <a:cubicBezTo>
                    <a:pt x="12043" y="87042"/>
                    <a:pt x="12903" y="87887"/>
                    <a:pt x="13333" y="87042"/>
                  </a:cubicBezTo>
                  <a:cubicBezTo>
                    <a:pt x="13763" y="85352"/>
                    <a:pt x="13333" y="87042"/>
                    <a:pt x="13763" y="85352"/>
                  </a:cubicBezTo>
                  <a:cubicBezTo>
                    <a:pt x="14193" y="82816"/>
                    <a:pt x="14193" y="83661"/>
                    <a:pt x="14623" y="82816"/>
                  </a:cubicBezTo>
                  <a:cubicBezTo>
                    <a:pt x="14623" y="81126"/>
                    <a:pt x="14623" y="81971"/>
                    <a:pt x="15053" y="80281"/>
                  </a:cubicBezTo>
                  <a:cubicBezTo>
                    <a:pt x="15053" y="78591"/>
                    <a:pt x="15483" y="79436"/>
                    <a:pt x="15053" y="78591"/>
                  </a:cubicBezTo>
                  <a:cubicBezTo>
                    <a:pt x="15053" y="78591"/>
                    <a:pt x="15053" y="77746"/>
                    <a:pt x="14623" y="76901"/>
                  </a:cubicBezTo>
                  <a:cubicBezTo>
                    <a:pt x="14623" y="75211"/>
                    <a:pt x="13763" y="76056"/>
                    <a:pt x="15053" y="75211"/>
                  </a:cubicBezTo>
                  <a:cubicBezTo>
                    <a:pt x="15913" y="74366"/>
                    <a:pt x="16344" y="74366"/>
                    <a:pt x="16344" y="74366"/>
                  </a:cubicBezTo>
                  <a:cubicBezTo>
                    <a:pt x="16344" y="73521"/>
                    <a:pt x="17634" y="73521"/>
                    <a:pt x="17634" y="73521"/>
                  </a:cubicBezTo>
                  <a:cubicBezTo>
                    <a:pt x="17634" y="73521"/>
                    <a:pt x="18924" y="73521"/>
                    <a:pt x="18924" y="73521"/>
                  </a:cubicBezTo>
                  <a:cubicBezTo>
                    <a:pt x="19354" y="73521"/>
                    <a:pt x="21075" y="73521"/>
                    <a:pt x="21075" y="74366"/>
                  </a:cubicBezTo>
                  <a:cubicBezTo>
                    <a:pt x="21075" y="75211"/>
                    <a:pt x="21935" y="75211"/>
                    <a:pt x="21935" y="75211"/>
                  </a:cubicBezTo>
                  <a:cubicBezTo>
                    <a:pt x="21935" y="75211"/>
                    <a:pt x="22795" y="75211"/>
                    <a:pt x="23225" y="76901"/>
                  </a:cubicBezTo>
                  <a:cubicBezTo>
                    <a:pt x="23225" y="79436"/>
                    <a:pt x="23225" y="81126"/>
                    <a:pt x="23655" y="80281"/>
                  </a:cubicBezTo>
                  <a:cubicBezTo>
                    <a:pt x="24086" y="80281"/>
                    <a:pt x="24946" y="81971"/>
                    <a:pt x="24946" y="81126"/>
                  </a:cubicBezTo>
                  <a:cubicBezTo>
                    <a:pt x="25376" y="80281"/>
                    <a:pt x="25806" y="79436"/>
                    <a:pt x="26236" y="79436"/>
                  </a:cubicBezTo>
                  <a:cubicBezTo>
                    <a:pt x="26666" y="79436"/>
                    <a:pt x="25806" y="78591"/>
                    <a:pt x="27096" y="78591"/>
                  </a:cubicBezTo>
                  <a:cubicBezTo>
                    <a:pt x="28817" y="79436"/>
                    <a:pt x="28387" y="80281"/>
                    <a:pt x="29247" y="78591"/>
                  </a:cubicBezTo>
                  <a:cubicBezTo>
                    <a:pt x="29677" y="76901"/>
                    <a:pt x="29677" y="76901"/>
                    <a:pt x="30537" y="76056"/>
                  </a:cubicBezTo>
                  <a:cubicBezTo>
                    <a:pt x="30967" y="75211"/>
                    <a:pt x="30967" y="75211"/>
                    <a:pt x="31397" y="74366"/>
                  </a:cubicBezTo>
                  <a:cubicBezTo>
                    <a:pt x="31397" y="74366"/>
                    <a:pt x="33118" y="74366"/>
                    <a:pt x="33118" y="74366"/>
                  </a:cubicBezTo>
                  <a:cubicBezTo>
                    <a:pt x="33548" y="73521"/>
                    <a:pt x="33978" y="71830"/>
                    <a:pt x="34408" y="71830"/>
                  </a:cubicBezTo>
                  <a:cubicBezTo>
                    <a:pt x="34408" y="71830"/>
                    <a:pt x="36129" y="71830"/>
                    <a:pt x="36559" y="71830"/>
                  </a:cubicBezTo>
                  <a:cubicBezTo>
                    <a:pt x="36989" y="71830"/>
                    <a:pt x="37849" y="71830"/>
                    <a:pt x="38279" y="70985"/>
                  </a:cubicBezTo>
                  <a:cubicBezTo>
                    <a:pt x="38279" y="70140"/>
                    <a:pt x="38279" y="70140"/>
                    <a:pt x="38709" y="69295"/>
                  </a:cubicBezTo>
                  <a:cubicBezTo>
                    <a:pt x="39569" y="69295"/>
                    <a:pt x="40000" y="69295"/>
                    <a:pt x="40860" y="69295"/>
                  </a:cubicBezTo>
                  <a:cubicBezTo>
                    <a:pt x="41720" y="69295"/>
                    <a:pt x="41720" y="69295"/>
                    <a:pt x="42150" y="69295"/>
                  </a:cubicBezTo>
                  <a:cubicBezTo>
                    <a:pt x="42580" y="69295"/>
                    <a:pt x="43010" y="70985"/>
                    <a:pt x="43010" y="68450"/>
                  </a:cubicBezTo>
                  <a:cubicBezTo>
                    <a:pt x="42580" y="65915"/>
                    <a:pt x="42150" y="65915"/>
                    <a:pt x="42580" y="65070"/>
                  </a:cubicBezTo>
                  <a:cubicBezTo>
                    <a:pt x="43440" y="65070"/>
                    <a:pt x="44301" y="65070"/>
                    <a:pt x="44301" y="65070"/>
                  </a:cubicBezTo>
                  <a:cubicBezTo>
                    <a:pt x="44731" y="65070"/>
                    <a:pt x="46451" y="65915"/>
                    <a:pt x="46881" y="65915"/>
                  </a:cubicBezTo>
                  <a:cubicBezTo>
                    <a:pt x="46881" y="65915"/>
                    <a:pt x="47311" y="67605"/>
                    <a:pt x="47311" y="67605"/>
                  </a:cubicBezTo>
                  <a:cubicBezTo>
                    <a:pt x="47741" y="67605"/>
                    <a:pt x="48172" y="68450"/>
                    <a:pt x="48602" y="67605"/>
                  </a:cubicBezTo>
                  <a:cubicBezTo>
                    <a:pt x="48602" y="67605"/>
                    <a:pt x="49032" y="65915"/>
                    <a:pt x="49462" y="65915"/>
                  </a:cubicBezTo>
                  <a:cubicBezTo>
                    <a:pt x="49892" y="65915"/>
                    <a:pt x="51182" y="65915"/>
                    <a:pt x="51182" y="65915"/>
                  </a:cubicBezTo>
                  <a:cubicBezTo>
                    <a:pt x="51182" y="65915"/>
                    <a:pt x="52903" y="66760"/>
                    <a:pt x="52903" y="66760"/>
                  </a:cubicBezTo>
                  <a:cubicBezTo>
                    <a:pt x="52903" y="66760"/>
                    <a:pt x="52473" y="68450"/>
                    <a:pt x="52473" y="69295"/>
                  </a:cubicBezTo>
                  <a:cubicBezTo>
                    <a:pt x="52473" y="70140"/>
                    <a:pt x="52473" y="70985"/>
                    <a:pt x="52903" y="71830"/>
                  </a:cubicBezTo>
                  <a:cubicBezTo>
                    <a:pt x="52903" y="71830"/>
                    <a:pt x="53763" y="73521"/>
                    <a:pt x="53763" y="73521"/>
                  </a:cubicBezTo>
                  <a:cubicBezTo>
                    <a:pt x="53763" y="73521"/>
                    <a:pt x="55913" y="75211"/>
                    <a:pt x="55913" y="75211"/>
                  </a:cubicBezTo>
                  <a:cubicBezTo>
                    <a:pt x="55913" y="75211"/>
                    <a:pt x="56344" y="76056"/>
                    <a:pt x="56344" y="72676"/>
                  </a:cubicBezTo>
                  <a:cubicBezTo>
                    <a:pt x="56344" y="69295"/>
                    <a:pt x="56344" y="68450"/>
                    <a:pt x="56344" y="68450"/>
                  </a:cubicBezTo>
                  <a:cubicBezTo>
                    <a:pt x="56344" y="65070"/>
                    <a:pt x="56344" y="65070"/>
                    <a:pt x="56344" y="65070"/>
                  </a:cubicBezTo>
                  <a:cubicBezTo>
                    <a:pt x="56344" y="65070"/>
                    <a:pt x="56344" y="64225"/>
                    <a:pt x="55913" y="64225"/>
                  </a:cubicBezTo>
                  <a:cubicBezTo>
                    <a:pt x="55913" y="64225"/>
                    <a:pt x="55483" y="64225"/>
                    <a:pt x="55483" y="64225"/>
                  </a:cubicBezTo>
                  <a:cubicBezTo>
                    <a:pt x="55483" y="64225"/>
                    <a:pt x="53763" y="63380"/>
                    <a:pt x="53333" y="63380"/>
                  </a:cubicBezTo>
                  <a:cubicBezTo>
                    <a:pt x="52903" y="63380"/>
                    <a:pt x="53333" y="61690"/>
                    <a:pt x="53333" y="60845"/>
                  </a:cubicBezTo>
                  <a:cubicBezTo>
                    <a:pt x="53333" y="60845"/>
                    <a:pt x="54193" y="59154"/>
                    <a:pt x="54193" y="59154"/>
                  </a:cubicBezTo>
                  <a:cubicBezTo>
                    <a:pt x="54193" y="56619"/>
                    <a:pt x="54193" y="56619"/>
                    <a:pt x="54193" y="56619"/>
                  </a:cubicBezTo>
                  <a:cubicBezTo>
                    <a:pt x="52903" y="52394"/>
                    <a:pt x="52903" y="52394"/>
                    <a:pt x="52903" y="52394"/>
                  </a:cubicBezTo>
                  <a:cubicBezTo>
                    <a:pt x="51612" y="49859"/>
                    <a:pt x="51612" y="49859"/>
                    <a:pt x="51612" y="49859"/>
                  </a:cubicBezTo>
                  <a:cubicBezTo>
                    <a:pt x="50752" y="45633"/>
                    <a:pt x="50752" y="45633"/>
                    <a:pt x="50752" y="45633"/>
                  </a:cubicBezTo>
                  <a:cubicBezTo>
                    <a:pt x="50752" y="45633"/>
                    <a:pt x="50752" y="45633"/>
                    <a:pt x="50752" y="45633"/>
                  </a:cubicBezTo>
                  <a:cubicBezTo>
                    <a:pt x="50752" y="45633"/>
                    <a:pt x="50752" y="45633"/>
                    <a:pt x="50752" y="45633"/>
                  </a:cubicBezTo>
                  <a:cubicBezTo>
                    <a:pt x="52043" y="43943"/>
                    <a:pt x="52043" y="43943"/>
                    <a:pt x="52043" y="43943"/>
                  </a:cubicBezTo>
                  <a:cubicBezTo>
                    <a:pt x="52903" y="42253"/>
                    <a:pt x="54193" y="40563"/>
                    <a:pt x="54193" y="40563"/>
                  </a:cubicBezTo>
                  <a:cubicBezTo>
                    <a:pt x="54193" y="40563"/>
                    <a:pt x="54193" y="40563"/>
                    <a:pt x="54623" y="40563"/>
                  </a:cubicBezTo>
                  <a:cubicBezTo>
                    <a:pt x="55483" y="38873"/>
                    <a:pt x="55483" y="38873"/>
                    <a:pt x="55483" y="38873"/>
                  </a:cubicBezTo>
                  <a:cubicBezTo>
                    <a:pt x="55483" y="38873"/>
                    <a:pt x="57634" y="37183"/>
                    <a:pt x="57634" y="37183"/>
                  </a:cubicBezTo>
                  <a:cubicBezTo>
                    <a:pt x="57634" y="37183"/>
                    <a:pt x="58064" y="36338"/>
                    <a:pt x="58064" y="36338"/>
                  </a:cubicBezTo>
                  <a:cubicBezTo>
                    <a:pt x="58494" y="36338"/>
                    <a:pt x="58494" y="36338"/>
                    <a:pt x="58494" y="36338"/>
                  </a:cubicBezTo>
                  <a:cubicBezTo>
                    <a:pt x="60645" y="32112"/>
                    <a:pt x="60645" y="32112"/>
                    <a:pt x="60645" y="32112"/>
                  </a:cubicBezTo>
                  <a:cubicBezTo>
                    <a:pt x="60645" y="27887"/>
                    <a:pt x="60645" y="27887"/>
                    <a:pt x="60645" y="27887"/>
                  </a:cubicBezTo>
                  <a:cubicBezTo>
                    <a:pt x="61075" y="26197"/>
                    <a:pt x="61075" y="26197"/>
                    <a:pt x="61075" y="26197"/>
                  </a:cubicBezTo>
                  <a:cubicBezTo>
                    <a:pt x="61075" y="25352"/>
                    <a:pt x="61075" y="23661"/>
                    <a:pt x="61075" y="23661"/>
                  </a:cubicBezTo>
                  <a:cubicBezTo>
                    <a:pt x="63655" y="23661"/>
                    <a:pt x="63655" y="23661"/>
                    <a:pt x="63655" y="23661"/>
                  </a:cubicBezTo>
                  <a:cubicBezTo>
                    <a:pt x="63655" y="23661"/>
                    <a:pt x="64086" y="24507"/>
                    <a:pt x="64516" y="25352"/>
                  </a:cubicBezTo>
                  <a:cubicBezTo>
                    <a:pt x="64946" y="25352"/>
                    <a:pt x="65376" y="24507"/>
                    <a:pt x="65376" y="24507"/>
                  </a:cubicBezTo>
                  <a:cubicBezTo>
                    <a:pt x="65806" y="24507"/>
                    <a:pt x="66236" y="22816"/>
                    <a:pt x="66236" y="22816"/>
                  </a:cubicBezTo>
                  <a:cubicBezTo>
                    <a:pt x="66236" y="20281"/>
                    <a:pt x="66236" y="20281"/>
                    <a:pt x="66236" y="20281"/>
                  </a:cubicBezTo>
                  <a:cubicBezTo>
                    <a:pt x="65806" y="16056"/>
                    <a:pt x="65806" y="16056"/>
                    <a:pt x="65806" y="16056"/>
                  </a:cubicBezTo>
                  <a:cubicBezTo>
                    <a:pt x="65806" y="13521"/>
                    <a:pt x="65806" y="13521"/>
                    <a:pt x="65806" y="13521"/>
                  </a:cubicBezTo>
                  <a:cubicBezTo>
                    <a:pt x="65806" y="13521"/>
                    <a:pt x="65806" y="13521"/>
                    <a:pt x="65806" y="13521"/>
                  </a:cubicBezTo>
                  <a:cubicBezTo>
                    <a:pt x="66236" y="13521"/>
                    <a:pt x="67956" y="16056"/>
                    <a:pt x="68817" y="16901"/>
                  </a:cubicBezTo>
                  <a:cubicBezTo>
                    <a:pt x="69247" y="17746"/>
                    <a:pt x="70537" y="20281"/>
                    <a:pt x="70537" y="20281"/>
                  </a:cubicBezTo>
                  <a:cubicBezTo>
                    <a:pt x="70537" y="20281"/>
                    <a:pt x="72688" y="21126"/>
                    <a:pt x="73118" y="21126"/>
                  </a:cubicBezTo>
                  <a:cubicBezTo>
                    <a:pt x="73118" y="21126"/>
                    <a:pt x="75268" y="21971"/>
                    <a:pt x="75268" y="21971"/>
                  </a:cubicBezTo>
                  <a:cubicBezTo>
                    <a:pt x="75698" y="20281"/>
                    <a:pt x="75698" y="20281"/>
                    <a:pt x="75698" y="20281"/>
                  </a:cubicBezTo>
                  <a:cubicBezTo>
                    <a:pt x="76989" y="18591"/>
                    <a:pt x="76989" y="18591"/>
                    <a:pt x="76989" y="18591"/>
                  </a:cubicBezTo>
                  <a:cubicBezTo>
                    <a:pt x="78709" y="21126"/>
                    <a:pt x="78709" y="21126"/>
                    <a:pt x="78709" y="21126"/>
                  </a:cubicBezTo>
                  <a:cubicBezTo>
                    <a:pt x="80430" y="20281"/>
                    <a:pt x="80430" y="20281"/>
                    <a:pt x="80430" y="20281"/>
                  </a:cubicBezTo>
                  <a:close/>
                  <a:moveTo>
                    <a:pt x="2150" y="76901"/>
                  </a:moveTo>
                  <a:cubicBezTo>
                    <a:pt x="2150" y="76901"/>
                    <a:pt x="2150" y="76901"/>
                    <a:pt x="2150" y="76901"/>
                  </a:cubicBezTo>
                  <a:cubicBezTo>
                    <a:pt x="2150" y="76901"/>
                    <a:pt x="2150" y="76901"/>
                    <a:pt x="2150" y="76901"/>
                  </a:cubicBezTo>
                  <a:cubicBezTo>
                    <a:pt x="2150" y="76901"/>
                    <a:pt x="2150" y="76901"/>
                    <a:pt x="2150" y="76901"/>
                  </a:cubicBezTo>
                  <a:close/>
                  <a:moveTo>
                    <a:pt x="430" y="96338"/>
                  </a:moveTo>
                  <a:cubicBezTo>
                    <a:pt x="430" y="96338"/>
                    <a:pt x="430" y="96338"/>
                    <a:pt x="430" y="96338"/>
                  </a:cubicBezTo>
                  <a:cubicBezTo>
                    <a:pt x="430" y="96338"/>
                    <a:pt x="430" y="96338"/>
                    <a:pt x="430" y="96338"/>
                  </a:cubicBezTo>
                  <a:cubicBezTo>
                    <a:pt x="430" y="96338"/>
                    <a:pt x="430" y="96338"/>
                    <a:pt x="430" y="96338"/>
                  </a:cubicBezTo>
                  <a:cubicBezTo>
                    <a:pt x="430" y="96338"/>
                    <a:pt x="430" y="96338"/>
                    <a:pt x="430" y="96338"/>
                  </a:cubicBezTo>
                  <a:close/>
                  <a:moveTo>
                    <a:pt x="430" y="96338"/>
                  </a:moveTo>
                  <a:cubicBezTo>
                    <a:pt x="430" y="96338"/>
                    <a:pt x="430" y="96338"/>
                    <a:pt x="430" y="96338"/>
                  </a:cubicBezTo>
                  <a:cubicBezTo>
                    <a:pt x="430" y="96338"/>
                    <a:pt x="430" y="95492"/>
                    <a:pt x="430" y="95492"/>
                  </a:cubicBezTo>
                  <a:cubicBezTo>
                    <a:pt x="430" y="95492"/>
                    <a:pt x="430" y="95492"/>
                    <a:pt x="430" y="95492"/>
                  </a:cubicBezTo>
                  <a:cubicBezTo>
                    <a:pt x="430" y="95492"/>
                    <a:pt x="860" y="95492"/>
                    <a:pt x="860" y="94647"/>
                  </a:cubicBezTo>
                  <a:cubicBezTo>
                    <a:pt x="860" y="94647"/>
                    <a:pt x="860" y="94647"/>
                    <a:pt x="860" y="94647"/>
                  </a:cubicBezTo>
                  <a:cubicBezTo>
                    <a:pt x="860" y="94647"/>
                    <a:pt x="860" y="94647"/>
                    <a:pt x="860" y="94647"/>
                  </a:cubicBezTo>
                  <a:cubicBezTo>
                    <a:pt x="860" y="94647"/>
                    <a:pt x="860" y="94647"/>
                    <a:pt x="860" y="94647"/>
                  </a:cubicBezTo>
                  <a:cubicBezTo>
                    <a:pt x="430" y="94647"/>
                    <a:pt x="430" y="94647"/>
                    <a:pt x="430" y="94647"/>
                  </a:cubicBezTo>
                  <a:cubicBezTo>
                    <a:pt x="0" y="96338"/>
                    <a:pt x="0" y="96338"/>
                    <a:pt x="0" y="96338"/>
                  </a:cubicBezTo>
                  <a:lnTo>
                    <a:pt x="430" y="96338"/>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4" name="Shape 2041">
              <a:extLst>
                <a:ext uri="{FF2B5EF4-FFF2-40B4-BE49-F238E27FC236}">
                  <a16:creationId xmlns:a16="http://schemas.microsoft.com/office/drawing/2014/main" id="{535D218F-4A6C-4580-A400-795E7C9E69EB}"/>
                </a:ext>
              </a:extLst>
            </p:cNvPr>
            <p:cNvSpPr/>
            <p:nvPr/>
          </p:nvSpPr>
          <p:spPr>
            <a:xfrm>
              <a:off x="3808896" y="2714110"/>
              <a:ext cx="1185185" cy="1190072"/>
            </a:xfrm>
            <a:custGeom>
              <a:avLst/>
              <a:gdLst/>
              <a:ahLst/>
              <a:cxnLst/>
              <a:rect l="0" t="0" r="0" b="0"/>
              <a:pathLst>
                <a:path w="120000" h="120000" extrusionOk="0">
                  <a:moveTo>
                    <a:pt x="59769" y="105055"/>
                  </a:moveTo>
                  <a:cubicBezTo>
                    <a:pt x="60230" y="104386"/>
                    <a:pt x="60230" y="104386"/>
                    <a:pt x="60230" y="104386"/>
                  </a:cubicBezTo>
                  <a:cubicBezTo>
                    <a:pt x="60230" y="104386"/>
                    <a:pt x="60230" y="103048"/>
                    <a:pt x="59769" y="102825"/>
                  </a:cubicBezTo>
                  <a:cubicBezTo>
                    <a:pt x="59538" y="102602"/>
                    <a:pt x="59307" y="102379"/>
                    <a:pt x="59307" y="102379"/>
                  </a:cubicBezTo>
                  <a:cubicBezTo>
                    <a:pt x="59307" y="102379"/>
                    <a:pt x="59307" y="101486"/>
                    <a:pt x="59307" y="101040"/>
                  </a:cubicBezTo>
                  <a:cubicBezTo>
                    <a:pt x="59307" y="100817"/>
                    <a:pt x="59307" y="99925"/>
                    <a:pt x="59307" y="99702"/>
                  </a:cubicBezTo>
                  <a:cubicBezTo>
                    <a:pt x="59307" y="99479"/>
                    <a:pt x="59538" y="98587"/>
                    <a:pt x="59538" y="98364"/>
                  </a:cubicBezTo>
                  <a:cubicBezTo>
                    <a:pt x="59538" y="98364"/>
                    <a:pt x="59307" y="98364"/>
                    <a:pt x="59769" y="97918"/>
                  </a:cubicBezTo>
                  <a:cubicBezTo>
                    <a:pt x="60230" y="97249"/>
                    <a:pt x="60230" y="96802"/>
                    <a:pt x="60230" y="96802"/>
                  </a:cubicBezTo>
                  <a:cubicBezTo>
                    <a:pt x="61153" y="95687"/>
                    <a:pt x="61153" y="95687"/>
                    <a:pt x="61153" y="95687"/>
                  </a:cubicBezTo>
                  <a:cubicBezTo>
                    <a:pt x="61153" y="95687"/>
                    <a:pt x="61846" y="94572"/>
                    <a:pt x="62076" y="94572"/>
                  </a:cubicBezTo>
                  <a:cubicBezTo>
                    <a:pt x="62307" y="94795"/>
                    <a:pt x="63230" y="94572"/>
                    <a:pt x="63461" y="94572"/>
                  </a:cubicBezTo>
                  <a:cubicBezTo>
                    <a:pt x="63692" y="94572"/>
                    <a:pt x="64615" y="95464"/>
                    <a:pt x="65076" y="94572"/>
                  </a:cubicBezTo>
                  <a:cubicBezTo>
                    <a:pt x="65538" y="93903"/>
                    <a:pt x="65769" y="93457"/>
                    <a:pt x="65769" y="93234"/>
                  </a:cubicBezTo>
                  <a:cubicBezTo>
                    <a:pt x="66000" y="93011"/>
                    <a:pt x="66230" y="92342"/>
                    <a:pt x="66923" y="92342"/>
                  </a:cubicBezTo>
                  <a:cubicBezTo>
                    <a:pt x="67615" y="92118"/>
                    <a:pt x="69230" y="92118"/>
                    <a:pt x="69230" y="92118"/>
                  </a:cubicBezTo>
                  <a:cubicBezTo>
                    <a:pt x="69923" y="92342"/>
                    <a:pt x="69923" y="92342"/>
                    <a:pt x="69923" y="92342"/>
                  </a:cubicBezTo>
                  <a:cubicBezTo>
                    <a:pt x="71769" y="93011"/>
                    <a:pt x="71769" y="93011"/>
                    <a:pt x="71769" y="93011"/>
                  </a:cubicBezTo>
                  <a:cubicBezTo>
                    <a:pt x="71769" y="93011"/>
                    <a:pt x="72461" y="93011"/>
                    <a:pt x="72923" y="93011"/>
                  </a:cubicBezTo>
                  <a:cubicBezTo>
                    <a:pt x="73153" y="93011"/>
                    <a:pt x="73384" y="93011"/>
                    <a:pt x="73384" y="93011"/>
                  </a:cubicBezTo>
                  <a:cubicBezTo>
                    <a:pt x="74076" y="93903"/>
                    <a:pt x="74076" y="93903"/>
                    <a:pt x="74076" y="93903"/>
                  </a:cubicBezTo>
                  <a:cubicBezTo>
                    <a:pt x="74076" y="93903"/>
                    <a:pt x="75000" y="94349"/>
                    <a:pt x="75230" y="94349"/>
                  </a:cubicBezTo>
                  <a:cubicBezTo>
                    <a:pt x="75461" y="94349"/>
                    <a:pt x="77307" y="93903"/>
                    <a:pt x="77307" y="93903"/>
                  </a:cubicBezTo>
                  <a:cubicBezTo>
                    <a:pt x="77307" y="93903"/>
                    <a:pt x="78000" y="93680"/>
                    <a:pt x="78230" y="93903"/>
                  </a:cubicBezTo>
                  <a:cubicBezTo>
                    <a:pt x="78461" y="94126"/>
                    <a:pt x="79153" y="94349"/>
                    <a:pt x="79384" y="94572"/>
                  </a:cubicBezTo>
                  <a:cubicBezTo>
                    <a:pt x="79384" y="94795"/>
                    <a:pt x="81230" y="95687"/>
                    <a:pt x="81692" y="95910"/>
                  </a:cubicBezTo>
                  <a:cubicBezTo>
                    <a:pt x="81923" y="96133"/>
                    <a:pt x="82846" y="95910"/>
                    <a:pt x="82846" y="95910"/>
                  </a:cubicBezTo>
                  <a:cubicBezTo>
                    <a:pt x="83307" y="97026"/>
                    <a:pt x="83307" y="97026"/>
                    <a:pt x="83307" y="97026"/>
                  </a:cubicBezTo>
                  <a:cubicBezTo>
                    <a:pt x="85615" y="97695"/>
                    <a:pt x="85615" y="97695"/>
                    <a:pt x="85615" y="97695"/>
                  </a:cubicBezTo>
                  <a:cubicBezTo>
                    <a:pt x="86538" y="97695"/>
                    <a:pt x="86538" y="97695"/>
                    <a:pt x="86538" y="97695"/>
                  </a:cubicBezTo>
                  <a:cubicBezTo>
                    <a:pt x="89769" y="98810"/>
                    <a:pt x="89769" y="98810"/>
                    <a:pt x="89769" y="98810"/>
                  </a:cubicBezTo>
                  <a:cubicBezTo>
                    <a:pt x="91846" y="97249"/>
                    <a:pt x="91846" y="97249"/>
                    <a:pt x="91846" y="97249"/>
                  </a:cubicBezTo>
                  <a:cubicBezTo>
                    <a:pt x="91846" y="97249"/>
                    <a:pt x="92307" y="97472"/>
                    <a:pt x="92538" y="97472"/>
                  </a:cubicBezTo>
                  <a:cubicBezTo>
                    <a:pt x="92769" y="97472"/>
                    <a:pt x="93230" y="95687"/>
                    <a:pt x="93230" y="95687"/>
                  </a:cubicBezTo>
                  <a:cubicBezTo>
                    <a:pt x="93230" y="95687"/>
                    <a:pt x="93230" y="95241"/>
                    <a:pt x="93461" y="95241"/>
                  </a:cubicBezTo>
                  <a:cubicBezTo>
                    <a:pt x="93923" y="95241"/>
                    <a:pt x="95538" y="94572"/>
                    <a:pt x="95538" y="94572"/>
                  </a:cubicBezTo>
                  <a:cubicBezTo>
                    <a:pt x="95538" y="94349"/>
                    <a:pt x="95307" y="93457"/>
                    <a:pt x="96000" y="93234"/>
                  </a:cubicBezTo>
                  <a:cubicBezTo>
                    <a:pt x="96461" y="93011"/>
                    <a:pt x="97384" y="92342"/>
                    <a:pt x="97384" y="92342"/>
                  </a:cubicBezTo>
                  <a:cubicBezTo>
                    <a:pt x="97615" y="92118"/>
                    <a:pt x="97153" y="91672"/>
                    <a:pt x="97846" y="91449"/>
                  </a:cubicBezTo>
                  <a:cubicBezTo>
                    <a:pt x="98307" y="91449"/>
                    <a:pt x="99000" y="91226"/>
                    <a:pt x="99461" y="91226"/>
                  </a:cubicBezTo>
                  <a:cubicBezTo>
                    <a:pt x="99461" y="91226"/>
                    <a:pt x="99461" y="91226"/>
                    <a:pt x="99461" y="91226"/>
                  </a:cubicBezTo>
                  <a:cubicBezTo>
                    <a:pt x="99461" y="91003"/>
                    <a:pt x="99461" y="91003"/>
                    <a:pt x="99461" y="91003"/>
                  </a:cubicBezTo>
                  <a:cubicBezTo>
                    <a:pt x="99461" y="91003"/>
                    <a:pt x="99461" y="91003"/>
                    <a:pt x="99461" y="91003"/>
                  </a:cubicBezTo>
                  <a:cubicBezTo>
                    <a:pt x="99692" y="91003"/>
                    <a:pt x="99692" y="91003"/>
                    <a:pt x="99692" y="91003"/>
                  </a:cubicBezTo>
                  <a:cubicBezTo>
                    <a:pt x="99692" y="91003"/>
                    <a:pt x="99692" y="91003"/>
                    <a:pt x="99692" y="91003"/>
                  </a:cubicBezTo>
                  <a:cubicBezTo>
                    <a:pt x="99692" y="91003"/>
                    <a:pt x="99692" y="91003"/>
                    <a:pt x="99692" y="91003"/>
                  </a:cubicBezTo>
                  <a:cubicBezTo>
                    <a:pt x="99692" y="91003"/>
                    <a:pt x="99692" y="91003"/>
                    <a:pt x="99692" y="91003"/>
                  </a:cubicBezTo>
                  <a:cubicBezTo>
                    <a:pt x="99692" y="91003"/>
                    <a:pt x="99692" y="91003"/>
                    <a:pt x="99692" y="91003"/>
                  </a:cubicBezTo>
                  <a:cubicBezTo>
                    <a:pt x="99692" y="91003"/>
                    <a:pt x="99692" y="91003"/>
                    <a:pt x="99692" y="91003"/>
                  </a:cubicBezTo>
                  <a:cubicBezTo>
                    <a:pt x="99923" y="90780"/>
                    <a:pt x="99923" y="90780"/>
                    <a:pt x="99923" y="90780"/>
                  </a:cubicBezTo>
                  <a:cubicBezTo>
                    <a:pt x="99923" y="90780"/>
                    <a:pt x="99923" y="90780"/>
                    <a:pt x="99923" y="90780"/>
                  </a:cubicBezTo>
                  <a:cubicBezTo>
                    <a:pt x="99923" y="90780"/>
                    <a:pt x="99923" y="90780"/>
                    <a:pt x="99923" y="90780"/>
                  </a:cubicBezTo>
                  <a:cubicBezTo>
                    <a:pt x="100153" y="90780"/>
                    <a:pt x="100153" y="90780"/>
                    <a:pt x="100153" y="90780"/>
                  </a:cubicBezTo>
                  <a:cubicBezTo>
                    <a:pt x="100153" y="90780"/>
                    <a:pt x="100153" y="90780"/>
                    <a:pt x="100153" y="90780"/>
                  </a:cubicBezTo>
                  <a:cubicBezTo>
                    <a:pt x="100153" y="90780"/>
                    <a:pt x="100153" y="90780"/>
                    <a:pt x="100153" y="90780"/>
                  </a:cubicBezTo>
                  <a:cubicBezTo>
                    <a:pt x="100153" y="90780"/>
                    <a:pt x="100153" y="90780"/>
                    <a:pt x="100153" y="90780"/>
                  </a:cubicBezTo>
                  <a:cubicBezTo>
                    <a:pt x="100153" y="90780"/>
                    <a:pt x="100153" y="90780"/>
                    <a:pt x="100153" y="90780"/>
                  </a:cubicBezTo>
                  <a:cubicBezTo>
                    <a:pt x="100153" y="90780"/>
                    <a:pt x="100153" y="90780"/>
                    <a:pt x="100153" y="90780"/>
                  </a:cubicBezTo>
                  <a:cubicBezTo>
                    <a:pt x="100153" y="90780"/>
                    <a:pt x="100153" y="90780"/>
                    <a:pt x="100153" y="90780"/>
                  </a:cubicBezTo>
                  <a:cubicBezTo>
                    <a:pt x="100153" y="90780"/>
                    <a:pt x="100153" y="90780"/>
                    <a:pt x="100153" y="90780"/>
                  </a:cubicBezTo>
                  <a:cubicBezTo>
                    <a:pt x="100384" y="90780"/>
                    <a:pt x="100384" y="90780"/>
                    <a:pt x="100384" y="90780"/>
                  </a:cubicBezTo>
                  <a:cubicBezTo>
                    <a:pt x="100384" y="90780"/>
                    <a:pt x="100384" y="90780"/>
                    <a:pt x="100384" y="90780"/>
                  </a:cubicBezTo>
                  <a:cubicBezTo>
                    <a:pt x="100384" y="90780"/>
                    <a:pt x="100384" y="90780"/>
                    <a:pt x="100384" y="90780"/>
                  </a:cubicBezTo>
                  <a:cubicBezTo>
                    <a:pt x="100384" y="90780"/>
                    <a:pt x="100384" y="90780"/>
                    <a:pt x="100384" y="90780"/>
                  </a:cubicBezTo>
                  <a:cubicBezTo>
                    <a:pt x="100384" y="90557"/>
                    <a:pt x="100384" y="90557"/>
                    <a:pt x="100384" y="90557"/>
                  </a:cubicBezTo>
                  <a:cubicBezTo>
                    <a:pt x="100384" y="90557"/>
                    <a:pt x="100384" y="90557"/>
                    <a:pt x="100384" y="90557"/>
                  </a:cubicBezTo>
                  <a:cubicBezTo>
                    <a:pt x="100384" y="90557"/>
                    <a:pt x="100384" y="90557"/>
                    <a:pt x="100384" y="90557"/>
                  </a:cubicBezTo>
                  <a:cubicBezTo>
                    <a:pt x="100384" y="90557"/>
                    <a:pt x="100384" y="90557"/>
                    <a:pt x="100384" y="90557"/>
                  </a:cubicBezTo>
                  <a:cubicBezTo>
                    <a:pt x="100384" y="90557"/>
                    <a:pt x="100384" y="90557"/>
                    <a:pt x="100384" y="90557"/>
                  </a:cubicBezTo>
                  <a:cubicBezTo>
                    <a:pt x="100384" y="90557"/>
                    <a:pt x="100384" y="90557"/>
                    <a:pt x="100384" y="90557"/>
                  </a:cubicBezTo>
                  <a:cubicBezTo>
                    <a:pt x="100615" y="90557"/>
                    <a:pt x="100615" y="90557"/>
                    <a:pt x="100615" y="90557"/>
                  </a:cubicBezTo>
                  <a:cubicBezTo>
                    <a:pt x="100615" y="90557"/>
                    <a:pt x="100615" y="90557"/>
                    <a:pt x="100615" y="90557"/>
                  </a:cubicBezTo>
                  <a:cubicBezTo>
                    <a:pt x="100615" y="90557"/>
                    <a:pt x="100615" y="90557"/>
                    <a:pt x="100615" y="90557"/>
                  </a:cubicBezTo>
                  <a:cubicBezTo>
                    <a:pt x="100615" y="90557"/>
                    <a:pt x="100615" y="90557"/>
                    <a:pt x="100615" y="90557"/>
                  </a:cubicBezTo>
                  <a:cubicBezTo>
                    <a:pt x="100615" y="90557"/>
                    <a:pt x="100615" y="90557"/>
                    <a:pt x="100615" y="90557"/>
                  </a:cubicBezTo>
                  <a:cubicBezTo>
                    <a:pt x="100615" y="90557"/>
                    <a:pt x="100615" y="90557"/>
                    <a:pt x="100615" y="90557"/>
                  </a:cubicBezTo>
                  <a:cubicBezTo>
                    <a:pt x="100615" y="90557"/>
                    <a:pt x="100615" y="90557"/>
                    <a:pt x="100615" y="90557"/>
                  </a:cubicBezTo>
                  <a:cubicBezTo>
                    <a:pt x="100615" y="90557"/>
                    <a:pt x="100615" y="90557"/>
                    <a:pt x="100615" y="90557"/>
                  </a:cubicBezTo>
                  <a:cubicBezTo>
                    <a:pt x="100846" y="90334"/>
                    <a:pt x="101076" y="90334"/>
                    <a:pt x="101076" y="90334"/>
                  </a:cubicBezTo>
                  <a:cubicBezTo>
                    <a:pt x="102461" y="89219"/>
                    <a:pt x="102461" y="89219"/>
                    <a:pt x="102461" y="89219"/>
                  </a:cubicBezTo>
                  <a:cubicBezTo>
                    <a:pt x="103153" y="86765"/>
                    <a:pt x="103153" y="86765"/>
                    <a:pt x="103153" y="86765"/>
                  </a:cubicBezTo>
                  <a:cubicBezTo>
                    <a:pt x="102230" y="86096"/>
                    <a:pt x="102230" y="86096"/>
                    <a:pt x="102230" y="86096"/>
                  </a:cubicBezTo>
                  <a:cubicBezTo>
                    <a:pt x="100153" y="86096"/>
                    <a:pt x="100153" y="86096"/>
                    <a:pt x="100153" y="86096"/>
                  </a:cubicBezTo>
                  <a:cubicBezTo>
                    <a:pt x="97846" y="85204"/>
                    <a:pt x="97846" y="85204"/>
                    <a:pt x="97846" y="85204"/>
                  </a:cubicBezTo>
                  <a:cubicBezTo>
                    <a:pt x="96692" y="83420"/>
                    <a:pt x="96692" y="83420"/>
                    <a:pt x="96692" y="83420"/>
                  </a:cubicBezTo>
                  <a:cubicBezTo>
                    <a:pt x="96000" y="83420"/>
                    <a:pt x="96000" y="83420"/>
                    <a:pt x="96000" y="83420"/>
                  </a:cubicBezTo>
                  <a:cubicBezTo>
                    <a:pt x="95769" y="81858"/>
                    <a:pt x="95307" y="82527"/>
                    <a:pt x="96230" y="81412"/>
                  </a:cubicBezTo>
                  <a:cubicBezTo>
                    <a:pt x="97153" y="80074"/>
                    <a:pt x="97153" y="80074"/>
                    <a:pt x="97153" y="80074"/>
                  </a:cubicBezTo>
                  <a:cubicBezTo>
                    <a:pt x="96923" y="77843"/>
                    <a:pt x="96923" y="77843"/>
                    <a:pt x="96923" y="77843"/>
                  </a:cubicBezTo>
                  <a:cubicBezTo>
                    <a:pt x="96230" y="77174"/>
                    <a:pt x="96230" y="77174"/>
                    <a:pt x="96230" y="77174"/>
                  </a:cubicBezTo>
                  <a:cubicBezTo>
                    <a:pt x="95076" y="76505"/>
                    <a:pt x="95076" y="76505"/>
                    <a:pt x="95076" y="76505"/>
                  </a:cubicBezTo>
                  <a:cubicBezTo>
                    <a:pt x="95076" y="76505"/>
                    <a:pt x="94384" y="75613"/>
                    <a:pt x="94153" y="75390"/>
                  </a:cubicBezTo>
                  <a:cubicBezTo>
                    <a:pt x="94153" y="75390"/>
                    <a:pt x="94153" y="74944"/>
                    <a:pt x="94153" y="74944"/>
                  </a:cubicBezTo>
                  <a:cubicBezTo>
                    <a:pt x="93923" y="74721"/>
                    <a:pt x="94846" y="74721"/>
                    <a:pt x="94846" y="74721"/>
                  </a:cubicBezTo>
                  <a:cubicBezTo>
                    <a:pt x="95076" y="74721"/>
                    <a:pt x="95769" y="74498"/>
                    <a:pt x="96000" y="74498"/>
                  </a:cubicBezTo>
                  <a:cubicBezTo>
                    <a:pt x="96230" y="74498"/>
                    <a:pt x="97153" y="73605"/>
                    <a:pt x="97153" y="73605"/>
                  </a:cubicBezTo>
                  <a:cubicBezTo>
                    <a:pt x="97153" y="73605"/>
                    <a:pt x="97615" y="72713"/>
                    <a:pt x="98076" y="72490"/>
                  </a:cubicBezTo>
                  <a:cubicBezTo>
                    <a:pt x="98307" y="72267"/>
                    <a:pt x="98769" y="70483"/>
                    <a:pt x="98769" y="70260"/>
                  </a:cubicBezTo>
                  <a:cubicBezTo>
                    <a:pt x="98769" y="70260"/>
                    <a:pt x="98307" y="69144"/>
                    <a:pt x="98076" y="69144"/>
                  </a:cubicBezTo>
                  <a:cubicBezTo>
                    <a:pt x="96000" y="68252"/>
                    <a:pt x="96461" y="67806"/>
                    <a:pt x="95538" y="67360"/>
                  </a:cubicBezTo>
                  <a:cubicBezTo>
                    <a:pt x="95538" y="66245"/>
                    <a:pt x="95538" y="66245"/>
                    <a:pt x="95538" y="66245"/>
                  </a:cubicBezTo>
                  <a:cubicBezTo>
                    <a:pt x="96692" y="65353"/>
                    <a:pt x="96692" y="65353"/>
                    <a:pt x="96692" y="65353"/>
                  </a:cubicBezTo>
                  <a:cubicBezTo>
                    <a:pt x="96923" y="65130"/>
                    <a:pt x="97384" y="64907"/>
                    <a:pt x="97615" y="64907"/>
                  </a:cubicBezTo>
                  <a:cubicBezTo>
                    <a:pt x="97846" y="64460"/>
                    <a:pt x="97846" y="64460"/>
                    <a:pt x="97846" y="64460"/>
                  </a:cubicBezTo>
                  <a:cubicBezTo>
                    <a:pt x="97846" y="64460"/>
                    <a:pt x="97384" y="64014"/>
                    <a:pt x="97384" y="64014"/>
                  </a:cubicBezTo>
                  <a:cubicBezTo>
                    <a:pt x="97384" y="64014"/>
                    <a:pt x="97153" y="63791"/>
                    <a:pt x="96923" y="63791"/>
                  </a:cubicBezTo>
                  <a:cubicBezTo>
                    <a:pt x="96923" y="63791"/>
                    <a:pt x="96692" y="63568"/>
                    <a:pt x="96692" y="63568"/>
                  </a:cubicBezTo>
                  <a:cubicBezTo>
                    <a:pt x="96692" y="63568"/>
                    <a:pt x="96461" y="63345"/>
                    <a:pt x="96230" y="63345"/>
                  </a:cubicBezTo>
                  <a:cubicBezTo>
                    <a:pt x="96000" y="63345"/>
                    <a:pt x="96230" y="62899"/>
                    <a:pt x="96461" y="62899"/>
                  </a:cubicBezTo>
                  <a:cubicBezTo>
                    <a:pt x="96461" y="62676"/>
                    <a:pt x="96461" y="62230"/>
                    <a:pt x="96461" y="62230"/>
                  </a:cubicBezTo>
                  <a:cubicBezTo>
                    <a:pt x="96461" y="62230"/>
                    <a:pt x="95769" y="62230"/>
                    <a:pt x="95538" y="62230"/>
                  </a:cubicBezTo>
                  <a:cubicBezTo>
                    <a:pt x="95538" y="62007"/>
                    <a:pt x="95538" y="62007"/>
                    <a:pt x="95538" y="62007"/>
                  </a:cubicBezTo>
                  <a:cubicBezTo>
                    <a:pt x="95538" y="62007"/>
                    <a:pt x="95769" y="61338"/>
                    <a:pt x="96000" y="61338"/>
                  </a:cubicBezTo>
                  <a:cubicBezTo>
                    <a:pt x="96000" y="61115"/>
                    <a:pt x="96000" y="60892"/>
                    <a:pt x="96000" y="60892"/>
                  </a:cubicBezTo>
                  <a:cubicBezTo>
                    <a:pt x="96000" y="60892"/>
                    <a:pt x="96000" y="60669"/>
                    <a:pt x="96000" y="60223"/>
                  </a:cubicBezTo>
                  <a:cubicBezTo>
                    <a:pt x="96230" y="60000"/>
                    <a:pt x="96000" y="60000"/>
                    <a:pt x="96000" y="60000"/>
                  </a:cubicBezTo>
                  <a:cubicBezTo>
                    <a:pt x="96000" y="60000"/>
                    <a:pt x="95769" y="59776"/>
                    <a:pt x="95538" y="59776"/>
                  </a:cubicBezTo>
                  <a:cubicBezTo>
                    <a:pt x="95538" y="59776"/>
                    <a:pt x="95538" y="59776"/>
                    <a:pt x="95769" y="59553"/>
                  </a:cubicBezTo>
                  <a:cubicBezTo>
                    <a:pt x="96000" y="59107"/>
                    <a:pt x="96000" y="59330"/>
                    <a:pt x="96000" y="59330"/>
                  </a:cubicBezTo>
                  <a:cubicBezTo>
                    <a:pt x="96000" y="58884"/>
                    <a:pt x="96000" y="58884"/>
                    <a:pt x="96000" y="58884"/>
                  </a:cubicBezTo>
                  <a:cubicBezTo>
                    <a:pt x="95538" y="58661"/>
                    <a:pt x="95538" y="58661"/>
                    <a:pt x="95538" y="58661"/>
                  </a:cubicBezTo>
                  <a:cubicBezTo>
                    <a:pt x="94846" y="58215"/>
                    <a:pt x="94846" y="58215"/>
                    <a:pt x="94846" y="58215"/>
                  </a:cubicBezTo>
                  <a:cubicBezTo>
                    <a:pt x="94846" y="58215"/>
                    <a:pt x="93923" y="58215"/>
                    <a:pt x="93923" y="58215"/>
                  </a:cubicBezTo>
                  <a:cubicBezTo>
                    <a:pt x="93923" y="58215"/>
                    <a:pt x="93230" y="58215"/>
                    <a:pt x="93230" y="58215"/>
                  </a:cubicBezTo>
                  <a:cubicBezTo>
                    <a:pt x="92769" y="58438"/>
                    <a:pt x="92769" y="58438"/>
                    <a:pt x="92769" y="58438"/>
                  </a:cubicBezTo>
                  <a:cubicBezTo>
                    <a:pt x="92538" y="58661"/>
                    <a:pt x="92538" y="58661"/>
                    <a:pt x="92538" y="58661"/>
                  </a:cubicBezTo>
                  <a:cubicBezTo>
                    <a:pt x="91846" y="58884"/>
                    <a:pt x="91846" y="58884"/>
                    <a:pt x="91846" y="58884"/>
                  </a:cubicBezTo>
                  <a:cubicBezTo>
                    <a:pt x="91153" y="59107"/>
                    <a:pt x="91153" y="59107"/>
                    <a:pt x="91153" y="59107"/>
                  </a:cubicBezTo>
                  <a:cubicBezTo>
                    <a:pt x="91153" y="59107"/>
                    <a:pt x="90923" y="59553"/>
                    <a:pt x="90692" y="59776"/>
                  </a:cubicBezTo>
                  <a:cubicBezTo>
                    <a:pt x="90692" y="59776"/>
                    <a:pt x="90692" y="60000"/>
                    <a:pt x="90692" y="60000"/>
                  </a:cubicBezTo>
                  <a:cubicBezTo>
                    <a:pt x="91153" y="60223"/>
                    <a:pt x="91153" y="60223"/>
                    <a:pt x="91153" y="60223"/>
                  </a:cubicBezTo>
                  <a:cubicBezTo>
                    <a:pt x="91153" y="60669"/>
                    <a:pt x="91153" y="60669"/>
                    <a:pt x="91153" y="60669"/>
                  </a:cubicBezTo>
                  <a:cubicBezTo>
                    <a:pt x="91384" y="60669"/>
                    <a:pt x="91384" y="60669"/>
                    <a:pt x="91384" y="60669"/>
                  </a:cubicBezTo>
                  <a:cubicBezTo>
                    <a:pt x="91153" y="61115"/>
                    <a:pt x="91153" y="61115"/>
                    <a:pt x="91153" y="61115"/>
                  </a:cubicBezTo>
                  <a:cubicBezTo>
                    <a:pt x="91153" y="61115"/>
                    <a:pt x="90923" y="61115"/>
                    <a:pt x="90692" y="61338"/>
                  </a:cubicBezTo>
                  <a:cubicBezTo>
                    <a:pt x="90461" y="61561"/>
                    <a:pt x="90461" y="61784"/>
                    <a:pt x="90461" y="61784"/>
                  </a:cubicBezTo>
                  <a:cubicBezTo>
                    <a:pt x="89769" y="62007"/>
                    <a:pt x="89769" y="62007"/>
                    <a:pt x="89769" y="62007"/>
                  </a:cubicBezTo>
                  <a:cubicBezTo>
                    <a:pt x="89307" y="61784"/>
                    <a:pt x="89307" y="61784"/>
                    <a:pt x="89307" y="61784"/>
                  </a:cubicBezTo>
                  <a:cubicBezTo>
                    <a:pt x="88846" y="62007"/>
                    <a:pt x="88846" y="62007"/>
                    <a:pt x="88846" y="62007"/>
                  </a:cubicBezTo>
                  <a:cubicBezTo>
                    <a:pt x="88615" y="62007"/>
                    <a:pt x="88615" y="62007"/>
                    <a:pt x="88615" y="62007"/>
                  </a:cubicBezTo>
                  <a:cubicBezTo>
                    <a:pt x="88615" y="61561"/>
                    <a:pt x="88615" y="61561"/>
                    <a:pt x="88615" y="61561"/>
                  </a:cubicBezTo>
                  <a:cubicBezTo>
                    <a:pt x="88384" y="61338"/>
                    <a:pt x="88384" y="61338"/>
                    <a:pt x="88384" y="61338"/>
                  </a:cubicBezTo>
                  <a:cubicBezTo>
                    <a:pt x="88615" y="61115"/>
                    <a:pt x="88615" y="61115"/>
                    <a:pt x="88615" y="61115"/>
                  </a:cubicBezTo>
                  <a:cubicBezTo>
                    <a:pt x="88615" y="61115"/>
                    <a:pt x="88846" y="60892"/>
                    <a:pt x="88846" y="60892"/>
                  </a:cubicBezTo>
                  <a:cubicBezTo>
                    <a:pt x="89076" y="60892"/>
                    <a:pt x="89307" y="60669"/>
                    <a:pt x="89307" y="60669"/>
                  </a:cubicBezTo>
                  <a:cubicBezTo>
                    <a:pt x="89769" y="60669"/>
                    <a:pt x="89769" y="60669"/>
                    <a:pt x="89769" y="60669"/>
                  </a:cubicBezTo>
                  <a:cubicBezTo>
                    <a:pt x="89769" y="60223"/>
                    <a:pt x="89769" y="60223"/>
                    <a:pt x="89769" y="60223"/>
                  </a:cubicBezTo>
                  <a:cubicBezTo>
                    <a:pt x="90000" y="59776"/>
                    <a:pt x="90000" y="59776"/>
                    <a:pt x="90000" y="59776"/>
                  </a:cubicBezTo>
                  <a:cubicBezTo>
                    <a:pt x="90000" y="59107"/>
                    <a:pt x="90000" y="59107"/>
                    <a:pt x="90000" y="59107"/>
                  </a:cubicBezTo>
                  <a:cubicBezTo>
                    <a:pt x="89769" y="58884"/>
                    <a:pt x="89769" y="58884"/>
                    <a:pt x="89769" y="58884"/>
                  </a:cubicBezTo>
                  <a:cubicBezTo>
                    <a:pt x="89538" y="58661"/>
                    <a:pt x="89538" y="58661"/>
                    <a:pt x="89538" y="58661"/>
                  </a:cubicBezTo>
                  <a:cubicBezTo>
                    <a:pt x="89538" y="58438"/>
                    <a:pt x="89538" y="58438"/>
                    <a:pt x="89538" y="58438"/>
                  </a:cubicBezTo>
                  <a:cubicBezTo>
                    <a:pt x="89538" y="57992"/>
                    <a:pt x="89538" y="57992"/>
                    <a:pt x="89538" y="57992"/>
                  </a:cubicBezTo>
                  <a:cubicBezTo>
                    <a:pt x="89769" y="57769"/>
                    <a:pt x="89769" y="57769"/>
                    <a:pt x="89769" y="57769"/>
                  </a:cubicBezTo>
                  <a:cubicBezTo>
                    <a:pt x="89769" y="57769"/>
                    <a:pt x="90000" y="57546"/>
                    <a:pt x="90000" y="57323"/>
                  </a:cubicBezTo>
                  <a:cubicBezTo>
                    <a:pt x="90000" y="57323"/>
                    <a:pt x="90000" y="56877"/>
                    <a:pt x="90000" y="56877"/>
                  </a:cubicBezTo>
                  <a:cubicBezTo>
                    <a:pt x="90000" y="56877"/>
                    <a:pt x="90000" y="56654"/>
                    <a:pt x="90000" y="56654"/>
                  </a:cubicBezTo>
                  <a:cubicBezTo>
                    <a:pt x="90923" y="55762"/>
                    <a:pt x="90923" y="55762"/>
                    <a:pt x="90923" y="55762"/>
                  </a:cubicBezTo>
                  <a:cubicBezTo>
                    <a:pt x="91384" y="55315"/>
                    <a:pt x="91384" y="55315"/>
                    <a:pt x="91384" y="55315"/>
                  </a:cubicBezTo>
                  <a:cubicBezTo>
                    <a:pt x="91384" y="55315"/>
                    <a:pt x="91846" y="55315"/>
                    <a:pt x="91846" y="55092"/>
                  </a:cubicBezTo>
                  <a:cubicBezTo>
                    <a:pt x="91846" y="55092"/>
                    <a:pt x="92307" y="55092"/>
                    <a:pt x="92307" y="55092"/>
                  </a:cubicBezTo>
                  <a:cubicBezTo>
                    <a:pt x="92307" y="55092"/>
                    <a:pt x="92538" y="54869"/>
                    <a:pt x="92538" y="54869"/>
                  </a:cubicBezTo>
                  <a:cubicBezTo>
                    <a:pt x="92769" y="54646"/>
                    <a:pt x="92769" y="54423"/>
                    <a:pt x="92769" y="54423"/>
                  </a:cubicBezTo>
                  <a:cubicBezTo>
                    <a:pt x="92769" y="54423"/>
                    <a:pt x="92769" y="54200"/>
                    <a:pt x="92769" y="54200"/>
                  </a:cubicBezTo>
                  <a:cubicBezTo>
                    <a:pt x="92769" y="54200"/>
                    <a:pt x="92769" y="53977"/>
                    <a:pt x="92769" y="53977"/>
                  </a:cubicBezTo>
                  <a:cubicBezTo>
                    <a:pt x="92769" y="53977"/>
                    <a:pt x="92769" y="53754"/>
                    <a:pt x="92769" y="53754"/>
                  </a:cubicBezTo>
                  <a:cubicBezTo>
                    <a:pt x="92769" y="53531"/>
                    <a:pt x="93000" y="53531"/>
                    <a:pt x="93000" y="53531"/>
                  </a:cubicBezTo>
                  <a:cubicBezTo>
                    <a:pt x="93000" y="53085"/>
                    <a:pt x="93000" y="53085"/>
                    <a:pt x="93000" y="53085"/>
                  </a:cubicBezTo>
                  <a:cubicBezTo>
                    <a:pt x="93000" y="53085"/>
                    <a:pt x="92769" y="52862"/>
                    <a:pt x="92769" y="52639"/>
                  </a:cubicBezTo>
                  <a:cubicBezTo>
                    <a:pt x="92769" y="52639"/>
                    <a:pt x="92769" y="52639"/>
                    <a:pt x="92769" y="52416"/>
                  </a:cubicBezTo>
                  <a:cubicBezTo>
                    <a:pt x="93000" y="52193"/>
                    <a:pt x="93230" y="52193"/>
                    <a:pt x="93230" y="52193"/>
                  </a:cubicBezTo>
                  <a:cubicBezTo>
                    <a:pt x="93692" y="52193"/>
                    <a:pt x="93692" y="52193"/>
                    <a:pt x="93692" y="52193"/>
                  </a:cubicBezTo>
                  <a:cubicBezTo>
                    <a:pt x="93692" y="52193"/>
                    <a:pt x="93923" y="51970"/>
                    <a:pt x="94153" y="51970"/>
                  </a:cubicBezTo>
                  <a:cubicBezTo>
                    <a:pt x="94153" y="51970"/>
                    <a:pt x="94384" y="51747"/>
                    <a:pt x="94384" y="51747"/>
                  </a:cubicBezTo>
                  <a:cubicBezTo>
                    <a:pt x="94615" y="51301"/>
                    <a:pt x="94615" y="51301"/>
                    <a:pt x="94615" y="51301"/>
                  </a:cubicBezTo>
                  <a:cubicBezTo>
                    <a:pt x="94846" y="51301"/>
                    <a:pt x="94846" y="51301"/>
                    <a:pt x="94846" y="51301"/>
                  </a:cubicBezTo>
                  <a:cubicBezTo>
                    <a:pt x="95076" y="51078"/>
                    <a:pt x="95076" y="51078"/>
                    <a:pt x="95076" y="51078"/>
                  </a:cubicBezTo>
                  <a:cubicBezTo>
                    <a:pt x="95076" y="50631"/>
                    <a:pt x="95076" y="50631"/>
                    <a:pt x="95076" y="50631"/>
                  </a:cubicBezTo>
                  <a:cubicBezTo>
                    <a:pt x="95538" y="50408"/>
                    <a:pt x="95538" y="50408"/>
                    <a:pt x="95538" y="50408"/>
                  </a:cubicBezTo>
                  <a:cubicBezTo>
                    <a:pt x="95538" y="50185"/>
                    <a:pt x="95538" y="50185"/>
                    <a:pt x="95538" y="50185"/>
                  </a:cubicBezTo>
                  <a:cubicBezTo>
                    <a:pt x="95769" y="49962"/>
                    <a:pt x="95769" y="49962"/>
                    <a:pt x="95769" y="49962"/>
                  </a:cubicBezTo>
                  <a:cubicBezTo>
                    <a:pt x="96000" y="49962"/>
                    <a:pt x="96000" y="49962"/>
                    <a:pt x="96000" y="49962"/>
                  </a:cubicBezTo>
                  <a:cubicBezTo>
                    <a:pt x="96461" y="49516"/>
                    <a:pt x="96461" y="49516"/>
                    <a:pt x="96461" y="49516"/>
                  </a:cubicBezTo>
                  <a:cubicBezTo>
                    <a:pt x="96923" y="49293"/>
                    <a:pt x="96923" y="49293"/>
                    <a:pt x="96923" y="49293"/>
                  </a:cubicBezTo>
                  <a:cubicBezTo>
                    <a:pt x="96923" y="49293"/>
                    <a:pt x="97153" y="48847"/>
                    <a:pt x="97153" y="48624"/>
                  </a:cubicBezTo>
                  <a:cubicBezTo>
                    <a:pt x="97153" y="48401"/>
                    <a:pt x="97153" y="48401"/>
                    <a:pt x="97384" y="48178"/>
                  </a:cubicBezTo>
                  <a:cubicBezTo>
                    <a:pt x="97384" y="48178"/>
                    <a:pt x="97615" y="48178"/>
                    <a:pt x="97846" y="47955"/>
                  </a:cubicBezTo>
                  <a:cubicBezTo>
                    <a:pt x="97846" y="47955"/>
                    <a:pt x="97846" y="47732"/>
                    <a:pt x="97846" y="47732"/>
                  </a:cubicBezTo>
                  <a:cubicBezTo>
                    <a:pt x="98076" y="47732"/>
                    <a:pt x="98076" y="47732"/>
                    <a:pt x="98076" y="47732"/>
                  </a:cubicBezTo>
                  <a:cubicBezTo>
                    <a:pt x="98076" y="47286"/>
                    <a:pt x="98076" y="47286"/>
                    <a:pt x="98076" y="47286"/>
                  </a:cubicBezTo>
                  <a:cubicBezTo>
                    <a:pt x="98076" y="47063"/>
                    <a:pt x="98076" y="47063"/>
                    <a:pt x="98076" y="47063"/>
                  </a:cubicBezTo>
                  <a:cubicBezTo>
                    <a:pt x="98076" y="47063"/>
                    <a:pt x="97615" y="47286"/>
                    <a:pt x="97615" y="47286"/>
                  </a:cubicBezTo>
                  <a:cubicBezTo>
                    <a:pt x="97615" y="47286"/>
                    <a:pt x="97384" y="47286"/>
                    <a:pt x="97153" y="47286"/>
                  </a:cubicBezTo>
                  <a:cubicBezTo>
                    <a:pt x="97153" y="47286"/>
                    <a:pt x="96923" y="47286"/>
                    <a:pt x="96692" y="47286"/>
                  </a:cubicBezTo>
                  <a:cubicBezTo>
                    <a:pt x="96461" y="47063"/>
                    <a:pt x="96692" y="47063"/>
                    <a:pt x="96692" y="47063"/>
                  </a:cubicBezTo>
                  <a:cubicBezTo>
                    <a:pt x="96692" y="47063"/>
                    <a:pt x="96923" y="47063"/>
                    <a:pt x="96923" y="46840"/>
                  </a:cubicBezTo>
                  <a:cubicBezTo>
                    <a:pt x="96923" y="46840"/>
                    <a:pt x="97153" y="46394"/>
                    <a:pt x="97153" y="46394"/>
                  </a:cubicBezTo>
                  <a:cubicBezTo>
                    <a:pt x="97384" y="46394"/>
                    <a:pt x="97384" y="46394"/>
                    <a:pt x="97384" y="46394"/>
                  </a:cubicBezTo>
                  <a:cubicBezTo>
                    <a:pt x="97615" y="46171"/>
                    <a:pt x="97615" y="46171"/>
                    <a:pt x="97615" y="46171"/>
                  </a:cubicBezTo>
                  <a:cubicBezTo>
                    <a:pt x="97615" y="46171"/>
                    <a:pt x="97846" y="46171"/>
                    <a:pt x="97846" y="46171"/>
                  </a:cubicBezTo>
                  <a:cubicBezTo>
                    <a:pt x="97846" y="46171"/>
                    <a:pt x="97615" y="45947"/>
                    <a:pt x="97615" y="45947"/>
                  </a:cubicBezTo>
                  <a:cubicBezTo>
                    <a:pt x="97615" y="45501"/>
                    <a:pt x="97615" y="45501"/>
                    <a:pt x="97615" y="45501"/>
                  </a:cubicBezTo>
                  <a:cubicBezTo>
                    <a:pt x="98076" y="45724"/>
                    <a:pt x="98076" y="45724"/>
                    <a:pt x="98076" y="45724"/>
                  </a:cubicBezTo>
                  <a:cubicBezTo>
                    <a:pt x="98769" y="45724"/>
                    <a:pt x="98769" y="45724"/>
                    <a:pt x="98769" y="45724"/>
                  </a:cubicBezTo>
                  <a:cubicBezTo>
                    <a:pt x="99000" y="45501"/>
                    <a:pt x="99000" y="45501"/>
                    <a:pt x="99000" y="45501"/>
                  </a:cubicBezTo>
                  <a:cubicBezTo>
                    <a:pt x="99000" y="45501"/>
                    <a:pt x="99230" y="45947"/>
                    <a:pt x="99230" y="45947"/>
                  </a:cubicBezTo>
                  <a:cubicBezTo>
                    <a:pt x="99230" y="46171"/>
                    <a:pt x="99230" y="46394"/>
                    <a:pt x="99461" y="46394"/>
                  </a:cubicBezTo>
                  <a:cubicBezTo>
                    <a:pt x="99461" y="46394"/>
                    <a:pt x="99923" y="46617"/>
                    <a:pt x="99923" y="46617"/>
                  </a:cubicBezTo>
                  <a:cubicBezTo>
                    <a:pt x="99923" y="46617"/>
                    <a:pt x="99923" y="46394"/>
                    <a:pt x="100153" y="46394"/>
                  </a:cubicBezTo>
                  <a:cubicBezTo>
                    <a:pt x="100153" y="46394"/>
                    <a:pt x="100384" y="46394"/>
                    <a:pt x="100384" y="46394"/>
                  </a:cubicBezTo>
                  <a:cubicBezTo>
                    <a:pt x="100615" y="46394"/>
                    <a:pt x="100846" y="46394"/>
                    <a:pt x="100846" y="46394"/>
                  </a:cubicBezTo>
                  <a:cubicBezTo>
                    <a:pt x="100846" y="46394"/>
                    <a:pt x="101076" y="46394"/>
                    <a:pt x="101307" y="46394"/>
                  </a:cubicBezTo>
                  <a:cubicBezTo>
                    <a:pt x="101307" y="46171"/>
                    <a:pt x="101307" y="46171"/>
                    <a:pt x="101307" y="46171"/>
                  </a:cubicBezTo>
                  <a:cubicBezTo>
                    <a:pt x="101307" y="46171"/>
                    <a:pt x="101307" y="45947"/>
                    <a:pt x="101307" y="45947"/>
                  </a:cubicBezTo>
                  <a:cubicBezTo>
                    <a:pt x="101307" y="45947"/>
                    <a:pt x="101538" y="45501"/>
                    <a:pt x="101538" y="45501"/>
                  </a:cubicBezTo>
                  <a:cubicBezTo>
                    <a:pt x="101538" y="45501"/>
                    <a:pt x="101769" y="45501"/>
                    <a:pt x="101769" y="45501"/>
                  </a:cubicBezTo>
                  <a:cubicBezTo>
                    <a:pt x="101769" y="45501"/>
                    <a:pt x="102000" y="45501"/>
                    <a:pt x="102000" y="45501"/>
                  </a:cubicBezTo>
                  <a:cubicBezTo>
                    <a:pt x="102000" y="45501"/>
                    <a:pt x="102000" y="45278"/>
                    <a:pt x="102000" y="45278"/>
                  </a:cubicBezTo>
                  <a:cubicBezTo>
                    <a:pt x="102000" y="45278"/>
                    <a:pt x="102000" y="45055"/>
                    <a:pt x="102000" y="45055"/>
                  </a:cubicBezTo>
                  <a:cubicBezTo>
                    <a:pt x="102000" y="45055"/>
                    <a:pt x="102230" y="45055"/>
                    <a:pt x="102230" y="45055"/>
                  </a:cubicBezTo>
                  <a:cubicBezTo>
                    <a:pt x="102230" y="44609"/>
                    <a:pt x="102230" y="44609"/>
                    <a:pt x="102230" y="44609"/>
                  </a:cubicBezTo>
                  <a:cubicBezTo>
                    <a:pt x="102230" y="44609"/>
                    <a:pt x="102692" y="44609"/>
                    <a:pt x="102692" y="44609"/>
                  </a:cubicBezTo>
                  <a:cubicBezTo>
                    <a:pt x="102923" y="44609"/>
                    <a:pt x="102692" y="44609"/>
                    <a:pt x="102692" y="44609"/>
                  </a:cubicBezTo>
                  <a:cubicBezTo>
                    <a:pt x="103384" y="44386"/>
                    <a:pt x="103384" y="44386"/>
                    <a:pt x="103384" y="44386"/>
                  </a:cubicBezTo>
                  <a:cubicBezTo>
                    <a:pt x="103384" y="44386"/>
                    <a:pt x="103384" y="44386"/>
                    <a:pt x="103384" y="44609"/>
                  </a:cubicBezTo>
                  <a:cubicBezTo>
                    <a:pt x="102923" y="43940"/>
                    <a:pt x="102230" y="43048"/>
                    <a:pt x="102230" y="43048"/>
                  </a:cubicBezTo>
                  <a:cubicBezTo>
                    <a:pt x="102692" y="42156"/>
                    <a:pt x="102692" y="42156"/>
                    <a:pt x="102692" y="42156"/>
                  </a:cubicBezTo>
                  <a:cubicBezTo>
                    <a:pt x="102692" y="42156"/>
                    <a:pt x="102923" y="40594"/>
                    <a:pt x="102923" y="40148"/>
                  </a:cubicBezTo>
                  <a:cubicBezTo>
                    <a:pt x="102923" y="39925"/>
                    <a:pt x="102923" y="38587"/>
                    <a:pt x="102923" y="38587"/>
                  </a:cubicBezTo>
                  <a:cubicBezTo>
                    <a:pt x="102923" y="38587"/>
                    <a:pt x="102000" y="38364"/>
                    <a:pt x="102692" y="37695"/>
                  </a:cubicBezTo>
                  <a:cubicBezTo>
                    <a:pt x="103384" y="36802"/>
                    <a:pt x="104076" y="35687"/>
                    <a:pt x="104076" y="35687"/>
                  </a:cubicBezTo>
                  <a:cubicBezTo>
                    <a:pt x="104076" y="33457"/>
                    <a:pt x="104076" y="33457"/>
                    <a:pt x="104076" y="33457"/>
                  </a:cubicBezTo>
                  <a:cubicBezTo>
                    <a:pt x="104076" y="33457"/>
                    <a:pt x="103384" y="32788"/>
                    <a:pt x="104307" y="32342"/>
                  </a:cubicBezTo>
                  <a:cubicBezTo>
                    <a:pt x="105230" y="31672"/>
                    <a:pt x="106846" y="29665"/>
                    <a:pt x="106846" y="29665"/>
                  </a:cubicBezTo>
                  <a:cubicBezTo>
                    <a:pt x="108461" y="27881"/>
                    <a:pt x="108461" y="27881"/>
                    <a:pt x="108461" y="27881"/>
                  </a:cubicBezTo>
                  <a:cubicBezTo>
                    <a:pt x="105692" y="27211"/>
                    <a:pt x="105692" y="27211"/>
                    <a:pt x="105692" y="27211"/>
                  </a:cubicBezTo>
                  <a:cubicBezTo>
                    <a:pt x="104076" y="26988"/>
                    <a:pt x="104076" y="26988"/>
                    <a:pt x="104076" y="26988"/>
                  </a:cubicBezTo>
                  <a:cubicBezTo>
                    <a:pt x="102923" y="26319"/>
                    <a:pt x="102923" y="26319"/>
                    <a:pt x="102923" y="26319"/>
                  </a:cubicBezTo>
                  <a:cubicBezTo>
                    <a:pt x="102230" y="25204"/>
                    <a:pt x="102230" y="25204"/>
                    <a:pt x="102230" y="25204"/>
                  </a:cubicBezTo>
                  <a:cubicBezTo>
                    <a:pt x="101538" y="25650"/>
                    <a:pt x="101538" y="25650"/>
                    <a:pt x="101538" y="25650"/>
                  </a:cubicBezTo>
                  <a:cubicBezTo>
                    <a:pt x="100846" y="26096"/>
                    <a:pt x="100846" y="26096"/>
                    <a:pt x="100846" y="26096"/>
                  </a:cubicBezTo>
                  <a:cubicBezTo>
                    <a:pt x="99230" y="25873"/>
                    <a:pt x="99230" y="25873"/>
                    <a:pt x="99230" y="25873"/>
                  </a:cubicBezTo>
                  <a:cubicBezTo>
                    <a:pt x="98076" y="24758"/>
                    <a:pt x="98076" y="24758"/>
                    <a:pt x="98076" y="24758"/>
                  </a:cubicBezTo>
                  <a:cubicBezTo>
                    <a:pt x="97153" y="25427"/>
                    <a:pt x="97153" y="25427"/>
                    <a:pt x="97153" y="25427"/>
                  </a:cubicBezTo>
                  <a:cubicBezTo>
                    <a:pt x="96230" y="24758"/>
                    <a:pt x="96230" y="24758"/>
                    <a:pt x="96230" y="24758"/>
                  </a:cubicBezTo>
                  <a:cubicBezTo>
                    <a:pt x="95538" y="23643"/>
                    <a:pt x="95538" y="23643"/>
                    <a:pt x="95538" y="23643"/>
                  </a:cubicBezTo>
                  <a:cubicBezTo>
                    <a:pt x="95307" y="22750"/>
                    <a:pt x="95307" y="22750"/>
                    <a:pt x="95307" y="22750"/>
                  </a:cubicBezTo>
                  <a:cubicBezTo>
                    <a:pt x="94153" y="21635"/>
                    <a:pt x="94153" y="21635"/>
                    <a:pt x="94153" y="21635"/>
                  </a:cubicBezTo>
                  <a:cubicBezTo>
                    <a:pt x="93692" y="21635"/>
                    <a:pt x="93692" y="21635"/>
                    <a:pt x="93692" y="21635"/>
                  </a:cubicBezTo>
                  <a:cubicBezTo>
                    <a:pt x="93692" y="21858"/>
                    <a:pt x="93461" y="21858"/>
                    <a:pt x="93461" y="21858"/>
                  </a:cubicBezTo>
                  <a:cubicBezTo>
                    <a:pt x="93461" y="21858"/>
                    <a:pt x="92769" y="21635"/>
                    <a:pt x="92769" y="21635"/>
                  </a:cubicBezTo>
                  <a:cubicBezTo>
                    <a:pt x="92769" y="21189"/>
                    <a:pt x="92769" y="21189"/>
                    <a:pt x="92769" y="21189"/>
                  </a:cubicBezTo>
                  <a:cubicBezTo>
                    <a:pt x="92538" y="20966"/>
                    <a:pt x="92538" y="20966"/>
                    <a:pt x="92538" y="20966"/>
                  </a:cubicBezTo>
                  <a:cubicBezTo>
                    <a:pt x="92076" y="20966"/>
                    <a:pt x="92076" y="20966"/>
                    <a:pt x="92076" y="20966"/>
                  </a:cubicBezTo>
                  <a:cubicBezTo>
                    <a:pt x="91615" y="21189"/>
                    <a:pt x="91615" y="21189"/>
                    <a:pt x="91615" y="21189"/>
                  </a:cubicBezTo>
                  <a:cubicBezTo>
                    <a:pt x="91384" y="21412"/>
                    <a:pt x="91384" y="21412"/>
                    <a:pt x="91384" y="21412"/>
                  </a:cubicBezTo>
                  <a:cubicBezTo>
                    <a:pt x="91384" y="21412"/>
                    <a:pt x="91384" y="21412"/>
                    <a:pt x="91384" y="21412"/>
                  </a:cubicBezTo>
                  <a:cubicBezTo>
                    <a:pt x="91153" y="21635"/>
                    <a:pt x="91153" y="21635"/>
                    <a:pt x="91153" y="21635"/>
                  </a:cubicBezTo>
                  <a:cubicBezTo>
                    <a:pt x="90923" y="21635"/>
                    <a:pt x="90923" y="21635"/>
                    <a:pt x="90923" y="21635"/>
                  </a:cubicBezTo>
                  <a:cubicBezTo>
                    <a:pt x="90923" y="21635"/>
                    <a:pt x="90923" y="21635"/>
                    <a:pt x="90923" y="21635"/>
                  </a:cubicBezTo>
                  <a:cubicBezTo>
                    <a:pt x="90923" y="21635"/>
                    <a:pt x="90692" y="21635"/>
                    <a:pt x="90692" y="21635"/>
                  </a:cubicBezTo>
                  <a:cubicBezTo>
                    <a:pt x="90230" y="21635"/>
                    <a:pt x="90230" y="21635"/>
                    <a:pt x="90230" y="21635"/>
                  </a:cubicBezTo>
                  <a:cubicBezTo>
                    <a:pt x="90230" y="21412"/>
                    <a:pt x="90230" y="21412"/>
                    <a:pt x="90230" y="21412"/>
                  </a:cubicBezTo>
                  <a:cubicBezTo>
                    <a:pt x="90230" y="21189"/>
                    <a:pt x="90230" y="21189"/>
                    <a:pt x="90230" y="21189"/>
                  </a:cubicBezTo>
                  <a:cubicBezTo>
                    <a:pt x="89769" y="20966"/>
                    <a:pt x="89769" y="20966"/>
                    <a:pt x="89769" y="20966"/>
                  </a:cubicBezTo>
                  <a:cubicBezTo>
                    <a:pt x="89538" y="20966"/>
                    <a:pt x="89538" y="20966"/>
                    <a:pt x="89538" y="20966"/>
                  </a:cubicBezTo>
                  <a:cubicBezTo>
                    <a:pt x="89538" y="20966"/>
                    <a:pt x="89307" y="20743"/>
                    <a:pt x="89307" y="20743"/>
                  </a:cubicBezTo>
                  <a:cubicBezTo>
                    <a:pt x="89076" y="20743"/>
                    <a:pt x="89076" y="20520"/>
                    <a:pt x="89076" y="20520"/>
                  </a:cubicBezTo>
                  <a:cubicBezTo>
                    <a:pt x="88846" y="20297"/>
                    <a:pt x="88846" y="20297"/>
                    <a:pt x="88846" y="20297"/>
                  </a:cubicBezTo>
                  <a:cubicBezTo>
                    <a:pt x="89307" y="20297"/>
                    <a:pt x="89307" y="20297"/>
                    <a:pt x="89307" y="20297"/>
                  </a:cubicBezTo>
                  <a:cubicBezTo>
                    <a:pt x="89307" y="20297"/>
                    <a:pt x="89307" y="20074"/>
                    <a:pt x="89307" y="20074"/>
                  </a:cubicBezTo>
                  <a:cubicBezTo>
                    <a:pt x="89307" y="20074"/>
                    <a:pt x="89307" y="20074"/>
                    <a:pt x="89307" y="20074"/>
                  </a:cubicBezTo>
                  <a:cubicBezTo>
                    <a:pt x="89307" y="20074"/>
                    <a:pt x="89076" y="20074"/>
                    <a:pt x="89076" y="20074"/>
                  </a:cubicBezTo>
                  <a:cubicBezTo>
                    <a:pt x="88615" y="20074"/>
                    <a:pt x="88615" y="20074"/>
                    <a:pt x="88615" y="20074"/>
                  </a:cubicBezTo>
                  <a:cubicBezTo>
                    <a:pt x="88384" y="20297"/>
                    <a:pt x="88384" y="20297"/>
                    <a:pt x="88384" y="20297"/>
                  </a:cubicBezTo>
                  <a:cubicBezTo>
                    <a:pt x="87923" y="20297"/>
                    <a:pt x="87923" y="20297"/>
                    <a:pt x="87923" y="20297"/>
                  </a:cubicBezTo>
                  <a:cubicBezTo>
                    <a:pt x="87461" y="20520"/>
                    <a:pt x="87461" y="20520"/>
                    <a:pt x="87461" y="20520"/>
                  </a:cubicBezTo>
                  <a:cubicBezTo>
                    <a:pt x="86769" y="20520"/>
                    <a:pt x="86769" y="20520"/>
                    <a:pt x="86769" y="20520"/>
                  </a:cubicBezTo>
                  <a:cubicBezTo>
                    <a:pt x="86538" y="20074"/>
                    <a:pt x="86538" y="20074"/>
                    <a:pt x="86538" y="20074"/>
                  </a:cubicBezTo>
                  <a:cubicBezTo>
                    <a:pt x="86307" y="19628"/>
                    <a:pt x="86307" y="19628"/>
                    <a:pt x="86307" y="19628"/>
                  </a:cubicBezTo>
                  <a:cubicBezTo>
                    <a:pt x="86076" y="19405"/>
                    <a:pt x="86076" y="19405"/>
                    <a:pt x="86076" y="19405"/>
                  </a:cubicBezTo>
                  <a:cubicBezTo>
                    <a:pt x="85846" y="19405"/>
                    <a:pt x="85846" y="19405"/>
                    <a:pt x="85846" y="19405"/>
                  </a:cubicBezTo>
                  <a:cubicBezTo>
                    <a:pt x="85153" y="19182"/>
                    <a:pt x="85153" y="19182"/>
                    <a:pt x="85153" y="19182"/>
                  </a:cubicBezTo>
                  <a:cubicBezTo>
                    <a:pt x="85384" y="18736"/>
                    <a:pt x="85384" y="18736"/>
                    <a:pt x="85384" y="18736"/>
                  </a:cubicBezTo>
                  <a:cubicBezTo>
                    <a:pt x="85384" y="18736"/>
                    <a:pt x="85153" y="18289"/>
                    <a:pt x="85153" y="18289"/>
                  </a:cubicBezTo>
                  <a:cubicBezTo>
                    <a:pt x="84923" y="18289"/>
                    <a:pt x="84692" y="18289"/>
                    <a:pt x="84692" y="18289"/>
                  </a:cubicBezTo>
                  <a:cubicBezTo>
                    <a:pt x="84230" y="17843"/>
                    <a:pt x="84230" y="17843"/>
                    <a:pt x="84230" y="17843"/>
                  </a:cubicBezTo>
                  <a:cubicBezTo>
                    <a:pt x="84230" y="17843"/>
                    <a:pt x="84230" y="17620"/>
                    <a:pt x="84000" y="17397"/>
                  </a:cubicBezTo>
                  <a:cubicBezTo>
                    <a:pt x="83769" y="17397"/>
                    <a:pt x="83769" y="17174"/>
                    <a:pt x="83538" y="17174"/>
                  </a:cubicBezTo>
                  <a:cubicBezTo>
                    <a:pt x="83307" y="17174"/>
                    <a:pt x="82846" y="17174"/>
                    <a:pt x="82846" y="17174"/>
                  </a:cubicBezTo>
                  <a:cubicBezTo>
                    <a:pt x="82846" y="17174"/>
                    <a:pt x="82615" y="16728"/>
                    <a:pt x="82384" y="16728"/>
                  </a:cubicBezTo>
                  <a:cubicBezTo>
                    <a:pt x="82384" y="16728"/>
                    <a:pt x="81461" y="16728"/>
                    <a:pt x="81461" y="16728"/>
                  </a:cubicBezTo>
                  <a:cubicBezTo>
                    <a:pt x="81461" y="16728"/>
                    <a:pt x="81692" y="16059"/>
                    <a:pt x="81692" y="16059"/>
                  </a:cubicBezTo>
                  <a:cubicBezTo>
                    <a:pt x="81692" y="15836"/>
                    <a:pt x="81692" y="15167"/>
                    <a:pt x="81692" y="15167"/>
                  </a:cubicBezTo>
                  <a:cubicBezTo>
                    <a:pt x="81692" y="14944"/>
                    <a:pt x="81692" y="14944"/>
                    <a:pt x="81692" y="14944"/>
                  </a:cubicBezTo>
                  <a:cubicBezTo>
                    <a:pt x="81692" y="14944"/>
                    <a:pt x="81461" y="14721"/>
                    <a:pt x="81692" y="14275"/>
                  </a:cubicBezTo>
                  <a:cubicBezTo>
                    <a:pt x="81923" y="13828"/>
                    <a:pt x="81692" y="14052"/>
                    <a:pt x="81923" y="13605"/>
                  </a:cubicBezTo>
                  <a:cubicBezTo>
                    <a:pt x="82153" y="12936"/>
                    <a:pt x="82153" y="12713"/>
                    <a:pt x="82153" y="12713"/>
                  </a:cubicBezTo>
                  <a:cubicBezTo>
                    <a:pt x="81692" y="12490"/>
                    <a:pt x="81692" y="12490"/>
                    <a:pt x="81692" y="12490"/>
                  </a:cubicBezTo>
                  <a:cubicBezTo>
                    <a:pt x="81692" y="12490"/>
                    <a:pt x="81461" y="12267"/>
                    <a:pt x="81230" y="12490"/>
                  </a:cubicBezTo>
                  <a:cubicBezTo>
                    <a:pt x="81230" y="12936"/>
                    <a:pt x="81000" y="12936"/>
                    <a:pt x="81000" y="12936"/>
                  </a:cubicBezTo>
                  <a:cubicBezTo>
                    <a:pt x="80538" y="13605"/>
                    <a:pt x="80538" y="13605"/>
                    <a:pt x="80538" y="13605"/>
                  </a:cubicBezTo>
                  <a:cubicBezTo>
                    <a:pt x="80538" y="14275"/>
                    <a:pt x="80538" y="14275"/>
                    <a:pt x="80538" y="14275"/>
                  </a:cubicBezTo>
                  <a:cubicBezTo>
                    <a:pt x="80538" y="14275"/>
                    <a:pt x="80769" y="14498"/>
                    <a:pt x="80076" y="14498"/>
                  </a:cubicBezTo>
                  <a:cubicBezTo>
                    <a:pt x="79615" y="14498"/>
                    <a:pt x="79153" y="14498"/>
                    <a:pt x="79153" y="14498"/>
                  </a:cubicBezTo>
                  <a:cubicBezTo>
                    <a:pt x="79153" y="14498"/>
                    <a:pt x="79615" y="14944"/>
                    <a:pt x="78923" y="14944"/>
                  </a:cubicBezTo>
                  <a:cubicBezTo>
                    <a:pt x="78461" y="14944"/>
                    <a:pt x="77769" y="14944"/>
                    <a:pt x="77769" y="14944"/>
                  </a:cubicBezTo>
                  <a:cubicBezTo>
                    <a:pt x="77307" y="14498"/>
                    <a:pt x="77307" y="14498"/>
                    <a:pt x="77307" y="14498"/>
                  </a:cubicBezTo>
                  <a:cubicBezTo>
                    <a:pt x="76384" y="14721"/>
                    <a:pt x="76384" y="14721"/>
                    <a:pt x="76384" y="14721"/>
                  </a:cubicBezTo>
                  <a:cubicBezTo>
                    <a:pt x="76384" y="14721"/>
                    <a:pt x="76384" y="14498"/>
                    <a:pt x="76384" y="14052"/>
                  </a:cubicBezTo>
                  <a:cubicBezTo>
                    <a:pt x="76384" y="13828"/>
                    <a:pt x="76153" y="13382"/>
                    <a:pt x="76384" y="13382"/>
                  </a:cubicBezTo>
                  <a:cubicBezTo>
                    <a:pt x="76615" y="13382"/>
                    <a:pt x="76846" y="13159"/>
                    <a:pt x="76846" y="13159"/>
                  </a:cubicBezTo>
                  <a:cubicBezTo>
                    <a:pt x="76615" y="12490"/>
                    <a:pt x="76615" y="12490"/>
                    <a:pt x="76615" y="12490"/>
                  </a:cubicBezTo>
                  <a:cubicBezTo>
                    <a:pt x="76615" y="12490"/>
                    <a:pt x="76615" y="12490"/>
                    <a:pt x="76615" y="12490"/>
                  </a:cubicBezTo>
                  <a:cubicBezTo>
                    <a:pt x="76615" y="12490"/>
                    <a:pt x="76384" y="12490"/>
                    <a:pt x="76384" y="12267"/>
                  </a:cubicBezTo>
                  <a:cubicBezTo>
                    <a:pt x="76384" y="12044"/>
                    <a:pt x="76615" y="11598"/>
                    <a:pt x="76615" y="11598"/>
                  </a:cubicBezTo>
                  <a:cubicBezTo>
                    <a:pt x="76846" y="11375"/>
                    <a:pt x="76846" y="10929"/>
                    <a:pt x="76846" y="10929"/>
                  </a:cubicBezTo>
                  <a:cubicBezTo>
                    <a:pt x="76615" y="10929"/>
                    <a:pt x="76615" y="10929"/>
                    <a:pt x="76615" y="10929"/>
                  </a:cubicBezTo>
                  <a:cubicBezTo>
                    <a:pt x="76615" y="10929"/>
                    <a:pt x="76153" y="11152"/>
                    <a:pt x="76153" y="10706"/>
                  </a:cubicBezTo>
                  <a:cubicBezTo>
                    <a:pt x="76153" y="10483"/>
                    <a:pt x="75923" y="10037"/>
                    <a:pt x="75923" y="10037"/>
                  </a:cubicBezTo>
                  <a:cubicBezTo>
                    <a:pt x="75923" y="10037"/>
                    <a:pt x="75461" y="9814"/>
                    <a:pt x="75461" y="9814"/>
                  </a:cubicBezTo>
                  <a:cubicBezTo>
                    <a:pt x="75230" y="9814"/>
                    <a:pt x="75230" y="9814"/>
                    <a:pt x="75000" y="10037"/>
                  </a:cubicBezTo>
                  <a:cubicBezTo>
                    <a:pt x="75000" y="10037"/>
                    <a:pt x="74307" y="9814"/>
                    <a:pt x="74307" y="9814"/>
                  </a:cubicBezTo>
                  <a:cubicBezTo>
                    <a:pt x="74307" y="9814"/>
                    <a:pt x="73615" y="9814"/>
                    <a:pt x="73615" y="9814"/>
                  </a:cubicBezTo>
                  <a:cubicBezTo>
                    <a:pt x="73384" y="9814"/>
                    <a:pt x="73153" y="10260"/>
                    <a:pt x="73153" y="10260"/>
                  </a:cubicBezTo>
                  <a:cubicBezTo>
                    <a:pt x="72692" y="9591"/>
                    <a:pt x="72692" y="9591"/>
                    <a:pt x="72692" y="9591"/>
                  </a:cubicBezTo>
                  <a:cubicBezTo>
                    <a:pt x="72923" y="8921"/>
                    <a:pt x="72923" y="8921"/>
                    <a:pt x="72923" y="8921"/>
                  </a:cubicBezTo>
                  <a:cubicBezTo>
                    <a:pt x="72923" y="8921"/>
                    <a:pt x="72461" y="8475"/>
                    <a:pt x="72461" y="8252"/>
                  </a:cubicBezTo>
                  <a:cubicBezTo>
                    <a:pt x="72461" y="8252"/>
                    <a:pt x="72230" y="7806"/>
                    <a:pt x="72230" y="7806"/>
                  </a:cubicBezTo>
                  <a:cubicBezTo>
                    <a:pt x="71769" y="7806"/>
                    <a:pt x="71769" y="7806"/>
                    <a:pt x="71769" y="7806"/>
                  </a:cubicBezTo>
                  <a:cubicBezTo>
                    <a:pt x="71538" y="7583"/>
                    <a:pt x="71538" y="7583"/>
                    <a:pt x="71538" y="7583"/>
                  </a:cubicBezTo>
                  <a:cubicBezTo>
                    <a:pt x="71538" y="7583"/>
                    <a:pt x="71076" y="7583"/>
                    <a:pt x="70846" y="7583"/>
                  </a:cubicBezTo>
                  <a:cubicBezTo>
                    <a:pt x="70615" y="7583"/>
                    <a:pt x="70615" y="7583"/>
                    <a:pt x="70384" y="7583"/>
                  </a:cubicBezTo>
                  <a:cubicBezTo>
                    <a:pt x="70384" y="7583"/>
                    <a:pt x="69923" y="7137"/>
                    <a:pt x="69923" y="7137"/>
                  </a:cubicBezTo>
                  <a:cubicBezTo>
                    <a:pt x="69923" y="6914"/>
                    <a:pt x="69923" y="6691"/>
                    <a:pt x="69923" y="6468"/>
                  </a:cubicBezTo>
                  <a:cubicBezTo>
                    <a:pt x="69692" y="6245"/>
                    <a:pt x="69461" y="5799"/>
                    <a:pt x="69461" y="5576"/>
                  </a:cubicBezTo>
                  <a:cubicBezTo>
                    <a:pt x="69461" y="5576"/>
                    <a:pt x="69692" y="5130"/>
                    <a:pt x="69692" y="5130"/>
                  </a:cubicBezTo>
                  <a:cubicBezTo>
                    <a:pt x="69461" y="4907"/>
                    <a:pt x="69000" y="4460"/>
                    <a:pt x="69000" y="4460"/>
                  </a:cubicBezTo>
                  <a:cubicBezTo>
                    <a:pt x="68769" y="4014"/>
                    <a:pt x="68769" y="4014"/>
                    <a:pt x="68769" y="4014"/>
                  </a:cubicBezTo>
                  <a:cubicBezTo>
                    <a:pt x="68769" y="4014"/>
                    <a:pt x="68076" y="4460"/>
                    <a:pt x="67846" y="4460"/>
                  </a:cubicBezTo>
                  <a:cubicBezTo>
                    <a:pt x="67615" y="4460"/>
                    <a:pt x="67153" y="4237"/>
                    <a:pt x="67153" y="4460"/>
                  </a:cubicBezTo>
                  <a:cubicBezTo>
                    <a:pt x="67153" y="4460"/>
                    <a:pt x="67384" y="4907"/>
                    <a:pt x="67153" y="4907"/>
                  </a:cubicBezTo>
                  <a:cubicBezTo>
                    <a:pt x="66923" y="4907"/>
                    <a:pt x="66461" y="4907"/>
                    <a:pt x="66230" y="4684"/>
                  </a:cubicBezTo>
                  <a:cubicBezTo>
                    <a:pt x="66000" y="4460"/>
                    <a:pt x="66000" y="4237"/>
                    <a:pt x="66000" y="4014"/>
                  </a:cubicBezTo>
                  <a:cubicBezTo>
                    <a:pt x="65769" y="4014"/>
                    <a:pt x="65769" y="3568"/>
                    <a:pt x="65538" y="3568"/>
                  </a:cubicBezTo>
                  <a:cubicBezTo>
                    <a:pt x="65307" y="3568"/>
                    <a:pt x="65076" y="3568"/>
                    <a:pt x="65076" y="3345"/>
                  </a:cubicBezTo>
                  <a:cubicBezTo>
                    <a:pt x="65076" y="3345"/>
                    <a:pt x="65076" y="2676"/>
                    <a:pt x="65076" y="2676"/>
                  </a:cubicBezTo>
                  <a:cubicBezTo>
                    <a:pt x="65076" y="2230"/>
                    <a:pt x="65076" y="2230"/>
                    <a:pt x="65076" y="2230"/>
                  </a:cubicBezTo>
                  <a:cubicBezTo>
                    <a:pt x="65076" y="2230"/>
                    <a:pt x="65076" y="1561"/>
                    <a:pt x="64846" y="1561"/>
                  </a:cubicBezTo>
                  <a:cubicBezTo>
                    <a:pt x="64846" y="1338"/>
                    <a:pt x="64615" y="1115"/>
                    <a:pt x="64615" y="1115"/>
                  </a:cubicBezTo>
                  <a:cubicBezTo>
                    <a:pt x="64615" y="446"/>
                    <a:pt x="64615" y="446"/>
                    <a:pt x="64615" y="446"/>
                  </a:cubicBezTo>
                  <a:cubicBezTo>
                    <a:pt x="64846" y="223"/>
                    <a:pt x="64846" y="223"/>
                    <a:pt x="64846" y="223"/>
                  </a:cubicBezTo>
                  <a:cubicBezTo>
                    <a:pt x="64846" y="223"/>
                    <a:pt x="64846" y="0"/>
                    <a:pt x="65076" y="0"/>
                  </a:cubicBezTo>
                  <a:cubicBezTo>
                    <a:pt x="59769" y="892"/>
                    <a:pt x="59769" y="892"/>
                    <a:pt x="59769" y="892"/>
                  </a:cubicBezTo>
                  <a:cubicBezTo>
                    <a:pt x="57461" y="1115"/>
                    <a:pt x="57461" y="1115"/>
                    <a:pt x="57461" y="1115"/>
                  </a:cubicBezTo>
                  <a:cubicBezTo>
                    <a:pt x="56538" y="2230"/>
                    <a:pt x="56538" y="2230"/>
                    <a:pt x="56538" y="2230"/>
                  </a:cubicBezTo>
                  <a:cubicBezTo>
                    <a:pt x="56076" y="3345"/>
                    <a:pt x="56076" y="3345"/>
                    <a:pt x="56076" y="3345"/>
                  </a:cubicBezTo>
                  <a:cubicBezTo>
                    <a:pt x="56307" y="5130"/>
                    <a:pt x="56307" y="5130"/>
                    <a:pt x="56307" y="5130"/>
                  </a:cubicBezTo>
                  <a:cubicBezTo>
                    <a:pt x="55615" y="6245"/>
                    <a:pt x="55615" y="6245"/>
                    <a:pt x="55615" y="6245"/>
                  </a:cubicBezTo>
                  <a:cubicBezTo>
                    <a:pt x="55615" y="7583"/>
                    <a:pt x="55615" y="7583"/>
                    <a:pt x="55615" y="7583"/>
                  </a:cubicBezTo>
                  <a:cubicBezTo>
                    <a:pt x="55615" y="9591"/>
                    <a:pt x="55615" y="9591"/>
                    <a:pt x="55615" y="9591"/>
                  </a:cubicBezTo>
                  <a:cubicBezTo>
                    <a:pt x="54461" y="10260"/>
                    <a:pt x="54461" y="10260"/>
                    <a:pt x="54461" y="10260"/>
                  </a:cubicBezTo>
                  <a:cubicBezTo>
                    <a:pt x="52846" y="11821"/>
                    <a:pt x="52846" y="11821"/>
                    <a:pt x="52846" y="11821"/>
                  </a:cubicBezTo>
                  <a:cubicBezTo>
                    <a:pt x="50538" y="12713"/>
                    <a:pt x="50538" y="12713"/>
                    <a:pt x="50538" y="12713"/>
                  </a:cubicBezTo>
                  <a:cubicBezTo>
                    <a:pt x="47538" y="13382"/>
                    <a:pt x="47538" y="13382"/>
                    <a:pt x="47538" y="13382"/>
                  </a:cubicBezTo>
                  <a:cubicBezTo>
                    <a:pt x="45230" y="14052"/>
                    <a:pt x="45230" y="14052"/>
                    <a:pt x="45230" y="14052"/>
                  </a:cubicBezTo>
                  <a:cubicBezTo>
                    <a:pt x="43153" y="15167"/>
                    <a:pt x="43153" y="15167"/>
                    <a:pt x="43153" y="15167"/>
                  </a:cubicBezTo>
                  <a:cubicBezTo>
                    <a:pt x="42692" y="16728"/>
                    <a:pt x="42692" y="16728"/>
                    <a:pt x="42692" y="16728"/>
                  </a:cubicBezTo>
                  <a:cubicBezTo>
                    <a:pt x="42461" y="18736"/>
                    <a:pt x="42461" y="18736"/>
                    <a:pt x="42461" y="18736"/>
                  </a:cubicBezTo>
                  <a:cubicBezTo>
                    <a:pt x="40846" y="19405"/>
                    <a:pt x="40846" y="19405"/>
                    <a:pt x="40846" y="19405"/>
                  </a:cubicBezTo>
                  <a:cubicBezTo>
                    <a:pt x="40846" y="19405"/>
                    <a:pt x="40153" y="19851"/>
                    <a:pt x="39692" y="19628"/>
                  </a:cubicBezTo>
                  <a:cubicBezTo>
                    <a:pt x="39000" y="19628"/>
                    <a:pt x="37615" y="19182"/>
                    <a:pt x="37615" y="19182"/>
                  </a:cubicBezTo>
                  <a:cubicBezTo>
                    <a:pt x="37615" y="19182"/>
                    <a:pt x="36000" y="18289"/>
                    <a:pt x="35307" y="18289"/>
                  </a:cubicBezTo>
                  <a:cubicBezTo>
                    <a:pt x="34615" y="18066"/>
                    <a:pt x="33461" y="16951"/>
                    <a:pt x="33461" y="16951"/>
                  </a:cubicBezTo>
                  <a:cubicBezTo>
                    <a:pt x="32307" y="17843"/>
                    <a:pt x="32307" y="17843"/>
                    <a:pt x="32307" y="17843"/>
                  </a:cubicBezTo>
                  <a:cubicBezTo>
                    <a:pt x="32307" y="17843"/>
                    <a:pt x="31615" y="17174"/>
                    <a:pt x="31615" y="16728"/>
                  </a:cubicBezTo>
                  <a:cubicBezTo>
                    <a:pt x="31615" y="16505"/>
                    <a:pt x="31615" y="16505"/>
                    <a:pt x="31615" y="16059"/>
                  </a:cubicBezTo>
                  <a:cubicBezTo>
                    <a:pt x="31615" y="15390"/>
                    <a:pt x="31615" y="14275"/>
                    <a:pt x="31615" y="14275"/>
                  </a:cubicBezTo>
                  <a:cubicBezTo>
                    <a:pt x="30000" y="13605"/>
                    <a:pt x="30000" y="13605"/>
                    <a:pt x="30000" y="13605"/>
                  </a:cubicBezTo>
                  <a:cubicBezTo>
                    <a:pt x="28384" y="13382"/>
                    <a:pt x="28384" y="13382"/>
                    <a:pt x="28384" y="13382"/>
                  </a:cubicBezTo>
                  <a:cubicBezTo>
                    <a:pt x="28384" y="13382"/>
                    <a:pt x="28384" y="13828"/>
                    <a:pt x="27923" y="13382"/>
                  </a:cubicBezTo>
                  <a:cubicBezTo>
                    <a:pt x="27230" y="12936"/>
                    <a:pt x="27230" y="12044"/>
                    <a:pt x="27230" y="12044"/>
                  </a:cubicBezTo>
                  <a:cubicBezTo>
                    <a:pt x="25846" y="11375"/>
                    <a:pt x="25846" y="11375"/>
                    <a:pt x="25846" y="11375"/>
                  </a:cubicBezTo>
                  <a:cubicBezTo>
                    <a:pt x="25384" y="13159"/>
                    <a:pt x="25384" y="13159"/>
                    <a:pt x="25384" y="13159"/>
                  </a:cubicBezTo>
                  <a:cubicBezTo>
                    <a:pt x="27000" y="14498"/>
                    <a:pt x="27000" y="14498"/>
                    <a:pt x="27000" y="14498"/>
                  </a:cubicBezTo>
                  <a:cubicBezTo>
                    <a:pt x="27461" y="15390"/>
                    <a:pt x="27461" y="15390"/>
                    <a:pt x="27461" y="15390"/>
                  </a:cubicBezTo>
                  <a:cubicBezTo>
                    <a:pt x="27000" y="16728"/>
                    <a:pt x="27000" y="16728"/>
                    <a:pt x="27000" y="16728"/>
                  </a:cubicBezTo>
                  <a:cubicBezTo>
                    <a:pt x="27461" y="17843"/>
                    <a:pt x="27461" y="17843"/>
                    <a:pt x="27461" y="17843"/>
                  </a:cubicBezTo>
                  <a:cubicBezTo>
                    <a:pt x="27692" y="18736"/>
                    <a:pt x="27692" y="18736"/>
                    <a:pt x="27692" y="18736"/>
                  </a:cubicBezTo>
                  <a:cubicBezTo>
                    <a:pt x="27692" y="18736"/>
                    <a:pt x="27923" y="18736"/>
                    <a:pt x="27923" y="19405"/>
                  </a:cubicBezTo>
                  <a:cubicBezTo>
                    <a:pt x="27923" y="19851"/>
                    <a:pt x="27692" y="22081"/>
                    <a:pt x="27692" y="22081"/>
                  </a:cubicBezTo>
                  <a:cubicBezTo>
                    <a:pt x="27692" y="23866"/>
                    <a:pt x="27692" y="23866"/>
                    <a:pt x="27692" y="23866"/>
                  </a:cubicBezTo>
                  <a:cubicBezTo>
                    <a:pt x="28384" y="25650"/>
                    <a:pt x="28384" y="25650"/>
                    <a:pt x="28384" y="25650"/>
                  </a:cubicBezTo>
                  <a:cubicBezTo>
                    <a:pt x="28384" y="25650"/>
                    <a:pt x="27230" y="26319"/>
                    <a:pt x="26769" y="26319"/>
                  </a:cubicBezTo>
                  <a:cubicBezTo>
                    <a:pt x="26307" y="26319"/>
                    <a:pt x="25153" y="25873"/>
                    <a:pt x="25153" y="25873"/>
                  </a:cubicBezTo>
                  <a:cubicBezTo>
                    <a:pt x="24692" y="24758"/>
                    <a:pt x="24692" y="24758"/>
                    <a:pt x="24692" y="24758"/>
                  </a:cubicBezTo>
                  <a:cubicBezTo>
                    <a:pt x="21923" y="24981"/>
                    <a:pt x="21923" y="24981"/>
                    <a:pt x="21923" y="24981"/>
                  </a:cubicBezTo>
                  <a:cubicBezTo>
                    <a:pt x="20307" y="24758"/>
                    <a:pt x="20307" y="24758"/>
                    <a:pt x="20307" y="24758"/>
                  </a:cubicBezTo>
                  <a:cubicBezTo>
                    <a:pt x="18923" y="25650"/>
                    <a:pt x="18923" y="25650"/>
                    <a:pt x="18923" y="25650"/>
                  </a:cubicBezTo>
                  <a:cubicBezTo>
                    <a:pt x="18000" y="25427"/>
                    <a:pt x="18000" y="25427"/>
                    <a:pt x="18000" y="25427"/>
                  </a:cubicBezTo>
                  <a:cubicBezTo>
                    <a:pt x="17076" y="24535"/>
                    <a:pt x="17076" y="24535"/>
                    <a:pt x="17076" y="24535"/>
                  </a:cubicBezTo>
                  <a:cubicBezTo>
                    <a:pt x="16846" y="23197"/>
                    <a:pt x="16846" y="23197"/>
                    <a:pt x="16846" y="23197"/>
                  </a:cubicBezTo>
                  <a:cubicBezTo>
                    <a:pt x="16384" y="22081"/>
                    <a:pt x="16384" y="22081"/>
                    <a:pt x="16384" y="22081"/>
                  </a:cubicBezTo>
                  <a:cubicBezTo>
                    <a:pt x="15461" y="20966"/>
                    <a:pt x="15461" y="20966"/>
                    <a:pt x="15461" y="20966"/>
                  </a:cubicBezTo>
                  <a:cubicBezTo>
                    <a:pt x="12461" y="21189"/>
                    <a:pt x="12461" y="21189"/>
                    <a:pt x="12461" y="21189"/>
                  </a:cubicBezTo>
                  <a:cubicBezTo>
                    <a:pt x="11307" y="21412"/>
                    <a:pt x="11307" y="21412"/>
                    <a:pt x="11307" y="21412"/>
                  </a:cubicBezTo>
                  <a:cubicBezTo>
                    <a:pt x="10615" y="22081"/>
                    <a:pt x="10615" y="22081"/>
                    <a:pt x="10615" y="22081"/>
                  </a:cubicBezTo>
                  <a:cubicBezTo>
                    <a:pt x="9230" y="21858"/>
                    <a:pt x="9230" y="21858"/>
                    <a:pt x="9230" y="21858"/>
                  </a:cubicBezTo>
                  <a:cubicBezTo>
                    <a:pt x="8769" y="22527"/>
                    <a:pt x="8769" y="22527"/>
                    <a:pt x="8769" y="22527"/>
                  </a:cubicBezTo>
                  <a:cubicBezTo>
                    <a:pt x="7153" y="22081"/>
                    <a:pt x="7153" y="22081"/>
                    <a:pt x="7153" y="22081"/>
                  </a:cubicBezTo>
                  <a:cubicBezTo>
                    <a:pt x="5538" y="22304"/>
                    <a:pt x="5538" y="22304"/>
                    <a:pt x="5538" y="22304"/>
                  </a:cubicBezTo>
                  <a:cubicBezTo>
                    <a:pt x="4384" y="22081"/>
                    <a:pt x="4384" y="22081"/>
                    <a:pt x="4384" y="22081"/>
                  </a:cubicBezTo>
                  <a:cubicBezTo>
                    <a:pt x="2307" y="22527"/>
                    <a:pt x="2307" y="22527"/>
                    <a:pt x="2307" y="22527"/>
                  </a:cubicBezTo>
                  <a:cubicBezTo>
                    <a:pt x="1153" y="23420"/>
                    <a:pt x="1153" y="23420"/>
                    <a:pt x="1153" y="23420"/>
                  </a:cubicBezTo>
                  <a:cubicBezTo>
                    <a:pt x="0" y="25204"/>
                    <a:pt x="0" y="25204"/>
                    <a:pt x="0" y="25204"/>
                  </a:cubicBezTo>
                  <a:cubicBezTo>
                    <a:pt x="0" y="25204"/>
                    <a:pt x="461" y="25204"/>
                    <a:pt x="923" y="25204"/>
                  </a:cubicBezTo>
                  <a:cubicBezTo>
                    <a:pt x="1153" y="25204"/>
                    <a:pt x="3230" y="25427"/>
                    <a:pt x="3230" y="25427"/>
                  </a:cubicBezTo>
                  <a:cubicBezTo>
                    <a:pt x="3692" y="26096"/>
                    <a:pt x="3692" y="26096"/>
                    <a:pt x="3692" y="26096"/>
                  </a:cubicBezTo>
                  <a:cubicBezTo>
                    <a:pt x="2307" y="26765"/>
                    <a:pt x="2307" y="26765"/>
                    <a:pt x="2307" y="26765"/>
                  </a:cubicBezTo>
                  <a:cubicBezTo>
                    <a:pt x="3461" y="27211"/>
                    <a:pt x="3461" y="27211"/>
                    <a:pt x="3461" y="27211"/>
                  </a:cubicBezTo>
                  <a:cubicBezTo>
                    <a:pt x="3692" y="27657"/>
                    <a:pt x="3692" y="27657"/>
                    <a:pt x="3692" y="27657"/>
                  </a:cubicBezTo>
                  <a:cubicBezTo>
                    <a:pt x="3692" y="28327"/>
                    <a:pt x="3692" y="28327"/>
                    <a:pt x="3692" y="28327"/>
                  </a:cubicBezTo>
                  <a:cubicBezTo>
                    <a:pt x="1153" y="28550"/>
                    <a:pt x="1153" y="28550"/>
                    <a:pt x="1153" y="28550"/>
                  </a:cubicBezTo>
                  <a:cubicBezTo>
                    <a:pt x="1153" y="28550"/>
                    <a:pt x="461" y="28327"/>
                    <a:pt x="461" y="28773"/>
                  </a:cubicBezTo>
                  <a:cubicBezTo>
                    <a:pt x="230" y="29219"/>
                    <a:pt x="1153" y="29442"/>
                    <a:pt x="1153" y="29442"/>
                  </a:cubicBezTo>
                  <a:cubicBezTo>
                    <a:pt x="2307" y="30111"/>
                    <a:pt x="2307" y="30111"/>
                    <a:pt x="2307" y="30111"/>
                  </a:cubicBezTo>
                  <a:cubicBezTo>
                    <a:pt x="2076" y="32342"/>
                    <a:pt x="2076" y="32342"/>
                    <a:pt x="2076" y="32342"/>
                  </a:cubicBezTo>
                  <a:cubicBezTo>
                    <a:pt x="3000" y="32342"/>
                    <a:pt x="3000" y="32342"/>
                    <a:pt x="3000" y="32342"/>
                  </a:cubicBezTo>
                  <a:cubicBezTo>
                    <a:pt x="4384" y="32342"/>
                    <a:pt x="4384" y="32342"/>
                    <a:pt x="4384" y="32342"/>
                  </a:cubicBezTo>
                  <a:cubicBezTo>
                    <a:pt x="4384" y="32342"/>
                    <a:pt x="4615" y="31895"/>
                    <a:pt x="5307" y="31672"/>
                  </a:cubicBezTo>
                  <a:cubicBezTo>
                    <a:pt x="5769" y="31672"/>
                    <a:pt x="6461" y="31672"/>
                    <a:pt x="6461" y="31672"/>
                  </a:cubicBezTo>
                  <a:cubicBezTo>
                    <a:pt x="6461" y="31672"/>
                    <a:pt x="6461" y="31449"/>
                    <a:pt x="6923" y="32565"/>
                  </a:cubicBezTo>
                  <a:cubicBezTo>
                    <a:pt x="7153" y="33457"/>
                    <a:pt x="7153" y="33457"/>
                    <a:pt x="7153" y="33457"/>
                  </a:cubicBezTo>
                  <a:cubicBezTo>
                    <a:pt x="8076" y="33680"/>
                    <a:pt x="8076" y="33680"/>
                    <a:pt x="8076" y="33680"/>
                  </a:cubicBezTo>
                  <a:cubicBezTo>
                    <a:pt x="8538" y="33903"/>
                    <a:pt x="8538" y="33903"/>
                    <a:pt x="8538" y="33903"/>
                  </a:cubicBezTo>
                  <a:cubicBezTo>
                    <a:pt x="8538" y="33903"/>
                    <a:pt x="9461" y="34349"/>
                    <a:pt x="9923" y="34572"/>
                  </a:cubicBezTo>
                  <a:cubicBezTo>
                    <a:pt x="10384" y="34795"/>
                    <a:pt x="11307" y="35687"/>
                    <a:pt x="11307" y="35687"/>
                  </a:cubicBezTo>
                  <a:cubicBezTo>
                    <a:pt x="11769" y="35910"/>
                    <a:pt x="11769" y="35910"/>
                    <a:pt x="11769" y="35910"/>
                  </a:cubicBezTo>
                  <a:cubicBezTo>
                    <a:pt x="11769" y="37026"/>
                    <a:pt x="11769" y="37026"/>
                    <a:pt x="11769" y="37026"/>
                  </a:cubicBezTo>
                  <a:cubicBezTo>
                    <a:pt x="11769" y="37026"/>
                    <a:pt x="12692" y="37249"/>
                    <a:pt x="13384" y="37249"/>
                  </a:cubicBezTo>
                  <a:cubicBezTo>
                    <a:pt x="14076" y="37249"/>
                    <a:pt x="15692" y="37026"/>
                    <a:pt x="15692" y="37026"/>
                  </a:cubicBezTo>
                  <a:cubicBezTo>
                    <a:pt x="16153" y="37918"/>
                    <a:pt x="16153" y="37918"/>
                    <a:pt x="16153" y="37918"/>
                  </a:cubicBezTo>
                  <a:cubicBezTo>
                    <a:pt x="16615" y="37918"/>
                    <a:pt x="18692" y="38587"/>
                    <a:pt x="18692" y="38587"/>
                  </a:cubicBezTo>
                  <a:cubicBezTo>
                    <a:pt x="18000" y="39479"/>
                    <a:pt x="18000" y="39479"/>
                    <a:pt x="18000" y="39479"/>
                  </a:cubicBezTo>
                  <a:cubicBezTo>
                    <a:pt x="17307" y="40148"/>
                    <a:pt x="17307" y="40148"/>
                    <a:pt x="17307" y="40148"/>
                  </a:cubicBezTo>
                  <a:cubicBezTo>
                    <a:pt x="17076" y="40817"/>
                    <a:pt x="17076" y="40817"/>
                    <a:pt x="17076" y="40817"/>
                  </a:cubicBezTo>
                  <a:cubicBezTo>
                    <a:pt x="17076" y="40817"/>
                    <a:pt x="17307" y="40817"/>
                    <a:pt x="18230" y="41040"/>
                  </a:cubicBezTo>
                  <a:cubicBezTo>
                    <a:pt x="19153" y="41263"/>
                    <a:pt x="19846" y="41710"/>
                    <a:pt x="19846" y="41710"/>
                  </a:cubicBezTo>
                  <a:cubicBezTo>
                    <a:pt x="19384" y="42825"/>
                    <a:pt x="19384" y="42825"/>
                    <a:pt x="19384" y="42825"/>
                  </a:cubicBezTo>
                  <a:cubicBezTo>
                    <a:pt x="20538" y="43717"/>
                    <a:pt x="20538" y="43717"/>
                    <a:pt x="20538" y="43717"/>
                  </a:cubicBezTo>
                  <a:cubicBezTo>
                    <a:pt x="20538" y="43717"/>
                    <a:pt x="21000" y="44386"/>
                    <a:pt x="21000" y="44609"/>
                  </a:cubicBezTo>
                  <a:cubicBezTo>
                    <a:pt x="20769" y="44832"/>
                    <a:pt x="20769" y="45278"/>
                    <a:pt x="20769" y="45278"/>
                  </a:cubicBezTo>
                  <a:cubicBezTo>
                    <a:pt x="20076" y="45055"/>
                    <a:pt x="20076" y="45055"/>
                    <a:pt x="20076" y="45055"/>
                  </a:cubicBezTo>
                  <a:cubicBezTo>
                    <a:pt x="20076" y="45055"/>
                    <a:pt x="20076" y="45501"/>
                    <a:pt x="19846" y="45055"/>
                  </a:cubicBezTo>
                  <a:cubicBezTo>
                    <a:pt x="19384" y="44609"/>
                    <a:pt x="19153" y="44163"/>
                    <a:pt x="19153" y="44163"/>
                  </a:cubicBezTo>
                  <a:cubicBezTo>
                    <a:pt x="18923" y="45055"/>
                    <a:pt x="18923" y="45055"/>
                    <a:pt x="18923" y="45055"/>
                  </a:cubicBezTo>
                  <a:cubicBezTo>
                    <a:pt x="18923" y="45055"/>
                    <a:pt x="19153" y="45947"/>
                    <a:pt x="19384" y="46171"/>
                  </a:cubicBezTo>
                  <a:cubicBezTo>
                    <a:pt x="19846" y="46171"/>
                    <a:pt x="19846" y="45947"/>
                    <a:pt x="19846" y="46617"/>
                  </a:cubicBezTo>
                  <a:cubicBezTo>
                    <a:pt x="19846" y="47063"/>
                    <a:pt x="20076" y="48178"/>
                    <a:pt x="20307" y="48401"/>
                  </a:cubicBezTo>
                  <a:cubicBezTo>
                    <a:pt x="20538" y="48847"/>
                    <a:pt x="20538" y="49962"/>
                    <a:pt x="20769" y="50185"/>
                  </a:cubicBezTo>
                  <a:cubicBezTo>
                    <a:pt x="21230" y="50185"/>
                    <a:pt x="21461" y="50408"/>
                    <a:pt x="21461" y="50408"/>
                  </a:cubicBezTo>
                  <a:cubicBezTo>
                    <a:pt x="21923" y="50855"/>
                    <a:pt x="21923" y="50855"/>
                    <a:pt x="21923" y="50855"/>
                  </a:cubicBezTo>
                  <a:cubicBezTo>
                    <a:pt x="23307" y="51970"/>
                    <a:pt x="23307" y="51970"/>
                    <a:pt x="23307" y="51970"/>
                  </a:cubicBezTo>
                  <a:cubicBezTo>
                    <a:pt x="23307" y="51970"/>
                    <a:pt x="24230" y="52639"/>
                    <a:pt x="24692" y="52862"/>
                  </a:cubicBezTo>
                  <a:cubicBezTo>
                    <a:pt x="25153" y="53085"/>
                    <a:pt x="25384" y="53085"/>
                    <a:pt x="25384" y="53085"/>
                  </a:cubicBezTo>
                  <a:cubicBezTo>
                    <a:pt x="26538" y="54200"/>
                    <a:pt x="26538" y="54200"/>
                    <a:pt x="26538" y="54200"/>
                  </a:cubicBezTo>
                  <a:cubicBezTo>
                    <a:pt x="26538" y="54200"/>
                    <a:pt x="27230" y="55315"/>
                    <a:pt x="27000" y="55315"/>
                  </a:cubicBezTo>
                  <a:cubicBezTo>
                    <a:pt x="26769" y="55315"/>
                    <a:pt x="27000" y="55539"/>
                    <a:pt x="26538" y="55539"/>
                  </a:cubicBezTo>
                  <a:cubicBezTo>
                    <a:pt x="25846" y="55539"/>
                    <a:pt x="26076" y="55985"/>
                    <a:pt x="25615" y="55539"/>
                  </a:cubicBezTo>
                  <a:cubicBezTo>
                    <a:pt x="24923" y="55092"/>
                    <a:pt x="24461" y="54423"/>
                    <a:pt x="23769" y="54423"/>
                  </a:cubicBezTo>
                  <a:cubicBezTo>
                    <a:pt x="23076" y="54423"/>
                    <a:pt x="23076" y="54423"/>
                    <a:pt x="23076" y="54423"/>
                  </a:cubicBezTo>
                  <a:cubicBezTo>
                    <a:pt x="24461" y="55539"/>
                    <a:pt x="24461" y="55539"/>
                    <a:pt x="24461" y="55539"/>
                  </a:cubicBezTo>
                  <a:cubicBezTo>
                    <a:pt x="25153" y="55762"/>
                    <a:pt x="25153" y="55762"/>
                    <a:pt x="25153" y="55762"/>
                  </a:cubicBezTo>
                  <a:cubicBezTo>
                    <a:pt x="26076" y="56654"/>
                    <a:pt x="26076" y="56654"/>
                    <a:pt x="26076" y="56654"/>
                  </a:cubicBezTo>
                  <a:cubicBezTo>
                    <a:pt x="26307" y="56654"/>
                    <a:pt x="26307" y="56654"/>
                    <a:pt x="26307" y="56654"/>
                  </a:cubicBezTo>
                  <a:cubicBezTo>
                    <a:pt x="26307" y="56654"/>
                    <a:pt x="26538" y="57100"/>
                    <a:pt x="26538" y="57323"/>
                  </a:cubicBezTo>
                  <a:cubicBezTo>
                    <a:pt x="26538" y="57546"/>
                    <a:pt x="26307" y="58215"/>
                    <a:pt x="26076" y="58438"/>
                  </a:cubicBezTo>
                  <a:cubicBezTo>
                    <a:pt x="26076" y="58884"/>
                    <a:pt x="26076" y="59330"/>
                    <a:pt x="26076" y="59330"/>
                  </a:cubicBezTo>
                  <a:cubicBezTo>
                    <a:pt x="25384" y="57769"/>
                    <a:pt x="25384" y="57769"/>
                    <a:pt x="25384" y="57769"/>
                  </a:cubicBezTo>
                  <a:cubicBezTo>
                    <a:pt x="25384" y="57769"/>
                    <a:pt x="25615" y="57323"/>
                    <a:pt x="25153" y="57100"/>
                  </a:cubicBezTo>
                  <a:cubicBezTo>
                    <a:pt x="24692" y="57100"/>
                    <a:pt x="24230" y="57323"/>
                    <a:pt x="24230" y="57323"/>
                  </a:cubicBezTo>
                  <a:cubicBezTo>
                    <a:pt x="24230" y="57323"/>
                    <a:pt x="24000" y="57769"/>
                    <a:pt x="24230" y="57992"/>
                  </a:cubicBezTo>
                  <a:cubicBezTo>
                    <a:pt x="24692" y="58215"/>
                    <a:pt x="24923" y="58438"/>
                    <a:pt x="24923" y="58661"/>
                  </a:cubicBezTo>
                  <a:cubicBezTo>
                    <a:pt x="25153" y="58884"/>
                    <a:pt x="25153" y="59107"/>
                    <a:pt x="25153" y="59107"/>
                  </a:cubicBezTo>
                  <a:cubicBezTo>
                    <a:pt x="25153" y="59107"/>
                    <a:pt x="25615" y="59107"/>
                    <a:pt x="25615" y="59553"/>
                  </a:cubicBezTo>
                  <a:cubicBezTo>
                    <a:pt x="25615" y="60223"/>
                    <a:pt x="25384" y="60892"/>
                    <a:pt x="25384" y="60892"/>
                  </a:cubicBezTo>
                  <a:cubicBezTo>
                    <a:pt x="25384" y="60892"/>
                    <a:pt x="24923" y="60892"/>
                    <a:pt x="25615" y="61338"/>
                  </a:cubicBezTo>
                  <a:cubicBezTo>
                    <a:pt x="26307" y="61784"/>
                    <a:pt x="26538" y="62007"/>
                    <a:pt x="26769" y="62230"/>
                  </a:cubicBezTo>
                  <a:cubicBezTo>
                    <a:pt x="27000" y="62453"/>
                    <a:pt x="27923" y="63568"/>
                    <a:pt x="27923" y="63568"/>
                  </a:cubicBezTo>
                  <a:cubicBezTo>
                    <a:pt x="28615" y="64460"/>
                    <a:pt x="28615" y="64460"/>
                    <a:pt x="28615" y="64460"/>
                  </a:cubicBezTo>
                  <a:cubicBezTo>
                    <a:pt x="28615" y="64460"/>
                    <a:pt x="28615" y="64907"/>
                    <a:pt x="28615" y="64907"/>
                  </a:cubicBezTo>
                  <a:cubicBezTo>
                    <a:pt x="28384" y="64907"/>
                    <a:pt x="27923" y="64907"/>
                    <a:pt x="27923" y="64907"/>
                  </a:cubicBezTo>
                  <a:cubicBezTo>
                    <a:pt x="27923" y="64907"/>
                    <a:pt x="27692" y="64907"/>
                    <a:pt x="27461" y="64684"/>
                  </a:cubicBezTo>
                  <a:cubicBezTo>
                    <a:pt x="27230" y="64237"/>
                    <a:pt x="26769" y="63568"/>
                    <a:pt x="26769" y="63568"/>
                  </a:cubicBezTo>
                  <a:cubicBezTo>
                    <a:pt x="26307" y="63345"/>
                    <a:pt x="26307" y="63345"/>
                    <a:pt x="26307" y="63345"/>
                  </a:cubicBezTo>
                  <a:cubicBezTo>
                    <a:pt x="25846" y="63568"/>
                    <a:pt x="25846" y="63568"/>
                    <a:pt x="25846" y="63568"/>
                  </a:cubicBezTo>
                  <a:cubicBezTo>
                    <a:pt x="25846" y="63568"/>
                    <a:pt x="25384" y="64460"/>
                    <a:pt x="25384" y="64460"/>
                  </a:cubicBezTo>
                  <a:cubicBezTo>
                    <a:pt x="25384" y="64684"/>
                    <a:pt x="24692" y="66022"/>
                    <a:pt x="24692" y="66022"/>
                  </a:cubicBezTo>
                  <a:cubicBezTo>
                    <a:pt x="24230" y="68698"/>
                    <a:pt x="24230" y="68698"/>
                    <a:pt x="24230" y="68698"/>
                  </a:cubicBezTo>
                  <a:cubicBezTo>
                    <a:pt x="24230" y="68698"/>
                    <a:pt x="24230" y="71821"/>
                    <a:pt x="24000" y="72044"/>
                  </a:cubicBezTo>
                  <a:cubicBezTo>
                    <a:pt x="24000" y="72267"/>
                    <a:pt x="23076" y="74498"/>
                    <a:pt x="23076" y="74498"/>
                  </a:cubicBezTo>
                  <a:cubicBezTo>
                    <a:pt x="23076" y="74498"/>
                    <a:pt x="23076" y="74721"/>
                    <a:pt x="23076" y="75390"/>
                  </a:cubicBezTo>
                  <a:cubicBezTo>
                    <a:pt x="22846" y="76059"/>
                    <a:pt x="22615" y="77174"/>
                    <a:pt x="22615" y="77174"/>
                  </a:cubicBezTo>
                  <a:cubicBezTo>
                    <a:pt x="22615" y="77174"/>
                    <a:pt x="22384" y="78066"/>
                    <a:pt x="22384" y="78513"/>
                  </a:cubicBezTo>
                  <a:cubicBezTo>
                    <a:pt x="22153" y="78959"/>
                    <a:pt x="21461" y="80743"/>
                    <a:pt x="21461" y="80743"/>
                  </a:cubicBezTo>
                  <a:cubicBezTo>
                    <a:pt x="21230" y="82750"/>
                    <a:pt x="21230" y="82750"/>
                    <a:pt x="21230" y="82750"/>
                  </a:cubicBezTo>
                  <a:cubicBezTo>
                    <a:pt x="19384" y="86542"/>
                    <a:pt x="19384" y="86542"/>
                    <a:pt x="19384" y="86542"/>
                  </a:cubicBezTo>
                  <a:cubicBezTo>
                    <a:pt x="18000" y="87657"/>
                    <a:pt x="18000" y="87657"/>
                    <a:pt x="18000" y="87657"/>
                  </a:cubicBezTo>
                  <a:cubicBezTo>
                    <a:pt x="17307" y="88104"/>
                    <a:pt x="17307" y="88104"/>
                    <a:pt x="17307" y="88104"/>
                  </a:cubicBezTo>
                  <a:cubicBezTo>
                    <a:pt x="18000" y="88327"/>
                    <a:pt x="18461" y="88550"/>
                    <a:pt x="18692" y="89219"/>
                  </a:cubicBezTo>
                  <a:cubicBezTo>
                    <a:pt x="19153" y="90334"/>
                    <a:pt x="20076" y="92118"/>
                    <a:pt x="20076" y="92118"/>
                  </a:cubicBezTo>
                  <a:cubicBezTo>
                    <a:pt x="23076" y="93234"/>
                    <a:pt x="23076" y="93234"/>
                    <a:pt x="23076" y="93234"/>
                  </a:cubicBezTo>
                  <a:cubicBezTo>
                    <a:pt x="23076" y="93234"/>
                    <a:pt x="24692" y="94572"/>
                    <a:pt x="24923" y="95018"/>
                  </a:cubicBezTo>
                  <a:cubicBezTo>
                    <a:pt x="25153" y="95241"/>
                    <a:pt x="28615" y="96356"/>
                    <a:pt x="28615" y="96356"/>
                  </a:cubicBezTo>
                  <a:cubicBezTo>
                    <a:pt x="30923" y="98364"/>
                    <a:pt x="30923" y="98364"/>
                    <a:pt x="30923" y="98364"/>
                  </a:cubicBezTo>
                  <a:cubicBezTo>
                    <a:pt x="34384" y="98364"/>
                    <a:pt x="34384" y="98364"/>
                    <a:pt x="34384" y="98364"/>
                  </a:cubicBezTo>
                  <a:cubicBezTo>
                    <a:pt x="36692" y="98810"/>
                    <a:pt x="36692" y="98810"/>
                    <a:pt x="36692" y="98810"/>
                  </a:cubicBezTo>
                  <a:cubicBezTo>
                    <a:pt x="37846" y="97472"/>
                    <a:pt x="37846" y="97472"/>
                    <a:pt x="37846" y="97472"/>
                  </a:cubicBezTo>
                  <a:cubicBezTo>
                    <a:pt x="37846" y="97472"/>
                    <a:pt x="43615" y="100148"/>
                    <a:pt x="43846" y="100148"/>
                  </a:cubicBezTo>
                  <a:cubicBezTo>
                    <a:pt x="44076" y="100148"/>
                    <a:pt x="44076" y="100817"/>
                    <a:pt x="44307" y="101486"/>
                  </a:cubicBezTo>
                  <a:cubicBezTo>
                    <a:pt x="44307" y="101486"/>
                    <a:pt x="44307" y="101486"/>
                    <a:pt x="44307" y="101486"/>
                  </a:cubicBezTo>
                  <a:cubicBezTo>
                    <a:pt x="44307" y="101486"/>
                    <a:pt x="44307" y="101486"/>
                    <a:pt x="44307" y="101486"/>
                  </a:cubicBezTo>
                  <a:cubicBezTo>
                    <a:pt x="44538" y="101486"/>
                    <a:pt x="44538" y="101486"/>
                    <a:pt x="44538" y="101486"/>
                  </a:cubicBezTo>
                  <a:cubicBezTo>
                    <a:pt x="44538" y="101486"/>
                    <a:pt x="44307" y="101263"/>
                    <a:pt x="44307" y="101263"/>
                  </a:cubicBezTo>
                  <a:cubicBezTo>
                    <a:pt x="44307" y="101040"/>
                    <a:pt x="44307" y="101040"/>
                    <a:pt x="44307" y="101040"/>
                  </a:cubicBezTo>
                  <a:cubicBezTo>
                    <a:pt x="44538" y="101040"/>
                    <a:pt x="44538" y="101040"/>
                    <a:pt x="44538" y="101040"/>
                  </a:cubicBezTo>
                  <a:cubicBezTo>
                    <a:pt x="44538" y="101040"/>
                    <a:pt x="44538" y="101040"/>
                    <a:pt x="44538" y="101040"/>
                  </a:cubicBezTo>
                  <a:cubicBezTo>
                    <a:pt x="44538" y="101040"/>
                    <a:pt x="44538" y="101040"/>
                    <a:pt x="44538" y="101040"/>
                  </a:cubicBezTo>
                  <a:cubicBezTo>
                    <a:pt x="44769" y="101040"/>
                    <a:pt x="44769" y="101040"/>
                    <a:pt x="44769" y="101040"/>
                  </a:cubicBezTo>
                  <a:cubicBezTo>
                    <a:pt x="45000" y="100817"/>
                    <a:pt x="45000" y="100817"/>
                    <a:pt x="45000" y="100817"/>
                  </a:cubicBezTo>
                  <a:cubicBezTo>
                    <a:pt x="45000" y="100817"/>
                    <a:pt x="45000" y="100817"/>
                    <a:pt x="45000" y="100817"/>
                  </a:cubicBezTo>
                  <a:cubicBezTo>
                    <a:pt x="45000" y="100594"/>
                    <a:pt x="44769" y="100594"/>
                    <a:pt x="44769" y="100594"/>
                  </a:cubicBezTo>
                  <a:cubicBezTo>
                    <a:pt x="44769" y="100594"/>
                    <a:pt x="45000" y="100594"/>
                    <a:pt x="45000" y="100371"/>
                  </a:cubicBezTo>
                  <a:cubicBezTo>
                    <a:pt x="45000" y="100371"/>
                    <a:pt x="45000" y="100371"/>
                    <a:pt x="45000" y="100371"/>
                  </a:cubicBezTo>
                  <a:cubicBezTo>
                    <a:pt x="45230" y="100371"/>
                    <a:pt x="45230" y="100371"/>
                    <a:pt x="45230" y="100371"/>
                  </a:cubicBezTo>
                  <a:cubicBezTo>
                    <a:pt x="45230" y="100371"/>
                    <a:pt x="45230" y="100371"/>
                    <a:pt x="45230" y="100371"/>
                  </a:cubicBezTo>
                  <a:cubicBezTo>
                    <a:pt x="45230" y="100371"/>
                    <a:pt x="45230" y="100371"/>
                    <a:pt x="45230" y="100371"/>
                  </a:cubicBezTo>
                  <a:cubicBezTo>
                    <a:pt x="45461" y="100371"/>
                    <a:pt x="45461" y="100371"/>
                    <a:pt x="45461" y="100371"/>
                  </a:cubicBezTo>
                  <a:cubicBezTo>
                    <a:pt x="45461" y="100371"/>
                    <a:pt x="45461" y="100371"/>
                    <a:pt x="45461" y="100371"/>
                  </a:cubicBezTo>
                  <a:cubicBezTo>
                    <a:pt x="45692" y="100371"/>
                    <a:pt x="45692" y="100371"/>
                    <a:pt x="45692" y="100371"/>
                  </a:cubicBezTo>
                  <a:cubicBezTo>
                    <a:pt x="45692" y="100371"/>
                    <a:pt x="45692" y="100371"/>
                    <a:pt x="45692" y="100371"/>
                  </a:cubicBezTo>
                  <a:cubicBezTo>
                    <a:pt x="45692" y="100371"/>
                    <a:pt x="45923" y="100371"/>
                    <a:pt x="45923" y="100371"/>
                  </a:cubicBezTo>
                  <a:cubicBezTo>
                    <a:pt x="45923" y="100371"/>
                    <a:pt x="45923" y="100594"/>
                    <a:pt x="45923" y="100594"/>
                  </a:cubicBezTo>
                  <a:cubicBezTo>
                    <a:pt x="45923" y="100594"/>
                    <a:pt x="45923" y="100594"/>
                    <a:pt x="45923" y="100594"/>
                  </a:cubicBezTo>
                  <a:cubicBezTo>
                    <a:pt x="45923" y="100594"/>
                    <a:pt x="46153" y="100594"/>
                    <a:pt x="46153" y="100594"/>
                  </a:cubicBezTo>
                  <a:cubicBezTo>
                    <a:pt x="46153" y="100594"/>
                    <a:pt x="46153" y="100817"/>
                    <a:pt x="46153" y="100817"/>
                  </a:cubicBezTo>
                  <a:cubicBezTo>
                    <a:pt x="46153" y="100817"/>
                    <a:pt x="46384" y="100817"/>
                    <a:pt x="46384" y="100817"/>
                  </a:cubicBezTo>
                  <a:cubicBezTo>
                    <a:pt x="46384" y="100817"/>
                    <a:pt x="46615" y="100817"/>
                    <a:pt x="46615" y="100817"/>
                  </a:cubicBezTo>
                  <a:cubicBezTo>
                    <a:pt x="46615" y="100817"/>
                    <a:pt x="46615" y="100817"/>
                    <a:pt x="46615" y="101040"/>
                  </a:cubicBezTo>
                  <a:cubicBezTo>
                    <a:pt x="46846" y="101040"/>
                    <a:pt x="46846" y="101040"/>
                    <a:pt x="46846" y="101040"/>
                  </a:cubicBezTo>
                  <a:cubicBezTo>
                    <a:pt x="46846" y="100817"/>
                    <a:pt x="47076" y="100817"/>
                    <a:pt x="47076" y="100817"/>
                  </a:cubicBezTo>
                  <a:cubicBezTo>
                    <a:pt x="47076" y="101040"/>
                    <a:pt x="47076" y="101040"/>
                    <a:pt x="47076" y="101040"/>
                  </a:cubicBezTo>
                  <a:cubicBezTo>
                    <a:pt x="47307" y="101040"/>
                    <a:pt x="47307" y="101040"/>
                    <a:pt x="47307" y="101040"/>
                  </a:cubicBezTo>
                  <a:cubicBezTo>
                    <a:pt x="47538" y="101040"/>
                    <a:pt x="47538" y="101040"/>
                    <a:pt x="47538" y="101040"/>
                  </a:cubicBezTo>
                  <a:cubicBezTo>
                    <a:pt x="47538" y="101263"/>
                    <a:pt x="47538" y="101263"/>
                    <a:pt x="47538" y="101263"/>
                  </a:cubicBezTo>
                  <a:cubicBezTo>
                    <a:pt x="47307" y="101263"/>
                    <a:pt x="47307" y="101263"/>
                    <a:pt x="47307" y="101263"/>
                  </a:cubicBezTo>
                  <a:cubicBezTo>
                    <a:pt x="47307" y="101263"/>
                    <a:pt x="47307" y="101263"/>
                    <a:pt x="47307" y="101263"/>
                  </a:cubicBezTo>
                  <a:cubicBezTo>
                    <a:pt x="47307" y="101486"/>
                    <a:pt x="47307" y="101486"/>
                    <a:pt x="47307" y="101486"/>
                  </a:cubicBezTo>
                  <a:cubicBezTo>
                    <a:pt x="47538" y="101486"/>
                    <a:pt x="47538" y="101486"/>
                    <a:pt x="47538" y="101486"/>
                  </a:cubicBezTo>
                  <a:cubicBezTo>
                    <a:pt x="47538" y="101486"/>
                    <a:pt x="47538" y="101486"/>
                    <a:pt x="47538" y="101486"/>
                  </a:cubicBezTo>
                  <a:cubicBezTo>
                    <a:pt x="48000" y="101710"/>
                    <a:pt x="48000" y="101710"/>
                    <a:pt x="48000" y="101710"/>
                  </a:cubicBezTo>
                  <a:cubicBezTo>
                    <a:pt x="47769" y="101710"/>
                    <a:pt x="47769" y="101710"/>
                    <a:pt x="47769" y="101710"/>
                  </a:cubicBezTo>
                  <a:cubicBezTo>
                    <a:pt x="47769" y="101710"/>
                    <a:pt x="47769" y="101710"/>
                    <a:pt x="47769" y="101710"/>
                  </a:cubicBezTo>
                  <a:cubicBezTo>
                    <a:pt x="47769" y="101710"/>
                    <a:pt x="47538" y="101710"/>
                    <a:pt x="47538" y="101710"/>
                  </a:cubicBezTo>
                  <a:cubicBezTo>
                    <a:pt x="47538" y="101710"/>
                    <a:pt x="47307" y="101710"/>
                    <a:pt x="47307" y="101710"/>
                  </a:cubicBezTo>
                  <a:cubicBezTo>
                    <a:pt x="47307" y="101933"/>
                    <a:pt x="47307" y="101933"/>
                    <a:pt x="47307" y="101933"/>
                  </a:cubicBezTo>
                  <a:cubicBezTo>
                    <a:pt x="47307" y="102379"/>
                    <a:pt x="47307" y="102379"/>
                    <a:pt x="47307" y="102379"/>
                  </a:cubicBezTo>
                  <a:cubicBezTo>
                    <a:pt x="47076" y="102379"/>
                    <a:pt x="47076" y="102379"/>
                    <a:pt x="47076" y="102379"/>
                  </a:cubicBezTo>
                  <a:cubicBezTo>
                    <a:pt x="47076" y="102602"/>
                    <a:pt x="47076" y="102602"/>
                    <a:pt x="47076" y="102602"/>
                  </a:cubicBezTo>
                  <a:cubicBezTo>
                    <a:pt x="47076" y="102602"/>
                    <a:pt x="47076" y="102602"/>
                    <a:pt x="47076" y="102602"/>
                  </a:cubicBezTo>
                  <a:cubicBezTo>
                    <a:pt x="47076" y="102602"/>
                    <a:pt x="47076" y="102602"/>
                    <a:pt x="47076" y="102602"/>
                  </a:cubicBezTo>
                  <a:cubicBezTo>
                    <a:pt x="47076" y="102602"/>
                    <a:pt x="47076" y="102602"/>
                    <a:pt x="46846" y="102602"/>
                  </a:cubicBezTo>
                  <a:cubicBezTo>
                    <a:pt x="46846" y="102602"/>
                    <a:pt x="46846" y="102602"/>
                    <a:pt x="46846" y="102602"/>
                  </a:cubicBezTo>
                  <a:cubicBezTo>
                    <a:pt x="46615" y="102379"/>
                    <a:pt x="46615" y="102379"/>
                    <a:pt x="46615" y="102379"/>
                  </a:cubicBezTo>
                  <a:cubicBezTo>
                    <a:pt x="46615" y="102602"/>
                    <a:pt x="46615" y="102602"/>
                    <a:pt x="46615" y="102602"/>
                  </a:cubicBezTo>
                  <a:cubicBezTo>
                    <a:pt x="46615" y="102825"/>
                    <a:pt x="46615" y="102825"/>
                    <a:pt x="46615" y="102825"/>
                  </a:cubicBezTo>
                  <a:cubicBezTo>
                    <a:pt x="46615" y="102825"/>
                    <a:pt x="46615" y="102825"/>
                    <a:pt x="46615" y="102825"/>
                  </a:cubicBezTo>
                  <a:cubicBezTo>
                    <a:pt x="46384" y="102825"/>
                    <a:pt x="46384" y="102825"/>
                    <a:pt x="46384" y="102825"/>
                  </a:cubicBezTo>
                  <a:cubicBezTo>
                    <a:pt x="46153" y="102825"/>
                    <a:pt x="46153" y="102825"/>
                    <a:pt x="46153" y="102825"/>
                  </a:cubicBezTo>
                  <a:cubicBezTo>
                    <a:pt x="45923" y="102825"/>
                    <a:pt x="45923" y="102825"/>
                    <a:pt x="45923" y="102825"/>
                  </a:cubicBezTo>
                  <a:cubicBezTo>
                    <a:pt x="45923" y="102825"/>
                    <a:pt x="45923" y="102825"/>
                    <a:pt x="45923" y="102825"/>
                  </a:cubicBezTo>
                  <a:cubicBezTo>
                    <a:pt x="45692" y="103048"/>
                    <a:pt x="45692" y="103048"/>
                    <a:pt x="45692" y="103048"/>
                  </a:cubicBezTo>
                  <a:cubicBezTo>
                    <a:pt x="45692" y="103048"/>
                    <a:pt x="45692" y="103048"/>
                    <a:pt x="45692" y="103048"/>
                  </a:cubicBezTo>
                  <a:cubicBezTo>
                    <a:pt x="45692" y="103048"/>
                    <a:pt x="45692" y="103048"/>
                    <a:pt x="45692" y="103048"/>
                  </a:cubicBezTo>
                  <a:cubicBezTo>
                    <a:pt x="45692" y="103048"/>
                    <a:pt x="45692" y="103048"/>
                    <a:pt x="45692" y="103048"/>
                  </a:cubicBezTo>
                  <a:cubicBezTo>
                    <a:pt x="45461" y="102825"/>
                    <a:pt x="45461" y="102825"/>
                    <a:pt x="45461" y="102825"/>
                  </a:cubicBezTo>
                  <a:cubicBezTo>
                    <a:pt x="45461" y="103048"/>
                    <a:pt x="45461" y="103048"/>
                    <a:pt x="45461" y="103048"/>
                  </a:cubicBezTo>
                  <a:cubicBezTo>
                    <a:pt x="45461" y="103048"/>
                    <a:pt x="45461" y="103048"/>
                    <a:pt x="45461" y="103048"/>
                  </a:cubicBezTo>
                  <a:cubicBezTo>
                    <a:pt x="45461" y="103048"/>
                    <a:pt x="45461" y="103048"/>
                    <a:pt x="45461" y="103048"/>
                  </a:cubicBezTo>
                  <a:cubicBezTo>
                    <a:pt x="48461" y="103717"/>
                    <a:pt x="48461" y="103717"/>
                    <a:pt x="48461" y="103717"/>
                  </a:cubicBezTo>
                  <a:cubicBezTo>
                    <a:pt x="49153" y="103940"/>
                    <a:pt x="49153" y="104386"/>
                    <a:pt x="49846" y="104832"/>
                  </a:cubicBezTo>
                  <a:cubicBezTo>
                    <a:pt x="51692" y="104163"/>
                    <a:pt x="51692" y="104163"/>
                    <a:pt x="51692" y="104163"/>
                  </a:cubicBezTo>
                  <a:cubicBezTo>
                    <a:pt x="54000" y="105724"/>
                    <a:pt x="54000" y="105724"/>
                    <a:pt x="54000" y="105724"/>
                  </a:cubicBezTo>
                  <a:cubicBezTo>
                    <a:pt x="56076" y="105055"/>
                    <a:pt x="56076" y="105055"/>
                    <a:pt x="56076" y="105055"/>
                  </a:cubicBezTo>
                  <a:cubicBezTo>
                    <a:pt x="58153" y="105055"/>
                    <a:pt x="58153" y="105055"/>
                    <a:pt x="58153" y="105055"/>
                  </a:cubicBezTo>
                  <a:cubicBezTo>
                    <a:pt x="58153" y="104832"/>
                    <a:pt x="59076" y="104832"/>
                    <a:pt x="59769" y="105055"/>
                  </a:cubicBezTo>
                  <a:cubicBezTo>
                    <a:pt x="59769" y="105055"/>
                    <a:pt x="59769" y="105055"/>
                    <a:pt x="59769" y="105055"/>
                  </a:cubicBezTo>
                  <a:close/>
                  <a:moveTo>
                    <a:pt x="44307" y="101710"/>
                  </a:moveTo>
                  <a:cubicBezTo>
                    <a:pt x="44307" y="101710"/>
                    <a:pt x="44307" y="101710"/>
                    <a:pt x="44307" y="101710"/>
                  </a:cubicBezTo>
                  <a:cubicBezTo>
                    <a:pt x="44307" y="101710"/>
                    <a:pt x="44307" y="101710"/>
                    <a:pt x="44307" y="101710"/>
                  </a:cubicBezTo>
                  <a:cubicBezTo>
                    <a:pt x="44307" y="101710"/>
                    <a:pt x="44538" y="101710"/>
                    <a:pt x="44538" y="101710"/>
                  </a:cubicBezTo>
                  <a:cubicBezTo>
                    <a:pt x="44538" y="101710"/>
                    <a:pt x="44538" y="101933"/>
                    <a:pt x="44538" y="101933"/>
                  </a:cubicBezTo>
                  <a:cubicBezTo>
                    <a:pt x="44538" y="101933"/>
                    <a:pt x="44538" y="101933"/>
                    <a:pt x="44538" y="101933"/>
                  </a:cubicBezTo>
                  <a:cubicBezTo>
                    <a:pt x="44538" y="101933"/>
                    <a:pt x="44538" y="101933"/>
                    <a:pt x="44769" y="102156"/>
                  </a:cubicBezTo>
                  <a:cubicBezTo>
                    <a:pt x="44769" y="102156"/>
                    <a:pt x="44538" y="102156"/>
                    <a:pt x="44538" y="102156"/>
                  </a:cubicBezTo>
                  <a:cubicBezTo>
                    <a:pt x="44538" y="102156"/>
                    <a:pt x="44538" y="102156"/>
                    <a:pt x="44538" y="102156"/>
                  </a:cubicBezTo>
                  <a:cubicBezTo>
                    <a:pt x="44307" y="102156"/>
                    <a:pt x="44307" y="102156"/>
                    <a:pt x="44307" y="102156"/>
                  </a:cubicBezTo>
                  <a:cubicBezTo>
                    <a:pt x="44307" y="102156"/>
                    <a:pt x="44307" y="102156"/>
                    <a:pt x="44307" y="102156"/>
                  </a:cubicBezTo>
                  <a:cubicBezTo>
                    <a:pt x="44307" y="101710"/>
                    <a:pt x="44307" y="101710"/>
                    <a:pt x="44307" y="101710"/>
                  </a:cubicBezTo>
                  <a:close/>
                  <a:moveTo>
                    <a:pt x="103846" y="45055"/>
                  </a:moveTo>
                  <a:cubicBezTo>
                    <a:pt x="103846" y="45055"/>
                    <a:pt x="103846" y="45055"/>
                    <a:pt x="103846" y="45055"/>
                  </a:cubicBezTo>
                  <a:cubicBezTo>
                    <a:pt x="103615" y="45055"/>
                    <a:pt x="103615" y="45055"/>
                    <a:pt x="103615" y="45055"/>
                  </a:cubicBezTo>
                  <a:cubicBezTo>
                    <a:pt x="103384" y="44832"/>
                    <a:pt x="103384" y="44832"/>
                    <a:pt x="103384" y="44832"/>
                  </a:cubicBezTo>
                  <a:cubicBezTo>
                    <a:pt x="103384" y="44832"/>
                    <a:pt x="103384" y="44832"/>
                    <a:pt x="103384" y="44832"/>
                  </a:cubicBezTo>
                  <a:cubicBezTo>
                    <a:pt x="103384" y="44832"/>
                    <a:pt x="103384" y="44832"/>
                    <a:pt x="103384" y="44832"/>
                  </a:cubicBezTo>
                  <a:cubicBezTo>
                    <a:pt x="103615" y="44832"/>
                    <a:pt x="103615" y="44609"/>
                    <a:pt x="103615" y="44609"/>
                  </a:cubicBezTo>
                  <a:cubicBezTo>
                    <a:pt x="103615" y="44832"/>
                    <a:pt x="103846" y="44832"/>
                    <a:pt x="103846" y="45055"/>
                  </a:cubicBezTo>
                  <a:close/>
                  <a:moveTo>
                    <a:pt x="113769" y="115985"/>
                  </a:moveTo>
                  <a:cubicBezTo>
                    <a:pt x="113769" y="115985"/>
                    <a:pt x="113769" y="115985"/>
                    <a:pt x="113769" y="115985"/>
                  </a:cubicBezTo>
                  <a:cubicBezTo>
                    <a:pt x="113307" y="116877"/>
                    <a:pt x="113307" y="116877"/>
                    <a:pt x="113307" y="116877"/>
                  </a:cubicBezTo>
                  <a:cubicBezTo>
                    <a:pt x="112846" y="117546"/>
                    <a:pt x="112846" y="117546"/>
                    <a:pt x="112846" y="117546"/>
                  </a:cubicBezTo>
                  <a:cubicBezTo>
                    <a:pt x="114000" y="117992"/>
                    <a:pt x="114000" y="117992"/>
                    <a:pt x="114000" y="117992"/>
                  </a:cubicBezTo>
                  <a:cubicBezTo>
                    <a:pt x="114692" y="118884"/>
                    <a:pt x="114692" y="118884"/>
                    <a:pt x="114692" y="118884"/>
                  </a:cubicBezTo>
                  <a:cubicBezTo>
                    <a:pt x="114692" y="118884"/>
                    <a:pt x="115153" y="119553"/>
                    <a:pt x="115615" y="119553"/>
                  </a:cubicBezTo>
                  <a:cubicBezTo>
                    <a:pt x="116076" y="119553"/>
                    <a:pt x="116769" y="120000"/>
                    <a:pt x="116769" y="120000"/>
                  </a:cubicBezTo>
                  <a:cubicBezTo>
                    <a:pt x="116769" y="120000"/>
                    <a:pt x="117230" y="119330"/>
                    <a:pt x="117230" y="118438"/>
                  </a:cubicBezTo>
                  <a:cubicBezTo>
                    <a:pt x="117461" y="117769"/>
                    <a:pt x="116538" y="116877"/>
                    <a:pt x="117923" y="116654"/>
                  </a:cubicBezTo>
                  <a:cubicBezTo>
                    <a:pt x="119307" y="116654"/>
                    <a:pt x="118384" y="115092"/>
                    <a:pt x="118384" y="115092"/>
                  </a:cubicBezTo>
                  <a:cubicBezTo>
                    <a:pt x="118384" y="113977"/>
                    <a:pt x="118384" y="113977"/>
                    <a:pt x="118384" y="113977"/>
                  </a:cubicBezTo>
                  <a:cubicBezTo>
                    <a:pt x="118153" y="112639"/>
                    <a:pt x="118153" y="112639"/>
                    <a:pt x="118153" y="112639"/>
                  </a:cubicBezTo>
                  <a:cubicBezTo>
                    <a:pt x="118384" y="112193"/>
                    <a:pt x="118384" y="112193"/>
                    <a:pt x="118384" y="112193"/>
                  </a:cubicBezTo>
                  <a:cubicBezTo>
                    <a:pt x="119076" y="111301"/>
                    <a:pt x="119076" y="111301"/>
                    <a:pt x="119076" y="111301"/>
                  </a:cubicBezTo>
                  <a:cubicBezTo>
                    <a:pt x="119769" y="110631"/>
                    <a:pt x="119769" y="110631"/>
                    <a:pt x="119769" y="110631"/>
                  </a:cubicBezTo>
                  <a:cubicBezTo>
                    <a:pt x="119769" y="110631"/>
                    <a:pt x="120000" y="109962"/>
                    <a:pt x="120000" y="109516"/>
                  </a:cubicBezTo>
                  <a:cubicBezTo>
                    <a:pt x="119769" y="109293"/>
                    <a:pt x="119076" y="108178"/>
                    <a:pt x="119076" y="108178"/>
                  </a:cubicBezTo>
                  <a:cubicBezTo>
                    <a:pt x="119769" y="105501"/>
                    <a:pt x="119769" y="105501"/>
                    <a:pt x="119769" y="105501"/>
                  </a:cubicBezTo>
                  <a:cubicBezTo>
                    <a:pt x="119538" y="105055"/>
                    <a:pt x="119538" y="105055"/>
                    <a:pt x="119538" y="105055"/>
                  </a:cubicBezTo>
                  <a:cubicBezTo>
                    <a:pt x="119307" y="104386"/>
                    <a:pt x="119307" y="104386"/>
                    <a:pt x="119307" y="104386"/>
                  </a:cubicBezTo>
                  <a:cubicBezTo>
                    <a:pt x="118846" y="102379"/>
                    <a:pt x="118846" y="102379"/>
                    <a:pt x="118846" y="102379"/>
                  </a:cubicBezTo>
                  <a:cubicBezTo>
                    <a:pt x="118846" y="99702"/>
                    <a:pt x="118846" y="99702"/>
                    <a:pt x="118846" y="99702"/>
                  </a:cubicBezTo>
                  <a:cubicBezTo>
                    <a:pt x="117461" y="100148"/>
                    <a:pt x="117461" y="100148"/>
                    <a:pt x="117461" y="100148"/>
                  </a:cubicBezTo>
                  <a:cubicBezTo>
                    <a:pt x="117923" y="101263"/>
                    <a:pt x="117923" y="101263"/>
                    <a:pt x="117923" y="101263"/>
                  </a:cubicBezTo>
                  <a:cubicBezTo>
                    <a:pt x="117461" y="103271"/>
                    <a:pt x="117461" y="103271"/>
                    <a:pt x="117461" y="103271"/>
                  </a:cubicBezTo>
                  <a:cubicBezTo>
                    <a:pt x="116307" y="103494"/>
                    <a:pt x="116307" y="103494"/>
                    <a:pt x="116307" y="103494"/>
                  </a:cubicBezTo>
                  <a:cubicBezTo>
                    <a:pt x="115846" y="103717"/>
                    <a:pt x="115846" y="103717"/>
                    <a:pt x="115846" y="103717"/>
                  </a:cubicBezTo>
                  <a:cubicBezTo>
                    <a:pt x="115153" y="104386"/>
                    <a:pt x="115153" y="104386"/>
                    <a:pt x="115153" y="104386"/>
                  </a:cubicBezTo>
                  <a:cubicBezTo>
                    <a:pt x="114000" y="104609"/>
                    <a:pt x="114000" y="104609"/>
                    <a:pt x="114000" y="104609"/>
                  </a:cubicBezTo>
                  <a:cubicBezTo>
                    <a:pt x="112846" y="105501"/>
                    <a:pt x="112846" y="105501"/>
                    <a:pt x="112846" y="105501"/>
                  </a:cubicBezTo>
                  <a:cubicBezTo>
                    <a:pt x="111923" y="106617"/>
                    <a:pt x="111923" y="106617"/>
                    <a:pt x="111923" y="106617"/>
                  </a:cubicBezTo>
                  <a:cubicBezTo>
                    <a:pt x="111230" y="107286"/>
                    <a:pt x="111230" y="107286"/>
                    <a:pt x="111230" y="107286"/>
                  </a:cubicBezTo>
                  <a:cubicBezTo>
                    <a:pt x="111230" y="107286"/>
                    <a:pt x="111230" y="107732"/>
                    <a:pt x="111692" y="108178"/>
                  </a:cubicBezTo>
                  <a:cubicBezTo>
                    <a:pt x="112153" y="108847"/>
                    <a:pt x="111000" y="111078"/>
                    <a:pt x="111000" y="111078"/>
                  </a:cubicBezTo>
                  <a:cubicBezTo>
                    <a:pt x="111923" y="111078"/>
                    <a:pt x="111923" y="111078"/>
                    <a:pt x="111923" y="111078"/>
                  </a:cubicBezTo>
                  <a:cubicBezTo>
                    <a:pt x="112153" y="112193"/>
                    <a:pt x="112153" y="112193"/>
                    <a:pt x="112153" y="112193"/>
                  </a:cubicBezTo>
                  <a:cubicBezTo>
                    <a:pt x="111461" y="113308"/>
                    <a:pt x="111461" y="113308"/>
                    <a:pt x="111461" y="113308"/>
                  </a:cubicBezTo>
                  <a:cubicBezTo>
                    <a:pt x="112153" y="113754"/>
                    <a:pt x="112153" y="113754"/>
                    <a:pt x="112153" y="113754"/>
                  </a:cubicBezTo>
                  <a:cubicBezTo>
                    <a:pt x="112846" y="113754"/>
                    <a:pt x="112846" y="113754"/>
                    <a:pt x="112846" y="113754"/>
                  </a:cubicBezTo>
                  <a:cubicBezTo>
                    <a:pt x="112153" y="115092"/>
                    <a:pt x="112153" y="115092"/>
                    <a:pt x="112153" y="115092"/>
                  </a:cubicBezTo>
                  <a:cubicBezTo>
                    <a:pt x="112153" y="115539"/>
                    <a:pt x="112153" y="115539"/>
                    <a:pt x="112153" y="115539"/>
                  </a:cubicBezTo>
                  <a:lnTo>
                    <a:pt x="113769" y="115985"/>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5" name="Shape 2042">
              <a:extLst>
                <a:ext uri="{FF2B5EF4-FFF2-40B4-BE49-F238E27FC236}">
                  <a16:creationId xmlns:a16="http://schemas.microsoft.com/office/drawing/2014/main" id="{2E1570E6-077D-4B94-806B-9C30E4EA9182}"/>
                </a:ext>
              </a:extLst>
            </p:cNvPr>
            <p:cNvSpPr/>
            <p:nvPr/>
          </p:nvSpPr>
          <p:spPr>
            <a:xfrm>
              <a:off x="2979925" y="1055254"/>
              <a:ext cx="543118" cy="437886"/>
            </a:xfrm>
            <a:custGeom>
              <a:avLst/>
              <a:gdLst/>
              <a:ahLst/>
              <a:cxnLst/>
              <a:rect l="0" t="0" r="0" b="0"/>
              <a:pathLst>
                <a:path w="120000" h="120000" extrusionOk="0">
                  <a:moveTo>
                    <a:pt x="24201" y="44848"/>
                  </a:moveTo>
                  <a:cubicBezTo>
                    <a:pt x="26218" y="46666"/>
                    <a:pt x="26218" y="46666"/>
                    <a:pt x="26218" y="46666"/>
                  </a:cubicBezTo>
                  <a:cubicBezTo>
                    <a:pt x="27731" y="45454"/>
                    <a:pt x="27731" y="45454"/>
                    <a:pt x="27731" y="45454"/>
                  </a:cubicBezTo>
                  <a:cubicBezTo>
                    <a:pt x="28739" y="44242"/>
                    <a:pt x="28739" y="44242"/>
                    <a:pt x="28739" y="44242"/>
                  </a:cubicBezTo>
                  <a:cubicBezTo>
                    <a:pt x="29747" y="45454"/>
                    <a:pt x="29747" y="45454"/>
                    <a:pt x="29747" y="45454"/>
                  </a:cubicBezTo>
                  <a:cubicBezTo>
                    <a:pt x="28235" y="47272"/>
                    <a:pt x="28235" y="47272"/>
                    <a:pt x="28235" y="47272"/>
                  </a:cubicBezTo>
                  <a:cubicBezTo>
                    <a:pt x="27226" y="48484"/>
                    <a:pt x="27226" y="48484"/>
                    <a:pt x="27226" y="48484"/>
                  </a:cubicBezTo>
                  <a:cubicBezTo>
                    <a:pt x="27226" y="50303"/>
                    <a:pt x="27226" y="50303"/>
                    <a:pt x="27226" y="50303"/>
                  </a:cubicBezTo>
                  <a:cubicBezTo>
                    <a:pt x="25210" y="49696"/>
                    <a:pt x="25210" y="49696"/>
                    <a:pt x="25210" y="49696"/>
                  </a:cubicBezTo>
                  <a:cubicBezTo>
                    <a:pt x="23193" y="47272"/>
                    <a:pt x="23193" y="47272"/>
                    <a:pt x="23193" y="47272"/>
                  </a:cubicBezTo>
                  <a:cubicBezTo>
                    <a:pt x="22184" y="46666"/>
                    <a:pt x="22184" y="46666"/>
                    <a:pt x="22184" y="46666"/>
                  </a:cubicBezTo>
                  <a:cubicBezTo>
                    <a:pt x="21176" y="46060"/>
                    <a:pt x="21176" y="46060"/>
                    <a:pt x="21176" y="46060"/>
                  </a:cubicBezTo>
                  <a:cubicBezTo>
                    <a:pt x="20672" y="44242"/>
                    <a:pt x="20672" y="44242"/>
                    <a:pt x="20672" y="44242"/>
                  </a:cubicBezTo>
                  <a:cubicBezTo>
                    <a:pt x="20168" y="44848"/>
                    <a:pt x="20168" y="44848"/>
                    <a:pt x="20168" y="44848"/>
                  </a:cubicBezTo>
                  <a:cubicBezTo>
                    <a:pt x="18151" y="45454"/>
                    <a:pt x="18151" y="45454"/>
                    <a:pt x="18151" y="45454"/>
                  </a:cubicBezTo>
                  <a:cubicBezTo>
                    <a:pt x="17647" y="46060"/>
                    <a:pt x="17647" y="46060"/>
                    <a:pt x="17647" y="46060"/>
                  </a:cubicBezTo>
                  <a:cubicBezTo>
                    <a:pt x="17142" y="44848"/>
                    <a:pt x="17142" y="44848"/>
                    <a:pt x="17142" y="44848"/>
                  </a:cubicBezTo>
                  <a:cubicBezTo>
                    <a:pt x="17647" y="43636"/>
                    <a:pt x="17647" y="43636"/>
                    <a:pt x="17647" y="43636"/>
                  </a:cubicBezTo>
                  <a:cubicBezTo>
                    <a:pt x="16134" y="43636"/>
                    <a:pt x="16134" y="43636"/>
                    <a:pt x="16134" y="43636"/>
                  </a:cubicBezTo>
                  <a:cubicBezTo>
                    <a:pt x="16134" y="43636"/>
                    <a:pt x="15630" y="44242"/>
                    <a:pt x="15126" y="44242"/>
                  </a:cubicBezTo>
                  <a:cubicBezTo>
                    <a:pt x="14621" y="44242"/>
                    <a:pt x="14117" y="44242"/>
                    <a:pt x="14117" y="44242"/>
                  </a:cubicBezTo>
                  <a:cubicBezTo>
                    <a:pt x="13613" y="43636"/>
                    <a:pt x="13109" y="43030"/>
                    <a:pt x="12605" y="43030"/>
                  </a:cubicBezTo>
                  <a:cubicBezTo>
                    <a:pt x="12100" y="42424"/>
                    <a:pt x="11596" y="41818"/>
                    <a:pt x="11596" y="41818"/>
                  </a:cubicBezTo>
                  <a:cubicBezTo>
                    <a:pt x="10588" y="42424"/>
                    <a:pt x="10588" y="42424"/>
                    <a:pt x="10588" y="42424"/>
                  </a:cubicBezTo>
                  <a:cubicBezTo>
                    <a:pt x="9579" y="43636"/>
                    <a:pt x="9579" y="43636"/>
                    <a:pt x="9579" y="43636"/>
                  </a:cubicBezTo>
                  <a:cubicBezTo>
                    <a:pt x="9579" y="43030"/>
                    <a:pt x="9579" y="43030"/>
                    <a:pt x="9579" y="43030"/>
                  </a:cubicBezTo>
                  <a:cubicBezTo>
                    <a:pt x="8571" y="42424"/>
                    <a:pt x="8571" y="42424"/>
                    <a:pt x="8571" y="42424"/>
                  </a:cubicBezTo>
                  <a:cubicBezTo>
                    <a:pt x="6554" y="42424"/>
                    <a:pt x="6554" y="42424"/>
                    <a:pt x="6554" y="42424"/>
                  </a:cubicBezTo>
                  <a:cubicBezTo>
                    <a:pt x="6050" y="42424"/>
                    <a:pt x="6050" y="42424"/>
                    <a:pt x="6050" y="42424"/>
                  </a:cubicBezTo>
                  <a:cubicBezTo>
                    <a:pt x="6050" y="42424"/>
                    <a:pt x="6050" y="42424"/>
                    <a:pt x="5042" y="42424"/>
                  </a:cubicBezTo>
                  <a:cubicBezTo>
                    <a:pt x="4537" y="41818"/>
                    <a:pt x="4537" y="41818"/>
                    <a:pt x="4537" y="41818"/>
                  </a:cubicBezTo>
                  <a:cubicBezTo>
                    <a:pt x="3025" y="41212"/>
                    <a:pt x="3025" y="41212"/>
                    <a:pt x="3025" y="41212"/>
                  </a:cubicBezTo>
                  <a:cubicBezTo>
                    <a:pt x="1512" y="40606"/>
                    <a:pt x="1512" y="40606"/>
                    <a:pt x="1512" y="40606"/>
                  </a:cubicBezTo>
                  <a:cubicBezTo>
                    <a:pt x="1512" y="40606"/>
                    <a:pt x="1008" y="40606"/>
                    <a:pt x="1008" y="41212"/>
                  </a:cubicBezTo>
                  <a:cubicBezTo>
                    <a:pt x="1008" y="42424"/>
                    <a:pt x="0" y="43030"/>
                    <a:pt x="0" y="43636"/>
                  </a:cubicBezTo>
                  <a:cubicBezTo>
                    <a:pt x="504" y="44242"/>
                    <a:pt x="1008" y="44242"/>
                    <a:pt x="1512" y="45454"/>
                  </a:cubicBezTo>
                  <a:cubicBezTo>
                    <a:pt x="2521" y="46060"/>
                    <a:pt x="2521" y="46060"/>
                    <a:pt x="2521" y="46060"/>
                  </a:cubicBezTo>
                  <a:cubicBezTo>
                    <a:pt x="4033" y="46060"/>
                    <a:pt x="4033" y="46060"/>
                    <a:pt x="4033" y="46060"/>
                  </a:cubicBezTo>
                  <a:cubicBezTo>
                    <a:pt x="4537" y="45454"/>
                    <a:pt x="4537" y="45454"/>
                    <a:pt x="4537" y="45454"/>
                  </a:cubicBezTo>
                  <a:cubicBezTo>
                    <a:pt x="6554" y="46060"/>
                    <a:pt x="6554" y="46060"/>
                    <a:pt x="6554" y="46060"/>
                  </a:cubicBezTo>
                  <a:cubicBezTo>
                    <a:pt x="7058" y="47272"/>
                    <a:pt x="7563" y="48484"/>
                    <a:pt x="8067" y="47878"/>
                  </a:cubicBezTo>
                  <a:cubicBezTo>
                    <a:pt x="8571" y="47272"/>
                    <a:pt x="8571" y="47272"/>
                    <a:pt x="8571" y="47272"/>
                  </a:cubicBezTo>
                  <a:cubicBezTo>
                    <a:pt x="9579" y="47878"/>
                    <a:pt x="9579" y="47878"/>
                    <a:pt x="9579" y="47878"/>
                  </a:cubicBezTo>
                  <a:cubicBezTo>
                    <a:pt x="9579" y="47878"/>
                    <a:pt x="10084" y="50303"/>
                    <a:pt x="11092" y="50303"/>
                  </a:cubicBezTo>
                  <a:cubicBezTo>
                    <a:pt x="11596" y="50909"/>
                    <a:pt x="12100" y="50909"/>
                    <a:pt x="12100" y="50909"/>
                  </a:cubicBezTo>
                  <a:cubicBezTo>
                    <a:pt x="14117" y="52121"/>
                    <a:pt x="14117" y="52121"/>
                    <a:pt x="14117" y="52121"/>
                  </a:cubicBezTo>
                  <a:cubicBezTo>
                    <a:pt x="15126" y="52121"/>
                    <a:pt x="15126" y="52121"/>
                    <a:pt x="15126" y="52121"/>
                  </a:cubicBezTo>
                  <a:cubicBezTo>
                    <a:pt x="15126" y="52121"/>
                    <a:pt x="16638" y="51515"/>
                    <a:pt x="16638" y="52121"/>
                  </a:cubicBezTo>
                  <a:cubicBezTo>
                    <a:pt x="16638" y="52727"/>
                    <a:pt x="17647" y="53333"/>
                    <a:pt x="17142" y="53939"/>
                  </a:cubicBezTo>
                  <a:cubicBezTo>
                    <a:pt x="17142" y="53939"/>
                    <a:pt x="17142" y="54545"/>
                    <a:pt x="17142" y="55151"/>
                  </a:cubicBezTo>
                  <a:cubicBezTo>
                    <a:pt x="17142" y="55757"/>
                    <a:pt x="17142" y="56363"/>
                    <a:pt x="17142" y="56363"/>
                  </a:cubicBezTo>
                  <a:cubicBezTo>
                    <a:pt x="15630" y="58181"/>
                    <a:pt x="15630" y="58181"/>
                    <a:pt x="15630" y="58181"/>
                  </a:cubicBezTo>
                  <a:cubicBezTo>
                    <a:pt x="15630" y="59393"/>
                    <a:pt x="15630" y="59393"/>
                    <a:pt x="15630" y="59393"/>
                  </a:cubicBezTo>
                  <a:cubicBezTo>
                    <a:pt x="15630" y="59393"/>
                    <a:pt x="15630" y="60606"/>
                    <a:pt x="15126" y="60606"/>
                  </a:cubicBezTo>
                  <a:cubicBezTo>
                    <a:pt x="15126" y="61212"/>
                    <a:pt x="14621" y="63030"/>
                    <a:pt x="14621" y="63030"/>
                  </a:cubicBezTo>
                  <a:cubicBezTo>
                    <a:pt x="16134" y="61818"/>
                    <a:pt x="16134" y="61818"/>
                    <a:pt x="16134" y="61818"/>
                  </a:cubicBezTo>
                  <a:cubicBezTo>
                    <a:pt x="16134" y="61818"/>
                    <a:pt x="16638" y="61818"/>
                    <a:pt x="16638" y="62424"/>
                  </a:cubicBezTo>
                  <a:cubicBezTo>
                    <a:pt x="16134" y="63636"/>
                    <a:pt x="15630" y="64242"/>
                    <a:pt x="15630" y="64242"/>
                  </a:cubicBezTo>
                  <a:cubicBezTo>
                    <a:pt x="15630" y="64242"/>
                    <a:pt x="16134" y="66060"/>
                    <a:pt x="16638" y="65454"/>
                  </a:cubicBezTo>
                  <a:cubicBezTo>
                    <a:pt x="17647" y="64848"/>
                    <a:pt x="17647" y="64848"/>
                    <a:pt x="17647" y="64848"/>
                  </a:cubicBezTo>
                  <a:cubicBezTo>
                    <a:pt x="18655" y="64242"/>
                    <a:pt x="18655" y="64242"/>
                    <a:pt x="18655" y="64242"/>
                  </a:cubicBezTo>
                  <a:cubicBezTo>
                    <a:pt x="20168" y="63636"/>
                    <a:pt x="20168" y="63636"/>
                    <a:pt x="20168" y="63636"/>
                  </a:cubicBezTo>
                  <a:cubicBezTo>
                    <a:pt x="20168" y="63636"/>
                    <a:pt x="20168" y="63636"/>
                    <a:pt x="20672" y="63030"/>
                  </a:cubicBezTo>
                  <a:cubicBezTo>
                    <a:pt x="21680" y="63030"/>
                    <a:pt x="23193" y="63030"/>
                    <a:pt x="23193" y="63030"/>
                  </a:cubicBezTo>
                  <a:cubicBezTo>
                    <a:pt x="23193" y="63030"/>
                    <a:pt x="23697" y="64848"/>
                    <a:pt x="23193" y="64848"/>
                  </a:cubicBezTo>
                  <a:cubicBezTo>
                    <a:pt x="22689" y="64848"/>
                    <a:pt x="20672" y="64242"/>
                    <a:pt x="20672" y="64242"/>
                  </a:cubicBezTo>
                  <a:cubicBezTo>
                    <a:pt x="19663" y="64848"/>
                    <a:pt x="19663" y="64848"/>
                    <a:pt x="19663" y="64848"/>
                  </a:cubicBezTo>
                  <a:cubicBezTo>
                    <a:pt x="18655" y="65454"/>
                    <a:pt x="18655" y="65454"/>
                    <a:pt x="18655" y="65454"/>
                  </a:cubicBezTo>
                  <a:cubicBezTo>
                    <a:pt x="17647" y="66666"/>
                    <a:pt x="17647" y="66666"/>
                    <a:pt x="17647" y="66666"/>
                  </a:cubicBezTo>
                  <a:cubicBezTo>
                    <a:pt x="17647" y="66666"/>
                    <a:pt x="16638" y="68484"/>
                    <a:pt x="17142" y="68484"/>
                  </a:cubicBezTo>
                  <a:cubicBezTo>
                    <a:pt x="17647" y="69090"/>
                    <a:pt x="16134" y="69696"/>
                    <a:pt x="16134" y="69696"/>
                  </a:cubicBezTo>
                  <a:cubicBezTo>
                    <a:pt x="15630" y="69696"/>
                    <a:pt x="15630" y="69696"/>
                    <a:pt x="15630" y="69696"/>
                  </a:cubicBezTo>
                  <a:cubicBezTo>
                    <a:pt x="15630" y="70303"/>
                    <a:pt x="15630" y="70303"/>
                    <a:pt x="15630" y="70303"/>
                  </a:cubicBezTo>
                  <a:cubicBezTo>
                    <a:pt x="15630" y="70303"/>
                    <a:pt x="15630" y="70303"/>
                    <a:pt x="16134" y="70909"/>
                  </a:cubicBezTo>
                  <a:cubicBezTo>
                    <a:pt x="16638" y="70909"/>
                    <a:pt x="18151" y="70909"/>
                    <a:pt x="18151" y="70909"/>
                  </a:cubicBezTo>
                  <a:cubicBezTo>
                    <a:pt x="18151" y="70909"/>
                    <a:pt x="19159" y="70303"/>
                    <a:pt x="18655" y="70909"/>
                  </a:cubicBezTo>
                  <a:cubicBezTo>
                    <a:pt x="18655" y="71515"/>
                    <a:pt x="18151" y="73333"/>
                    <a:pt x="18151" y="73333"/>
                  </a:cubicBezTo>
                  <a:cubicBezTo>
                    <a:pt x="18151" y="73333"/>
                    <a:pt x="17647" y="73939"/>
                    <a:pt x="16134" y="73939"/>
                  </a:cubicBezTo>
                  <a:cubicBezTo>
                    <a:pt x="15126" y="74545"/>
                    <a:pt x="13613" y="75151"/>
                    <a:pt x="13613" y="75151"/>
                  </a:cubicBezTo>
                  <a:cubicBezTo>
                    <a:pt x="12605" y="76969"/>
                    <a:pt x="12605" y="76969"/>
                    <a:pt x="12605" y="76969"/>
                  </a:cubicBezTo>
                  <a:cubicBezTo>
                    <a:pt x="12605" y="76969"/>
                    <a:pt x="13109" y="77575"/>
                    <a:pt x="11596" y="77575"/>
                  </a:cubicBezTo>
                  <a:cubicBezTo>
                    <a:pt x="10588" y="77575"/>
                    <a:pt x="9579" y="77575"/>
                    <a:pt x="9579" y="77575"/>
                  </a:cubicBezTo>
                  <a:cubicBezTo>
                    <a:pt x="8571" y="77575"/>
                    <a:pt x="8571" y="77575"/>
                    <a:pt x="8571" y="77575"/>
                  </a:cubicBezTo>
                  <a:cubicBezTo>
                    <a:pt x="8571" y="77575"/>
                    <a:pt x="7563" y="78181"/>
                    <a:pt x="7563" y="78181"/>
                  </a:cubicBezTo>
                  <a:cubicBezTo>
                    <a:pt x="7058" y="77575"/>
                    <a:pt x="6554" y="76969"/>
                    <a:pt x="6554" y="76969"/>
                  </a:cubicBezTo>
                  <a:cubicBezTo>
                    <a:pt x="7058" y="74545"/>
                    <a:pt x="7058" y="74545"/>
                    <a:pt x="7058" y="74545"/>
                  </a:cubicBezTo>
                  <a:cubicBezTo>
                    <a:pt x="6554" y="73939"/>
                    <a:pt x="6554" y="73939"/>
                    <a:pt x="6554" y="73939"/>
                  </a:cubicBezTo>
                  <a:cubicBezTo>
                    <a:pt x="6554" y="72121"/>
                    <a:pt x="6554" y="72121"/>
                    <a:pt x="6554" y="72121"/>
                  </a:cubicBezTo>
                  <a:cubicBezTo>
                    <a:pt x="6554" y="72121"/>
                    <a:pt x="5042" y="73333"/>
                    <a:pt x="5042" y="73939"/>
                  </a:cubicBezTo>
                  <a:cubicBezTo>
                    <a:pt x="4537" y="73939"/>
                    <a:pt x="4537" y="75151"/>
                    <a:pt x="4537" y="75151"/>
                  </a:cubicBezTo>
                  <a:cubicBezTo>
                    <a:pt x="3529" y="76969"/>
                    <a:pt x="3529" y="76969"/>
                    <a:pt x="3529" y="76969"/>
                  </a:cubicBezTo>
                  <a:cubicBezTo>
                    <a:pt x="3025" y="76969"/>
                    <a:pt x="3025" y="76969"/>
                    <a:pt x="3025" y="76969"/>
                  </a:cubicBezTo>
                  <a:cubicBezTo>
                    <a:pt x="3025" y="79393"/>
                    <a:pt x="3025" y="79393"/>
                    <a:pt x="3025" y="79393"/>
                  </a:cubicBezTo>
                  <a:cubicBezTo>
                    <a:pt x="2521" y="80606"/>
                    <a:pt x="2521" y="80606"/>
                    <a:pt x="2521" y="80606"/>
                  </a:cubicBezTo>
                  <a:cubicBezTo>
                    <a:pt x="2521" y="80606"/>
                    <a:pt x="2016" y="80606"/>
                    <a:pt x="2521" y="81212"/>
                  </a:cubicBezTo>
                  <a:cubicBezTo>
                    <a:pt x="3025" y="81212"/>
                    <a:pt x="5042" y="82424"/>
                    <a:pt x="5042" y="82424"/>
                  </a:cubicBezTo>
                  <a:cubicBezTo>
                    <a:pt x="5042" y="82424"/>
                    <a:pt x="5546" y="81818"/>
                    <a:pt x="6554" y="83030"/>
                  </a:cubicBezTo>
                  <a:cubicBezTo>
                    <a:pt x="7058" y="83636"/>
                    <a:pt x="8067" y="84242"/>
                    <a:pt x="8067" y="84242"/>
                  </a:cubicBezTo>
                  <a:cubicBezTo>
                    <a:pt x="8571" y="84242"/>
                    <a:pt x="8571" y="84242"/>
                    <a:pt x="8571" y="84242"/>
                  </a:cubicBezTo>
                  <a:cubicBezTo>
                    <a:pt x="10084" y="83636"/>
                    <a:pt x="10084" y="83636"/>
                    <a:pt x="10084" y="83636"/>
                  </a:cubicBezTo>
                  <a:cubicBezTo>
                    <a:pt x="11092" y="84848"/>
                    <a:pt x="11092" y="84848"/>
                    <a:pt x="11092" y="84848"/>
                  </a:cubicBezTo>
                  <a:cubicBezTo>
                    <a:pt x="13613" y="85454"/>
                    <a:pt x="13613" y="85454"/>
                    <a:pt x="13613" y="85454"/>
                  </a:cubicBezTo>
                  <a:cubicBezTo>
                    <a:pt x="13613" y="85454"/>
                    <a:pt x="14117" y="86666"/>
                    <a:pt x="14117" y="87272"/>
                  </a:cubicBezTo>
                  <a:cubicBezTo>
                    <a:pt x="14621" y="87272"/>
                    <a:pt x="15630" y="89090"/>
                    <a:pt x="15630" y="89090"/>
                  </a:cubicBezTo>
                  <a:cubicBezTo>
                    <a:pt x="15630" y="89090"/>
                    <a:pt x="15630" y="87878"/>
                    <a:pt x="16638" y="88484"/>
                  </a:cubicBezTo>
                  <a:cubicBezTo>
                    <a:pt x="18151" y="88484"/>
                    <a:pt x="18655" y="88484"/>
                    <a:pt x="18655" y="88484"/>
                  </a:cubicBezTo>
                  <a:cubicBezTo>
                    <a:pt x="18655" y="88484"/>
                    <a:pt x="19663" y="88484"/>
                    <a:pt x="20168" y="89090"/>
                  </a:cubicBezTo>
                  <a:cubicBezTo>
                    <a:pt x="20672" y="89696"/>
                    <a:pt x="22184" y="92727"/>
                    <a:pt x="22184" y="92727"/>
                  </a:cubicBezTo>
                  <a:cubicBezTo>
                    <a:pt x="23193" y="95757"/>
                    <a:pt x="23193" y="95757"/>
                    <a:pt x="23193" y="95757"/>
                  </a:cubicBezTo>
                  <a:cubicBezTo>
                    <a:pt x="24201" y="98181"/>
                    <a:pt x="24201" y="98181"/>
                    <a:pt x="24201" y="98181"/>
                  </a:cubicBezTo>
                  <a:cubicBezTo>
                    <a:pt x="24201" y="98181"/>
                    <a:pt x="24201" y="98787"/>
                    <a:pt x="25210" y="99393"/>
                  </a:cubicBezTo>
                  <a:cubicBezTo>
                    <a:pt x="26218" y="100606"/>
                    <a:pt x="26722" y="101818"/>
                    <a:pt x="26722" y="101818"/>
                  </a:cubicBezTo>
                  <a:cubicBezTo>
                    <a:pt x="26722" y="101818"/>
                    <a:pt x="26722" y="102424"/>
                    <a:pt x="27226" y="103030"/>
                  </a:cubicBezTo>
                  <a:cubicBezTo>
                    <a:pt x="27731" y="104242"/>
                    <a:pt x="28739" y="105454"/>
                    <a:pt x="28739" y="105454"/>
                  </a:cubicBezTo>
                  <a:cubicBezTo>
                    <a:pt x="28739" y="105454"/>
                    <a:pt x="28739" y="106060"/>
                    <a:pt x="29243" y="106666"/>
                  </a:cubicBezTo>
                  <a:cubicBezTo>
                    <a:pt x="30252" y="107272"/>
                    <a:pt x="31260" y="107272"/>
                    <a:pt x="31764" y="107878"/>
                  </a:cubicBezTo>
                  <a:cubicBezTo>
                    <a:pt x="32773" y="109090"/>
                    <a:pt x="33781" y="110303"/>
                    <a:pt x="33781" y="110303"/>
                  </a:cubicBezTo>
                  <a:cubicBezTo>
                    <a:pt x="33781" y="110303"/>
                    <a:pt x="36302" y="113333"/>
                    <a:pt x="37310" y="114545"/>
                  </a:cubicBezTo>
                  <a:cubicBezTo>
                    <a:pt x="38319" y="115757"/>
                    <a:pt x="39327" y="116969"/>
                    <a:pt x="39831" y="116969"/>
                  </a:cubicBezTo>
                  <a:cubicBezTo>
                    <a:pt x="40336" y="117575"/>
                    <a:pt x="42857" y="118181"/>
                    <a:pt x="42857" y="118181"/>
                  </a:cubicBezTo>
                  <a:cubicBezTo>
                    <a:pt x="42857" y="118181"/>
                    <a:pt x="44369" y="119999"/>
                    <a:pt x="44873" y="119393"/>
                  </a:cubicBezTo>
                  <a:cubicBezTo>
                    <a:pt x="45882" y="119393"/>
                    <a:pt x="43865" y="118787"/>
                    <a:pt x="46890" y="118787"/>
                  </a:cubicBezTo>
                  <a:cubicBezTo>
                    <a:pt x="49915" y="118787"/>
                    <a:pt x="51932" y="119999"/>
                    <a:pt x="51932" y="119999"/>
                  </a:cubicBezTo>
                  <a:cubicBezTo>
                    <a:pt x="53949" y="118181"/>
                    <a:pt x="53949" y="118181"/>
                    <a:pt x="53949" y="118181"/>
                  </a:cubicBezTo>
                  <a:cubicBezTo>
                    <a:pt x="53949" y="118181"/>
                    <a:pt x="53445" y="119393"/>
                    <a:pt x="53949" y="117575"/>
                  </a:cubicBezTo>
                  <a:cubicBezTo>
                    <a:pt x="54453" y="116363"/>
                    <a:pt x="54957" y="115151"/>
                    <a:pt x="54957" y="115151"/>
                  </a:cubicBezTo>
                  <a:cubicBezTo>
                    <a:pt x="54957" y="115151"/>
                    <a:pt x="54453" y="113939"/>
                    <a:pt x="55966" y="113939"/>
                  </a:cubicBezTo>
                  <a:cubicBezTo>
                    <a:pt x="56974" y="113939"/>
                    <a:pt x="60000" y="113333"/>
                    <a:pt x="60504" y="113333"/>
                  </a:cubicBezTo>
                  <a:cubicBezTo>
                    <a:pt x="61008" y="113333"/>
                    <a:pt x="61008" y="113939"/>
                    <a:pt x="61512" y="113333"/>
                  </a:cubicBezTo>
                  <a:cubicBezTo>
                    <a:pt x="61512" y="112727"/>
                    <a:pt x="66050" y="114545"/>
                    <a:pt x="66050" y="114545"/>
                  </a:cubicBezTo>
                  <a:cubicBezTo>
                    <a:pt x="66554" y="113333"/>
                    <a:pt x="66554" y="113333"/>
                    <a:pt x="66554" y="113333"/>
                  </a:cubicBezTo>
                  <a:cubicBezTo>
                    <a:pt x="67563" y="112727"/>
                    <a:pt x="67563" y="112727"/>
                    <a:pt x="67563" y="112727"/>
                  </a:cubicBezTo>
                  <a:cubicBezTo>
                    <a:pt x="68571" y="115151"/>
                    <a:pt x="68571" y="115151"/>
                    <a:pt x="68571" y="115151"/>
                  </a:cubicBezTo>
                  <a:cubicBezTo>
                    <a:pt x="70588" y="115151"/>
                    <a:pt x="70588" y="115151"/>
                    <a:pt x="70588" y="115151"/>
                  </a:cubicBezTo>
                  <a:cubicBezTo>
                    <a:pt x="70588" y="115151"/>
                    <a:pt x="72100" y="114545"/>
                    <a:pt x="73109" y="114545"/>
                  </a:cubicBezTo>
                  <a:cubicBezTo>
                    <a:pt x="73613" y="114545"/>
                    <a:pt x="75630" y="113333"/>
                    <a:pt x="75630" y="113333"/>
                  </a:cubicBezTo>
                  <a:cubicBezTo>
                    <a:pt x="75630" y="113333"/>
                    <a:pt x="76134" y="112121"/>
                    <a:pt x="76638" y="112121"/>
                  </a:cubicBezTo>
                  <a:cubicBezTo>
                    <a:pt x="77142" y="111515"/>
                    <a:pt x="78655" y="111515"/>
                    <a:pt x="79159" y="111515"/>
                  </a:cubicBezTo>
                  <a:cubicBezTo>
                    <a:pt x="80168" y="111515"/>
                    <a:pt x="81680" y="110909"/>
                    <a:pt x="81680" y="110909"/>
                  </a:cubicBezTo>
                  <a:cubicBezTo>
                    <a:pt x="82689" y="109696"/>
                    <a:pt x="82689" y="109696"/>
                    <a:pt x="82689" y="109696"/>
                  </a:cubicBezTo>
                  <a:cubicBezTo>
                    <a:pt x="82689" y="109696"/>
                    <a:pt x="83193" y="109090"/>
                    <a:pt x="84201" y="109090"/>
                  </a:cubicBezTo>
                  <a:cubicBezTo>
                    <a:pt x="84705" y="109696"/>
                    <a:pt x="86722" y="109696"/>
                    <a:pt x="86722" y="109696"/>
                  </a:cubicBezTo>
                  <a:cubicBezTo>
                    <a:pt x="88235" y="108484"/>
                    <a:pt x="88235" y="108484"/>
                    <a:pt x="88235" y="108484"/>
                  </a:cubicBezTo>
                  <a:cubicBezTo>
                    <a:pt x="89747" y="107878"/>
                    <a:pt x="89747" y="107878"/>
                    <a:pt x="89747" y="107878"/>
                  </a:cubicBezTo>
                  <a:cubicBezTo>
                    <a:pt x="89747" y="107878"/>
                    <a:pt x="89747" y="107272"/>
                    <a:pt x="90252" y="107878"/>
                  </a:cubicBezTo>
                  <a:cubicBezTo>
                    <a:pt x="90756" y="108484"/>
                    <a:pt x="91764" y="109696"/>
                    <a:pt x="91764" y="109696"/>
                  </a:cubicBezTo>
                  <a:cubicBezTo>
                    <a:pt x="93781" y="110303"/>
                    <a:pt x="93781" y="110303"/>
                    <a:pt x="93781" y="110303"/>
                  </a:cubicBezTo>
                  <a:cubicBezTo>
                    <a:pt x="95294" y="109696"/>
                    <a:pt x="95294" y="109696"/>
                    <a:pt x="95294" y="109696"/>
                  </a:cubicBezTo>
                  <a:cubicBezTo>
                    <a:pt x="96302" y="108484"/>
                    <a:pt x="96302" y="108484"/>
                    <a:pt x="96302" y="108484"/>
                  </a:cubicBezTo>
                  <a:cubicBezTo>
                    <a:pt x="96302" y="108484"/>
                    <a:pt x="96302" y="107878"/>
                    <a:pt x="97815" y="107878"/>
                  </a:cubicBezTo>
                  <a:cubicBezTo>
                    <a:pt x="99327" y="107878"/>
                    <a:pt x="99831" y="107878"/>
                    <a:pt x="99831" y="107878"/>
                  </a:cubicBezTo>
                  <a:cubicBezTo>
                    <a:pt x="99831" y="107878"/>
                    <a:pt x="101344" y="107878"/>
                    <a:pt x="101344" y="107272"/>
                  </a:cubicBezTo>
                  <a:cubicBezTo>
                    <a:pt x="101344" y="106666"/>
                    <a:pt x="101344" y="105454"/>
                    <a:pt x="101848" y="104848"/>
                  </a:cubicBezTo>
                  <a:cubicBezTo>
                    <a:pt x="101848" y="104242"/>
                    <a:pt x="103865" y="101818"/>
                    <a:pt x="103865" y="101818"/>
                  </a:cubicBezTo>
                  <a:cubicBezTo>
                    <a:pt x="104873" y="101212"/>
                    <a:pt x="104873" y="101212"/>
                    <a:pt x="104873" y="101212"/>
                  </a:cubicBezTo>
                  <a:cubicBezTo>
                    <a:pt x="104369" y="99393"/>
                    <a:pt x="104369" y="99393"/>
                    <a:pt x="104369" y="99393"/>
                  </a:cubicBezTo>
                  <a:cubicBezTo>
                    <a:pt x="104873" y="98181"/>
                    <a:pt x="104873" y="98181"/>
                    <a:pt x="104873" y="98181"/>
                  </a:cubicBezTo>
                  <a:cubicBezTo>
                    <a:pt x="104873" y="98181"/>
                    <a:pt x="106386" y="97575"/>
                    <a:pt x="105882" y="98787"/>
                  </a:cubicBezTo>
                  <a:cubicBezTo>
                    <a:pt x="105378" y="99999"/>
                    <a:pt x="105882" y="100606"/>
                    <a:pt x="105882" y="100606"/>
                  </a:cubicBezTo>
                  <a:cubicBezTo>
                    <a:pt x="105882" y="100606"/>
                    <a:pt x="106386" y="99999"/>
                    <a:pt x="106890" y="99999"/>
                  </a:cubicBezTo>
                  <a:cubicBezTo>
                    <a:pt x="107899" y="99999"/>
                    <a:pt x="107899" y="99393"/>
                    <a:pt x="108403" y="99393"/>
                  </a:cubicBezTo>
                  <a:cubicBezTo>
                    <a:pt x="109411" y="99999"/>
                    <a:pt x="109915" y="99393"/>
                    <a:pt x="109915" y="99393"/>
                  </a:cubicBezTo>
                  <a:cubicBezTo>
                    <a:pt x="109915" y="99393"/>
                    <a:pt x="109411" y="98181"/>
                    <a:pt x="109915" y="98181"/>
                  </a:cubicBezTo>
                  <a:cubicBezTo>
                    <a:pt x="110420" y="98787"/>
                    <a:pt x="111428" y="98787"/>
                    <a:pt x="111428" y="98787"/>
                  </a:cubicBezTo>
                  <a:cubicBezTo>
                    <a:pt x="111428" y="98787"/>
                    <a:pt x="111932" y="98787"/>
                    <a:pt x="111932" y="98181"/>
                  </a:cubicBezTo>
                  <a:cubicBezTo>
                    <a:pt x="111932" y="98181"/>
                    <a:pt x="110420" y="96969"/>
                    <a:pt x="110924" y="96969"/>
                  </a:cubicBezTo>
                  <a:cubicBezTo>
                    <a:pt x="111428" y="97575"/>
                    <a:pt x="112436" y="96969"/>
                    <a:pt x="112436" y="96969"/>
                  </a:cubicBezTo>
                  <a:cubicBezTo>
                    <a:pt x="112436" y="96969"/>
                    <a:pt x="113949" y="97575"/>
                    <a:pt x="112436" y="96363"/>
                  </a:cubicBezTo>
                  <a:cubicBezTo>
                    <a:pt x="111428" y="94545"/>
                    <a:pt x="112941" y="94545"/>
                    <a:pt x="112941" y="94545"/>
                  </a:cubicBezTo>
                  <a:cubicBezTo>
                    <a:pt x="112941" y="94545"/>
                    <a:pt x="114453" y="95151"/>
                    <a:pt x="113949" y="95151"/>
                  </a:cubicBezTo>
                  <a:cubicBezTo>
                    <a:pt x="113445" y="94545"/>
                    <a:pt x="111428" y="91515"/>
                    <a:pt x="111428" y="91515"/>
                  </a:cubicBezTo>
                  <a:cubicBezTo>
                    <a:pt x="111428" y="90909"/>
                    <a:pt x="111428" y="90909"/>
                    <a:pt x="111428" y="90909"/>
                  </a:cubicBezTo>
                  <a:cubicBezTo>
                    <a:pt x="111428" y="89696"/>
                    <a:pt x="111428" y="89696"/>
                    <a:pt x="111428" y="89696"/>
                  </a:cubicBezTo>
                  <a:cubicBezTo>
                    <a:pt x="111428" y="89696"/>
                    <a:pt x="112436" y="90303"/>
                    <a:pt x="112941" y="90909"/>
                  </a:cubicBezTo>
                  <a:cubicBezTo>
                    <a:pt x="112941" y="90909"/>
                    <a:pt x="112941" y="90909"/>
                    <a:pt x="113445" y="91515"/>
                  </a:cubicBezTo>
                  <a:cubicBezTo>
                    <a:pt x="114453" y="92121"/>
                    <a:pt x="113949" y="93333"/>
                    <a:pt x="114453" y="93333"/>
                  </a:cubicBezTo>
                  <a:cubicBezTo>
                    <a:pt x="114957" y="93939"/>
                    <a:pt x="116470" y="93333"/>
                    <a:pt x="116470" y="93333"/>
                  </a:cubicBezTo>
                  <a:cubicBezTo>
                    <a:pt x="117478" y="91515"/>
                    <a:pt x="117478" y="91515"/>
                    <a:pt x="117478" y="91515"/>
                  </a:cubicBezTo>
                  <a:cubicBezTo>
                    <a:pt x="117478" y="91515"/>
                    <a:pt x="119495" y="89090"/>
                    <a:pt x="118991" y="89090"/>
                  </a:cubicBezTo>
                  <a:cubicBezTo>
                    <a:pt x="118487" y="88484"/>
                    <a:pt x="115966" y="89696"/>
                    <a:pt x="115966" y="89696"/>
                  </a:cubicBezTo>
                  <a:cubicBezTo>
                    <a:pt x="116974" y="87272"/>
                    <a:pt x="116974" y="87272"/>
                    <a:pt x="116974" y="87272"/>
                  </a:cubicBezTo>
                  <a:cubicBezTo>
                    <a:pt x="115462" y="86666"/>
                    <a:pt x="115462" y="86666"/>
                    <a:pt x="115462" y="86666"/>
                  </a:cubicBezTo>
                  <a:cubicBezTo>
                    <a:pt x="114957" y="86060"/>
                    <a:pt x="114957" y="86060"/>
                    <a:pt x="114957" y="86060"/>
                  </a:cubicBezTo>
                  <a:cubicBezTo>
                    <a:pt x="114957" y="86060"/>
                    <a:pt x="116470" y="86060"/>
                    <a:pt x="116470" y="86060"/>
                  </a:cubicBezTo>
                  <a:cubicBezTo>
                    <a:pt x="116974" y="86060"/>
                    <a:pt x="117983" y="85454"/>
                    <a:pt x="117983" y="85454"/>
                  </a:cubicBezTo>
                  <a:cubicBezTo>
                    <a:pt x="117983" y="84242"/>
                    <a:pt x="117983" y="84242"/>
                    <a:pt x="117983" y="84242"/>
                  </a:cubicBezTo>
                  <a:cubicBezTo>
                    <a:pt x="116470" y="83030"/>
                    <a:pt x="116470" y="83030"/>
                    <a:pt x="116470" y="83030"/>
                  </a:cubicBezTo>
                  <a:cubicBezTo>
                    <a:pt x="116974" y="82424"/>
                    <a:pt x="116974" y="82424"/>
                    <a:pt x="116974" y="82424"/>
                  </a:cubicBezTo>
                  <a:cubicBezTo>
                    <a:pt x="117478" y="81212"/>
                    <a:pt x="117478" y="81212"/>
                    <a:pt x="117478" y="81212"/>
                  </a:cubicBezTo>
                  <a:cubicBezTo>
                    <a:pt x="118487" y="80606"/>
                    <a:pt x="118487" y="80606"/>
                    <a:pt x="118487" y="80606"/>
                  </a:cubicBezTo>
                  <a:cubicBezTo>
                    <a:pt x="120000" y="76969"/>
                    <a:pt x="120000" y="76969"/>
                    <a:pt x="120000" y="76969"/>
                  </a:cubicBezTo>
                  <a:cubicBezTo>
                    <a:pt x="119495" y="75757"/>
                    <a:pt x="119495" y="75757"/>
                    <a:pt x="119495" y="75757"/>
                  </a:cubicBezTo>
                  <a:cubicBezTo>
                    <a:pt x="118487" y="75757"/>
                    <a:pt x="118487" y="75757"/>
                    <a:pt x="118487" y="75757"/>
                  </a:cubicBezTo>
                  <a:cubicBezTo>
                    <a:pt x="118487" y="73333"/>
                    <a:pt x="118487" y="73333"/>
                    <a:pt x="118487" y="73333"/>
                  </a:cubicBezTo>
                  <a:cubicBezTo>
                    <a:pt x="116470" y="72121"/>
                    <a:pt x="116470" y="72121"/>
                    <a:pt x="116470" y="72121"/>
                  </a:cubicBezTo>
                  <a:cubicBezTo>
                    <a:pt x="116470" y="72121"/>
                    <a:pt x="114957" y="70909"/>
                    <a:pt x="114957" y="70303"/>
                  </a:cubicBezTo>
                  <a:cubicBezTo>
                    <a:pt x="114957" y="70303"/>
                    <a:pt x="114957" y="69090"/>
                    <a:pt x="114453" y="69696"/>
                  </a:cubicBezTo>
                  <a:cubicBezTo>
                    <a:pt x="113949" y="69696"/>
                    <a:pt x="113445" y="69090"/>
                    <a:pt x="113445" y="69090"/>
                  </a:cubicBezTo>
                  <a:cubicBezTo>
                    <a:pt x="113445" y="69090"/>
                    <a:pt x="113445" y="67272"/>
                    <a:pt x="113445" y="67272"/>
                  </a:cubicBezTo>
                  <a:cubicBezTo>
                    <a:pt x="113445" y="67272"/>
                    <a:pt x="114453" y="66666"/>
                    <a:pt x="114453" y="66060"/>
                  </a:cubicBezTo>
                  <a:cubicBezTo>
                    <a:pt x="114957" y="65454"/>
                    <a:pt x="114453" y="64242"/>
                    <a:pt x="114453" y="64242"/>
                  </a:cubicBezTo>
                  <a:cubicBezTo>
                    <a:pt x="113949" y="64242"/>
                    <a:pt x="112941" y="64848"/>
                    <a:pt x="112941" y="64848"/>
                  </a:cubicBezTo>
                  <a:cubicBezTo>
                    <a:pt x="109915" y="65454"/>
                    <a:pt x="109915" y="65454"/>
                    <a:pt x="109915" y="65454"/>
                  </a:cubicBezTo>
                  <a:cubicBezTo>
                    <a:pt x="108907" y="64848"/>
                    <a:pt x="108907" y="64848"/>
                    <a:pt x="108907" y="64848"/>
                  </a:cubicBezTo>
                  <a:cubicBezTo>
                    <a:pt x="108907" y="64848"/>
                    <a:pt x="109411" y="64848"/>
                    <a:pt x="109411" y="64242"/>
                  </a:cubicBezTo>
                  <a:cubicBezTo>
                    <a:pt x="109915" y="63636"/>
                    <a:pt x="109915" y="63030"/>
                    <a:pt x="110420" y="62424"/>
                  </a:cubicBezTo>
                  <a:cubicBezTo>
                    <a:pt x="110924" y="61818"/>
                    <a:pt x="110924" y="62424"/>
                    <a:pt x="111428" y="61212"/>
                  </a:cubicBezTo>
                  <a:cubicBezTo>
                    <a:pt x="112436" y="60606"/>
                    <a:pt x="113445" y="59393"/>
                    <a:pt x="113445" y="59393"/>
                  </a:cubicBezTo>
                  <a:cubicBezTo>
                    <a:pt x="113445" y="57575"/>
                    <a:pt x="113445" y="57575"/>
                    <a:pt x="113445" y="57575"/>
                  </a:cubicBezTo>
                  <a:cubicBezTo>
                    <a:pt x="112941" y="55757"/>
                    <a:pt x="112941" y="55757"/>
                    <a:pt x="112941" y="55757"/>
                  </a:cubicBezTo>
                  <a:cubicBezTo>
                    <a:pt x="112941" y="55757"/>
                    <a:pt x="112436" y="55151"/>
                    <a:pt x="111932" y="55151"/>
                  </a:cubicBezTo>
                  <a:cubicBezTo>
                    <a:pt x="111428" y="55151"/>
                    <a:pt x="111932" y="56363"/>
                    <a:pt x="110924" y="55151"/>
                  </a:cubicBezTo>
                  <a:cubicBezTo>
                    <a:pt x="110420" y="54545"/>
                    <a:pt x="110420" y="54545"/>
                    <a:pt x="109915" y="53333"/>
                  </a:cubicBezTo>
                  <a:cubicBezTo>
                    <a:pt x="109411" y="52727"/>
                    <a:pt x="109411" y="51515"/>
                    <a:pt x="109411" y="51515"/>
                  </a:cubicBezTo>
                  <a:cubicBezTo>
                    <a:pt x="109411" y="51515"/>
                    <a:pt x="108403" y="50909"/>
                    <a:pt x="108907" y="50909"/>
                  </a:cubicBezTo>
                  <a:cubicBezTo>
                    <a:pt x="109915" y="50909"/>
                    <a:pt x="110420" y="51515"/>
                    <a:pt x="110924" y="50909"/>
                  </a:cubicBezTo>
                  <a:cubicBezTo>
                    <a:pt x="111428" y="50303"/>
                    <a:pt x="111428" y="50909"/>
                    <a:pt x="111428" y="50303"/>
                  </a:cubicBezTo>
                  <a:cubicBezTo>
                    <a:pt x="111428" y="49696"/>
                    <a:pt x="111932" y="47878"/>
                    <a:pt x="111932" y="47878"/>
                  </a:cubicBezTo>
                  <a:cubicBezTo>
                    <a:pt x="111932" y="47272"/>
                    <a:pt x="111932" y="47272"/>
                    <a:pt x="112941" y="46666"/>
                  </a:cubicBezTo>
                  <a:cubicBezTo>
                    <a:pt x="114453" y="46060"/>
                    <a:pt x="113949" y="46060"/>
                    <a:pt x="114957" y="46060"/>
                  </a:cubicBezTo>
                  <a:cubicBezTo>
                    <a:pt x="115462" y="45454"/>
                    <a:pt x="115966" y="44848"/>
                    <a:pt x="115462" y="44848"/>
                  </a:cubicBezTo>
                  <a:cubicBezTo>
                    <a:pt x="115462" y="44242"/>
                    <a:pt x="114453" y="44242"/>
                    <a:pt x="114453" y="44242"/>
                  </a:cubicBezTo>
                  <a:cubicBezTo>
                    <a:pt x="113949" y="43636"/>
                    <a:pt x="112941" y="44848"/>
                    <a:pt x="112941" y="44848"/>
                  </a:cubicBezTo>
                  <a:cubicBezTo>
                    <a:pt x="112941" y="44848"/>
                    <a:pt x="111932" y="45454"/>
                    <a:pt x="111428" y="46060"/>
                  </a:cubicBezTo>
                  <a:cubicBezTo>
                    <a:pt x="110924" y="46666"/>
                    <a:pt x="110420" y="46060"/>
                    <a:pt x="109915" y="46060"/>
                  </a:cubicBezTo>
                  <a:cubicBezTo>
                    <a:pt x="109411" y="46060"/>
                    <a:pt x="109411" y="46060"/>
                    <a:pt x="109411" y="46060"/>
                  </a:cubicBezTo>
                  <a:cubicBezTo>
                    <a:pt x="109411" y="46060"/>
                    <a:pt x="108403" y="45454"/>
                    <a:pt x="107899" y="46666"/>
                  </a:cubicBezTo>
                  <a:cubicBezTo>
                    <a:pt x="107899" y="47878"/>
                    <a:pt x="106890" y="49090"/>
                    <a:pt x="106890" y="49090"/>
                  </a:cubicBezTo>
                  <a:cubicBezTo>
                    <a:pt x="106890" y="49090"/>
                    <a:pt x="106386" y="49696"/>
                    <a:pt x="106386" y="48484"/>
                  </a:cubicBezTo>
                  <a:cubicBezTo>
                    <a:pt x="106386" y="47878"/>
                    <a:pt x="105882" y="46060"/>
                    <a:pt x="105882" y="46060"/>
                  </a:cubicBezTo>
                  <a:cubicBezTo>
                    <a:pt x="105882" y="46060"/>
                    <a:pt x="105882" y="46060"/>
                    <a:pt x="105882" y="46060"/>
                  </a:cubicBezTo>
                  <a:cubicBezTo>
                    <a:pt x="105378" y="46060"/>
                    <a:pt x="103865" y="45454"/>
                    <a:pt x="103865" y="45454"/>
                  </a:cubicBezTo>
                  <a:cubicBezTo>
                    <a:pt x="103865" y="45454"/>
                    <a:pt x="104369" y="45454"/>
                    <a:pt x="104369" y="44242"/>
                  </a:cubicBezTo>
                  <a:cubicBezTo>
                    <a:pt x="103865" y="43636"/>
                    <a:pt x="103865" y="43030"/>
                    <a:pt x="103865" y="43030"/>
                  </a:cubicBezTo>
                  <a:cubicBezTo>
                    <a:pt x="104369" y="43030"/>
                    <a:pt x="104873" y="43030"/>
                    <a:pt x="104873" y="43030"/>
                  </a:cubicBezTo>
                  <a:cubicBezTo>
                    <a:pt x="105378" y="43030"/>
                    <a:pt x="105378" y="43030"/>
                    <a:pt x="105378" y="41818"/>
                  </a:cubicBezTo>
                  <a:cubicBezTo>
                    <a:pt x="105378" y="40000"/>
                    <a:pt x="104873" y="39393"/>
                    <a:pt x="104873" y="39393"/>
                  </a:cubicBezTo>
                  <a:cubicBezTo>
                    <a:pt x="104873" y="39393"/>
                    <a:pt x="104369" y="38787"/>
                    <a:pt x="104369" y="38787"/>
                  </a:cubicBezTo>
                  <a:cubicBezTo>
                    <a:pt x="104369" y="36363"/>
                    <a:pt x="104369" y="36363"/>
                    <a:pt x="104369" y="36363"/>
                  </a:cubicBezTo>
                  <a:cubicBezTo>
                    <a:pt x="104369" y="36363"/>
                    <a:pt x="104369" y="35757"/>
                    <a:pt x="103865" y="35151"/>
                  </a:cubicBezTo>
                  <a:cubicBezTo>
                    <a:pt x="103361" y="34545"/>
                    <a:pt x="103361" y="33939"/>
                    <a:pt x="102857" y="34545"/>
                  </a:cubicBezTo>
                  <a:cubicBezTo>
                    <a:pt x="102857" y="34545"/>
                    <a:pt x="102352" y="35151"/>
                    <a:pt x="101848" y="35151"/>
                  </a:cubicBezTo>
                  <a:cubicBezTo>
                    <a:pt x="101344" y="34545"/>
                    <a:pt x="100336" y="33939"/>
                    <a:pt x="100336" y="33939"/>
                  </a:cubicBezTo>
                  <a:cubicBezTo>
                    <a:pt x="98319" y="32727"/>
                    <a:pt x="98319" y="32727"/>
                    <a:pt x="98319" y="32727"/>
                  </a:cubicBezTo>
                  <a:cubicBezTo>
                    <a:pt x="98319" y="32727"/>
                    <a:pt x="98319" y="32727"/>
                    <a:pt x="97815" y="33333"/>
                  </a:cubicBezTo>
                  <a:cubicBezTo>
                    <a:pt x="97815" y="33939"/>
                    <a:pt x="97310" y="33333"/>
                    <a:pt x="97310" y="34545"/>
                  </a:cubicBezTo>
                  <a:cubicBezTo>
                    <a:pt x="97815" y="35151"/>
                    <a:pt x="97815" y="35757"/>
                    <a:pt x="97815" y="36363"/>
                  </a:cubicBezTo>
                  <a:cubicBezTo>
                    <a:pt x="97310" y="36969"/>
                    <a:pt x="97310" y="37575"/>
                    <a:pt x="97310" y="38787"/>
                  </a:cubicBezTo>
                  <a:cubicBezTo>
                    <a:pt x="96806" y="39393"/>
                    <a:pt x="96302" y="39393"/>
                    <a:pt x="96302" y="40000"/>
                  </a:cubicBezTo>
                  <a:cubicBezTo>
                    <a:pt x="96302" y="40606"/>
                    <a:pt x="96806" y="40606"/>
                    <a:pt x="96806" y="41212"/>
                  </a:cubicBezTo>
                  <a:cubicBezTo>
                    <a:pt x="96806" y="41212"/>
                    <a:pt x="96302" y="42424"/>
                    <a:pt x="95798" y="42424"/>
                  </a:cubicBezTo>
                  <a:cubicBezTo>
                    <a:pt x="95798" y="43030"/>
                    <a:pt x="95294" y="43636"/>
                    <a:pt x="94789" y="43636"/>
                  </a:cubicBezTo>
                  <a:cubicBezTo>
                    <a:pt x="94789" y="43030"/>
                    <a:pt x="94285" y="43030"/>
                    <a:pt x="93781" y="43030"/>
                  </a:cubicBezTo>
                  <a:cubicBezTo>
                    <a:pt x="93277" y="43030"/>
                    <a:pt x="92773" y="43636"/>
                    <a:pt x="92773" y="43636"/>
                  </a:cubicBezTo>
                  <a:cubicBezTo>
                    <a:pt x="92773" y="43636"/>
                    <a:pt x="92268" y="44242"/>
                    <a:pt x="91764" y="43636"/>
                  </a:cubicBezTo>
                  <a:cubicBezTo>
                    <a:pt x="90756" y="43030"/>
                    <a:pt x="90252" y="42424"/>
                    <a:pt x="90252" y="42424"/>
                  </a:cubicBezTo>
                  <a:cubicBezTo>
                    <a:pt x="90252" y="41212"/>
                    <a:pt x="90252" y="41212"/>
                    <a:pt x="90252" y="41212"/>
                  </a:cubicBezTo>
                  <a:cubicBezTo>
                    <a:pt x="90252" y="41212"/>
                    <a:pt x="92268" y="41818"/>
                    <a:pt x="89747" y="40000"/>
                  </a:cubicBezTo>
                  <a:cubicBezTo>
                    <a:pt x="87731" y="38787"/>
                    <a:pt x="87731" y="38787"/>
                    <a:pt x="87731" y="38787"/>
                  </a:cubicBezTo>
                  <a:cubicBezTo>
                    <a:pt x="87731" y="38787"/>
                    <a:pt x="87731" y="39393"/>
                    <a:pt x="87226" y="40000"/>
                  </a:cubicBezTo>
                  <a:cubicBezTo>
                    <a:pt x="86722" y="40000"/>
                    <a:pt x="86722" y="40606"/>
                    <a:pt x="86722" y="40606"/>
                  </a:cubicBezTo>
                  <a:cubicBezTo>
                    <a:pt x="86218" y="41818"/>
                    <a:pt x="86218" y="41818"/>
                    <a:pt x="86218" y="41818"/>
                  </a:cubicBezTo>
                  <a:cubicBezTo>
                    <a:pt x="85714" y="41818"/>
                    <a:pt x="85714" y="41818"/>
                    <a:pt x="85714" y="41818"/>
                  </a:cubicBezTo>
                  <a:cubicBezTo>
                    <a:pt x="84705" y="43636"/>
                    <a:pt x="84705" y="43636"/>
                    <a:pt x="84705" y="43636"/>
                  </a:cubicBezTo>
                  <a:cubicBezTo>
                    <a:pt x="84705" y="43636"/>
                    <a:pt x="84201" y="44242"/>
                    <a:pt x="83697" y="44242"/>
                  </a:cubicBezTo>
                  <a:cubicBezTo>
                    <a:pt x="83697" y="44242"/>
                    <a:pt x="83193" y="44242"/>
                    <a:pt x="83193" y="44242"/>
                  </a:cubicBezTo>
                  <a:cubicBezTo>
                    <a:pt x="82689" y="44242"/>
                    <a:pt x="82184" y="44242"/>
                    <a:pt x="82184" y="43636"/>
                  </a:cubicBezTo>
                  <a:cubicBezTo>
                    <a:pt x="81680" y="43636"/>
                    <a:pt x="81680" y="43636"/>
                    <a:pt x="81680" y="43030"/>
                  </a:cubicBezTo>
                  <a:cubicBezTo>
                    <a:pt x="81680" y="42424"/>
                    <a:pt x="81680" y="41212"/>
                    <a:pt x="81176" y="40606"/>
                  </a:cubicBezTo>
                  <a:cubicBezTo>
                    <a:pt x="81176" y="40000"/>
                    <a:pt x="81176" y="40000"/>
                    <a:pt x="80672" y="38787"/>
                  </a:cubicBezTo>
                  <a:cubicBezTo>
                    <a:pt x="80168" y="38181"/>
                    <a:pt x="79663" y="36969"/>
                    <a:pt x="79663" y="36969"/>
                  </a:cubicBezTo>
                  <a:cubicBezTo>
                    <a:pt x="77142" y="35151"/>
                    <a:pt x="77142" y="35151"/>
                    <a:pt x="77142" y="35151"/>
                  </a:cubicBezTo>
                  <a:cubicBezTo>
                    <a:pt x="77142" y="35151"/>
                    <a:pt x="77647" y="34545"/>
                    <a:pt x="76638" y="34545"/>
                  </a:cubicBezTo>
                  <a:cubicBezTo>
                    <a:pt x="76134" y="35151"/>
                    <a:pt x="75126" y="36363"/>
                    <a:pt x="75126" y="36363"/>
                  </a:cubicBezTo>
                  <a:cubicBezTo>
                    <a:pt x="75126" y="36363"/>
                    <a:pt x="75126" y="37575"/>
                    <a:pt x="75126" y="38181"/>
                  </a:cubicBezTo>
                  <a:cubicBezTo>
                    <a:pt x="75126" y="38181"/>
                    <a:pt x="74621" y="38787"/>
                    <a:pt x="74621" y="39393"/>
                  </a:cubicBezTo>
                  <a:cubicBezTo>
                    <a:pt x="75126" y="40606"/>
                    <a:pt x="75630" y="41818"/>
                    <a:pt x="75126" y="42424"/>
                  </a:cubicBezTo>
                  <a:cubicBezTo>
                    <a:pt x="75126" y="42424"/>
                    <a:pt x="74621" y="43636"/>
                    <a:pt x="74621" y="44848"/>
                  </a:cubicBezTo>
                  <a:cubicBezTo>
                    <a:pt x="74621" y="46060"/>
                    <a:pt x="75126" y="47272"/>
                    <a:pt x="74621" y="47272"/>
                  </a:cubicBezTo>
                  <a:cubicBezTo>
                    <a:pt x="74117" y="47878"/>
                    <a:pt x="74117" y="48484"/>
                    <a:pt x="74117" y="48484"/>
                  </a:cubicBezTo>
                  <a:cubicBezTo>
                    <a:pt x="73613" y="48484"/>
                    <a:pt x="73613" y="48484"/>
                    <a:pt x="73613" y="48484"/>
                  </a:cubicBezTo>
                  <a:cubicBezTo>
                    <a:pt x="73613" y="48484"/>
                    <a:pt x="73613" y="47878"/>
                    <a:pt x="74117" y="46060"/>
                  </a:cubicBezTo>
                  <a:cubicBezTo>
                    <a:pt x="74117" y="44242"/>
                    <a:pt x="73613" y="43636"/>
                    <a:pt x="73613" y="43030"/>
                  </a:cubicBezTo>
                  <a:cubicBezTo>
                    <a:pt x="73109" y="43030"/>
                    <a:pt x="73109" y="43030"/>
                    <a:pt x="73109" y="42424"/>
                  </a:cubicBezTo>
                  <a:cubicBezTo>
                    <a:pt x="73109" y="41818"/>
                    <a:pt x="73109" y="41212"/>
                    <a:pt x="73109" y="41212"/>
                  </a:cubicBezTo>
                  <a:cubicBezTo>
                    <a:pt x="73109" y="41212"/>
                    <a:pt x="72100" y="40000"/>
                    <a:pt x="72100" y="39393"/>
                  </a:cubicBezTo>
                  <a:cubicBezTo>
                    <a:pt x="72100" y="38787"/>
                    <a:pt x="72605" y="38181"/>
                    <a:pt x="72605" y="36969"/>
                  </a:cubicBezTo>
                  <a:cubicBezTo>
                    <a:pt x="72605" y="35151"/>
                    <a:pt x="73109" y="35151"/>
                    <a:pt x="72605" y="34545"/>
                  </a:cubicBezTo>
                  <a:cubicBezTo>
                    <a:pt x="72100" y="33939"/>
                    <a:pt x="72605" y="33333"/>
                    <a:pt x="72100" y="32727"/>
                  </a:cubicBezTo>
                  <a:cubicBezTo>
                    <a:pt x="71596" y="32727"/>
                    <a:pt x="71596" y="33333"/>
                    <a:pt x="71092" y="32727"/>
                  </a:cubicBezTo>
                  <a:cubicBezTo>
                    <a:pt x="71092" y="32727"/>
                    <a:pt x="71092" y="33333"/>
                    <a:pt x="71092" y="33333"/>
                  </a:cubicBezTo>
                  <a:cubicBezTo>
                    <a:pt x="71596" y="32121"/>
                    <a:pt x="71596" y="32121"/>
                    <a:pt x="71596" y="32121"/>
                  </a:cubicBezTo>
                  <a:cubicBezTo>
                    <a:pt x="71596" y="32121"/>
                    <a:pt x="72100" y="29696"/>
                    <a:pt x="71596" y="30909"/>
                  </a:cubicBezTo>
                  <a:cubicBezTo>
                    <a:pt x="71092" y="31515"/>
                    <a:pt x="69579" y="32121"/>
                    <a:pt x="69579" y="31515"/>
                  </a:cubicBezTo>
                  <a:cubicBezTo>
                    <a:pt x="70084" y="30909"/>
                    <a:pt x="69579" y="30303"/>
                    <a:pt x="69579" y="30303"/>
                  </a:cubicBezTo>
                  <a:cubicBezTo>
                    <a:pt x="69579" y="30303"/>
                    <a:pt x="67563" y="30303"/>
                    <a:pt x="67563" y="30303"/>
                  </a:cubicBezTo>
                  <a:cubicBezTo>
                    <a:pt x="67563" y="30303"/>
                    <a:pt x="67563" y="29696"/>
                    <a:pt x="67563" y="30909"/>
                  </a:cubicBezTo>
                  <a:cubicBezTo>
                    <a:pt x="67563" y="31515"/>
                    <a:pt x="68067" y="32727"/>
                    <a:pt x="67058" y="32727"/>
                  </a:cubicBezTo>
                  <a:cubicBezTo>
                    <a:pt x="66050" y="33333"/>
                    <a:pt x="65546" y="33333"/>
                    <a:pt x="65546" y="33333"/>
                  </a:cubicBezTo>
                  <a:cubicBezTo>
                    <a:pt x="65546" y="32727"/>
                    <a:pt x="64537" y="32121"/>
                    <a:pt x="64537" y="32121"/>
                  </a:cubicBezTo>
                  <a:cubicBezTo>
                    <a:pt x="64537" y="32121"/>
                    <a:pt x="64033" y="32121"/>
                    <a:pt x="63529" y="32121"/>
                  </a:cubicBezTo>
                  <a:cubicBezTo>
                    <a:pt x="63529" y="32727"/>
                    <a:pt x="62521" y="32727"/>
                    <a:pt x="62521" y="32727"/>
                  </a:cubicBezTo>
                  <a:cubicBezTo>
                    <a:pt x="62521" y="33939"/>
                    <a:pt x="62521" y="33939"/>
                    <a:pt x="62521" y="33939"/>
                  </a:cubicBezTo>
                  <a:cubicBezTo>
                    <a:pt x="62521" y="34545"/>
                    <a:pt x="62521" y="34545"/>
                    <a:pt x="62521" y="34545"/>
                  </a:cubicBezTo>
                  <a:cubicBezTo>
                    <a:pt x="62521" y="34545"/>
                    <a:pt x="62016" y="34545"/>
                    <a:pt x="62016" y="34545"/>
                  </a:cubicBezTo>
                  <a:cubicBezTo>
                    <a:pt x="61512" y="35151"/>
                    <a:pt x="61008" y="35151"/>
                    <a:pt x="61512" y="35757"/>
                  </a:cubicBezTo>
                  <a:cubicBezTo>
                    <a:pt x="61512" y="35757"/>
                    <a:pt x="61512" y="35757"/>
                    <a:pt x="61512" y="36969"/>
                  </a:cubicBezTo>
                  <a:cubicBezTo>
                    <a:pt x="61512" y="37575"/>
                    <a:pt x="61512" y="37575"/>
                    <a:pt x="61512" y="38181"/>
                  </a:cubicBezTo>
                  <a:cubicBezTo>
                    <a:pt x="61008" y="38787"/>
                    <a:pt x="61008" y="39393"/>
                    <a:pt x="60504" y="40000"/>
                  </a:cubicBezTo>
                  <a:cubicBezTo>
                    <a:pt x="60504" y="40000"/>
                    <a:pt x="60000" y="40606"/>
                    <a:pt x="60000" y="40606"/>
                  </a:cubicBezTo>
                  <a:cubicBezTo>
                    <a:pt x="59495" y="41212"/>
                    <a:pt x="59495" y="41212"/>
                    <a:pt x="58991" y="41212"/>
                  </a:cubicBezTo>
                  <a:cubicBezTo>
                    <a:pt x="58487" y="41212"/>
                    <a:pt x="58487" y="41818"/>
                    <a:pt x="58487" y="41212"/>
                  </a:cubicBezTo>
                  <a:cubicBezTo>
                    <a:pt x="58487" y="40000"/>
                    <a:pt x="58487" y="39393"/>
                    <a:pt x="58487" y="38181"/>
                  </a:cubicBezTo>
                  <a:cubicBezTo>
                    <a:pt x="58487" y="37575"/>
                    <a:pt x="58991" y="37575"/>
                    <a:pt x="57983" y="36363"/>
                  </a:cubicBezTo>
                  <a:cubicBezTo>
                    <a:pt x="57478" y="35151"/>
                    <a:pt x="56974" y="35151"/>
                    <a:pt x="56974" y="34545"/>
                  </a:cubicBezTo>
                  <a:cubicBezTo>
                    <a:pt x="56974" y="34545"/>
                    <a:pt x="56974" y="33939"/>
                    <a:pt x="56974" y="33333"/>
                  </a:cubicBezTo>
                  <a:cubicBezTo>
                    <a:pt x="56974" y="32727"/>
                    <a:pt x="56974" y="33939"/>
                    <a:pt x="56974" y="31515"/>
                  </a:cubicBezTo>
                  <a:cubicBezTo>
                    <a:pt x="57478" y="29696"/>
                    <a:pt x="56974" y="29090"/>
                    <a:pt x="56974" y="29090"/>
                  </a:cubicBezTo>
                  <a:cubicBezTo>
                    <a:pt x="56974" y="29090"/>
                    <a:pt x="57478" y="26060"/>
                    <a:pt x="57478" y="26060"/>
                  </a:cubicBezTo>
                  <a:cubicBezTo>
                    <a:pt x="56974" y="26060"/>
                    <a:pt x="55462" y="26060"/>
                    <a:pt x="54957" y="26060"/>
                  </a:cubicBezTo>
                  <a:cubicBezTo>
                    <a:pt x="54453" y="26060"/>
                    <a:pt x="54453" y="26060"/>
                    <a:pt x="53949" y="26060"/>
                  </a:cubicBezTo>
                  <a:cubicBezTo>
                    <a:pt x="53949" y="26666"/>
                    <a:pt x="53445" y="26060"/>
                    <a:pt x="53445" y="27272"/>
                  </a:cubicBezTo>
                  <a:cubicBezTo>
                    <a:pt x="52941" y="28484"/>
                    <a:pt x="52436" y="28484"/>
                    <a:pt x="52436" y="29696"/>
                  </a:cubicBezTo>
                  <a:cubicBezTo>
                    <a:pt x="52436" y="30303"/>
                    <a:pt x="52436" y="31515"/>
                    <a:pt x="52436" y="31515"/>
                  </a:cubicBezTo>
                  <a:cubicBezTo>
                    <a:pt x="52436" y="32121"/>
                    <a:pt x="51932" y="32727"/>
                    <a:pt x="51932" y="32727"/>
                  </a:cubicBezTo>
                  <a:cubicBezTo>
                    <a:pt x="51932" y="32727"/>
                    <a:pt x="51932" y="33333"/>
                    <a:pt x="51932" y="34545"/>
                  </a:cubicBezTo>
                  <a:cubicBezTo>
                    <a:pt x="51428" y="35757"/>
                    <a:pt x="51428" y="36363"/>
                    <a:pt x="51428" y="36969"/>
                  </a:cubicBezTo>
                  <a:cubicBezTo>
                    <a:pt x="51428" y="36969"/>
                    <a:pt x="51428" y="36969"/>
                    <a:pt x="50924" y="37575"/>
                  </a:cubicBezTo>
                  <a:cubicBezTo>
                    <a:pt x="50420" y="38181"/>
                    <a:pt x="49411" y="40000"/>
                    <a:pt x="48907" y="40000"/>
                  </a:cubicBezTo>
                  <a:cubicBezTo>
                    <a:pt x="48907" y="40000"/>
                    <a:pt x="48907" y="40000"/>
                    <a:pt x="48403" y="40606"/>
                  </a:cubicBezTo>
                  <a:cubicBezTo>
                    <a:pt x="48403" y="40606"/>
                    <a:pt x="47394" y="42424"/>
                    <a:pt x="46890" y="42424"/>
                  </a:cubicBezTo>
                  <a:cubicBezTo>
                    <a:pt x="46386" y="43030"/>
                    <a:pt x="46890" y="43030"/>
                    <a:pt x="46386" y="43030"/>
                  </a:cubicBezTo>
                  <a:cubicBezTo>
                    <a:pt x="46386" y="42424"/>
                    <a:pt x="45882" y="42424"/>
                    <a:pt x="45882" y="41818"/>
                  </a:cubicBezTo>
                  <a:cubicBezTo>
                    <a:pt x="45882" y="40606"/>
                    <a:pt x="45882" y="40606"/>
                    <a:pt x="46386" y="39393"/>
                  </a:cubicBezTo>
                  <a:cubicBezTo>
                    <a:pt x="46386" y="38787"/>
                    <a:pt x="46890" y="37575"/>
                    <a:pt x="46890" y="37575"/>
                  </a:cubicBezTo>
                  <a:cubicBezTo>
                    <a:pt x="46890" y="37575"/>
                    <a:pt x="47394" y="36969"/>
                    <a:pt x="46890" y="36969"/>
                  </a:cubicBezTo>
                  <a:cubicBezTo>
                    <a:pt x="46386" y="36969"/>
                    <a:pt x="45882" y="36969"/>
                    <a:pt x="45378" y="36969"/>
                  </a:cubicBezTo>
                  <a:cubicBezTo>
                    <a:pt x="44369" y="36969"/>
                    <a:pt x="43361" y="37575"/>
                    <a:pt x="42857" y="38181"/>
                  </a:cubicBezTo>
                  <a:cubicBezTo>
                    <a:pt x="42352" y="38181"/>
                    <a:pt x="42352" y="38787"/>
                    <a:pt x="41344" y="40000"/>
                  </a:cubicBezTo>
                  <a:cubicBezTo>
                    <a:pt x="40336" y="40606"/>
                    <a:pt x="40336" y="40606"/>
                    <a:pt x="40336" y="40606"/>
                  </a:cubicBezTo>
                  <a:cubicBezTo>
                    <a:pt x="39831" y="41818"/>
                    <a:pt x="39831" y="41818"/>
                    <a:pt x="39831" y="41818"/>
                  </a:cubicBezTo>
                  <a:cubicBezTo>
                    <a:pt x="39831" y="42424"/>
                    <a:pt x="39831" y="42424"/>
                    <a:pt x="39831" y="42424"/>
                  </a:cubicBezTo>
                  <a:cubicBezTo>
                    <a:pt x="39831" y="42424"/>
                    <a:pt x="39831" y="41212"/>
                    <a:pt x="39831" y="41212"/>
                  </a:cubicBezTo>
                  <a:cubicBezTo>
                    <a:pt x="39831" y="41212"/>
                    <a:pt x="39327" y="41212"/>
                    <a:pt x="39327" y="41818"/>
                  </a:cubicBezTo>
                  <a:cubicBezTo>
                    <a:pt x="39327" y="41818"/>
                    <a:pt x="38823" y="42424"/>
                    <a:pt x="38823" y="42424"/>
                  </a:cubicBezTo>
                  <a:cubicBezTo>
                    <a:pt x="38319" y="43030"/>
                    <a:pt x="38319" y="43636"/>
                    <a:pt x="38319" y="44242"/>
                  </a:cubicBezTo>
                  <a:cubicBezTo>
                    <a:pt x="37815" y="44848"/>
                    <a:pt x="37815" y="46060"/>
                    <a:pt x="37310" y="46060"/>
                  </a:cubicBezTo>
                  <a:cubicBezTo>
                    <a:pt x="37310" y="46060"/>
                    <a:pt x="37310" y="46666"/>
                    <a:pt x="37310" y="46666"/>
                  </a:cubicBezTo>
                  <a:cubicBezTo>
                    <a:pt x="36806" y="46666"/>
                    <a:pt x="36302" y="47272"/>
                    <a:pt x="36302" y="47272"/>
                  </a:cubicBezTo>
                  <a:cubicBezTo>
                    <a:pt x="36302" y="47878"/>
                    <a:pt x="35798" y="46666"/>
                    <a:pt x="35798" y="45454"/>
                  </a:cubicBezTo>
                  <a:cubicBezTo>
                    <a:pt x="36302" y="44848"/>
                    <a:pt x="36302" y="44848"/>
                    <a:pt x="36302" y="44242"/>
                  </a:cubicBezTo>
                  <a:cubicBezTo>
                    <a:pt x="36806" y="44242"/>
                    <a:pt x="36806" y="43030"/>
                    <a:pt x="37310" y="43030"/>
                  </a:cubicBezTo>
                  <a:cubicBezTo>
                    <a:pt x="37310" y="43030"/>
                    <a:pt x="37310" y="43636"/>
                    <a:pt x="37310" y="42424"/>
                  </a:cubicBezTo>
                  <a:cubicBezTo>
                    <a:pt x="37815" y="41212"/>
                    <a:pt x="37815" y="40606"/>
                    <a:pt x="37815" y="40606"/>
                  </a:cubicBezTo>
                  <a:cubicBezTo>
                    <a:pt x="37815" y="40606"/>
                    <a:pt x="37815" y="40606"/>
                    <a:pt x="37815" y="40000"/>
                  </a:cubicBezTo>
                  <a:cubicBezTo>
                    <a:pt x="37310" y="39393"/>
                    <a:pt x="37310" y="40000"/>
                    <a:pt x="37310" y="39393"/>
                  </a:cubicBezTo>
                  <a:cubicBezTo>
                    <a:pt x="37815" y="38787"/>
                    <a:pt x="37815" y="38181"/>
                    <a:pt x="37815" y="37575"/>
                  </a:cubicBezTo>
                  <a:cubicBezTo>
                    <a:pt x="38319" y="37575"/>
                    <a:pt x="38319" y="36969"/>
                    <a:pt x="38319" y="36969"/>
                  </a:cubicBezTo>
                  <a:cubicBezTo>
                    <a:pt x="38319" y="36969"/>
                    <a:pt x="38319" y="36969"/>
                    <a:pt x="38319" y="36363"/>
                  </a:cubicBezTo>
                  <a:cubicBezTo>
                    <a:pt x="38319" y="36363"/>
                    <a:pt x="37815" y="35757"/>
                    <a:pt x="37815" y="35757"/>
                  </a:cubicBezTo>
                  <a:cubicBezTo>
                    <a:pt x="37815" y="35757"/>
                    <a:pt x="37815" y="35151"/>
                    <a:pt x="37815" y="35151"/>
                  </a:cubicBezTo>
                  <a:cubicBezTo>
                    <a:pt x="37815" y="35151"/>
                    <a:pt x="38319" y="34545"/>
                    <a:pt x="38319" y="33939"/>
                  </a:cubicBezTo>
                  <a:cubicBezTo>
                    <a:pt x="37815" y="33939"/>
                    <a:pt x="37815" y="33333"/>
                    <a:pt x="37310" y="32727"/>
                  </a:cubicBezTo>
                  <a:cubicBezTo>
                    <a:pt x="36806" y="32727"/>
                    <a:pt x="36806" y="32727"/>
                    <a:pt x="36806" y="32121"/>
                  </a:cubicBezTo>
                  <a:cubicBezTo>
                    <a:pt x="36806" y="32121"/>
                    <a:pt x="35798" y="31515"/>
                    <a:pt x="35798" y="31515"/>
                  </a:cubicBezTo>
                  <a:cubicBezTo>
                    <a:pt x="35798" y="31515"/>
                    <a:pt x="36302" y="30303"/>
                    <a:pt x="36302" y="30303"/>
                  </a:cubicBezTo>
                  <a:cubicBezTo>
                    <a:pt x="36302" y="30303"/>
                    <a:pt x="36302" y="29696"/>
                    <a:pt x="36806" y="29696"/>
                  </a:cubicBezTo>
                  <a:cubicBezTo>
                    <a:pt x="36806" y="30303"/>
                    <a:pt x="36806" y="30909"/>
                    <a:pt x="36806" y="30909"/>
                  </a:cubicBezTo>
                  <a:cubicBezTo>
                    <a:pt x="36806" y="31515"/>
                    <a:pt x="38319" y="32121"/>
                    <a:pt x="38319" y="32121"/>
                  </a:cubicBezTo>
                  <a:cubicBezTo>
                    <a:pt x="38319" y="32121"/>
                    <a:pt x="39327" y="31515"/>
                    <a:pt x="39327" y="31515"/>
                  </a:cubicBezTo>
                  <a:cubicBezTo>
                    <a:pt x="39831" y="31515"/>
                    <a:pt x="39831" y="30303"/>
                    <a:pt x="39831" y="30303"/>
                  </a:cubicBezTo>
                  <a:cubicBezTo>
                    <a:pt x="39831" y="30303"/>
                    <a:pt x="39327" y="30303"/>
                    <a:pt x="39831" y="29696"/>
                  </a:cubicBezTo>
                  <a:cubicBezTo>
                    <a:pt x="40336" y="29696"/>
                    <a:pt x="41344" y="29090"/>
                    <a:pt x="41344" y="29090"/>
                  </a:cubicBezTo>
                  <a:cubicBezTo>
                    <a:pt x="41344" y="28484"/>
                    <a:pt x="41848" y="28484"/>
                    <a:pt x="41848" y="28484"/>
                  </a:cubicBezTo>
                  <a:cubicBezTo>
                    <a:pt x="41848" y="28484"/>
                    <a:pt x="42352" y="27878"/>
                    <a:pt x="42352" y="27878"/>
                  </a:cubicBezTo>
                  <a:cubicBezTo>
                    <a:pt x="42352" y="27272"/>
                    <a:pt x="42857" y="27272"/>
                    <a:pt x="42352" y="26666"/>
                  </a:cubicBezTo>
                  <a:cubicBezTo>
                    <a:pt x="42352" y="26666"/>
                    <a:pt x="42352" y="26060"/>
                    <a:pt x="42352" y="25454"/>
                  </a:cubicBezTo>
                  <a:cubicBezTo>
                    <a:pt x="42352" y="25454"/>
                    <a:pt x="43361" y="26060"/>
                    <a:pt x="42352" y="24848"/>
                  </a:cubicBezTo>
                  <a:cubicBezTo>
                    <a:pt x="41344" y="24242"/>
                    <a:pt x="40336" y="23636"/>
                    <a:pt x="40840" y="23636"/>
                  </a:cubicBezTo>
                  <a:cubicBezTo>
                    <a:pt x="41344" y="23636"/>
                    <a:pt x="41848" y="23636"/>
                    <a:pt x="41848" y="23636"/>
                  </a:cubicBezTo>
                  <a:cubicBezTo>
                    <a:pt x="42352" y="23636"/>
                    <a:pt x="42857" y="24242"/>
                    <a:pt x="42857" y="23636"/>
                  </a:cubicBezTo>
                  <a:cubicBezTo>
                    <a:pt x="43361" y="23636"/>
                    <a:pt x="43361" y="23636"/>
                    <a:pt x="43361" y="23030"/>
                  </a:cubicBezTo>
                  <a:cubicBezTo>
                    <a:pt x="42857" y="22424"/>
                    <a:pt x="42857" y="22424"/>
                    <a:pt x="42857" y="22424"/>
                  </a:cubicBezTo>
                  <a:cubicBezTo>
                    <a:pt x="42352" y="21818"/>
                    <a:pt x="42352" y="21818"/>
                    <a:pt x="41848" y="21818"/>
                  </a:cubicBezTo>
                  <a:cubicBezTo>
                    <a:pt x="41848" y="21818"/>
                    <a:pt x="41344" y="22424"/>
                    <a:pt x="41848" y="21212"/>
                  </a:cubicBezTo>
                  <a:cubicBezTo>
                    <a:pt x="41848" y="20000"/>
                    <a:pt x="41848" y="20000"/>
                    <a:pt x="41848" y="19393"/>
                  </a:cubicBezTo>
                  <a:cubicBezTo>
                    <a:pt x="41848" y="19393"/>
                    <a:pt x="42857" y="19393"/>
                    <a:pt x="41848" y="19393"/>
                  </a:cubicBezTo>
                  <a:cubicBezTo>
                    <a:pt x="41344" y="18787"/>
                    <a:pt x="41344" y="18787"/>
                    <a:pt x="41344" y="18787"/>
                  </a:cubicBezTo>
                  <a:cubicBezTo>
                    <a:pt x="40840" y="18787"/>
                    <a:pt x="41344" y="18787"/>
                    <a:pt x="40336" y="18787"/>
                  </a:cubicBezTo>
                  <a:cubicBezTo>
                    <a:pt x="39831" y="18787"/>
                    <a:pt x="40336" y="17575"/>
                    <a:pt x="40336" y="17575"/>
                  </a:cubicBezTo>
                  <a:cubicBezTo>
                    <a:pt x="40336" y="16969"/>
                    <a:pt x="40840" y="14545"/>
                    <a:pt x="40840" y="14545"/>
                  </a:cubicBezTo>
                  <a:cubicBezTo>
                    <a:pt x="40336" y="13939"/>
                    <a:pt x="40336" y="13939"/>
                    <a:pt x="40336" y="13939"/>
                  </a:cubicBezTo>
                  <a:cubicBezTo>
                    <a:pt x="40336" y="13939"/>
                    <a:pt x="39831" y="12727"/>
                    <a:pt x="39831" y="12727"/>
                  </a:cubicBezTo>
                  <a:cubicBezTo>
                    <a:pt x="39831" y="12121"/>
                    <a:pt x="39831" y="11515"/>
                    <a:pt x="39327" y="11515"/>
                  </a:cubicBezTo>
                  <a:cubicBezTo>
                    <a:pt x="39327" y="11515"/>
                    <a:pt x="38823" y="10909"/>
                    <a:pt x="38823" y="10909"/>
                  </a:cubicBezTo>
                  <a:cubicBezTo>
                    <a:pt x="38823" y="10909"/>
                    <a:pt x="38319" y="10909"/>
                    <a:pt x="38319" y="10303"/>
                  </a:cubicBezTo>
                  <a:cubicBezTo>
                    <a:pt x="38319" y="9696"/>
                    <a:pt x="38319" y="9090"/>
                    <a:pt x="38319" y="9090"/>
                  </a:cubicBezTo>
                  <a:cubicBezTo>
                    <a:pt x="38319" y="8484"/>
                    <a:pt x="38319" y="7878"/>
                    <a:pt x="38319" y="7878"/>
                  </a:cubicBezTo>
                  <a:cubicBezTo>
                    <a:pt x="37310" y="4848"/>
                    <a:pt x="37310" y="4848"/>
                    <a:pt x="37310" y="4848"/>
                  </a:cubicBezTo>
                  <a:cubicBezTo>
                    <a:pt x="37310" y="4242"/>
                    <a:pt x="37310" y="4242"/>
                    <a:pt x="37310" y="4242"/>
                  </a:cubicBezTo>
                  <a:cubicBezTo>
                    <a:pt x="36806" y="3030"/>
                    <a:pt x="36806" y="3030"/>
                    <a:pt x="36806" y="3030"/>
                  </a:cubicBezTo>
                  <a:cubicBezTo>
                    <a:pt x="36302" y="3030"/>
                    <a:pt x="36302" y="3030"/>
                    <a:pt x="36302" y="3030"/>
                  </a:cubicBezTo>
                  <a:cubicBezTo>
                    <a:pt x="36302" y="1818"/>
                    <a:pt x="36302" y="1818"/>
                    <a:pt x="36302" y="1818"/>
                  </a:cubicBezTo>
                  <a:cubicBezTo>
                    <a:pt x="36302" y="1818"/>
                    <a:pt x="35798" y="1818"/>
                    <a:pt x="35798" y="2424"/>
                  </a:cubicBezTo>
                  <a:cubicBezTo>
                    <a:pt x="35798" y="2424"/>
                    <a:pt x="35798" y="3030"/>
                    <a:pt x="35294" y="3030"/>
                  </a:cubicBezTo>
                  <a:cubicBezTo>
                    <a:pt x="34789" y="3030"/>
                    <a:pt x="34285" y="2424"/>
                    <a:pt x="34285" y="2424"/>
                  </a:cubicBezTo>
                  <a:cubicBezTo>
                    <a:pt x="34285" y="2424"/>
                    <a:pt x="34285" y="1818"/>
                    <a:pt x="34285" y="1212"/>
                  </a:cubicBezTo>
                  <a:cubicBezTo>
                    <a:pt x="33781" y="1212"/>
                    <a:pt x="32268" y="0"/>
                    <a:pt x="32268" y="0"/>
                  </a:cubicBezTo>
                  <a:cubicBezTo>
                    <a:pt x="32268" y="0"/>
                    <a:pt x="32268" y="0"/>
                    <a:pt x="32268" y="606"/>
                  </a:cubicBezTo>
                  <a:cubicBezTo>
                    <a:pt x="32268" y="606"/>
                    <a:pt x="31764" y="1212"/>
                    <a:pt x="31764" y="606"/>
                  </a:cubicBezTo>
                  <a:cubicBezTo>
                    <a:pt x="31260" y="606"/>
                    <a:pt x="30252" y="0"/>
                    <a:pt x="30252" y="0"/>
                  </a:cubicBezTo>
                  <a:cubicBezTo>
                    <a:pt x="30252" y="0"/>
                    <a:pt x="30252" y="606"/>
                    <a:pt x="30252" y="606"/>
                  </a:cubicBezTo>
                  <a:cubicBezTo>
                    <a:pt x="30252" y="1212"/>
                    <a:pt x="30756" y="1818"/>
                    <a:pt x="30756" y="1818"/>
                  </a:cubicBezTo>
                  <a:cubicBezTo>
                    <a:pt x="30252" y="1818"/>
                    <a:pt x="29747" y="1818"/>
                    <a:pt x="29747" y="1818"/>
                  </a:cubicBezTo>
                  <a:cubicBezTo>
                    <a:pt x="29747" y="1818"/>
                    <a:pt x="29747" y="1818"/>
                    <a:pt x="29243" y="1818"/>
                  </a:cubicBezTo>
                  <a:cubicBezTo>
                    <a:pt x="29243" y="1212"/>
                    <a:pt x="28739" y="1212"/>
                    <a:pt x="28739" y="1212"/>
                  </a:cubicBezTo>
                  <a:cubicBezTo>
                    <a:pt x="28739" y="1818"/>
                    <a:pt x="28235" y="1818"/>
                    <a:pt x="28235" y="3030"/>
                  </a:cubicBezTo>
                  <a:cubicBezTo>
                    <a:pt x="28739" y="3636"/>
                    <a:pt x="28235" y="3636"/>
                    <a:pt x="28739" y="4242"/>
                  </a:cubicBezTo>
                  <a:cubicBezTo>
                    <a:pt x="29243" y="4242"/>
                    <a:pt x="29243" y="4242"/>
                    <a:pt x="29747" y="4848"/>
                  </a:cubicBezTo>
                  <a:cubicBezTo>
                    <a:pt x="30252" y="4848"/>
                    <a:pt x="30252" y="4848"/>
                    <a:pt x="30756" y="4848"/>
                  </a:cubicBezTo>
                  <a:cubicBezTo>
                    <a:pt x="30756" y="4848"/>
                    <a:pt x="31260" y="4848"/>
                    <a:pt x="31764" y="4848"/>
                  </a:cubicBezTo>
                  <a:cubicBezTo>
                    <a:pt x="31764" y="4848"/>
                    <a:pt x="32268" y="4242"/>
                    <a:pt x="32268" y="4242"/>
                  </a:cubicBezTo>
                  <a:cubicBezTo>
                    <a:pt x="32268" y="4242"/>
                    <a:pt x="32268" y="4848"/>
                    <a:pt x="32268" y="4848"/>
                  </a:cubicBezTo>
                  <a:cubicBezTo>
                    <a:pt x="32268" y="4848"/>
                    <a:pt x="31764" y="4848"/>
                    <a:pt x="32268" y="5454"/>
                  </a:cubicBezTo>
                  <a:cubicBezTo>
                    <a:pt x="32268" y="5454"/>
                    <a:pt x="32268" y="5454"/>
                    <a:pt x="32268" y="5454"/>
                  </a:cubicBezTo>
                  <a:cubicBezTo>
                    <a:pt x="32773" y="6060"/>
                    <a:pt x="32773" y="6060"/>
                    <a:pt x="32773" y="6060"/>
                  </a:cubicBezTo>
                  <a:cubicBezTo>
                    <a:pt x="32773" y="6060"/>
                    <a:pt x="32773" y="6060"/>
                    <a:pt x="32773" y="6060"/>
                  </a:cubicBezTo>
                  <a:cubicBezTo>
                    <a:pt x="32773" y="6060"/>
                    <a:pt x="32773" y="6666"/>
                    <a:pt x="32773" y="6666"/>
                  </a:cubicBezTo>
                  <a:cubicBezTo>
                    <a:pt x="32773" y="7272"/>
                    <a:pt x="32773" y="7272"/>
                    <a:pt x="33277" y="7272"/>
                  </a:cubicBezTo>
                  <a:cubicBezTo>
                    <a:pt x="33781" y="7878"/>
                    <a:pt x="33781" y="7272"/>
                    <a:pt x="33781" y="7272"/>
                  </a:cubicBezTo>
                  <a:cubicBezTo>
                    <a:pt x="33781" y="7272"/>
                    <a:pt x="34789" y="8484"/>
                    <a:pt x="34285" y="8484"/>
                  </a:cubicBezTo>
                  <a:cubicBezTo>
                    <a:pt x="34285" y="8484"/>
                    <a:pt x="33781" y="7878"/>
                    <a:pt x="34285" y="8484"/>
                  </a:cubicBezTo>
                  <a:cubicBezTo>
                    <a:pt x="34789" y="9090"/>
                    <a:pt x="35294" y="9090"/>
                    <a:pt x="35294" y="9090"/>
                  </a:cubicBezTo>
                  <a:cubicBezTo>
                    <a:pt x="35294" y="9090"/>
                    <a:pt x="34789" y="9696"/>
                    <a:pt x="33781" y="9090"/>
                  </a:cubicBezTo>
                  <a:cubicBezTo>
                    <a:pt x="33277" y="9090"/>
                    <a:pt x="33277" y="9090"/>
                    <a:pt x="33277" y="9090"/>
                  </a:cubicBezTo>
                  <a:cubicBezTo>
                    <a:pt x="33277" y="9090"/>
                    <a:pt x="32773" y="8484"/>
                    <a:pt x="32773" y="8484"/>
                  </a:cubicBezTo>
                  <a:cubicBezTo>
                    <a:pt x="32268" y="7878"/>
                    <a:pt x="32268" y="7272"/>
                    <a:pt x="32268" y="7272"/>
                  </a:cubicBezTo>
                  <a:cubicBezTo>
                    <a:pt x="32268" y="7272"/>
                    <a:pt x="31764" y="6666"/>
                    <a:pt x="31260" y="6666"/>
                  </a:cubicBezTo>
                  <a:cubicBezTo>
                    <a:pt x="30756" y="6060"/>
                    <a:pt x="30252" y="6666"/>
                    <a:pt x="29747" y="6666"/>
                  </a:cubicBezTo>
                  <a:cubicBezTo>
                    <a:pt x="29747" y="6666"/>
                    <a:pt x="29243" y="7272"/>
                    <a:pt x="28739" y="7272"/>
                  </a:cubicBezTo>
                  <a:cubicBezTo>
                    <a:pt x="28739" y="7272"/>
                    <a:pt x="28739" y="7878"/>
                    <a:pt x="28739" y="8484"/>
                  </a:cubicBezTo>
                  <a:cubicBezTo>
                    <a:pt x="29243" y="9090"/>
                    <a:pt x="30252" y="11515"/>
                    <a:pt x="30252" y="11515"/>
                  </a:cubicBezTo>
                  <a:cubicBezTo>
                    <a:pt x="30252" y="11515"/>
                    <a:pt x="31260" y="12727"/>
                    <a:pt x="31260" y="12727"/>
                  </a:cubicBezTo>
                  <a:cubicBezTo>
                    <a:pt x="31260" y="12727"/>
                    <a:pt x="31764" y="13939"/>
                    <a:pt x="31764" y="13939"/>
                  </a:cubicBezTo>
                  <a:cubicBezTo>
                    <a:pt x="31764" y="13939"/>
                    <a:pt x="31764" y="13939"/>
                    <a:pt x="32268" y="14545"/>
                  </a:cubicBezTo>
                  <a:cubicBezTo>
                    <a:pt x="32773" y="14545"/>
                    <a:pt x="32268" y="14545"/>
                    <a:pt x="32268" y="14545"/>
                  </a:cubicBezTo>
                  <a:cubicBezTo>
                    <a:pt x="32268" y="15151"/>
                    <a:pt x="31764" y="15757"/>
                    <a:pt x="31764" y="16363"/>
                  </a:cubicBezTo>
                  <a:cubicBezTo>
                    <a:pt x="31764" y="16363"/>
                    <a:pt x="31764" y="15757"/>
                    <a:pt x="31764" y="16363"/>
                  </a:cubicBezTo>
                  <a:cubicBezTo>
                    <a:pt x="31764" y="17575"/>
                    <a:pt x="31764" y="18787"/>
                    <a:pt x="31764" y="18787"/>
                  </a:cubicBezTo>
                  <a:cubicBezTo>
                    <a:pt x="31260" y="20000"/>
                    <a:pt x="31260" y="20000"/>
                    <a:pt x="31260" y="20000"/>
                  </a:cubicBezTo>
                  <a:cubicBezTo>
                    <a:pt x="30756" y="20606"/>
                    <a:pt x="30756" y="20606"/>
                    <a:pt x="30756" y="20606"/>
                  </a:cubicBezTo>
                  <a:cubicBezTo>
                    <a:pt x="30756" y="20606"/>
                    <a:pt x="30756" y="20606"/>
                    <a:pt x="30756" y="20606"/>
                  </a:cubicBezTo>
                  <a:cubicBezTo>
                    <a:pt x="30252" y="20606"/>
                    <a:pt x="30756" y="20000"/>
                    <a:pt x="30756" y="20000"/>
                  </a:cubicBezTo>
                  <a:cubicBezTo>
                    <a:pt x="30756" y="19393"/>
                    <a:pt x="30756" y="19393"/>
                    <a:pt x="30756" y="19393"/>
                  </a:cubicBezTo>
                  <a:cubicBezTo>
                    <a:pt x="31260" y="18181"/>
                    <a:pt x="31260" y="18181"/>
                    <a:pt x="31260" y="18181"/>
                  </a:cubicBezTo>
                  <a:cubicBezTo>
                    <a:pt x="31260" y="18181"/>
                    <a:pt x="30756" y="17575"/>
                    <a:pt x="30252" y="17575"/>
                  </a:cubicBezTo>
                  <a:cubicBezTo>
                    <a:pt x="30252" y="16969"/>
                    <a:pt x="30252" y="17575"/>
                    <a:pt x="29747" y="17575"/>
                  </a:cubicBezTo>
                  <a:cubicBezTo>
                    <a:pt x="29747" y="17575"/>
                    <a:pt x="29243" y="18787"/>
                    <a:pt x="29243" y="18787"/>
                  </a:cubicBezTo>
                  <a:cubicBezTo>
                    <a:pt x="29243" y="18787"/>
                    <a:pt x="28739" y="18787"/>
                    <a:pt x="29243" y="18181"/>
                  </a:cubicBezTo>
                  <a:cubicBezTo>
                    <a:pt x="29243" y="18181"/>
                    <a:pt x="29243" y="16969"/>
                    <a:pt x="29747" y="16969"/>
                  </a:cubicBezTo>
                  <a:cubicBezTo>
                    <a:pt x="29747" y="16969"/>
                    <a:pt x="29747" y="16969"/>
                    <a:pt x="29747" y="16969"/>
                  </a:cubicBezTo>
                  <a:cubicBezTo>
                    <a:pt x="29747" y="16363"/>
                    <a:pt x="30252" y="16363"/>
                    <a:pt x="30252" y="15757"/>
                  </a:cubicBezTo>
                  <a:cubicBezTo>
                    <a:pt x="30252" y="15151"/>
                    <a:pt x="30252" y="15151"/>
                    <a:pt x="30252" y="14545"/>
                  </a:cubicBezTo>
                  <a:cubicBezTo>
                    <a:pt x="29747" y="14545"/>
                    <a:pt x="29747" y="13939"/>
                    <a:pt x="29747" y="13333"/>
                  </a:cubicBezTo>
                  <a:cubicBezTo>
                    <a:pt x="29243" y="13333"/>
                    <a:pt x="28739" y="13939"/>
                    <a:pt x="28739" y="13939"/>
                  </a:cubicBezTo>
                  <a:cubicBezTo>
                    <a:pt x="28739" y="14545"/>
                    <a:pt x="28739" y="14545"/>
                    <a:pt x="28739" y="14545"/>
                  </a:cubicBezTo>
                  <a:cubicBezTo>
                    <a:pt x="28235" y="15151"/>
                    <a:pt x="28235" y="15151"/>
                    <a:pt x="27731" y="15757"/>
                  </a:cubicBezTo>
                  <a:cubicBezTo>
                    <a:pt x="27226" y="16363"/>
                    <a:pt x="27226" y="16363"/>
                    <a:pt x="27226" y="16363"/>
                  </a:cubicBezTo>
                  <a:cubicBezTo>
                    <a:pt x="27226" y="16363"/>
                    <a:pt x="27731" y="15151"/>
                    <a:pt x="27731" y="15151"/>
                  </a:cubicBezTo>
                  <a:cubicBezTo>
                    <a:pt x="27731" y="15151"/>
                    <a:pt x="28235" y="14545"/>
                    <a:pt x="27731" y="14545"/>
                  </a:cubicBezTo>
                  <a:cubicBezTo>
                    <a:pt x="27731" y="14545"/>
                    <a:pt x="27731" y="14545"/>
                    <a:pt x="27731" y="13939"/>
                  </a:cubicBezTo>
                  <a:cubicBezTo>
                    <a:pt x="27731" y="13939"/>
                    <a:pt x="27731" y="13333"/>
                    <a:pt x="27731" y="13333"/>
                  </a:cubicBezTo>
                  <a:cubicBezTo>
                    <a:pt x="27731" y="13333"/>
                    <a:pt x="28235" y="13333"/>
                    <a:pt x="27731" y="13333"/>
                  </a:cubicBezTo>
                  <a:cubicBezTo>
                    <a:pt x="27226" y="13333"/>
                    <a:pt x="27226" y="13333"/>
                    <a:pt x="27226" y="13333"/>
                  </a:cubicBezTo>
                  <a:cubicBezTo>
                    <a:pt x="27226" y="13333"/>
                    <a:pt x="26722" y="13333"/>
                    <a:pt x="26722" y="13333"/>
                  </a:cubicBezTo>
                  <a:cubicBezTo>
                    <a:pt x="26722" y="12727"/>
                    <a:pt x="27226" y="12727"/>
                    <a:pt x="27226" y="12727"/>
                  </a:cubicBezTo>
                  <a:cubicBezTo>
                    <a:pt x="27226" y="12121"/>
                    <a:pt x="27731" y="11515"/>
                    <a:pt x="27731" y="11515"/>
                  </a:cubicBezTo>
                  <a:cubicBezTo>
                    <a:pt x="27731" y="11515"/>
                    <a:pt x="27226" y="10909"/>
                    <a:pt x="27226" y="10909"/>
                  </a:cubicBezTo>
                  <a:cubicBezTo>
                    <a:pt x="26722" y="10303"/>
                    <a:pt x="26722" y="9696"/>
                    <a:pt x="26722" y="9696"/>
                  </a:cubicBezTo>
                  <a:cubicBezTo>
                    <a:pt x="26722" y="9696"/>
                    <a:pt x="26722" y="10909"/>
                    <a:pt x="26722" y="9090"/>
                  </a:cubicBezTo>
                  <a:cubicBezTo>
                    <a:pt x="26218" y="7272"/>
                    <a:pt x="26218" y="7272"/>
                    <a:pt x="26218" y="7272"/>
                  </a:cubicBezTo>
                  <a:cubicBezTo>
                    <a:pt x="25714" y="6666"/>
                    <a:pt x="25714" y="6666"/>
                    <a:pt x="25714" y="6666"/>
                  </a:cubicBezTo>
                  <a:cubicBezTo>
                    <a:pt x="25714" y="6666"/>
                    <a:pt x="25714" y="6060"/>
                    <a:pt x="25210" y="6060"/>
                  </a:cubicBezTo>
                  <a:cubicBezTo>
                    <a:pt x="25210" y="5454"/>
                    <a:pt x="24201" y="4848"/>
                    <a:pt x="24201" y="4848"/>
                  </a:cubicBezTo>
                  <a:cubicBezTo>
                    <a:pt x="24201" y="4242"/>
                    <a:pt x="24201" y="4242"/>
                    <a:pt x="24201" y="4242"/>
                  </a:cubicBezTo>
                  <a:cubicBezTo>
                    <a:pt x="24201" y="4242"/>
                    <a:pt x="24201" y="3636"/>
                    <a:pt x="24201" y="3636"/>
                  </a:cubicBezTo>
                  <a:cubicBezTo>
                    <a:pt x="23697" y="3636"/>
                    <a:pt x="23193" y="3030"/>
                    <a:pt x="23193" y="3636"/>
                  </a:cubicBezTo>
                  <a:cubicBezTo>
                    <a:pt x="23193" y="4242"/>
                    <a:pt x="23193" y="4242"/>
                    <a:pt x="23193" y="4848"/>
                  </a:cubicBezTo>
                  <a:cubicBezTo>
                    <a:pt x="22689" y="4848"/>
                    <a:pt x="21680" y="4848"/>
                    <a:pt x="21680" y="4848"/>
                  </a:cubicBezTo>
                  <a:cubicBezTo>
                    <a:pt x="21680" y="4848"/>
                    <a:pt x="21680" y="5454"/>
                    <a:pt x="21680" y="5454"/>
                  </a:cubicBezTo>
                  <a:cubicBezTo>
                    <a:pt x="20672" y="6060"/>
                    <a:pt x="20672" y="6060"/>
                    <a:pt x="20672" y="6060"/>
                  </a:cubicBezTo>
                  <a:cubicBezTo>
                    <a:pt x="20672" y="6060"/>
                    <a:pt x="20672" y="5454"/>
                    <a:pt x="20672" y="6060"/>
                  </a:cubicBezTo>
                  <a:cubicBezTo>
                    <a:pt x="21176" y="6666"/>
                    <a:pt x="21176" y="7272"/>
                    <a:pt x="21176" y="7878"/>
                  </a:cubicBezTo>
                  <a:cubicBezTo>
                    <a:pt x="21176" y="7878"/>
                    <a:pt x="22184" y="8484"/>
                    <a:pt x="21680" y="8484"/>
                  </a:cubicBezTo>
                  <a:cubicBezTo>
                    <a:pt x="21680" y="8484"/>
                    <a:pt x="20672" y="8484"/>
                    <a:pt x="20672" y="8484"/>
                  </a:cubicBezTo>
                  <a:cubicBezTo>
                    <a:pt x="20672" y="8484"/>
                    <a:pt x="20168" y="7878"/>
                    <a:pt x="20168" y="7272"/>
                  </a:cubicBezTo>
                  <a:cubicBezTo>
                    <a:pt x="20168" y="7272"/>
                    <a:pt x="19663" y="6666"/>
                    <a:pt x="19159" y="6666"/>
                  </a:cubicBezTo>
                  <a:cubicBezTo>
                    <a:pt x="19159" y="6666"/>
                    <a:pt x="18655" y="6666"/>
                    <a:pt x="18151" y="7272"/>
                  </a:cubicBezTo>
                  <a:cubicBezTo>
                    <a:pt x="18151" y="7878"/>
                    <a:pt x="18151" y="7272"/>
                    <a:pt x="18151" y="8484"/>
                  </a:cubicBezTo>
                  <a:cubicBezTo>
                    <a:pt x="18151" y="9696"/>
                    <a:pt x="18151" y="10909"/>
                    <a:pt x="18151" y="10909"/>
                  </a:cubicBezTo>
                  <a:cubicBezTo>
                    <a:pt x="18151" y="10909"/>
                    <a:pt x="18655" y="11515"/>
                    <a:pt x="19159" y="12121"/>
                  </a:cubicBezTo>
                  <a:cubicBezTo>
                    <a:pt x="19159" y="12121"/>
                    <a:pt x="19663" y="13939"/>
                    <a:pt x="19663" y="13939"/>
                  </a:cubicBezTo>
                  <a:cubicBezTo>
                    <a:pt x="19663" y="14545"/>
                    <a:pt x="20168" y="15151"/>
                    <a:pt x="20168" y="15151"/>
                  </a:cubicBezTo>
                  <a:cubicBezTo>
                    <a:pt x="20168" y="15151"/>
                    <a:pt x="17647" y="13939"/>
                    <a:pt x="17647" y="13333"/>
                  </a:cubicBezTo>
                  <a:cubicBezTo>
                    <a:pt x="17647" y="12727"/>
                    <a:pt x="17647" y="11515"/>
                    <a:pt x="17142" y="11515"/>
                  </a:cubicBezTo>
                  <a:cubicBezTo>
                    <a:pt x="17142" y="11515"/>
                    <a:pt x="17142" y="10909"/>
                    <a:pt x="16638" y="11515"/>
                  </a:cubicBezTo>
                  <a:cubicBezTo>
                    <a:pt x="16134" y="11515"/>
                    <a:pt x="16134" y="11515"/>
                    <a:pt x="15630" y="11515"/>
                  </a:cubicBezTo>
                  <a:cubicBezTo>
                    <a:pt x="15630" y="12121"/>
                    <a:pt x="15630" y="12727"/>
                    <a:pt x="15630" y="12727"/>
                  </a:cubicBezTo>
                  <a:cubicBezTo>
                    <a:pt x="15630" y="12727"/>
                    <a:pt x="15630" y="13333"/>
                    <a:pt x="15630" y="13939"/>
                  </a:cubicBezTo>
                  <a:cubicBezTo>
                    <a:pt x="16134" y="15151"/>
                    <a:pt x="16134" y="15151"/>
                    <a:pt x="16134" y="15757"/>
                  </a:cubicBezTo>
                  <a:cubicBezTo>
                    <a:pt x="16638" y="16363"/>
                    <a:pt x="17142" y="16363"/>
                    <a:pt x="17142" y="16969"/>
                  </a:cubicBezTo>
                  <a:cubicBezTo>
                    <a:pt x="17142" y="16969"/>
                    <a:pt x="17647" y="17575"/>
                    <a:pt x="17647" y="17575"/>
                  </a:cubicBezTo>
                  <a:cubicBezTo>
                    <a:pt x="17647" y="17575"/>
                    <a:pt x="17142" y="18787"/>
                    <a:pt x="17142" y="18787"/>
                  </a:cubicBezTo>
                  <a:cubicBezTo>
                    <a:pt x="17142" y="19393"/>
                    <a:pt x="16638" y="20000"/>
                    <a:pt x="16638" y="20000"/>
                  </a:cubicBezTo>
                  <a:cubicBezTo>
                    <a:pt x="16638" y="20000"/>
                    <a:pt x="17647" y="20606"/>
                    <a:pt x="17647" y="20606"/>
                  </a:cubicBezTo>
                  <a:cubicBezTo>
                    <a:pt x="17647" y="20606"/>
                    <a:pt x="18151" y="21212"/>
                    <a:pt x="17647" y="21818"/>
                  </a:cubicBezTo>
                  <a:cubicBezTo>
                    <a:pt x="17142" y="21818"/>
                    <a:pt x="17142" y="21818"/>
                    <a:pt x="16638" y="21818"/>
                  </a:cubicBezTo>
                  <a:cubicBezTo>
                    <a:pt x="16638" y="21212"/>
                    <a:pt x="16134" y="21818"/>
                    <a:pt x="16134" y="20606"/>
                  </a:cubicBezTo>
                  <a:cubicBezTo>
                    <a:pt x="16638" y="20000"/>
                    <a:pt x="16638" y="19393"/>
                    <a:pt x="16638" y="19393"/>
                  </a:cubicBezTo>
                  <a:cubicBezTo>
                    <a:pt x="16134" y="19393"/>
                    <a:pt x="15630" y="18181"/>
                    <a:pt x="15630" y="18181"/>
                  </a:cubicBezTo>
                  <a:cubicBezTo>
                    <a:pt x="15630" y="18181"/>
                    <a:pt x="16638" y="20000"/>
                    <a:pt x="15126" y="16969"/>
                  </a:cubicBezTo>
                  <a:cubicBezTo>
                    <a:pt x="14117" y="14545"/>
                    <a:pt x="14117" y="14545"/>
                    <a:pt x="14117" y="14545"/>
                  </a:cubicBezTo>
                  <a:cubicBezTo>
                    <a:pt x="14117" y="13333"/>
                    <a:pt x="14117" y="13333"/>
                    <a:pt x="14117" y="13333"/>
                  </a:cubicBezTo>
                  <a:cubicBezTo>
                    <a:pt x="14117" y="13333"/>
                    <a:pt x="13613" y="13333"/>
                    <a:pt x="13613" y="13333"/>
                  </a:cubicBezTo>
                  <a:cubicBezTo>
                    <a:pt x="13613" y="13333"/>
                    <a:pt x="13109" y="12727"/>
                    <a:pt x="13109" y="12727"/>
                  </a:cubicBezTo>
                  <a:cubicBezTo>
                    <a:pt x="13109" y="12727"/>
                    <a:pt x="12100" y="12727"/>
                    <a:pt x="12100" y="12727"/>
                  </a:cubicBezTo>
                  <a:cubicBezTo>
                    <a:pt x="12100" y="13333"/>
                    <a:pt x="12100" y="13333"/>
                    <a:pt x="12100" y="13939"/>
                  </a:cubicBezTo>
                  <a:cubicBezTo>
                    <a:pt x="11596" y="13939"/>
                    <a:pt x="11596" y="15151"/>
                    <a:pt x="11596" y="15151"/>
                  </a:cubicBezTo>
                  <a:cubicBezTo>
                    <a:pt x="11092" y="15151"/>
                    <a:pt x="11092" y="16363"/>
                    <a:pt x="11092" y="16363"/>
                  </a:cubicBezTo>
                  <a:cubicBezTo>
                    <a:pt x="11092" y="16363"/>
                    <a:pt x="11596" y="16363"/>
                    <a:pt x="11596" y="16969"/>
                  </a:cubicBezTo>
                  <a:cubicBezTo>
                    <a:pt x="12100" y="17575"/>
                    <a:pt x="12100" y="18181"/>
                    <a:pt x="12100" y="18181"/>
                  </a:cubicBezTo>
                  <a:cubicBezTo>
                    <a:pt x="12100" y="18181"/>
                    <a:pt x="11596" y="17575"/>
                    <a:pt x="11596" y="17575"/>
                  </a:cubicBezTo>
                  <a:cubicBezTo>
                    <a:pt x="11092" y="17575"/>
                    <a:pt x="11092" y="17575"/>
                    <a:pt x="11092" y="17575"/>
                  </a:cubicBezTo>
                  <a:cubicBezTo>
                    <a:pt x="10588" y="18181"/>
                    <a:pt x="10588" y="18181"/>
                    <a:pt x="10588" y="18181"/>
                  </a:cubicBezTo>
                  <a:cubicBezTo>
                    <a:pt x="10588" y="18181"/>
                    <a:pt x="10588" y="18181"/>
                    <a:pt x="10588" y="18181"/>
                  </a:cubicBezTo>
                  <a:cubicBezTo>
                    <a:pt x="10588" y="18181"/>
                    <a:pt x="10588" y="19393"/>
                    <a:pt x="10588" y="19393"/>
                  </a:cubicBezTo>
                  <a:cubicBezTo>
                    <a:pt x="10588" y="19393"/>
                    <a:pt x="11092" y="20000"/>
                    <a:pt x="11092" y="20000"/>
                  </a:cubicBezTo>
                  <a:cubicBezTo>
                    <a:pt x="11092" y="20000"/>
                    <a:pt x="11092" y="20606"/>
                    <a:pt x="11092" y="20606"/>
                  </a:cubicBezTo>
                  <a:cubicBezTo>
                    <a:pt x="11092" y="20606"/>
                    <a:pt x="11596" y="21212"/>
                    <a:pt x="11596" y="21212"/>
                  </a:cubicBezTo>
                  <a:cubicBezTo>
                    <a:pt x="11596" y="21818"/>
                    <a:pt x="11596" y="21818"/>
                    <a:pt x="11596" y="21818"/>
                  </a:cubicBezTo>
                  <a:cubicBezTo>
                    <a:pt x="11596" y="21818"/>
                    <a:pt x="11596" y="21818"/>
                    <a:pt x="11596" y="21818"/>
                  </a:cubicBezTo>
                  <a:cubicBezTo>
                    <a:pt x="11092" y="21818"/>
                    <a:pt x="11596" y="22424"/>
                    <a:pt x="11092" y="21818"/>
                  </a:cubicBezTo>
                  <a:cubicBezTo>
                    <a:pt x="10588" y="21212"/>
                    <a:pt x="10588" y="21818"/>
                    <a:pt x="10084" y="21212"/>
                  </a:cubicBezTo>
                  <a:cubicBezTo>
                    <a:pt x="10084" y="20000"/>
                    <a:pt x="10084" y="20000"/>
                    <a:pt x="10084" y="20000"/>
                  </a:cubicBezTo>
                  <a:cubicBezTo>
                    <a:pt x="10084" y="20000"/>
                    <a:pt x="10588" y="19393"/>
                    <a:pt x="9579" y="18787"/>
                  </a:cubicBezTo>
                  <a:cubicBezTo>
                    <a:pt x="9075" y="17575"/>
                    <a:pt x="9075" y="16969"/>
                    <a:pt x="9075" y="16969"/>
                  </a:cubicBezTo>
                  <a:cubicBezTo>
                    <a:pt x="9075" y="16969"/>
                    <a:pt x="8571" y="16363"/>
                    <a:pt x="8067" y="16363"/>
                  </a:cubicBezTo>
                  <a:cubicBezTo>
                    <a:pt x="8067" y="16969"/>
                    <a:pt x="8067" y="16969"/>
                    <a:pt x="7563" y="16969"/>
                  </a:cubicBezTo>
                  <a:cubicBezTo>
                    <a:pt x="7058" y="17575"/>
                    <a:pt x="7058" y="17575"/>
                    <a:pt x="6554" y="17575"/>
                  </a:cubicBezTo>
                  <a:cubicBezTo>
                    <a:pt x="6554" y="17575"/>
                    <a:pt x="5546" y="17575"/>
                    <a:pt x="5546" y="17575"/>
                  </a:cubicBezTo>
                  <a:cubicBezTo>
                    <a:pt x="5546" y="17575"/>
                    <a:pt x="5546" y="17575"/>
                    <a:pt x="4537" y="18181"/>
                  </a:cubicBezTo>
                  <a:cubicBezTo>
                    <a:pt x="4033" y="19393"/>
                    <a:pt x="3529" y="19393"/>
                    <a:pt x="4033" y="19393"/>
                  </a:cubicBezTo>
                  <a:cubicBezTo>
                    <a:pt x="4537" y="20000"/>
                    <a:pt x="5546" y="20000"/>
                    <a:pt x="5546" y="20000"/>
                  </a:cubicBezTo>
                  <a:cubicBezTo>
                    <a:pt x="5546" y="20000"/>
                    <a:pt x="6050" y="20000"/>
                    <a:pt x="6554" y="20606"/>
                  </a:cubicBezTo>
                  <a:cubicBezTo>
                    <a:pt x="7058" y="20606"/>
                    <a:pt x="8067" y="21818"/>
                    <a:pt x="8067" y="21818"/>
                  </a:cubicBezTo>
                  <a:cubicBezTo>
                    <a:pt x="9075" y="23636"/>
                    <a:pt x="9075" y="23636"/>
                    <a:pt x="9075" y="23636"/>
                  </a:cubicBezTo>
                  <a:cubicBezTo>
                    <a:pt x="9075" y="23636"/>
                    <a:pt x="9075" y="24242"/>
                    <a:pt x="9075" y="24242"/>
                  </a:cubicBezTo>
                  <a:cubicBezTo>
                    <a:pt x="9075" y="24242"/>
                    <a:pt x="9075" y="24242"/>
                    <a:pt x="9075" y="24848"/>
                  </a:cubicBezTo>
                  <a:cubicBezTo>
                    <a:pt x="9075" y="24848"/>
                    <a:pt x="9075" y="25454"/>
                    <a:pt x="9075" y="25454"/>
                  </a:cubicBezTo>
                  <a:cubicBezTo>
                    <a:pt x="9075" y="25454"/>
                    <a:pt x="9579" y="26060"/>
                    <a:pt x="10084" y="26666"/>
                  </a:cubicBezTo>
                  <a:cubicBezTo>
                    <a:pt x="10588" y="26666"/>
                    <a:pt x="10588" y="26666"/>
                    <a:pt x="11092" y="26666"/>
                  </a:cubicBezTo>
                  <a:cubicBezTo>
                    <a:pt x="11596" y="26666"/>
                    <a:pt x="11092" y="26666"/>
                    <a:pt x="11596" y="26666"/>
                  </a:cubicBezTo>
                  <a:cubicBezTo>
                    <a:pt x="12605" y="26060"/>
                    <a:pt x="12605" y="26060"/>
                    <a:pt x="12605" y="26060"/>
                  </a:cubicBezTo>
                  <a:cubicBezTo>
                    <a:pt x="12605" y="26060"/>
                    <a:pt x="12605" y="26060"/>
                    <a:pt x="13109" y="26060"/>
                  </a:cubicBezTo>
                  <a:cubicBezTo>
                    <a:pt x="14117" y="26060"/>
                    <a:pt x="13613" y="26666"/>
                    <a:pt x="14117" y="26666"/>
                  </a:cubicBezTo>
                  <a:cubicBezTo>
                    <a:pt x="14117" y="26060"/>
                    <a:pt x="15126" y="26060"/>
                    <a:pt x="15126" y="26060"/>
                  </a:cubicBezTo>
                  <a:cubicBezTo>
                    <a:pt x="15630" y="26060"/>
                    <a:pt x="15630" y="25454"/>
                    <a:pt x="16134" y="26060"/>
                  </a:cubicBezTo>
                  <a:cubicBezTo>
                    <a:pt x="16134" y="26666"/>
                    <a:pt x="16134" y="26666"/>
                    <a:pt x="16134" y="27272"/>
                  </a:cubicBezTo>
                  <a:cubicBezTo>
                    <a:pt x="16638" y="27272"/>
                    <a:pt x="17142" y="27878"/>
                    <a:pt x="17142" y="27878"/>
                  </a:cubicBezTo>
                  <a:cubicBezTo>
                    <a:pt x="18151" y="27878"/>
                    <a:pt x="18151" y="27878"/>
                    <a:pt x="18151" y="27878"/>
                  </a:cubicBezTo>
                  <a:cubicBezTo>
                    <a:pt x="18151" y="27878"/>
                    <a:pt x="18151" y="27272"/>
                    <a:pt x="18655" y="27272"/>
                  </a:cubicBezTo>
                  <a:cubicBezTo>
                    <a:pt x="18655" y="26666"/>
                    <a:pt x="19159" y="26060"/>
                    <a:pt x="19159" y="26060"/>
                  </a:cubicBezTo>
                  <a:cubicBezTo>
                    <a:pt x="19159" y="26060"/>
                    <a:pt x="18655" y="26060"/>
                    <a:pt x="19159" y="26666"/>
                  </a:cubicBezTo>
                  <a:cubicBezTo>
                    <a:pt x="19663" y="26666"/>
                    <a:pt x="19663" y="26666"/>
                    <a:pt x="20168" y="27272"/>
                  </a:cubicBezTo>
                  <a:cubicBezTo>
                    <a:pt x="20168" y="27272"/>
                    <a:pt x="21176" y="26666"/>
                    <a:pt x="21176" y="26666"/>
                  </a:cubicBezTo>
                  <a:cubicBezTo>
                    <a:pt x="21680" y="26666"/>
                    <a:pt x="21680" y="26666"/>
                    <a:pt x="21680" y="26666"/>
                  </a:cubicBezTo>
                  <a:cubicBezTo>
                    <a:pt x="21680" y="26666"/>
                    <a:pt x="21176" y="27272"/>
                    <a:pt x="21680" y="27272"/>
                  </a:cubicBezTo>
                  <a:cubicBezTo>
                    <a:pt x="21680" y="27272"/>
                    <a:pt x="21176" y="27272"/>
                    <a:pt x="21680" y="27272"/>
                  </a:cubicBezTo>
                  <a:cubicBezTo>
                    <a:pt x="22184" y="27272"/>
                    <a:pt x="22689" y="26666"/>
                    <a:pt x="22689" y="26666"/>
                  </a:cubicBezTo>
                  <a:cubicBezTo>
                    <a:pt x="22689" y="26666"/>
                    <a:pt x="22184" y="27272"/>
                    <a:pt x="22184" y="27878"/>
                  </a:cubicBezTo>
                  <a:cubicBezTo>
                    <a:pt x="22184" y="27878"/>
                    <a:pt x="22184" y="28484"/>
                    <a:pt x="22184" y="28484"/>
                  </a:cubicBezTo>
                  <a:cubicBezTo>
                    <a:pt x="22184" y="28484"/>
                    <a:pt x="22184" y="29090"/>
                    <a:pt x="22689" y="29696"/>
                  </a:cubicBezTo>
                  <a:cubicBezTo>
                    <a:pt x="23193" y="29696"/>
                    <a:pt x="23697" y="29696"/>
                    <a:pt x="23697" y="29696"/>
                  </a:cubicBezTo>
                  <a:cubicBezTo>
                    <a:pt x="23697" y="29696"/>
                    <a:pt x="24705" y="29696"/>
                    <a:pt x="24705" y="29696"/>
                  </a:cubicBezTo>
                  <a:cubicBezTo>
                    <a:pt x="24705" y="30303"/>
                    <a:pt x="24705" y="29696"/>
                    <a:pt x="24705" y="30303"/>
                  </a:cubicBezTo>
                  <a:cubicBezTo>
                    <a:pt x="24705" y="30303"/>
                    <a:pt x="25210" y="29696"/>
                    <a:pt x="25210" y="29696"/>
                  </a:cubicBezTo>
                  <a:cubicBezTo>
                    <a:pt x="25714" y="29696"/>
                    <a:pt x="26218" y="29696"/>
                    <a:pt x="26218" y="29696"/>
                  </a:cubicBezTo>
                  <a:cubicBezTo>
                    <a:pt x="26218" y="30303"/>
                    <a:pt x="25714" y="30909"/>
                    <a:pt x="25714" y="30909"/>
                  </a:cubicBezTo>
                  <a:cubicBezTo>
                    <a:pt x="25714" y="30909"/>
                    <a:pt x="25714" y="30909"/>
                    <a:pt x="25714" y="31515"/>
                  </a:cubicBezTo>
                  <a:cubicBezTo>
                    <a:pt x="25714" y="31515"/>
                    <a:pt x="26722" y="31515"/>
                    <a:pt x="26722" y="31515"/>
                  </a:cubicBezTo>
                  <a:cubicBezTo>
                    <a:pt x="26722" y="31515"/>
                    <a:pt x="26722" y="30909"/>
                    <a:pt x="27226" y="31515"/>
                  </a:cubicBezTo>
                  <a:cubicBezTo>
                    <a:pt x="27226" y="32121"/>
                    <a:pt x="27226" y="32121"/>
                    <a:pt x="27226" y="32121"/>
                  </a:cubicBezTo>
                  <a:cubicBezTo>
                    <a:pt x="26722" y="32121"/>
                    <a:pt x="26722" y="31515"/>
                    <a:pt x="26722" y="32727"/>
                  </a:cubicBezTo>
                  <a:cubicBezTo>
                    <a:pt x="26218" y="33333"/>
                    <a:pt x="26722" y="33939"/>
                    <a:pt x="26722" y="33939"/>
                  </a:cubicBezTo>
                  <a:cubicBezTo>
                    <a:pt x="27226" y="35151"/>
                    <a:pt x="27226" y="35151"/>
                    <a:pt x="27226" y="35151"/>
                  </a:cubicBezTo>
                  <a:cubicBezTo>
                    <a:pt x="27226" y="35151"/>
                    <a:pt x="27731" y="35151"/>
                    <a:pt x="28235" y="35151"/>
                  </a:cubicBezTo>
                  <a:cubicBezTo>
                    <a:pt x="28235" y="35151"/>
                    <a:pt x="28235" y="35151"/>
                    <a:pt x="28235" y="35151"/>
                  </a:cubicBezTo>
                  <a:cubicBezTo>
                    <a:pt x="28739" y="34545"/>
                    <a:pt x="28739" y="34545"/>
                    <a:pt x="29243" y="34545"/>
                  </a:cubicBezTo>
                  <a:cubicBezTo>
                    <a:pt x="29243" y="34545"/>
                    <a:pt x="29747" y="35151"/>
                    <a:pt x="29747" y="35151"/>
                  </a:cubicBezTo>
                  <a:cubicBezTo>
                    <a:pt x="29747" y="35757"/>
                    <a:pt x="29747" y="35757"/>
                    <a:pt x="29747" y="35757"/>
                  </a:cubicBezTo>
                  <a:cubicBezTo>
                    <a:pt x="29747" y="35757"/>
                    <a:pt x="29747" y="36363"/>
                    <a:pt x="29747" y="36363"/>
                  </a:cubicBezTo>
                  <a:cubicBezTo>
                    <a:pt x="30252" y="36969"/>
                    <a:pt x="30756" y="36969"/>
                    <a:pt x="30756" y="36969"/>
                  </a:cubicBezTo>
                  <a:cubicBezTo>
                    <a:pt x="30756" y="36969"/>
                    <a:pt x="30756" y="36969"/>
                    <a:pt x="30756" y="37575"/>
                  </a:cubicBezTo>
                  <a:cubicBezTo>
                    <a:pt x="31260" y="38181"/>
                    <a:pt x="32268" y="38787"/>
                    <a:pt x="32268" y="38787"/>
                  </a:cubicBezTo>
                  <a:cubicBezTo>
                    <a:pt x="32268" y="38787"/>
                    <a:pt x="30756" y="38181"/>
                    <a:pt x="30756" y="38181"/>
                  </a:cubicBezTo>
                  <a:cubicBezTo>
                    <a:pt x="30252" y="38181"/>
                    <a:pt x="29243" y="38181"/>
                    <a:pt x="29243" y="38181"/>
                  </a:cubicBezTo>
                  <a:cubicBezTo>
                    <a:pt x="28739" y="38181"/>
                    <a:pt x="27731" y="38181"/>
                    <a:pt x="27731" y="38181"/>
                  </a:cubicBezTo>
                  <a:cubicBezTo>
                    <a:pt x="26218" y="38787"/>
                    <a:pt x="26218" y="38787"/>
                    <a:pt x="26218" y="38787"/>
                  </a:cubicBezTo>
                  <a:cubicBezTo>
                    <a:pt x="26218" y="38787"/>
                    <a:pt x="25210" y="39393"/>
                    <a:pt x="24705" y="39393"/>
                  </a:cubicBezTo>
                  <a:cubicBezTo>
                    <a:pt x="24705" y="39393"/>
                    <a:pt x="24201" y="39393"/>
                    <a:pt x="23697" y="39393"/>
                  </a:cubicBezTo>
                  <a:cubicBezTo>
                    <a:pt x="23697" y="40000"/>
                    <a:pt x="23193" y="40000"/>
                    <a:pt x="22689" y="40000"/>
                  </a:cubicBezTo>
                  <a:cubicBezTo>
                    <a:pt x="22689" y="40000"/>
                    <a:pt x="21680" y="40000"/>
                    <a:pt x="21176" y="40000"/>
                  </a:cubicBezTo>
                  <a:cubicBezTo>
                    <a:pt x="21176" y="40000"/>
                    <a:pt x="20672" y="40000"/>
                    <a:pt x="20672" y="40000"/>
                  </a:cubicBezTo>
                  <a:cubicBezTo>
                    <a:pt x="19159" y="40606"/>
                    <a:pt x="19159" y="40606"/>
                    <a:pt x="19159" y="40606"/>
                  </a:cubicBezTo>
                  <a:cubicBezTo>
                    <a:pt x="19663" y="41212"/>
                    <a:pt x="19663" y="41212"/>
                    <a:pt x="19663" y="41212"/>
                  </a:cubicBezTo>
                  <a:cubicBezTo>
                    <a:pt x="20672" y="41818"/>
                    <a:pt x="20672" y="41818"/>
                    <a:pt x="20672" y="41818"/>
                  </a:cubicBezTo>
                  <a:cubicBezTo>
                    <a:pt x="20672" y="41818"/>
                    <a:pt x="20672" y="41818"/>
                    <a:pt x="20672" y="41818"/>
                  </a:cubicBezTo>
                  <a:cubicBezTo>
                    <a:pt x="21176" y="41818"/>
                    <a:pt x="21680" y="42424"/>
                    <a:pt x="21680" y="42424"/>
                  </a:cubicBezTo>
                  <a:cubicBezTo>
                    <a:pt x="21680" y="42424"/>
                    <a:pt x="22184" y="43030"/>
                    <a:pt x="22689" y="43636"/>
                  </a:cubicBezTo>
                  <a:cubicBezTo>
                    <a:pt x="22689" y="43636"/>
                    <a:pt x="23193" y="44242"/>
                    <a:pt x="23193" y="44242"/>
                  </a:cubicBezTo>
                  <a:lnTo>
                    <a:pt x="24201" y="44848"/>
                  </a:lnTo>
                  <a:close/>
                </a:path>
              </a:pathLst>
            </a:custGeom>
            <a:solidFill>
              <a:srgbClr val="00B05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6" name="Shape 2043">
              <a:extLst>
                <a:ext uri="{FF2B5EF4-FFF2-40B4-BE49-F238E27FC236}">
                  <a16:creationId xmlns:a16="http://schemas.microsoft.com/office/drawing/2014/main" id="{D4240978-166D-494E-BA92-E85E5559EF99}"/>
                </a:ext>
              </a:extLst>
            </p:cNvPr>
            <p:cNvSpPr/>
            <p:nvPr/>
          </p:nvSpPr>
          <p:spPr>
            <a:xfrm>
              <a:off x="5322812" y="2251718"/>
              <a:ext cx="802583" cy="653100"/>
            </a:xfrm>
            <a:custGeom>
              <a:avLst/>
              <a:gdLst/>
              <a:ahLst/>
              <a:cxnLst/>
              <a:rect l="0" t="0" r="0" b="0"/>
              <a:pathLst>
                <a:path w="120000" h="120000" extrusionOk="0">
                  <a:moveTo>
                    <a:pt x="52840" y="9355"/>
                  </a:moveTo>
                  <a:cubicBezTo>
                    <a:pt x="53522" y="9355"/>
                    <a:pt x="56590" y="6508"/>
                    <a:pt x="56590" y="6508"/>
                  </a:cubicBezTo>
                  <a:cubicBezTo>
                    <a:pt x="56590" y="6508"/>
                    <a:pt x="58295" y="7322"/>
                    <a:pt x="59318" y="6915"/>
                  </a:cubicBezTo>
                  <a:cubicBezTo>
                    <a:pt x="60340" y="6915"/>
                    <a:pt x="63750" y="6508"/>
                    <a:pt x="63750" y="6508"/>
                  </a:cubicBezTo>
                  <a:cubicBezTo>
                    <a:pt x="63750" y="6508"/>
                    <a:pt x="65454" y="6508"/>
                    <a:pt x="66136" y="6508"/>
                  </a:cubicBezTo>
                  <a:cubicBezTo>
                    <a:pt x="66818" y="6508"/>
                    <a:pt x="69886" y="6101"/>
                    <a:pt x="70568" y="6101"/>
                  </a:cubicBezTo>
                  <a:cubicBezTo>
                    <a:pt x="71250" y="6101"/>
                    <a:pt x="73295" y="5694"/>
                    <a:pt x="73636" y="5288"/>
                  </a:cubicBezTo>
                  <a:cubicBezTo>
                    <a:pt x="74318" y="5288"/>
                    <a:pt x="78409" y="4881"/>
                    <a:pt x="78750" y="4881"/>
                  </a:cubicBezTo>
                  <a:cubicBezTo>
                    <a:pt x="79431" y="4881"/>
                    <a:pt x="85909" y="4067"/>
                    <a:pt x="85909" y="4067"/>
                  </a:cubicBezTo>
                  <a:cubicBezTo>
                    <a:pt x="88636" y="2033"/>
                    <a:pt x="88636" y="2033"/>
                    <a:pt x="88636" y="2033"/>
                  </a:cubicBezTo>
                  <a:cubicBezTo>
                    <a:pt x="91704" y="1220"/>
                    <a:pt x="91704" y="1220"/>
                    <a:pt x="91704" y="1220"/>
                  </a:cubicBezTo>
                  <a:cubicBezTo>
                    <a:pt x="91704" y="1220"/>
                    <a:pt x="92727" y="0"/>
                    <a:pt x="92727" y="406"/>
                  </a:cubicBezTo>
                  <a:cubicBezTo>
                    <a:pt x="93068" y="1220"/>
                    <a:pt x="93750" y="2440"/>
                    <a:pt x="93750" y="2440"/>
                  </a:cubicBezTo>
                  <a:cubicBezTo>
                    <a:pt x="93750" y="2440"/>
                    <a:pt x="97500" y="2440"/>
                    <a:pt x="97500" y="2440"/>
                  </a:cubicBezTo>
                  <a:cubicBezTo>
                    <a:pt x="97500" y="2847"/>
                    <a:pt x="98522" y="5288"/>
                    <a:pt x="98522" y="5288"/>
                  </a:cubicBezTo>
                  <a:cubicBezTo>
                    <a:pt x="99545" y="6508"/>
                    <a:pt x="99545" y="6508"/>
                    <a:pt x="99545" y="6508"/>
                  </a:cubicBezTo>
                  <a:cubicBezTo>
                    <a:pt x="99545" y="6508"/>
                    <a:pt x="99886" y="8542"/>
                    <a:pt x="99886" y="9762"/>
                  </a:cubicBezTo>
                  <a:cubicBezTo>
                    <a:pt x="100227" y="10576"/>
                    <a:pt x="102613" y="15457"/>
                    <a:pt x="102613" y="15457"/>
                  </a:cubicBezTo>
                  <a:cubicBezTo>
                    <a:pt x="104318" y="19932"/>
                    <a:pt x="104318" y="19932"/>
                    <a:pt x="104318" y="19932"/>
                  </a:cubicBezTo>
                  <a:cubicBezTo>
                    <a:pt x="107045" y="24406"/>
                    <a:pt x="107045" y="24406"/>
                    <a:pt x="107045" y="24406"/>
                  </a:cubicBezTo>
                  <a:cubicBezTo>
                    <a:pt x="107386" y="27661"/>
                    <a:pt x="107386" y="27661"/>
                    <a:pt x="107386" y="27661"/>
                  </a:cubicBezTo>
                  <a:cubicBezTo>
                    <a:pt x="107386" y="27661"/>
                    <a:pt x="108409" y="28881"/>
                    <a:pt x="108409" y="29694"/>
                  </a:cubicBezTo>
                  <a:cubicBezTo>
                    <a:pt x="108409" y="30101"/>
                    <a:pt x="108409" y="31322"/>
                    <a:pt x="108409" y="31728"/>
                  </a:cubicBezTo>
                  <a:cubicBezTo>
                    <a:pt x="108750" y="31728"/>
                    <a:pt x="109090" y="33762"/>
                    <a:pt x="108750" y="33762"/>
                  </a:cubicBezTo>
                  <a:cubicBezTo>
                    <a:pt x="108409" y="34169"/>
                    <a:pt x="107045" y="36610"/>
                    <a:pt x="107045" y="36610"/>
                  </a:cubicBezTo>
                  <a:cubicBezTo>
                    <a:pt x="105681" y="37423"/>
                    <a:pt x="105681" y="37423"/>
                    <a:pt x="105681" y="37423"/>
                  </a:cubicBezTo>
                  <a:cubicBezTo>
                    <a:pt x="103977" y="40271"/>
                    <a:pt x="103977" y="40271"/>
                    <a:pt x="103977" y="40271"/>
                  </a:cubicBezTo>
                  <a:cubicBezTo>
                    <a:pt x="102954" y="43932"/>
                    <a:pt x="102954" y="43932"/>
                    <a:pt x="102954" y="43932"/>
                  </a:cubicBezTo>
                  <a:cubicBezTo>
                    <a:pt x="102613" y="45152"/>
                    <a:pt x="102613" y="45152"/>
                    <a:pt x="102613" y="45152"/>
                  </a:cubicBezTo>
                  <a:cubicBezTo>
                    <a:pt x="102613" y="45152"/>
                    <a:pt x="102954" y="46372"/>
                    <a:pt x="103295" y="46372"/>
                  </a:cubicBezTo>
                  <a:cubicBezTo>
                    <a:pt x="103977" y="46372"/>
                    <a:pt x="106363" y="46779"/>
                    <a:pt x="106363" y="46779"/>
                  </a:cubicBezTo>
                  <a:cubicBezTo>
                    <a:pt x="108409" y="48406"/>
                    <a:pt x="108409" y="48406"/>
                    <a:pt x="108409" y="48406"/>
                  </a:cubicBezTo>
                  <a:cubicBezTo>
                    <a:pt x="108409" y="50033"/>
                    <a:pt x="108409" y="50033"/>
                    <a:pt x="108409" y="50033"/>
                  </a:cubicBezTo>
                  <a:cubicBezTo>
                    <a:pt x="108409" y="50033"/>
                    <a:pt x="108750" y="53288"/>
                    <a:pt x="108750" y="53694"/>
                  </a:cubicBezTo>
                  <a:cubicBezTo>
                    <a:pt x="108750" y="53694"/>
                    <a:pt x="108409" y="56542"/>
                    <a:pt x="108409" y="56542"/>
                  </a:cubicBezTo>
                  <a:cubicBezTo>
                    <a:pt x="108409" y="56542"/>
                    <a:pt x="109090" y="58169"/>
                    <a:pt x="109090" y="58576"/>
                  </a:cubicBezTo>
                  <a:cubicBezTo>
                    <a:pt x="109431" y="58983"/>
                    <a:pt x="110113" y="59796"/>
                    <a:pt x="110113" y="60203"/>
                  </a:cubicBezTo>
                  <a:cubicBezTo>
                    <a:pt x="110454" y="60203"/>
                    <a:pt x="110454" y="60610"/>
                    <a:pt x="110454" y="60610"/>
                  </a:cubicBezTo>
                  <a:cubicBezTo>
                    <a:pt x="111136" y="62644"/>
                    <a:pt x="111136" y="62644"/>
                    <a:pt x="111136" y="62644"/>
                  </a:cubicBezTo>
                  <a:cubicBezTo>
                    <a:pt x="111136" y="64271"/>
                    <a:pt x="111136" y="64271"/>
                    <a:pt x="111136" y="64271"/>
                  </a:cubicBezTo>
                  <a:cubicBezTo>
                    <a:pt x="111136" y="64271"/>
                    <a:pt x="111136" y="65491"/>
                    <a:pt x="111818" y="65491"/>
                  </a:cubicBezTo>
                  <a:cubicBezTo>
                    <a:pt x="112500" y="65491"/>
                    <a:pt x="112840" y="65898"/>
                    <a:pt x="112840" y="66711"/>
                  </a:cubicBezTo>
                  <a:cubicBezTo>
                    <a:pt x="112840" y="67525"/>
                    <a:pt x="114545" y="68338"/>
                    <a:pt x="114545" y="68338"/>
                  </a:cubicBezTo>
                  <a:cubicBezTo>
                    <a:pt x="114545" y="68338"/>
                    <a:pt x="114545" y="69966"/>
                    <a:pt x="114886" y="70372"/>
                  </a:cubicBezTo>
                  <a:cubicBezTo>
                    <a:pt x="115568" y="70779"/>
                    <a:pt x="116250" y="71186"/>
                    <a:pt x="117272" y="71186"/>
                  </a:cubicBezTo>
                  <a:cubicBezTo>
                    <a:pt x="118295" y="71593"/>
                    <a:pt x="117954" y="73220"/>
                    <a:pt x="118636" y="73627"/>
                  </a:cubicBezTo>
                  <a:cubicBezTo>
                    <a:pt x="119318" y="74033"/>
                    <a:pt x="120000" y="74847"/>
                    <a:pt x="119318" y="74847"/>
                  </a:cubicBezTo>
                  <a:cubicBezTo>
                    <a:pt x="118977" y="75254"/>
                    <a:pt x="117954" y="75254"/>
                    <a:pt x="117954" y="75254"/>
                  </a:cubicBezTo>
                  <a:cubicBezTo>
                    <a:pt x="117954" y="75254"/>
                    <a:pt x="117613" y="75661"/>
                    <a:pt x="117613" y="76474"/>
                  </a:cubicBezTo>
                  <a:cubicBezTo>
                    <a:pt x="117954" y="76881"/>
                    <a:pt x="117954" y="76881"/>
                    <a:pt x="117954" y="76881"/>
                  </a:cubicBezTo>
                  <a:cubicBezTo>
                    <a:pt x="119318" y="78915"/>
                    <a:pt x="119318" y="78915"/>
                    <a:pt x="119318" y="78915"/>
                  </a:cubicBezTo>
                  <a:cubicBezTo>
                    <a:pt x="119318" y="81355"/>
                    <a:pt x="119318" y="81355"/>
                    <a:pt x="119318" y="81355"/>
                  </a:cubicBezTo>
                  <a:cubicBezTo>
                    <a:pt x="119318" y="81355"/>
                    <a:pt x="119318" y="82169"/>
                    <a:pt x="119318" y="82983"/>
                  </a:cubicBezTo>
                  <a:cubicBezTo>
                    <a:pt x="119318" y="83389"/>
                    <a:pt x="118977" y="84203"/>
                    <a:pt x="118295" y="84203"/>
                  </a:cubicBezTo>
                  <a:cubicBezTo>
                    <a:pt x="117613" y="84203"/>
                    <a:pt x="117613" y="85423"/>
                    <a:pt x="117272" y="85423"/>
                  </a:cubicBezTo>
                  <a:cubicBezTo>
                    <a:pt x="116931" y="85830"/>
                    <a:pt x="116250" y="84610"/>
                    <a:pt x="115909" y="85830"/>
                  </a:cubicBezTo>
                  <a:cubicBezTo>
                    <a:pt x="115568" y="87457"/>
                    <a:pt x="114886" y="88677"/>
                    <a:pt x="114886" y="89084"/>
                  </a:cubicBezTo>
                  <a:cubicBezTo>
                    <a:pt x="114545" y="89491"/>
                    <a:pt x="113522" y="89898"/>
                    <a:pt x="113522" y="90711"/>
                  </a:cubicBezTo>
                  <a:cubicBezTo>
                    <a:pt x="113181" y="91525"/>
                    <a:pt x="113181" y="90711"/>
                    <a:pt x="112500" y="92745"/>
                  </a:cubicBezTo>
                  <a:cubicBezTo>
                    <a:pt x="111818" y="94779"/>
                    <a:pt x="111477" y="95593"/>
                    <a:pt x="111477" y="95593"/>
                  </a:cubicBezTo>
                  <a:cubicBezTo>
                    <a:pt x="108409" y="100474"/>
                    <a:pt x="108409" y="100474"/>
                    <a:pt x="108409" y="100474"/>
                  </a:cubicBezTo>
                  <a:cubicBezTo>
                    <a:pt x="108409" y="100474"/>
                    <a:pt x="106704" y="103728"/>
                    <a:pt x="106704" y="104135"/>
                  </a:cubicBezTo>
                  <a:cubicBezTo>
                    <a:pt x="106704" y="104542"/>
                    <a:pt x="106704" y="106169"/>
                    <a:pt x="106704" y="106169"/>
                  </a:cubicBezTo>
                  <a:cubicBezTo>
                    <a:pt x="108068" y="107796"/>
                    <a:pt x="108068" y="107796"/>
                    <a:pt x="108068" y="107796"/>
                  </a:cubicBezTo>
                  <a:cubicBezTo>
                    <a:pt x="108068" y="109423"/>
                    <a:pt x="108068" y="109423"/>
                    <a:pt x="108068" y="109423"/>
                  </a:cubicBezTo>
                  <a:cubicBezTo>
                    <a:pt x="108068" y="109423"/>
                    <a:pt x="108068" y="110644"/>
                    <a:pt x="108409" y="111050"/>
                  </a:cubicBezTo>
                  <a:cubicBezTo>
                    <a:pt x="108750" y="111050"/>
                    <a:pt x="108750" y="111050"/>
                    <a:pt x="108750" y="111050"/>
                  </a:cubicBezTo>
                  <a:cubicBezTo>
                    <a:pt x="108409" y="112271"/>
                    <a:pt x="108409" y="112271"/>
                    <a:pt x="108409" y="112271"/>
                  </a:cubicBezTo>
                  <a:cubicBezTo>
                    <a:pt x="108409" y="112271"/>
                    <a:pt x="108750" y="113491"/>
                    <a:pt x="109090" y="113491"/>
                  </a:cubicBezTo>
                  <a:cubicBezTo>
                    <a:pt x="109090" y="113491"/>
                    <a:pt x="109772" y="113898"/>
                    <a:pt x="109772" y="113898"/>
                  </a:cubicBezTo>
                  <a:cubicBezTo>
                    <a:pt x="109772" y="113898"/>
                    <a:pt x="110454" y="114711"/>
                    <a:pt x="110454" y="114711"/>
                  </a:cubicBezTo>
                  <a:cubicBezTo>
                    <a:pt x="110795" y="115118"/>
                    <a:pt x="110454" y="115932"/>
                    <a:pt x="110454" y="115932"/>
                  </a:cubicBezTo>
                  <a:cubicBezTo>
                    <a:pt x="110454" y="115932"/>
                    <a:pt x="110454" y="116338"/>
                    <a:pt x="110113" y="116338"/>
                  </a:cubicBezTo>
                  <a:cubicBezTo>
                    <a:pt x="109772" y="116338"/>
                    <a:pt x="109772" y="116338"/>
                    <a:pt x="109090" y="116338"/>
                  </a:cubicBezTo>
                  <a:cubicBezTo>
                    <a:pt x="108750" y="115932"/>
                    <a:pt x="107727" y="115932"/>
                    <a:pt x="107386" y="115932"/>
                  </a:cubicBezTo>
                  <a:cubicBezTo>
                    <a:pt x="107045" y="115932"/>
                    <a:pt x="107045" y="115932"/>
                    <a:pt x="107045" y="115932"/>
                  </a:cubicBezTo>
                  <a:cubicBezTo>
                    <a:pt x="106704" y="115932"/>
                    <a:pt x="106704" y="115932"/>
                    <a:pt x="106363" y="116338"/>
                  </a:cubicBezTo>
                  <a:cubicBezTo>
                    <a:pt x="106363" y="115932"/>
                    <a:pt x="106363" y="115932"/>
                    <a:pt x="106363" y="115932"/>
                  </a:cubicBezTo>
                  <a:cubicBezTo>
                    <a:pt x="106363" y="115525"/>
                    <a:pt x="106363" y="115118"/>
                    <a:pt x="106363" y="115118"/>
                  </a:cubicBezTo>
                  <a:cubicBezTo>
                    <a:pt x="106363" y="115118"/>
                    <a:pt x="105340" y="115118"/>
                    <a:pt x="105340" y="115118"/>
                  </a:cubicBezTo>
                  <a:cubicBezTo>
                    <a:pt x="105000" y="115118"/>
                    <a:pt x="104659" y="115118"/>
                    <a:pt x="104659" y="115118"/>
                  </a:cubicBezTo>
                  <a:cubicBezTo>
                    <a:pt x="104659" y="115118"/>
                    <a:pt x="103977" y="114711"/>
                    <a:pt x="103977" y="114711"/>
                  </a:cubicBezTo>
                  <a:cubicBezTo>
                    <a:pt x="103977" y="114711"/>
                    <a:pt x="103636" y="114711"/>
                    <a:pt x="103636" y="114711"/>
                  </a:cubicBezTo>
                  <a:cubicBezTo>
                    <a:pt x="103636" y="114305"/>
                    <a:pt x="103295" y="114711"/>
                    <a:pt x="103295" y="114711"/>
                  </a:cubicBezTo>
                  <a:cubicBezTo>
                    <a:pt x="102954" y="114711"/>
                    <a:pt x="102954" y="114711"/>
                    <a:pt x="102954" y="114711"/>
                  </a:cubicBezTo>
                  <a:cubicBezTo>
                    <a:pt x="102272" y="114711"/>
                    <a:pt x="102272" y="114711"/>
                    <a:pt x="102272" y="114711"/>
                  </a:cubicBezTo>
                  <a:cubicBezTo>
                    <a:pt x="102272" y="114711"/>
                    <a:pt x="102272" y="114305"/>
                    <a:pt x="102272" y="114305"/>
                  </a:cubicBezTo>
                  <a:cubicBezTo>
                    <a:pt x="102272" y="113898"/>
                    <a:pt x="101931" y="114305"/>
                    <a:pt x="101931" y="114305"/>
                  </a:cubicBezTo>
                  <a:cubicBezTo>
                    <a:pt x="101931" y="114305"/>
                    <a:pt x="101250" y="114305"/>
                    <a:pt x="101250" y="114305"/>
                  </a:cubicBezTo>
                  <a:cubicBezTo>
                    <a:pt x="101250" y="113898"/>
                    <a:pt x="100909" y="113898"/>
                    <a:pt x="100909" y="113898"/>
                  </a:cubicBezTo>
                  <a:cubicBezTo>
                    <a:pt x="100909" y="113898"/>
                    <a:pt x="99886" y="113898"/>
                    <a:pt x="99545" y="113898"/>
                  </a:cubicBezTo>
                  <a:cubicBezTo>
                    <a:pt x="99545" y="113491"/>
                    <a:pt x="99545" y="113491"/>
                    <a:pt x="99545" y="113491"/>
                  </a:cubicBezTo>
                  <a:cubicBezTo>
                    <a:pt x="99545" y="113491"/>
                    <a:pt x="99545" y="113084"/>
                    <a:pt x="99545" y="112677"/>
                  </a:cubicBezTo>
                  <a:cubicBezTo>
                    <a:pt x="99545" y="112677"/>
                    <a:pt x="99204" y="112677"/>
                    <a:pt x="99204" y="112271"/>
                  </a:cubicBezTo>
                  <a:cubicBezTo>
                    <a:pt x="99204" y="112271"/>
                    <a:pt x="98863" y="111864"/>
                    <a:pt x="98863" y="111864"/>
                  </a:cubicBezTo>
                  <a:cubicBezTo>
                    <a:pt x="98863" y="111457"/>
                    <a:pt x="98522" y="111457"/>
                    <a:pt x="98522" y="111050"/>
                  </a:cubicBezTo>
                  <a:cubicBezTo>
                    <a:pt x="98522" y="111050"/>
                    <a:pt x="98181" y="111457"/>
                    <a:pt x="98181" y="111457"/>
                  </a:cubicBezTo>
                  <a:cubicBezTo>
                    <a:pt x="97840" y="111457"/>
                    <a:pt x="97500" y="111050"/>
                    <a:pt x="97500" y="111050"/>
                  </a:cubicBezTo>
                  <a:cubicBezTo>
                    <a:pt x="97159" y="110644"/>
                    <a:pt x="97159" y="110644"/>
                    <a:pt x="97159" y="110644"/>
                  </a:cubicBezTo>
                  <a:cubicBezTo>
                    <a:pt x="97159" y="110644"/>
                    <a:pt x="96818" y="110644"/>
                    <a:pt x="96477" y="110644"/>
                  </a:cubicBezTo>
                  <a:cubicBezTo>
                    <a:pt x="96477" y="110644"/>
                    <a:pt x="96477" y="111457"/>
                    <a:pt x="96477" y="111457"/>
                  </a:cubicBezTo>
                  <a:cubicBezTo>
                    <a:pt x="96477" y="111457"/>
                    <a:pt x="96136" y="111457"/>
                    <a:pt x="95795" y="111050"/>
                  </a:cubicBezTo>
                  <a:cubicBezTo>
                    <a:pt x="95795" y="111050"/>
                    <a:pt x="95454" y="110644"/>
                    <a:pt x="95113" y="110644"/>
                  </a:cubicBezTo>
                  <a:cubicBezTo>
                    <a:pt x="95113" y="110644"/>
                    <a:pt x="94772" y="110644"/>
                    <a:pt x="94431" y="110237"/>
                  </a:cubicBezTo>
                  <a:cubicBezTo>
                    <a:pt x="94431" y="110237"/>
                    <a:pt x="94090" y="110237"/>
                    <a:pt x="94090" y="110237"/>
                  </a:cubicBezTo>
                  <a:cubicBezTo>
                    <a:pt x="94090" y="110237"/>
                    <a:pt x="92727" y="110644"/>
                    <a:pt x="92727" y="110644"/>
                  </a:cubicBezTo>
                  <a:cubicBezTo>
                    <a:pt x="92727" y="110644"/>
                    <a:pt x="92727" y="111050"/>
                    <a:pt x="92386" y="111050"/>
                  </a:cubicBezTo>
                  <a:cubicBezTo>
                    <a:pt x="92386" y="111457"/>
                    <a:pt x="92045" y="111050"/>
                    <a:pt x="92045" y="111050"/>
                  </a:cubicBezTo>
                  <a:cubicBezTo>
                    <a:pt x="92045" y="111050"/>
                    <a:pt x="91704" y="111050"/>
                    <a:pt x="91363" y="111050"/>
                  </a:cubicBezTo>
                  <a:cubicBezTo>
                    <a:pt x="91363" y="111050"/>
                    <a:pt x="91022" y="111050"/>
                    <a:pt x="91022" y="111050"/>
                  </a:cubicBezTo>
                  <a:cubicBezTo>
                    <a:pt x="91022" y="111050"/>
                    <a:pt x="90681" y="110644"/>
                    <a:pt x="90340" y="110644"/>
                  </a:cubicBezTo>
                  <a:cubicBezTo>
                    <a:pt x="90340" y="110644"/>
                    <a:pt x="90000" y="110644"/>
                    <a:pt x="90000" y="110644"/>
                  </a:cubicBezTo>
                  <a:cubicBezTo>
                    <a:pt x="90000" y="110644"/>
                    <a:pt x="89659" y="111050"/>
                    <a:pt x="89659" y="111050"/>
                  </a:cubicBezTo>
                  <a:cubicBezTo>
                    <a:pt x="89318" y="111457"/>
                    <a:pt x="89318" y="111457"/>
                    <a:pt x="89318" y="111457"/>
                  </a:cubicBezTo>
                  <a:cubicBezTo>
                    <a:pt x="89318" y="111864"/>
                    <a:pt x="89318" y="111864"/>
                    <a:pt x="89318" y="111864"/>
                  </a:cubicBezTo>
                  <a:cubicBezTo>
                    <a:pt x="88636" y="111457"/>
                    <a:pt x="88636" y="111457"/>
                    <a:pt x="88636" y="111457"/>
                  </a:cubicBezTo>
                  <a:cubicBezTo>
                    <a:pt x="88636" y="111457"/>
                    <a:pt x="88295" y="111457"/>
                    <a:pt x="87954" y="111457"/>
                  </a:cubicBezTo>
                  <a:cubicBezTo>
                    <a:pt x="87272" y="111864"/>
                    <a:pt x="87613" y="112271"/>
                    <a:pt x="87613" y="112271"/>
                  </a:cubicBezTo>
                  <a:cubicBezTo>
                    <a:pt x="87954" y="112271"/>
                    <a:pt x="88295" y="113084"/>
                    <a:pt x="88295" y="113084"/>
                  </a:cubicBezTo>
                  <a:cubicBezTo>
                    <a:pt x="88295" y="113084"/>
                    <a:pt x="87272" y="113491"/>
                    <a:pt x="87272" y="113491"/>
                  </a:cubicBezTo>
                  <a:cubicBezTo>
                    <a:pt x="86931" y="113898"/>
                    <a:pt x="86931" y="113898"/>
                    <a:pt x="86931" y="114305"/>
                  </a:cubicBezTo>
                  <a:cubicBezTo>
                    <a:pt x="86931" y="114305"/>
                    <a:pt x="86590" y="114711"/>
                    <a:pt x="86590" y="115118"/>
                  </a:cubicBezTo>
                  <a:cubicBezTo>
                    <a:pt x="86590" y="115118"/>
                    <a:pt x="86250" y="114711"/>
                    <a:pt x="85909" y="114711"/>
                  </a:cubicBezTo>
                  <a:cubicBezTo>
                    <a:pt x="85568" y="114711"/>
                    <a:pt x="85568" y="114305"/>
                    <a:pt x="85568" y="114305"/>
                  </a:cubicBezTo>
                  <a:cubicBezTo>
                    <a:pt x="85227" y="114711"/>
                    <a:pt x="85227" y="114711"/>
                    <a:pt x="85227" y="114711"/>
                  </a:cubicBezTo>
                  <a:cubicBezTo>
                    <a:pt x="84886" y="114711"/>
                    <a:pt x="84886" y="114711"/>
                    <a:pt x="84886" y="114711"/>
                  </a:cubicBezTo>
                  <a:cubicBezTo>
                    <a:pt x="84886" y="114711"/>
                    <a:pt x="84545" y="114305"/>
                    <a:pt x="84545" y="113898"/>
                  </a:cubicBezTo>
                  <a:cubicBezTo>
                    <a:pt x="84545" y="113898"/>
                    <a:pt x="84545" y="113898"/>
                    <a:pt x="84545" y="113898"/>
                  </a:cubicBezTo>
                  <a:cubicBezTo>
                    <a:pt x="84204" y="113898"/>
                    <a:pt x="83863" y="113898"/>
                    <a:pt x="83863" y="113491"/>
                  </a:cubicBezTo>
                  <a:cubicBezTo>
                    <a:pt x="83522" y="112677"/>
                    <a:pt x="83522" y="112677"/>
                    <a:pt x="83522" y="112677"/>
                  </a:cubicBezTo>
                  <a:cubicBezTo>
                    <a:pt x="83522" y="112677"/>
                    <a:pt x="82840" y="113084"/>
                    <a:pt x="82840" y="113491"/>
                  </a:cubicBezTo>
                  <a:cubicBezTo>
                    <a:pt x="82500" y="113491"/>
                    <a:pt x="82840" y="113491"/>
                    <a:pt x="82500" y="113084"/>
                  </a:cubicBezTo>
                  <a:cubicBezTo>
                    <a:pt x="82159" y="113084"/>
                    <a:pt x="82159" y="113491"/>
                    <a:pt x="82159" y="113491"/>
                  </a:cubicBezTo>
                  <a:cubicBezTo>
                    <a:pt x="82159" y="113491"/>
                    <a:pt x="82159" y="113491"/>
                    <a:pt x="82159" y="113491"/>
                  </a:cubicBezTo>
                  <a:cubicBezTo>
                    <a:pt x="82159" y="113898"/>
                    <a:pt x="81818" y="113898"/>
                    <a:pt x="81818" y="113898"/>
                  </a:cubicBezTo>
                  <a:cubicBezTo>
                    <a:pt x="81818" y="114305"/>
                    <a:pt x="81477" y="113898"/>
                    <a:pt x="81477" y="113898"/>
                  </a:cubicBezTo>
                  <a:cubicBezTo>
                    <a:pt x="81136" y="113898"/>
                    <a:pt x="80795" y="113898"/>
                    <a:pt x="80795" y="113898"/>
                  </a:cubicBezTo>
                  <a:cubicBezTo>
                    <a:pt x="80795" y="113898"/>
                    <a:pt x="80795" y="113491"/>
                    <a:pt x="80795" y="113491"/>
                  </a:cubicBezTo>
                  <a:cubicBezTo>
                    <a:pt x="80113" y="113898"/>
                    <a:pt x="80113" y="113898"/>
                    <a:pt x="80113" y="113898"/>
                  </a:cubicBezTo>
                  <a:cubicBezTo>
                    <a:pt x="80113" y="113898"/>
                    <a:pt x="80113" y="114305"/>
                    <a:pt x="80113" y="114305"/>
                  </a:cubicBezTo>
                  <a:cubicBezTo>
                    <a:pt x="80113" y="114305"/>
                    <a:pt x="79772" y="114305"/>
                    <a:pt x="79431" y="114711"/>
                  </a:cubicBezTo>
                  <a:cubicBezTo>
                    <a:pt x="78750" y="114711"/>
                    <a:pt x="79090" y="114305"/>
                    <a:pt x="78750" y="114711"/>
                  </a:cubicBezTo>
                  <a:cubicBezTo>
                    <a:pt x="78750" y="114711"/>
                    <a:pt x="78750" y="114711"/>
                    <a:pt x="78750" y="115118"/>
                  </a:cubicBezTo>
                  <a:cubicBezTo>
                    <a:pt x="78750" y="115118"/>
                    <a:pt x="79090" y="115118"/>
                    <a:pt x="78750" y="115525"/>
                  </a:cubicBezTo>
                  <a:cubicBezTo>
                    <a:pt x="78409" y="115932"/>
                    <a:pt x="78409" y="115525"/>
                    <a:pt x="78409" y="115525"/>
                  </a:cubicBezTo>
                  <a:cubicBezTo>
                    <a:pt x="78068" y="115525"/>
                    <a:pt x="77727" y="115932"/>
                    <a:pt x="77727" y="115932"/>
                  </a:cubicBezTo>
                  <a:cubicBezTo>
                    <a:pt x="77727" y="115932"/>
                    <a:pt x="77727" y="116338"/>
                    <a:pt x="77727" y="116338"/>
                  </a:cubicBezTo>
                  <a:cubicBezTo>
                    <a:pt x="77727" y="116338"/>
                    <a:pt x="77386" y="116338"/>
                    <a:pt x="77045" y="116338"/>
                  </a:cubicBezTo>
                  <a:cubicBezTo>
                    <a:pt x="76704" y="116338"/>
                    <a:pt x="77045" y="116745"/>
                    <a:pt x="77045" y="116745"/>
                  </a:cubicBezTo>
                  <a:cubicBezTo>
                    <a:pt x="77045" y="116745"/>
                    <a:pt x="77045" y="117152"/>
                    <a:pt x="76704" y="117559"/>
                  </a:cubicBezTo>
                  <a:cubicBezTo>
                    <a:pt x="76704" y="117559"/>
                    <a:pt x="76704" y="117966"/>
                    <a:pt x="76704" y="118372"/>
                  </a:cubicBezTo>
                  <a:cubicBezTo>
                    <a:pt x="76704" y="118372"/>
                    <a:pt x="76704" y="118372"/>
                    <a:pt x="76704" y="119186"/>
                  </a:cubicBezTo>
                  <a:cubicBezTo>
                    <a:pt x="76704" y="119593"/>
                    <a:pt x="76704" y="119593"/>
                    <a:pt x="76704" y="119593"/>
                  </a:cubicBezTo>
                  <a:cubicBezTo>
                    <a:pt x="76704" y="119593"/>
                    <a:pt x="76363" y="119593"/>
                    <a:pt x="76363" y="119593"/>
                  </a:cubicBezTo>
                  <a:cubicBezTo>
                    <a:pt x="76363" y="119186"/>
                    <a:pt x="76022" y="119593"/>
                    <a:pt x="76022" y="119593"/>
                  </a:cubicBezTo>
                  <a:cubicBezTo>
                    <a:pt x="76022" y="119593"/>
                    <a:pt x="75681" y="119186"/>
                    <a:pt x="75681" y="118779"/>
                  </a:cubicBezTo>
                  <a:cubicBezTo>
                    <a:pt x="75681" y="118779"/>
                    <a:pt x="75340" y="118779"/>
                    <a:pt x="75340" y="118779"/>
                  </a:cubicBezTo>
                  <a:cubicBezTo>
                    <a:pt x="75340" y="118779"/>
                    <a:pt x="74659" y="119186"/>
                    <a:pt x="74659" y="119186"/>
                  </a:cubicBezTo>
                  <a:cubicBezTo>
                    <a:pt x="74659" y="119186"/>
                    <a:pt x="74659" y="119593"/>
                    <a:pt x="74659" y="119593"/>
                  </a:cubicBezTo>
                  <a:cubicBezTo>
                    <a:pt x="74318" y="119593"/>
                    <a:pt x="73636" y="120000"/>
                    <a:pt x="73636" y="120000"/>
                  </a:cubicBezTo>
                  <a:cubicBezTo>
                    <a:pt x="73636" y="120000"/>
                    <a:pt x="73295" y="120000"/>
                    <a:pt x="73295" y="120000"/>
                  </a:cubicBezTo>
                  <a:cubicBezTo>
                    <a:pt x="72954" y="119593"/>
                    <a:pt x="72954" y="119593"/>
                    <a:pt x="72954" y="119593"/>
                  </a:cubicBezTo>
                  <a:cubicBezTo>
                    <a:pt x="72954" y="119186"/>
                    <a:pt x="72954" y="119186"/>
                    <a:pt x="72954" y="119186"/>
                  </a:cubicBezTo>
                  <a:cubicBezTo>
                    <a:pt x="73636" y="118372"/>
                    <a:pt x="73636" y="118372"/>
                    <a:pt x="73636" y="118372"/>
                  </a:cubicBezTo>
                  <a:cubicBezTo>
                    <a:pt x="73295" y="117152"/>
                    <a:pt x="73295" y="117152"/>
                    <a:pt x="73295" y="117152"/>
                  </a:cubicBezTo>
                  <a:cubicBezTo>
                    <a:pt x="72613" y="116338"/>
                    <a:pt x="72613" y="116338"/>
                    <a:pt x="72613" y="116338"/>
                  </a:cubicBezTo>
                  <a:cubicBezTo>
                    <a:pt x="72613" y="115932"/>
                    <a:pt x="72613" y="115932"/>
                    <a:pt x="72613" y="115932"/>
                  </a:cubicBezTo>
                  <a:cubicBezTo>
                    <a:pt x="71590" y="115932"/>
                    <a:pt x="71590" y="115932"/>
                    <a:pt x="71590" y="115932"/>
                  </a:cubicBezTo>
                  <a:cubicBezTo>
                    <a:pt x="70909" y="115525"/>
                    <a:pt x="70909" y="115525"/>
                    <a:pt x="70909" y="115525"/>
                  </a:cubicBezTo>
                  <a:cubicBezTo>
                    <a:pt x="70568" y="115118"/>
                    <a:pt x="70568" y="115118"/>
                    <a:pt x="70568" y="115118"/>
                  </a:cubicBezTo>
                  <a:cubicBezTo>
                    <a:pt x="69545" y="114305"/>
                    <a:pt x="69545" y="114305"/>
                    <a:pt x="69545" y="114305"/>
                  </a:cubicBezTo>
                  <a:cubicBezTo>
                    <a:pt x="68863" y="111864"/>
                    <a:pt x="68863" y="111864"/>
                    <a:pt x="68863" y="111864"/>
                  </a:cubicBezTo>
                  <a:cubicBezTo>
                    <a:pt x="67840" y="111864"/>
                    <a:pt x="67840" y="111864"/>
                    <a:pt x="67840" y="111864"/>
                  </a:cubicBezTo>
                  <a:cubicBezTo>
                    <a:pt x="67840" y="111864"/>
                    <a:pt x="67159" y="112677"/>
                    <a:pt x="67159" y="113084"/>
                  </a:cubicBezTo>
                  <a:cubicBezTo>
                    <a:pt x="67159" y="113491"/>
                    <a:pt x="66477" y="113491"/>
                    <a:pt x="66477" y="113491"/>
                  </a:cubicBezTo>
                  <a:cubicBezTo>
                    <a:pt x="65795" y="114711"/>
                    <a:pt x="65795" y="114711"/>
                    <a:pt x="65795" y="114711"/>
                  </a:cubicBezTo>
                  <a:cubicBezTo>
                    <a:pt x="65795" y="114711"/>
                    <a:pt x="65795" y="116338"/>
                    <a:pt x="65795" y="116745"/>
                  </a:cubicBezTo>
                  <a:cubicBezTo>
                    <a:pt x="65795" y="117152"/>
                    <a:pt x="65113" y="116338"/>
                    <a:pt x="65113" y="116338"/>
                  </a:cubicBezTo>
                  <a:cubicBezTo>
                    <a:pt x="65113" y="116338"/>
                    <a:pt x="64431" y="116745"/>
                    <a:pt x="64090" y="117152"/>
                  </a:cubicBezTo>
                  <a:cubicBezTo>
                    <a:pt x="63750" y="117559"/>
                    <a:pt x="63068" y="117559"/>
                    <a:pt x="63068" y="117559"/>
                  </a:cubicBezTo>
                  <a:cubicBezTo>
                    <a:pt x="63068" y="117559"/>
                    <a:pt x="62727" y="116745"/>
                    <a:pt x="62386" y="116338"/>
                  </a:cubicBezTo>
                  <a:cubicBezTo>
                    <a:pt x="62386" y="116338"/>
                    <a:pt x="62386" y="115932"/>
                    <a:pt x="62386" y="115118"/>
                  </a:cubicBezTo>
                  <a:cubicBezTo>
                    <a:pt x="62386" y="114711"/>
                    <a:pt x="61704" y="115525"/>
                    <a:pt x="61704" y="115525"/>
                  </a:cubicBezTo>
                  <a:cubicBezTo>
                    <a:pt x="61704" y="115525"/>
                    <a:pt x="61704" y="115525"/>
                    <a:pt x="61704" y="115525"/>
                  </a:cubicBezTo>
                  <a:cubicBezTo>
                    <a:pt x="61704" y="115118"/>
                    <a:pt x="61704" y="115118"/>
                    <a:pt x="61704" y="115118"/>
                  </a:cubicBezTo>
                  <a:cubicBezTo>
                    <a:pt x="61363" y="114305"/>
                    <a:pt x="61022" y="113898"/>
                    <a:pt x="61022" y="113898"/>
                  </a:cubicBezTo>
                  <a:cubicBezTo>
                    <a:pt x="61022" y="113898"/>
                    <a:pt x="60681" y="113084"/>
                    <a:pt x="60681" y="112271"/>
                  </a:cubicBezTo>
                  <a:cubicBezTo>
                    <a:pt x="60681" y="111864"/>
                    <a:pt x="59318" y="111050"/>
                    <a:pt x="59318" y="111050"/>
                  </a:cubicBezTo>
                  <a:cubicBezTo>
                    <a:pt x="59318" y="111050"/>
                    <a:pt x="59659" y="111864"/>
                    <a:pt x="58977" y="111050"/>
                  </a:cubicBezTo>
                  <a:cubicBezTo>
                    <a:pt x="58295" y="109830"/>
                    <a:pt x="57613" y="109830"/>
                    <a:pt x="57613" y="109830"/>
                  </a:cubicBezTo>
                  <a:cubicBezTo>
                    <a:pt x="57272" y="106576"/>
                    <a:pt x="57272" y="106576"/>
                    <a:pt x="57272" y="106576"/>
                  </a:cubicBezTo>
                  <a:cubicBezTo>
                    <a:pt x="54545" y="107389"/>
                    <a:pt x="54545" y="107389"/>
                    <a:pt x="54545" y="107389"/>
                  </a:cubicBezTo>
                  <a:cubicBezTo>
                    <a:pt x="54545" y="107389"/>
                    <a:pt x="52840" y="106576"/>
                    <a:pt x="52500" y="106169"/>
                  </a:cubicBezTo>
                  <a:cubicBezTo>
                    <a:pt x="52159" y="105762"/>
                    <a:pt x="51136" y="105355"/>
                    <a:pt x="51136" y="105355"/>
                  </a:cubicBezTo>
                  <a:cubicBezTo>
                    <a:pt x="50113" y="106576"/>
                    <a:pt x="50113" y="106576"/>
                    <a:pt x="50113" y="106576"/>
                  </a:cubicBezTo>
                  <a:cubicBezTo>
                    <a:pt x="49090" y="106576"/>
                    <a:pt x="49090" y="106576"/>
                    <a:pt x="49090" y="106576"/>
                  </a:cubicBezTo>
                  <a:cubicBezTo>
                    <a:pt x="49090" y="106576"/>
                    <a:pt x="47727" y="106169"/>
                    <a:pt x="47386" y="105762"/>
                  </a:cubicBezTo>
                  <a:cubicBezTo>
                    <a:pt x="46704" y="104949"/>
                    <a:pt x="47045" y="104542"/>
                    <a:pt x="46704" y="104542"/>
                  </a:cubicBezTo>
                  <a:cubicBezTo>
                    <a:pt x="46022" y="104542"/>
                    <a:pt x="45681" y="103728"/>
                    <a:pt x="45681" y="103728"/>
                  </a:cubicBezTo>
                  <a:cubicBezTo>
                    <a:pt x="45681" y="103728"/>
                    <a:pt x="46363" y="102508"/>
                    <a:pt x="46704" y="102101"/>
                  </a:cubicBezTo>
                  <a:cubicBezTo>
                    <a:pt x="46704" y="101694"/>
                    <a:pt x="47386" y="102101"/>
                    <a:pt x="47045" y="100881"/>
                  </a:cubicBezTo>
                  <a:cubicBezTo>
                    <a:pt x="46363" y="100067"/>
                    <a:pt x="46022" y="99661"/>
                    <a:pt x="46022" y="99661"/>
                  </a:cubicBezTo>
                  <a:cubicBezTo>
                    <a:pt x="46022" y="99661"/>
                    <a:pt x="46022" y="100474"/>
                    <a:pt x="45340" y="100881"/>
                  </a:cubicBezTo>
                  <a:cubicBezTo>
                    <a:pt x="44659" y="100881"/>
                    <a:pt x="43636" y="101288"/>
                    <a:pt x="43636" y="101288"/>
                  </a:cubicBezTo>
                  <a:cubicBezTo>
                    <a:pt x="39886" y="99254"/>
                    <a:pt x="39886" y="99254"/>
                    <a:pt x="39886" y="99254"/>
                  </a:cubicBezTo>
                  <a:cubicBezTo>
                    <a:pt x="39886" y="99254"/>
                    <a:pt x="38863" y="98847"/>
                    <a:pt x="38522" y="98847"/>
                  </a:cubicBezTo>
                  <a:cubicBezTo>
                    <a:pt x="38181" y="99254"/>
                    <a:pt x="36818" y="98847"/>
                    <a:pt x="36818" y="98847"/>
                  </a:cubicBezTo>
                  <a:cubicBezTo>
                    <a:pt x="37500" y="100474"/>
                    <a:pt x="37500" y="100474"/>
                    <a:pt x="37500" y="100474"/>
                  </a:cubicBezTo>
                  <a:cubicBezTo>
                    <a:pt x="38181" y="102915"/>
                    <a:pt x="38181" y="102915"/>
                    <a:pt x="38181" y="102915"/>
                  </a:cubicBezTo>
                  <a:cubicBezTo>
                    <a:pt x="36136" y="103728"/>
                    <a:pt x="36136" y="103728"/>
                    <a:pt x="36136" y="103728"/>
                  </a:cubicBezTo>
                  <a:cubicBezTo>
                    <a:pt x="35795" y="105762"/>
                    <a:pt x="35795" y="105762"/>
                    <a:pt x="35795" y="105762"/>
                  </a:cubicBezTo>
                  <a:cubicBezTo>
                    <a:pt x="35795" y="105762"/>
                    <a:pt x="33750" y="107389"/>
                    <a:pt x="33750" y="106576"/>
                  </a:cubicBezTo>
                  <a:cubicBezTo>
                    <a:pt x="33409" y="106169"/>
                    <a:pt x="33068" y="104542"/>
                    <a:pt x="33068" y="104542"/>
                  </a:cubicBezTo>
                  <a:cubicBezTo>
                    <a:pt x="33068" y="104542"/>
                    <a:pt x="32727" y="103728"/>
                    <a:pt x="32386" y="103322"/>
                  </a:cubicBezTo>
                  <a:cubicBezTo>
                    <a:pt x="31704" y="102915"/>
                    <a:pt x="31363" y="102508"/>
                    <a:pt x="31363" y="102508"/>
                  </a:cubicBezTo>
                  <a:cubicBezTo>
                    <a:pt x="30340" y="102101"/>
                    <a:pt x="30340" y="102101"/>
                    <a:pt x="30340" y="102101"/>
                  </a:cubicBezTo>
                  <a:cubicBezTo>
                    <a:pt x="30340" y="102101"/>
                    <a:pt x="30000" y="100474"/>
                    <a:pt x="29659" y="100474"/>
                  </a:cubicBezTo>
                  <a:cubicBezTo>
                    <a:pt x="29318" y="100474"/>
                    <a:pt x="28977" y="100474"/>
                    <a:pt x="28977" y="100474"/>
                  </a:cubicBezTo>
                  <a:cubicBezTo>
                    <a:pt x="28977" y="99254"/>
                    <a:pt x="28977" y="99254"/>
                    <a:pt x="28977" y="99254"/>
                  </a:cubicBezTo>
                  <a:cubicBezTo>
                    <a:pt x="29659" y="98033"/>
                    <a:pt x="29659" y="98033"/>
                    <a:pt x="29659" y="98033"/>
                  </a:cubicBezTo>
                  <a:cubicBezTo>
                    <a:pt x="29659" y="98033"/>
                    <a:pt x="30000" y="98440"/>
                    <a:pt x="30000" y="96813"/>
                  </a:cubicBezTo>
                  <a:cubicBezTo>
                    <a:pt x="30340" y="94779"/>
                    <a:pt x="29318" y="94779"/>
                    <a:pt x="29318" y="94779"/>
                  </a:cubicBezTo>
                  <a:cubicBezTo>
                    <a:pt x="28295" y="95186"/>
                    <a:pt x="28295" y="95186"/>
                    <a:pt x="28295" y="95186"/>
                  </a:cubicBezTo>
                  <a:cubicBezTo>
                    <a:pt x="26931" y="96000"/>
                    <a:pt x="26931" y="96000"/>
                    <a:pt x="26931" y="96000"/>
                  </a:cubicBezTo>
                  <a:cubicBezTo>
                    <a:pt x="26250" y="96000"/>
                    <a:pt x="26250" y="96000"/>
                    <a:pt x="26250" y="96000"/>
                  </a:cubicBezTo>
                  <a:cubicBezTo>
                    <a:pt x="25909" y="96000"/>
                    <a:pt x="25227" y="94779"/>
                    <a:pt x="25227" y="94779"/>
                  </a:cubicBezTo>
                  <a:cubicBezTo>
                    <a:pt x="25227" y="94779"/>
                    <a:pt x="25909" y="93559"/>
                    <a:pt x="24886" y="94779"/>
                  </a:cubicBezTo>
                  <a:cubicBezTo>
                    <a:pt x="23863" y="96000"/>
                    <a:pt x="23181" y="94372"/>
                    <a:pt x="23181" y="94372"/>
                  </a:cubicBezTo>
                  <a:cubicBezTo>
                    <a:pt x="22840" y="93966"/>
                    <a:pt x="22840" y="93966"/>
                    <a:pt x="22840" y="93966"/>
                  </a:cubicBezTo>
                  <a:cubicBezTo>
                    <a:pt x="22840" y="93966"/>
                    <a:pt x="22840" y="93966"/>
                    <a:pt x="22500" y="93966"/>
                  </a:cubicBezTo>
                  <a:cubicBezTo>
                    <a:pt x="22159" y="94372"/>
                    <a:pt x="21136" y="94372"/>
                    <a:pt x="21136" y="93966"/>
                  </a:cubicBezTo>
                  <a:cubicBezTo>
                    <a:pt x="20795" y="93152"/>
                    <a:pt x="20113" y="92745"/>
                    <a:pt x="20113" y="92745"/>
                  </a:cubicBezTo>
                  <a:cubicBezTo>
                    <a:pt x="19090" y="93152"/>
                    <a:pt x="19090" y="93152"/>
                    <a:pt x="19090" y="93152"/>
                  </a:cubicBezTo>
                  <a:cubicBezTo>
                    <a:pt x="19090" y="93152"/>
                    <a:pt x="18409" y="93152"/>
                    <a:pt x="18068" y="93152"/>
                  </a:cubicBezTo>
                  <a:cubicBezTo>
                    <a:pt x="18068" y="92745"/>
                    <a:pt x="18068" y="92338"/>
                    <a:pt x="17386" y="91932"/>
                  </a:cubicBezTo>
                  <a:cubicBezTo>
                    <a:pt x="16704" y="91525"/>
                    <a:pt x="16363" y="90305"/>
                    <a:pt x="16363" y="90305"/>
                  </a:cubicBezTo>
                  <a:cubicBezTo>
                    <a:pt x="16363" y="90305"/>
                    <a:pt x="16704" y="89491"/>
                    <a:pt x="16022" y="89491"/>
                  </a:cubicBezTo>
                  <a:cubicBezTo>
                    <a:pt x="15681" y="89491"/>
                    <a:pt x="15000" y="89084"/>
                    <a:pt x="15000" y="89084"/>
                  </a:cubicBezTo>
                  <a:cubicBezTo>
                    <a:pt x="15000" y="89084"/>
                    <a:pt x="13977" y="88271"/>
                    <a:pt x="13977" y="88677"/>
                  </a:cubicBezTo>
                  <a:cubicBezTo>
                    <a:pt x="13636" y="89084"/>
                    <a:pt x="13636" y="89898"/>
                    <a:pt x="13636" y="90305"/>
                  </a:cubicBezTo>
                  <a:cubicBezTo>
                    <a:pt x="13636" y="90305"/>
                    <a:pt x="13977" y="91525"/>
                    <a:pt x="13977" y="91525"/>
                  </a:cubicBezTo>
                  <a:cubicBezTo>
                    <a:pt x="13977" y="91525"/>
                    <a:pt x="12613" y="92338"/>
                    <a:pt x="12272" y="92338"/>
                  </a:cubicBezTo>
                  <a:cubicBezTo>
                    <a:pt x="11931" y="92338"/>
                    <a:pt x="11590" y="92745"/>
                    <a:pt x="11590" y="91932"/>
                  </a:cubicBezTo>
                  <a:cubicBezTo>
                    <a:pt x="11590" y="91525"/>
                    <a:pt x="12272" y="89491"/>
                    <a:pt x="12272" y="89491"/>
                  </a:cubicBezTo>
                  <a:cubicBezTo>
                    <a:pt x="12613" y="89084"/>
                    <a:pt x="12954" y="88677"/>
                    <a:pt x="12954" y="88677"/>
                  </a:cubicBezTo>
                  <a:cubicBezTo>
                    <a:pt x="12954" y="88677"/>
                    <a:pt x="12613" y="87864"/>
                    <a:pt x="12613" y="87457"/>
                  </a:cubicBezTo>
                  <a:cubicBezTo>
                    <a:pt x="12613" y="87050"/>
                    <a:pt x="12272" y="87050"/>
                    <a:pt x="12954" y="85830"/>
                  </a:cubicBezTo>
                  <a:cubicBezTo>
                    <a:pt x="13977" y="84610"/>
                    <a:pt x="13977" y="83796"/>
                    <a:pt x="13977" y="83796"/>
                  </a:cubicBezTo>
                  <a:cubicBezTo>
                    <a:pt x="13977" y="83796"/>
                    <a:pt x="13295" y="82576"/>
                    <a:pt x="12954" y="82169"/>
                  </a:cubicBezTo>
                  <a:cubicBezTo>
                    <a:pt x="12954" y="82169"/>
                    <a:pt x="11931" y="80542"/>
                    <a:pt x="11931" y="80542"/>
                  </a:cubicBezTo>
                  <a:cubicBezTo>
                    <a:pt x="11931" y="80135"/>
                    <a:pt x="11931" y="79322"/>
                    <a:pt x="11931" y="79322"/>
                  </a:cubicBezTo>
                  <a:cubicBezTo>
                    <a:pt x="11931" y="79322"/>
                    <a:pt x="11250" y="78508"/>
                    <a:pt x="10909" y="78508"/>
                  </a:cubicBezTo>
                  <a:cubicBezTo>
                    <a:pt x="10568" y="78508"/>
                    <a:pt x="9545" y="78101"/>
                    <a:pt x="9545" y="78101"/>
                  </a:cubicBezTo>
                  <a:cubicBezTo>
                    <a:pt x="9545" y="76881"/>
                    <a:pt x="9545" y="76881"/>
                    <a:pt x="9545" y="76881"/>
                  </a:cubicBezTo>
                  <a:cubicBezTo>
                    <a:pt x="9545" y="74847"/>
                    <a:pt x="9545" y="74847"/>
                    <a:pt x="9545" y="74847"/>
                  </a:cubicBezTo>
                  <a:cubicBezTo>
                    <a:pt x="8181" y="72813"/>
                    <a:pt x="8181" y="72813"/>
                    <a:pt x="8181" y="72813"/>
                  </a:cubicBezTo>
                  <a:cubicBezTo>
                    <a:pt x="7840" y="71593"/>
                    <a:pt x="7840" y="71593"/>
                    <a:pt x="7840" y="71593"/>
                  </a:cubicBezTo>
                  <a:cubicBezTo>
                    <a:pt x="7840" y="71593"/>
                    <a:pt x="8181" y="70779"/>
                    <a:pt x="8181" y="69966"/>
                  </a:cubicBezTo>
                  <a:cubicBezTo>
                    <a:pt x="8522" y="69559"/>
                    <a:pt x="8863" y="68338"/>
                    <a:pt x="8863" y="68338"/>
                  </a:cubicBezTo>
                  <a:cubicBezTo>
                    <a:pt x="8181" y="66711"/>
                    <a:pt x="8181" y="66711"/>
                    <a:pt x="8181" y="66711"/>
                  </a:cubicBezTo>
                  <a:cubicBezTo>
                    <a:pt x="8181" y="66711"/>
                    <a:pt x="7840" y="66305"/>
                    <a:pt x="8181" y="65898"/>
                  </a:cubicBezTo>
                  <a:cubicBezTo>
                    <a:pt x="8181" y="65491"/>
                    <a:pt x="7840" y="63050"/>
                    <a:pt x="7840" y="63050"/>
                  </a:cubicBezTo>
                  <a:cubicBezTo>
                    <a:pt x="7840" y="63050"/>
                    <a:pt x="7500" y="60610"/>
                    <a:pt x="7159" y="61016"/>
                  </a:cubicBezTo>
                  <a:cubicBezTo>
                    <a:pt x="6477" y="61016"/>
                    <a:pt x="6136" y="59389"/>
                    <a:pt x="6136" y="59389"/>
                  </a:cubicBezTo>
                  <a:cubicBezTo>
                    <a:pt x="6818" y="56542"/>
                    <a:pt x="6818" y="56542"/>
                    <a:pt x="6818" y="56542"/>
                  </a:cubicBezTo>
                  <a:cubicBezTo>
                    <a:pt x="6818" y="56542"/>
                    <a:pt x="7159" y="54508"/>
                    <a:pt x="6136" y="53694"/>
                  </a:cubicBezTo>
                  <a:cubicBezTo>
                    <a:pt x="5113" y="53288"/>
                    <a:pt x="3068" y="52067"/>
                    <a:pt x="2727" y="51661"/>
                  </a:cubicBezTo>
                  <a:cubicBezTo>
                    <a:pt x="2727" y="51661"/>
                    <a:pt x="1704" y="50440"/>
                    <a:pt x="1363" y="50033"/>
                  </a:cubicBezTo>
                  <a:cubicBezTo>
                    <a:pt x="1022" y="50033"/>
                    <a:pt x="681" y="49627"/>
                    <a:pt x="681" y="49627"/>
                  </a:cubicBezTo>
                  <a:cubicBezTo>
                    <a:pt x="1363" y="45966"/>
                    <a:pt x="1363" y="45966"/>
                    <a:pt x="1363" y="45966"/>
                  </a:cubicBezTo>
                  <a:cubicBezTo>
                    <a:pt x="3068" y="44338"/>
                    <a:pt x="3068" y="44338"/>
                    <a:pt x="3068" y="44338"/>
                  </a:cubicBezTo>
                  <a:cubicBezTo>
                    <a:pt x="3068" y="41084"/>
                    <a:pt x="3068" y="41084"/>
                    <a:pt x="3068" y="41084"/>
                  </a:cubicBezTo>
                  <a:cubicBezTo>
                    <a:pt x="3068" y="37423"/>
                    <a:pt x="3068" y="37423"/>
                    <a:pt x="3068" y="37423"/>
                  </a:cubicBezTo>
                  <a:cubicBezTo>
                    <a:pt x="3068" y="37423"/>
                    <a:pt x="3409" y="37016"/>
                    <a:pt x="2386" y="35389"/>
                  </a:cubicBezTo>
                  <a:cubicBezTo>
                    <a:pt x="1704" y="34169"/>
                    <a:pt x="1363" y="32542"/>
                    <a:pt x="1363" y="32542"/>
                  </a:cubicBezTo>
                  <a:cubicBezTo>
                    <a:pt x="1363" y="32135"/>
                    <a:pt x="1022" y="30508"/>
                    <a:pt x="681" y="30101"/>
                  </a:cubicBezTo>
                  <a:cubicBezTo>
                    <a:pt x="681" y="29694"/>
                    <a:pt x="681" y="29288"/>
                    <a:pt x="681" y="28474"/>
                  </a:cubicBezTo>
                  <a:cubicBezTo>
                    <a:pt x="1022" y="28067"/>
                    <a:pt x="0" y="26847"/>
                    <a:pt x="0" y="26847"/>
                  </a:cubicBezTo>
                  <a:cubicBezTo>
                    <a:pt x="0" y="26847"/>
                    <a:pt x="340" y="26033"/>
                    <a:pt x="681" y="26033"/>
                  </a:cubicBezTo>
                  <a:cubicBezTo>
                    <a:pt x="1022" y="26033"/>
                    <a:pt x="1363" y="25627"/>
                    <a:pt x="2045" y="25627"/>
                  </a:cubicBezTo>
                  <a:cubicBezTo>
                    <a:pt x="2727" y="25627"/>
                    <a:pt x="3068" y="24813"/>
                    <a:pt x="3750" y="24813"/>
                  </a:cubicBezTo>
                  <a:cubicBezTo>
                    <a:pt x="4090" y="24406"/>
                    <a:pt x="4090" y="23593"/>
                    <a:pt x="4431" y="23593"/>
                  </a:cubicBezTo>
                  <a:cubicBezTo>
                    <a:pt x="5113" y="23186"/>
                    <a:pt x="5795" y="23593"/>
                    <a:pt x="6818" y="22779"/>
                  </a:cubicBezTo>
                  <a:cubicBezTo>
                    <a:pt x="7840" y="22372"/>
                    <a:pt x="7840" y="21966"/>
                    <a:pt x="8522" y="21152"/>
                  </a:cubicBezTo>
                  <a:cubicBezTo>
                    <a:pt x="8863" y="20745"/>
                    <a:pt x="15340" y="18305"/>
                    <a:pt x="15340" y="18305"/>
                  </a:cubicBezTo>
                  <a:cubicBezTo>
                    <a:pt x="15340" y="18305"/>
                    <a:pt x="17045" y="17084"/>
                    <a:pt x="17727" y="17084"/>
                  </a:cubicBezTo>
                  <a:cubicBezTo>
                    <a:pt x="18068" y="16677"/>
                    <a:pt x="18068" y="16271"/>
                    <a:pt x="18750" y="16271"/>
                  </a:cubicBezTo>
                  <a:cubicBezTo>
                    <a:pt x="19090" y="16677"/>
                    <a:pt x="20454" y="16677"/>
                    <a:pt x="20454" y="16677"/>
                  </a:cubicBezTo>
                  <a:cubicBezTo>
                    <a:pt x="20454" y="16677"/>
                    <a:pt x="20795" y="15457"/>
                    <a:pt x="21136" y="15050"/>
                  </a:cubicBezTo>
                  <a:cubicBezTo>
                    <a:pt x="21477" y="14237"/>
                    <a:pt x="21818" y="13423"/>
                    <a:pt x="21818" y="13016"/>
                  </a:cubicBezTo>
                  <a:cubicBezTo>
                    <a:pt x="22159" y="12203"/>
                    <a:pt x="22500" y="11796"/>
                    <a:pt x="22840" y="11389"/>
                  </a:cubicBezTo>
                  <a:cubicBezTo>
                    <a:pt x="23181" y="10576"/>
                    <a:pt x="23522" y="10169"/>
                    <a:pt x="23522" y="10169"/>
                  </a:cubicBezTo>
                  <a:cubicBezTo>
                    <a:pt x="23863" y="10169"/>
                    <a:pt x="25909" y="8949"/>
                    <a:pt x="26250" y="8949"/>
                  </a:cubicBezTo>
                  <a:cubicBezTo>
                    <a:pt x="26590" y="8542"/>
                    <a:pt x="29318" y="7322"/>
                    <a:pt x="29318" y="6915"/>
                  </a:cubicBezTo>
                  <a:cubicBezTo>
                    <a:pt x="29318" y="6915"/>
                    <a:pt x="30340" y="5288"/>
                    <a:pt x="30340" y="4881"/>
                  </a:cubicBezTo>
                  <a:cubicBezTo>
                    <a:pt x="30340" y="4474"/>
                    <a:pt x="31704" y="4067"/>
                    <a:pt x="31704" y="4067"/>
                  </a:cubicBezTo>
                  <a:cubicBezTo>
                    <a:pt x="32045" y="4067"/>
                    <a:pt x="32045" y="4067"/>
                    <a:pt x="32386" y="3661"/>
                  </a:cubicBezTo>
                  <a:cubicBezTo>
                    <a:pt x="33068" y="3661"/>
                    <a:pt x="36136" y="2033"/>
                    <a:pt x="36136" y="2033"/>
                  </a:cubicBezTo>
                  <a:cubicBezTo>
                    <a:pt x="36136" y="2033"/>
                    <a:pt x="38863" y="813"/>
                    <a:pt x="38863" y="813"/>
                  </a:cubicBezTo>
                  <a:cubicBezTo>
                    <a:pt x="39204" y="1220"/>
                    <a:pt x="40909" y="813"/>
                    <a:pt x="41250" y="813"/>
                  </a:cubicBezTo>
                  <a:cubicBezTo>
                    <a:pt x="41250" y="1220"/>
                    <a:pt x="43295" y="813"/>
                    <a:pt x="43295" y="813"/>
                  </a:cubicBezTo>
                  <a:cubicBezTo>
                    <a:pt x="43295" y="813"/>
                    <a:pt x="43977" y="1220"/>
                    <a:pt x="43977" y="1627"/>
                  </a:cubicBezTo>
                  <a:cubicBezTo>
                    <a:pt x="43977" y="2033"/>
                    <a:pt x="43295" y="2440"/>
                    <a:pt x="43636" y="2847"/>
                  </a:cubicBezTo>
                  <a:cubicBezTo>
                    <a:pt x="43977" y="3254"/>
                    <a:pt x="45340" y="4474"/>
                    <a:pt x="45340" y="4474"/>
                  </a:cubicBezTo>
                  <a:cubicBezTo>
                    <a:pt x="45340" y="4474"/>
                    <a:pt x="45000" y="5694"/>
                    <a:pt x="45000" y="5694"/>
                  </a:cubicBezTo>
                  <a:cubicBezTo>
                    <a:pt x="45000" y="6101"/>
                    <a:pt x="45340" y="6508"/>
                    <a:pt x="45681" y="7322"/>
                  </a:cubicBezTo>
                  <a:cubicBezTo>
                    <a:pt x="46022" y="7728"/>
                    <a:pt x="46704" y="8542"/>
                    <a:pt x="46704" y="8542"/>
                  </a:cubicBezTo>
                  <a:cubicBezTo>
                    <a:pt x="46704" y="8542"/>
                    <a:pt x="46363" y="8949"/>
                    <a:pt x="47727" y="9762"/>
                  </a:cubicBezTo>
                  <a:cubicBezTo>
                    <a:pt x="49090" y="10576"/>
                    <a:pt x="50113" y="9762"/>
                    <a:pt x="50113" y="9762"/>
                  </a:cubicBezTo>
                  <a:cubicBezTo>
                    <a:pt x="50113" y="9762"/>
                    <a:pt x="51136" y="9762"/>
                    <a:pt x="51477" y="9762"/>
                  </a:cubicBezTo>
                  <a:cubicBezTo>
                    <a:pt x="51818" y="9762"/>
                    <a:pt x="52840" y="9355"/>
                    <a:pt x="52840" y="9355"/>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7" name="Shape 2044">
              <a:extLst>
                <a:ext uri="{FF2B5EF4-FFF2-40B4-BE49-F238E27FC236}">
                  <a16:creationId xmlns:a16="http://schemas.microsoft.com/office/drawing/2014/main" id="{2E076DF5-E2D4-4A17-A4FD-0FBCCC490637}"/>
                </a:ext>
              </a:extLst>
            </p:cNvPr>
            <p:cNvSpPr/>
            <p:nvPr/>
          </p:nvSpPr>
          <p:spPr>
            <a:xfrm>
              <a:off x="3482366" y="2092972"/>
              <a:ext cx="378203" cy="415512"/>
            </a:xfrm>
            <a:custGeom>
              <a:avLst/>
              <a:gdLst/>
              <a:ahLst/>
              <a:cxnLst/>
              <a:rect l="0" t="0" r="0" b="0"/>
              <a:pathLst>
                <a:path w="120000" h="120000" extrusionOk="0">
                  <a:moveTo>
                    <a:pt x="95421" y="111063"/>
                  </a:moveTo>
                  <a:cubicBezTo>
                    <a:pt x="92530" y="111063"/>
                    <a:pt x="92530" y="111063"/>
                    <a:pt x="92530" y="111063"/>
                  </a:cubicBezTo>
                  <a:cubicBezTo>
                    <a:pt x="92530" y="111063"/>
                    <a:pt x="91084" y="109148"/>
                    <a:pt x="90361" y="109148"/>
                  </a:cubicBezTo>
                  <a:cubicBezTo>
                    <a:pt x="89638" y="109148"/>
                    <a:pt x="88192" y="108510"/>
                    <a:pt x="88192" y="108510"/>
                  </a:cubicBezTo>
                  <a:cubicBezTo>
                    <a:pt x="87469" y="109787"/>
                    <a:pt x="87469" y="109787"/>
                    <a:pt x="87469" y="109787"/>
                  </a:cubicBezTo>
                  <a:cubicBezTo>
                    <a:pt x="87469" y="109787"/>
                    <a:pt x="86746" y="110425"/>
                    <a:pt x="86024" y="110425"/>
                  </a:cubicBezTo>
                  <a:cubicBezTo>
                    <a:pt x="86024" y="110425"/>
                    <a:pt x="85301" y="109787"/>
                    <a:pt x="85301" y="109787"/>
                  </a:cubicBezTo>
                  <a:cubicBezTo>
                    <a:pt x="85301" y="108510"/>
                    <a:pt x="85301" y="108510"/>
                    <a:pt x="85301" y="108510"/>
                  </a:cubicBezTo>
                  <a:cubicBezTo>
                    <a:pt x="83132" y="108510"/>
                    <a:pt x="83132" y="108510"/>
                    <a:pt x="83132" y="108510"/>
                  </a:cubicBezTo>
                  <a:cubicBezTo>
                    <a:pt x="83132" y="108510"/>
                    <a:pt x="83132" y="110425"/>
                    <a:pt x="82409" y="110425"/>
                  </a:cubicBezTo>
                  <a:cubicBezTo>
                    <a:pt x="81686" y="109787"/>
                    <a:pt x="80963" y="109787"/>
                    <a:pt x="79518" y="109787"/>
                  </a:cubicBezTo>
                  <a:cubicBezTo>
                    <a:pt x="78072" y="109148"/>
                    <a:pt x="75180" y="109787"/>
                    <a:pt x="75180" y="109787"/>
                  </a:cubicBezTo>
                  <a:cubicBezTo>
                    <a:pt x="73734" y="109148"/>
                    <a:pt x="73734" y="109148"/>
                    <a:pt x="73734" y="109148"/>
                  </a:cubicBezTo>
                  <a:cubicBezTo>
                    <a:pt x="71566" y="109148"/>
                    <a:pt x="71566" y="109148"/>
                    <a:pt x="71566" y="109148"/>
                  </a:cubicBezTo>
                  <a:cubicBezTo>
                    <a:pt x="68674" y="109148"/>
                    <a:pt x="68674" y="109148"/>
                    <a:pt x="68674" y="109148"/>
                  </a:cubicBezTo>
                  <a:cubicBezTo>
                    <a:pt x="67951" y="110425"/>
                    <a:pt x="67951" y="110425"/>
                    <a:pt x="67951" y="110425"/>
                  </a:cubicBezTo>
                  <a:cubicBezTo>
                    <a:pt x="68674" y="111063"/>
                    <a:pt x="68674" y="111063"/>
                    <a:pt x="68674" y="111063"/>
                  </a:cubicBezTo>
                  <a:cubicBezTo>
                    <a:pt x="66506" y="112340"/>
                    <a:pt x="66506" y="112340"/>
                    <a:pt x="66506" y="112340"/>
                  </a:cubicBezTo>
                  <a:cubicBezTo>
                    <a:pt x="63614" y="111702"/>
                    <a:pt x="63614" y="111702"/>
                    <a:pt x="63614" y="111702"/>
                  </a:cubicBezTo>
                  <a:cubicBezTo>
                    <a:pt x="62168" y="112978"/>
                    <a:pt x="62168" y="112978"/>
                    <a:pt x="62168" y="112978"/>
                  </a:cubicBezTo>
                  <a:cubicBezTo>
                    <a:pt x="61445" y="111702"/>
                    <a:pt x="61445" y="111702"/>
                    <a:pt x="61445" y="111702"/>
                  </a:cubicBezTo>
                  <a:cubicBezTo>
                    <a:pt x="57108" y="114255"/>
                    <a:pt x="57108" y="114255"/>
                    <a:pt x="57108" y="114255"/>
                  </a:cubicBezTo>
                  <a:cubicBezTo>
                    <a:pt x="57831" y="115531"/>
                    <a:pt x="57831" y="115531"/>
                    <a:pt x="57831" y="115531"/>
                  </a:cubicBezTo>
                  <a:cubicBezTo>
                    <a:pt x="54216" y="116170"/>
                    <a:pt x="54216" y="116170"/>
                    <a:pt x="54216" y="116170"/>
                  </a:cubicBezTo>
                  <a:cubicBezTo>
                    <a:pt x="52048" y="115531"/>
                    <a:pt x="52048" y="115531"/>
                    <a:pt x="52048" y="115531"/>
                  </a:cubicBezTo>
                  <a:cubicBezTo>
                    <a:pt x="52048" y="115531"/>
                    <a:pt x="50602" y="114893"/>
                    <a:pt x="50602" y="114255"/>
                  </a:cubicBezTo>
                  <a:cubicBezTo>
                    <a:pt x="51325" y="113617"/>
                    <a:pt x="51325" y="112978"/>
                    <a:pt x="51325" y="112978"/>
                  </a:cubicBezTo>
                  <a:cubicBezTo>
                    <a:pt x="51325" y="112978"/>
                    <a:pt x="49879" y="112340"/>
                    <a:pt x="49879" y="112978"/>
                  </a:cubicBezTo>
                  <a:cubicBezTo>
                    <a:pt x="49879" y="114255"/>
                    <a:pt x="49156" y="115531"/>
                    <a:pt x="49156" y="115531"/>
                  </a:cubicBezTo>
                  <a:cubicBezTo>
                    <a:pt x="46987" y="116808"/>
                    <a:pt x="46987" y="116808"/>
                    <a:pt x="46987" y="116808"/>
                  </a:cubicBezTo>
                  <a:cubicBezTo>
                    <a:pt x="44096" y="117446"/>
                    <a:pt x="44096" y="117446"/>
                    <a:pt x="44096" y="117446"/>
                  </a:cubicBezTo>
                  <a:cubicBezTo>
                    <a:pt x="43373" y="116808"/>
                    <a:pt x="43373" y="116808"/>
                    <a:pt x="43373" y="116808"/>
                  </a:cubicBezTo>
                  <a:cubicBezTo>
                    <a:pt x="43373" y="118723"/>
                    <a:pt x="43373" y="118723"/>
                    <a:pt x="43373" y="118723"/>
                  </a:cubicBezTo>
                  <a:cubicBezTo>
                    <a:pt x="39759" y="118723"/>
                    <a:pt x="39759" y="118723"/>
                    <a:pt x="39759" y="118723"/>
                  </a:cubicBezTo>
                  <a:cubicBezTo>
                    <a:pt x="37590" y="118723"/>
                    <a:pt x="37590" y="118723"/>
                    <a:pt x="37590" y="118723"/>
                  </a:cubicBezTo>
                  <a:cubicBezTo>
                    <a:pt x="36144" y="120000"/>
                    <a:pt x="36144" y="120000"/>
                    <a:pt x="36144" y="120000"/>
                  </a:cubicBezTo>
                  <a:cubicBezTo>
                    <a:pt x="33975" y="119361"/>
                    <a:pt x="33975" y="119361"/>
                    <a:pt x="33975" y="119361"/>
                  </a:cubicBezTo>
                  <a:cubicBezTo>
                    <a:pt x="30361" y="120000"/>
                    <a:pt x="30361" y="120000"/>
                    <a:pt x="30361" y="120000"/>
                  </a:cubicBezTo>
                  <a:cubicBezTo>
                    <a:pt x="29638" y="118723"/>
                    <a:pt x="29638" y="118723"/>
                    <a:pt x="29638" y="118723"/>
                  </a:cubicBezTo>
                  <a:cubicBezTo>
                    <a:pt x="24578" y="118723"/>
                    <a:pt x="24578" y="118723"/>
                    <a:pt x="24578" y="118723"/>
                  </a:cubicBezTo>
                  <a:cubicBezTo>
                    <a:pt x="22409" y="119361"/>
                    <a:pt x="22409" y="119361"/>
                    <a:pt x="22409" y="119361"/>
                  </a:cubicBezTo>
                  <a:cubicBezTo>
                    <a:pt x="21686" y="118085"/>
                    <a:pt x="21686" y="118085"/>
                    <a:pt x="21686" y="118085"/>
                  </a:cubicBezTo>
                  <a:cubicBezTo>
                    <a:pt x="20963" y="118085"/>
                    <a:pt x="20963" y="118085"/>
                    <a:pt x="20963" y="118085"/>
                  </a:cubicBezTo>
                  <a:cubicBezTo>
                    <a:pt x="20963" y="118085"/>
                    <a:pt x="19518" y="118085"/>
                    <a:pt x="18795" y="118085"/>
                  </a:cubicBezTo>
                  <a:cubicBezTo>
                    <a:pt x="18072" y="118085"/>
                    <a:pt x="13734" y="116808"/>
                    <a:pt x="13734" y="116808"/>
                  </a:cubicBezTo>
                  <a:cubicBezTo>
                    <a:pt x="12289" y="118085"/>
                    <a:pt x="12289" y="118085"/>
                    <a:pt x="12289" y="118085"/>
                  </a:cubicBezTo>
                  <a:cubicBezTo>
                    <a:pt x="12289" y="118085"/>
                    <a:pt x="10120" y="118085"/>
                    <a:pt x="10120" y="117446"/>
                  </a:cubicBezTo>
                  <a:cubicBezTo>
                    <a:pt x="10120" y="117446"/>
                    <a:pt x="10120" y="116808"/>
                    <a:pt x="10843" y="116170"/>
                  </a:cubicBezTo>
                  <a:cubicBezTo>
                    <a:pt x="11566" y="116170"/>
                    <a:pt x="12289" y="116170"/>
                    <a:pt x="13734" y="115531"/>
                  </a:cubicBezTo>
                  <a:cubicBezTo>
                    <a:pt x="15180" y="115531"/>
                    <a:pt x="15903" y="115531"/>
                    <a:pt x="15903" y="115531"/>
                  </a:cubicBezTo>
                  <a:cubicBezTo>
                    <a:pt x="16626" y="114893"/>
                    <a:pt x="16626" y="114893"/>
                    <a:pt x="16626" y="114893"/>
                  </a:cubicBezTo>
                  <a:cubicBezTo>
                    <a:pt x="16626" y="114255"/>
                    <a:pt x="17349" y="113617"/>
                    <a:pt x="15903" y="114255"/>
                  </a:cubicBezTo>
                  <a:cubicBezTo>
                    <a:pt x="15180" y="114255"/>
                    <a:pt x="15180" y="114255"/>
                    <a:pt x="15180" y="114255"/>
                  </a:cubicBezTo>
                  <a:cubicBezTo>
                    <a:pt x="14457" y="114893"/>
                    <a:pt x="13734" y="114893"/>
                    <a:pt x="13012" y="114893"/>
                  </a:cubicBezTo>
                  <a:cubicBezTo>
                    <a:pt x="13012" y="114893"/>
                    <a:pt x="11566" y="114893"/>
                    <a:pt x="11566" y="114893"/>
                  </a:cubicBezTo>
                  <a:cubicBezTo>
                    <a:pt x="11566" y="114893"/>
                    <a:pt x="10843" y="114255"/>
                    <a:pt x="11566" y="114255"/>
                  </a:cubicBezTo>
                  <a:cubicBezTo>
                    <a:pt x="12289" y="113617"/>
                    <a:pt x="12289" y="113617"/>
                    <a:pt x="13012" y="113617"/>
                  </a:cubicBezTo>
                  <a:cubicBezTo>
                    <a:pt x="14457" y="113617"/>
                    <a:pt x="15180" y="112978"/>
                    <a:pt x="16626" y="112978"/>
                  </a:cubicBezTo>
                  <a:cubicBezTo>
                    <a:pt x="18072" y="112978"/>
                    <a:pt x="18795" y="112978"/>
                    <a:pt x="18795" y="112978"/>
                  </a:cubicBezTo>
                  <a:cubicBezTo>
                    <a:pt x="19518" y="112340"/>
                    <a:pt x="20240" y="112340"/>
                    <a:pt x="20240" y="111702"/>
                  </a:cubicBezTo>
                  <a:cubicBezTo>
                    <a:pt x="20240" y="111063"/>
                    <a:pt x="19518" y="110425"/>
                    <a:pt x="19518" y="110425"/>
                  </a:cubicBezTo>
                  <a:cubicBezTo>
                    <a:pt x="19518" y="110425"/>
                    <a:pt x="18795" y="110425"/>
                    <a:pt x="18072" y="111063"/>
                  </a:cubicBezTo>
                  <a:cubicBezTo>
                    <a:pt x="17349" y="111063"/>
                    <a:pt x="16626" y="111702"/>
                    <a:pt x="15903" y="111702"/>
                  </a:cubicBezTo>
                  <a:cubicBezTo>
                    <a:pt x="15903" y="111702"/>
                    <a:pt x="15903" y="111702"/>
                    <a:pt x="15180" y="111702"/>
                  </a:cubicBezTo>
                  <a:cubicBezTo>
                    <a:pt x="14457" y="111702"/>
                    <a:pt x="13012" y="111063"/>
                    <a:pt x="13012" y="111063"/>
                  </a:cubicBezTo>
                  <a:cubicBezTo>
                    <a:pt x="12289" y="111063"/>
                    <a:pt x="11566" y="111063"/>
                    <a:pt x="10843" y="111063"/>
                  </a:cubicBezTo>
                  <a:cubicBezTo>
                    <a:pt x="10120" y="111063"/>
                    <a:pt x="10843" y="111063"/>
                    <a:pt x="9397" y="111063"/>
                  </a:cubicBezTo>
                  <a:cubicBezTo>
                    <a:pt x="7951" y="111702"/>
                    <a:pt x="8674" y="111702"/>
                    <a:pt x="6506" y="111702"/>
                  </a:cubicBezTo>
                  <a:cubicBezTo>
                    <a:pt x="5060" y="111702"/>
                    <a:pt x="2891" y="111063"/>
                    <a:pt x="2891" y="111063"/>
                  </a:cubicBezTo>
                  <a:cubicBezTo>
                    <a:pt x="2891" y="111063"/>
                    <a:pt x="1445" y="111702"/>
                    <a:pt x="2168" y="111063"/>
                  </a:cubicBezTo>
                  <a:cubicBezTo>
                    <a:pt x="3614" y="110425"/>
                    <a:pt x="5060" y="110425"/>
                    <a:pt x="5783" y="109787"/>
                  </a:cubicBezTo>
                  <a:cubicBezTo>
                    <a:pt x="6506" y="109787"/>
                    <a:pt x="7228" y="109787"/>
                    <a:pt x="6506" y="109148"/>
                  </a:cubicBezTo>
                  <a:cubicBezTo>
                    <a:pt x="6506" y="109148"/>
                    <a:pt x="6506" y="109148"/>
                    <a:pt x="6506" y="109148"/>
                  </a:cubicBezTo>
                  <a:cubicBezTo>
                    <a:pt x="7228" y="109148"/>
                    <a:pt x="8674" y="108510"/>
                    <a:pt x="8674" y="108510"/>
                  </a:cubicBezTo>
                  <a:cubicBezTo>
                    <a:pt x="10120" y="107872"/>
                    <a:pt x="10120" y="107872"/>
                    <a:pt x="10120" y="107872"/>
                  </a:cubicBezTo>
                  <a:cubicBezTo>
                    <a:pt x="10120" y="107872"/>
                    <a:pt x="10120" y="107234"/>
                    <a:pt x="11566" y="107234"/>
                  </a:cubicBezTo>
                  <a:cubicBezTo>
                    <a:pt x="13012" y="107234"/>
                    <a:pt x="13012" y="107234"/>
                    <a:pt x="13012" y="106595"/>
                  </a:cubicBezTo>
                  <a:cubicBezTo>
                    <a:pt x="13734" y="106595"/>
                    <a:pt x="13012" y="106595"/>
                    <a:pt x="13734" y="106595"/>
                  </a:cubicBezTo>
                  <a:cubicBezTo>
                    <a:pt x="15180" y="106595"/>
                    <a:pt x="15180" y="105957"/>
                    <a:pt x="15903" y="105957"/>
                  </a:cubicBezTo>
                  <a:cubicBezTo>
                    <a:pt x="17349" y="105957"/>
                    <a:pt x="18072" y="105319"/>
                    <a:pt x="17349" y="105319"/>
                  </a:cubicBezTo>
                  <a:cubicBezTo>
                    <a:pt x="16626" y="105319"/>
                    <a:pt x="16626" y="105319"/>
                    <a:pt x="15180" y="105319"/>
                  </a:cubicBezTo>
                  <a:cubicBezTo>
                    <a:pt x="14457" y="105957"/>
                    <a:pt x="13734" y="105319"/>
                    <a:pt x="13734" y="105957"/>
                  </a:cubicBezTo>
                  <a:cubicBezTo>
                    <a:pt x="13012" y="105957"/>
                    <a:pt x="11566" y="105957"/>
                    <a:pt x="11566" y="105957"/>
                  </a:cubicBezTo>
                  <a:cubicBezTo>
                    <a:pt x="10843" y="105319"/>
                    <a:pt x="10843" y="105319"/>
                    <a:pt x="10120" y="105957"/>
                  </a:cubicBezTo>
                  <a:cubicBezTo>
                    <a:pt x="9397" y="105957"/>
                    <a:pt x="10120" y="106595"/>
                    <a:pt x="8674" y="106595"/>
                  </a:cubicBezTo>
                  <a:cubicBezTo>
                    <a:pt x="7951" y="106595"/>
                    <a:pt x="7228" y="105957"/>
                    <a:pt x="7228" y="105957"/>
                  </a:cubicBezTo>
                  <a:cubicBezTo>
                    <a:pt x="7228" y="105957"/>
                    <a:pt x="5060" y="105957"/>
                    <a:pt x="5060" y="105319"/>
                  </a:cubicBezTo>
                  <a:cubicBezTo>
                    <a:pt x="5060" y="105319"/>
                    <a:pt x="5060" y="104042"/>
                    <a:pt x="5060" y="104042"/>
                  </a:cubicBezTo>
                  <a:cubicBezTo>
                    <a:pt x="5060" y="103404"/>
                    <a:pt x="5783" y="103404"/>
                    <a:pt x="5783" y="103404"/>
                  </a:cubicBezTo>
                  <a:cubicBezTo>
                    <a:pt x="5060" y="102765"/>
                    <a:pt x="5060" y="102765"/>
                    <a:pt x="5060" y="102765"/>
                  </a:cubicBezTo>
                  <a:cubicBezTo>
                    <a:pt x="5060" y="102765"/>
                    <a:pt x="5060" y="102765"/>
                    <a:pt x="4337" y="102765"/>
                  </a:cubicBezTo>
                  <a:cubicBezTo>
                    <a:pt x="4337" y="102765"/>
                    <a:pt x="2891" y="103404"/>
                    <a:pt x="2891" y="103404"/>
                  </a:cubicBezTo>
                  <a:cubicBezTo>
                    <a:pt x="2891" y="103404"/>
                    <a:pt x="2891" y="103404"/>
                    <a:pt x="2168" y="103404"/>
                  </a:cubicBezTo>
                  <a:cubicBezTo>
                    <a:pt x="2168" y="103404"/>
                    <a:pt x="1445" y="103404"/>
                    <a:pt x="1445" y="103404"/>
                  </a:cubicBezTo>
                  <a:cubicBezTo>
                    <a:pt x="1445" y="103404"/>
                    <a:pt x="1445" y="102765"/>
                    <a:pt x="1445" y="102127"/>
                  </a:cubicBezTo>
                  <a:cubicBezTo>
                    <a:pt x="1445" y="102127"/>
                    <a:pt x="1445" y="101489"/>
                    <a:pt x="1445" y="101489"/>
                  </a:cubicBezTo>
                  <a:cubicBezTo>
                    <a:pt x="1445" y="101489"/>
                    <a:pt x="1445" y="101489"/>
                    <a:pt x="1445" y="101489"/>
                  </a:cubicBezTo>
                  <a:cubicBezTo>
                    <a:pt x="1445" y="100851"/>
                    <a:pt x="0" y="100851"/>
                    <a:pt x="1445" y="100212"/>
                  </a:cubicBezTo>
                  <a:cubicBezTo>
                    <a:pt x="2891" y="100212"/>
                    <a:pt x="2891" y="100212"/>
                    <a:pt x="3614" y="100212"/>
                  </a:cubicBezTo>
                  <a:cubicBezTo>
                    <a:pt x="3614" y="100212"/>
                    <a:pt x="4337" y="100212"/>
                    <a:pt x="4337" y="100212"/>
                  </a:cubicBezTo>
                  <a:cubicBezTo>
                    <a:pt x="4337" y="100212"/>
                    <a:pt x="5060" y="99574"/>
                    <a:pt x="5060" y="99574"/>
                  </a:cubicBezTo>
                  <a:cubicBezTo>
                    <a:pt x="4337" y="98936"/>
                    <a:pt x="4337" y="98936"/>
                    <a:pt x="4337" y="98936"/>
                  </a:cubicBezTo>
                  <a:cubicBezTo>
                    <a:pt x="4337" y="98297"/>
                    <a:pt x="4337" y="98297"/>
                    <a:pt x="5060" y="98297"/>
                  </a:cubicBezTo>
                  <a:cubicBezTo>
                    <a:pt x="5783" y="98297"/>
                    <a:pt x="5783" y="97659"/>
                    <a:pt x="6506" y="97659"/>
                  </a:cubicBezTo>
                  <a:cubicBezTo>
                    <a:pt x="6506" y="97659"/>
                    <a:pt x="7228" y="97659"/>
                    <a:pt x="7951" y="97659"/>
                  </a:cubicBezTo>
                  <a:cubicBezTo>
                    <a:pt x="7951" y="97659"/>
                    <a:pt x="7951" y="97021"/>
                    <a:pt x="9397" y="97021"/>
                  </a:cubicBezTo>
                  <a:cubicBezTo>
                    <a:pt x="10120" y="97021"/>
                    <a:pt x="10843" y="97021"/>
                    <a:pt x="11566" y="97021"/>
                  </a:cubicBezTo>
                  <a:cubicBezTo>
                    <a:pt x="11566" y="97021"/>
                    <a:pt x="13012" y="97021"/>
                    <a:pt x="13012" y="97021"/>
                  </a:cubicBezTo>
                  <a:cubicBezTo>
                    <a:pt x="13012" y="97021"/>
                    <a:pt x="14457" y="96382"/>
                    <a:pt x="14457" y="96382"/>
                  </a:cubicBezTo>
                  <a:cubicBezTo>
                    <a:pt x="15180" y="95744"/>
                    <a:pt x="15180" y="95744"/>
                    <a:pt x="15180" y="95744"/>
                  </a:cubicBezTo>
                  <a:cubicBezTo>
                    <a:pt x="15180" y="95744"/>
                    <a:pt x="15180" y="95744"/>
                    <a:pt x="15903" y="95744"/>
                  </a:cubicBezTo>
                  <a:cubicBezTo>
                    <a:pt x="16626" y="95744"/>
                    <a:pt x="16626" y="95744"/>
                    <a:pt x="17349" y="95744"/>
                  </a:cubicBezTo>
                  <a:cubicBezTo>
                    <a:pt x="17349" y="95744"/>
                    <a:pt x="18072" y="95744"/>
                    <a:pt x="18072" y="95744"/>
                  </a:cubicBezTo>
                  <a:cubicBezTo>
                    <a:pt x="18072" y="95106"/>
                    <a:pt x="18072" y="95106"/>
                    <a:pt x="18072" y="94468"/>
                  </a:cubicBezTo>
                  <a:cubicBezTo>
                    <a:pt x="17349" y="94468"/>
                    <a:pt x="17349" y="94468"/>
                    <a:pt x="16626" y="94468"/>
                  </a:cubicBezTo>
                  <a:cubicBezTo>
                    <a:pt x="15903" y="95106"/>
                    <a:pt x="15180" y="95106"/>
                    <a:pt x="15180" y="94468"/>
                  </a:cubicBezTo>
                  <a:cubicBezTo>
                    <a:pt x="15180" y="94468"/>
                    <a:pt x="15180" y="94468"/>
                    <a:pt x="14457" y="94468"/>
                  </a:cubicBezTo>
                  <a:cubicBezTo>
                    <a:pt x="13734" y="94468"/>
                    <a:pt x="13012" y="94468"/>
                    <a:pt x="13012" y="94468"/>
                  </a:cubicBezTo>
                  <a:cubicBezTo>
                    <a:pt x="13012" y="94468"/>
                    <a:pt x="12289" y="94468"/>
                    <a:pt x="11566" y="94468"/>
                  </a:cubicBezTo>
                  <a:cubicBezTo>
                    <a:pt x="10120" y="93829"/>
                    <a:pt x="10120" y="93829"/>
                    <a:pt x="9397" y="93829"/>
                  </a:cubicBezTo>
                  <a:cubicBezTo>
                    <a:pt x="8674" y="93829"/>
                    <a:pt x="7951" y="93829"/>
                    <a:pt x="7951" y="93829"/>
                  </a:cubicBezTo>
                  <a:cubicBezTo>
                    <a:pt x="7951" y="93829"/>
                    <a:pt x="9397" y="93829"/>
                    <a:pt x="7228" y="93191"/>
                  </a:cubicBezTo>
                  <a:cubicBezTo>
                    <a:pt x="5060" y="92553"/>
                    <a:pt x="5060" y="92553"/>
                    <a:pt x="5060" y="92553"/>
                  </a:cubicBezTo>
                  <a:cubicBezTo>
                    <a:pt x="4337" y="92553"/>
                    <a:pt x="4337" y="92553"/>
                    <a:pt x="4337" y="92553"/>
                  </a:cubicBezTo>
                  <a:cubicBezTo>
                    <a:pt x="3614" y="92553"/>
                    <a:pt x="3614" y="93191"/>
                    <a:pt x="2891" y="92553"/>
                  </a:cubicBezTo>
                  <a:cubicBezTo>
                    <a:pt x="2891" y="92553"/>
                    <a:pt x="2168" y="91914"/>
                    <a:pt x="2168" y="91914"/>
                  </a:cubicBezTo>
                  <a:cubicBezTo>
                    <a:pt x="2168" y="91276"/>
                    <a:pt x="2168" y="91276"/>
                    <a:pt x="2891" y="90638"/>
                  </a:cubicBezTo>
                  <a:cubicBezTo>
                    <a:pt x="2891" y="90638"/>
                    <a:pt x="4337" y="90000"/>
                    <a:pt x="4337" y="90000"/>
                  </a:cubicBezTo>
                  <a:cubicBezTo>
                    <a:pt x="4337" y="90638"/>
                    <a:pt x="4337" y="90638"/>
                    <a:pt x="4337" y="90638"/>
                  </a:cubicBezTo>
                  <a:cubicBezTo>
                    <a:pt x="4337" y="90638"/>
                    <a:pt x="4337" y="91276"/>
                    <a:pt x="5060" y="90638"/>
                  </a:cubicBezTo>
                  <a:cubicBezTo>
                    <a:pt x="5060" y="90638"/>
                    <a:pt x="5783" y="89361"/>
                    <a:pt x="5783" y="89361"/>
                  </a:cubicBezTo>
                  <a:cubicBezTo>
                    <a:pt x="5783" y="89361"/>
                    <a:pt x="5060" y="89361"/>
                    <a:pt x="5783" y="88723"/>
                  </a:cubicBezTo>
                  <a:cubicBezTo>
                    <a:pt x="6506" y="88723"/>
                    <a:pt x="6506" y="88723"/>
                    <a:pt x="7228" y="88723"/>
                  </a:cubicBezTo>
                  <a:cubicBezTo>
                    <a:pt x="7228" y="88723"/>
                    <a:pt x="8674" y="88723"/>
                    <a:pt x="9397" y="88723"/>
                  </a:cubicBezTo>
                  <a:cubicBezTo>
                    <a:pt x="9397" y="88085"/>
                    <a:pt x="10843" y="88085"/>
                    <a:pt x="10843" y="88085"/>
                  </a:cubicBezTo>
                  <a:cubicBezTo>
                    <a:pt x="10843" y="88085"/>
                    <a:pt x="11566" y="88723"/>
                    <a:pt x="10843" y="89361"/>
                  </a:cubicBezTo>
                  <a:cubicBezTo>
                    <a:pt x="10843" y="89361"/>
                    <a:pt x="10120" y="89361"/>
                    <a:pt x="10843" y="90000"/>
                  </a:cubicBezTo>
                  <a:cubicBezTo>
                    <a:pt x="11566" y="90000"/>
                    <a:pt x="12289" y="90000"/>
                    <a:pt x="12289" y="90000"/>
                  </a:cubicBezTo>
                  <a:cubicBezTo>
                    <a:pt x="12289" y="90000"/>
                    <a:pt x="13012" y="89361"/>
                    <a:pt x="13012" y="89361"/>
                  </a:cubicBezTo>
                  <a:cubicBezTo>
                    <a:pt x="13734" y="89361"/>
                    <a:pt x="13012" y="88723"/>
                    <a:pt x="13734" y="88723"/>
                  </a:cubicBezTo>
                  <a:cubicBezTo>
                    <a:pt x="14457" y="89361"/>
                    <a:pt x="14457" y="90000"/>
                    <a:pt x="14457" y="90000"/>
                  </a:cubicBezTo>
                  <a:cubicBezTo>
                    <a:pt x="14457" y="90000"/>
                    <a:pt x="14457" y="90000"/>
                    <a:pt x="14457" y="90638"/>
                  </a:cubicBezTo>
                  <a:cubicBezTo>
                    <a:pt x="15180" y="90638"/>
                    <a:pt x="15903" y="90638"/>
                    <a:pt x="15903" y="91276"/>
                  </a:cubicBezTo>
                  <a:cubicBezTo>
                    <a:pt x="15903" y="91276"/>
                    <a:pt x="15180" y="91276"/>
                    <a:pt x="16626" y="91914"/>
                  </a:cubicBezTo>
                  <a:cubicBezTo>
                    <a:pt x="17349" y="91914"/>
                    <a:pt x="18072" y="91914"/>
                    <a:pt x="18072" y="91914"/>
                  </a:cubicBezTo>
                  <a:cubicBezTo>
                    <a:pt x="18072" y="91914"/>
                    <a:pt x="18795" y="91914"/>
                    <a:pt x="18795" y="91276"/>
                  </a:cubicBezTo>
                  <a:cubicBezTo>
                    <a:pt x="18072" y="90638"/>
                    <a:pt x="18072" y="90000"/>
                    <a:pt x="18072" y="90000"/>
                  </a:cubicBezTo>
                  <a:cubicBezTo>
                    <a:pt x="18072" y="90000"/>
                    <a:pt x="18795" y="89361"/>
                    <a:pt x="18795" y="89361"/>
                  </a:cubicBezTo>
                  <a:cubicBezTo>
                    <a:pt x="18795" y="88723"/>
                    <a:pt x="18795" y="87446"/>
                    <a:pt x="18795" y="87446"/>
                  </a:cubicBezTo>
                  <a:cubicBezTo>
                    <a:pt x="18795" y="87446"/>
                    <a:pt x="19518" y="86808"/>
                    <a:pt x="18795" y="86808"/>
                  </a:cubicBezTo>
                  <a:cubicBezTo>
                    <a:pt x="18072" y="86808"/>
                    <a:pt x="18072" y="86170"/>
                    <a:pt x="18072" y="86170"/>
                  </a:cubicBezTo>
                  <a:cubicBezTo>
                    <a:pt x="17349" y="86170"/>
                    <a:pt x="17349" y="85531"/>
                    <a:pt x="17349" y="85531"/>
                  </a:cubicBezTo>
                  <a:cubicBezTo>
                    <a:pt x="19518" y="85531"/>
                    <a:pt x="19518" y="85531"/>
                    <a:pt x="19518" y="85531"/>
                  </a:cubicBezTo>
                  <a:cubicBezTo>
                    <a:pt x="20963" y="85531"/>
                    <a:pt x="20963" y="85531"/>
                    <a:pt x="20963" y="85531"/>
                  </a:cubicBezTo>
                  <a:cubicBezTo>
                    <a:pt x="22409" y="84893"/>
                    <a:pt x="22409" y="84893"/>
                    <a:pt x="22409" y="84893"/>
                  </a:cubicBezTo>
                  <a:cubicBezTo>
                    <a:pt x="22409" y="84893"/>
                    <a:pt x="23132" y="85531"/>
                    <a:pt x="23132" y="84893"/>
                  </a:cubicBezTo>
                  <a:cubicBezTo>
                    <a:pt x="23132" y="84893"/>
                    <a:pt x="23855" y="84255"/>
                    <a:pt x="23855" y="84255"/>
                  </a:cubicBezTo>
                  <a:cubicBezTo>
                    <a:pt x="25301" y="84255"/>
                    <a:pt x="25301" y="84255"/>
                    <a:pt x="25301" y="84255"/>
                  </a:cubicBezTo>
                  <a:cubicBezTo>
                    <a:pt x="25301" y="84255"/>
                    <a:pt x="24578" y="83617"/>
                    <a:pt x="24578" y="83617"/>
                  </a:cubicBezTo>
                  <a:cubicBezTo>
                    <a:pt x="25301" y="83617"/>
                    <a:pt x="25301" y="82340"/>
                    <a:pt x="25301" y="82340"/>
                  </a:cubicBezTo>
                  <a:cubicBezTo>
                    <a:pt x="25301" y="82340"/>
                    <a:pt x="26024" y="81702"/>
                    <a:pt x="26746" y="82340"/>
                  </a:cubicBezTo>
                  <a:cubicBezTo>
                    <a:pt x="26746" y="82340"/>
                    <a:pt x="28192" y="82340"/>
                    <a:pt x="28915" y="82978"/>
                  </a:cubicBezTo>
                  <a:cubicBezTo>
                    <a:pt x="28915" y="82978"/>
                    <a:pt x="29638" y="82978"/>
                    <a:pt x="29638" y="82978"/>
                  </a:cubicBezTo>
                  <a:cubicBezTo>
                    <a:pt x="31084" y="82978"/>
                    <a:pt x="31084" y="82978"/>
                    <a:pt x="31084" y="82978"/>
                  </a:cubicBezTo>
                  <a:cubicBezTo>
                    <a:pt x="31084" y="82978"/>
                    <a:pt x="32530" y="83617"/>
                    <a:pt x="32530" y="83617"/>
                  </a:cubicBezTo>
                  <a:cubicBezTo>
                    <a:pt x="32530" y="83617"/>
                    <a:pt x="33975" y="84255"/>
                    <a:pt x="34698" y="84255"/>
                  </a:cubicBezTo>
                  <a:cubicBezTo>
                    <a:pt x="34698" y="84255"/>
                    <a:pt x="35421" y="83617"/>
                    <a:pt x="35421" y="83617"/>
                  </a:cubicBezTo>
                  <a:cubicBezTo>
                    <a:pt x="35421" y="83617"/>
                    <a:pt x="35421" y="82978"/>
                    <a:pt x="36144" y="83617"/>
                  </a:cubicBezTo>
                  <a:cubicBezTo>
                    <a:pt x="36867" y="83617"/>
                    <a:pt x="37590" y="83617"/>
                    <a:pt x="38313" y="83617"/>
                  </a:cubicBezTo>
                  <a:cubicBezTo>
                    <a:pt x="38313" y="82978"/>
                    <a:pt x="38313" y="82978"/>
                    <a:pt x="39036" y="82978"/>
                  </a:cubicBezTo>
                  <a:cubicBezTo>
                    <a:pt x="39759" y="83617"/>
                    <a:pt x="40481" y="83617"/>
                    <a:pt x="40481" y="83617"/>
                  </a:cubicBezTo>
                  <a:cubicBezTo>
                    <a:pt x="41204" y="83617"/>
                    <a:pt x="42650" y="82978"/>
                    <a:pt x="42650" y="82978"/>
                  </a:cubicBezTo>
                  <a:cubicBezTo>
                    <a:pt x="42650" y="82978"/>
                    <a:pt x="41927" y="82340"/>
                    <a:pt x="42650" y="82978"/>
                  </a:cubicBezTo>
                  <a:cubicBezTo>
                    <a:pt x="43373" y="82978"/>
                    <a:pt x="44096" y="82340"/>
                    <a:pt x="44096" y="82340"/>
                  </a:cubicBezTo>
                  <a:cubicBezTo>
                    <a:pt x="42650" y="81702"/>
                    <a:pt x="42650" y="81702"/>
                    <a:pt x="42650" y="81702"/>
                  </a:cubicBezTo>
                  <a:cubicBezTo>
                    <a:pt x="42650" y="81702"/>
                    <a:pt x="43373" y="80425"/>
                    <a:pt x="43373" y="80425"/>
                  </a:cubicBezTo>
                  <a:cubicBezTo>
                    <a:pt x="43373" y="80425"/>
                    <a:pt x="42650" y="79787"/>
                    <a:pt x="42650" y="79787"/>
                  </a:cubicBezTo>
                  <a:cubicBezTo>
                    <a:pt x="42650" y="79787"/>
                    <a:pt x="41927" y="79787"/>
                    <a:pt x="41927" y="80425"/>
                  </a:cubicBezTo>
                  <a:cubicBezTo>
                    <a:pt x="41927" y="81063"/>
                    <a:pt x="41204" y="81702"/>
                    <a:pt x="40481" y="81702"/>
                  </a:cubicBezTo>
                  <a:cubicBezTo>
                    <a:pt x="40481" y="81702"/>
                    <a:pt x="39759" y="82340"/>
                    <a:pt x="39036" y="82340"/>
                  </a:cubicBezTo>
                  <a:cubicBezTo>
                    <a:pt x="39036" y="82340"/>
                    <a:pt x="38313" y="82978"/>
                    <a:pt x="38313" y="82978"/>
                  </a:cubicBezTo>
                  <a:cubicBezTo>
                    <a:pt x="38313" y="82978"/>
                    <a:pt x="38313" y="83617"/>
                    <a:pt x="36867" y="82978"/>
                  </a:cubicBezTo>
                  <a:cubicBezTo>
                    <a:pt x="36144" y="82340"/>
                    <a:pt x="35421" y="82340"/>
                    <a:pt x="35421" y="82340"/>
                  </a:cubicBezTo>
                  <a:cubicBezTo>
                    <a:pt x="35421" y="82340"/>
                    <a:pt x="35421" y="81702"/>
                    <a:pt x="34698" y="82340"/>
                  </a:cubicBezTo>
                  <a:cubicBezTo>
                    <a:pt x="33253" y="82340"/>
                    <a:pt x="33975" y="82978"/>
                    <a:pt x="33253" y="82340"/>
                  </a:cubicBezTo>
                  <a:cubicBezTo>
                    <a:pt x="32530" y="82340"/>
                    <a:pt x="30361" y="82340"/>
                    <a:pt x="30361" y="81702"/>
                  </a:cubicBezTo>
                  <a:cubicBezTo>
                    <a:pt x="30361" y="81702"/>
                    <a:pt x="29638" y="81063"/>
                    <a:pt x="29638" y="81063"/>
                  </a:cubicBezTo>
                  <a:cubicBezTo>
                    <a:pt x="29638" y="81063"/>
                    <a:pt x="29638" y="79787"/>
                    <a:pt x="29638" y="79787"/>
                  </a:cubicBezTo>
                  <a:cubicBezTo>
                    <a:pt x="28915" y="80425"/>
                    <a:pt x="28192" y="81063"/>
                    <a:pt x="27469" y="81063"/>
                  </a:cubicBezTo>
                  <a:cubicBezTo>
                    <a:pt x="27469" y="81063"/>
                    <a:pt x="26024" y="81063"/>
                    <a:pt x="25301" y="81063"/>
                  </a:cubicBezTo>
                  <a:cubicBezTo>
                    <a:pt x="25301" y="81063"/>
                    <a:pt x="25301" y="81063"/>
                    <a:pt x="24578" y="81063"/>
                  </a:cubicBezTo>
                  <a:cubicBezTo>
                    <a:pt x="23855" y="81063"/>
                    <a:pt x="23132" y="81702"/>
                    <a:pt x="22409" y="81702"/>
                  </a:cubicBezTo>
                  <a:cubicBezTo>
                    <a:pt x="21686" y="81702"/>
                    <a:pt x="21686" y="81063"/>
                    <a:pt x="20963" y="81063"/>
                  </a:cubicBezTo>
                  <a:cubicBezTo>
                    <a:pt x="20240" y="81063"/>
                    <a:pt x="20240" y="81063"/>
                    <a:pt x="20240" y="81063"/>
                  </a:cubicBezTo>
                  <a:cubicBezTo>
                    <a:pt x="20240" y="81063"/>
                    <a:pt x="20240" y="81063"/>
                    <a:pt x="20240" y="81063"/>
                  </a:cubicBezTo>
                  <a:cubicBezTo>
                    <a:pt x="20240" y="81063"/>
                    <a:pt x="20240" y="79787"/>
                    <a:pt x="21686" y="79787"/>
                  </a:cubicBezTo>
                  <a:cubicBezTo>
                    <a:pt x="22409" y="79148"/>
                    <a:pt x="21686" y="79148"/>
                    <a:pt x="23132" y="79148"/>
                  </a:cubicBezTo>
                  <a:cubicBezTo>
                    <a:pt x="24578" y="79148"/>
                    <a:pt x="25301" y="79148"/>
                    <a:pt x="26024" y="78510"/>
                  </a:cubicBezTo>
                  <a:cubicBezTo>
                    <a:pt x="26746" y="77872"/>
                    <a:pt x="26746" y="77234"/>
                    <a:pt x="27469" y="77234"/>
                  </a:cubicBezTo>
                  <a:cubicBezTo>
                    <a:pt x="28192" y="76595"/>
                    <a:pt x="28192" y="75957"/>
                    <a:pt x="28915" y="76595"/>
                  </a:cubicBezTo>
                  <a:cubicBezTo>
                    <a:pt x="30361" y="76595"/>
                    <a:pt x="31807" y="76595"/>
                    <a:pt x="31807" y="76595"/>
                  </a:cubicBezTo>
                  <a:cubicBezTo>
                    <a:pt x="31807" y="76595"/>
                    <a:pt x="31807" y="75957"/>
                    <a:pt x="31807" y="75319"/>
                  </a:cubicBezTo>
                  <a:cubicBezTo>
                    <a:pt x="31807" y="75319"/>
                    <a:pt x="31807" y="75319"/>
                    <a:pt x="31807" y="74680"/>
                  </a:cubicBezTo>
                  <a:cubicBezTo>
                    <a:pt x="32530" y="74680"/>
                    <a:pt x="32530" y="74042"/>
                    <a:pt x="32530" y="74042"/>
                  </a:cubicBezTo>
                  <a:cubicBezTo>
                    <a:pt x="33253" y="74042"/>
                    <a:pt x="33253" y="73404"/>
                    <a:pt x="33975" y="73404"/>
                  </a:cubicBezTo>
                  <a:cubicBezTo>
                    <a:pt x="33975" y="72765"/>
                    <a:pt x="34698" y="72765"/>
                    <a:pt x="34698" y="72127"/>
                  </a:cubicBezTo>
                  <a:cubicBezTo>
                    <a:pt x="35421" y="72127"/>
                    <a:pt x="35421" y="71489"/>
                    <a:pt x="35421" y="71489"/>
                  </a:cubicBezTo>
                  <a:cubicBezTo>
                    <a:pt x="35421" y="71489"/>
                    <a:pt x="33253" y="70851"/>
                    <a:pt x="33253" y="70851"/>
                  </a:cubicBezTo>
                  <a:cubicBezTo>
                    <a:pt x="33975" y="70212"/>
                    <a:pt x="33975" y="70212"/>
                    <a:pt x="33975" y="70212"/>
                  </a:cubicBezTo>
                  <a:cubicBezTo>
                    <a:pt x="36867" y="68297"/>
                    <a:pt x="36867" y="68297"/>
                    <a:pt x="36867" y="68297"/>
                  </a:cubicBezTo>
                  <a:cubicBezTo>
                    <a:pt x="36867" y="68297"/>
                    <a:pt x="37590" y="67021"/>
                    <a:pt x="37590" y="67021"/>
                  </a:cubicBezTo>
                  <a:cubicBezTo>
                    <a:pt x="38313" y="67021"/>
                    <a:pt x="39036" y="66382"/>
                    <a:pt x="39036" y="66382"/>
                  </a:cubicBezTo>
                  <a:cubicBezTo>
                    <a:pt x="39759" y="65106"/>
                    <a:pt x="39759" y="65106"/>
                    <a:pt x="39759" y="65106"/>
                  </a:cubicBezTo>
                  <a:cubicBezTo>
                    <a:pt x="39759" y="65106"/>
                    <a:pt x="39759" y="64468"/>
                    <a:pt x="40481" y="65106"/>
                  </a:cubicBezTo>
                  <a:cubicBezTo>
                    <a:pt x="41204" y="65106"/>
                    <a:pt x="41204" y="65744"/>
                    <a:pt x="41927" y="65744"/>
                  </a:cubicBezTo>
                  <a:cubicBezTo>
                    <a:pt x="42650" y="66382"/>
                    <a:pt x="44819" y="66382"/>
                    <a:pt x="44819" y="66382"/>
                  </a:cubicBezTo>
                  <a:cubicBezTo>
                    <a:pt x="44096" y="65106"/>
                    <a:pt x="44096" y="65106"/>
                    <a:pt x="44096" y="65106"/>
                  </a:cubicBezTo>
                  <a:cubicBezTo>
                    <a:pt x="46987" y="65106"/>
                    <a:pt x="46987" y="65106"/>
                    <a:pt x="46987" y="65106"/>
                  </a:cubicBezTo>
                  <a:cubicBezTo>
                    <a:pt x="46987" y="66382"/>
                    <a:pt x="46987" y="66382"/>
                    <a:pt x="46987" y="66382"/>
                  </a:cubicBezTo>
                  <a:cubicBezTo>
                    <a:pt x="48433" y="65744"/>
                    <a:pt x="48433" y="65744"/>
                    <a:pt x="48433" y="65744"/>
                  </a:cubicBezTo>
                  <a:cubicBezTo>
                    <a:pt x="47710" y="64468"/>
                    <a:pt x="47710" y="64468"/>
                    <a:pt x="47710" y="64468"/>
                  </a:cubicBezTo>
                  <a:cubicBezTo>
                    <a:pt x="47710" y="64468"/>
                    <a:pt x="49156" y="64468"/>
                    <a:pt x="49156" y="64468"/>
                  </a:cubicBezTo>
                  <a:cubicBezTo>
                    <a:pt x="48433" y="64468"/>
                    <a:pt x="46987" y="63191"/>
                    <a:pt x="46987" y="63191"/>
                  </a:cubicBezTo>
                  <a:cubicBezTo>
                    <a:pt x="47710" y="61914"/>
                    <a:pt x="47710" y="61914"/>
                    <a:pt x="47710" y="61914"/>
                  </a:cubicBezTo>
                  <a:cubicBezTo>
                    <a:pt x="46265" y="61914"/>
                    <a:pt x="46265" y="61914"/>
                    <a:pt x="46265" y="61914"/>
                  </a:cubicBezTo>
                  <a:cubicBezTo>
                    <a:pt x="46265" y="61914"/>
                    <a:pt x="43373" y="61914"/>
                    <a:pt x="42650" y="61914"/>
                  </a:cubicBezTo>
                  <a:cubicBezTo>
                    <a:pt x="41927" y="61276"/>
                    <a:pt x="41927" y="61276"/>
                    <a:pt x="41204" y="61276"/>
                  </a:cubicBezTo>
                  <a:cubicBezTo>
                    <a:pt x="40481" y="61276"/>
                    <a:pt x="39759" y="61276"/>
                    <a:pt x="39036" y="61276"/>
                  </a:cubicBezTo>
                  <a:cubicBezTo>
                    <a:pt x="38313" y="61276"/>
                    <a:pt x="37590" y="61276"/>
                    <a:pt x="36867" y="61276"/>
                  </a:cubicBezTo>
                  <a:cubicBezTo>
                    <a:pt x="36867" y="61276"/>
                    <a:pt x="36144" y="61276"/>
                    <a:pt x="35421" y="61276"/>
                  </a:cubicBezTo>
                  <a:cubicBezTo>
                    <a:pt x="35421" y="60638"/>
                    <a:pt x="36144" y="60000"/>
                    <a:pt x="35421" y="60000"/>
                  </a:cubicBezTo>
                  <a:cubicBezTo>
                    <a:pt x="34698" y="60000"/>
                    <a:pt x="33975" y="58723"/>
                    <a:pt x="33253" y="59361"/>
                  </a:cubicBezTo>
                  <a:cubicBezTo>
                    <a:pt x="33253" y="59361"/>
                    <a:pt x="33253" y="59361"/>
                    <a:pt x="32530" y="59361"/>
                  </a:cubicBezTo>
                  <a:cubicBezTo>
                    <a:pt x="32530" y="60000"/>
                    <a:pt x="31807" y="60000"/>
                    <a:pt x="31807" y="60000"/>
                  </a:cubicBezTo>
                  <a:cubicBezTo>
                    <a:pt x="31084" y="59361"/>
                    <a:pt x="31084" y="60000"/>
                    <a:pt x="31807" y="59361"/>
                  </a:cubicBezTo>
                  <a:cubicBezTo>
                    <a:pt x="31807" y="58723"/>
                    <a:pt x="31084" y="57446"/>
                    <a:pt x="31807" y="57446"/>
                  </a:cubicBezTo>
                  <a:cubicBezTo>
                    <a:pt x="32530" y="58085"/>
                    <a:pt x="32530" y="58085"/>
                    <a:pt x="33253" y="58085"/>
                  </a:cubicBezTo>
                  <a:cubicBezTo>
                    <a:pt x="33253" y="58085"/>
                    <a:pt x="33975" y="58085"/>
                    <a:pt x="33975" y="58085"/>
                  </a:cubicBezTo>
                  <a:cubicBezTo>
                    <a:pt x="33975" y="57446"/>
                    <a:pt x="34698" y="56170"/>
                    <a:pt x="34698" y="56170"/>
                  </a:cubicBezTo>
                  <a:cubicBezTo>
                    <a:pt x="34698" y="56170"/>
                    <a:pt x="36867" y="56808"/>
                    <a:pt x="36144" y="56170"/>
                  </a:cubicBezTo>
                  <a:cubicBezTo>
                    <a:pt x="35421" y="55531"/>
                    <a:pt x="33975" y="54893"/>
                    <a:pt x="33975" y="54893"/>
                  </a:cubicBezTo>
                  <a:cubicBezTo>
                    <a:pt x="33975" y="54893"/>
                    <a:pt x="33253" y="54893"/>
                    <a:pt x="33253" y="55531"/>
                  </a:cubicBezTo>
                  <a:cubicBezTo>
                    <a:pt x="32530" y="56170"/>
                    <a:pt x="33253" y="56170"/>
                    <a:pt x="32530" y="56808"/>
                  </a:cubicBezTo>
                  <a:cubicBezTo>
                    <a:pt x="31807" y="56808"/>
                    <a:pt x="31807" y="56808"/>
                    <a:pt x="31084" y="56808"/>
                  </a:cubicBezTo>
                  <a:cubicBezTo>
                    <a:pt x="31084" y="56808"/>
                    <a:pt x="31084" y="56808"/>
                    <a:pt x="30361" y="56808"/>
                  </a:cubicBezTo>
                  <a:cubicBezTo>
                    <a:pt x="30361" y="56808"/>
                    <a:pt x="28915" y="56808"/>
                    <a:pt x="28915" y="56170"/>
                  </a:cubicBezTo>
                  <a:cubicBezTo>
                    <a:pt x="28915" y="56170"/>
                    <a:pt x="28915" y="56170"/>
                    <a:pt x="28915" y="55531"/>
                  </a:cubicBezTo>
                  <a:cubicBezTo>
                    <a:pt x="28915" y="54893"/>
                    <a:pt x="28915" y="54255"/>
                    <a:pt x="30361" y="54255"/>
                  </a:cubicBezTo>
                  <a:cubicBezTo>
                    <a:pt x="31084" y="54255"/>
                    <a:pt x="31084" y="54893"/>
                    <a:pt x="31084" y="54255"/>
                  </a:cubicBezTo>
                  <a:cubicBezTo>
                    <a:pt x="31084" y="54255"/>
                    <a:pt x="31084" y="53617"/>
                    <a:pt x="30361" y="53617"/>
                  </a:cubicBezTo>
                  <a:cubicBezTo>
                    <a:pt x="30361" y="52978"/>
                    <a:pt x="30361" y="52978"/>
                    <a:pt x="29638" y="52978"/>
                  </a:cubicBezTo>
                  <a:cubicBezTo>
                    <a:pt x="28915" y="52978"/>
                    <a:pt x="27469" y="53617"/>
                    <a:pt x="27469" y="53617"/>
                  </a:cubicBezTo>
                  <a:cubicBezTo>
                    <a:pt x="27469" y="53617"/>
                    <a:pt x="28192" y="53617"/>
                    <a:pt x="26746" y="53617"/>
                  </a:cubicBezTo>
                  <a:cubicBezTo>
                    <a:pt x="26024" y="52978"/>
                    <a:pt x="26746" y="52978"/>
                    <a:pt x="26024" y="52340"/>
                  </a:cubicBezTo>
                  <a:cubicBezTo>
                    <a:pt x="26024" y="51702"/>
                    <a:pt x="26024" y="51702"/>
                    <a:pt x="25301" y="51702"/>
                  </a:cubicBezTo>
                  <a:cubicBezTo>
                    <a:pt x="25301" y="51702"/>
                    <a:pt x="25301" y="51702"/>
                    <a:pt x="24578" y="51702"/>
                  </a:cubicBezTo>
                  <a:cubicBezTo>
                    <a:pt x="23855" y="51063"/>
                    <a:pt x="23132" y="51063"/>
                    <a:pt x="23132" y="50425"/>
                  </a:cubicBezTo>
                  <a:cubicBezTo>
                    <a:pt x="23132" y="49787"/>
                    <a:pt x="23132" y="49148"/>
                    <a:pt x="23855" y="49787"/>
                  </a:cubicBezTo>
                  <a:cubicBezTo>
                    <a:pt x="24578" y="49787"/>
                    <a:pt x="23855" y="49148"/>
                    <a:pt x="24578" y="49787"/>
                  </a:cubicBezTo>
                  <a:cubicBezTo>
                    <a:pt x="26024" y="50425"/>
                    <a:pt x="26024" y="50425"/>
                    <a:pt x="26024" y="50425"/>
                  </a:cubicBezTo>
                  <a:cubicBezTo>
                    <a:pt x="26024" y="50425"/>
                    <a:pt x="26746" y="50425"/>
                    <a:pt x="26024" y="49787"/>
                  </a:cubicBezTo>
                  <a:cubicBezTo>
                    <a:pt x="26024" y="49148"/>
                    <a:pt x="25301" y="48510"/>
                    <a:pt x="25301" y="48510"/>
                  </a:cubicBezTo>
                  <a:cubicBezTo>
                    <a:pt x="25301" y="48510"/>
                    <a:pt x="24578" y="48510"/>
                    <a:pt x="24578" y="47872"/>
                  </a:cubicBezTo>
                  <a:cubicBezTo>
                    <a:pt x="24578" y="47234"/>
                    <a:pt x="24578" y="47234"/>
                    <a:pt x="23855" y="46595"/>
                  </a:cubicBezTo>
                  <a:cubicBezTo>
                    <a:pt x="23855" y="46595"/>
                    <a:pt x="24578" y="46595"/>
                    <a:pt x="24578" y="46595"/>
                  </a:cubicBezTo>
                  <a:cubicBezTo>
                    <a:pt x="25301" y="46595"/>
                    <a:pt x="24578" y="46595"/>
                    <a:pt x="25301" y="46595"/>
                  </a:cubicBezTo>
                  <a:cubicBezTo>
                    <a:pt x="26746" y="46595"/>
                    <a:pt x="26024" y="46595"/>
                    <a:pt x="26746" y="46595"/>
                  </a:cubicBezTo>
                  <a:cubicBezTo>
                    <a:pt x="26746" y="46595"/>
                    <a:pt x="27469" y="46595"/>
                    <a:pt x="27469" y="46595"/>
                  </a:cubicBezTo>
                  <a:cubicBezTo>
                    <a:pt x="27469" y="47234"/>
                    <a:pt x="28192" y="45957"/>
                    <a:pt x="28192" y="45957"/>
                  </a:cubicBezTo>
                  <a:cubicBezTo>
                    <a:pt x="28192" y="45957"/>
                    <a:pt x="27469" y="45319"/>
                    <a:pt x="28192" y="45319"/>
                  </a:cubicBezTo>
                  <a:cubicBezTo>
                    <a:pt x="28915" y="45319"/>
                    <a:pt x="28915" y="45957"/>
                    <a:pt x="29638" y="45957"/>
                  </a:cubicBezTo>
                  <a:cubicBezTo>
                    <a:pt x="31084" y="45957"/>
                    <a:pt x="31084" y="46595"/>
                    <a:pt x="31807" y="46595"/>
                  </a:cubicBezTo>
                  <a:cubicBezTo>
                    <a:pt x="31807" y="45957"/>
                    <a:pt x="32530" y="46595"/>
                    <a:pt x="32530" y="45957"/>
                  </a:cubicBezTo>
                  <a:cubicBezTo>
                    <a:pt x="31807" y="45319"/>
                    <a:pt x="31807" y="45957"/>
                    <a:pt x="31807" y="45319"/>
                  </a:cubicBezTo>
                  <a:cubicBezTo>
                    <a:pt x="31084" y="44680"/>
                    <a:pt x="31084" y="45319"/>
                    <a:pt x="31084" y="44042"/>
                  </a:cubicBezTo>
                  <a:cubicBezTo>
                    <a:pt x="31807" y="43404"/>
                    <a:pt x="31807" y="42765"/>
                    <a:pt x="31807" y="42765"/>
                  </a:cubicBezTo>
                  <a:cubicBezTo>
                    <a:pt x="31807" y="42127"/>
                    <a:pt x="31807" y="42127"/>
                    <a:pt x="31807" y="42127"/>
                  </a:cubicBezTo>
                  <a:cubicBezTo>
                    <a:pt x="33253" y="40851"/>
                    <a:pt x="33253" y="40851"/>
                    <a:pt x="33253" y="40851"/>
                  </a:cubicBezTo>
                  <a:cubicBezTo>
                    <a:pt x="33253" y="40851"/>
                    <a:pt x="33975" y="40851"/>
                    <a:pt x="34698" y="40851"/>
                  </a:cubicBezTo>
                  <a:cubicBezTo>
                    <a:pt x="36144" y="40851"/>
                    <a:pt x="36867" y="41489"/>
                    <a:pt x="37590" y="41489"/>
                  </a:cubicBezTo>
                  <a:cubicBezTo>
                    <a:pt x="39036" y="41489"/>
                    <a:pt x="39759" y="41489"/>
                    <a:pt x="39759" y="41489"/>
                  </a:cubicBezTo>
                  <a:cubicBezTo>
                    <a:pt x="39036" y="40851"/>
                    <a:pt x="39036" y="40851"/>
                    <a:pt x="39036" y="40851"/>
                  </a:cubicBezTo>
                  <a:cubicBezTo>
                    <a:pt x="39036" y="40851"/>
                    <a:pt x="39036" y="40851"/>
                    <a:pt x="39036" y="40212"/>
                  </a:cubicBezTo>
                  <a:cubicBezTo>
                    <a:pt x="39759" y="40212"/>
                    <a:pt x="39759" y="40212"/>
                    <a:pt x="40481" y="40212"/>
                  </a:cubicBezTo>
                  <a:cubicBezTo>
                    <a:pt x="40481" y="40212"/>
                    <a:pt x="41204" y="38936"/>
                    <a:pt x="41204" y="38936"/>
                  </a:cubicBezTo>
                  <a:cubicBezTo>
                    <a:pt x="40481" y="38297"/>
                    <a:pt x="40481" y="38297"/>
                    <a:pt x="39759" y="37659"/>
                  </a:cubicBezTo>
                  <a:cubicBezTo>
                    <a:pt x="38313" y="37659"/>
                    <a:pt x="36144" y="37659"/>
                    <a:pt x="36144" y="37659"/>
                  </a:cubicBezTo>
                  <a:cubicBezTo>
                    <a:pt x="36144" y="37659"/>
                    <a:pt x="35421" y="37659"/>
                    <a:pt x="34698" y="37659"/>
                  </a:cubicBezTo>
                  <a:cubicBezTo>
                    <a:pt x="33975" y="37659"/>
                    <a:pt x="32530" y="37659"/>
                    <a:pt x="32530" y="37021"/>
                  </a:cubicBezTo>
                  <a:cubicBezTo>
                    <a:pt x="31807" y="37021"/>
                    <a:pt x="31807" y="37021"/>
                    <a:pt x="31807" y="35744"/>
                  </a:cubicBezTo>
                  <a:cubicBezTo>
                    <a:pt x="31807" y="35106"/>
                    <a:pt x="31084" y="35106"/>
                    <a:pt x="31084" y="35106"/>
                  </a:cubicBezTo>
                  <a:cubicBezTo>
                    <a:pt x="31807" y="33829"/>
                    <a:pt x="31807" y="33829"/>
                    <a:pt x="31807" y="33829"/>
                  </a:cubicBezTo>
                  <a:cubicBezTo>
                    <a:pt x="31807" y="33829"/>
                    <a:pt x="31084" y="33191"/>
                    <a:pt x="31084" y="33191"/>
                  </a:cubicBezTo>
                  <a:cubicBezTo>
                    <a:pt x="30361" y="33191"/>
                    <a:pt x="30361" y="33191"/>
                    <a:pt x="30361" y="33191"/>
                  </a:cubicBezTo>
                  <a:cubicBezTo>
                    <a:pt x="29638" y="33191"/>
                    <a:pt x="30361" y="33191"/>
                    <a:pt x="28915" y="32553"/>
                  </a:cubicBezTo>
                  <a:cubicBezTo>
                    <a:pt x="27469" y="32553"/>
                    <a:pt x="26746" y="31914"/>
                    <a:pt x="26746" y="31914"/>
                  </a:cubicBezTo>
                  <a:cubicBezTo>
                    <a:pt x="26746" y="31276"/>
                    <a:pt x="26746" y="31276"/>
                    <a:pt x="28192" y="31276"/>
                  </a:cubicBezTo>
                  <a:cubicBezTo>
                    <a:pt x="28915" y="31276"/>
                    <a:pt x="29638" y="31276"/>
                    <a:pt x="30361" y="31276"/>
                  </a:cubicBezTo>
                  <a:cubicBezTo>
                    <a:pt x="31084" y="31914"/>
                    <a:pt x="32530" y="31276"/>
                    <a:pt x="32530" y="31276"/>
                  </a:cubicBezTo>
                  <a:cubicBezTo>
                    <a:pt x="32530" y="31276"/>
                    <a:pt x="31807" y="31276"/>
                    <a:pt x="33253" y="31914"/>
                  </a:cubicBezTo>
                  <a:cubicBezTo>
                    <a:pt x="34698" y="32553"/>
                    <a:pt x="33975" y="32553"/>
                    <a:pt x="34698" y="32553"/>
                  </a:cubicBezTo>
                  <a:cubicBezTo>
                    <a:pt x="35421" y="32553"/>
                    <a:pt x="36144" y="31914"/>
                    <a:pt x="35421" y="31914"/>
                  </a:cubicBezTo>
                  <a:cubicBezTo>
                    <a:pt x="35421" y="31276"/>
                    <a:pt x="36144" y="31276"/>
                    <a:pt x="35421" y="31276"/>
                  </a:cubicBezTo>
                  <a:cubicBezTo>
                    <a:pt x="34698" y="30638"/>
                    <a:pt x="34698" y="30638"/>
                    <a:pt x="34698" y="30638"/>
                  </a:cubicBezTo>
                  <a:cubicBezTo>
                    <a:pt x="34698" y="30638"/>
                    <a:pt x="34698" y="30638"/>
                    <a:pt x="34698" y="30000"/>
                  </a:cubicBezTo>
                  <a:cubicBezTo>
                    <a:pt x="34698" y="29361"/>
                    <a:pt x="35421" y="28723"/>
                    <a:pt x="35421" y="28723"/>
                  </a:cubicBezTo>
                  <a:cubicBezTo>
                    <a:pt x="36144" y="28723"/>
                    <a:pt x="36144" y="28723"/>
                    <a:pt x="36144" y="28085"/>
                  </a:cubicBezTo>
                  <a:cubicBezTo>
                    <a:pt x="36144" y="28085"/>
                    <a:pt x="36144" y="27446"/>
                    <a:pt x="36144" y="27446"/>
                  </a:cubicBezTo>
                  <a:cubicBezTo>
                    <a:pt x="36144" y="26808"/>
                    <a:pt x="36867" y="26170"/>
                    <a:pt x="36867" y="26170"/>
                  </a:cubicBezTo>
                  <a:cubicBezTo>
                    <a:pt x="36867" y="26170"/>
                    <a:pt x="36144" y="25531"/>
                    <a:pt x="36144" y="25531"/>
                  </a:cubicBezTo>
                  <a:cubicBezTo>
                    <a:pt x="36144" y="25531"/>
                    <a:pt x="34698" y="25531"/>
                    <a:pt x="34698" y="26170"/>
                  </a:cubicBezTo>
                  <a:cubicBezTo>
                    <a:pt x="34698" y="26170"/>
                    <a:pt x="34698" y="26170"/>
                    <a:pt x="34698" y="26808"/>
                  </a:cubicBezTo>
                  <a:cubicBezTo>
                    <a:pt x="33975" y="26808"/>
                    <a:pt x="33975" y="26808"/>
                    <a:pt x="33253" y="26808"/>
                  </a:cubicBezTo>
                  <a:cubicBezTo>
                    <a:pt x="33253" y="27446"/>
                    <a:pt x="33253" y="27446"/>
                    <a:pt x="33253" y="27446"/>
                  </a:cubicBezTo>
                  <a:cubicBezTo>
                    <a:pt x="33253" y="28085"/>
                    <a:pt x="32530" y="28723"/>
                    <a:pt x="32530" y="28723"/>
                  </a:cubicBezTo>
                  <a:cubicBezTo>
                    <a:pt x="32530" y="28723"/>
                    <a:pt x="31807" y="27446"/>
                    <a:pt x="31807" y="26808"/>
                  </a:cubicBezTo>
                  <a:cubicBezTo>
                    <a:pt x="31807" y="26808"/>
                    <a:pt x="32530" y="26170"/>
                    <a:pt x="33253" y="26170"/>
                  </a:cubicBezTo>
                  <a:cubicBezTo>
                    <a:pt x="33975" y="26170"/>
                    <a:pt x="33975" y="26170"/>
                    <a:pt x="33975" y="25531"/>
                  </a:cubicBezTo>
                  <a:cubicBezTo>
                    <a:pt x="33975" y="25531"/>
                    <a:pt x="33975" y="25531"/>
                    <a:pt x="33975" y="24893"/>
                  </a:cubicBezTo>
                  <a:cubicBezTo>
                    <a:pt x="33975" y="24255"/>
                    <a:pt x="33975" y="24255"/>
                    <a:pt x="33975" y="24255"/>
                  </a:cubicBezTo>
                  <a:cubicBezTo>
                    <a:pt x="34698" y="23617"/>
                    <a:pt x="35421" y="22978"/>
                    <a:pt x="36144" y="22978"/>
                  </a:cubicBezTo>
                  <a:cubicBezTo>
                    <a:pt x="36144" y="22978"/>
                    <a:pt x="35421" y="21702"/>
                    <a:pt x="36867" y="22978"/>
                  </a:cubicBezTo>
                  <a:cubicBezTo>
                    <a:pt x="37590" y="23617"/>
                    <a:pt x="37590" y="23617"/>
                    <a:pt x="38313" y="24255"/>
                  </a:cubicBezTo>
                  <a:cubicBezTo>
                    <a:pt x="39036" y="24255"/>
                    <a:pt x="40481" y="24893"/>
                    <a:pt x="40481" y="24255"/>
                  </a:cubicBezTo>
                  <a:cubicBezTo>
                    <a:pt x="40481" y="24255"/>
                    <a:pt x="40481" y="23617"/>
                    <a:pt x="40481" y="22978"/>
                  </a:cubicBezTo>
                  <a:cubicBezTo>
                    <a:pt x="40481" y="22978"/>
                    <a:pt x="39759" y="22978"/>
                    <a:pt x="40481" y="22340"/>
                  </a:cubicBezTo>
                  <a:cubicBezTo>
                    <a:pt x="40481" y="22340"/>
                    <a:pt x="40481" y="22340"/>
                    <a:pt x="41204" y="22340"/>
                  </a:cubicBezTo>
                  <a:cubicBezTo>
                    <a:pt x="42650" y="22978"/>
                    <a:pt x="41927" y="22978"/>
                    <a:pt x="42650" y="23617"/>
                  </a:cubicBezTo>
                  <a:cubicBezTo>
                    <a:pt x="44096" y="24255"/>
                    <a:pt x="44096" y="24255"/>
                    <a:pt x="44096" y="24255"/>
                  </a:cubicBezTo>
                  <a:cubicBezTo>
                    <a:pt x="44819" y="24255"/>
                    <a:pt x="44819" y="24255"/>
                    <a:pt x="45542" y="24255"/>
                  </a:cubicBezTo>
                  <a:cubicBezTo>
                    <a:pt x="46265" y="24255"/>
                    <a:pt x="45542" y="23617"/>
                    <a:pt x="46987" y="24893"/>
                  </a:cubicBezTo>
                  <a:cubicBezTo>
                    <a:pt x="47710" y="25531"/>
                    <a:pt x="47710" y="25531"/>
                    <a:pt x="48433" y="25531"/>
                  </a:cubicBezTo>
                  <a:cubicBezTo>
                    <a:pt x="49156" y="26170"/>
                    <a:pt x="50602" y="25531"/>
                    <a:pt x="50602" y="25531"/>
                  </a:cubicBezTo>
                  <a:cubicBezTo>
                    <a:pt x="50602" y="25531"/>
                    <a:pt x="50602" y="24893"/>
                    <a:pt x="51325" y="26170"/>
                  </a:cubicBezTo>
                  <a:cubicBezTo>
                    <a:pt x="52048" y="27446"/>
                    <a:pt x="52771" y="27446"/>
                    <a:pt x="52771" y="27446"/>
                  </a:cubicBezTo>
                  <a:cubicBezTo>
                    <a:pt x="52771" y="28085"/>
                    <a:pt x="53493" y="28723"/>
                    <a:pt x="53493" y="28723"/>
                  </a:cubicBezTo>
                  <a:cubicBezTo>
                    <a:pt x="53493" y="28723"/>
                    <a:pt x="53493" y="28723"/>
                    <a:pt x="53493" y="29361"/>
                  </a:cubicBezTo>
                  <a:cubicBezTo>
                    <a:pt x="53493" y="29361"/>
                    <a:pt x="53493" y="30000"/>
                    <a:pt x="54216" y="30000"/>
                  </a:cubicBezTo>
                  <a:cubicBezTo>
                    <a:pt x="54216" y="30000"/>
                    <a:pt x="54939" y="30000"/>
                    <a:pt x="54939" y="30000"/>
                  </a:cubicBezTo>
                  <a:cubicBezTo>
                    <a:pt x="54939" y="30000"/>
                    <a:pt x="55662" y="29361"/>
                    <a:pt x="55662" y="29361"/>
                  </a:cubicBezTo>
                  <a:cubicBezTo>
                    <a:pt x="55662" y="29361"/>
                    <a:pt x="57108" y="28723"/>
                    <a:pt x="57108" y="28723"/>
                  </a:cubicBezTo>
                  <a:cubicBezTo>
                    <a:pt x="57108" y="28723"/>
                    <a:pt x="57108" y="28085"/>
                    <a:pt x="58554" y="28723"/>
                  </a:cubicBezTo>
                  <a:cubicBezTo>
                    <a:pt x="59277" y="28723"/>
                    <a:pt x="60722" y="29361"/>
                    <a:pt x="60722" y="29361"/>
                  </a:cubicBezTo>
                  <a:cubicBezTo>
                    <a:pt x="60722" y="29361"/>
                    <a:pt x="60722" y="30000"/>
                    <a:pt x="60722" y="30000"/>
                  </a:cubicBezTo>
                  <a:cubicBezTo>
                    <a:pt x="61445" y="30000"/>
                    <a:pt x="63614" y="30000"/>
                    <a:pt x="63614" y="30000"/>
                  </a:cubicBezTo>
                  <a:cubicBezTo>
                    <a:pt x="64337" y="30638"/>
                    <a:pt x="64337" y="30638"/>
                    <a:pt x="64337" y="30638"/>
                  </a:cubicBezTo>
                  <a:cubicBezTo>
                    <a:pt x="64337" y="30638"/>
                    <a:pt x="65060" y="31276"/>
                    <a:pt x="65060" y="31276"/>
                  </a:cubicBezTo>
                  <a:cubicBezTo>
                    <a:pt x="65060" y="31914"/>
                    <a:pt x="65783" y="33191"/>
                    <a:pt x="65783" y="33191"/>
                  </a:cubicBezTo>
                  <a:cubicBezTo>
                    <a:pt x="67951" y="33829"/>
                    <a:pt x="67951" y="33829"/>
                    <a:pt x="67951" y="33829"/>
                  </a:cubicBezTo>
                  <a:cubicBezTo>
                    <a:pt x="66506" y="31914"/>
                    <a:pt x="66506" y="31914"/>
                    <a:pt x="66506" y="31914"/>
                  </a:cubicBezTo>
                  <a:cubicBezTo>
                    <a:pt x="66506" y="31914"/>
                    <a:pt x="65060" y="30638"/>
                    <a:pt x="66506" y="30638"/>
                  </a:cubicBezTo>
                  <a:cubicBezTo>
                    <a:pt x="67951" y="30638"/>
                    <a:pt x="68674" y="30000"/>
                    <a:pt x="68674" y="30000"/>
                  </a:cubicBezTo>
                  <a:cubicBezTo>
                    <a:pt x="68674" y="29361"/>
                    <a:pt x="68674" y="29361"/>
                    <a:pt x="68674" y="29361"/>
                  </a:cubicBezTo>
                  <a:cubicBezTo>
                    <a:pt x="66506" y="29361"/>
                    <a:pt x="66506" y="29361"/>
                    <a:pt x="66506" y="29361"/>
                  </a:cubicBezTo>
                  <a:cubicBezTo>
                    <a:pt x="66506" y="29361"/>
                    <a:pt x="66506" y="28085"/>
                    <a:pt x="66506" y="28085"/>
                  </a:cubicBezTo>
                  <a:cubicBezTo>
                    <a:pt x="67228" y="28085"/>
                    <a:pt x="67951" y="26808"/>
                    <a:pt x="69397" y="26808"/>
                  </a:cubicBezTo>
                  <a:cubicBezTo>
                    <a:pt x="70843" y="26808"/>
                    <a:pt x="72289" y="26170"/>
                    <a:pt x="72289" y="26170"/>
                  </a:cubicBezTo>
                  <a:cubicBezTo>
                    <a:pt x="72289" y="26170"/>
                    <a:pt x="72289" y="25531"/>
                    <a:pt x="73734" y="25531"/>
                  </a:cubicBezTo>
                  <a:cubicBezTo>
                    <a:pt x="75180" y="25531"/>
                    <a:pt x="75903" y="25531"/>
                    <a:pt x="76626" y="25531"/>
                  </a:cubicBezTo>
                  <a:cubicBezTo>
                    <a:pt x="77349" y="25531"/>
                    <a:pt x="77349" y="25531"/>
                    <a:pt x="77349" y="24893"/>
                  </a:cubicBezTo>
                  <a:cubicBezTo>
                    <a:pt x="77349" y="24255"/>
                    <a:pt x="76626" y="24255"/>
                    <a:pt x="78072" y="23617"/>
                  </a:cubicBezTo>
                  <a:cubicBezTo>
                    <a:pt x="78795" y="23617"/>
                    <a:pt x="79518" y="22978"/>
                    <a:pt x="79518" y="22978"/>
                  </a:cubicBezTo>
                  <a:cubicBezTo>
                    <a:pt x="80240" y="20425"/>
                    <a:pt x="80240" y="20425"/>
                    <a:pt x="80240" y="20425"/>
                  </a:cubicBezTo>
                  <a:cubicBezTo>
                    <a:pt x="77349" y="21702"/>
                    <a:pt x="77349" y="21702"/>
                    <a:pt x="77349" y="21702"/>
                  </a:cubicBezTo>
                  <a:cubicBezTo>
                    <a:pt x="77349" y="21702"/>
                    <a:pt x="77349" y="20425"/>
                    <a:pt x="76626" y="20425"/>
                  </a:cubicBezTo>
                  <a:cubicBezTo>
                    <a:pt x="75903" y="20425"/>
                    <a:pt x="73734" y="21702"/>
                    <a:pt x="73734" y="21702"/>
                  </a:cubicBezTo>
                  <a:cubicBezTo>
                    <a:pt x="73734" y="21702"/>
                    <a:pt x="73734" y="21063"/>
                    <a:pt x="73012" y="21063"/>
                  </a:cubicBezTo>
                  <a:cubicBezTo>
                    <a:pt x="73012" y="20425"/>
                    <a:pt x="73012" y="20425"/>
                    <a:pt x="72289" y="20425"/>
                  </a:cubicBezTo>
                  <a:cubicBezTo>
                    <a:pt x="71566" y="20425"/>
                    <a:pt x="72289" y="20425"/>
                    <a:pt x="70843" y="19787"/>
                  </a:cubicBezTo>
                  <a:cubicBezTo>
                    <a:pt x="69397" y="19148"/>
                    <a:pt x="68674" y="17872"/>
                    <a:pt x="68674" y="17872"/>
                  </a:cubicBezTo>
                  <a:cubicBezTo>
                    <a:pt x="68674" y="17872"/>
                    <a:pt x="69397" y="17872"/>
                    <a:pt x="67951" y="17872"/>
                  </a:cubicBezTo>
                  <a:cubicBezTo>
                    <a:pt x="67228" y="17234"/>
                    <a:pt x="67228" y="17234"/>
                    <a:pt x="67228" y="17234"/>
                  </a:cubicBezTo>
                  <a:cubicBezTo>
                    <a:pt x="66506" y="16595"/>
                    <a:pt x="66506" y="16595"/>
                    <a:pt x="67951" y="15957"/>
                  </a:cubicBezTo>
                  <a:cubicBezTo>
                    <a:pt x="68674" y="15319"/>
                    <a:pt x="67951" y="15319"/>
                    <a:pt x="69397" y="14680"/>
                  </a:cubicBezTo>
                  <a:cubicBezTo>
                    <a:pt x="70120" y="14042"/>
                    <a:pt x="69397" y="13404"/>
                    <a:pt x="70843" y="14042"/>
                  </a:cubicBezTo>
                  <a:cubicBezTo>
                    <a:pt x="73012" y="14680"/>
                    <a:pt x="73012" y="14680"/>
                    <a:pt x="73734" y="15319"/>
                  </a:cubicBezTo>
                  <a:cubicBezTo>
                    <a:pt x="74457" y="15319"/>
                    <a:pt x="77349" y="15319"/>
                    <a:pt x="75903" y="14680"/>
                  </a:cubicBezTo>
                  <a:cubicBezTo>
                    <a:pt x="75180" y="14042"/>
                    <a:pt x="73734" y="13404"/>
                    <a:pt x="73734" y="12765"/>
                  </a:cubicBezTo>
                  <a:cubicBezTo>
                    <a:pt x="73734" y="12765"/>
                    <a:pt x="72289" y="12765"/>
                    <a:pt x="73734" y="12765"/>
                  </a:cubicBezTo>
                  <a:cubicBezTo>
                    <a:pt x="74457" y="12765"/>
                    <a:pt x="75180" y="12127"/>
                    <a:pt x="75903" y="12765"/>
                  </a:cubicBezTo>
                  <a:cubicBezTo>
                    <a:pt x="75903" y="12765"/>
                    <a:pt x="74457" y="12765"/>
                    <a:pt x="76626" y="12765"/>
                  </a:cubicBezTo>
                  <a:cubicBezTo>
                    <a:pt x="78795" y="12765"/>
                    <a:pt x="79518" y="12765"/>
                    <a:pt x="78072" y="12127"/>
                  </a:cubicBezTo>
                  <a:cubicBezTo>
                    <a:pt x="77349" y="11489"/>
                    <a:pt x="77349" y="11489"/>
                    <a:pt x="76626" y="10851"/>
                  </a:cubicBezTo>
                  <a:cubicBezTo>
                    <a:pt x="76626" y="10212"/>
                    <a:pt x="75903" y="10212"/>
                    <a:pt x="76626" y="10212"/>
                  </a:cubicBezTo>
                  <a:cubicBezTo>
                    <a:pt x="76626" y="9574"/>
                    <a:pt x="76626" y="10212"/>
                    <a:pt x="77349" y="9574"/>
                  </a:cubicBezTo>
                  <a:cubicBezTo>
                    <a:pt x="77349" y="8936"/>
                    <a:pt x="77349" y="8297"/>
                    <a:pt x="77349" y="8297"/>
                  </a:cubicBezTo>
                  <a:cubicBezTo>
                    <a:pt x="77349" y="8297"/>
                    <a:pt x="76626" y="8297"/>
                    <a:pt x="77349" y="7659"/>
                  </a:cubicBezTo>
                  <a:cubicBezTo>
                    <a:pt x="78795" y="6382"/>
                    <a:pt x="78795" y="6382"/>
                    <a:pt x="79518" y="6382"/>
                  </a:cubicBezTo>
                  <a:cubicBezTo>
                    <a:pt x="79518" y="6382"/>
                    <a:pt x="80240" y="5744"/>
                    <a:pt x="80963" y="5744"/>
                  </a:cubicBezTo>
                  <a:cubicBezTo>
                    <a:pt x="80963" y="5106"/>
                    <a:pt x="81686" y="3829"/>
                    <a:pt x="81686" y="3829"/>
                  </a:cubicBezTo>
                  <a:cubicBezTo>
                    <a:pt x="83855" y="3829"/>
                    <a:pt x="83855" y="3829"/>
                    <a:pt x="83855" y="3829"/>
                  </a:cubicBezTo>
                  <a:cubicBezTo>
                    <a:pt x="83855" y="3829"/>
                    <a:pt x="84578" y="3829"/>
                    <a:pt x="84578" y="3829"/>
                  </a:cubicBezTo>
                  <a:cubicBezTo>
                    <a:pt x="84578" y="4468"/>
                    <a:pt x="84578" y="3191"/>
                    <a:pt x="84578" y="3191"/>
                  </a:cubicBezTo>
                  <a:cubicBezTo>
                    <a:pt x="84578" y="3191"/>
                    <a:pt x="85301" y="3191"/>
                    <a:pt x="85301" y="3191"/>
                  </a:cubicBezTo>
                  <a:cubicBezTo>
                    <a:pt x="86024" y="3829"/>
                    <a:pt x="86024" y="3829"/>
                    <a:pt x="86024" y="3829"/>
                  </a:cubicBezTo>
                  <a:cubicBezTo>
                    <a:pt x="86746" y="4468"/>
                    <a:pt x="87469" y="3829"/>
                    <a:pt x="87469" y="3829"/>
                  </a:cubicBezTo>
                  <a:cubicBezTo>
                    <a:pt x="87469" y="3829"/>
                    <a:pt x="88192" y="3191"/>
                    <a:pt x="88915" y="3191"/>
                  </a:cubicBezTo>
                  <a:cubicBezTo>
                    <a:pt x="89638" y="3191"/>
                    <a:pt x="90361" y="3191"/>
                    <a:pt x="90361" y="3191"/>
                  </a:cubicBezTo>
                  <a:cubicBezTo>
                    <a:pt x="90361" y="3829"/>
                    <a:pt x="90361" y="3829"/>
                    <a:pt x="90361" y="4468"/>
                  </a:cubicBezTo>
                  <a:cubicBezTo>
                    <a:pt x="91084" y="4468"/>
                    <a:pt x="91807" y="5106"/>
                    <a:pt x="91807" y="5106"/>
                  </a:cubicBezTo>
                  <a:cubicBezTo>
                    <a:pt x="91807" y="5106"/>
                    <a:pt x="93253" y="5106"/>
                    <a:pt x="93253" y="4468"/>
                  </a:cubicBezTo>
                  <a:cubicBezTo>
                    <a:pt x="93253" y="4468"/>
                    <a:pt x="92530" y="4468"/>
                    <a:pt x="93975" y="3829"/>
                  </a:cubicBezTo>
                  <a:cubicBezTo>
                    <a:pt x="95421" y="2553"/>
                    <a:pt x="96144" y="2553"/>
                    <a:pt x="96144" y="2553"/>
                  </a:cubicBezTo>
                  <a:cubicBezTo>
                    <a:pt x="96144" y="2553"/>
                    <a:pt x="96144" y="1914"/>
                    <a:pt x="96867" y="1914"/>
                  </a:cubicBezTo>
                  <a:cubicBezTo>
                    <a:pt x="97590" y="2553"/>
                    <a:pt x="97590" y="1914"/>
                    <a:pt x="97590" y="2553"/>
                  </a:cubicBezTo>
                  <a:cubicBezTo>
                    <a:pt x="97590" y="2553"/>
                    <a:pt x="98313" y="3191"/>
                    <a:pt x="98313" y="3191"/>
                  </a:cubicBezTo>
                  <a:cubicBezTo>
                    <a:pt x="98313" y="3191"/>
                    <a:pt x="98313" y="5106"/>
                    <a:pt x="98313" y="5106"/>
                  </a:cubicBezTo>
                  <a:cubicBezTo>
                    <a:pt x="98313" y="5744"/>
                    <a:pt x="98313" y="5744"/>
                    <a:pt x="98313" y="5744"/>
                  </a:cubicBezTo>
                  <a:cubicBezTo>
                    <a:pt x="98313" y="5744"/>
                    <a:pt x="98313" y="6382"/>
                    <a:pt x="98313" y="6382"/>
                  </a:cubicBezTo>
                  <a:cubicBezTo>
                    <a:pt x="98313" y="7021"/>
                    <a:pt x="99036" y="8297"/>
                    <a:pt x="99036" y="8297"/>
                  </a:cubicBezTo>
                  <a:cubicBezTo>
                    <a:pt x="99036" y="8297"/>
                    <a:pt x="99036" y="8297"/>
                    <a:pt x="99036" y="8297"/>
                  </a:cubicBezTo>
                  <a:cubicBezTo>
                    <a:pt x="98313" y="8936"/>
                    <a:pt x="98313" y="8297"/>
                    <a:pt x="98313" y="8936"/>
                  </a:cubicBezTo>
                  <a:cubicBezTo>
                    <a:pt x="97590" y="9574"/>
                    <a:pt x="98313" y="9574"/>
                    <a:pt x="97590" y="10212"/>
                  </a:cubicBezTo>
                  <a:cubicBezTo>
                    <a:pt x="97590" y="10212"/>
                    <a:pt x="96867" y="10212"/>
                    <a:pt x="96867" y="10212"/>
                  </a:cubicBezTo>
                  <a:cubicBezTo>
                    <a:pt x="96867" y="10212"/>
                    <a:pt x="97590" y="10851"/>
                    <a:pt x="97590" y="10851"/>
                  </a:cubicBezTo>
                  <a:cubicBezTo>
                    <a:pt x="97590" y="10851"/>
                    <a:pt x="97590" y="10851"/>
                    <a:pt x="98313" y="10851"/>
                  </a:cubicBezTo>
                  <a:cubicBezTo>
                    <a:pt x="98313" y="10851"/>
                    <a:pt x="98313" y="10212"/>
                    <a:pt x="99036" y="10212"/>
                  </a:cubicBezTo>
                  <a:cubicBezTo>
                    <a:pt x="99036" y="10851"/>
                    <a:pt x="99036" y="9574"/>
                    <a:pt x="99036" y="9574"/>
                  </a:cubicBezTo>
                  <a:cubicBezTo>
                    <a:pt x="99036" y="9574"/>
                    <a:pt x="99036" y="9574"/>
                    <a:pt x="99759" y="8936"/>
                  </a:cubicBezTo>
                  <a:cubicBezTo>
                    <a:pt x="99759" y="8936"/>
                    <a:pt x="100481" y="8297"/>
                    <a:pt x="100481" y="7659"/>
                  </a:cubicBezTo>
                  <a:cubicBezTo>
                    <a:pt x="100481" y="7659"/>
                    <a:pt x="99759" y="7021"/>
                    <a:pt x="99759" y="7021"/>
                  </a:cubicBezTo>
                  <a:cubicBezTo>
                    <a:pt x="99759" y="7021"/>
                    <a:pt x="99036" y="5744"/>
                    <a:pt x="99036" y="5106"/>
                  </a:cubicBezTo>
                  <a:cubicBezTo>
                    <a:pt x="99036" y="5106"/>
                    <a:pt x="99036" y="5106"/>
                    <a:pt x="99036" y="4468"/>
                  </a:cubicBezTo>
                  <a:cubicBezTo>
                    <a:pt x="99759" y="4468"/>
                    <a:pt x="99759" y="3829"/>
                    <a:pt x="99759" y="3829"/>
                  </a:cubicBezTo>
                  <a:cubicBezTo>
                    <a:pt x="100481" y="3191"/>
                    <a:pt x="101204" y="2553"/>
                    <a:pt x="101204" y="2553"/>
                  </a:cubicBezTo>
                  <a:cubicBezTo>
                    <a:pt x="101204" y="2553"/>
                    <a:pt x="102650" y="2553"/>
                    <a:pt x="103373" y="2553"/>
                  </a:cubicBezTo>
                  <a:cubicBezTo>
                    <a:pt x="103373" y="2553"/>
                    <a:pt x="102650" y="1914"/>
                    <a:pt x="104096" y="2553"/>
                  </a:cubicBezTo>
                  <a:cubicBezTo>
                    <a:pt x="104819" y="3191"/>
                    <a:pt x="104819" y="3191"/>
                    <a:pt x="104819" y="3191"/>
                  </a:cubicBezTo>
                  <a:cubicBezTo>
                    <a:pt x="104819" y="3829"/>
                    <a:pt x="104096" y="3829"/>
                    <a:pt x="105542" y="3829"/>
                  </a:cubicBezTo>
                  <a:cubicBezTo>
                    <a:pt x="106265" y="3829"/>
                    <a:pt x="106987" y="3829"/>
                    <a:pt x="106265" y="3829"/>
                  </a:cubicBezTo>
                  <a:cubicBezTo>
                    <a:pt x="105542" y="3191"/>
                    <a:pt x="105542" y="2553"/>
                    <a:pt x="104819" y="2553"/>
                  </a:cubicBezTo>
                  <a:cubicBezTo>
                    <a:pt x="104819" y="2553"/>
                    <a:pt x="104096" y="1914"/>
                    <a:pt x="104096" y="1914"/>
                  </a:cubicBezTo>
                  <a:cubicBezTo>
                    <a:pt x="104096" y="1276"/>
                    <a:pt x="104096" y="0"/>
                    <a:pt x="104819" y="638"/>
                  </a:cubicBezTo>
                  <a:cubicBezTo>
                    <a:pt x="105542" y="638"/>
                    <a:pt x="104819" y="0"/>
                    <a:pt x="105542" y="638"/>
                  </a:cubicBezTo>
                  <a:cubicBezTo>
                    <a:pt x="106987" y="1914"/>
                    <a:pt x="107710" y="2553"/>
                    <a:pt x="107710" y="2553"/>
                  </a:cubicBezTo>
                  <a:cubicBezTo>
                    <a:pt x="107710" y="3191"/>
                    <a:pt x="108433" y="3191"/>
                    <a:pt x="108433" y="3191"/>
                  </a:cubicBezTo>
                  <a:cubicBezTo>
                    <a:pt x="108433" y="3829"/>
                    <a:pt x="108433" y="3829"/>
                    <a:pt x="108433" y="3829"/>
                  </a:cubicBezTo>
                  <a:cubicBezTo>
                    <a:pt x="109156" y="4468"/>
                    <a:pt x="109879" y="5106"/>
                    <a:pt x="109879" y="5106"/>
                  </a:cubicBezTo>
                  <a:cubicBezTo>
                    <a:pt x="109879" y="5106"/>
                    <a:pt x="109879" y="5106"/>
                    <a:pt x="110602" y="5106"/>
                  </a:cubicBezTo>
                  <a:cubicBezTo>
                    <a:pt x="110602" y="5744"/>
                    <a:pt x="112048" y="6382"/>
                    <a:pt x="112048" y="6382"/>
                  </a:cubicBezTo>
                  <a:cubicBezTo>
                    <a:pt x="112048" y="6382"/>
                    <a:pt x="112771" y="7021"/>
                    <a:pt x="112771" y="7021"/>
                  </a:cubicBezTo>
                  <a:cubicBezTo>
                    <a:pt x="112048" y="7659"/>
                    <a:pt x="112048" y="8297"/>
                    <a:pt x="112048" y="8297"/>
                  </a:cubicBezTo>
                  <a:cubicBezTo>
                    <a:pt x="110602" y="10212"/>
                    <a:pt x="110602" y="10212"/>
                    <a:pt x="110602" y="10212"/>
                  </a:cubicBezTo>
                  <a:cubicBezTo>
                    <a:pt x="109879" y="11489"/>
                    <a:pt x="109879" y="11489"/>
                    <a:pt x="109879" y="11489"/>
                  </a:cubicBezTo>
                  <a:cubicBezTo>
                    <a:pt x="109879" y="12127"/>
                    <a:pt x="109879" y="12127"/>
                    <a:pt x="109879" y="12127"/>
                  </a:cubicBezTo>
                  <a:cubicBezTo>
                    <a:pt x="109156" y="12765"/>
                    <a:pt x="109156" y="13404"/>
                    <a:pt x="109156" y="13404"/>
                  </a:cubicBezTo>
                  <a:cubicBezTo>
                    <a:pt x="109156" y="13404"/>
                    <a:pt x="108433" y="14042"/>
                    <a:pt x="106987" y="14042"/>
                  </a:cubicBezTo>
                  <a:cubicBezTo>
                    <a:pt x="105542" y="13404"/>
                    <a:pt x="104096" y="14680"/>
                    <a:pt x="104096" y="14680"/>
                  </a:cubicBezTo>
                  <a:cubicBezTo>
                    <a:pt x="104096" y="14680"/>
                    <a:pt x="100481" y="14042"/>
                    <a:pt x="99759" y="14042"/>
                  </a:cubicBezTo>
                  <a:cubicBezTo>
                    <a:pt x="99036" y="14042"/>
                    <a:pt x="99036" y="16595"/>
                    <a:pt x="99036" y="17234"/>
                  </a:cubicBezTo>
                  <a:cubicBezTo>
                    <a:pt x="99036" y="17872"/>
                    <a:pt x="97590" y="18510"/>
                    <a:pt x="95421" y="18510"/>
                  </a:cubicBezTo>
                  <a:cubicBezTo>
                    <a:pt x="93253" y="19148"/>
                    <a:pt x="94698" y="19148"/>
                    <a:pt x="93975" y="21063"/>
                  </a:cubicBezTo>
                  <a:cubicBezTo>
                    <a:pt x="93253" y="23617"/>
                    <a:pt x="92530" y="21702"/>
                    <a:pt x="91084" y="21063"/>
                  </a:cubicBezTo>
                  <a:cubicBezTo>
                    <a:pt x="89638" y="21063"/>
                    <a:pt x="89638" y="21063"/>
                    <a:pt x="87469" y="21063"/>
                  </a:cubicBezTo>
                  <a:cubicBezTo>
                    <a:pt x="85301" y="21702"/>
                    <a:pt x="86746" y="22978"/>
                    <a:pt x="86746" y="22978"/>
                  </a:cubicBezTo>
                  <a:cubicBezTo>
                    <a:pt x="86746" y="22978"/>
                    <a:pt x="88192" y="24255"/>
                    <a:pt x="88915" y="24255"/>
                  </a:cubicBezTo>
                  <a:cubicBezTo>
                    <a:pt x="90361" y="24893"/>
                    <a:pt x="88915" y="26170"/>
                    <a:pt x="88915" y="26170"/>
                  </a:cubicBezTo>
                  <a:cubicBezTo>
                    <a:pt x="88915" y="26170"/>
                    <a:pt x="88192" y="27446"/>
                    <a:pt x="87469" y="27446"/>
                  </a:cubicBezTo>
                  <a:cubicBezTo>
                    <a:pt x="86746" y="26808"/>
                    <a:pt x="83132" y="26808"/>
                    <a:pt x="83132" y="26808"/>
                  </a:cubicBezTo>
                  <a:cubicBezTo>
                    <a:pt x="79518" y="28723"/>
                    <a:pt x="79518" y="28723"/>
                    <a:pt x="79518" y="28723"/>
                  </a:cubicBezTo>
                  <a:cubicBezTo>
                    <a:pt x="79518" y="28723"/>
                    <a:pt x="80240" y="31276"/>
                    <a:pt x="82409" y="33829"/>
                  </a:cubicBezTo>
                  <a:cubicBezTo>
                    <a:pt x="84578" y="36382"/>
                    <a:pt x="82409" y="34468"/>
                    <a:pt x="82409" y="34468"/>
                  </a:cubicBezTo>
                  <a:cubicBezTo>
                    <a:pt x="82409" y="34468"/>
                    <a:pt x="83132" y="36382"/>
                    <a:pt x="83132" y="37659"/>
                  </a:cubicBezTo>
                  <a:cubicBezTo>
                    <a:pt x="83132" y="38936"/>
                    <a:pt x="83132" y="38297"/>
                    <a:pt x="83855" y="38297"/>
                  </a:cubicBezTo>
                  <a:cubicBezTo>
                    <a:pt x="84578" y="38297"/>
                    <a:pt x="86024" y="38297"/>
                    <a:pt x="86024" y="38297"/>
                  </a:cubicBezTo>
                  <a:cubicBezTo>
                    <a:pt x="86024" y="38297"/>
                    <a:pt x="88915" y="42127"/>
                    <a:pt x="88915" y="42127"/>
                  </a:cubicBezTo>
                  <a:cubicBezTo>
                    <a:pt x="89638" y="42127"/>
                    <a:pt x="93253" y="41489"/>
                    <a:pt x="93253" y="41489"/>
                  </a:cubicBezTo>
                  <a:cubicBezTo>
                    <a:pt x="93253" y="41489"/>
                    <a:pt x="96144" y="40851"/>
                    <a:pt x="97590" y="40851"/>
                  </a:cubicBezTo>
                  <a:cubicBezTo>
                    <a:pt x="99036" y="40212"/>
                    <a:pt x="97590" y="38936"/>
                    <a:pt x="97590" y="38936"/>
                  </a:cubicBezTo>
                  <a:cubicBezTo>
                    <a:pt x="99036" y="35744"/>
                    <a:pt x="99036" y="35744"/>
                    <a:pt x="99036" y="35744"/>
                  </a:cubicBezTo>
                  <a:cubicBezTo>
                    <a:pt x="103373" y="35106"/>
                    <a:pt x="103373" y="35106"/>
                    <a:pt x="103373" y="35106"/>
                  </a:cubicBezTo>
                  <a:cubicBezTo>
                    <a:pt x="105542" y="38936"/>
                    <a:pt x="105542" y="38936"/>
                    <a:pt x="105542" y="38936"/>
                  </a:cubicBezTo>
                  <a:cubicBezTo>
                    <a:pt x="104819" y="41489"/>
                    <a:pt x="104819" y="41489"/>
                    <a:pt x="104819" y="41489"/>
                  </a:cubicBezTo>
                  <a:cubicBezTo>
                    <a:pt x="108433" y="44680"/>
                    <a:pt x="108433" y="44680"/>
                    <a:pt x="108433" y="44680"/>
                  </a:cubicBezTo>
                  <a:cubicBezTo>
                    <a:pt x="109156" y="47872"/>
                    <a:pt x="109156" y="47872"/>
                    <a:pt x="109156" y="47872"/>
                  </a:cubicBezTo>
                  <a:cubicBezTo>
                    <a:pt x="109156" y="47872"/>
                    <a:pt x="112771" y="48510"/>
                    <a:pt x="113493" y="49148"/>
                  </a:cubicBezTo>
                  <a:cubicBezTo>
                    <a:pt x="114216" y="49148"/>
                    <a:pt x="116385" y="48510"/>
                    <a:pt x="116385" y="48510"/>
                  </a:cubicBezTo>
                  <a:cubicBezTo>
                    <a:pt x="119277" y="51702"/>
                    <a:pt x="119277" y="51702"/>
                    <a:pt x="119277" y="51702"/>
                  </a:cubicBezTo>
                  <a:cubicBezTo>
                    <a:pt x="119999" y="51063"/>
                    <a:pt x="119999" y="51063"/>
                    <a:pt x="119999" y="51063"/>
                  </a:cubicBezTo>
                  <a:cubicBezTo>
                    <a:pt x="119999" y="51702"/>
                    <a:pt x="119999" y="51702"/>
                    <a:pt x="119999" y="51702"/>
                  </a:cubicBezTo>
                  <a:cubicBezTo>
                    <a:pt x="119999" y="51702"/>
                    <a:pt x="119999" y="52978"/>
                    <a:pt x="119277" y="52978"/>
                  </a:cubicBezTo>
                  <a:cubicBezTo>
                    <a:pt x="117831" y="52340"/>
                    <a:pt x="117108" y="52340"/>
                    <a:pt x="117108" y="52340"/>
                  </a:cubicBezTo>
                  <a:cubicBezTo>
                    <a:pt x="114939" y="51063"/>
                    <a:pt x="114939" y="51063"/>
                    <a:pt x="114939" y="51063"/>
                  </a:cubicBezTo>
                  <a:cubicBezTo>
                    <a:pt x="114216" y="51702"/>
                    <a:pt x="114216" y="51702"/>
                    <a:pt x="114216" y="51702"/>
                  </a:cubicBezTo>
                  <a:cubicBezTo>
                    <a:pt x="112048" y="54255"/>
                    <a:pt x="112048" y="54255"/>
                    <a:pt x="112048" y="54255"/>
                  </a:cubicBezTo>
                  <a:cubicBezTo>
                    <a:pt x="113493" y="54893"/>
                    <a:pt x="113493" y="54893"/>
                    <a:pt x="113493" y="54893"/>
                  </a:cubicBezTo>
                  <a:cubicBezTo>
                    <a:pt x="114939" y="56170"/>
                    <a:pt x="114939" y="56170"/>
                    <a:pt x="114939" y="56170"/>
                  </a:cubicBezTo>
                  <a:cubicBezTo>
                    <a:pt x="114939" y="58085"/>
                    <a:pt x="114939" y="58085"/>
                    <a:pt x="114939" y="58085"/>
                  </a:cubicBezTo>
                  <a:cubicBezTo>
                    <a:pt x="114939" y="60638"/>
                    <a:pt x="114939" y="60638"/>
                    <a:pt x="114939" y="60638"/>
                  </a:cubicBezTo>
                  <a:cubicBezTo>
                    <a:pt x="113493" y="62553"/>
                    <a:pt x="113493" y="62553"/>
                    <a:pt x="113493" y="62553"/>
                  </a:cubicBezTo>
                  <a:cubicBezTo>
                    <a:pt x="113493" y="62553"/>
                    <a:pt x="114216" y="63829"/>
                    <a:pt x="114216" y="64468"/>
                  </a:cubicBezTo>
                  <a:cubicBezTo>
                    <a:pt x="114216" y="64468"/>
                    <a:pt x="115662" y="65744"/>
                    <a:pt x="115662" y="65744"/>
                  </a:cubicBezTo>
                  <a:cubicBezTo>
                    <a:pt x="117108" y="67021"/>
                    <a:pt x="117108" y="67021"/>
                    <a:pt x="117108" y="67021"/>
                  </a:cubicBezTo>
                  <a:cubicBezTo>
                    <a:pt x="115662" y="70212"/>
                    <a:pt x="115662" y="70212"/>
                    <a:pt x="115662" y="70212"/>
                  </a:cubicBezTo>
                  <a:cubicBezTo>
                    <a:pt x="114216" y="71489"/>
                    <a:pt x="114216" y="71489"/>
                    <a:pt x="114216" y="71489"/>
                  </a:cubicBezTo>
                  <a:cubicBezTo>
                    <a:pt x="114216" y="72765"/>
                    <a:pt x="114216" y="72765"/>
                    <a:pt x="114216" y="72765"/>
                  </a:cubicBezTo>
                  <a:cubicBezTo>
                    <a:pt x="114216" y="72765"/>
                    <a:pt x="115662" y="73404"/>
                    <a:pt x="114939" y="73404"/>
                  </a:cubicBezTo>
                  <a:cubicBezTo>
                    <a:pt x="114216" y="73404"/>
                    <a:pt x="112771" y="73404"/>
                    <a:pt x="112771" y="73404"/>
                  </a:cubicBezTo>
                  <a:cubicBezTo>
                    <a:pt x="112771" y="73404"/>
                    <a:pt x="112771" y="74042"/>
                    <a:pt x="112771" y="74680"/>
                  </a:cubicBezTo>
                  <a:cubicBezTo>
                    <a:pt x="112771" y="74680"/>
                    <a:pt x="113493" y="75957"/>
                    <a:pt x="113493" y="75957"/>
                  </a:cubicBezTo>
                  <a:cubicBezTo>
                    <a:pt x="113493" y="75957"/>
                    <a:pt x="114216" y="75957"/>
                    <a:pt x="114216" y="76595"/>
                  </a:cubicBezTo>
                  <a:cubicBezTo>
                    <a:pt x="114216" y="77234"/>
                    <a:pt x="113493" y="78510"/>
                    <a:pt x="113493" y="78510"/>
                  </a:cubicBezTo>
                  <a:cubicBezTo>
                    <a:pt x="113493" y="78510"/>
                    <a:pt x="112771" y="81063"/>
                    <a:pt x="112771" y="81063"/>
                  </a:cubicBezTo>
                  <a:cubicBezTo>
                    <a:pt x="113493" y="81063"/>
                    <a:pt x="113493" y="82340"/>
                    <a:pt x="113493" y="82340"/>
                  </a:cubicBezTo>
                  <a:cubicBezTo>
                    <a:pt x="113493" y="84893"/>
                    <a:pt x="113493" y="84893"/>
                    <a:pt x="113493" y="84893"/>
                  </a:cubicBezTo>
                  <a:cubicBezTo>
                    <a:pt x="112771" y="86808"/>
                    <a:pt x="112771" y="86808"/>
                    <a:pt x="112771" y="86808"/>
                  </a:cubicBezTo>
                  <a:cubicBezTo>
                    <a:pt x="113493" y="88085"/>
                    <a:pt x="113493" y="88085"/>
                    <a:pt x="113493" y="88085"/>
                  </a:cubicBezTo>
                  <a:cubicBezTo>
                    <a:pt x="111325" y="89361"/>
                    <a:pt x="111325" y="89361"/>
                    <a:pt x="111325" y="89361"/>
                  </a:cubicBezTo>
                  <a:cubicBezTo>
                    <a:pt x="110602" y="90638"/>
                    <a:pt x="110602" y="90638"/>
                    <a:pt x="110602" y="90638"/>
                  </a:cubicBezTo>
                  <a:cubicBezTo>
                    <a:pt x="110602" y="90638"/>
                    <a:pt x="109156" y="91276"/>
                    <a:pt x="109156" y="91914"/>
                  </a:cubicBezTo>
                  <a:cubicBezTo>
                    <a:pt x="109156" y="91914"/>
                    <a:pt x="108433" y="92553"/>
                    <a:pt x="108433" y="93191"/>
                  </a:cubicBezTo>
                  <a:cubicBezTo>
                    <a:pt x="108433" y="93829"/>
                    <a:pt x="107710" y="94468"/>
                    <a:pt x="107710" y="94468"/>
                  </a:cubicBezTo>
                  <a:cubicBezTo>
                    <a:pt x="106987" y="95106"/>
                    <a:pt x="105542" y="96382"/>
                    <a:pt x="105542" y="96382"/>
                  </a:cubicBezTo>
                  <a:cubicBezTo>
                    <a:pt x="104819" y="97659"/>
                    <a:pt x="104819" y="97659"/>
                    <a:pt x="104819" y="97659"/>
                  </a:cubicBezTo>
                  <a:cubicBezTo>
                    <a:pt x="104819" y="97659"/>
                    <a:pt x="105542" y="98936"/>
                    <a:pt x="105542" y="98936"/>
                  </a:cubicBezTo>
                  <a:cubicBezTo>
                    <a:pt x="105542" y="99574"/>
                    <a:pt x="105542" y="99574"/>
                    <a:pt x="105542" y="99574"/>
                  </a:cubicBezTo>
                  <a:cubicBezTo>
                    <a:pt x="104096" y="100851"/>
                    <a:pt x="104096" y="100851"/>
                    <a:pt x="104096" y="100851"/>
                  </a:cubicBezTo>
                  <a:cubicBezTo>
                    <a:pt x="100481" y="103404"/>
                    <a:pt x="100481" y="103404"/>
                    <a:pt x="100481" y="103404"/>
                  </a:cubicBezTo>
                  <a:cubicBezTo>
                    <a:pt x="100481" y="103404"/>
                    <a:pt x="100481" y="104042"/>
                    <a:pt x="99759" y="104680"/>
                  </a:cubicBezTo>
                  <a:cubicBezTo>
                    <a:pt x="99759" y="105957"/>
                    <a:pt x="99036" y="105957"/>
                    <a:pt x="99036" y="105957"/>
                  </a:cubicBezTo>
                  <a:cubicBezTo>
                    <a:pt x="99036" y="105957"/>
                    <a:pt x="98313" y="105957"/>
                    <a:pt x="97590" y="105957"/>
                  </a:cubicBezTo>
                  <a:cubicBezTo>
                    <a:pt x="97590" y="105957"/>
                    <a:pt x="96867" y="105319"/>
                    <a:pt x="96867" y="105319"/>
                  </a:cubicBezTo>
                  <a:cubicBezTo>
                    <a:pt x="96867" y="106595"/>
                    <a:pt x="96867" y="106595"/>
                    <a:pt x="96867" y="106595"/>
                  </a:cubicBezTo>
                  <a:cubicBezTo>
                    <a:pt x="96867" y="106595"/>
                    <a:pt x="96867" y="107234"/>
                    <a:pt x="97590" y="107234"/>
                  </a:cubicBezTo>
                  <a:cubicBezTo>
                    <a:pt x="98313" y="107872"/>
                    <a:pt x="98313" y="108510"/>
                    <a:pt x="99036" y="108510"/>
                  </a:cubicBezTo>
                  <a:cubicBezTo>
                    <a:pt x="99036" y="109148"/>
                    <a:pt x="99759" y="109787"/>
                    <a:pt x="99759" y="109787"/>
                  </a:cubicBezTo>
                  <a:cubicBezTo>
                    <a:pt x="98313" y="111063"/>
                    <a:pt x="98313" y="111063"/>
                    <a:pt x="98313" y="111063"/>
                  </a:cubicBezTo>
                  <a:cubicBezTo>
                    <a:pt x="98313" y="111702"/>
                    <a:pt x="98313" y="111702"/>
                    <a:pt x="98313" y="111702"/>
                  </a:cubicBezTo>
                  <a:cubicBezTo>
                    <a:pt x="96867" y="111702"/>
                    <a:pt x="96867" y="111702"/>
                    <a:pt x="96867" y="111702"/>
                  </a:cubicBezTo>
                  <a:cubicBezTo>
                    <a:pt x="96144" y="111063"/>
                    <a:pt x="96144" y="111063"/>
                    <a:pt x="96144" y="111063"/>
                  </a:cubicBezTo>
                  <a:cubicBezTo>
                    <a:pt x="96144" y="111063"/>
                    <a:pt x="95421" y="111063"/>
                    <a:pt x="95421" y="111063"/>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8" name="Shape 2045">
              <a:extLst>
                <a:ext uri="{FF2B5EF4-FFF2-40B4-BE49-F238E27FC236}">
                  <a16:creationId xmlns:a16="http://schemas.microsoft.com/office/drawing/2014/main" id="{A013DEB7-7830-453E-A5F4-E2C3EC8448BC}"/>
                </a:ext>
              </a:extLst>
            </p:cNvPr>
            <p:cNvSpPr/>
            <p:nvPr/>
          </p:nvSpPr>
          <p:spPr>
            <a:xfrm>
              <a:off x="3117355" y="3610126"/>
              <a:ext cx="405690" cy="613681"/>
            </a:xfrm>
            <a:custGeom>
              <a:avLst/>
              <a:gdLst/>
              <a:ahLst/>
              <a:cxnLst/>
              <a:rect l="0" t="0" r="0" b="0"/>
              <a:pathLst>
                <a:path w="120000" h="120000" extrusionOk="0">
                  <a:moveTo>
                    <a:pt x="49887" y="3884"/>
                  </a:moveTo>
                  <a:cubicBezTo>
                    <a:pt x="49887" y="3884"/>
                    <a:pt x="52584" y="2589"/>
                    <a:pt x="52584" y="2589"/>
                  </a:cubicBezTo>
                  <a:cubicBezTo>
                    <a:pt x="52584" y="2589"/>
                    <a:pt x="53258" y="2158"/>
                    <a:pt x="53258" y="2158"/>
                  </a:cubicBezTo>
                  <a:cubicBezTo>
                    <a:pt x="53932" y="2158"/>
                    <a:pt x="54606" y="2158"/>
                    <a:pt x="55280" y="2158"/>
                  </a:cubicBezTo>
                  <a:cubicBezTo>
                    <a:pt x="55280" y="2158"/>
                    <a:pt x="55955" y="1726"/>
                    <a:pt x="55955" y="1726"/>
                  </a:cubicBezTo>
                  <a:cubicBezTo>
                    <a:pt x="56629" y="1294"/>
                    <a:pt x="56629" y="1294"/>
                    <a:pt x="56629" y="1294"/>
                  </a:cubicBezTo>
                  <a:cubicBezTo>
                    <a:pt x="57977" y="863"/>
                    <a:pt x="57977" y="863"/>
                    <a:pt x="57977" y="863"/>
                  </a:cubicBezTo>
                  <a:cubicBezTo>
                    <a:pt x="59325" y="863"/>
                    <a:pt x="59325" y="863"/>
                    <a:pt x="59325" y="863"/>
                  </a:cubicBezTo>
                  <a:cubicBezTo>
                    <a:pt x="59325" y="863"/>
                    <a:pt x="60000" y="863"/>
                    <a:pt x="60000" y="863"/>
                  </a:cubicBezTo>
                  <a:cubicBezTo>
                    <a:pt x="60000" y="863"/>
                    <a:pt x="62696" y="431"/>
                    <a:pt x="62696" y="431"/>
                  </a:cubicBezTo>
                  <a:cubicBezTo>
                    <a:pt x="62696" y="431"/>
                    <a:pt x="63370" y="863"/>
                    <a:pt x="64044" y="863"/>
                  </a:cubicBezTo>
                  <a:cubicBezTo>
                    <a:pt x="64044" y="863"/>
                    <a:pt x="65393" y="863"/>
                    <a:pt x="65393" y="863"/>
                  </a:cubicBezTo>
                  <a:cubicBezTo>
                    <a:pt x="66067" y="863"/>
                    <a:pt x="67415" y="431"/>
                    <a:pt x="67415" y="431"/>
                  </a:cubicBezTo>
                  <a:cubicBezTo>
                    <a:pt x="70112" y="0"/>
                    <a:pt x="70112" y="0"/>
                    <a:pt x="70112" y="0"/>
                  </a:cubicBezTo>
                  <a:cubicBezTo>
                    <a:pt x="70786" y="863"/>
                    <a:pt x="70786" y="863"/>
                    <a:pt x="70786" y="863"/>
                  </a:cubicBezTo>
                  <a:cubicBezTo>
                    <a:pt x="70786" y="863"/>
                    <a:pt x="70786" y="1726"/>
                    <a:pt x="70786" y="1726"/>
                  </a:cubicBezTo>
                  <a:cubicBezTo>
                    <a:pt x="70786" y="1726"/>
                    <a:pt x="70786" y="2158"/>
                    <a:pt x="71460" y="2158"/>
                  </a:cubicBezTo>
                  <a:cubicBezTo>
                    <a:pt x="72134" y="2158"/>
                    <a:pt x="72134" y="2158"/>
                    <a:pt x="72134" y="2158"/>
                  </a:cubicBezTo>
                  <a:cubicBezTo>
                    <a:pt x="72134" y="2589"/>
                    <a:pt x="72134" y="3884"/>
                    <a:pt x="72134" y="3884"/>
                  </a:cubicBezTo>
                  <a:cubicBezTo>
                    <a:pt x="70112" y="4316"/>
                    <a:pt x="70112" y="4316"/>
                    <a:pt x="70112" y="4316"/>
                  </a:cubicBezTo>
                  <a:cubicBezTo>
                    <a:pt x="70112" y="4316"/>
                    <a:pt x="69438" y="4316"/>
                    <a:pt x="69438" y="4748"/>
                  </a:cubicBezTo>
                  <a:cubicBezTo>
                    <a:pt x="69438" y="4748"/>
                    <a:pt x="68089" y="5179"/>
                    <a:pt x="68089" y="5179"/>
                  </a:cubicBezTo>
                  <a:cubicBezTo>
                    <a:pt x="68089" y="5611"/>
                    <a:pt x="67415" y="5611"/>
                    <a:pt x="68089" y="6043"/>
                  </a:cubicBezTo>
                  <a:cubicBezTo>
                    <a:pt x="68089" y="6474"/>
                    <a:pt x="68764" y="6906"/>
                    <a:pt x="68764" y="6906"/>
                  </a:cubicBezTo>
                  <a:cubicBezTo>
                    <a:pt x="68764" y="7769"/>
                    <a:pt x="68764" y="7769"/>
                    <a:pt x="68764" y="7769"/>
                  </a:cubicBezTo>
                  <a:cubicBezTo>
                    <a:pt x="68764" y="7769"/>
                    <a:pt x="68764" y="8201"/>
                    <a:pt x="69438" y="8201"/>
                  </a:cubicBezTo>
                  <a:cubicBezTo>
                    <a:pt x="69438" y="8633"/>
                    <a:pt x="70112" y="8201"/>
                    <a:pt x="70786" y="8201"/>
                  </a:cubicBezTo>
                  <a:cubicBezTo>
                    <a:pt x="72134" y="8201"/>
                    <a:pt x="72808" y="7769"/>
                    <a:pt x="73483" y="7769"/>
                  </a:cubicBezTo>
                  <a:cubicBezTo>
                    <a:pt x="73483" y="7769"/>
                    <a:pt x="74157" y="7769"/>
                    <a:pt x="74157" y="7769"/>
                  </a:cubicBezTo>
                  <a:cubicBezTo>
                    <a:pt x="74831" y="7338"/>
                    <a:pt x="76179" y="6906"/>
                    <a:pt x="76179" y="6906"/>
                  </a:cubicBezTo>
                  <a:cubicBezTo>
                    <a:pt x="76179" y="6906"/>
                    <a:pt x="76179" y="6043"/>
                    <a:pt x="76853" y="6474"/>
                  </a:cubicBezTo>
                  <a:cubicBezTo>
                    <a:pt x="76853" y="6474"/>
                    <a:pt x="76853" y="7338"/>
                    <a:pt x="76853" y="7338"/>
                  </a:cubicBezTo>
                  <a:cubicBezTo>
                    <a:pt x="76853" y="7338"/>
                    <a:pt x="76179" y="8201"/>
                    <a:pt x="76179" y="8201"/>
                  </a:cubicBezTo>
                  <a:cubicBezTo>
                    <a:pt x="76853" y="8633"/>
                    <a:pt x="77528" y="8201"/>
                    <a:pt x="77528" y="8201"/>
                  </a:cubicBezTo>
                  <a:cubicBezTo>
                    <a:pt x="78202" y="7769"/>
                    <a:pt x="78876" y="7769"/>
                    <a:pt x="78876" y="7769"/>
                  </a:cubicBezTo>
                  <a:cubicBezTo>
                    <a:pt x="80224" y="7769"/>
                    <a:pt x="80224" y="7769"/>
                    <a:pt x="80224" y="7769"/>
                  </a:cubicBezTo>
                  <a:cubicBezTo>
                    <a:pt x="80224" y="7769"/>
                    <a:pt x="81573" y="7769"/>
                    <a:pt x="81573" y="7769"/>
                  </a:cubicBezTo>
                  <a:cubicBezTo>
                    <a:pt x="81573" y="7769"/>
                    <a:pt x="82247" y="8201"/>
                    <a:pt x="82921" y="8201"/>
                  </a:cubicBezTo>
                  <a:cubicBezTo>
                    <a:pt x="82921" y="8633"/>
                    <a:pt x="84943" y="9064"/>
                    <a:pt x="84943" y="9064"/>
                  </a:cubicBezTo>
                  <a:cubicBezTo>
                    <a:pt x="84269" y="9928"/>
                    <a:pt x="84269" y="9928"/>
                    <a:pt x="84269" y="9928"/>
                  </a:cubicBezTo>
                  <a:cubicBezTo>
                    <a:pt x="84269" y="9928"/>
                    <a:pt x="83595" y="10791"/>
                    <a:pt x="84269" y="10791"/>
                  </a:cubicBezTo>
                  <a:cubicBezTo>
                    <a:pt x="84269" y="10791"/>
                    <a:pt x="84943" y="10359"/>
                    <a:pt x="84943" y="10359"/>
                  </a:cubicBezTo>
                  <a:cubicBezTo>
                    <a:pt x="85617" y="10359"/>
                    <a:pt x="86292" y="9928"/>
                    <a:pt x="86292" y="9928"/>
                  </a:cubicBezTo>
                  <a:cubicBezTo>
                    <a:pt x="86292" y="9928"/>
                    <a:pt x="86292" y="9496"/>
                    <a:pt x="86292" y="9496"/>
                  </a:cubicBezTo>
                  <a:cubicBezTo>
                    <a:pt x="86292" y="9928"/>
                    <a:pt x="87640" y="10359"/>
                    <a:pt x="87640" y="10359"/>
                  </a:cubicBezTo>
                  <a:cubicBezTo>
                    <a:pt x="87640" y="10359"/>
                    <a:pt x="88314" y="11223"/>
                    <a:pt x="88314" y="11223"/>
                  </a:cubicBezTo>
                  <a:cubicBezTo>
                    <a:pt x="88314" y="11223"/>
                    <a:pt x="89662" y="10791"/>
                    <a:pt x="89662" y="10791"/>
                  </a:cubicBezTo>
                  <a:cubicBezTo>
                    <a:pt x="89662" y="10791"/>
                    <a:pt x="89662" y="10791"/>
                    <a:pt x="90337" y="10791"/>
                  </a:cubicBezTo>
                  <a:cubicBezTo>
                    <a:pt x="91011" y="10791"/>
                    <a:pt x="91011" y="10791"/>
                    <a:pt x="91011" y="10791"/>
                  </a:cubicBezTo>
                  <a:cubicBezTo>
                    <a:pt x="91685" y="11223"/>
                    <a:pt x="93707" y="11223"/>
                    <a:pt x="93707" y="11223"/>
                  </a:cubicBezTo>
                  <a:cubicBezTo>
                    <a:pt x="95730" y="10359"/>
                    <a:pt x="95730" y="10359"/>
                    <a:pt x="95730" y="10359"/>
                  </a:cubicBezTo>
                  <a:cubicBezTo>
                    <a:pt x="96404" y="9064"/>
                    <a:pt x="96404" y="9064"/>
                    <a:pt x="96404" y="9064"/>
                  </a:cubicBezTo>
                  <a:cubicBezTo>
                    <a:pt x="96404" y="8633"/>
                    <a:pt x="96404" y="8633"/>
                    <a:pt x="96404" y="8633"/>
                  </a:cubicBezTo>
                  <a:cubicBezTo>
                    <a:pt x="96404" y="8633"/>
                    <a:pt x="97752" y="8201"/>
                    <a:pt x="97752" y="8201"/>
                  </a:cubicBezTo>
                  <a:cubicBezTo>
                    <a:pt x="97752" y="8201"/>
                    <a:pt x="98426" y="8201"/>
                    <a:pt x="98426" y="8633"/>
                  </a:cubicBezTo>
                  <a:cubicBezTo>
                    <a:pt x="98426" y="8633"/>
                    <a:pt x="99775" y="9496"/>
                    <a:pt x="99775" y="9496"/>
                  </a:cubicBezTo>
                  <a:cubicBezTo>
                    <a:pt x="99775" y="9496"/>
                    <a:pt x="101123" y="9496"/>
                    <a:pt x="101123" y="9496"/>
                  </a:cubicBezTo>
                  <a:cubicBezTo>
                    <a:pt x="101797" y="9496"/>
                    <a:pt x="101797" y="9064"/>
                    <a:pt x="102471" y="9496"/>
                  </a:cubicBezTo>
                  <a:cubicBezTo>
                    <a:pt x="102471" y="9928"/>
                    <a:pt x="102471" y="10359"/>
                    <a:pt x="103146" y="10359"/>
                  </a:cubicBezTo>
                  <a:cubicBezTo>
                    <a:pt x="103146" y="10359"/>
                    <a:pt x="103820" y="10359"/>
                    <a:pt x="103820" y="10359"/>
                  </a:cubicBezTo>
                  <a:cubicBezTo>
                    <a:pt x="104494" y="10791"/>
                    <a:pt x="105842" y="10791"/>
                    <a:pt x="105842" y="10791"/>
                  </a:cubicBezTo>
                  <a:cubicBezTo>
                    <a:pt x="106516" y="9928"/>
                    <a:pt x="106516" y="9928"/>
                    <a:pt x="106516" y="9928"/>
                  </a:cubicBezTo>
                  <a:cubicBezTo>
                    <a:pt x="106516" y="9928"/>
                    <a:pt x="106516" y="9496"/>
                    <a:pt x="107191" y="9928"/>
                  </a:cubicBezTo>
                  <a:cubicBezTo>
                    <a:pt x="107865" y="9928"/>
                    <a:pt x="107865" y="10791"/>
                    <a:pt x="107865" y="10791"/>
                  </a:cubicBezTo>
                  <a:cubicBezTo>
                    <a:pt x="107865" y="10791"/>
                    <a:pt x="108539" y="11223"/>
                    <a:pt x="108539" y="11223"/>
                  </a:cubicBezTo>
                  <a:cubicBezTo>
                    <a:pt x="108539" y="11223"/>
                    <a:pt x="110561" y="11654"/>
                    <a:pt x="110561" y="11654"/>
                  </a:cubicBezTo>
                  <a:cubicBezTo>
                    <a:pt x="110561" y="11654"/>
                    <a:pt x="111910" y="11223"/>
                    <a:pt x="111910" y="11223"/>
                  </a:cubicBezTo>
                  <a:cubicBezTo>
                    <a:pt x="112584" y="11223"/>
                    <a:pt x="112584" y="12086"/>
                    <a:pt x="112584" y="12086"/>
                  </a:cubicBezTo>
                  <a:cubicBezTo>
                    <a:pt x="112584" y="12086"/>
                    <a:pt x="112584" y="12517"/>
                    <a:pt x="112584" y="12517"/>
                  </a:cubicBezTo>
                  <a:cubicBezTo>
                    <a:pt x="111910" y="12949"/>
                    <a:pt x="111910" y="12949"/>
                    <a:pt x="112584" y="12949"/>
                  </a:cubicBezTo>
                  <a:cubicBezTo>
                    <a:pt x="112584" y="13381"/>
                    <a:pt x="113258" y="13812"/>
                    <a:pt x="113258" y="13812"/>
                  </a:cubicBezTo>
                  <a:cubicBezTo>
                    <a:pt x="113258" y="13812"/>
                    <a:pt x="112584" y="14676"/>
                    <a:pt x="112584" y="14676"/>
                  </a:cubicBezTo>
                  <a:cubicBezTo>
                    <a:pt x="112584" y="15107"/>
                    <a:pt x="111910" y="15539"/>
                    <a:pt x="111910" y="15539"/>
                  </a:cubicBezTo>
                  <a:cubicBezTo>
                    <a:pt x="111235" y="15971"/>
                    <a:pt x="111235" y="15971"/>
                    <a:pt x="111235" y="15971"/>
                  </a:cubicBezTo>
                  <a:cubicBezTo>
                    <a:pt x="111235" y="16402"/>
                    <a:pt x="111235" y="16402"/>
                    <a:pt x="111235" y="16402"/>
                  </a:cubicBezTo>
                  <a:cubicBezTo>
                    <a:pt x="111235" y="16834"/>
                    <a:pt x="111235" y="16834"/>
                    <a:pt x="111235" y="16834"/>
                  </a:cubicBezTo>
                  <a:cubicBezTo>
                    <a:pt x="111235" y="16834"/>
                    <a:pt x="111235" y="17266"/>
                    <a:pt x="111235" y="17266"/>
                  </a:cubicBezTo>
                  <a:cubicBezTo>
                    <a:pt x="110561" y="17266"/>
                    <a:pt x="111235" y="18129"/>
                    <a:pt x="111235" y="18129"/>
                  </a:cubicBezTo>
                  <a:cubicBezTo>
                    <a:pt x="111910" y="18561"/>
                    <a:pt x="111910" y="18561"/>
                    <a:pt x="111910" y="18561"/>
                  </a:cubicBezTo>
                  <a:cubicBezTo>
                    <a:pt x="111910" y="18561"/>
                    <a:pt x="113258" y="18129"/>
                    <a:pt x="113258" y="18129"/>
                  </a:cubicBezTo>
                  <a:cubicBezTo>
                    <a:pt x="113258" y="18129"/>
                    <a:pt x="115280" y="18561"/>
                    <a:pt x="115280" y="18561"/>
                  </a:cubicBezTo>
                  <a:cubicBezTo>
                    <a:pt x="115280" y="18561"/>
                    <a:pt x="116629" y="18992"/>
                    <a:pt x="116629" y="19424"/>
                  </a:cubicBezTo>
                  <a:cubicBezTo>
                    <a:pt x="117303" y="19424"/>
                    <a:pt x="118651" y="20287"/>
                    <a:pt x="118651" y="20287"/>
                  </a:cubicBezTo>
                  <a:cubicBezTo>
                    <a:pt x="120000" y="21582"/>
                    <a:pt x="120000" y="21582"/>
                    <a:pt x="120000" y="21582"/>
                  </a:cubicBezTo>
                  <a:cubicBezTo>
                    <a:pt x="118651" y="22446"/>
                    <a:pt x="118651" y="22446"/>
                    <a:pt x="118651" y="22446"/>
                  </a:cubicBezTo>
                  <a:cubicBezTo>
                    <a:pt x="117303" y="23741"/>
                    <a:pt x="117303" y="23741"/>
                    <a:pt x="117303" y="23741"/>
                  </a:cubicBezTo>
                  <a:cubicBezTo>
                    <a:pt x="115955" y="24172"/>
                    <a:pt x="115955" y="24172"/>
                    <a:pt x="115955" y="24172"/>
                  </a:cubicBezTo>
                  <a:cubicBezTo>
                    <a:pt x="115955" y="24172"/>
                    <a:pt x="115280" y="25035"/>
                    <a:pt x="115280" y="25035"/>
                  </a:cubicBezTo>
                  <a:cubicBezTo>
                    <a:pt x="115280" y="25035"/>
                    <a:pt x="113932" y="25467"/>
                    <a:pt x="113932" y="25467"/>
                  </a:cubicBezTo>
                  <a:cubicBezTo>
                    <a:pt x="113258" y="25467"/>
                    <a:pt x="113258" y="25467"/>
                    <a:pt x="113258" y="25467"/>
                  </a:cubicBezTo>
                  <a:cubicBezTo>
                    <a:pt x="111235" y="26762"/>
                    <a:pt x="111235" y="26762"/>
                    <a:pt x="111235" y="26762"/>
                  </a:cubicBezTo>
                  <a:cubicBezTo>
                    <a:pt x="109887" y="27194"/>
                    <a:pt x="109887" y="27194"/>
                    <a:pt x="109887" y="27194"/>
                  </a:cubicBezTo>
                  <a:cubicBezTo>
                    <a:pt x="108539" y="27625"/>
                    <a:pt x="108539" y="27625"/>
                    <a:pt x="108539" y="27625"/>
                  </a:cubicBezTo>
                  <a:cubicBezTo>
                    <a:pt x="107865" y="27625"/>
                    <a:pt x="107865" y="27625"/>
                    <a:pt x="107865" y="27625"/>
                  </a:cubicBezTo>
                  <a:cubicBezTo>
                    <a:pt x="106516" y="28489"/>
                    <a:pt x="106516" y="28489"/>
                    <a:pt x="106516" y="28489"/>
                  </a:cubicBezTo>
                  <a:cubicBezTo>
                    <a:pt x="105168" y="28057"/>
                    <a:pt x="105168" y="28057"/>
                    <a:pt x="105168" y="28057"/>
                  </a:cubicBezTo>
                  <a:cubicBezTo>
                    <a:pt x="103146" y="28489"/>
                    <a:pt x="103146" y="28489"/>
                    <a:pt x="103146" y="28489"/>
                  </a:cubicBezTo>
                  <a:cubicBezTo>
                    <a:pt x="103146" y="28920"/>
                    <a:pt x="103146" y="28920"/>
                    <a:pt x="103146" y="28920"/>
                  </a:cubicBezTo>
                  <a:cubicBezTo>
                    <a:pt x="100449" y="29784"/>
                    <a:pt x="100449" y="29784"/>
                    <a:pt x="100449" y="29784"/>
                  </a:cubicBezTo>
                  <a:cubicBezTo>
                    <a:pt x="99775" y="31079"/>
                    <a:pt x="99775" y="31079"/>
                    <a:pt x="99775" y="31079"/>
                  </a:cubicBezTo>
                  <a:cubicBezTo>
                    <a:pt x="99775" y="31079"/>
                    <a:pt x="98426" y="31079"/>
                    <a:pt x="98426" y="31510"/>
                  </a:cubicBezTo>
                  <a:cubicBezTo>
                    <a:pt x="97752" y="31510"/>
                    <a:pt x="97078" y="31942"/>
                    <a:pt x="97078" y="31942"/>
                  </a:cubicBezTo>
                  <a:cubicBezTo>
                    <a:pt x="95730" y="31510"/>
                    <a:pt x="95730" y="31510"/>
                    <a:pt x="95730" y="31510"/>
                  </a:cubicBezTo>
                  <a:cubicBezTo>
                    <a:pt x="95056" y="31942"/>
                    <a:pt x="95056" y="31942"/>
                    <a:pt x="95056" y="31942"/>
                  </a:cubicBezTo>
                  <a:cubicBezTo>
                    <a:pt x="95056" y="32805"/>
                    <a:pt x="95056" y="32805"/>
                    <a:pt x="95056" y="32805"/>
                  </a:cubicBezTo>
                  <a:cubicBezTo>
                    <a:pt x="95730" y="32805"/>
                    <a:pt x="95730" y="32805"/>
                    <a:pt x="95730" y="32805"/>
                  </a:cubicBezTo>
                  <a:cubicBezTo>
                    <a:pt x="95730" y="32805"/>
                    <a:pt x="95730" y="33669"/>
                    <a:pt x="95730" y="33669"/>
                  </a:cubicBezTo>
                  <a:cubicBezTo>
                    <a:pt x="95730" y="34100"/>
                    <a:pt x="95730" y="34964"/>
                    <a:pt x="95730" y="34964"/>
                  </a:cubicBezTo>
                  <a:cubicBezTo>
                    <a:pt x="97078" y="35395"/>
                    <a:pt x="97078" y="35395"/>
                    <a:pt x="97078" y="35395"/>
                  </a:cubicBezTo>
                  <a:cubicBezTo>
                    <a:pt x="97078" y="35395"/>
                    <a:pt x="97078" y="36690"/>
                    <a:pt x="96404" y="36690"/>
                  </a:cubicBezTo>
                  <a:cubicBezTo>
                    <a:pt x="96404" y="36690"/>
                    <a:pt x="95056" y="37122"/>
                    <a:pt x="95056" y="37122"/>
                  </a:cubicBezTo>
                  <a:cubicBezTo>
                    <a:pt x="95056" y="37553"/>
                    <a:pt x="95056" y="37553"/>
                    <a:pt x="95056" y="37553"/>
                  </a:cubicBezTo>
                  <a:cubicBezTo>
                    <a:pt x="95730" y="38417"/>
                    <a:pt x="95730" y="38417"/>
                    <a:pt x="95730" y="38417"/>
                  </a:cubicBezTo>
                  <a:cubicBezTo>
                    <a:pt x="95730" y="38417"/>
                    <a:pt x="95730" y="39712"/>
                    <a:pt x="95056" y="39712"/>
                  </a:cubicBezTo>
                  <a:cubicBezTo>
                    <a:pt x="95056" y="40143"/>
                    <a:pt x="94382" y="41007"/>
                    <a:pt x="94382" y="41007"/>
                  </a:cubicBezTo>
                  <a:cubicBezTo>
                    <a:pt x="93707" y="41438"/>
                    <a:pt x="93707" y="41438"/>
                    <a:pt x="93707" y="41438"/>
                  </a:cubicBezTo>
                  <a:cubicBezTo>
                    <a:pt x="93033" y="42302"/>
                    <a:pt x="93033" y="42302"/>
                    <a:pt x="93033" y="42302"/>
                  </a:cubicBezTo>
                  <a:cubicBezTo>
                    <a:pt x="93707" y="42733"/>
                    <a:pt x="93707" y="42733"/>
                    <a:pt x="93707" y="42733"/>
                  </a:cubicBezTo>
                  <a:cubicBezTo>
                    <a:pt x="93707" y="44028"/>
                    <a:pt x="93707" y="44028"/>
                    <a:pt x="93707" y="44028"/>
                  </a:cubicBezTo>
                  <a:cubicBezTo>
                    <a:pt x="92359" y="44460"/>
                    <a:pt x="92359" y="44460"/>
                    <a:pt x="92359" y="44460"/>
                  </a:cubicBezTo>
                  <a:cubicBezTo>
                    <a:pt x="91685" y="45755"/>
                    <a:pt x="91685" y="45755"/>
                    <a:pt x="91685" y="45755"/>
                  </a:cubicBezTo>
                  <a:cubicBezTo>
                    <a:pt x="92359" y="46187"/>
                    <a:pt x="92359" y="46187"/>
                    <a:pt x="92359" y="46187"/>
                  </a:cubicBezTo>
                  <a:cubicBezTo>
                    <a:pt x="93033" y="47050"/>
                    <a:pt x="93033" y="47050"/>
                    <a:pt x="93033" y="47050"/>
                  </a:cubicBezTo>
                  <a:cubicBezTo>
                    <a:pt x="92359" y="47913"/>
                    <a:pt x="92359" y="47913"/>
                    <a:pt x="92359" y="47913"/>
                  </a:cubicBezTo>
                  <a:cubicBezTo>
                    <a:pt x="91685" y="48345"/>
                    <a:pt x="91685" y="48345"/>
                    <a:pt x="91685" y="48345"/>
                  </a:cubicBezTo>
                  <a:cubicBezTo>
                    <a:pt x="91011" y="48345"/>
                    <a:pt x="91011" y="48345"/>
                    <a:pt x="91011" y="48345"/>
                  </a:cubicBezTo>
                  <a:cubicBezTo>
                    <a:pt x="89662" y="49208"/>
                    <a:pt x="89662" y="49208"/>
                    <a:pt x="89662" y="49208"/>
                  </a:cubicBezTo>
                  <a:cubicBezTo>
                    <a:pt x="88314" y="49208"/>
                    <a:pt x="88314" y="49208"/>
                    <a:pt x="88314" y="49208"/>
                  </a:cubicBezTo>
                  <a:cubicBezTo>
                    <a:pt x="87640" y="49208"/>
                    <a:pt x="87640" y="49208"/>
                    <a:pt x="87640" y="49208"/>
                  </a:cubicBezTo>
                  <a:cubicBezTo>
                    <a:pt x="86292" y="50071"/>
                    <a:pt x="86292" y="50071"/>
                    <a:pt x="86292" y="50071"/>
                  </a:cubicBezTo>
                  <a:cubicBezTo>
                    <a:pt x="85617" y="50071"/>
                    <a:pt x="85617" y="50071"/>
                    <a:pt x="85617" y="50071"/>
                  </a:cubicBezTo>
                  <a:cubicBezTo>
                    <a:pt x="84943" y="50503"/>
                    <a:pt x="84943" y="50503"/>
                    <a:pt x="84943" y="50503"/>
                  </a:cubicBezTo>
                  <a:cubicBezTo>
                    <a:pt x="84943" y="51366"/>
                    <a:pt x="84943" y="51366"/>
                    <a:pt x="84943" y="51366"/>
                  </a:cubicBezTo>
                  <a:cubicBezTo>
                    <a:pt x="84943" y="51366"/>
                    <a:pt x="84943" y="51798"/>
                    <a:pt x="84943" y="51798"/>
                  </a:cubicBezTo>
                  <a:cubicBezTo>
                    <a:pt x="85617" y="51798"/>
                    <a:pt x="85617" y="52230"/>
                    <a:pt x="85617" y="52230"/>
                  </a:cubicBezTo>
                  <a:cubicBezTo>
                    <a:pt x="86292" y="53093"/>
                    <a:pt x="86292" y="53093"/>
                    <a:pt x="86292" y="53093"/>
                  </a:cubicBezTo>
                  <a:cubicBezTo>
                    <a:pt x="86966" y="53956"/>
                    <a:pt x="86966" y="53956"/>
                    <a:pt x="86966" y="53956"/>
                  </a:cubicBezTo>
                  <a:cubicBezTo>
                    <a:pt x="87640" y="55251"/>
                    <a:pt x="87640" y="55251"/>
                    <a:pt x="87640" y="55251"/>
                  </a:cubicBezTo>
                  <a:cubicBezTo>
                    <a:pt x="87640" y="55251"/>
                    <a:pt x="86966" y="56115"/>
                    <a:pt x="86966" y="56115"/>
                  </a:cubicBezTo>
                  <a:cubicBezTo>
                    <a:pt x="86966" y="56115"/>
                    <a:pt x="86292" y="56978"/>
                    <a:pt x="86292" y="56978"/>
                  </a:cubicBezTo>
                  <a:cubicBezTo>
                    <a:pt x="85617" y="57841"/>
                    <a:pt x="85617" y="57841"/>
                    <a:pt x="85617" y="57841"/>
                  </a:cubicBezTo>
                  <a:cubicBezTo>
                    <a:pt x="84943" y="58705"/>
                    <a:pt x="84943" y="58705"/>
                    <a:pt x="84943" y="58705"/>
                  </a:cubicBezTo>
                  <a:cubicBezTo>
                    <a:pt x="84269" y="59136"/>
                    <a:pt x="84269" y="59136"/>
                    <a:pt x="84269" y="59136"/>
                  </a:cubicBezTo>
                  <a:cubicBezTo>
                    <a:pt x="82921" y="59136"/>
                    <a:pt x="82921" y="59136"/>
                    <a:pt x="82921" y="59136"/>
                  </a:cubicBezTo>
                  <a:cubicBezTo>
                    <a:pt x="82921" y="59568"/>
                    <a:pt x="82921" y="59568"/>
                    <a:pt x="82921" y="59568"/>
                  </a:cubicBezTo>
                  <a:cubicBezTo>
                    <a:pt x="82247" y="60431"/>
                    <a:pt x="82247" y="60431"/>
                    <a:pt x="82247" y="60431"/>
                  </a:cubicBezTo>
                  <a:cubicBezTo>
                    <a:pt x="82247" y="60863"/>
                    <a:pt x="82247" y="60863"/>
                    <a:pt x="82247" y="60863"/>
                  </a:cubicBezTo>
                  <a:cubicBezTo>
                    <a:pt x="81573" y="60863"/>
                    <a:pt x="81573" y="60863"/>
                    <a:pt x="81573" y="60863"/>
                  </a:cubicBezTo>
                  <a:cubicBezTo>
                    <a:pt x="81573" y="61726"/>
                    <a:pt x="81573" y="61726"/>
                    <a:pt x="81573" y="61726"/>
                  </a:cubicBezTo>
                  <a:cubicBezTo>
                    <a:pt x="80898" y="62158"/>
                    <a:pt x="80898" y="62158"/>
                    <a:pt x="80898" y="62158"/>
                  </a:cubicBezTo>
                  <a:cubicBezTo>
                    <a:pt x="80898" y="62158"/>
                    <a:pt x="80224" y="62158"/>
                    <a:pt x="80224" y="62158"/>
                  </a:cubicBezTo>
                  <a:cubicBezTo>
                    <a:pt x="79550" y="62158"/>
                    <a:pt x="78876" y="62589"/>
                    <a:pt x="78876" y="62589"/>
                  </a:cubicBezTo>
                  <a:cubicBezTo>
                    <a:pt x="78876" y="62589"/>
                    <a:pt x="77528" y="62589"/>
                    <a:pt x="77528" y="62158"/>
                  </a:cubicBezTo>
                  <a:cubicBezTo>
                    <a:pt x="77528" y="62158"/>
                    <a:pt x="76853" y="62589"/>
                    <a:pt x="76179" y="62158"/>
                  </a:cubicBezTo>
                  <a:cubicBezTo>
                    <a:pt x="76179" y="62158"/>
                    <a:pt x="75505" y="61726"/>
                    <a:pt x="75505" y="61726"/>
                  </a:cubicBezTo>
                  <a:cubicBezTo>
                    <a:pt x="74831" y="61726"/>
                    <a:pt x="74831" y="61726"/>
                    <a:pt x="74831" y="61726"/>
                  </a:cubicBezTo>
                  <a:cubicBezTo>
                    <a:pt x="73483" y="61726"/>
                    <a:pt x="73483" y="61726"/>
                    <a:pt x="73483" y="61726"/>
                  </a:cubicBezTo>
                  <a:cubicBezTo>
                    <a:pt x="71460" y="61726"/>
                    <a:pt x="71460" y="61726"/>
                    <a:pt x="71460" y="61726"/>
                  </a:cubicBezTo>
                  <a:cubicBezTo>
                    <a:pt x="70112" y="61726"/>
                    <a:pt x="70112" y="61726"/>
                    <a:pt x="70112" y="61726"/>
                  </a:cubicBezTo>
                  <a:cubicBezTo>
                    <a:pt x="70112" y="61294"/>
                    <a:pt x="70112" y="61294"/>
                    <a:pt x="70112" y="61294"/>
                  </a:cubicBezTo>
                  <a:cubicBezTo>
                    <a:pt x="69438" y="61726"/>
                    <a:pt x="69438" y="61726"/>
                    <a:pt x="69438" y="61726"/>
                  </a:cubicBezTo>
                  <a:cubicBezTo>
                    <a:pt x="68764" y="60863"/>
                    <a:pt x="68764" y="60863"/>
                    <a:pt x="68764" y="60863"/>
                  </a:cubicBezTo>
                  <a:cubicBezTo>
                    <a:pt x="67415" y="60863"/>
                    <a:pt x="67415" y="60863"/>
                    <a:pt x="67415" y="60863"/>
                  </a:cubicBezTo>
                  <a:cubicBezTo>
                    <a:pt x="66067" y="60863"/>
                    <a:pt x="66067" y="60863"/>
                    <a:pt x="66067" y="60863"/>
                  </a:cubicBezTo>
                  <a:cubicBezTo>
                    <a:pt x="66067" y="60863"/>
                    <a:pt x="66067" y="61294"/>
                    <a:pt x="66741" y="61726"/>
                  </a:cubicBezTo>
                  <a:cubicBezTo>
                    <a:pt x="66741" y="61726"/>
                    <a:pt x="67415" y="62589"/>
                    <a:pt x="67415" y="62589"/>
                  </a:cubicBezTo>
                  <a:cubicBezTo>
                    <a:pt x="67415" y="62589"/>
                    <a:pt x="67415" y="63453"/>
                    <a:pt x="67415" y="63453"/>
                  </a:cubicBezTo>
                  <a:cubicBezTo>
                    <a:pt x="67415" y="63453"/>
                    <a:pt x="68764" y="64316"/>
                    <a:pt x="68764" y="64316"/>
                  </a:cubicBezTo>
                  <a:cubicBezTo>
                    <a:pt x="68764" y="64748"/>
                    <a:pt x="68764" y="64748"/>
                    <a:pt x="68764" y="64748"/>
                  </a:cubicBezTo>
                  <a:cubicBezTo>
                    <a:pt x="68764" y="64748"/>
                    <a:pt x="69438" y="65611"/>
                    <a:pt x="69438" y="65611"/>
                  </a:cubicBezTo>
                  <a:cubicBezTo>
                    <a:pt x="69438" y="65611"/>
                    <a:pt x="70786" y="66043"/>
                    <a:pt x="70786" y="66043"/>
                  </a:cubicBezTo>
                  <a:cubicBezTo>
                    <a:pt x="70786" y="66906"/>
                    <a:pt x="70786" y="66906"/>
                    <a:pt x="70786" y="66906"/>
                  </a:cubicBezTo>
                  <a:cubicBezTo>
                    <a:pt x="70112" y="67338"/>
                    <a:pt x="70112" y="67338"/>
                    <a:pt x="70112" y="67338"/>
                  </a:cubicBezTo>
                  <a:cubicBezTo>
                    <a:pt x="69438" y="67769"/>
                    <a:pt x="69438" y="67769"/>
                    <a:pt x="69438" y="67769"/>
                  </a:cubicBezTo>
                  <a:cubicBezTo>
                    <a:pt x="70112" y="68633"/>
                    <a:pt x="70112" y="68633"/>
                    <a:pt x="70112" y="68633"/>
                  </a:cubicBezTo>
                  <a:cubicBezTo>
                    <a:pt x="70112" y="69496"/>
                    <a:pt x="70112" y="69496"/>
                    <a:pt x="70112" y="69496"/>
                  </a:cubicBezTo>
                  <a:cubicBezTo>
                    <a:pt x="70786" y="69928"/>
                    <a:pt x="70786" y="69928"/>
                    <a:pt x="70786" y="69928"/>
                  </a:cubicBezTo>
                  <a:cubicBezTo>
                    <a:pt x="70786" y="70359"/>
                    <a:pt x="70786" y="70359"/>
                    <a:pt x="70786" y="70359"/>
                  </a:cubicBezTo>
                  <a:cubicBezTo>
                    <a:pt x="70112" y="70791"/>
                    <a:pt x="70112" y="70791"/>
                    <a:pt x="70112" y="70791"/>
                  </a:cubicBezTo>
                  <a:cubicBezTo>
                    <a:pt x="70112" y="71654"/>
                    <a:pt x="70112" y="71654"/>
                    <a:pt x="70112" y="71654"/>
                  </a:cubicBezTo>
                  <a:cubicBezTo>
                    <a:pt x="70786" y="72517"/>
                    <a:pt x="70786" y="72517"/>
                    <a:pt x="70786" y="72517"/>
                  </a:cubicBezTo>
                  <a:cubicBezTo>
                    <a:pt x="71460" y="73381"/>
                    <a:pt x="71460" y="73381"/>
                    <a:pt x="71460" y="73381"/>
                  </a:cubicBezTo>
                  <a:cubicBezTo>
                    <a:pt x="72808" y="73381"/>
                    <a:pt x="72808" y="73381"/>
                    <a:pt x="72808" y="73381"/>
                  </a:cubicBezTo>
                  <a:cubicBezTo>
                    <a:pt x="72808" y="74244"/>
                    <a:pt x="72808" y="74244"/>
                    <a:pt x="72808" y="74244"/>
                  </a:cubicBezTo>
                  <a:cubicBezTo>
                    <a:pt x="72134" y="74676"/>
                    <a:pt x="72134" y="74676"/>
                    <a:pt x="72134" y="74676"/>
                  </a:cubicBezTo>
                  <a:cubicBezTo>
                    <a:pt x="72134" y="74676"/>
                    <a:pt x="72134" y="75107"/>
                    <a:pt x="72134" y="75107"/>
                  </a:cubicBezTo>
                  <a:cubicBezTo>
                    <a:pt x="72808" y="75107"/>
                    <a:pt x="73483" y="75539"/>
                    <a:pt x="73483" y="75539"/>
                  </a:cubicBezTo>
                  <a:cubicBezTo>
                    <a:pt x="74831" y="75107"/>
                    <a:pt x="74831" y="75107"/>
                    <a:pt x="74831" y="75107"/>
                  </a:cubicBezTo>
                  <a:cubicBezTo>
                    <a:pt x="74831" y="75107"/>
                    <a:pt x="75505" y="75107"/>
                    <a:pt x="75505" y="75107"/>
                  </a:cubicBezTo>
                  <a:cubicBezTo>
                    <a:pt x="75505" y="75539"/>
                    <a:pt x="76179" y="76402"/>
                    <a:pt x="76179" y="76402"/>
                  </a:cubicBezTo>
                  <a:cubicBezTo>
                    <a:pt x="76853" y="76834"/>
                    <a:pt x="76853" y="76834"/>
                    <a:pt x="76853" y="76834"/>
                  </a:cubicBezTo>
                  <a:cubicBezTo>
                    <a:pt x="76853" y="77697"/>
                    <a:pt x="76853" y="77697"/>
                    <a:pt x="76853" y="77697"/>
                  </a:cubicBezTo>
                  <a:cubicBezTo>
                    <a:pt x="75505" y="78561"/>
                    <a:pt x="75505" y="78561"/>
                    <a:pt x="75505" y="78561"/>
                  </a:cubicBezTo>
                  <a:cubicBezTo>
                    <a:pt x="74157" y="79424"/>
                    <a:pt x="74157" y="79424"/>
                    <a:pt x="74157" y="79424"/>
                  </a:cubicBezTo>
                  <a:cubicBezTo>
                    <a:pt x="73483" y="79856"/>
                    <a:pt x="73483" y="79856"/>
                    <a:pt x="73483" y="79856"/>
                  </a:cubicBezTo>
                  <a:cubicBezTo>
                    <a:pt x="73483" y="80719"/>
                    <a:pt x="73483" y="80719"/>
                    <a:pt x="73483" y="80719"/>
                  </a:cubicBezTo>
                  <a:cubicBezTo>
                    <a:pt x="72808" y="81151"/>
                    <a:pt x="72808" y="81151"/>
                    <a:pt x="72808" y="81151"/>
                  </a:cubicBezTo>
                  <a:cubicBezTo>
                    <a:pt x="71460" y="81582"/>
                    <a:pt x="71460" y="81582"/>
                    <a:pt x="71460" y="81582"/>
                  </a:cubicBezTo>
                  <a:cubicBezTo>
                    <a:pt x="70112" y="82014"/>
                    <a:pt x="70112" y="82014"/>
                    <a:pt x="70112" y="82014"/>
                  </a:cubicBezTo>
                  <a:cubicBezTo>
                    <a:pt x="69438" y="82014"/>
                    <a:pt x="69438" y="82014"/>
                    <a:pt x="69438" y="82014"/>
                  </a:cubicBezTo>
                  <a:cubicBezTo>
                    <a:pt x="68764" y="82446"/>
                    <a:pt x="68764" y="82446"/>
                    <a:pt x="68764" y="82446"/>
                  </a:cubicBezTo>
                  <a:cubicBezTo>
                    <a:pt x="66741" y="82877"/>
                    <a:pt x="66741" y="82877"/>
                    <a:pt x="66741" y="82877"/>
                  </a:cubicBezTo>
                  <a:cubicBezTo>
                    <a:pt x="66067" y="82877"/>
                    <a:pt x="66067" y="82877"/>
                    <a:pt x="66067" y="82877"/>
                  </a:cubicBezTo>
                  <a:cubicBezTo>
                    <a:pt x="64719" y="84604"/>
                    <a:pt x="64719" y="84604"/>
                    <a:pt x="64719" y="84604"/>
                  </a:cubicBezTo>
                  <a:cubicBezTo>
                    <a:pt x="64719" y="84604"/>
                    <a:pt x="64719" y="85467"/>
                    <a:pt x="64719" y="85467"/>
                  </a:cubicBezTo>
                  <a:cubicBezTo>
                    <a:pt x="64719" y="85467"/>
                    <a:pt x="65393" y="85899"/>
                    <a:pt x="65393" y="85899"/>
                  </a:cubicBezTo>
                  <a:cubicBezTo>
                    <a:pt x="65393" y="85899"/>
                    <a:pt x="64044" y="86762"/>
                    <a:pt x="64044" y="86762"/>
                  </a:cubicBezTo>
                  <a:cubicBezTo>
                    <a:pt x="64044" y="86762"/>
                    <a:pt x="62696" y="87194"/>
                    <a:pt x="62696" y="87194"/>
                  </a:cubicBezTo>
                  <a:cubicBezTo>
                    <a:pt x="62022" y="88057"/>
                    <a:pt x="62022" y="88057"/>
                    <a:pt x="62022" y="88057"/>
                  </a:cubicBezTo>
                  <a:cubicBezTo>
                    <a:pt x="62696" y="88489"/>
                    <a:pt x="62696" y="88489"/>
                    <a:pt x="62696" y="88489"/>
                  </a:cubicBezTo>
                  <a:cubicBezTo>
                    <a:pt x="61348" y="88489"/>
                    <a:pt x="61348" y="88489"/>
                    <a:pt x="61348" y="88489"/>
                  </a:cubicBezTo>
                  <a:cubicBezTo>
                    <a:pt x="62022" y="89352"/>
                    <a:pt x="62022" y="89352"/>
                    <a:pt x="62022" y="89352"/>
                  </a:cubicBezTo>
                  <a:cubicBezTo>
                    <a:pt x="61348" y="89784"/>
                    <a:pt x="61348" y="89784"/>
                    <a:pt x="61348" y="89784"/>
                  </a:cubicBezTo>
                  <a:cubicBezTo>
                    <a:pt x="62022" y="90215"/>
                    <a:pt x="62022" y="90215"/>
                    <a:pt x="62022" y="90215"/>
                  </a:cubicBezTo>
                  <a:cubicBezTo>
                    <a:pt x="62022" y="90215"/>
                    <a:pt x="62696" y="91510"/>
                    <a:pt x="62696" y="91510"/>
                  </a:cubicBezTo>
                  <a:cubicBezTo>
                    <a:pt x="62696" y="91942"/>
                    <a:pt x="63370" y="92374"/>
                    <a:pt x="63370" y="92374"/>
                  </a:cubicBezTo>
                  <a:cubicBezTo>
                    <a:pt x="63370" y="92374"/>
                    <a:pt x="64044" y="92805"/>
                    <a:pt x="64044" y="92805"/>
                  </a:cubicBezTo>
                  <a:cubicBezTo>
                    <a:pt x="64044" y="93237"/>
                    <a:pt x="64044" y="93669"/>
                    <a:pt x="64044" y="94100"/>
                  </a:cubicBezTo>
                  <a:cubicBezTo>
                    <a:pt x="64044" y="94532"/>
                    <a:pt x="64719" y="95395"/>
                    <a:pt x="64719" y="95395"/>
                  </a:cubicBezTo>
                  <a:cubicBezTo>
                    <a:pt x="65393" y="96258"/>
                    <a:pt x="65393" y="96258"/>
                    <a:pt x="65393" y="96258"/>
                  </a:cubicBezTo>
                  <a:cubicBezTo>
                    <a:pt x="65393" y="96258"/>
                    <a:pt x="65393" y="96690"/>
                    <a:pt x="65393" y="96690"/>
                  </a:cubicBezTo>
                  <a:cubicBezTo>
                    <a:pt x="66067" y="96690"/>
                    <a:pt x="67415" y="96690"/>
                    <a:pt x="67415" y="96690"/>
                  </a:cubicBezTo>
                  <a:cubicBezTo>
                    <a:pt x="67415" y="96690"/>
                    <a:pt x="68764" y="96690"/>
                    <a:pt x="68764" y="96690"/>
                  </a:cubicBezTo>
                  <a:cubicBezTo>
                    <a:pt x="68764" y="96690"/>
                    <a:pt x="69438" y="96258"/>
                    <a:pt x="70112" y="96690"/>
                  </a:cubicBezTo>
                  <a:cubicBezTo>
                    <a:pt x="70112" y="96690"/>
                    <a:pt x="70112" y="97122"/>
                    <a:pt x="70112" y="97122"/>
                  </a:cubicBezTo>
                  <a:cubicBezTo>
                    <a:pt x="70112" y="97122"/>
                    <a:pt x="70112" y="97553"/>
                    <a:pt x="70112" y="97553"/>
                  </a:cubicBezTo>
                  <a:cubicBezTo>
                    <a:pt x="67415" y="99280"/>
                    <a:pt x="67415" y="99280"/>
                    <a:pt x="67415" y="99280"/>
                  </a:cubicBezTo>
                  <a:cubicBezTo>
                    <a:pt x="67415" y="100575"/>
                    <a:pt x="67415" y="100575"/>
                    <a:pt x="67415" y="100575"/>
                  </a:cubicBezTo>
                  <a:cubicBezTo>
                    <a:pt x="67415" y="100575"/>
                    <a:pt x="66741" y="100575"/>
                    <a:pt x="66741" y="100575"/>
                  </a:cubicBezTo>
                  <a:cubicBezTo>
                    <a:pt x="66067" y="100575"/>
                    <a:pt x="65393" y="100575"/>
                    <a:pt x="65393" y="100575"/>
                  </a:cubicBezTo>
                  <a:cubicBezTo>
                    <a:pt x="64044" y="99712"/>
                    <a:pt x="64044" y="99712"/>
                    <a:pt x="64044" y="99712"/>
                  </a:cubicBezTo>
                  <a:cubicBezTo>
                    <a:pt x="62696" y="100143"/>
                    <a:pt x="62696" y="100143"/>
                    <a:pt x="62696" y="100143"/>
                  </a:cubicBezTo>
                  <a:cubicBezTo>
                    <a:pt x="62696" y="100575"/>
                    <a:pt x="62696" y="100575"/>
                    <a:pt x="62696" y="100575"/>
                  </a:cubicBezTo>
                  <a:cubicBezTo>
                    <a:pt x="62696" y="100575"/>
                    <a:pt x="61348" y="100575"/>
                    <a:pt x="61348" y="100575"/>
                  </a:cubicBezTo>
                  <a:cubicBezTo>
                    <a:pt x="61348" y="100575"/>
                    <a:pt x="59325" y="100575"/>
                    <a:pt x="59325" y="100575"/>
                  </a:cubicBezTo>
                  <a:cubicBezTo>
                    <a:pt x="58651" y="101007"/>
                    <a:pt x="58651" y="101007"/>
                    <a:pt x="58651" y="101007"/>
                  </a:cubicBezTo>
                  <a:cubicBezTo>
                    <a:pt x="57977" y="102733"/>
                    <a:pt x="57977" y="102733"/>
                    <a:pt x="57977" y="102733"/>
                  </a:cubicBezTo>
                  <a:cubicBezTo>
                    <a:pt x="56629" y="103597"/>
                    <a:pt x="56629" y="103597"/>
                    <a:pt x="56629" y="103597"/>
                  </a:cubicBezTo>
                  <a:cubicBezTo>
                    <a:pt x="55280" y="104028"/>
                    <a:pt x="55280" y="104028"/>
                    <a:pt x="55280" y="104028"/>
                  </a:cubicBezTo>
                  <a:cubicBezTo>
                    <a:pt x="53932" y="104892"/>
                    <a:pt x="53932" y="104892"/>
                    <a:pt x="53932" y="104892"/>
                  </a:cubicBezTo>
                  <a:cubicBezTo>
                    <a:pt x="51910" y="105323"/>
                    <a:pt x="51910" y="105323"/>
                    <a:pt x="51910" y="105323"/>
                  </a:cubicBezTo>
                  <a:cubicBezTo>
                    <a:pt x="51910" y="105323"/>
                    <a:pt x="51235" y="105755"/>
                    <a:pt x="51235" y="105755"/>
                  </a:cubicBezTo>
                  <a:cubicBezTo>
                    <a:pt x="51235" y="106187"/>
                    <a:pt x="50561" y="107482"/>
                    <a:pt x="50561" y="107482"/>
                  </a:cubicBezTo>
                  <a:cubicBezTo>
                    <a:pt x="50561" y="107482"/>
                    <a:pt x="49213" y="107913"/>
                    <a:pt x="49213" y="108345"/>
                  </a:cubicBezTo>
                  <a:cubicBezTo>
                    <a:pt x="49213" y="108345"/>
                    <a:pt x="47865" y="108776"/>
                    <a:pt x="47865" y="108776"/>
                  </a:cubicBezTo>
                  <a:cubicBezTo>
                    <a:pt x="47865" y="108776"/>
                    <a:pt x="47865" y="109640"/>
                    <a:pt x="47865" y="109640"/>
                  </a:cubicBezTo>
                  <a:cubicBezTo>
                    <a:pt x="47865" y="109640"/>
                    <a:pt x="48539" y="110503"/>
                    <a:pt x="48539" y="110503"/>
                  </a:cubicBezTo>
                  <a:cubicBezTo>
                    <a:pt x="48539" y="111798"/>
                    <a:pt x="48539" y="111798"/>
                    <a:pt x="48539" y="111798"/>
                  </a:cubicBezTo>
                  <a:cubicBezTo>
                    <a:pt x="48539" y="112661"/>
                    <a:pt x="48539" y="112661"/>
                    <a:pt x="48539" y="112661"/>
                  </a:cubicBezTo>
                  <a:cubicBezTo>
                    <a:pt x="49213" y="113525"/>
                    <a:pt x="49213" y="113525"/>
                    <a:pt x="49213" y="113525"/>
                  </a:cubicBezTo>
                  <a:cubicBezTo>
                    <a:pt x="48539" y="114388"/>
                    <a:pt x="48539" y="114388"/>
                    <a:pt x="48539" y="114388"/>
                  </a:cubicBezTo>
                  <a:cubicBezTo>
                    <a:pt x="47865" y="115683"/>
                    <a:pt x="47865" y="115683"/>
                    <a:pt x="47865" y="115683"/>
                  </a:cubicBezTo>
                  <a:cubicBezTo>
                    <a:pt x="47865" y="116115"/>
                    <a:pt x="47865" y="116115"/>
                    <a:pt x="47865" y="116115"/>
                  </a:cubicBezTo>
                  <a:cubicBezTo>
                    <a:pt x="47865" y="116978"/>
                    <a:pt x="47865" y="116978"/>
                    <a:pt x="47865" y="116978"/>
                  </a:cubicBezTo>
                  <a:cubicBezTo>
                    <a:pt x="47865" y="118705"/>
                    <a:pt x="47865" y="118705"/>
                    <a:pt x="47865" y="118705"/>
                  </a:cubicBezTo>
                  <a:cubicBezTo>
                    <a:pt x="45842" y="118273"/>
                    <a:pt x="45842" y="118273"/>
                    <a:pt x="45842" y="118273"/>
                  </a:cubicBezTo>
                  <a:cubicBezTo>
                    <a:pt x="43820" y="118273"/>
                    <a:pt x="43820" y="118273"/>
                    <a:pt x="43820" y="118273"/>
                  </a:cubicBezTo>
                  <a:cubicBezTo>
                    <a:pt x="41797" y="118705"/>
                    <a:pt x="41797" y="118705"/>
                    <a:pt x="41797" y="118705"/>
                  </a:cubicBezTo>
                  <a:cubicBezTo>
                    <a:pt x="39101" y="119568"/>
                    <a:pt x="39101" y="119568"/>
                    <a:pt x="39101" y="119568"/>
                  </a:cubicBezTo>
                  <a:cubicBezTo>
                    <a:pt x="35056" y="120000"/>
                    <a:pt x="35056" y="120000"/>
                    <a:pt x="35056" y="120000"/>
                  </a:cubicBezTo>
                  <a:cubicBezTo>
                    <a:pt x="31685" y="120000"/>
                    <a:pt x="31685" y="120000"/>
                    <a:pt x="31685" y="120000"/>
                  </a:cubicBezTo>
                  <a:cubicBezTo>
                    <a:pt x="29662" y="119568"/>
                    <a:pt x="29662" y="119568"/>
                    <a:pt x="29662" y="119568"/>
                  </a:cubicBezTo>
                  <a:cubicBezTo>
                    <a:pt x="28314" y="119136"/>
                    <a:pt x="28314" y="119136"/>
                    <a:pt x="28314" y="119136"/>
                  </a:cubicBezTo>
                  <a:cubicBezTo>
                    <a:pt x="26966" y="118273"/>
                    <a:pt x="26966" y="118273"/>
                    <a:pt x="26966" y="118273"/>
                  </a:cubicBezTo>
                  <a:cubicBezTo>
                    <a:pt x="24943" y="116978"/>
                    <a:pt x="24943" y="116978"/>
                    <a:pt x="24943" y="116978"/>
                  </a:cubicBezTo>
                  <a:cubicBezTo>
                    <a:pt x="22921" y="116978"/>
                    <a:pt x="22921" y="116978"/>
                    <a:pt x="22921" y="116978"/>
                  </a:cubicBezTo>
                  <a:cubicBezTo>
                    <a:pt x="21573" y="116546"/>
                    <a:pt x="21573" y="116546"/>
                    <a:pt x="21573" y="116546"/>
                  </a:cubicBezTo>
                  <a:cubicBezTo>
                    <a:pt x="20224" y="116115"/>
                    <a:pt x="20224" y="116115"/>
                    <a:pt x="20224" y="116115"/>
                  </a:cubicBezTo>
                  <a:cubicBezTo>
                    <a:pt x="18876" y="115683"/>
                    <a:pt x="18876" y="115683"/>
                    <a:pt x="18876" y="115683"/>
                  </a:cubicBezTo>
                  <a:cubicBezTo>
                    <a:pt x="17528" y="115683"/>
                    <a:pt x="17528" y="115683"/>
                    <a:pt x="17528" y="115683"/>
                  </a:cubicBezTo>
                  <a:cubicBezTo>
                    <a:pt x="14831" y="114820"/>
                    <a:pt x="14831" y="114820"/>
                    <a:pt x="14831" y="114820"/>
                  </a:cubicBezTo>
                  <a:cubicBezTo>
                    <a:pt x="12134" y="113956"/>
                    <a:pt x="12134" y="113956"/>
                    <a:pt x="12134" y="113956"/>
                  </a:cubicBezTo>
                  <a:cubicBezTo>
                    <a:pt x="10786" y="114388"/>
                    <a:pt x="10786" y="114388"/>
                    <a:pt x="10786" y="114388"/>
                  </a:cubicBezTo>
                  <a:cubicBezTo>
                    <a:pt x="10786" y="114820"/>
                    <a:pt x="10786" y="114820"/>
                    <a:pt x="10786" y="114820"/>
                  </a:cubicBezTo>
                  <a:cubicBezTo>
                    <a:pt x="8764" y="114388"/>
                    <a:pt x="8764" y="114388"/>
                    <a:pt x="8764" y="114388"/>
                  </a:cubicBezTo>
                  <a:cubicBezTo>
                    <a:pt x="7415" y="114388"/>
                    <a:pt x="7415" y="114388"/>
                    <a:pt x="7415" y="114388"/>
                  </a:cubicBezTo>
                  <a:cubicBezTo>
                    <a:pt x="6067" y="114388"/>
                    <a:pt x="6067" y="114388"/>
                    <a:pt x="6067" y="114388"/>
                  </a:cubicBezTo>
                  <a:cubicBezTo>
                    <a:pt x="3370" y="114820"/>
                    <a:pt x="3370" y="114820"/>
                    <a:pt x="3370" y="114820"/>
                  </a:cubicBezTo>
                  <a:cubicBezTo>
                    <a:pt x="1348" y="115251"/>
                    <a:pt x="1348" y="115251"/>
                    <a:pt x="1348" y="115251"/>
                  </a:cubicBezTo>
                  <a:cubicBezTo>
                    <a:pt x="0" y="114820"/>
                    <a:pt x="0" y="114820"/>
                    <a:pt x="0" y="114820"/>
                  </a:cubicBezTo>
                  <a:cubicBezTo>
                    <a:pt x="1348" y="113956"/>
                    <a:pt x="1348" y="113956"/>
                    <a:pt x="1348" y="113956"/>
                  </a:cubicBezTo>
                  <a:cubicBezTo>
                    <a:pt x="2696" y="112661"/>
                    <a:pt x="2696" y="112661"/>
                    <a:pt x="2696" y="112661"/>
                  </a:cubicBezTo>
                  <a:cubicBezTo>
                    <a:pt x="4044" y="112230"/>
                    <a:pt x="4044" y="112230"/>
                    <a:pt x="4044" y="112230"/>
                  </a:cubicBezTo>
                  <a:cubicBezTo>
                    <a:pt x="4719" y="110935"/>
                    <a:pt x="4719" y="110935"/>
                    <a:pt x="4719" y="110935"/>
                  </a:cubicBezTo>
                  <a:cubicBezTo>
                    <a:pt x="6741" y="110071"/>
                    <a:pt x="6741" y="110071"/>
                    <a:pt x="6741" y="110071"/>
                  </a:cubicBezTo>
                  <a:cubicBezTo>
                    <a:pt x="6741" y="108776"/>
                    <a:pt x="6741" y="108776"/>
                    <a:pt x="6741" y="108776"/>
                  </a:cubicBezTo>
                  <a:cubicBezTo>
                    <a:pt x="8089" y="107050"/>
                    <a:pt x="8089" y="107050"/>
                    <a:pt x="8089" y="107050"/>
                  </a:cubicBezTo>
                  <a:cubicBezTo>
                    <a:pt x="8089" y="107050"/>
                    <a:pt x="9438" y="107050"/>
                    <a:pt x="9438" y="106618"/>
                  </a:cubicBezTo>
                  <a:cubicBezTo>
                    <a:pt x="10112" y="105755"/>
                    <a:pt x="10112" y="105323"/>
                    <a:pt x="10786" y="104892"/>
                  </a:cubicBezTo>
                  <a:cubicBezTo>
                    <a:pt x="10786" y="104460"/>
                    <a:pt x="11460" y="104460"/>
                    <a:pt x="11460" y="104028"/>
                  </a:cubicBezTo>
                  <a:cubicBezTo>
                    <a:pt x="11460" y="103597"/>
                    <a:pt x="10786" y="102302"/>
                    <a:pt x="10786" y="102302"/>
                  </a:cubicBezTo>
                  <a:cubicBezTo>
                    <a:pt x="10786" y="102302"/>
                    <a:pt x="12134" y="100575"/>
                    <a:pt x="12134" y="100575"/>
                  </a:cubicBezTo>
                  <a:cubicBezTo>
                    <a:pt x="12808" y="100143"/>
                    <a:pt x="12808" y="98417"/>
                    <a:pt x="12808" y="98417"/>
                  </a:cubicBezTo>
                  <a:cubicBezTo>
                    <a:pt x="12808" y="98417"/>
                    <a:pt x="13483" y="97553"/>
                    <a:pt x="14157" y="97122"/>
                  </a:cubicBezTo>
                  <a:cubicBezTo>
                    <a:pt x="14157" y="96690"/>
                    <a:pt x="14157" y="95395"/>
                    <a:pt x="14157" y="95395"/>
                  </a:cubicBezTo>
                  <a:cubicBezTo>
                    <a:pt x="12808" y="94100"/>
                    <a:pt x="12808" y="94100"/>
                    <a:pt x="12808" y="94100"/>
                  </a:cubicBezTo>
                  <a:cubicBezTo>
                    <a:pt x="14157" y="92374"/>
                    <a:pt x="14157" y="92374"/>
                    <a:pt x="14157" y="92374"/>
                  </a:cubicBezTo>
                  <a:cubicBezTo>
                    <a:pt x="16179" y="90215"/>
                    <a:pt x="16179" y="90215"/>
                    <a:pt x="16179" y="90215"/>
                  </a:cubicBezTo>
                  <a:cubicBezTo>
                    <a:pt x="18202" y="88057"/>
                    <a:pt x="18202" y="88057"/>
                    <a:pt x="18202" y="88057"/>
                  </a:cubicBezTo>
                  <a:cubicBezTo>
                    <a:pt x="18876" y="85899"/>
                    <a:pt x="18876" y="85899"/>
                    <a:pt x="18876" y="85899"/>
                  </a:cubicBezTo>
                  <a:cubicBezTo>
                    <a:pt x="18876" y="85899"/>
                    <a:pt x="18876" y="85035"/>
                    <a:pt x="18876" y="84604"/>
                  </a:cubicBezTo>
                  <a:cubicBezTo>
                    <a:pt x="18876" y="84604"/>
                    <a:pt x="18876" y="83741"/>
                    <a:pt x="18876" y="83741"/>
                  </a:cubicBezTo>
                  <a:cubicBezTo>
                    <a:pt x="18876" y="83741"/>
                    <a:pt x="18876" y="82877"/>
                    <a:pt x="18876" y="82877"/>
                  </a:cubicBezTo>
                  <a:cubicBezTo>
                    <a:pt x="18876" y="82877"/>
                    <a:pt x="18202" y="82014"/>
                    <a:pt x="18202" y="82014"/>
                  </a:cubicBezTo>
                  <a:cubicBezTo>
                    <a:pt x="17528" y="80719"/>
                    <a:pt x="17528" y="80719"/>
                    <a:pt x="17528" y="80719"/>
                  </a:cubicBezTo>
                  <a:cubicBezTo>
                    <a:pt x="16853" y="81151"/>
                    <a:pt x="16853" y="81151"/>
                    <a:pt x="16853" y="81151"/>
                  </a:cubicBezTo>
                  <a:cubicBezTo>
                    <a:pt x="16853" y="81151"/>
                    <a:pt x="16179" y="81582"/>
                    <a:pt x="15505" y="81151"/>
                  </a:cubicBezTo>
                  <a:cubicBezTo>
                    <a:pt x="15505" y="81151"/>
                    <a:pt x="12808" y="81151"/>
                    <a:pt x="12808" y="81151"/>
                  </a:cubicBezTo>
                  <a:cubicBezTo>
                    <a:pt x="11460" y="81582"/>
                    <a:pt x="11460" y="81582"/>
                    <a:pt x="11460" y="81582"/>
                  </a:cubicBezTo>
                  <a:cubicBezTo>
                    <a:pt x="9438" y="81151"/>
                    <a:pt x="9438" y="81151"/>
                    <a:pt x="9438" y="81151"/>
                  </a:cubicBezTo>
                  <a:cubicBezTo>
                    <a:pt x="9438" y="81151"/>
                    <a:pt x="8764" y="81582"/>
                    <a:pt x="8089" y="81582"/>
                  </a:cubicBezTo>
                  <a:cubicBezTo>
                    <a:pt x="8089" y="81582"/>
                    <a:pt x="7415" y="81582"/>
                    <a:pt x="7415" y="81151"/>
                  </a:cubicBezTo>
                  <a:cubicBezTo>
                    <a:pt x="7415" y="81151"/>
                    <a:pt x="9438" y="79856"/>
                    <a:pt x="9438" y="79856"/>
                  </a:cubicBezTo>
                  <a:cubicBezTo>
                    <a:pt x="9438" y="79856"/>
                    <a:pt x="9438" y="79856"/>
                    <a:pt x="9438" y="79424"/>
                  </a:cubicBezTo>
                  <a:cubicBezTo>
                    <a:pt x="9438" y="78992"/>
                    <a:pt x="9438" y="78129"/>
                    <a:pt x="9438" y="78129"/>
                  </a:cubicBezTo>
                  <a:cubicBezTo>
                    <a:pt x="9438" y="77697"/>
                    <a:pt x="8764" y="76402"/>
                    <a:pt x="8764" y="76402"/>
                  </a:cubicBezTo>
                  <a:cubicBezTo>
                    <a:pt x="8764" y="76402"/>
                    <a:pt x="8089" y="75971"/>
                    <a:pt x="8764" y="75539"/>
                  </a:cubicBezTo>
                  <a:cubicBezTo>
                    <a:pt x="8764" y="75107"/>
                    <a:pt x="9438" y="75107"/>
                    <a:pt x="9438" y="75107"/>
                  </a:cubicBezTo>
                  <a:cubicBezTo>
                    <a:pt x="8089" y="74676"/>
                    <a:pt x="8089" y="74676"/>
                    <a:pt x="8089" y="74676"/>
                  </a:cubicBezTo>
                  <a:cubicBezTo>
                    <a:pt x="8089" y="74676"/>
                    <a:pt x="8089" y="74676"/>
                    <a:pt x="7415" y="74676"/>
                  </a:cubicBezTo>
                  <a:cubicBezTo>
                    <a:pt x="6741" y="75107"/>
                    <a:pt x="6067" y="75107"/>
                    <a:pt x="6067" y="75107"/>
                  </a:cubicBezTo>
                  <a:cubicBezTo>
                    <a:pt x="5393" y="74244"/>
                    <a:pt x="5393" y="74244"/>
                    <a:pt x="5393" y="74244"/>
                  </a:cubicBezTo>
                  <a:cubicBezTo>
                    <a:pt x="5393" y="74244"/>
                    <a:pt x="4719" y="74676"/>
                    <a:pt x="4719" y="74244"/>
                  </a:cubicBezTo>
                  <a:cubicBezTo>
                    <a:pt x="4044" y="74244"/>
                    <a:pt x="2696" y="73812"/>
                    <a:pt x="2696" y="73812"/>
                  </a:cubicBezTo>
                  <a:cubicBezTo>
                    <a:pt x="2696" y="73812"/>
                    <a:pt x="2696" y="72949"/>
                    <a:pt x="2696" y="72949"/>
                  </a:cubicBezTo>
                  <a:cubicBezTo>
                    <a:pt x="3370" y="72517"/>
                    <a:pt x="3370" y="72517"/>
                    <a:pt x="3370" y="72086"/>
                  </a:cubicBezTo>
                  <a:cubicBezTo>
                    <a:pt x="3370" y="71654"/>
                    <a:pt x="3370" y="71223"/>
                    <a:pt x="4044" y="70791"/>
                  </a:cubicBezTo>
                  <a:cubicBezTo>
                    <a:pt x="4044" y="70359"/>
                    <a:pt x="4719" y="69928"/>
                    <a:pt x="5393" y="69928"/>
                  </a:cubicBezTo>
                  <a:cubicBezTo>
                    <a:pt x="6067" y="69496"/>
                    <a:pt x="6067" y="69496"/>
                    <a:pt x="6067" y="69496"/>
                  </a:cubicBezTo>
                  <a:cubicBezTo>
                    <a:pt x="7415" y="67769"/>
                    <a:pt x="7415" y="67769"/>
                    <a:pt x="7415" y="67769"/>
                  </a:cubicBezTo>
                  <a:cubicBezTo>
                    <a:pt x="7415" y="67769"/>
                    <a:pt x="7415" y="66906"/>
                    <a:pt x="7415" y="66906"/>
                  </a:cubicBezTo>
                  <a:cubicBezTo>
                    <a:pt x="7415" y="66906"/>
                    <a:pt x="8089" y="66043"/>
                    <a:pt x="8089" y="65611"/>
                  </a:cubicBezTo>
                  <a:cubicBezTo>
                    <a:pt x="8089" y="65611"/>
                    <a:pt x="8764" y="64748"/>
                    <a:pt x="8764" y="64748"/>
                  </a:cubicBezTo>
                  <a:cubicBezTo>
                    <a:pt x="8764" y="64748"/>
                    <a:pt x="9438" y="64316"/>
                    <a:pt x="9438" y="63884"/>
                  </a:cubicBezTo>
                  <a:cubicBezTo>
                    <a:pt x="10112" y="63884"/>
                    <a:pt x="11460" y="63021"/>
                    <a:pt x="11460" y="63021"/>
                  </a:cubicBezTo>
                  <a:cubicBezTo>
                    <a:pt x="11460" y="63021"/>
                    <a:pt x="12134" y="61726"/>
                    <a:pt x="12134" y="61726"/>
                  </a:cubicBezTo>
                  <a:cubicBezTo>
                    <a:pt x="12134" y="61726"/>
                    <a:pt x="12808" y="60431"/>
                    <a:pt x="12808" y="60431"/>
                  </a:cubicBezTo>
                  <a:cubicBezTo>
                    <a:pt x="12134" y="59568"/>
                    <a:pt x="12134" y="59568"/>
                    <a:pt x="12134" y="59568"/>
                  </a:cubicBezTo>
                  <a:cubicBezTo>
                    <a:pt x="11460" y="59136"/>
                    <a:pt x="11460" y="59136"/>
                    <a:pt x="11460" y="59136"/>
                  </a:cubicBezTo>
                  <a:cubicBezTo>
                    <a:pt x="12808" y="58705"/>
                    <a:pt x="12808" y="58705"/>
                    <a:pt x="12808" y="58705"/>
                  </a:cubicBezTo>
                  <a:cubicBezTo>
                    <a:pt x="12808" y="58705"/>
                    <a:pt x="12808" y="58705"/>
                    <a:pt x="13483" y="58705"/>
                  </a:cubicBezTo>
                  <a:cubicBezTo>
                    <a:pt x="14157" y="58705"/>
                    <a:pt x="14831" y="58273"/>
                    <a:pt x="14831" y="58273"/>
                  </a:cubicBezTo>
                  <a:cubicBezTo>
                    <a:pt x="15505" y="58273"/>
                    <a:pt x="16853" y="57841"/>
                    <a:pt x="16853" y="57841"/>
                  </a:cubicBezTo>
                  <a:cubicBezTo>
                    <a:pt x="16853" y="57410"/>
                    <a:pt x="17528" y="57410"/>
                    <a:pt x="17528" y="57410"/>
                  </a:cubicBezTo>
                  <a:cubicBezTo>
                    <a:pt x="18202" y="57410"/>
                    <a:pt x="19550" y="56978"/>
                    <a:pt x="19550" y="56978"/>
                  </a:cubicBezTo>
                  <a:cubicBezTo>
                    <a:pt x="19550" y="56978"/>
                    <a:pt x="20224" y="56546"/>
                    <a:pt x="20224" y="56546"/>
                  </a:cubicBezTo>
                  <a:cubicBezTo>
                    <a:pt x="20224" y="56115"/>
                    <a:pt x="20224" y="56115"/>
                    <a:pt x="20224" y="56115"/>
                  </a:cubicBezTo>
                  <a:cubicBezTo>
                    <a:pt x="21573" y="55683"/>
                    <a:pt x="21573" y="55683"/>
                    <a:pt x="21573" y="55683"/>
                  </a:cubicBezTo>
                  <a:cubicBezTo>
                    <a:pt x="21573" y="55683"/>
                    <a:pt x="22247" y="55251"/>
                    <a:pt x="22247" y="54820"/>
                  </a:cubicBezTo>
                  <a:cubicBezTo>
                    <a:pt x="22247" y="54820"/>
                    <a:pt x="22921" y="53956"/>
                    <a:pt x="22921" y="53956"/>
                  </a:cubicBezTo>
                  <a:cubicBezTo>
                    <a:pt x="22921" y="53525"/>
                    <a:pt x="24943" y="52230"/>
                    <a:pt x="24943" y="52230"/>
                  </a:cubicBezTo>
                  <a:cubicBezTo>
                    <a:pt x="27640" y="49208"/>
                    <a:pt x="27640" y="49208"/>
                    <a:pt x="27640" y="49208"/>
                  </a:cubicBezTo>
                  <a:cubicBezTo>
                    <a:pt x="33707" y="43165"/>
                    <a:pt x="33707" y="43165"/>
                    <a:pt x="33707" y="43165"/>
                  </a:cubicBezTo>
                  <a:cubicBezTo>
                    <a:pt x="33033" y="42302"/>
                    <a:pt x="33033" y="42302"/>
                    <a:pt x="33033" y="42302"/>
                  </a:cubicBezTo>
                  <a:cubicBezTo>
                    <a:pt x="35056" y="40143"/>
                    <a:pt x="35056" y="40143"/>
                    <a:pt x="35056" y="40143"/>
                  </a:cubicBezTo>
                  <a:cubicBezTo>
                    <a:pt x="38426" y="36690"/>
                    <a:pt x="38426" y="36690"/>
                    <a:pt x="38426" y="36690"/>
                  </a:cubicBezTo>
                  <a:cubicBezTo>
                    <a:pt x="41797" y="31942"/>
                    <a:pt x="41797" y="31942"/>
                    <a:pt x="41797" y="31942"/>
                  </a:cubicBezTo>
                  <a:cubicBezTo>
                    <a:pt x="43820" y="29352"/>
                    <a:pt x="43820" y="29352"/>
                    <a:pt x="43820" y="29352"/>
                  </a:cubicBezTo>
                  <a:cubicBezTo>
                    <a:pt x="46516" y="26330"/>
                    <a:pt x="46516" y="26330"/>
                    <a:pt x="46516" y="26330"/>
                  </a:cubicBezTo>
                  <a:cubicBezTo>
                    <a:pt x="47865" y="23741"/>
                    <a:pt x="47865" y="23741"/>
                    <a:pt x="47865" y="23741"/>
                  </a:cubicBezTo>
                  <a:cubicBezTo>
                    <a:pt x="47865" y="20719"/>
                    <a:pt x="47865" y="20719"/>
                    <a:pt x="47865" y="20719"/>
                  </a:cubicBezTo>
                  <a:cubicBezTo>
                    <a:pt x="47865" y="18561"/>
                    <a:pt x="47865" y="18561"/>
                    <a:pt x="47865" y="18561"/>
                  </a:cubicBezTo>
                  <a:cubicBezTo>
                    <a:pt x="47865" y="16834"/>
                    <a:pt x="47865" y="16834"/>
                    <a:pt x="47865" y="16834"/>
                  </a:cubicBezTo>
                  <a:cubicBezTo>
                    <a:pt x="47865" y="15971"/>
                    <a:pt x="47865" y="15971"/>
                    <a:pt x="47865" y="15971"/>
                  </a:cubicBezTo>
                  <a:cubicBezTo>
                    <a:pt x="47865" y="15107"/>
                    <a:pt x="47865" y="15107"/>
                    <a:pt x="47865" y="15107"/>
                  </a:cubicBezTo>
                  <a:cubicBezTo>
                    <a:pt x="47191" y="13812"/>
                    <a:pt x="47191" y="13812"/>
                    <a:pt x="47191" y="13812"/>
                  </a:cubicBezTo>
                  <a:cubicBezTo>
                    <a:pt x="48539" y="12949"/>
                    <a:pt x="48539" y="12949"/>
                    <a:pt x="48539" y="12949"/>
                  </a:cubicBezTo>
                  <a:cubicBezTo>
                    <a:pt x="48539" y="12086"/>
                    <a:pt x="48539" y="12086"/>
                    <a:pt x="48539" y="12086"/>
                  </a:cubicBezTo>
                  <a:cubicBezTo>
                    <a:pt x="48539" y="11223"/>
                    <a:pt x="48539" y="11223"/>
                    <a:pt x="48539" y="11223"/>
                  </a:cubicBezTo>
                  <a:cubicBezTo>
                    <a:pt x="48539" y="10359"/>
                    <a:pt x="48539" y="10359"/>
                    <a:pt x="48539" y="10359"/>
                  </a:cubicBezTo>
                  <a:cubicBezTo>
                    <a:pt x="49213" y="9496"/>
                    <a:pt x="49213" y="9496"/>
                    <a:pt x="49213" y="9496"/>
                  </a:cubicBezTo>
                  <a:cubicBezTo>
                    <a:pt x="48539" y="8201"/>
                    <a:pt x="48539" y="8201"/>
                    <a:pt x="48539" y="8201"/>
                  </a:cubicBezTo>
                  <a:cubicBezTo>
                    <a:pt x="49213" y="7338"/>
                    <a:pt x="49213" y="7338"/>
                    <a:pt x="49213" y="7338"/>
                  </a:cubicBezTo>
                  <a:cubicBezTo>
                    <a:pt x="48539" y="6906"/>
                    <a:pt x="48539" y="6906"/>
                    <a:pt x="48539" y="6906"/>
                  </a:cubicBezTo>
                  <a:cubicBezTo>
                    <a:pt x="49213" y="5611"/>
                    <a:pt x="49213" y="5611"/>
                    <a:pt x="49213" y="5611"/>
                  </a:cubicBezTo>
                  <a:cubicBezTo>
                    <a:pt x="49213" y="4748"/>
                    <a:pt x="49213" y="4748"/>
                    <a:pt x="49213" y="4748"/>
                  </a:cubicBezTo>
                  <a:lnTo>
                    <a:pt x="49887" y="3884"/>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49" name="Shape 2046">
              <a:extLst>
                <a:ext uri="{FF2B5EF4-FFF2-40B4-BE49-F238E27FC236}">
                  <a16:creationId xmlns:a16="http://schemas.microsoft.com/office/drawing/2014/main" id="{5E7A9C2D-F707-4DAE-9539-D4EFC15BAD0D}"/>
                </a:ext>
              </a:extLst>
            </p:cNvPr>
            <p:cNvSpPr/>
            <p:nvPr/>
          </p:nvSpPr>
          <p:spPr>
            <a:xfrm>
              <a:off x="4704932" y="2283682"/>
              <a:ext cx="711330" cy="913063"/>
            </a:xfrm>
            <a:custGeom>
              <a:avLst/>
              <a:gdLst/>
              <a:ahLst/>
              <a:cxnLst/>
              <a:rect l="0" t="0" r="0" b="0"/>
              <a:pathLst>
                <a:path w="120000" h="120000" extrusionOk="0">
                  <a:moveTo>
                    <a:pt x="105769" y="94430"/>
                  </a:moveTo>
                  <a:cubicBezTo>
                    <a:pt x="105769" y="94430"/>
                    <a:pt x="105769" y="94430"/>
                    <a:pt x="105769" y="94430"/>
                  </a:cubicBezTo>
                  <a:cubicBezTo>
                    <a:pt x="105769" y="95302"/>
                    <a:pt x="105769" y="95302"/>
                    <a:pt x="105769" y="95302"/>
                  </a:cubicBezTo>
                  <a:cubicBezTo>
                    <a:pt x="106153" y="96755"/>
                    <a:pt x="106153" y="96755"/>
                    <a:pt x="106153" y="96755"/>
                  </a:cubicBezTo>
                  <a:cubicBezTo>
                    <a:pt x="106153" y="97627"/>
                    <a:pt x="106153" y="97627"/>
                    <a:pt x="106153" y="97627"/>
                  </a:cubicBezTo>
                  <a:cubicBezTo>
                    <a:pt x="106153" y="97627"/>
                    <a:pt x="105769" y="98208"/>
                    <a:pt x="105384" y="98208"/>
                  </a:cubicBezTo>
                  <a:cubicBezTo>
                    <a:pt x="105384" y="98208"/>
                    <a:pt x="105000" y="98498"/>
                    <a:pt x="104615" y="98498"/>
                  </a:cubicBezTo>
                  <a:cubicBezTo>
                    <a:pt x="104230" y="98208"/>
                    <a:pt x="103846" y="97917"/>
                    <a:pt x="103846" y="97917"/>
                  </a:cubicBezTo>
                  <a:cubicBezTo>
                    <a:pt x="101538" y="97917"/>
                    <a:pt x="101538" y="97917"/>
                    <a:pt x="101538" y="97917"/>
                  </a:cubicBezTo>
                  <a:cubicBezTo>
                    <a:pt x="101538" y="97917"/>
                    <a:pt x="101538" y="98498"/>
                    <a:pt x="101538" y="98789"/>
                  </a:cubicBezTo>
                  <a:cubicBezTo>
                    <a:pt x="101153" y="99370"/>
                    <a:pt x="101153" y="99370"/>
                    <a:pt x="101153" y="99370"/>
                  </a:cubicBezTo>
                  <a:cubicBezTo>
                    <a:pt x="101153" y="100823"/>
                    <a:pt x="101153" y="100823"/>
                    <a:pt x="101153" y="100823"/>
                  </a:cubicBezTo>
                  <a:cubicBezTo>
                    <a:pt x="99230" y="102276"/>
                    <a:pt x="99230" y="102276"/>
                    <a:pt x="99230" y="102276"/>
                  </a:cubicBezTo>
                  <a:cubicBezTo>
                    <a:pt x="98846" y="102276"/>
                    <a:pt x="98846" y="102276"/>
                    <a:pt x="98846" y="102276"/>
                  </a:cubicBezTo>
                  <a:cubicBezTo>
                    <a:pt x="98846" y="102276"/>
                    <a:pt x="98461" y="102566"/>
                    <a:pt x="98461" y="102566"/>
                  </a:cubicBezTo>
                  <a:cubicBezTo>
                    <a:pt x="98461" y="102566"/>
                    <a:pt x="96538" y="103147"/>
                    <a:pt x="96538" y="103147"/>
                  </a:cubicBezTo>
                  <a:cubicBezTo>
                    <a:pt x="95769" y="103728"/>
                    <a:pt x="95769" y="103728"/>
                    <a:pt x="95769" y="103728"/>
                  </a:cubicBezTo>
                  <a:cubicBezTo>
                    <a:pt x="95384" y="103728"/>
                    <a:pt x="95384" y="103728"/>
                    <a:pt x="95384" y="103728"/>
                  </a:cubicBezTo>
                  <a:cubicBezTo>
                    <a:pt x="95384" y="103728"/>
                    <a:pt x="94230" y="104309"/>
                    <a:pt x="93461" y="104891"/>
                  </a:cubicBezTo>
                  <a:cubicBezTo>
                    <a:pt x="92307" y="105472"/>
                    <a:pt x="92307" y="105472"/>
                    <a:pt x="92307" y="105472"/>
                  </a:cubicBezTo>
                  <a:cubicBezTo>
                    <a:pt x="92307" y="105472"/>
                    <a:pt x="92307" y="105472"/>
                    <a:pt x="92307" y="105472"/>
                  </a:cubicBezTo>
                  <a:cubicBezTo>
                    <a:pt x="92307" y="105472"/>
                    <a:pt x="92307" y="105472"/>
                    <a:pt x="92307" y="105472"/>
                  </a:cubicBezTo>
                  <a:cubicBezTo>
                    <a:pt x="93076" y="106924"/>
                    <a:pt x="93076" y="106924"/>
                    <a:pt x="93076" y="106924"/>
                  </a:cubicBezTo>
                  <a:cubicBezTo>
                    <a:pt x="94230" y="107796"/>
                    <a:pt x="94230" y="107796"/>
                    <a:pt x="94230" y="107796"/>
                  </a:cubicBezTo>
                  <a:cubicBezTo>
                    <a:pt x="95384" y="109249"/>
                    <a:pt x="95384" y="109249"/>
                    <a:pt x="95384" y="109249"/>
                  </a:cubicBezTo>
                  <a:cubicBezTo>
                    <a:pt x="95384" y="110121"/>
                    <a:pt x="95384" y="110121"/>
                    <a:pt x="95384" y="110121"/>
                  </a:cubicBezTo>
                  <a:cubicBezTo>
                    <a:pt x="95384" y="110121"/>
                    <a:pt x="94615" y="110702"/>
                    <a:pt x="94615" y="110702"/>
                  </a:cubicBezTo>
                  <a:cubicBezTo>
                    <a:pt x="94615" y="110992"/>
                    <a:pt x="94230" y="111573"/>
                    <a:pt x="94615" y="111573"/>
                  </a:cubicBezTo>
                  <a:cubicBezTo>
                    <a:pt x="95000" y="111573"/>
                    <a:pt x="96538" y="111864"/>
                    <a:pt x="96538" y="111864"/>
                  </a:cubicBezTo>
                  <a:cubicBezTo>
                    <a:pt x="96538" y="111864"/>
                    <a:pt x="96923" y="111864"/>
                    <a:pt x="96923" y="111864"/>
                  </a:cubicBezTo>
                  <a:cubicBezTo>
                    <a:pt x="97307" y="111864"/>
                    <a:pt x="97307" y="112154"/>
                    <a:pt x="97307" y="112154"/>
                  </a:cubicBezTo>
                  <a:cubicBezTo>
                    <a:pt x="97307" y="113317"/>
                    <a:pt x="97307" y="113317"/>
                    <a:pt x="97307" y="113317"/>
                  </a:cubicBezTo>
                  <a:cubicBezTo>
                    <a:pt x="97307" y="113317"/>
                    <a:pt x="97307" y="113607"/>
                    <a:pt x="97307" y="114769"/>
                  </a:cubicBezTo>
                  <a:cubicBezTo>
                    <a:pt x="97307" y="115932"/>
                    <a:pt x="96923" y="115641"/>
                    <a:pt x="96923" y="115641"/>
                  </a:cubicBezTo>
                  <a:cubicBezTo>
                    <a:pt x="96923" y="115641"/>
                    <a:pt x="95000" y="115060"/>
                    <a:pt x="95000" y="115060"/>
                  </a:cubicBezTo>
                  <a:cubicBezTo>
                    <a:pt x="95000" y="115060"/>
                    <a:pt x="94230" y="114479"/>
                    <a:pt x="94230" y="114479"/>
                  </a:cubicBezTo>
                  <a:cubicBezTo>
                    <a:pt x="93846" y="114188"/>
                    <a:pt x="93846" y="113898"/>
                    <a:pt x="93846" y="113607"/>
                  </a:cubicBezTo>
                  <a:cubicBezTo>
                    <a:pt x="93846" y="113317"/>
                    <a:pt x="94230" y="112736"/>
                    <a:pt x="94230" y="112736"/>
                  </a:cubicBezTo>
                  <a:cubicBezTo>
                    <a:pt x="94230" y="112736"/>
                    <a:pt x="92692" y="112445"/>
                    <a:pt x="92692" y="112445"/>
                  </a:cubicBezTo>
                  <a:cubicBezTo>
                    <a:pt x="92692" y="112445"/>
                    <a:pt x="91538" y="112445"/>
                    <a:pt x="91153" y="112445"/>
                  </a:cubicBezTo>
                  <a:cubicBezTo>
                    <a:pt x="90769" y="112445"/>
                    <a:pt x="90384" y="113026"/>
                    <a:pt x="90384" y="113026"/>
                  </a:cubicBezTo>
                  <a:cubicBezTo>
                    <a:pt x="90000" y="113317"/>
                    <a:pt x="89615" y="113026"/>
                    <a:pt x="89230" y="113026"/>
                  </a:cubicBezTo>
                  <a:cubicBezTo>
                    <a:pt x="89230" y="113026"/>
                    <a:pt x="88846" y="112445"/>
                    <a:pt x="88846" y="112445"/>
                  </a:cubicBezTo>
                  <a:cubicBezTo>
                    <a:pt x="88461" y="112445"/>
                    <a:pt x="86923" y="112154"/>
                    <a:pt x="86538" y="112154"/>
                  </a:cubicBezTo>
                  <a:cubicBezTo>
                    <a:pt x="86538" y="112154"/>
                    <a:pt x="85769" y="112154"/>
                    <a:pt x="85000" y="112154"/>
                  </a:cubicBezTo>
                  <a:cubicBezTo>
                    <a:pt x="84615" y="112445"/>
                    <a:pt x="85000" y="112445"/>
                    <a:pt x="85384" y="113317"/>
                  </a:cubicBezTo>
                  <a:cubicBezTo>
                    <a:pt x="85384" y="114188"/>
                    <a:pt x="85000" y="113607"/>
                    <a:pt x="84615" y="113607"/>
                  </a:cubicBezTo>
                  <a:cubicBezTo>
                    <a:pt x="84230" y="113607"/>
                    <a:pt x="84230" y="113607"/>
                    <a:pt x="83461" y="113607"/>
                  </a:cubicBezTo>
                  <a:cubicBezTo>
                    <a:pt x="82692" y="113607"/>
                    <a:pt x="82307" y="113607"/>
                    <a:pt x="81538" y="113607"/>
                  </a:cubicBezTo>
                  <a:cubicBezTo>
                    <a:pt x="81153" y="113898"/>
                    <a:pt x="81153" y="113898"/>
                    <a:pt x="81153" y="114188"/>
                  </a:cubicBezTo>
                  <a:cubicBezTo>
                    <a:pt x="80769" y="114479"/>
                    <a:pt x="80000" y="114479"/>
                    <a:pt x="79615" y="114479"/>
                  </a:cubicBezTo>
                  <a:cubicBezTo>
                    <a:pt x="79230" y="114479"/>
                    <a:pt x="77692" y="114479"/>
                    <a:pt x="77692" y="114479"/>
                  </a:cubicBezTo>
                  <a:cubicBezTo>
                    <a:pt x="77307" y="114479"/>
                    <a:pt x="76923" y="115060"/>
                    <a:pt x="76538" y="115351"/>
                  </a:cubicBezTo>
                  <a:cubicBezTo>
                    <a:pt x="76538" y="115351"/>
                    <a:pt x="75000" y="115351"/>
                    <a:pt x="75000" y="115351"/>
                  </a:cubicBezTo>
                  <a:cubicBezTo>
                    <a:pt x="74615" y="115641"/>
                    <a:pt x="74615" y="115641"/>
                    <a:pt x="74230" y="115932"/>
                  </a:cubicBezTo>
                  <a:cubicBezTo>
                    <a:pt x="73461" y="116222"/>
                    <a:pt x="73461" y="116222"/>
                    <a:pt x="73076" y="116803"/>
                  </a:cubicBezTo>
                  <a:cubicBezTo>
                    <a:pt x="72307" y="117384"/>
                    <a:pt x="72692" y="117094"/>
                    <a:pt x="71153" y="116803"/>
                  </a:cubicBezTo>
                  <a:cubicBezTo>
                    <a:pt x="70000" y="116803"/>
                    <a:pt x="70769" y="117094"/>
                    <a:pt x="70384" y="117094"/>
                  </a:cubicBezTo>
                  <a:cubicBezTo>
                    <a:pt x="70000" y="117094"/>
                    <a:pt x="69615" y="117384"/>
                    <a:pt x="69230" y="117675"/>
                  </a:cubicBezTo>
                  <a:cubicBezTo>
                    <a:pt x="69230" y="117966"/>
                    <a:pt x="68461" y="117384"/>
                    <a:pt x="68076" y="117384"/>
                  </a:cubicBezTo>
                  <a:cubicBezTo>
                    <a:pt x="67692" y="117675"/>
                    <a:pt x="67692" y="117094"/>
                    <a:pt x="67692" y="116222"/>
                  </a:cubicBezTo>
                  <a:cubicBezTo>
                    <a:pt x="67307" y="115641"/>
                    <a:pt x="66538" y="115641"/>
                    <a:pt x="66538" y="115641"/>
                  </a:cubicBezTo>
                  <a:cubicBezTo>
                    <a:pt x="66538" y="115641"/>
                    <a:pt x="65769" y="115641"/>
                    <a:pt x="65769" y="115351"/>
                  </a:cubicBezTo>
                  <a:cubicBezTo>
                    <a:pt x="65769" y="115060"/>
                    <a:pt x="64230" y="115060"/>
                    <a:pt x="63846" y="115060"/>
                  </a:cubicBezTo>
                  <a:cubicBezTo>
                    <a:pt x="63846" y="115060"/>
                    <a:pt x="62692" y="115060"/>
                    <a:pt x="62692" y="115060"/>
                  </a:cubicBezTo>
                  <a:cubicBezTo>
                    <a:pt x="62692" y="115060"/>
                    <a:pt x="61538" y="115060"/>
                    <a:pt x="61538" y="115351"/>
                  </a:cubicBezTo>
                  <a:cubicBezTo>
                    <a:pt x="61538" y="115351"/>
                    <a:pt x="61153" y="115351"/>
                    <a:pt x="60384" y="115641"/>
                  </a:cubicBezTo>
                  <a:cubicBezTo>
                    <a:pt x="59230" y="115932"/>
                    <a:pt x="60000" y="115641"/>
                    <a:pt x="60000" y="116222"/>
                  </a:cubicBezTo>
                  <a:cubicBezTo>
                    <a:pt x="60384" y="116513"/>
                    <a:pt x="60384" y="116803"/>
                    <a:pt x="60384" y="116803"/>
                  </a:cubicBezTo>
                  <a:cubicBezTo>
                    <a:pt x="60769" y="117094"/>
                    <a:pt x="60384" y="116803"/>
                    <a:pt x="60384" y="117384"/>
                  </a:cubicBezTo>
                  <a:cubicBezTo>
                    <a:pt x="60000" y="117966"/>
                    <a:pt x="60000" y="117675"/>
                    <a:pt x="60000" y="118256"/>
                  </a:cubicBezTo>
                  <a:cubicBezTo>
                    <a:pt x="59615" y="118547"/>
                    <a:pt x="59615" y="118256"/>
                    <a:pt x="59230" y="119128"/>
                  </a:cubicBezTo>
                  <a:cubicBezTo>
                    <a:pt x="58846" y="119709"/>
                    <a:pt x="59230" y="119128"/>
                    <a:pt x="58846" y="119709"/>
                  </a:cubicBezTo>
                  <a:cubicBezTo>
                    <a:pt x="58461" y="120000"/>
                    <a:pt x="57692" y="119709"/>
                    <a:pt x="56923" y="119418"/>
                  </a:cubicBezTo>
                  <a:cubicBezTo>
                    <a:pt x="56538" y="119418"/>
                    <a:pt x="56923" y="119128"/>
                    <a:pt x="56923" y="118547"/>
                  </a:cubicBezTo>
                  <a:cubicBezTo>
                    <a:pt x="57307" y="117966"/>
                    <a:pt x="56923" y="118256"/>
                    <a:pt x="56923" y="117966"/>
                  </a:cubicBezTo>
                  <a:cubicBezTo>
                    <a:pt x="56923" y="117675"/>
                    <a:pt x="56538" y="117966"/>
                    <a:pt x="55769" y="118256"/>
                  </a:cubicBezTo>
                  <a:cubicBezTo>
                    <a:pt x="55384" y="118256"/>
                    <a:pt x="55384" y="117675"/>
                    <a:pt x="55769" y="117094"/>
                  </a:cubicBezTo>
                  <a:cubicBezTo>
                    <a:pt x="55769" y="116513"/>
                    <a:pt x="55384" y="116803"/>
                    <a:pt x="55384" y="116513"/>
                  </a:cubicBezTo>
                  <a:cubicBezTo>
                    <a:pt x="55384" y="116513"/>
                    <a:pt x="55000" y="116222"/>
                    <a:pt x="54615" y="116222"/>
                  </a:cubicBezTo>
                  <a:cubicBezTo>
                    <a:pt x="54230" y="116222"/>
                    <a:pt x="53846" y="115932"/>
                    <a:pt x="53846" y="115932"/>
                  </a:cubicBezTo>
                  <a:cubicBezTo>
                    <a:pt x="53461" y="115641"/>
                    <a:pt x="52692" y="115060"/>
                    <a:pt x="52307" y="114769"/>
                  </a:cubicBezTo>
                  <a:cubicBezTo>
                    <a:pt x="51538" y="114479"/>
                    <a:pt x="50769" y="114769"/>
                    <a:pt x="50769" y="114769"/>
                  </a:cubicBezTo>
                  <a:cubicBezTo>
                    <a:pt x="50769" y="114769"/>
                    <a:pt x="50000" y="115351"/>
                    <a:pt x="49230" y="115932"/>
                  </a:cubicBezTo>
                  <a:cubicBezTo>
                    <a:pt x="49230" y="115932"/>
                    <a:pt x="49230" y="116222"/>
                    <a:pt x="49230" y="116222"/>
                  </a:cubicBezTo>
                  <a:cubicBezTo>
                    <a:pt x="48846" y="116222"/>
                    <a:pt x="48846" y="116222"/>
                    <a:pt x="48846" y="115932"/>
                  </a:cubicBezTo>
                  <a:cubicBezTo>
                    <a:pt x="48846" y="115932"/>
                    <a:pt x="48461" y="115641"/>
                    <a:pt x="48461" y="115641"/>
                  </a:cubicBezTo>
                  <a:cubicBezTo>
                    <a:pt x="48461" y="115641"/>
                    <a:pt x="48461" y="115060"/>
                    <a:pt x="48076" y="115060"/>
                  </a:cubicBezTo>
                  <a:cubicBezTo>
                    <a:pt x="48076" y="115060"/>
                    <a:pt x="47692" y="115060"/>
                    <a:pt x="47307" y="114769"/>
                  </a:cubicBezTo>
                  <a:cubicBezTo>
                    <a:pt x="46923" y="114769"/>
                    <a:pt x="46538" y="114479"/>
                    <a:pt x="46538" y="114479"/>
                  </a:cubicBezTo>
                  <a:cubicBezTo>
                    <a:pt x="46153" y="114479"/>
                    <a:pt x="45384" y="113898"/>
                    <a:pt x="45384" y="113898"/>
                  </a:cubicBezTo>
                  <a:cubicBezTo>
                    <a:pt x="45384" y="113898"/>
                    <a:pt x="45384" y="113898"/>
                    <a:pt x="45000" y="113898"/>
                  </a:cubicBezTo>
                  <a:cubicBezTo>
                    <a:pt x="45000" y="113898"/>
                    <a:pt x="44615" y="113607"/>
                    <a:pt x="44615" y="113607"/>
                  </a:cubicBezTo>
                  <a:cubicBezTo>
                    <a:pt x="44230" y="113607"/>
                    <a:pt x="44230" y="113607"/>
                    <a:pt x="44230" y="113607"/>
                  </a:cubicBezTo>
                  <a:cubicBezTo>
                    <a:pt x="44230" y="113607"/>
                    <a:pt x="44230" y="113607"/>
                    <a:pt x="44230" y="113607"/>
                  </a:cubicBezTo>
                  <a:cubicBezTo>
                    <a:pt x="43846" y="113607"/>
                    <a:pt x="43846" y="113607"/>
                    <a:pt x="43461" y="113317"/>
                  </a:cubicBezTo>
                  <a:cubicBezTo>
                    <a:pt x="42692" y="113317"/>
                    <a:pt x="43076" y="113317"/>
                    <a:pt x="42307" y="113317"/>
                  </a:cubicBezTo>
                  <a:cubicBezTo>
                    <a:pt x="41923" y="113317"/>
                    <a:pt x="41538" y="113317"/>
                    <a:pt x="41538" y="113317"/>
                  </a:cubicBezTo>
                  <a:cubicBezTo>
                    <a:pt x="41538" y="113317"/>
                    <a:pt x="41153" y="113026"/>
                    <a:pt x="40384" y="113026"/>
                  </a:cubicBezTo>
                  <a:cubicBezTo>
                    <a:pt x="40000" y="113317"/>
                    <a:pt x="39230" y="113607"/>
                    <a:pt x="38846" y="113607"/>
                  </a:cubicBezTo>
                  <a:cubicBezTo>
                    <a:pt x="38846" y="113607"/>
                    <a:pt x="38461" y="113317"/>
                    <a:pt x="38461" y="113317"/>
                  </a:cubicBezTo>
                  <a:cubicBezTo>
                    <a:pt x="38461" y="113317"/>
                    <a:pt x="38461" y="113026"/>
                    <a:pt x="38461" y="113026"/>
                  </a:cubicBezTo>
                  <a:cubicBezTo>
                    <a:pt x="38461" y="113026"/>
                    <a:pt x="38076" y="112736"/>
                    <a:pt x="37692" y="112445"/>
                  </a:cubicBezTo>
                  <a:cubicBezTo>
                    <a:pt x="37692" y="112445"/>
                    <a:pt x="37307" y="112445"/>
                    <a:pt x="37307" y="112445"/>
                  </a:cubicBezTo>
                  <a:cubicBezTo>
                    <a:pt x="37307" y="112445"/>
                    <a:pt x="37307" y="112445"/>
                    <a:pt x="37307" y="112736"/>
                  </a:cubicBezTo>
                  <a:cubicBezTo>
                    <a:pt x="37307" y="113026"/>
                    <a:pt x="38076" y="113026"/>
                    <a:pt x="37307" y="113026"/>
                  </a:cubicBezTo>
                  <a:cubicBezTo>
                    <a:pt x="36923" y="112736"/>
                    <a:pt x="36538" y="112736"/>
                    <a:pt x="36538" y="112736"/>
                  </a:cubicBezTo>
                  <a:cubicBezTo>
                    <a:pt x="35384" y="113026"/>
                    <a:pt x="35384" y="113026"/>
                    <a:pt x="35384" y="113026"/>
                  </a:cubicBezTo>
                  <a:cubicBezTo>
                    <a:pt x="35769" y="112736"/>
                    <a:pt x="35769" y="112736"/>
                    <a:pt x="35769" y="112736"/>
                  </a:cubicBezTo>
                  <a:cubicBezTo>
                    <a:pt x="35769" y="112736"/>
                    <a:pt x="36153" y="112736"/>
                    <a:pt x="36153" y="112736"/>
                  </a:cubicBezTo>
                  <a:cubicBezTo>
                    <a:pt x="36153" y="112445"/>
                    <a:pt x="36153" y="112445"/>
                    <a:pt x="36153" y="112445"/>
                  </a:cubicBezTo>
                  <a:cubicBezTo>
                    <a:pt x="36153" y="112445"/>
                    <a:pt x="36153" y="112154"/>
                    <a:pt x="36153" y="112154"/>
                  </a:cubicBezTo>
                  <a:cubicBezTo>
                    <a:pt x="36538" y="112154"/>
                    <a:pt x="36923" y="111864"/>
                    <a:pt x="36538" y="111864"/>
                  </a:cubicBezTo>
                  <a:cubicBezTo>
                    <a:pt x="36153" y="111864"/>
                    <a:pt x="35769" y="111864"/>
                    <a:pt x="35769" y="111864"/>
                  </a:cubicBezTo>
                  <a:cubicBezTo>
                    <a:pt x="35769" y="111573"/>
                    <a:pt x="35769" y="111573"/>
                    <a:pt x="35769" y="111573"/>
                  </a:cubicBezTo>
                  <a:cubicBezTo>
                    <a:pt x="35769" y="111573"/>
                    <a:pt x="35384" y="111283"/>
                    <a:pt x="35384" y="111283"/>
                  </a:cubicBezTo>
                  <a:cubicBezTo>
                    <a:pt x="35384" y="111573"/>
                    <a:pt x="35384" y="111864"/>
                    <a:pt x="35384" y="111864"/>
                  </a:cubicBezTo>
                  <a:cubicBezTo>
                    <a:pt x="35000" y="111864"/>
                    <a:pt x="35000" y="111864"/>
                    <a:pt x="35000" y="111573"/>
                  </a:cubicBezTo>
                  <a:cubicBezTo>
                    <a:pt x="35000" y="111283"/>
                    <a:pt x="35000" y="111283"/>
                    <a:pt x="35000" y="111283"/>
                  </a:cubicBezTo>
                  <a:cubicBezTo>
                    <a:pt x="34615" y="111283"/>
                    <a:pt x="34230" y="111283"/>
                    <a:pt x="34230" y="111283"/>
                  </a:cubicBezTo>
                  <a:cubicBezTo>
                    <a:pt x="34230" y="111283"/>
                    <a:pt x="34615" y="111573"/>
                    <a:pt x="33846" y="111573"/>
                  </a:cubicBezTo>
                  <a:cubicBezTo>
                    <a:pt x="33461" y="111573"/>
                    <a:pt x="33076" y="111864"/>
                    <a:pt x="32692" y="111864"/>
                  </a:cubicBezTo>
                  <a:cubicBezTo>
                    <a:pt x="32307" y="112154"/>
                    <a:pt x="32307" y="112445"/>
                    <a:pt x="32307" y="112445"/>
                  </a:cubicBezTo>
                  <a:cubicBezTo>
                    <a:pt x="32307" y="112736"/>
                    <a:pt x="31538" y="112736"/>
                    <a:pt x="31538" y="113026"/>
                  </a:cubicBezTo>
                  <a:cubicBezTo>
                    <a:pt x="31923" y="113026"/>
                    <a:pt x="31538" y="113026"/>
                    <a:pt x="32307" y="113317"/>
                  </a:cubicBezTo>
                  <a:cubicBezTo>
                    <a:pt x="32692" y="113317"/>
                    <a:pt x="32692" y="113317"/>
                    <a:pt x="33076" y="113317"/>
                  </a:cubicBezTo>
                  <a:cubicBezTo>
                    <a:pt x="33461" y="113607"/>
                    <a:pt x="33846" y="113317"/>
                    <a:pt x="33846" y="113317"/>
                  </a:cubicBezTo>
                  <a:cubicBezTo>
                    <a:pt x="33846" y="113317"/>
                    <a:pt x="33846" y="113317"/>
                    <a:pt x="34230" y="113607"/>
                  </a:cubicBezTo>
                  <a:cubicBezTo>
                    <a:pt x="34230" y="113607"/>
                    <a:pt x="34615" y="113317"/>
                    <a:pt x="34615" y="113607"/>
                  </a:cubicBezTo>
                  <a:cubicBezTo>
                    <a:pt x="34615" y="113898"/>
                    <a:pt x="35000" y="114188"/>
                    <a:pt x="34615" y="114188"/>
                  </a:cubicBezTo>
                  <a:cubicBezTo>
                    <a:pt x="34230" y="114188"/>
                    <a:pt x="33846" y="114479"/>
                    <a:pt x="33846" y="114188"/>
                  </a:cubicBezTo>
                  <a:cubicBezTo>
                    <a:pt x="33846" y="114188"/>
                    <a:pt x="33846" y="113898"/>
                    <a:pt x="33461" y="113898"/>
                  </a:cubicBezTo>
                  <a:cubicBezTo>
                    <a:pt x="33461" y="113898"/>
                    <a:pt x="33076" y="113898"/>
                    <a:pt x="33076" y="113898"/>
                  </a:cubicBezTo>
                  <a:cubicBezTo>
                    <a:pt x="32692" y="114479"/>
                    <a:pt x="32692" y="114479"/>
                    <a:pt x="32692" y="114479"/>
                  </a:cubicBezTo>
                  <a:cubicBezTo>
                    <a:pt x="32692" y="114479"/>
                    <a:pt x="32692" y="114769"/>
                    <a:pt x="32307" y="114769"/>
                  </a:cubicBezTo>
                  <a:cubicBezTo>
                    <a:pt x="31923" y="114769"/>
                    <a:pt x="32307" y="114769"/>
                    <a:pt x="31538" y="114769"/>
                  </a:cubicBezTo>
                  <a:cubicBezTo>
                    <a:pt x="30769" y="114769"/>
                    <a:pt x="30769" y="114479"/>
                    <a:pt x="30384" y="114479"/>
                  </a:cubicBezTo>
                  <a:cubicBezTo>
                    <a:pt x="30384" y="114479"/>
                    <a:pt x="30384" y="114479"/>
                    <a:pt x="30000" y="114479"/>
                  </a:cubicBezTo>
                  <a:cubicBezTo>
                    <a:pt x="30000" y="114479"/>
                    <a:pt x="29230" y="113898"/>
                    <a:pt x="28846" y="114479"/>
                  </a:cubicBezTo>
                  <a:cubicBezTo>
                    <a:pt x="28461" y="114769"/>
                    <a:pt x="28076" y="115060"/>
                    <a:pt x="28076" y="115060"/>
                  </a:cubicBezTo>
                  <a:cubicBezTo>
                    <a:pt x="26923" y="115060"/>
                    <a:pt x="26923" y="115060"/>
                    <a:pt x="26923" y="115060"/>
                  </a:cubicBezTo>
                  <a:cubicBezTo>
                    <a:pt x="26923" y="115060"/>
                    <a:pt x="26538" y="115060"/>
                    <a:pt x="26153" y="115060"/>
                  </a:cubicBezTo>
                  <a:cubicBezTo>
                    <a:pt x="25769" y="115060"/>
                    <a:pt x="25384" y="115060"/>
                    <a:pt x="25384" y="115060"/>
                  </a:cubicBezTo>
                  <a:cubicBezTo>
                    <a:pt x="25000" y="115351"/>
                    <a:pt x="24615" y="114479"/>
                    <a:pt x="24615" y="114479"/>
                  </a:cubicBezTo>
                  <a:cubicBezTo>
                    <a:pt x="24615" y="114479"/>
                    <a:pt x="25000" y="113898"/>
                    <a:pt x="23846" y="114479"/>
                  </a:cubicBezTo>
                  <a:cubicBezTo>
                    <a:pt x="22692" y="115060"/>
                    <a:pt x="22307" y="115060"/>
                    <a:pt x="22307" y="115060"/>
                  </a:cubicBezTo>
                  <a:cubicBezTo>
                    <a:pt x="22307" y="115060"/>
                    <a:pt x="21923" y="115060"/>
                    <a:pt x="21923" y="115351"/>
                  </a:cubicBezTo>
                  <a:cubicBezTo>
                    <a:pt x="21923" y="115060"/>
                    <a:pt x="21923" y="115060"/>
                    <a:pt x="21923" y="115060"/>
                  </a:cubicBezTo>
                  <a:cubicBezTo>
                    <a:pt x="21923" y="115060"/>
                    <a:pt x="21923" y="115060"/>
                    <a:pt x="21923" y="115060"/>
                  </a:cubicBezTo>
                  <a:cubicBezTo>
                    <a:pt x="21923" y="115060"/>
                    <a:pt x="21923" y="115060"/>
                    <a:pt x="21923" y="115060"/>
                  </a:cubicBezTo>
                  <a:cubicBezTo>
                    <a:pt x="21923" y="115060"/>
                    <a:pt x="21923" y="115060"/>
                    <a:pt x="21923" y="115060"/>
                  </a:cubicBezTo>
                  <a:cubicBezTo>
                    <a:pt x="21923" y="115060"/>
                    <a:pt x="21923" y="115060"/>
                    <a:pt x="21923" y="115060"/>
                  </a:cubicBezTo>
                  <a:cubicBezTo>
                    <a:pt x="21923" y="115060"/>
                    <a:pt x="21923" y="115060"/>
                    <a:pt x="21923" y="115060"/>
                  </a:cubicBezTo>
                  <a:cubicBezTo>
                    <a:pt x="21538" y="115060"/>
                    <a:pt x="21538" y="115060"/>
                    <a:pt x="21538" y="114769"/>
                  </a:cubicBezTo>
                  <a:cubicBezTo>
                    <a:pt x="21538" y="114769"/>
                    <a:pt x="21538" y="114769"/>
                    <a:pt x="21538" y="114769"/>
                  </a:cubicBezTo>
                  <a:cubicBezTo>
                    <a:pt x="21538" y="114769"/>
                    <a:pt x="21153" y="114769"/>
                    <a:pt x="21153" y="114479"/>
                  </a:cubicBezTo>
                  <a:cubicBezTo>
                    <a:pt x="20384" y="113898"/>
                    <a:pt x="19230" y="112736"/>
                    <a:pt x="19230" y="112736"/>
                  </a:cubicBezTo>
                  <a:cubicBezTo>
                    <a:pt x="20000" y="111573"/>
                    <a:pt x="20000" y="111573"/>
                    <a:pt x="20000" y="111573"/>
                  </a:cubicBezTo>
                  <a:cubicBezTo>
                    <a:pt x="20000" y="111573"/>
                    <a:pt x="20384" y="109539"/>
                    <a:pt x="20384" y="108958"/>
                  </a:cubicBezTo>
                  <a:cubicBezTo>
                    <a:pt x="20384" y="108668"/>
                    <a:pt x="20384" y="106924"/>
                    <a:pt x="20384" y="106924"/>
                  </a:cubicBezTo>
                  <a:cubicBezTo>
                    <a:pt x="20384" y="106924"/>
                    <a:pt x="18846" y="106634"/>
                    <a:pt x="20000" y="105762"/>
                  </a:cubicBezTo>
                  <a:cubicBezTo>
                    <a:pt x="21153" y="104600"/>
                    <a:pt x="22307" y="103147"/>
                    <a:pt x="22307" y="103147"/>
                  </a:cubicBezTo>
                  <a:cubicBezTo>
                    <a:pt x="22307" y="100242"/>
                    <a:pt x="22307" y="100242"/>
                    <a:pt x="22307" y="100242"/>
                  </a:cubicBezTo>
                  <a:cubicBezTo>
                    <a:pt x="22307" y="100242"/>
                    <a:pt x="21153" y="99370"/>
                    <a:pt x="22692" y="98789"/>
                  </a:cubicBezTo>
                  <a:cubicBezTo>
                    <a:pt x="24230" y="97917"/>
                    <a:pt x="26923" y="95302"/>
                    <a:pt x="26923" y="95302"/>
                  </a:cubicBezTo>
                  <a:cubicBezTo>
                    <a:pt x="29615" y="92978"/>
                    <a:pt x="29615" y="92978"/>
                    <a:pt x="29615" y="92978"/>
                  </a:cubicBezTo>
                  <a:cubicBezTo>
                    <a:pt x="25000" y="92106"/>
                    <a:pt x="25000" y="92106"/>
                    <a:pt x="25000" y="92106"/>
                  </a:cubicBezTo>
                  <a:cubicBezTo>
                    <a:pt x="22307" y="91815"/>
                    <a:pt x="22307" y="91815"/>
                    <a:pt x="22307" y="91815"/>
                  </a:cubicBezTo>
                  <a:cubicBezTo>
                    <a:pt x="20384" y="90944"/>
                    <a:pt x="20384" y="90944"/>
                    <a:pt x="20384" y="90944"/>
                  </a:cubicBezTo>
                  <a:cubicBezTo>
                    <a:pt x="19230" y="89491"/>
                    <a:pt x="19230" y="89491"/>
                    <a:pt x="19230" y="89491"/>
                  </a:cubicBezTo>
                  <a:cubicBezTo>
                    <a:pt x="18076" y="90072"/>
                    <a:pt x="18076" y="90072"/>
                    <a:pt x="18076" y="90072"/>
                  </a:cubicBezTo>
                  <a:cubicBezTo>
                    <a:pt x="16923" y="90653"/>
                    <a:pt x="16923" y="90653"/>
                    <a:pt x="16923" y="90653"/>
                  </a:cubicBezTo>
                  <a:cubicBezTo>
                    <a:pt x="14230" y="90363"/>
                    <a:pt x="14230" y="90363"/>
                    <a:pt x="14230" y="90363"/>
                  </a:cubicBezTo>
                  <a:cubicBezTo>
                    <a:pt x="12307" y="88910"/>
                    <a:pt x="12307" y="88910"/>
                    <a:pt x="12307" y="88910"/>
                  </a:cubicBezTo>
                  <a:cubicBezTo>
                    <a:pt x="10769" y="89782"/>
                    <a:pt x="10769" y="89782"/>
                    <a:pt x="10769" y="89782"/>
                  </a:cubicBezTo>
                  <a:cubicBezTo>
                    <a:pt x="9230" y="88910"/>
                    <a:pt x="9230" y="88910"/>
                    <a:pt x="9230" y="88910"/>
                  </a:cubicBezTo>
                  <a:cubicBezTo>
                    <a:pt x="8076" y="87457"/>
                    <a:pt x="8076" y="87457"/>
                    <a:pt x="8076" y="87457"/>
                  </a:cubicBezTo>
                  <a:cubicBezTo>
                    <a:pt x="7692" y="86295"/>
                    <a:pt x="7692" y="86295"/>
                    <a:pt x="7692" y="86295"/>
                  </a:cubicBezTo>
                  <a:cubicBezTo>
                    <a:pt x="5769" y="84842"/>
                    <a:pt x="5769" y="84842"/>
                    <a:pt x="5769" y="84842"/>
                  </a:cubicBezTo>
                  <a:cubicBezTo>
                    <a:pt x="5000" y="84842"/>
                    <a:pt x="5000" y="84842"/>
                    <a:pt x="5000" y="84842"/>
                  </a:cubicBezTo>
                  <a:cubicBezTo>
                    <a:pt x="5000" y="84552"/>
                    <a:pt x="5000" y="84552"/>
                    <a:pt x="5000" y="84552"/>
                  </a:cubicBezTo>
                  <a:cubicBezTo>
                    <a:pt x="4615" y="82808"/>
                    <a:pt x="4615" y="82808"/>
                    <a:pt x="4615" y="82808"/>
                  </a:cubicBezTo>
                  <a:cubicBezTo>
                    <a:pt x="5769" y="82227"/>
                    <a:pt x="5769" y="82227"/>
                    <a:pt x="5769" y="82227"/>
                  </a:cubicBezTo>
                  <a:cubicBezTo>
                    <a:pt x="6538" y="81355"/>
                    <a:pt x="6538" y="81355"/>
                    <a:pt x="6538" y="81355"/>
                  </a:cubicBezTo>
                  <a:cubicBezTo>
                    <a:pt x="7307" y="80484"/>
                    <a:pt x="7307" y="80484"/>
                    <a:pt x="7307" y="80484"/>
                  </a:cubicBezTo>
                  <a:cubicBezTo>
                    <a:pt x="6923" y="79322"/>
                    <a:pt x="6923" y="79322"/>
                    <a:pt x="6923" y="79322"/>
                  </a:cubicBezTo>
                  <a:cubicBezTo>
                    <a:pt x="6923" y="79322"/>
                    <a:pt x="5384" y="79322"/>
                    <a:pt x="5000" y="79031"/>
                  </a:cubicBezTo>
                  <a:cubicBezTo>
                    <a:pt x="4615" y="79031"/>
                    <a:pt x="3461" y="78450"/>
                    <a:pt x="3461" y="78450"/>
                  </a:cubicBezTo>
                  <a:cubicBezTo>
                    <a:pt x="3076" y="76997"/>
                    <a:pt x="3076" y="76997"/>
                    <a:pt x="3076" y="76997"/>
                  </a:cubicBezTo>
                  <a:cubicBezTo>
                    <a:pt x="2307" y="76125"/>
                    <a:pt x="2307" y="76125"/>
                    <a:pt x="2307" y="76125"/>
                  </a:cubicBezTo>
                  <a:cubicBezTo>
                    <a:pt x="1923" y="74673"/>
                    <a:pt x="1923" y="74673"/>
                    <a:pt x="1923" y="74673"/>
                  </a:cubicBezTo>
                  <a:cubicBezTo>
                    <a:pt x="2307" y="73220"/>
                    <a:pt x="2307" y="73220"/>
                    <a:pt x="2307" y="73220"/>
                  </a:cubicBezTo>
                  <a:cubicBezTo>
                    <a:pt x="2307" y="73220"/>
                    <a:pt x="2307" y="73220"/>
                    <a:pt x="2307" y="73220"/>
                  </a:cubicBezTo>
                  <a:cubicBezTo>
                    <a:pt x="2307" y="73220"/>
                    <a:pt x="2307" y="73220"/>
                    <a:pt x="2307" y="73220"/>
                  </a:cubicBezTo>
                  <a:cubicBezTo>
                    <a:pt x="2692" y="73220"/>
                    <a:pt x="2692" y="73220"/>
                    <a:pt x="2692" y="73220"/>
                  </a:cubicBezTo>
                  <a:cubicBezTo>
                    <a:pt x="3076" y="72639"/>
                    <a:pt x="3076" y="72639"/>
                    <a:pt x="3076" y="72639"/>
                  </a:cubicBezTo>
                  <a:cubicBezTo>
                    <a:pt x="3076" y="72348"/>
                    <a:pt x="3076" y="72348"/>
                    <a:pt x="3076" y="72348"/>
                  </a:cubicBezTo>
                  <a:cubicBezTo>
                    <a:pt x="3076" y="72348"/>
                    <a:pt x="3461" y="72058"/>
                    <a:pt x="3846" y="72058"/>
                  </a:cubicBezTo>
                  <a:cubicBezTo>
                    <a:pt x="3846" y="72058"/>
                    <a:pt x="4230" y="72058"/>
                    <a:pt x="4230" y="72058"/>
                  </a:cubicBezTo>
                  <a:cubicBezTo>
                    <a:pt x="4615" y="72058"/>
                    <a:pt x="4615" y="71186"/>
                    <a:pt x="4615" y="71186"/>
                  </a:cubicBezTo>
                  <a:cubicBezTo>
                    <a:pt x="5384" y="71186"/>
                    <a:pt x="5384" y="71186"/>
                    <a:pt x="5384" y="71186"/>
                  </a:cubicBezTo>
                  <a:cubicBezTo>
                    <a:pt x="5384" y="71186"/>
                    <a:pt x="5769" y="70895"/>
                    <a:pt x="5769" y="70895"/>
                  </a:cubicBezTo>
                  <a:cubicBezTo>
                    <a:pt x="5769" y="70605"/>
                    <a:pt x="5769" y="70314"/>
                    <a:pt x="5769" y="70314"/>
                  </a:cubicBezTo>
                  <a:cubicBezTo>
                    <a:pt x="5769" y="70314"/>
                    <a:pt x="6153" y="69733"/>
                    <a:pt x="6153" y="69443"/>
                  </a:cubicBezTo>
                  <a:cubicBezTo>
                    <a:pt x="6153" y="69152"/>
                    <a:pt x="5769" y="68861"/>
                    <a:pt x="5769" y="68861"/>
                  </a:cubicBezTo>
                  <a:cubicBezTo>
                    <a:pt x="5769" y="68861"/>
                    <a:pt x="5384" y="68280"/>
                    <a:pt x="5000" y="68280"/>
                  </a:cubicBezTo>
                  <a:cubicBezTo>
                    <a:pt x="5000" y="68280"/>
                    <a:pt x="4230" y="68280"/>
                    <a:pt x="4230" y="68280"/>
                  </a:cubicBezTo>
                  <a:cubicBezTo>
                    <a:pt x="3846" y="68280"/>
                    <a:pt x="3461" y="67699"/>
                    <a:pt x="3461" y="67699"/>
                  </a:cubicBezTo>
                  <a:cubicBezTo>
                    <a:pt x="3461" y="67699"/>
                    <a:pt x="3846" y="67409"/>
                    <a:pt x="3846" y="67118"/>
                  </a:cubicBezTo>
                  <a:cubicBezTo>
                    <a:pt x="4230" y="67118"/>
                    <a:pt x="4230" y="66246"/>
                    <a:pt x="4230" y="66246"/>
                  </a:cubicBezTo>
                  <a:cubicBezTo>
                    <a:pt x="4230" y="66246"/>
                    <a:pt x="3846" y="65956"/>
                    <a:pt x="3461" y="65956"/>
                  </a:cubicBezTo>
                  <a:cubicBezTo>
                    <a:pt x="3461" y="65956"/>
                    <a:pt x="2692" y="65956"/>
                    <a:pt x="2692" y="65956"/>
                  </a:cubicBezTo>
                  <a:cubicBezTo>
                    <a:pt x="2692" y="65084"/>
                    <a:pt x="2692" y="65084"/>
                    <a:pt x="2692" y="65084"/>
                  </a:cubicBezTo>
                  <a:cubicBezTo>
                    <a:pt x="2692" y="65084"/>
                    <a:pt x="1923" y="64794"/>
                    <a:pt x="1538" y="64794"/>
                  </a:cubicBezTo>
                  <a:cubicBezTo>
                    <a:pt x="1538" y="64794"/>
                    <a:pt x="1538" y="64503"/>
                    <a:pt x="1153" y="64503"/>
                  </a:cubicBezTo>
                  <a:cubicBezTo>
                    <a:pt x="1538" y="64503"/>
                    <a:pt x="1538" y="64503"/>
                    <a:pt x="1538" y="64503"/>
                  </a:cubicBezTo>
                  <a:cubicBezTo>
                    <a:pt x="1538" y="64503"/>
                    <a:pt x="1538" y="64503"/>
                    <a:pt x="1538" y="64503"/>
                  </a:cubicBezTo>
                  <a:cubicBezTo>
                    <a:pt x="1538" y="64213"/>
                    <a:pt x="1153" y="63922"/>
                    <a:pt x="1153" y="63631"/>
                  </a:cubicBezTo>
                  <a:cubicBezTo>
                    <a:pt x="1153" y="63631"/>
                    <a:pt x="1538" y="63631"/>
                    <a:pt x="1538" y="63631"/>
                  </a:cubicBezTo>
                  <a:cubicBezTo>
                    <a:pt x="1538" y="63631"/>
                    <a:pt x="1538" y="63341"/>
                    <a:pt x="1923" y="63050"/>
                  </a:cubicBezTo>
                  <a:cubicBezTo>
                    <a:pt x="1923" y="63050"/>
                    <a:pt x="1923" y="63050"/>
                    <a:pt x="2307" y="63050"/>
                  </a:cubicBezTo>
                  <a:cubicBezTo>
                    <a:pt x="2307" y="63050"/>
                    <a:pt x="2307" y="62760"/>
                    <a:pt x="2692" y="62760"/>
                  </a:cubicBezTo>
                  <a:cubicBezTo>
                    <a:pt x="2692" y="62469"/>
                    <a:pt x="2692" y="61888"/>
                    <a:pt x="2692" y="61888"/>
                  </a:cubicBezTo>
                  <a:cubicBezTo>
                    <a:pt x="2692" y="61888"/>
                    <a:pt x="2692" y="61888"/>
                    <a:pt x="2307" y="61598"/>
                  </a:cubicBezTo>
                  <a:cubicBezTo>
                    <a:pt x="1923" y="61598"/>
                    <a:pt x="1923" y="61598"/>
                    <a:pt x="1923" y="61307"/>
                  </a:cubicBezTo>
                  <a:cubicBezTo>
                    <a:pt x="1538" y="61307"/>
                    <a:pt x="1923" y="61016"/>
                    <a:pt x="1923" y="61016"/>
                  </a:cubicBezTo>
                  <a:cubicBezTo>
                    <a:pt x="1923" y="61016"/>
                    <a:pt x="1153" y="60726"/>
                    <a:pt x="1153" y="60726"/>
                  </a:cubicBezTo>
                  <a:cubicBezTo>
                    <a:pt x="1153" y="60726"/>
                    <a:pt x="384" y="60726"/>
                    <a:pt x="384" y="60726"/>
                  </a:cubicBezTo>
                  <a:cubicBezTo>
                    <a:pt x="384" y="60726"/>
                    <a:pt x="384" y="60726"/>
                    <a:pt x="384" y="60726"/>
                  </a:cubicBezTo>
                  <a:cubicBezTo>
                    <a:pt x="384" y="60145"/>
                    <a:pt x="384" y="60145"/>
                    <a:pt x="384" y="60145"/>
                  </a:cubicBezTo>
                  <a:cubicBezTo>
                    <a:pt x="0" y="59564"/>
                    <a:pt x="0" y="59564"/>
                    <a:pt x="0" y="59564"/>
                  </a:cubicBezTo>
                  <a:cubicBezTo>
                    <a:pt x="384" y="59273"/>
                    <a:pt x="384" y="59273"/>
                    <a:pt x="384" y="59273"/>
                  </a:cubicBezTo>
                  <a:cubicBezTo>
                    <a:pt x="1153" y="59854"/>
                    <a:pt x="1153" y="59854"/>
                    <a:pt x="1153" y="59854"/>
                  </a:cubicBezTo>
                  <a:cubicBezTo>
                    <a:pt x="1153" y="59854"/>
                    <a:pt x="1153" y="59564"/>
                    <a:pt x="1153" y="59273"/>
                  </a:cubicBezTo>
                  <a:cubicBezTo>
                    <a:pt x="1538" y="59273"/>
                    <a:pt x="1923" y="58692"/>
                    <a:pt x="1923" y="58692"/>
                  </a:cubicBezTo>
                  <a:cubicBezTo>
                    <a:pt x="2692" y="58692"/>
                    <a:pt x="2692" y="58692"/>
                    <a:pt x="2692" y="58692"/>
                  </a:cubicBezTo>
                  <a:cubicBezTo>
                    <a:pt x="2692" y="58692"/>
                    <a:pt x="4230" y="58692"/>
                    <a:pt x="4230" y="58692"/>
                  </a:cubicBezTo>
                  <a:cubicBezTo>
                    <a:pt x="4615" y="58401"/>
                    <a:pt x="3846" y="57820"/>
                    <a:pt x="3846" y="57820"/>
                  </a:cubicBezTo>
                  <a:cubicBezTo>
                    <a:pt x="3846" y="57820"/>
                    <a:pt x="3076" y="58401"/>
                    <a:pt x="3076" y="58401"/>
                  </a:cubicBezTo>
                  <a:cubicBezTo>
                    <a:pt x="2692" y="58401"/>
                    <a:pt x="2692" y="57530"/>
                    <a:pt x="2692" y="57530"/>
                  </a:cubicBezTo>
                  <a:cubicBezTo>
                    <a:pt x="2692" y="56949"/>
                    <a:pt x="2692" y="56949"/>
                    <a:pt x="2692" y="56949"/>
                  </a:cubicBezTo>
                  <a:cubicBezTo>
                    <a:pt x="3461" y="56658"/>
                    <a:pt x="3461" y="56658"/>
                    <a:pt x="3461" y="56658"/>
                  </a:cubicBezTo>
                  <a:cubicBezTo>
                    <a:pt x="3846" y="56077"/>
                    <a:pt x="3846" y="56077"/>
                    <a:pt x="3846" y="56077"/>
                  </a:cubicBezTo>
                  <a:cubicBezTo>
                    <a:pt x="3846" y="56077"/>
                    <a:pt x="4615" y="55496"/>
                    <a:pt x="4615" y="55496"/>
                  </a:cubicBezTo>
                  <a:cubicBezTo>
                    <a:pt x="5000" y="55205"/>
                    <a:pt x="4615" y="54624"/>
                    <a:pt x="4615" y="54624"/>
                  </a:cubicBezTo>
                  <a:cubicBezTo>
                    <a:pt x="5000" y="53753"/>
                    <a:pt x="5000" y="53753"/>
                    <a:pt x="5000" y="53753"/>
                  </a:cubicBezTo>
                  <a:cubicBezTo>
                    <a:pt x="4230" y="52881"/>
                    <a:pt x="4230" y="52881"/>
                    <a:pt x="4230" y="52881"/>
                  </a:cubicBezTo>
                  <a:cubicBezTo>
                    <a:pt x="4230" y="52009"/>
                    <a:pt x="4230" y="52009"/>
                    <a:pt x="4230" y="52009"/>
                  </a:cubicBezTo>
                  <a:cubicBezTo>
                    <a:pt x="3461" y="51138"/>
                    <a:pt x="3461" y="51138"/>
                    <a:pt x="3461" y="51138"/>
                  </a:cubicBezTo>
                  <a:cubicBezTo>
                    <a:pt x="3461" y="50847"/>
                    <a:pt x="3461" y="50847"/>
                    <a:pt x="3461" y="50847"/>
                  </a:cubicBezTo>
                  <a:cubicBezTo>
                    <a:pt x="3076" y="50266"/>
                    <a:pt x="3076" y="50266"/>
                    <a:pt x="3076" y="50266"/>
                  </a:cubicBezTo>
                  <a:cubicBezTo>
                    <a:pt x="3076" y="49685"/>
                    <a:pt x="3076" y="49685"/>
                    <a:pt x="3076" y="49685"/>
                  </a:cubicBezTo>
                  <a:cubicBezTo>
                    <a:pt x="3076" y="49685"/>
                    <a:pt x="2307" y="49104"/>
                    <a:pt x="1923" y="49104"/>
                  </a:cubicBezTo>
                  <a:cubicBezTo>
                    <a:pt x="1538" y="49104"/>
                    <a:pt x="1923" y="48813"/>
                    <a:pt x="1923" y="48813"/>
                  </a:cubicBezTo>
                  <a:cubicBezTo>
                    <a:pt x="1923" y="48232"/>
                    <a:pt x="1923" y="48232"/>
                    <a:pt x="1923" y="48232"/>
                  </a:cubicBezTo>
                  <a:cubicBezTo>
                    <a:pt x="1923" y="47360"/>
                    <a:pt x="1923" y="47360"/>
                    <a:pt x="1923" y="47360"/>
                  </a:cubicBezTo>
                  <a:cubicBezTo>
                    <a:pt x="3846" y="47651"/>
                    <a:pt x="3846" y="47651"/>
                    <a:pt x="3846" y="47651"/>
                  </a:cubicBezTo>
                  <a:cubicBezTo>
                    <a:pt x="4615" y="47651"/>
                    <a:pt x="4615" y="47651"/>
                    <a:pt x="4615" y="47651"/>
                  </a:cubicBezTo>
                  <a:cubicBezTo>
                    <a:pt x="3461" y="47070"/>
                    <a:pt x="3461" y="47070"/>
                    <a:pt x="3461" y="47070"/>
                  </a:cubicBezTo>
                  <a:cubicBezTo>
                    <a:pt x="4615" y="46779"/>
                    <a:pt x="4615" y="46779"/>
                    <a:pt x="4615" y="46779"/>
                  </a:cubicBezTo>
                  <a:cubicBezTo>
                    <a:pt x="5384" y="47360"/>
                    <a:pt x="5384" y="47360"/>
                    <a:pt x="5384" y="47360"/>
                  </a:cubicBezTo>
                  <a:cubicBezTo>
                    <a:pt x="6538" y="47651"/>
                    <a:pt x="6538" y="47651"/>
                    <a:pt x="6538" y="47651"/>
                  </a:cubicBezTo>
                  <a:cubicBezTo>
                    <a:pt x="6923" y="48232"/>
                    <a:pt x="6923" y="48232"/>
                    <a:pt x="6923" y="48232"/>
                  </a:cubicBezTo>
                  <a:cubicBezTo>
                    <a:pt x="7307" y="47651"/>
                    <a:pt x="7307" y="47651"/>
                    <a:pt x="7307" y="47651"/>
                  </a:cubicBezTo>
                  <a:cubicBezTo>
                    <a:pt x="8461" y="47651"/>
                    <a:pt x="8461" y="47651"/>
                    <a:pt x="8461" y="47651"/>
                  </a:cubicBezTo>
                  <a:cubicBezTo>
                    <a:pt x="8846" y="47651"/>
                    <a:pt x="8846" y="47651"/>
                    <a:pt x="8846" y="47651"/>
                  </a:cubicBezTo>
                  <a:cubicBezTo>
                    <a:pt x="10000" y="47360"/>
                    <a:pt x="10000" y="47360"/>
                    <a:pt x="10000" y="47360"/>
                  </a:cubicBezTo>
                  <a:cubicBezTo>
                    <a:pt x="11153" y="47360"/>
                    <a:pt x="11153" y="47360"/>
                    <a:pt x="11153" y="47360"/>
                  </a:cubicBezTo>
                  <a:cubicBezTo>
                    <a:pt x="11538" y="46779"/>
                    <a:pt x="11538" y="46779"/>
                    <a:pt x="11538" y="46779"/>
                  </a:cubicBezTo>
                  <a:cubicBezTo>
                    <a:pt x="12307" y="46489"/>
                    <a:pt x="12307" y="46489"/>
                    <a:pt x="12307" y="46489"/>
                  </a:cubicBezTo>
                  <a:cubicBezTo>
                    <a:pt x="12692" y="46198"/>
                    <a:pt x="12692" y="46198"/>
                    <a:pt x="12692" y="46198"/>
                  </a:cubicBezTo>
                  <a:cubicBezTo>
                    <a:pt x="11538" y="45617"/>
                    <a:pt x="11538" y="45617"/>
                    <a:pt x="11538" y="45617"/>
                  </a:cubicBezTo>
                  <a:cubicBezTo>
                    <a:pt x="10769" y="44745"/>
                    <a:pt x="10769" y="44745"/>
                    <a:pt x="10769" y="44745"/>
                  </a:cubicBezTo>
                  <a:cubicBezTo>
                    <a:pt x="11538" y="44745"/>
                    <a:pt x="11538" y="44745"/>
                    <a:pt x="11538" y="44745"/>
                  </a:cubicBezTo>
                  <a:cubicBezTo>
                    <a:pt x="11538" y="43874"/>
                    <a:pt x="11538" y="43874"/>
                    <a:pt x="11538" y="43874"/>
                  </a:cubicBezTo>
                  <a:cubicBezTo>
                    <a:pt x="11538" y="43874"/>
                    <a:pt x="13076" y="44164"/>
                    <a:pt x="13076" y="44164"/>
                  </a:cubicBezTo>
                  <a:cubicBezTo>
                    <a:pt x="13076" y="43874"/>
                    <a:pt x="13076" y="43874"/>
                    <a:pt x="13461" y="43583"/>
                  </a:cubicBezTo>
                  <a:cubicBezTo>
                    <a:pt x="13846" y="43583"/>
                    <a:pt x="14615" y="43292"/>
                    <a:pt x="14615" y="43292"/>
                  </a:cubicBezTo>
                  <a:cubicBezTo>
                    <a:pt x="15000" y="42711"/>
                    <a:pt x="15000" y="42711"/>
                    <a:pt x="15000" y="42711"/>
                  </a:cubicBezTo>
                  <a:cubicBezTo>
                    <a:pt x="15000" y="42711"/>
                    <a:pt x="15769" y="42421"/>
                    <a:pt x="15769" y="42421"/>
                  </a:cubicBezTo>
                  <a:cubicBezTo>
                    <a:pt x="16153" y="42421"/>
                    <a:pt x="15769" y="42130"/>
                    <a:pt x="15769" y="41840"/>
                  </a:cubicBezTo>
                  <a:cubicBezTo>
                    <a:pt x="15769" y="41549"/>
                    <a:pt x="15769" y="40968"/>
                    <a:pt x="15769" y="40968"/>
                  </a:cubicBezTo>
                  <a:cubicBezTo>
                    <a:pt x="16153" y="40387"/>
                    <a:pt x="16153" y="40387"/>
                    <a:pt x="16153" y="40387"/>
                  </a:cubicBezTo>
                  <a:cubicBezTo>
                    <a:pt x="15384" y="39225"/>
                    <a:pt x="15384" y="39225"/>
                    <a:pt x="15384" y="39225"/>
                  </a:cubicBezTo>
                  <a:cubicBezTo>
                    <a:pt x="14230" y="39515"/>
                    <a:pt x="14230" y="39515"/>
                    <a:pt x="14230" y="39515"/>
                  </a:cubicBezTo>
                  <a:cubicBezTo>
                    <a:pt x="13461" y="38934"/>
                    <a:pt x="13461" y="38934"/>
                    <a:pt x="13461" y="38934"/>
                  </a:cubicBezTo>
                  <a:cubicBezTo>
                    <a:pt x="13461" y="38934"/>
                    <a:pt x="12307" y="38934"/>
                    <a:pt x="12307" y="38644"/>
                  </a:cubicBezTo>
                  <a:cubicBezTo>
                    <a:pt x="11923" y="38353"/>
                    <a:pt x="11538" y="37772"/>
                    <a:pt x="11538" y="37772"/>
                  </a:cubicBezTo>
                  <a:cubicBezTo>
                    <a:pt x="11538" y="37191"/>
                    <a:pt x="11538" y="37191"/>
                    <a:pt x="11538" y="37191"/>
                  </a:cubicBezTo>
                  <a:cubicBezTo>
                    <a:pt x="12692" y="37191"/>
                    <a:pt x="12692" y="37191"/>
                    <a:pt x="12692" y="37191"/>
                  </a:cubicBezTo>
                  <a:cubicBezTo>
                    <a:pt x="11923" y="36900"/>
                    <a:pt x="11923" y="36900"/>
                    <a:pt x="11923" y="36900"/>
                  </a:cubicBezTo>
                  <a:cubicBezTo>
                    <a:pt x="11923" y="36029"/>
                    <a:pt x="11923" y="36029"/>
                    <a:pt x="11923" y="36029"/>
                  </a:cubicBezTo>
                  <a:cubicBezTo>
                    <a:pt x="13461" y="35738"/>
                    <a:pt x="13461" y="35738"/>
                    <a:pt x="13461" y="35738"/>
                  </a:cubicBezTo>
                  <a:cubicBezTo>
                    <a:pt x="13461" y="35738"/>
                    <a:pt x="15384" y="36319"/>
                    <a:pt x="15769" y="36319"/>
                  </a:cubicBezTo>
                  <a:cubicBezTo>
                    <a:pt x="16153" y="36610"/>
                    <a:pt x="16153" y="35447"/>
                    <a:pt x="16153" y="35447"/>
                  </a:cubicBezTo>
                  <a:cubicBezTo>
                    <a:pt x="16538" y="33995"/>
                    <a:pt x="16538" y="33995"/>
                    <a:pt x="16538" y="33995"/>
                  </a:cubicBezTo>
                  <a:cubicBezTo>
                    <a:pt x="16538" y="33995"/>
                    <a:pt x="16153" y="32832"/>
                    <a:pt x="16538" y="32542"/>
                  </a:cubicBezTo>
                  <a:cubicBezTo>
                    <a:pt x="16923" y="32542"/>
                    <a:pt x="18076" y="30799"/>
                    <a:pt x="18076" y="30799"/>
                  </a:cubicBezTo>
                  <a:cubicBezTo>
                    <a:pt x="18076" y="30799"/>
                    <a:pt x="18076" y="29055"/>
                    <a:pt x="18076" y="28765"/>
                  </a:cubicBezTo>
                  <a:cubicBezTo>
                    <a:pt x="18076" y="28474"/>
                    <a:pt x="18076" y="27312"/>
                    <a:pt x="18076" y="27312"/>
                  </a:cubicBezTo>
                  <a:cubicBezTo>
                    <a:pt x="18076" y="27021"/>
                    <a:pt x="18076" y="27021"/>
                    <a:pt x="18076" y="27021"/>
                  </a:cubicBezTo>
                  <a:cubicBezTo>
                    <a:pt x="18076" y="27021"/>
                    <a:pt x="16923" y="26731"/>
                    <a:pt x="16538" y="26731"/>
                  </a:cubicBezTo>
                  <a:cubicBezTo>
                    <a:pt x="16538" y="26440"/>
                    <a:pt x="16923" y="25859"/>
                    <a:pt x="16923" y="25859"/>
                  </a:cubicBezTo>
                  <a:cubicBezTo>
                    <a:pt x="15000" y="25569"/>
                    <a:pt x="15000" y="25569"/>
                    <a:pt x="15000" y="25569"/>
                  </a:cubicBezTo>
                  <a:cubicBezTo>
                    <a:pt x="15384" y="24697"/>
                    <a:pt x="15769" y="23244"/>
                    <a:pt x="16153" y="23244"/>
                  </a:cubicBezTo>
                  <a:cubicBezTo>
                    <a:pt x="16538" y="22953"/>
                    <a:pt x="17307" y="22372"/>
                    <a:pt x="17307" y="22372"/>
                  </a:cubicBezTo>
                  <a:cubicBezTo>
                    <a:pt x="17307" y="21210"/>
                    <a:pt x="17307" y="21210"/>
                    <a:pt x="17307" y="21210"/>
                  </a:cubicBezTo>
                  <a:cubicBezTo>
                    <a:pt x="16538" y="20338"/>
                    <a:pt x="16538" y="20338"/>
                    <a:pt x="16538" y="20338"/>
                  </a:cubicBezTo>
                  <a:cubicBezTo>
                    <a:pt x="17307" y="19467"/>
                    <a:pt x="17307" y="19467"/>
                    <a:pt x="17307" y="19467"/>
                  </a:cubicBezTo>
                  <a:cubicBezTo>
                    <a:pt x="17307" y="19467"/>
                    <a:pt x="18846" y="18886"/>
                    <a:pt x="18846" y="18886"/>
                  </a:cubicBezTo>
                  <a:cubicBezTo>
                    <a:pt x="19230" y="18886"/>
                    <a:pt x="21538" y="18886"/>
                    <a:pt x="21538" y="18886"/>
                  </a:cubicBezTo>
                  <a:cubicBezTo>
                    <a:pt x="23076" y="18305"/>
                    <a:pt x="23076" y="18305"/>
                    <a:pt x="23076" y="18305"/>
                  </a:cubicBezTo>
                  <a:cubicBezTo>
                    <a:pt x="25384" y="18305"/>
                    <a:pt x="25384" y="18305"/>
                    <a:pt x="25384" y="18305"/>
                  </a:cubicBezTo>
                  <a:cubicBezTo>
                    <a:pt x="26923" y="18014"/>
                    <a:pt x="26923" y="18014"/>
                    <a:pt x="26923" y="18014"/>
                  </a:cubicBezTo>
                  <a:cubicBezTo>
                    <a:pt x="28076" y="18595"/>
                    <a:pt x="28076" y="18595"/>
                    <a:pt x="28076" y="18595"/>
                  </a:cubicBezTo>
                  <a:cubicBezTo>
                    <a:pt x="28076" y="18595"/>
                    <a:pt x="28846" y="19176"/>
                    <a:pt x="28846" y="19467"/>
                  </a:cubicBezTo>
                  <a:cubicBezTo>
                    <a:pt x="28846" y="19467"/>
                    <a:pt x="29615" y="20048"/>
                    <a:pt x="29615" y="20338"/>
                  </a:cubicBezTo>
                  <a:cubicBezTo>
                    <a:pt x="29230" y="20338"/>
                    <a:pt x="30000" y="21210"/>
                    <a:pt x="30000" y="21210"/>
                  </a:cubicBezTo>
                  <a:cubicBezTo>
                    <a:pt x="30000" y="21210"/>
                    <a:pt x="29615" y="21791"/>
                    <a:pt x="29615" y="22082"/>
                  </a:cubicBezTo>
                  <a:cubicBezTo>
                    <a:pt x="29615" y="22082"/>
                    <a:pt x="30000" y="23244"/>
                    <a:pt x="30000" y="23244"/>
                  </a:cubicBezTo>
                  <a:cubicBezTo>
                    <a:pt x="30000" y="23535"/>
                    <a:pt x="30769" y="23825"/>
                    <a:pt x="30769" y="23825"/>
                  </a:cubicBezTo>
                  <a:cubicBezTo>
                    <a:pt x="31538" y="23535"/>
                    <a:pt x="31538" y="23535"/>
                    <a:pt x="31538" y="23535"/>
                  </a:cubicBezTo>
                  <a:cubicBezTo>
                    <a:pt x="31923" y="22953"/>
                    <a:pt x="31923" y="22953"/>
                    <a:pt x="31923" y="22953"/>
                  </a:cubicBezTo>
                  <a:cubicBezTo>
                    <a:pt x="31153" y="22082"/>
                    <a:pt x="31153" y="22082"/>
                    <a:pt x="31153" y="22082"/>
                  </a:cubicBezTo>
                  <a:cubicBezTo>
                    <a:pt x="30769" y="22082"/>
                    <a:pt x="30769" y="22082"/>
                    <a:pt x="30769" y="22082"/>
                  </a:cubicBezTo>
                  <a:cubicBezTo>
                    <a:pt x="31153" y="20920"/>
                    <a:pt x="31153" y="20920"/>
                    <a:pt x="31153" y="20920"/>
                  </a:cubicBezTo>
                  <a:cubicBezTo>
                    <a:pt x="31153" y="20920"/>
                    <a:pt x="31923" y="20629"/>
                    <a:pt x="32307" y="20920"/>
                  </a:cubicBezTo>
                  <a:cubicBezTo>
                    <a:pt x="32692" y="20920"/>
                    <a:pt x="33846" y="21791"/>
                    <a:pt x="33846" y="21791"/>
                  </a:cubicBezTo>
                  <a:cubicBezTo>
                    <a:pt x="34615" y="22082"/>
                    <a:pt x="34615" y="22082"/>
                    <a:pt x="34615" y="22082"/>
                  </a:cubicBezTo>
                  <a:cubicBezTo>
                    <a:pt x="34615" y="22082"/>
                    <a:pt x="35769" y="21501"/>
                    <a:pt x="35769" y="21501"/>
                  </a:cubicBezTo>
                  <a:cubicBezTo>
                    <a:pt x="35769" y="21501"/>
                    <a:pt x="34615" y="20338"/>
                    <a:pt x="34615" y="20338"/>
                  </a:cubicBezTo>
                  <a:cubicBezTo>
                    <a:pt x="35000" y="18886"/>
                    <a:pt x="35000" y="18886"/>
                    <a:pt x="35000" y="18886"/>
                  </a:cubicBezTo>
                  <a:cubicBezTo>
                    <a:pt x="35384" y="17723"/>
                    <a:pt x="35384" y="17723"/>
                    <a:pt x="35384" y="17723"/>
                  </a:cubicBezTo>
                  <a:cubicBezTo>
                    <a:pt x="36923" y="16852"/>
                    <a:pt x="36923" y="16852"/>
                    <a:pt x="36923" y="16852"/>
                  </a:cubicBezTo>
                  <a:cubicBezTo>
                    <a:pt x="38076" y="17433"/>
                    <a:pt x="38076" y="17433"/>
                    <a:pt x="38076" y="17433"/>
                  </a:cubicBezTo>
                  <a:cubicBezTo>
                    <a:pt x="40000" y="17433"/>
                    <a:pt x="40000" y="17433"/>
                    <a:pt x="40000" y="17433"/>
                  </a:cubicBezTo>
                  <a:cubicBezTo>
                    <a:pt x="41923" y="17433"/>
                    <a:pt x="41923" y="17433"/>
                    <a:pt x="41923" y="17433"/>
                  </a:cubicBezTo>
                  <a:cubicBezTo>
                    <a:pt x="43076" y="17142"/>
                    <a:pt x="43076" y="17142"/>
                    <a:pt x="43076" y="17142"/>
                  </a:cubicBezTo>
                  <a:cubicBezTo>
                    <a:pt x="44615" y="17142"/>
                    <a:pt x="44615" y="17142"/>
                    <a:pt x="44615" y="17142"/>
                  </a:cubicBezTo>
                  <a:cubicBezTo>
                    <a:pt x="44615" y="17142"/>
                    <a:pt x="43846" y="16561"/>
                    <a:pt x="43846" y="16561"/>
                  </a:cubicBezTo>
                  <a:cubicBezTo>
                    <a:pt x="43461" y="16561"/>
                    <a:pt x="42692" y="15980"/>
                    <a:pt x="42692" y="15980"/>
                  </a:cubicBezTo>
                  <a:cubicBezTo>
                    <a:pt x="42692" y="15980"/>
                    <a:pt x="42307" y="16561"/>
                    <a:pt x="42307" y="16561"/>
                  </a:cubicBezTo>
                  <a:cubicBezTo>
                    <a:pt x="41923" y="16852"/>
                    <a:pt x="40769" y="16852"/>
                    <a:pt x="40769" y="16561"/>
                  </a:cubicBezTo>
                  <a:cubicBezTo>
                    <a:pt x="40384" y="16561"/>
                    <a:pt x="40000" y="15690"/>
                    <a:pt x="40000" y="15690"/>
                  </a:cubicBezTo>
                  <a:cubicBezTo>
                    <a:pt x="40000" y="14818"/>
                    <a:pt x="40000" y="14818"/>
                    <a:pt x="40000" y="14818"/>
                  </a:cubicBezTo>
                  <a:cubicBezTo>
                    <a:pt x="40769" y="14527"/>
                    <a:pt x="40769" y="14527"/>
                    <a:pt x="40769" y="14527"/>
                  </a:cubicBezTo>
                  <a:cubicBezTo>
                    <a:pt x="39615" y="13656"/>
                    <a:pt x="39615" y="13656"/>
                    <a:pt x="39615" y="13656"/>
                  </a:cubicBezTo>
                  <a:cubicBezTo>
                    <a:pt x="39615" y="13656"/>
                    <a:pt x="39615" y="12784"/>
                    <a:pt x="40000" y="12493"/>
                  </a:cubicBezTo>
                  <a:cubicBezTo>
                    <a:pt x="40384" y="12493"/>
                    <a:pt x="40384" y="11912"/>
                    <a:pt x="40384" y="11912"/>
                  </a:cubicBezTo>
                  <a:cubicBezTo>
                    <a:pt x="39230" y="11912"/>
                    <a:pt x="39230" y="11912"/>
                    <a:pt x="39230" y="11912"/>
                  </a:cubicBezTo>
                  <a:cubicBezTo>
                    <a:pt x="39230" y="11912"/>
                    <a:pt x="38846" y="11912"/>
                    <a:pt x="38846" y="11331"/>
                  </a:cubicBezTo>
                  <a:cubicBezTo>
                    <a:pt x="39230" y="10750"/>
                    <a:pt x="39230" y="10460"/>
                    <a:pt x="39230" y="10460"/>
                  </a:cubicBezTo>
                  <a:cubicBezTo>
                    <a:pt x="37692" y="10460"/>
                    <a:pt x="37692" y="10460"/>
                    <a:pt x="37692" y="10460"/>
                  </a:cubicBezTo>
                  <a:cubicBezTo>
                    <a:pt x="36923" y="10460"/>
                    <a:pt x="36923" y="10460"/>
                    <a:pt x="36923" y="10460"/>
                  </a:cubicBezTo>
                  <a:cubicBezTo>
                    <a:pt x="35769" y="9588"/>
                    <a:pt x="35769" y="9588"/>
                    <a:pt x="35769" y="9588"/>
                  </a:cubicBezTo>
                  <a:cubicBezTo>
                    <a:pt x="36153" y="8716"/>
                    <a:pt x="36153" y="8716"/>
                    <a:pt x="36153" y="8716"/>
                  </a:cubicBezTo>
                  <a:cubicBezTo>
                    <a:pt x="38461" y="8426"/>
                    <a:pt x="38461" y="8426"/>
                    <a:pt x="38461" y="8426"/>
                  </a:cubicBezTo>
                  <a:cubicBezTo>
                    <a:pt x="41153" y="7554"/>
                    <a:pt x="41153" y="7554"/>
                    <a:pt x="41153" y="7554"/>
                  </a:cubicBezTo>
                  <a:cubicBezTo>
                    <a:pt x="40769" y="6973"/>
                    <a:pt x="40769" y="6973"/>
                    <a:pt x="40769" y="6973"/>
                  </a:cubicBezTo>
                  <a:cubicBezTo>
                    <a:pt x="40000" y="7263"/>
                    <a:pt x="40000" y="7263"/>
                    <a:pt x="40000" y="7263"/>
                  </a:cubicBezTo>
                  <a:cubicBezTo>
                    <a:pt x="40000" y="7263"/>
                    <a:pt x="39615" y="7554"/>
                    <a:pt x="39615" y="7554"/>
                  </a:cubicBezTo>
                  <a:cubicBezTo>
                    <a:pt x="39230" y="7554"/>
                    <a:pt x="38461" y="7554"/>
                    <a:pt x="38461" y="7554"/>
                  </a:cubicBezTo>
                  <a:cubicBezTo>
                    <a:pt x="38461" y="6973"/>
                    <a:pt x="38461" y="6973"/>
                    <a:pt x="38461" y="6973"/>
                  </a:cubicBezTo>
                  <a:cubicBezTo>
                    <a:pt x="39615" y="6973"/>
                    <a:pt x="39615" y="6973"/>
                    <a:pt x="39615" y="6973"/>
                  </a:cubicBezTo>
                  <a:cubicBezTo>
                    <a:pt x="40384" y="6682"/>
                    <a:pt x="40384" y="6682"/>
                    <a:pt x="40384" y="6682"/>
                  </a:cubicBezTo>
                  <a:cubicBezTo>
                    <a:pt x="39615" y="6392"/>
                    <a:pt x="39615" y="6392"/>
                    <a:pt x="39615" y="6392"/>
                  </a:cubicBezTo>
                  <a:cubicBezTo>
                    <a:pt x="38461" y="5230"/>
                    <a:pt x="38461" y="5230"/>
                    <a:pt x="38461" y="5230"/>
                  </a:cubicBezTo>
                  <a:cubicBezTo>
                    <a:pt x="38076" y="4358"/>
                    <a:pt x="38076" y="4358"/>
                    <a:pt x="38076" y="4358"/>
                  </a:cubicBezTo>
                  <a:cubicBezTo>
                    <a:pt x="37307" y="4067"/>
                    <a:pt x="37307" y="4067"/>
                    <a:pt x="37307" y="4067"/>
                  </a:cubicBezTo>
                  <a:cubicBezTo>
                    <a:pt x="36538" y="3486"/>
                    <a:pt x="36538" y="3486"/>
                    <a:pt x="36538" y="3486"/>
                  </a:cubicBezTo>
                  <a:cubicBezTo>
                    <a:pt x="36538" y="2615"/>
                    <a:pt x="36538" y="2615"/>
                    <a:pt x="36538" y="2615"/>
                  </a:cubicBezTo>
                  <a:cubicBezTo>
                    <a:pt x="36153" y="290"/>
                    <a:pt x="36153" y="290"/>
                    <a:pt x="36153" y="290"/>
                  </a:cubicBezTo>
                  <a:cubicBezTo>
                    <a:pt x="37307" y="290"/>
                    <a:pt x="37307" y="290"/>
                    <a:pt x="37307" y="290"/>
                  </a:cubicBezTo>
                  <a:cubicBezTo>
                    <a:pt x="38076" y="0"/>
                    <a:pt x="38076" y="0"/>
                    <a:pt x="38076" y="0"/>
                  </a:cubicBezTo>
                  <a:cubicBezTo>
                    <a:pt x="38076" y="0"/>
                    <a:pt x="40000" y="581"/>
                    <a:pt x="40384" y="581"/>
                  </a:cubicBezTo>
                  <a:cubicBezTo>
                    <a:pt x="40769" y="581"/>
                    <a:pt x="41538" y="871"/>
                    <a:pt x="41538" y="871"/>
                  </a:cubicBezTo>
                  <a:cubicBezTo>
                    <a:pt x="43076" y="1452"/>
                    <a:pt x="43076" y="1452"/>
                    <a:pt x="43076" y="1452"/>
                  </a:cubicBezTo>
                  <a:cubicBezTo>
                    <a:pt x="44230" y="1743"/>
                    <a:pt x="44230" y="1743"/>
                    <a:pt x="44230" y="1743"/>
                  </a:cubicBezTo>
                  <a:cubicBezTo>
                    <a:pt x="44230" y="1743"/>
                    <a:pt x="44615" y="1743"/>
                    <a:pt x="44615" y="1743"/>
                  </a:cubicBezTo>
                  <a:cubicBezTo>
                    <a:pt x="45000" y="1743"/>
                    <a:pt x="45769" y="1452"/>
                    <a:pt x="45769" y="1452"/>
                  </a:cubicBezTo>
                  <a:cubicBezTo>
                    <a:pt x="45769" y="1452"/>
                    <a:pt x="46923" y="871"/>
                    <a:pt x="47307" y="871"/>
                  </a:cubicBezTo>
                  <a:cubicBezTo>
                    <a:pt x="47307" y="581"/>
                    <a:pt x="47692" y="581"/>
                    <a:pt x="47692" y="581"/>
                  </a:cubicBezTo>
                  <a:cubicBezTo>
                    <a:pt x="48461" y="1743"/>
                    <a:pt x="48461" y="1743"/>
                    <a:pt x="48461" y="1743"/>
                  </a:cubicBezTo>
                  <a:cubicBezTo>
                    <a:pt x="49230" y="1162"/>
                    <a:pt x="49230" y="1162"/>
                    <a:pt x="49230" y="1162"/>
                  </a:cubicBezTo>
                  <a:cubicBezTo>
                    <a:pt x="49615" y="581"/>
                    <a:pt x="49615" y="581"/>
                    <a:pt x="49615" y="581"/>
                  </a:cubicBezTo>
                  <a:cubicBezTo>
                    <a:pt x="52692" y="3196"/>
                    <a:pt x="52692" y="3196"/>
                    <a:pt x="52692" y="3196"/>
                  </a:cubicBezTo>
                  <a:cubicBezTo>
                    <a:pt x="53076" y="4358"/>
                    <a:pt x="53076" y="4358"/>
                    <a:pt x="53076" y="4358"/>
                  </a:cubicBezTo>
                  <a:cubicBezTo>
                    <a:pt x="53076" y="4358"/>
                    <a:pt x="53076" y="5230"/>
                    <a:pt x="53076" y="5230"/>
                  </a:cubicBezTo>
                  <a:cubicBezTo>
                    <a:pt x="52692" y="5230"/>
                    <a:pt x="52307" y="6392"/>
                    <a:pt x="52307" y="6392"/>
                  </a:cubicBezTo>
                  <a:cubicBezTo>
                    <a:pt x="52307" y="7263"/>
                    <a:pt x="52307" y="7263"/>
                    <a:pt x="52307" y="7263"/>
                  </a:cubicBezTo>
                  <a:cubicBezTo>
                    <a:pt x="53076" y="7554"/>
                    <a:pt x="53076" y="7554"/>
                    <a:pt x="53076" y="7554"/>
                  </a:cubicBezTo>
                  <a:cubicBezTo>
                    <a:pt x="54230" y="7554"/>
                    <a:pt x="54230" y="7554"/>
                    <a:pt x="54230" y="7554"/>
                  </a:cubicBezTo>
                  <a:cubicBezTo>
                    <a:pt x="55000" y="8135"/>
                    <a:pt x="55000" y="8135"/>
                    <a:pt x="55000" y="8135"/>
                  </a:cubicBezTo>
                  <a:cubicBezTo>
                    <a:pt x="55384" y="8426"/>
                    <a:pt x="55384" y="8426"/>
                    <a:pt x="55384" y="8426"/>
                  </a:cubicBezTo>
                  <a:cubicBezTo>
                    <a:pt x="56538" y="8426"/>
                    <a:pt x="56538" y="8426"/>
                    <a:pt x="56538" y="8426"/>
                  </a:cubicBezTo>
                  <a:cubicBezTo>
                    <a:pt x="56923" y="8135"/>
                    <a:pt x="56923" y="8135"/>
                    <a:pt x="56923" y="8135"/>
                  </a:cubicBezTo>
                  <a:cubicBezTo>
                    <a:pt x="58461" y="8426"/>
                    <a:pt x="58461" y="8426"/>
                    <a:pt x="58461" y="8426"/>
                  </a:cubicBezTo>
                  <a:cubicBezTo>
                    <a:pt x="59615" y="9007"/>
                    <a:pt x="59615" y="9007"/>
                    <a:pt x="59615" y="9007"/>
                  </a:cubicBezTo>
                  <a:cubicBezTo>
                    <a:pt x="60769" y="9588"/>
                    <a:pt x="60769" y="9588"/>
                    <a:pt x="60769" y="9588"/>
                  </a:cubicBezTo>
                  <a:cubicBezTo>
                    <a:pt x="62692" y="10169"/>
                    <a:pt x="62692" y="10169"/>
                    <a:pt x="62692" y="10169"/>
                  </a:cubicBezTo>
                  <a:cubicBezTo>
                    <a:pt x="63076" y="9297"/>
                    <a:pt x="63076" y="9297"/>
                    <a:pt x="63076" y="9297"/>
                  </a:cubicBezTo>
                  <a:cubicBezTo>
                    <a:pt x="63461" y="9007"/>
                    <a:pt x="63461" y="9007"/>
                    <a:pt x="63461" y="9007"/>
                  </a:cubicBezTo>
                  <a:cubicBezTo>
                    <a:pt x="64615" y="9007"/>
                    <a:pt x="64615" y="9007"/>
                    <a:pt x="64615" y="9007"/>
                  </a:cubicBezTo>
                  <a:cubicBezTo>
                    <a:pt x="65384" y="8716"/>
                    <a:pt x="65384" y="8716"/>
                    <a:pt x="65384" y="8716"/>
                  </a:cubicBezTo>
                  <a:cubicBezTo>
                    <a:pt x="65769" y="8426"/>
                    <a:pt x="65769" y="8426"/>
                    <a:pt x="65769" y="8426"/>
                  </a:cubicBezTo>
                  <a:cubicBezTo>
                    <a:pt x="64615" y="7554"/>
                    <a:pt x="64615" y="7554"/>
                    <a:pt x="64615" y="7554"/>
                  </a:cubicBezTo>
                  <a:cubicBezTo>
                    <a:pt x="64615" y="6682"/>
                    <a:pt x="64615" y="6682"/>
                    <a:pt x="64615" y="6682"/>
                  </a:cubicBezTo>
                  <a:cubicBezTo>
                    <a:pt x="64615" y="6682"/>
                    <a:pt x="65384" y="6101"/>
                    <a:pt x="65384" y="6101"/>
                  </a:cubicBezTo>
                  <a:cubicBezTo>
                    <a:pt x="65769" y="6101"/>
                    <a:pt x="67307" y="6392"/>
                    <a:pt x="67307" y="6392"/>
                  </a:cubicBezTo>
                  <a:cubicBezTo>
                    <a:pt x="67692" y="7263"/>
                    <a:pt x="67692" y="7263"/>
                    <a:pt x="67692" y="7263"/>
                  </a:cubicBezTo>
                  <a:cubicBezTo>
                    <a:pt x="68076" y="8135"/>
                    <a:pt x="68076" y="8135"/>
                    <a:pt x="68076" y="8135"/>
                  </a:cubicBezTo>
                  <a:cubicBezTo>
                    <a:pt x="66538" y="8426"/>
                    <a:pt x="66538" y="8426"/>
                    <a:pt x="66538" y="8426"/>
                  </a:cubicBezTo>
                  <a:cubicBezTo>
                    <a:pt x="66153" y="9007"/>
                    <a:pt x="66153" y="9007"/>
                    <a:pt x="66153" y="9007"/>
                  </a:cubicBezTo>
                  <a:cubicBezTo>
                    <a:pt x="66153" y="10169"/>
                    <a:pt x="66153" y="10169"/>
                    <a:pt x="66153" y="10169"/>
                  </a:cubicBezTo>
                  <a:cubicBezTo>
                    <a:pt x="66153" y="11331"/>
                    <a:pt x="66153" y="11331"/>
                    <a:pt x="66153" y="11331"/>
                  </a:cubicBezTo>
                  <a:cubicBezTo>
                    <a:pt x="66153" y="11331"/>
                    <a:pt x="66153" y="11912"/>
                    <a:pt x="65769" y="11912"/>
                  </a:cubicBezTo>
                  <a:cubicBezTo>
                    <a:pt x="65384" y="12203"/>
                    <a:pt x="64615" y="12203"/>
                    <a:pt x="64615" y="12203"/>
                  </a:cubicBezTo>
                  <a:cubicBezTo>
                    <a:pt x="64615" y="12784"/>
                    <a:pt x="64615" y="12784"/>
                    <a:pt x="64615" y="12784"/>
                  </a:cubicBezTo>
                  <a:cubicBezTo>
                    <a:pt x="63461" y="13365"/>
                    <a:pt x="63461" y="13365"/>
                    <a:pt x="63461" y="13365"/>
                  </a:cubicBezTo>
                  <a:cubicBezTo>
                    <a:pt x="62307" y="13365"/>
                    <a:pt x="62307" y="13365"/>
                    <a:pt x="62307" y="13365"/>
                  </a:cubicBezTo>
                  <a:cubicBezTo>
                    <a:pt x="61923" y="13656"/>
                    <a:pt x="61923" y="13656"/>
                    <a:pt x="61923" y="13656"/>
                  </a:cubicBezTo>
                  <a:cubicBezTo>
                    <a:pt x="62307" y="14527"/>
                    <a:pt x="62307" y="14527"/>
                    <a:pt x="62307" y="14527"/>
                  </a:cubicBezTo>
                  <a:cubicBezTo>
                    <a:pt x="63076" y="15108"/>
                    <a:pt x="63076" y="15108"/>
                    <a:pt x="63076" y="15108"/>
                  </a:cubicBezTo>
                  <a:cubicBezTo>
                    <a:pt x="64230" y="15399"/>
                    <a:pt x="64230" y="15399"/>
                    <a:pt x="64230" y="15399"/>
                  </a:cubicBezTo>
                  <a:cubicBezTo>
                    <a:pt x="65000" y="15108"/>
                    <a:pt x="65000" y="15108"/>
                    <a:pt x="65000" y="15108"/>
                  </a:cubicBezTo>
                  <a:cubicBezTo>
                    <a:pt x="65384" y="14527"/>
                    <a:pt x="65384" y="14527"/>
                    <a:pt x="65384" y="14527"/>
                  </a:cubicBezTo>
                  <a:cubicBezTo>
                    <a:pt x="66538" y="14237"/>
                    <a:pt x="66538" y="14237"/>
                    <a:pt x="66538" y="14237"/>
                  </a:cubicBezTo>
                  <a:cubicBezTo>
                    <a:pt x="68076" y="14818"/>
                    <a:pt x="68076" y="14818"/>
                    <a:pt x="68076" y="14818"/>
                  </a:cubicBezTo>
                  <a:cubicBezTo>
                    <a:pt x="68461" y="15399"/>
                    <a:pt x="68461" y="15399"/>
                    <a:pt x="68461" y="15399"/>
                  </a:cubicBezTo>
                  <a:cubicBezTo>
                    <a:pt x="68461" y="15399"/>
                    <a:pt x="70000" y="15399"/>
                    <a:pt x="70000" y="15399"/>
                  </a:cubicBezTo>
                  <a:cubicBezTo>
                    <a:pt x="70000" y="15399"/>
                    <a:pt x="70384" y="14527"/>
                    <a:pt x="70384" y="14527"/>
                  </a:cubicBezTo>
                  <a:cubicBezTo>
                    <a:pt x="70384" y="14527"/>
                    <a:pt x="70769" y="13946"/>
                    <a:pt x="71153" y="13946"/>
                  </a:cubicBezTo>
                  <a:cubicBezTo>
                    <a:pt x="71538" y="13946"/>
                    <a:pt x="71923" y="13365"/>
                    <a:pt x="72307" y="13365"/>
                  </a:cubicBezTo>
                  <a:cubicBezTo>
                    <a:pt x="72307" y="13075"/>
                    <a:pt x="72692" y="12493"/>
                    <a:pt x="72692" y="12493"/>
                  </a:cubicBezTo>
                  <a:cubicBezTo>
                    <a:pt x="72692" y="12493"/>
                    <a:pt x="73461" y="12203"/>
                    <a:pt x="73846" y="12203"/>
                  </a:cubicBezTo>
                  <a:cubicBezTo>
                    <a:pt x="74230" y="12203"/>
                    <a:pt x="76538" y="11912"/>
                    <a:pt x="76538" y="11912"/>
                  </a:cubicBezTo>
                  <a:cubicBezTo>
                    <a:pt x="76538" y="11912"/>
                    <a:pt x="78076" y="11622"/>
                    <a:pt x="78461" y="11331"/>
                  </a:cubicBezTo>
                  <a:cubicBezTo>
                    <a:pt x="78461" y="11331"/>
                    <a:pt x="80000" y="10460"/>
                    <a:pt x="80000" y="10460"/>
                  </a:cubicBezTo>
                  <a:cubicBezTo>
                    <a:pt x="80384" y="9588"/>
                    <a:pt x="80384" y="9588"/>
                    <a:pt x="80384" y="9588"/>
                  </a:cubicBezTo>
                  <a:cubicBezTo>
                    <a:pt x="81538" y="8716"/>
                    <a:pt x="81538" y="8716"/>
                    <a:pt x="81538" y="8716"/>
                  </a:cubicBezTo>
                  <a:cubicBezTo>
                    <a:pt x="81538" y="8716"/>
                    <a:pt x="81923" y="8716"/>
                    <a:pt x="81923" y="8426"/>
                  </a:cubicBezTo>
                  <a:cubicBezTo>
                    <a:pt x="81923" y="8135"/>
                    <a:pt x="82307" y="7263"/>
                    <a:pt x="82307" y="7263"/>
                  </a:cubicBezTo>
                  <a:cubicBezTo>
                    <a:pt x="83076" y="6973"/>
                    <a:pt x="83076" y="6973"/>
                    <a:pt x="83076" y="6973"/>
                  </a:cubicBezTo>
                  <a:cubicBezTo>
                    <a:pt x="83076" y="6973"/>
                    <a:pt x="83846" y="7263"/>
                    <a:pt x="83846" y="7554"/>
                  </a:cubicBezTo>
                  <a:cubicBezTo>
                    <a:pt x="83846" y="7554"/>
                    <a:pt x="83461" y="8135"/>
                    <a:pt x="83461" y="8135"/>
                  </a:cubicBezTo>
                  <a:cubicBezTo>
                    <a:pt x="83461" y="8135"/>
                    <a:pt x="82692" y="8426"/>
                    <a:pt x="82307" y="8716"/>
                  </a:cubicBezTo>
                  <a:cubicBezTo>
                    <a:pt x="82307" y="8716"/>
                    <a:pt x="82307" y="9297"/>
                    <a:pt x="82307" y="9297"/>
                  </a:cubicBezTo>
                  <a:cubicBezTo>
                    <a:pt x="83076" y="8716"/>
                    <a:pt x="83076" y="8716"/>
                    <a:pt x="83076" y="8716"/>
                  </a:cubicBezTo>
                  <a:cubicBezTo>
                    <a:pt x="83076" y="8716"/>
                    <a:pt x="83461" y="8426"/>
                    <a:pt x="83461" y="8426"/>
                  </a:cubicBezTo>
                  <a:cubicBezTo>
                    <a:pt x="83461" y="8426"/>
                    <a:pt x="85000" y="8135"/>
                    <a:pt x="85000" y="8135"/>
                  </a:cubicBezTo>
                  <a:cubicBezTo>
                    <a:pt x="85000" y="8135"/>
                    <a:pt x="85769" y="8426"/>
                    <a:pt x="85769" y="8426"/>
                  </a:cubicBezTo>
                  <a:cubicBezTo>
                    <a:pt x="85769" y="8426"/>
                    <a:pt x="86538" y="8716"/>
                    <a:pt x="86538" y="8716"/>
                  </a:cubicBezTo>
                  <a:cubicBezTo>
                    <a:pt x="88076" y="8426"/>
                    <a:pt x="88076" y="8426"/>
                    <a:pt x="88076" y="8426"/>
                  </a:cubicBezTo>
                  <a:cubicBezTo>
                    <a:pt x="88076" y="7845"/>
                    <a:pt x="88076" y="7845"/>
                    <a:pt x="88076" y="7845"/>
                  </a:cubicBezTo>
                  <a:cubicBezTo>
                    <a:pt x="88076" y="7845"/>
                    <a:pt x="88076" y="7554"/>
                    <a:pt x="88461" y="7554"/>
                  </a:cubicBezTo>
                  <a:cubicBezTo>
                    <a:pt x="88846" y="7263"/>
                    <a:pt x="89615" y="6973"/>
                    <a:pt x="89615" y="6973"/>
                  </a:cubicBezTo>
                  <a:cubicBezTo>
                    <a:pt x="89615" y="6973"/>
                    <a:pt x="89615" y="6392"/>
                    <a:pt x="89615" y="6101"/>
                  </a:cubicBezTo>
                  <a:cubicBezTo>
                    <a:pt x="89615" y="6101"/>
                    <a:pt x="90000" y="5520"/>
                    <a:pt x="90000" y="5520"/>
                  </a:cubicBezTo>
                  <a:cubicBezTo>
                    <a:pt x="90000" y="5520"/>
                    <a:pt x="90000" y="5520"/>
                    <a:pt x="90000" y="5520"/>
                  </a:cubicBezTo>
                  <a:cubicBezTo>
                    <a:pt x="90000" y="5520"/>
                    <a:pt x="90769" y="5230"/>
                    <a:pt x="90769" y="5230"/>
                  </a:cubicBezTo>
                  <a:cubicBezTo>
                    <a:pt x="90769" y="5230"/>
                    <a:pt x="91153" y="4358"/>
                    <a:pt x="91153" y="4358"/>
                  </a:cubicBezTo>
                  <a:cubicBezTo>
                    <a:pt x="91153" y="4358"/>
                    <a:pt x="91153" y="4067"/>
                    <a:pt x="91538" y="4067"/>
                  </a:cubicBezTo>
                  <a:cubicBezTo>
                    <a:pt x="91538" y="4067"/>
                    <a:pt x="92307" y="3486"/>
                    <a:pt x="92307" y="3486"/>
                  </a:cubicBezTo>
                  <a:cubicBezTo>
                    <a:pt x="92692" y="3196"/>
                    <a:pt x="92692" y="3196"/>
                    <a:pt x="93076" y="3196"/>
                  </a:cubicBezTo>
                  <a:cubicBezTo>
                    <a:pt x="93076" y="3196"/>
                    <a:pt x="93461" y="3777"/>
                    <a:pt x="93461" y="3777"/>
                  </a:cubicBezTo>
                  <a:cubicBezTo>
                    <a:pt x="93461" y="3777"/>
                    <a:pt x="93461" y="4067"/>
                    <a:pt x="93076" y="4358"/>
                  </a:cubicBezTo>
                  <a:cubicBezTo>
                    <a:pt x="92692" y="4358"/>
                    <a:pt x="92307" y="4648"/>
                    <a:pt x="92307" y="4648"/>
                  </a:cubicBezTo>
                  <a:cubicBezTo>
                    <a:pt x="92307" y="4648"/>
                    <a:pt x="93076" y="5230"/>
                    <a:pt x="93076" y="5230"/>
                  </a:cubicBezTo>
                  <a:cubicBezTo>
                    <a:pt x="93076" y="5230"/>
                    <a:pt x="93461" y="5520"/>
                    <a:pt x="93461" y="5520"/>
                  </a:cubicBezTo>
                  <a:cubicBezTo>
                    <a:pt x="93461" y="5811"/>
                    <a:pt x="93076" y="6101"/>
                    <a:pt x="93076" y="6101"/>
                  </a:cubicBezTo>
                  <a:cubicBezTo>
                    <a:pt x="93461" y="6101"/>
                    <a:pt x="94615" y="5811"/>
                    <a:pt x="94615" y="5811"/>
                  </a:cubicBezTo>
                  <a:cubicBezTo>
                    <a:pt x="94615" y="5811"/>
                    <a:pt x="94615" y="5230"/>
                    <a:pt x="94615" y="5230"/>
                  </a:cubicBezTo>
                  <a:cubicBezTo>
                    <a:pt x="94615" y="5230"/>
                    <a:pt x="95384" y="4648"/>
                    <a:pt x="95384" y="4648"/>
                  </a:cubicBezTo>
                  <a:cubicBezTo>
                    <a:pt x="95769" y="4648"/>
                    <a:pt x="96538" y="4939"/>
                    <a:pt x="96538" y="4939"/>
                  </a:cubicBezTo>
                  <a:cubicBezTo>
                    <a:pt x="96538" y="4939"/>
                    <a:pt x="96538" y="5230"/>
                    <a:pt x="96538" y="5520"/>
                  </a:cubicBezTo>
                  <a:cubicBezTo>
                    <a:pt x="96153" y="5520"/>
                    <a:pt x="95384" y="6101"/>
                    <a:pt x="95384" y="6101"/>
                  </a:cubicBezTo>
                  <a:cubicBezTo>
                    <a:pt x="95384" y="6392"/>
                    <a:pt x="95000" y="6392"/>
                    <a:pt x="95384" y="6392"/>
                  </a:cubicBezTo>
                  <a:cubicBezTo>
                    <a:pt x="95384" y="6682"/>
                    <a:pt x="96153" y="7263"/>
                    <a:pt x="96153" y="7263"/>
                  </a:cubicBezTo>
                  <a:cubicBezTo>
                    <a:pt x="97307" y="7845"/>
                    <a:pt x="97307" y="7845"/>
                    <a:pt x="97307" y="7845"/>
                  </a:cubicBezTo>
                  <a:cubicBezTo>
                    <a:pt x="97307" y="7845"/>
                    <a:pt x="97307" y="8135"/>
                    <a:pt x="97307" y="8426"/>
                  </a:cubicBezTo>
                  <a:cubicBezTo>
                    <a:pt x="97307" y="8426"/>
                    <a:pt x="95384" y="8426"/>
                    <a:pt x="95384" y="8426"/>
                  </a:cubicBezTo>
                  <a:cubicBezTo>
                    <a:pt x="95384" y="8426"/>
                    <a:pt x="95384" y="8426"/>
                    <a:pt x="95000" y="8716"/>
                  </a:cubicBezTo>
                  <a:cubicBezTo>
                    <a:pt x="95000" y="8716"/>
                    <a:pt x="94615" y="9007"/>
                    <a:pt x="93846" y="9297"/>
                  </a:cubicBezTo>
                  <a:cubicBezTo>
                    <a:pt x="93076" y="9297"/>
                    <a:pt x="93076" y="9297"/>
                    <a:pt x="93076" y="9588"/>
                  </a:cubicBezTo>
                  <a:cubicBezTo>
                    <a:pt x="93076" y="9878"/>
                    <a:pt x="92692" y="10169"/>
                    <a:pt x="93076" y="10460"/>
                  </a:cubicBezTo>
                  <a:cubicBezTo>
                    <a:pt x="93461" y="10750"/>
                    <a:pt x="94230" y="11041"/>
                    <a:pt x="94230" y="11041"/>
                  </a:cubicBezTo>
                  <a:cubicBezTo>
                    <a:pt x="94230" y="11041"/>
                    <a:pt x="96153" y="11622"/>
                    <a:pt x="96153" y="11331"/>
                  </a:cubicBezTo>
                  <a:cubicBezTo>
                    <a:pt x="96153" y="11331"/>
                    <a:pt x="98846" y="11331"/>
                    <a:pt x="98846" y="11331"/>
                  </a:cubicBezTo>
                  <a:cubicBezTo>
                    <a:pt x="100000" y="11331"/>
                    <a:pt x="100000" y="11331"/>
                    <a:pt x="100000" y="11331"/>
                  </a:cubicBezTo>
                  <a:cubicBezTo>
                    <a:pt x="100000" y="11331"/>
                    <a:pt x="100384" y="11912"/>
                    <a:pt x="100769" y="12203"/>
                  </a:cubicBezTo>
                  <a:cubicBezTo>
                    <a:pt x="100769" y="12203"/>
                    <a:pt x="102307" y="13075"/>
                    <a:pt x="102307" y="13075"/>
                  </a:cubicBezTo>
                  <a:cubicBezTo>
                    <a:pt x="103076" y="13075"/>
                    <a:pt x="103076" y="13075"/>
                    <a:pt x="103076" y="13075"/>
                  </a:cubicBezTo>
                  <a:cubicBezTo>
                    <a:pt x="103461" y="14237"/>
                    <a:pt x="103461" y="14237"/>
                    <a:pt x="103461" y="14237"/>
                  </a:cubicBezTo>
                  <a:cubicBezTo>
                    <a:pt x="103076" y="15108"/>
                    <a:pt x="103076" y="15108"/>
                    <a:pt x="103076" y="15108"/>
                  </a:cubicBezTo>
                  <a:cubicBezTo>
                    <a:pt x="101923" y="15399"/>
                    <a:pt x="101923" y="15399"/>
                    <a:pt x="101923" y="15399"/>
                  </a:cubicBezTo>
                  <a:cubicBezTo>
                    <a:pt x="100384" y="16271"/>
                    <a:pt x="100384" y="16271"/>
                    <a:pt x="100384" y="16271"/>
                  </a:cubicBezTo>
                  <a:cubicBezTo>
                    <a:pt x="99615" y="15980"/>
                    <a:pt x="99615" y="15980"/>
                    <a:pt x="99615" y="15980"/>
                  </a:cubicBezTo>
                  <a:cubicBezTo>
                    <a:pt x="99615" y="15980"/>
                    <a:pt x="100384" y="16561"/>
                    <a:pt x="100769" y="16561"/>
                  </a:cubicBezTo>
                  <a:cubicBezTo>
                    <a:pt x="101153" y="16561"/>
                    <a:pt x="101538" y="16852"/>
                    <a:pt x="101538" y="16852"/>
                  </a:cubicBezTo>
                  <a:cubicBezTo>
                    <a:pt x="101923" y="16852"/>
                    <a:pt x="103461" y="16852"/>
                    <a:pt x="105000" y="16852"/>
                  </a:cubicBezTo>
                  <a:cubicBezTo>
                    <a:pt x="105000" y="17142"/>
                    <a:pt x="105000" y="17142"/>
                    <a:pt x="105000" y="17433"/>
                  </a:cubicBezTo>
                  <a:cubicBezTo>
                    <a:pt x="105384" y="17723"/>
                    <a:pt x="105769" y="18886"/>
                    <a:pt x="105769" y="19176"/>
                  </a:cubicBezTo>
                  <a:cubicBezTo>
                    <a:pt x="105769" y="19176"/>
                    <a:pt x="106153" y="20338"/>
                    <a:pt x="106923" y="21210"/>
                  </a:cubicBezTo>
                  <a:cubicBezTo>
                    <a:pt x="108076" y="22372"/>
                    <a:pt x="107692" y="22663"/>
                    <a:pt x="107692" y="22663"/>
                  </a:cubicBezTo>
                  <a:cubicBezTo>
                    <a:pt x="107692" y="25278"/>
                    <a:pt x="107692" y="25278"/>
                    <a:pt x="107692" y="25278"/>
                  </a:cubicBezTo>
                  <a:cubicBezTo>
                    <a:pt x="107692" y="27602"/>
                    <a:pt x="107692" y="27602"/>
                    <a:pt x="107692" y="27602"/>
                  </a:cubicBezTo>
                  <a:cubicBezTo>
                    <a:pt x="105769" y="28765"/>
                    <a:pt x="105769" y="28765"/>
                    <a:pt x="105769" y="28765"/>
                  </a:cubicBezTo>
                  <a:cubicBezTo>
                    <a:pt x="105000" y="31380"/>
                    <a:pt x="105000" y="31380"/>
                    <a:pt x="105000" y="31380"/>
                  </a:cubicBezTo>
                  <a:cubicBezTo>
                    <a:pt x="105000" y="31380"/>
                    <a:pt x="105384" y="31670"/>
                    <a:pt x="105769" y="31670"/>
                  </a:cubicBezTo>
                  <a:cubicBezTo>
                    <a:pt x="106153" y="31961"/>
                    <a:pt x="107307" y="32832"/>
                    <a:pt x="107307" y="32832"/>
                  </a:cubicBezTo>
                  <a:cubicBezTo>
                    <a:pt x="107692" y="33123"/>
                    <a:pt x="110000" y="33995"/>
                    <a:pt x="111153" y="34285"/>
                  </a:cubicBezTo>
                  <a:cubicBezTo>
                    <a:pt x="112307" y="34866"/>
                    <a:pt x="111923" y="36319"/>
                    <a:pt x="111923" y="36319"/>
                  </a:cubicBezTo>
                  <a:cubicBezTo>
                    <a:pt x="111153" y="38353"/>
                    <a:pt x="111153" y="38353"/>
                    <a:pt x="111153" y="38353"/>
                  </a:cubicBezTo>
                  <a:cubicBezTo>
                    <a:pt x="111153" y="38353"/>
                    <a:pt x="111538" y="39515"/>
                    <a:pt x="112307" y="39515"/>
                  </a:cubicBezTo>
                  <a:cubicBezTo>
                    <a:pt x="112692" y="39225"/>
                    <a:pt x="113076" y="40968"/>
                    <a:pt x="113076" y="40968"/>
                  </a:cubicBezTo>
                  <a:cubicBezTo>
                    <a:pt x="113076" y="40968"/>
                    <a:pt x="113461" y="42711"/>
                    <a:pt x="113461" y="43002"/>
                  </a:cubicBezTo>
                  <a:cubicBezTo>
                    <a:pt x="113076" y="43292"/>
                    <a:pt x="113461" y="43583"/>
                    <a:pt x="113461" y="43583"/>
                  </a:cubicBezTo>
                  <a:cubicBezTo>
                    <a:pt x="114230" y="44745"/>
                    <a:pt x="114230" y="44745"/>
                    <a:pt x="114230" y="44745"/>
                  </a:cubicBezTo>
                  <a:cubicBezTo>
                    <a:pt x="114230" y="44745"/>
                    <a:pt x="113846" y="45617"/>
                    <a:pt x="113461" y="45907"/>
                  </a:cubicBezTo>
                  <a:cubicBezTo>
                    <a:pt x="113461" y="46489"/>
                    <a:pt x="113076" y="47070"/>
                    <a:pt x="113076" y="47070"/>
                  </a:cubicBezTo>
                  <a:cubicBezTo>
                    <a:pt x="113461" y="47941"/>
                    <a:pt x="113461" y="47941"/>
                    <a:pt x="113461" y="47941"/>
                  </a:cubicBezTo>
                  <a:cubicBezTo>
                    <a:pt x="115000" y="49394"/>
                    <a:pt x="115000" y="49394"/>
                    <a:pt x="115000" y="49394"/>
                  </a:cubicBezTo>
                  <a:cubicBezTo>
                    <a:pt x="115000" y="50847"/>
                    <a:pt x="115000" y="50847"/>
                    <a:pt x="115000" y="50847"/>
                  </a:cubicBezTo>
                  <a:cubicBezTo>
                    <a:pt x="115000" y="51719"/>
                    <a:pt x="115000" y="51719"/>
                    <a:pt x="115000" y="51719"/>
                  </a:cubicBezTo>
                  <a:cubicBezTo>
                    <a:pt x="115000" y="51719"/>
                    <a:pt x="116153" y="52009"/>
                    <a:pt x="116538" y="52009"/>
                  </a:cubicBezTo>
                  <a:cubicBezTo>
                    <a:pt x="116923" y="52009"/>
                    <a:pt x="117692" y="52590"/>
                    <a:pt x="117692" y="52590"/>
                  </a:cubicBezTo>
                  <a:cubicBezTo>
                    <a:pt x="117692" y="52590"/>
                    <a:pt x="117692" y="53171"/>
                    <a:pt x="117692" y="53462"/>
                  </a:cubicBezTo>
                  <a:cubicBezTo>
                    <a:pt x="117692" y="53462"/>
                    <a:pt x="118846" y="54624"/>
                    <a:pt x="118846" y="54624"/>
                  </a:cubicBezTo>
                  <a:cubicBezTo>
                    <a:pt x="119230" y="54915"/>
                    <a:pt x="120000" y="55786"/>
                    <a:pt x="120000" y="55786"/>
                  </a:cubicBezTo>
                  <a:cubicBezTo>
                    <a:pt x="120000" y="55786"/>
                    <a:pt x="120000" y="56368"/>
                    <a:pt x="118846" y="57239"/>
                  </a:cubicBezTo>
                  <a:cubicBezTo>
                    <a:pt x="118076" y="58111"/>
                    <a:pt x="118461" y="58111"/>
                    <a:pt x="118461" y="58401"/>
                  </a:cubicBezTo>
                  <a:cubicBezTo>
                    <a:pt x="118461" y="58692"/>
                    <a:pt x="118846" y="59273"/>
                    <a:pt x="118846" y="59273"/>
                  </a:cubicBezTo>
                  <a:cubicBezTo>
                    <a:pt x="118846" y="59273"/>
                    <a:pt x="118461" y="59564"/>
                    <a:pt x="118076" y="59854"/>
                  </a:cubicBezTo>
                  <a:cubicBezTo>
                    <a:pt x="118076" y="59854"/>
                    <a:pt x="117692" y="60435"/>
                    <a:pt x="117692" y="61016"/>
                  </a:cubicBezTo>
                  <a:cubicBezTo>
                    <a:pt x="116153" y="61888"/>
                    <a:pt x="116153" y="61888"/>
                    <a:pt x="116153" y="61888"/>
                  </a:cubicBezTo>
                  <a:cubicBezTo>
                    <a:pt x="116153" y="61888"/>
                    <a:pt x="116153" y="61888"/>
                    <a:pt x="115769" y="62179"/>
                  </a:cubicBezTo>
                  <a:cubicBezTo>
                    <a:pt x="115769" y="61888"/>
                    <a:pt x="115384" y="61888"/>
                    <a:pt x="115000" y="61888"/>
                  </a:cubicBezTo>
                  <a:cubicBezTo>
                    <a:pt x="114615" y="61598"/>
                    <a:pt x="114230" y="61307"/>
                    <a:pt x="114230" y="61307"/>
                  </a:cubicBezTo>
                  <a:cubicBezTo>
                    <a:pt x="114230" y="61307"/>
                    <a:pt x="114230" y="60726"/>
                    <a:pt x="114230" y="60145"/>
                  </a:cubicBezTo>
                  <a:cubicBezTo>
                    <a:pt x="114230" y="59564"/>
                    <a:pt x="114230" y="59854"/>
                    <a:pt x="114230" y="59564"/>
                  </a:cubicBezTo>
                  <a:cubicBezTo>
                    <a:pt x="113846" y="59273"/>
                    <a:pt x="113076" y="58983"/>
                    <a:pt x="112307" y="58692"/>
                  </a:cubicBezTo>
                  <a:cubicBezTo>
                    <a:pt x="111538" y="58692"/>
                    <a:pt x="110000" y="58692"/>
                    <a:pt x="109615" y="58983"/>
                  </a:cubicBezTo>
                  <a:cubicBezTo>
                    <a:pt x="109615" y="58983"/>
                    <a:pt x="109615" y="60145"/>
                    <a:pt x="109615" y="60145"/>
                  </a:cubicBezTo>
                  <a:cubicBezTo>
                    <a:pt x="110384" y="61016"/>
                    <a:pt x="110384" y="61016"/>
                    <a:pt x="110384" y="61016"/>
                  </a:cubicBezTo>
                  <a:cubicBezTo>
                    <a:pt x="110000" y="61598"/>
                    <a:pt x="110000" y="61598"/>
                    <a:pt x="110000" y="61598"/>
                  </a:cubicBezTo>
                  <a:cubicBezTo>
                    <a:pt x="110000" y="61598"/>
                    <a:pt x="106538" y="62179"/>
                    <a:pt x="105384" y="62179"/>
                  </a:cubicBezTo>
                  <a:cubicBezTo>
                    <a:pt x="104230" y="62179"/>
                    <a:pt x="104615" y="62760"/>
                    <a:pt x="104615" y="62760"/>
                  </a:cubicBezTo>
                  <a:cubicBezTo>
                    <a:pt x="103846" y="63922"/>
                    <a:pt x="103846" y="63922"/>
                    <a:pt x="103846" y="63922"/>
                  </a:cubicBezTo>
                  <a:cubicBezTo>
                    <a:pt x="103076" y="64503"/>
                    <a:pt x="103076" y="64503"/>
                    <a:pt x="103076" y="64503"/>
                  </a:cubicBezTo>
                  <a:cubicBezTo>
                    <a:pt x="100769" y="65084"/>
                    <a:pt x="100769" y="65084"/>
                    <a:pt x="100769" y="65084"/>
                  </a:cubicBezTo>
                  <a:cubicBezTo>
                    <a:pt x="100769" y="65084"/>
                    <a:pt x="98461" y="66537"/>
                    <a:pt x="98076" y="66537"/>
                  </a:cubicBezTo>
                  <a:cubicBezTo>
                    <a:pt x="96538" y="67409"/>
                    <a:pt x="96538" y="67409"/>
                    <a:pt x="96538" y="67409"/>
                  </a:cubicBezTo>
                  <a:cubicBezTo>
                    <a:pt x="96538" y="67409"/>
                    <a:pt x="96153" y="67409"/>
                    <a:pt x="95000" y="67990"/>
                  </a:cubicBezTo>
                  <a:cubicBezTo>
                    <a:pt x="93461" y="68280"/>
                    <a:pt x="94230" y="68861"/>
                    <a:pt x="93846" y="69152"/>
                  </a:cubicBezTo>
                  <a:cubicBezTo>
                    <a:pt x="93846" y="69733"/>
                    <a:pt x="93461" y="69733"/>
                    <a:pt x="92692" y="70024"/>
                  </a:cubicBezTo>
                  <a:cubicBezTo>
                    <a:pt x="92307" y="70024"/>
                    <a:pt x="91153" y="69733"/>
                    <a:pt x="90384" y="69733"/>
                  </a:cubicBezTo>
                  <a:cubicBezTo>
                    <a:pt x="90000" y="69733"/>
                    <a:pt x="88846" y="70314"/>
                    <a:pt x="88076" y="70314"/>
                  </a:cubicBezTo>
                  <a:cubicBezTo>
                    <a:pt x="86923" y="70314"/>
                    <a:pt x="86923" y="70314"/>
                    <a:pt x="86923" y="70314"/>
                  </a:cubicBezTo>
                  <a:cubicBezTo>
                    <a:pt x="85384" y="71767"/>
                    <a:pt x="85384" y="71767"/>
                    <a:pt x="85384" y="71767"/>
                  </a:cubicBezTo>
                  <a:cubicBezTo>
                    <a:pt x="84230" y="73510"/>
                    <a:pt x="84230" y="73510"/>
                    <a:pt x="84230" y="73510"/>
                  </a:cubicBezTo>
                  <a:cubicBezTo>
                    <a:pt x="83846" y="72639"/>
                    <a:pt x="83846" y="72639"/>
                    <a:pt x="83846" y="72639"/>
                  </a:cubicBezTo>
                  <a:cubicBezTo>
                    <a:pt x="83461" y="71476"/>
                    <a:pt x="83461" y="71476"/>
                    <a:pt x="83461" y="71476"/>
                  </a:cubicBezTo>
                  <a:cubicBezTo>
                    <a:pt x="81538" y="71476"/>
                    <a:pt x="81538" y="71476"/>
                    <a:pt x="81538" y="71476"/>
                  </a:cubicBezTo>
                  <a:cubicBezTo>
                    <a:pt x="81923" y="72348"/>
                    <a:pt x="81923" y="72348"/>
                    <a:pt x="81923" y="72348"/>
                  </a:cubicBezTo>
                  <a:cubicBezTo>
                    <a:pt x="81923" y="72348"/>
                    <a:pt x="82692" y="74382"/>
                    <a:pt x="83076" y="74673"/>
                  </a:cubicBezTo>
                  <a:cubicBezTo>
                    <a:pt x="83461" y="74963"/>
                    <a:pt x="83846" y="74963"/>
                    <a:pt x="84615" y="75254"/>
                  </a:cubicBezTo>
                  <a:cubicBezTo>
                    <a:pt x="85769" y="75835"/>
                    <a:pt x="85769" y="75835"/>
                    <a:pt x="86923" y="76416"/>
                  </a:cubicBezTo>
                  <a:cubicBezTo>
                    <a:pt x="88076" y="76997"/>
                    <a:pt x="87692" y="77578"/>
                    <a:pt x="87692" y="77869"/>
                  </a:cubicBezTo>
                  <a:cubicBezTo>
                    <a:pt x="87692" y="78450"/>
                    <a:pt x="87692" y="78450"/>
                    <a:pt x="86923" y="79031"/>
                  </a:cubicBezTo>
                  <a:cubicBezTo>
                    <a:pt x="86153" y="79903"/>
                    <a:pt x="86923" y="80484"/>
                    <a:pt x="86923" y="80484"/>
                  </a:cubicBezTo>
                  <a:cubicBezTo>
                    <a:pt x="86923" y="80484"/>
                    <a:pt x="87307" y="81065"/>
                    <a:pt x="88076" y="81646"/>
                  </a:cubicBezTo>
                  <a:cubicBezTo>
                    <a:pt x="88846" y="82227"/>
                    <a:pt x="88461" y="82518"/>
                    <a:pt x="88846" y="83389"/>
                  </a:cubicBezTo>
                  <a:cubicBezTo>
                    <a:pt x="88846" y="84261"/>
                    <a:pt x="88846" y="83970"/>
                    <a:pt x="89615" y="84842"/>
                  </a:cubicBezTo>
                  <a:cubicBezTo>
                    <a:pt x="90384" y="85423"/>
                    <a:pt x="90000" y="85133"/>
                    <a:pt x="90769" y="85714"/>
                  </a:cubicBezTo>
                  <a:cubicBezTo>
                    <a:pt x="91538" y="86295"/>
                    <a:pt x="91538" y="86585"/>
                    <a:pt x="91538" y="86585"/>
                  </a:cubicBezTo>
                  <a:cubicBezTo>
                    <a:pt x="91538" y="86585"/>
                    <a:pt x="93846" y="86004"/>
                    <a:pt x="94615" y="86585"/>
                  </a:cubicBezTo>
                  <a:cubicBezTo>
                    <a:pt x="95384" y="87167"/>
                    <a:pt x="95000" y="86876"/>
                    <a:pt x="96538" y="87748"/>
                  </a:cubicBezTo>
                  <a:cubicBezTo>
                    <a:pt x="97692" y="88910"/>
                    <a:pt x="96538" y="88329"/>
                    <a:pt x="96923" y="89200"/>
                  </a:cubicBezTo>
                  <a:cubicBezTo>
                    <a:pt x="97307" y="89782"/>
                    <a:pt x="97692" y="89491"/>
                    <a:pt x="97692" y="89491"/>
                  </a:cubicBezTo>
                  <a:cubicBezTo>
                    <a:pt x="97692" y="89491"/>
                    <a:pt x="98076" y="89782"/>
                    <a:pt x="98846" y="89782"/>
                  </a:cubicBezTo>
                  <a:cubicBezTo>
                    <a:pt x="99615" y="89782"/>
                    <a:pt x="99615" y="90363"/>
                    <a:pt x="99615" y="90944"/>
                  </a:cubicBezTo>
                  <a:cubicBezTo>
                    <a:pt x="100000" y="91525"/>
                    <a:pt x="100000" y="91525"/>
                    <a:pt x="100769" y="92106"/>
                  </a:cubicBezTo>
                  <a:cubicBezTo>
                    <a:pt x="101153" y="92397"/>
                    <a:pt x="101538" y="92106"/>
                    <a:pt x="102692" y="91815"/>
                  </a:cubicBezTo>
                  <a:cubicBezTo>
                    <a:pt x="103461" y="91815"/>
                    <a:pt x="103076" y="92397"/>
                    <a:pt x="103076" y="92687"/>
                  </a:cubicBezTo>
                  <a:cubicBezTo>
                    <a:pt x="103076" y="92978"/>
                    <a:pt x="103846" y="92978"/>
                    <a:pt x="104615" y="93268"/>
                  </a:cubicBezTo>
                  <a:cubicBezTo>
                    <a:pt x="105384" y="93559"/>
                    <a:pt x="105000" y="93559"/>
                    <a:pt x="105769" y="94140"/>
                  </a:cubicBezTo>
                  <a:cubicBezTo>
                    <a:pt x="105769" y="94140"/>
                    <a:pt x="105769" y="94140"/>
                    <a:pt x="105769" y="94430"/>
                  </a:cubicBezTo>
                  <a:close/>
                  <a:moveTo>
                    <a:pt x="21153" y="114479"/>
                  </a:moveTo>
                  <a:cubicBezTo>
                    <a:pt x="21153" y="114479"/>
                    <a:pt x="21153" y="114479"/>
                    <a:pt x="21153" y="114479"/>
                  </a:cubicBezTo>
                  <a:cubicBezTo>
                    <a:pt x="21153" y="114479"/>
                    <a:pt x="21153" y="114479"/>
                    <a:pt x="21153" y="114479"/>
                  </a:cubicBezTo>
                  <a:cubicBezTo>
                    <a:pt x="21153" y="114479"/>
                    <a:pt x="21153" y="114479"/>
                    <a:pt x="21153" y="114479"/>
                  </a:cubicBezTo>
                  <a:close/>
                  <a:moveTo>
                    <a:pt x="49230" y="116222"/>
                  </a:moveTo>
                  <a:cubicBezTo>
                    <a:pt x="49230" y="116222"/>
                    <a:pt x="49230" y="116222"/>
                    <a:pt x="49230" y="116222"/>
                  </a:cubicBezTo>
                  <a:cubicBezTo>
                    <a:pt x="49230" y="116222"/>
                    <a:pt x="49230" y="116222"/>
                    <a:pt x="49230" y="116222"/>
                  </a:cubicBezTo>
                  <a:cubicBezTo>
                    <a:pt x="49230" y="116222"/>
                    <a:pt x="49230" y="116222"/>
                    <a:pt x="49230" y="116222"/>
                  </a:cubicBezTo>
                  <a:cubicBezTo>
                    <a:pt x="49230" y="116222"/>
                    <a:pt x="49230" y="116222"/>
                    <a:pt x="49230" y="116222"/>
                  </a:cubicBezTo>
                  <a:close/>
                  <a:moveTo>
                    <a:pt x="120000" y="59273"/>
                  </a:moveTo>
                  <a:cubicBezTo>
                    <a:pt x="120000" y="59273"/>
                    <a:pt x="120000" y="59273"/>
                    <a:pt x="120000" y="59273"/>
                  </a:cubicBezTo>
                  <a:cubicBezTo>
                    <a:pt x="120000" y="59273"/>
                    <a:pt x="120000" y="59273"/>
                    <a:pt x="120000" y="59273"/>
                  </a:cubicBezTo>
                  <a:cubicBezTo>
                    <a:pt x="120000" y="59273"/>
                    <a:pt x="120000" y="59273"/>
                    <a:pt x="120000" y="59273"/>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50" name="Shape 2047">
              <a:extLst>
                <a:ext uri="{FF2B5EF4-FFF2-40B4-BE49-F238E27FC236}">
                  <a16:creationId xmlns:a16="http://schemas.microsoft.com/office/drawing/2014/main" id="{52759D96-A6E1-4815-8069-9D2E51D40516}"/>
                </a:ext>
              </a:extLst>
            </p:cNvPr>
            <p:cNvSpPr/>
            <p:nvPr/>
          </p:nvSpPr>
          <p:spPr>
            <a:xfrm>
              <a:off x="4736816" y="3211660"/>
              <a:ext cx="1121418" cy="1240146"/>
            </a:xfrm>
            <a:custGeom>
              <a:avLst/>
              <a:gdLst/>
              <a:ahLst/>
              <a:cxnLst/>
              <a:rect l="0" t="0" r="0" b="0"/>
              <a:pathLst>
                <a:path w="120000" h="120000" extrusionOk="0">
                  <a:moveTo>
                    <a:pt x="91707" y="101818"/>
                  </a:moveTo>
                  <a:cubicBezTo>
                    <a:pt x="91951" y="103315"/>
                    <a:pt x="91951" y="103315"/>
                    <a:pt x="91951" y="103315"/>
                  </a:cubicBezTo>
                  <a:cubicBezTo>
                    <a:pt x="91951" y="103315"/>
                    <a:pt x="90487" y="105454"/>
                    <a:pt x="90487" y="105668"/>
                  </a:cubicBezTo>
                  <a:cubicBezTo>
                    <a:pt x="90487" y="105882"/>
                    <a:pt x="90000" y="106737"/>
                    <a:pt x="89512" y="107379"/>
                  </a:cubicBezTo>
                  <a:cubicBezTo>
                    <a:pt x="89268" y="107807"/>
                    <a:pt x="87804" y="109518"/>
                    <a:pt x="87804" y="109518"/>
                  </a:cubicBezTo>
                  <a:cubicBezTo>
                    <a:pt x="87804" y="109518"/>
                    <a:pt x="87804" y="110160"/>
                    <a:pt x="88292" y="110588"/>
                  </a:cubicBezTo>
                  <a:cubicBezTo>
                    <a:pt x="88536" y="111016"/>
                    <a:pt x="89268" y="111657"/>
                    <a:pt x="89268" y="112299"/>
                  </a:cubicBezTo>
                  <a:cubicBezTo>
                    <a:pt x="89268" y="112727"/>
                    <a:pt x="90487" y="113368"/>
                    <a:pt x="90487" y="113368"/>
                  </a:cubicBezTo>
                  <a:cubicBezTo>
                    <a:pt x="90731" y="114652"/>
                    <a:pt x="90731" y="114652"/>
                    <a:pt x="90731" y="114652"/>
                  </a:cubicBezTo>
                  <a:cubicBezTo>
                    <a:pt x="90731" y="114652"/>
                    <a:pt x="91463" y="115294"/>
                    <a:pt x="91463" y="115508"/>
                  </a:cubicBezTo>
                  <a:cubicBezTo>
                    <a:pt x="91219" y="115721"/>
                    <a:pt x="90000" y="116791"/>
                    <a:pt x="90000" y="116791"/>
                  </a:cubicBezTo>
                  <a:cubicBezTo>
                    <a:pt x="89756" y="118074"/>
                    <a:pt x="89756" y="118074"/>
                    <a:pt x="89756" y="118074"/>
                  </a:cubicBezTo>
                  <a:cubicBezTo>
                    <a:pt x="89756" y="118716"/>
                    <a:pt x="89756" y="118716"/>
                    <a:pt x="89756" y="118716"/>
                  </a:cubicBezTo>
                  <a:cubicBezTo>
                    <a:pt x="89756" y="118716"/>
                    <a:pt x="90000" y="118716"/>
                    <a:pt x="89756" y="119358"/>
                  </a:cubicBezTo>
                  <a:cubicBezTo>
                    <a:pt x="89512" y="119786"/>
                    <a:pt x="89512" y="119786"/>
                    <a:pt x="89268" y="119786"/>
                  </a:cubicBezTo>
                  <a:cubicBezTo>
                    <a:pt x="89024" y="120000"/>
                    <a:pt x="86585" y="119786"/>
                    <a:pt x="86585" y="119786"/>
                  </a:cubicBezTo>
                  <a:cubicBezTo>
                    <a:pt x="84146" y="119358"/>
                    <a:pt x="84146" y="119358"/>
                    <a:pt x="84146" y="119358"/>
                  </a:cubicBezTo>
                  <a:cubicBezTo>
                    <a:pt x="84146" y="119358"/>
                    <a:pt x="82926" y="119144"/>
                    <a:pt x="82439" y="118930"/>
                  </a:cubicBezTo>
                  <a:cubicBezTo>
                    <a:pt x="82195" y="118716"/>
                    <a:pt x="81707" y="118502"/>
                    <a:pt x="81707" y="118502"/>
                  </a:cubicBezTo>
                  <a:cubicBezTo>
                    <a:pt x="80975" y="116577"/>
                    <a:pt x="80975" y="116577"/>
                    <a:pt x="80975" y="116577"/>
                  </a:cubicBezTo>
                  <a:cubicBezTo>
                    <a:pt x="79024" y="116363"/>
                    <a:pt x="79024" y="116363"/>
                    <a:pt x="79024" y="116363"/>
                  </a:cubicBezTo>
                  <a:cubicBezTo>
                    <a:pt x="74146" y="115721"/>
                    <a:pt x="74146" y="115721"/>
                    <a:pt x="74146" y="115721"/>
                  </a:cubicBezTo>
                  <a:cubicBezTo>
                    <a:pt x="74146" y="115721"/>
                    <a:pt x="72439" y="114438"/>
                    <a:pt x="72195" y="114224"/>
                  </a:cubicBezTo>
                  <a:cubicBezTo>
                    <a:pt x="71707" y="114010"/>
                    <a:pt x="71219" y="113368"/>
                    <a:pt x="71219" y="113368"/>
                  </a:cubicBezTo>
                  <a:cubicBezTo>
                    <a:pt x="70243" y="113155"/>
                    <a:pt x="70243" y="113155"/>
                    <a:pt x="70243" y="113155"/>
                  </a:cubicBezTo>
                  <a:cubicBezTo>
                    <a:pt x="68292" y="111443"/>
                    <a:pt x="68292" y="111443"/>
                    <a:pt x="68292" y="111443"/>
                  </a:cubicBezTo>
                  <a:cubicBezTo>
                    <a:pt x="66341" y="111443"/>
                    <a:pt x="66341" y="111443"/>
                    <a:pt x="66341" y="111443"/>
                  </a:cubicBezTo>
                  <a:cubicBezTo>
                    <a:pt x="64878" y="110588"/>
                    <a:pt x="64878" y="110588"/>
                    <a:pt x="64878" y="110588"/>
                  </a:cubicBezTo>
                  <a:cubicBezTo>
                    <a:pt x="63170" y="110588"/>
                    <a:pt x="63170" y="110588"/>
                    <a:pt x="63170" y="110588"/>
                  </a:cubicBezTo>
                  <a:cubicBezTo>
                    <a:pt x="63170" y="110588"/>
                    <a:pt x="61951" y="110374"/>
                    <a:pt x="61951" y="110160"/>
                  </a:cubicBezTo>
                  <a:cubicBezTo>
                    <a:pt x="61707" y="109732"/>
                    <a:pt x="60243" y="109090"/>
                    <a:pt x="60243" y="109090"/>
                  </a:cubicBezTo>
                  <a:cubicBezTo>
                    <a:pt x="60243" y="109090"/>
                    <a:pt x="60243" y="107807"/>
                    <a:pt x="60243" y="107593"/>
                  </a:cubicBezTo>
                  <a:cubicBezTo>
                    <a:pt x="60243" y="107379"/>
                    <a:pt x="60487" y="105240"/>
                    <a:pt x="60487" y="105240"/>
                  </a:cubicBezTo>
                  <a:cubicBezTo>
                    <a:pt x="61463" y="104171"/>
                    <a:pt x="61463" y="104171"/>
                    <a:pt x="61463" y="104171"/>
                  </a:cubicBezTo>
                  <a:cubicBezTo>
                    <a:pt x="62926" y="103743"/>
                    <a:pt x="62926" y="103743"/>
                    <a:pt x="62926" y="103743"/>
                  </a:cubicBezTo>
                  <a:cubicBezTo>
                    <a:pt x="63414" y="104598"/>
                    <a:pt x="63414" y="104598"/>
                    <a:pt x="63414" y="104598"/>
                  </a:cubicBezTo>
                  <a:cubicBezTo>
                    <a:pt x="65121" y="105240"/>
                    <a:pt x="65121" y="105240"/>
                    <a:pt x="65121" y="105240"/>
                  </a:cubicBezTo>
                  <a:cubicBezTo>
                    <a:pt x="66097" y="104598"/>
                    <a:pt x="66097" y="104598"/>
                    <a:pt x="66097" y="104598"/>
                  </a:cubicBezTo>
                  <a:cubicBezTo>
                    <a:pt x="66585" y="103315"/>
                    <a:pt x="66585" y="103315"/>
                    <a:pt x="66585" y="103315"/>
                  </a:cubicBezTo>
                  <a:cubicBezTo>
                    <a:pt x="68048" y="102887"/>
                    <a:pt x="68048" y="102887"/>
                    <a:pt x="68048" y="102887"/>
                  </a:cubicBezTo>
                  <a:cubicBezTo>
                    <a:pt x="69756" y="103529"/>
                    <a:pt x="69756" y="103529"/>
                    <a:pt x="69756" y="103529"/>
                  </a:cubicBezTo>
                  <a:cubicBezTo>
                    <a:pt x="70975" y="104598"/>
                    <a:pt x="70975" y="104598"/>
                    <a:pt x="70975" y="104598"/>
                  </a:cubicBezTo>
                  <a:cubicBezTo>
                    <a:pt x="73414" y="105240"/>
                    <a:pt x="73414" y="105240"/>
                    <a:pt x="73414" y="105240"/>
                  </a:cubicBezTo>
                  <a:cubicBezTo>
                    <a:pt x="75609" y="104812"/>
                    <a:pt x="75609" y="104812"/>
                    <a:pt x="75609" y="104812"/>
                  </a:cubicBezTo>
                  <a:cubicBezTo>
                    <a:pt x="77560" y="104598"/>
                    <a:pt x="77560" y="104598"/>
                    <a:pt x="77560" y="104598"/>
                  </a:cubicBezTo>
                  <a:cubicBezTo>
                    <a:pt x="77560" y="104598"/>
                    <a:pt x="78536" y="104598"/>
                    <a:pt x="79024" y="104598"/>
                  </a:cubicBezTo>
                  <a:cubicBezTo>
                    <a:pt x="79268" y="104385"/>
                    <a:pt x="80731" y="103957"/>
                    <a:pt x="80731" y="103957"/>
                  </a:cubicBezTo>
                  <a:cubicBezTo>
                    <a:pt x="83170" y="103315"/>
                    <a:pt x="83170" y="103315"/>
                    <a:pt x="83170" y="103315"/>
                  </a:cubicBezTo>
                  <a:cubicBezTo>
                    <a:pt x="84634" y="101604"/>
                    <a:pt x="84634" y="101604"/>
                    <a:pt x="84634" y="101604"/>
                  </a:cubicBezTo>
                  <a:cubicBezTo>
                    <a:pt x="86585" y="102245"/>
                    <a:pt x="86585" y="102245"/>
                    <a:pt x="86585" y="102245"/>
                  </a:cubicBezTo>
                  <a:cubicBezTo>
                    <a:pt x="88292" y="102459"/>
                    <a:pt x="88292" y="102459"/>
                    <a:pt x="88292" y="102459"/>
                  </a:cubicBezTo>
                  <a:cubicBezTo>
                    <a:pt x="89024" y="101390"/>
                    <a:pt x="89024" y="101390"/>
                    <a:pt x="89024" y="101390"/>
                  </a:cubicBezTo>
                  <a:cubicBezTo>
                    <a:pt x="90731" y="100534"/>
                    <a:pt x="90731" y="100534"/>
                    <a:pt x="90731" y="100534"/>
                  </a:cubicBezTo>
                  <a:cubicBezTo>
                    <a:pt x="91707" y="101818"/>
                    <a:pt x="91707" y="101818"/>
                    <a:pt x="91707" y="101818"/>
                  </a:cubicBezTo>
                  <a:close/>
                  <a:moveTo>
                    <a:pt x="94634" y="100320"/>
                  </a:moveTo>
                  <a:cubicBezTo>
                    <a:pt x="94634" y="100320"/>
                    <a:pt x="94634" y="100320"/>
                    <a:pt x="94634" y="100320"/>
                  </a:cubicBezTo>
                  <a:cubicBezTo>
                    <a:pt x="93658" y="101176"/>
                    <a:pt x="93658" y="101176"/>
                    <a:pt x="93658" y="101176"/>
                  </a:cubicBezTo>
                  <a:cubicBezTo>
                    <a:pt x="92682" y="101818"/>
                    <a:pt x="92682" y="101818"/>
                    <a:pt x="92682" y="101818"/>
                  </a:cubicBezTo>
                  <a:cubicBezTo>
                    <a:pt x="92682" y="101818"/>
                    <a:pt x="92926" y="102673"/>
                    <a:pt x="92926" y="103101"/>
                  </a:cubicBezTo>
                  <a:cubicBezTo>
                    <a:pt x="93170" y="103529"/>
                    <a:pt x="93902" y="104598"/>
                    <a:pt x="93902" y="104598"/>
                  </a:cubicBezTo>
                  <a:cubicBezTo>
                    <a:pt x="96341" y="104598"/>
                    <a:pt x="96341" y="104598"/>
                    <a:pt x="96341" y="104598"/>
                  </a:cubicBezTo>
                  <a:cubicBezTo>
                    <a:pt x="98048" y="103743"/>
                    <a:pt x="98048" y="103743"/>
                    <a:pt x="98048" y="103743"/>
                  </a:cubicBezTo>
                  <a:cubicBezTo>
                    <a:pt x="98292" y="102245"/>
                    <a:pt x="98292" y="102245"/>
                    <a:pt x="98292" y="102245"/>
                  </a:cubicBezTo>
                  <a:cubicBezTo>
                    <a:pt x="99024" y="100748"/>
                    <a:pt x="99024" y="100748"/>
                    <a:pt x="99024" y="100748"/>
                  </a:cubicBezTo>
                  <a:cubicBezTo>
                    <a:pt x="100487" y="99893"/>
                    <a:pt x="100487" y="99893"/>
                    <a:pt x="100487" y="99893"/>
                  </a:cubicBezTo>
                  <a:cubicBezTo>
                    <a:pt x="101707" y="98823"/>
                    <a:pt x="101707" y="98823"/>
                    <a:pt x="101707" y="98823"/>
                  </a:cubicBezTo>
                  <a:cubicBezTo>
                    <a:pt x="102439" y="97754"/>
                    <a:pt x="102439" y="97754"/>
                    <a:pt x="102439" y="97754"/>
                  </a:cubicBezTo>
                  <a:cubicBezTo>
                    <a:pt x="102682" y="94973"/>
                    <a:pt x="102682" y="94973"/>
                    <a:pt x="102682" y="94973"/>
                  </a:cubicBezTo>
                  <a:cubicBezTo>
                    <a:pt x="103414" y="92834"/>
                    <a:pt x="103414" y="92834"/>
                    <a:pt x="103414" y="92834"/>
                  </a:cubicBezTo>
                  <a:cubicBezTo>
                    <a:pt x="107317" y="91550"/>
                    <a:pt x="107317" y="91550"/>
                    <a:pt x="107317" y="91550"/>
                  </a:cubicBezTo>
                  <a:cubicBezTo>
                    <a:pt x="108048" y="91122"/>
                    <a:pt x="108048" y="91122"/>
                    <a:pt x="108048" y="91122"/>
                  </a:cubicBezTo>
                  <a:cubicBezTo>
                    <a:pt x="108048" y="91122"/>
                    <a:pt x="108048" y="90695"/>
                    <a:pt x="107804" y="90267"/>
                  </a:cubicBezTo>
                  <a:cubicBezTo>
                    <a:pt x="107804" y="90053"/>
                    <a:pt x="107073" y="89411"/>
                    <a:pt x="107073" y="89411"/>
                  </a:cubicBezTo>
                  <a:cubicBezTo>
                    <a:pt x="107073" y="89411"/>
                    <a:pt x="107317" y="88770"/>
                    <a:pt x="107317" y="88556"/>
                  </a:cubicBezTo>
                  <a:cubicBezTo>
                    <a:pt x="107317" y="88342"/>
                    <a:pt x="107073" y="86844"/>
                    <a:pt x="107073" y="86844"/>
                  </a:cubicBezTo>
                  <a:cubicBezTo>
                    <a:pt x="106585" y="85347"/>
                    <a:pt x="106585" y="85347"/>
                    <a:pt x="106585" y="85347"/>
                  </a:cubicBezTo>
                  <a:cubicBezTo>
                    <a:pt x="106585" y="85347"/>
                    <a:pt x="106097" y="85347"/>
                    <a:pt x="105365" y="84919"/>
                  </a:cubicBezTo>
                  <a:cubicBezTo>
                    <a:pt x="104634" y="84705"/>
                    <a:pt x="103414" y="84064"/>
                    <a:pt x="103414" y="84064"/>
                  </a:cubicBezTo>
                  <a:cubicBezTo>
                    <a:pt x="102195" y="83636"/>
                    <a:pt x="102195" y="83636"/>
                    <a:pt x="102195" y="83636"/>
                  </a:cubicBezTo>
                  <a:cubicBezTo>
                    <a:pt x="100731" y="83422"/>
                    <a:pt x="100731" y="83422"/>
                    <a:pt x="100731" y="83422"/>
                  </a:cubicBezTo>
                  <a:cubicBezTo>
                    <a:pt x="100243" y="82352"/>
                    <a:pt x="100243" y="82352"/>
                    <a:pt x="100243" y="82352"/>
                  </a:cubicBezTo>
                  <a:cubicBezTo>
                    <a:pt x="101219" y="79358"/>
                    <a:pt x="101219" y="79358"/>
                    <a:pt x="101219" y="79358"/>
                  </a:cubicBezTo>
                  <a:cubicBezTo>
                    <a:pt x="100487" y="77860"/>
                    <a:pt x="100487" y="77860"/>
                    <a:pt x="100487" y="77860"/>
                  </a:cubicBezTo>
                  <a:cubicBezTo>
                    <a:pt x="102682" y="75721"/>
                    <a:pt x="102682" y="75721"/>
                    <a:pt x="102682" y="75721"/>
                  </a:cubicBezTo>
                  <a:cubicBezTo>
                    <a:pt x="103658" y="74224"/>
                    <a:pt x="103658" y="74224"/>
                    <a:pt x="103658" y="74224"/>
                  </a:cubicBezTo>
                  <a:cubicBezTo>
                    <a:pt x="104878" y="73368"/>
                    <a:pt x="104878" y="73368"/>
                    <a:pt x="104878" y="73368"/>
                  </a:cubicBezTo>
                  <a:cubicBezTo>
                    <a:pt x="106829" y="73796"/>
                    <a:pt x="106829" y="73796"/>
                    <a:pt x="106829" y="73796"/>
                  </a:cubicBezTo>
                  <a:cubicBezTo>
                    <a:pt x="107560" y="74652"/>
                    <a:pt x="107560" y="74652"/>
                    <a:pt x="107560" y="74652"/>
                  </a:cubicBezTo>
                  <a:cubicBezTo>
                    <a:pt x="108780" y="74866"/>
                    <a:pt x="108780" y="74866"/>
                    <a:pt x="108780" y="74866"/>
                  </a:cubicBezTo>
                  <a:cubicBezTo>
                    <a:pt x="110975" y="74866"/>
                    <a:pt x="110975" y="74866"/>
                    <a:pt x="110975" y="74866"/>
                  </a:cubicBezTo>
                  <a:cubicBezTo>
                    <a:pt x="113414" y="75294"/>
                    <a:pt x="113414" y="75294"/>
                    <a:pt x="113414" y="75294"/>
                  </a:cubicBezTo>
                  <a:cubicBezTo>
                    <a:pt x="114390" y="76577"/>
                    <a:pt x="114390" y="76577"/>
                    <a:pt x="114390" y="76577"/>
                  </a:cubicBezTo>
                  <a:cubicBezTo>
                    <a:pt x="115365" y="78074"/>
                    <a:pt x="115365" y="78074"/>
                    <a:pt x="115365" y="78074"/>
                  </a:cubicBezTo>
                  <a:cubicBezTo>
                    <a:pt x="115365" y="78074"/>
                    <a:pt x="115853" y="78716"/>
                    <a:pt x="116097" y="78930"/>
                  </a:cubicBezTo>
                  <a:cubicBezTo>
                    <a:pt x="116097" y="78930"/>
                    <a:pt x="117073" y="79572"/>
                    <a:pt x="117317" y="79572"/>
                  </a:cubicBezTo>
                  <a:cubicBezTo>
                    <a:pt x="117560" y="79786"/>
                    <a:pt x="119024" y="80000"/>
                    <a:pt x="119024" y="80000"/>
                  </a:cubicBezTo>
                  <a:cubicBezTo>
                    <a:pt x="119024" y="80000"/>
                    <a:pt x="119024" y="78502"/>
                    <a:pt x="119268" y="78074"/>
                  </a:cubicBezTo>
                  <a:cubicBezTo>
                    <a:pt x="119512" y="77860"/>
                    <a:pt x="120000" y="77005"/>
                    <a:pt x="120000" y="76791"/>
                  </a:cubicBezTo>
                  <a:cubicBezTo>
                    <a:pt x="120000" y="76577"/>
                    <a:pt x="119512" y="75080"/>
                    <a:pt x="119512" y="75080"/>
                  </a:cubicBezTo>
                  <a:cubicBezTo>
                    <a:pt x="117804" y="73368"/>
                    <a:pt x="117804" y="73368"/>
                    <a:pt x="117804" y="73368"/>
                  </a:cubicBezTo>
                  <a:cubicBezTo>
                    <a:pt x="116097" y="72299"/>
                    <a:pt x="116097" y="72299"/>
                    <a:pt x="116097" y="72299"/>
                  </a:cubicBezTo>
                  <a:cubicBezTo>
                    <a:pt x="111951" y="69946"/>
                    <a:pt x="111951" y="69946"/>
                    <a:pt x="111951" y="69946"/>
                  </a:cubicBezTo>
                  <a:cubicBezTo>
                    <a:pt x="106097" y="68235"/>
                    <a:pt x="106097" y="68235"/>
                    <a:pt x="106097" y="68235"/>
                  </a:cubicBezTo>
                  <a:cubicBezTo>
                    <a:pt x="102195" y="66096"/>
                    <a:pt x="102195" y="66096"/>
                    <a:pt x="102195" y="66096"/>
                  </a:cubicBezTo>
                  <a:cubicBezTo>
                    <a:pt x="99024" y="65454"/>
                    <a:pt x="99024" y="65454"/>
                    <a:pt x="99024" y="65454"/>
                  </a:cubicBezTo>
                  <a:cubicBezTo>
                    <a:pt x="99024" y="65454"/>
                    <a:pt x="95609" y="63957"/>
                    <a:pt x="95365" y="63957"/>
                  </a:cubicBezTo>
                  <a:cubicBezTo>
                    <a:pt x="95121" y="63957"/>
                    <a:pt x="94390" y="63743"/>
                    <a:pt x="94390" y="63743"/>
                  </a:cubicBezTo>
                  <a:cubicBezTo>
                    <a:pt x="94390" y="63743"/>
                    <a:pt x="92439" y="63315"/>
                    <a:pt x="92439" y="63101"/>
                  </a:cubicBezTo>
                  <a:cubicBezTo>
                    <a:pt x="92195" y="62887"/>
                    <a:pt x="91951" y="62245"/>
                    <a:pt x="91707" y="62032"/>
                  </a:cubicBezTo>
                  <a:cubicBezTo>
                    <a:pt x="91707" y="61818"/>
                    <a:pt x="91951" y="61176"/>
                    <a:pt x="91951" y="61176"/>
                  </a:cubicBezTo>
                  <a:cubicBezTo>
                    <a:pt x="92926" y="60320"/>
                    <a:pt x="92926" y="60320"/>
                    <a:pt x="92926" y="60320"/>
                  </a:cubicBezTo>
                  <a:cubicBezTo>
                    <a:pt x="92926" y="60320"/>
                    <a:pt x="93902" y="59465"/>
                    <a:pt x="93902" y="59251"/>
                  </a:cubicBezTo>
                  <a:cubicBezTo>
                    <a:pt x="93902" y="59037"/>
                    <a:pt x="94146" y="57754"/>
                    <a:pt x="94146" y="57754"/>
                  </a:cubicBezTo>
                  <a:cubicBezTo>
                    <a:pt x="92926" y="57326"/>
                    <a:pt x="92926" y="57326"/>
                    <a:pt x="92926" y="57326"/>
                  </a:cubicBezTo>
                  <a:cubicBezTo>
                    <a:pt x="90000" y="57540"/>
                    <a:pt x="90000" y="57540"/>
                    <a:pt x="90000" y="57540"/>
                  </a:cubicBezTo>
                  <a:cubicBezTo>
                    <a:pt x="85365" y="57967"/>
                    <a:pt x="85365" y="57967"/>
                    <a:pt x="85365" y="57967"/>
                  </a:cubicBezTo>
                  <a:cubicBezTo>
                    <a:pt x="82926" y="57967"/>
                    <a:pt x="82926" y="57967"/>
                    <a:pt x="82926" y="57967"/>
                  </a:cubicBezTo>
                  <a:cubicBezTo>
                    <a:pt x="79756" y="56256"/>
                    <a:pt x="79756" y="56256"/>
                    <a:pt x="79756" y="56256"/>
                  </a:cubicBezTo>
                  <a:cubicBezTo>
                    <a:pt x="77073" y="54331"/>
                    <a:pt x="77073" y="54331"/>
                    <a:pt x="77073" y="54331"/>
                  </a:cubicBezTo>
                  <a:cubicBezTo>
                    <a:pt x="75365" y="53475"/>
                    <a:pt x="75365" y="53475"/>
                    <a:pt x="75365" y="53475"/>
                  </a:cubicBezTo>
                  <a:cubicBezTo>
                    <a:pt x="72926" y="51122"/>
                    <a:pt x="72926" y="51122"/>
                    <a:pt x="72926" y="51122"/>
                  </a:cubicBezTo>
                  <a:cubicBezTo>
                    <a:pt x="71707" y="49625"/>
                    <a:pt x="71707" y="49625"/>
                    <a:pt x="71707" y="49625"/>
                  </a:cubicBezTo>
                  <a:cubicBezTo>
                    <a:pt x="71707" y="49625"/>
                    <a:pt x="70975" y="47486"/>
                    <a:pt x="70731" y="46631"/>
                  </a:cubicBezTo>
                  <a:cubicBezTo>
                    <a:pt x="70487" y="45989"/>
                    <a:pt x="68536" y="43636"/>
                    <a:pt x="68536" y="43636"/>
                  </a:cubicBezTo>
                  <a:cubicBezTo>
                    <a:pt x="68536" y="43636"/>
                    <a:pt x="67560" y="41711"/>
                    <a:pt x="67560" y="41497"/>
                  </a:cubicBezTo>
                  <a:cubicBezTo>
                    <a:pt x="67560" y="41283"/>
                    <a:pt x="67073" y="39786"/>
                    <a:pt x="67073" y="39786"/>
                  </a:cubicBezTo>
                  <a:cubicBezTo>
                    <a:pt x="63902" y="38502"/>
                    <a:pt x="63902" y="38502"/>
                    <a:pt x="63902" y="38502"/>
                  </a:cubicBezTo>
                  <a:cubicBezTo>
                    <a:pt x="59756" y="36363"/>
                    <a:pt x="59756" y="36363"/>
                    <a:pt x="59756" y="36363"/>
                  </a:cubicBezTo>
                  <a:cubicBezTo>
                    <a:pt x="56341" y="34438"/>
                    <a:pt x="56341" y="34438"/>
                    <a:pt x="56341" y="34438"/>
                  </a:cubicBezTo>
                  <a:cubicBezTo>
                    <a:pt x="54634" y="32299"/>
                    <a:pt x="54634" y="32299"/>
                    <a:pt x="54634" y="32299"/>
                  </a:cubicBezTo>
                  <a:cubicBezTo>
                    <a:pt x="53170" y="28877"/>
                    <a:pt x="53170" y="28877"/>
                    <a:pt x="53170" y="28877"/>
                  </a:cubicBezTo>
                  <a:cubicBezTo>
                    <a:pt x="52926" y="26096"/>
                    <a:pt x="52926" y="26096"/>
                    <a:pt x="52926" y="26096"/>
                  </a:cubicBezTo>
                  <a:cubicBezTo>
                    <a:pt x="54634" y="25454"/>
                    <a:pt x="54634" y="25454"/>
                    <a:pt x="54634" y="25454"/>
                  </a:cubicBezTo>
                  <a:cubicBezTo>
                    <a:pt x="54634" y="24171"/>
                    <a:pt x="54634" y="24171"/>
                    <a:pt x="54634" y="24171"/>
                  </a:cubicBezTo>
                  <a:cubicBezTo>
                    <a:pt x="53170" y="23315"/>
                    <a:pt x="53170" y="23315"/>
                    <a:pt x="53170" y="23315"/>
                  </a:cubicBezTo>
                  <a:cubicBezTo>
                    <a:pt x="53170" y="22032"/>
                    <a:pt x="53170" y="22032"/>
                    <a:pt x="53170" y="22032"/>
                  </a:cubicBezTo>
                  <a:cubicBezTo>
                    <a:pt x="52439" y="21604"/>
                    <a:pt x="52439" y="21604"/>
                    <a:pt x="52439" y="21604"/>
                  </a:cubicBezTo>
                  <a:cubicBezTo>
                    <a:pt x="51463" y="20534"/>
                    <a:pt x="51463" y="20534"/>
                    <a:pt x="51463" y="20534"/>
                  </a:cubicBezTo>
                  <a:cubicBezTo>
                    <a:pt x="53414" y="19679"/>
                    <a:pt x="53414" y="19679"/>
                    <a:pt x="53414" y="19679"/>
                  </a:cubicBezTo>
                  <a:cubicBezTo>
                    <a:pt x="53414" y="19679"/>
                    <a:pt x="54146" y="18823"/>
                    <a:pt x="55121" y="18823"/>
                  </a:cubicBezTo>
                  <a:cubicBezTo>
                    <a:pt x="56097" y="18823"/>
                    <a:pt x="56829" y="17967"/>
                    <a:pt x="56829" y="17967"/>
                  </a:cubicBezTo>
                  <a:cubicBezTo>
                    <a:pt x="56829" y="17967"/>
                    <a:pt x="57560" y="17326"/>
                    <a:pt x="57804" y="17326"/>
                  </a:cubicBezTo>
                  <a:cubicBezTo>
                    <a:pt x="58292" y="17326"/>
                    <a:pt x="58780" y="17112"/>
                    <a:pt x="59268" y="16898"/>
                  </a:cubicBezTo>
                  <a:cubicBezTo>
                    <a:pt x="59512" y="16898"/>
                    <a:pt x="60243" y="16684"/>
                    <a:pt x="60243" y="16684"/>
                  </a:cubicBezTo>
                  <a:cubicBezTo>
                    <a:pt x="60243" y="16470"/>
                    <a:pt x="60487" y="14973"/>
                    <a:pt x="60731" y="14973"/>
                  </a:cubicBezTo>
                  <a:cubicBezTo>
                    <a:pt x="60975" y="14973"/>
                    <a:pt x="61463" y="15828"/>
                    <a:pt x="62195" y="15828"/>
                  </a:cubicBezTo>
                  <a:cubicBezTo>
                    <a:pt x="62439" y="15828"/>
                    <a:pt x="62926" y="16256"/>
                    <a:pt x="63170" y="16042"/>
                  </a:cubicBezTo>
                  <a:cubicBezTo>
                    <a:pt x="63658" y="15828"/>
                    <a:pt x="63902" y="15187"/>
                    <a:pt x="63902" y="15187"/>
                  </a:cubicBezTo>
                  <a:cubicBezTo>
                    <a:pt x="64146" y="14973"/>
                    <a:pt x="64390" y="14759"/>
                    <a:pt x="65121" y="14545"/>
                  </a:cubicBezTo>
                  <a:cubicBezTo>
                    <a:pt x="65121" y="14545"/>
                    <a:pt x="65121" y="14545"/>
                    <a:pt x="65121" y="14545"/>
                  </a:cubicBezTo>
                  <a:cubicBezTo>
                    <a:pt x="65121" y="14545"/>
                    <a:pt x="64634" y="14331"/>
                    <a:pt x="64634" y="14331"/>
                  </a:cubicBezTo>
                  <a:cubicBezTo>
                    <a:pt x="64634" y="14117"/>
                    <a:pt x="64634" y="14117"/>
                    <a:pt x="64878" y="13903"/>
                  </a:cubicBezTo>
                  <a:cubicBezTo>
                    <a:pt x="64878" y="13689"/>
                    <a:pt x="64878" y="13689"/>
                    <a:pt x="65121" y="13475"/>
                  </a:cubicBezTo>
                  <a:cubicBezTo>
                    <a:pt x="65121" y="13475"/>
                    <a:pt x="65121" y="13048"/>
                    <a:pt x="65121" y="13048"/>
                  </a:cubicBezTo>
                  <a:cubicBezTo>
                    <a:pt x="65121" y="13048"/>
                    <a:pt x="65365" y="12834"/>
                    <a:pt x="65121" y="12834"/>
                  </a:cubicBezTo>
                  <a:cubicBezTo>
                    <a:pt x="65121" y="12620"/>
                    <a:pt x="64878" y="12406"/>
                    <a:pt x="64878" y="12406"/>
                  </a:cubicBezTo>
                  <a:cubicBezTo>
                    <a:pt x="64878" y="12406"/>
                    <a:pt x="64878" y="12406"/>
                    <a:pt x="64634" y="12406"/>
                  </a:cubicBezTo>
                  <a:cubicBezTo>
                    <a:pt x="64634" y="12620"/>
                    <a:pt x="64634" y="12620"/>
                    <a:pt x="64634" y="12620"/>
                  </a:cubicBezTo>
                  <a:cubicBezTo>
                    <a:pt x="64146" y="12834"/>
                    <a:pt x="64146" y="12834"/>
                    <a:pt x="64146" y="12834"/>
                  </a:cubicBezTo>
                  <a:cubicBezTo>
                    <a:pt x="64146" y="12834"/>
                    <a:pt x="63902" y="12406"/>
                    <a:pt x="63902" y="12406"/>
                  </a:cubicBezTo>
                  <a:cubicBezTo>
                    <a:pt x="63658" y="12406"/>
                    <a:pt x="63658" y="12406"/>
                    <a:pt x="63658" y="12192"/>
                  </a:cubicBezTo>
                  <a:cubicBezTo>
                    <a:pt x="63658" y="12192"/>
                    <a:pt x="63902" y="11978"/>
                    <a:pt x="63902" y="11978"/>
                  </a:cubicBezTo>
                  <a:cubicBezTo>
                    <a:pt x="63902" y="11978"/>
                    <a:pt x="63658" y="11764"/>
                    <a:pt x="63658" y="11764"/>
                  </a:cubicBezTo>
                  <a:cubicBezTo>
                    <a:pt x="63658" y="11764"/>
                    <a:pt x="63902" y="11336"/>
                    <a:pt x="64146" y="11336"/>
                  </a:cubicBezTo>
                  <a:cubicBezTo>
                    <a:pt x="64390" y="11122"/>
                    <a:pt x="64878" y="10695"/>
                    <a:pt x="64878" y="10695"/>
                  </a:cubicBezTo>
                  <a:cubicBezTo>
                    <a:pt x="65121" y="10267"/>
                    <a:pt x="65121" y="10267"/>
                    <a:pt x="65121" y="10267"/>
                  </a:cubicBezTo>
                  <a:cubicBezTo>
                    <a:pt x="64878" y="10053"/>
                    <a:pt x="64878" y="10053"/>
                    <a:pt x="64878" y="10053"/>
                  </a:cubicBezTo>
                  <a:cubicBezTo>
                    <a:pt x="64878" y="10053"/>
                    <a:pt x="64634" y="10267"/>
                    <a:pt x="64634" y="10267"/>
                  </a:cubicBezTo>
                  <a:cubicBezTo>
                    <a:pt x="64146" y="10053"/>
                    <a:pt x="64146" y="10053"/>
                    <a:pt x="64146" y="10053"/>
                  </a:cubicBezTo>
                  <a:cubicBezTo>
                    <a:pt x="63658" y="9839"/>
                    <a:pt x="63658" y="9839"/>
                    <a:pt x="63658" y="9839"/>
                  </a:cubicBezTo>
                  <a:cubicBezTo>
                    <a:pt x="62926" y="9839"/>
                    <a:pt x="62926" y="9839"/>
                    <a:pt x="62926" y="9839"/>
                  </a:cubicBezTo>
                  <a:cubicBezTo>
                    <a:pt x="62439" y="9411"/>
                    <a:pt x="62439" y="9411"/>
                    <a:pt x="62439" y="9411"/>
                  </a:cubicBezTo>
                  <a:cubicBezTo>
                    <a:pt x="62682" y="8983"/>
                    <a:pt x="62682" y="8983"/>
                    <a:pt x="62682" y="8983"/>
                  </a:cubicBezTo>
                  <a:cubicBezTo>
                    <a:pt x="62682" y="8556"/>
                    <a:pt x="62682" y="8556"/>
                    <a:pt x="62682" y="8556"/>
                  </a:cubicBezTo>
                  <a:cubicBezTo>
                    <a:pt x="62682" y="8556"/>
                    <a:pt x="63170" y="8128"/>
                    <a:pt x="63170" y="8128"/>
                  </a:cubicBezTo>
                  <a:cubicBezTo>
                    <a:pt x="63414" y="7914"/>
                    <a:pt x="63902" y="7700"/>
                    <a:pt x="63902" y="7700"/>
                  </a:cubicBezTo>
                  <a:cubicBezTo>
                    <a:pt x="64146" y="7272"/>
                    <a:pt x="64146" y="7272"/>
                    <a:pt x="64146" y="7272"/>
                  </a:cubicBezTo>
                  <a:cubicBezTo>
                    <a:pt x="64146" y="7272"/>
                    <a:pt x="64390" y="7058"/>
                    <a:pt x="64634" y="7058"/>
                  </a:cubicBezTo>
                  <a:cubicBezTo>
                    <a:pt x="64878" y="7058"/>
                    <a:pt x="64878" y="7272"/>
                    <a:pt x="64878" y="7058"/>
                  </a:cubicBezTo>
                  <a:cubicBezTo>
                    <a:pt x="65121" y="7058"/>
                    <a:pt x="65121" y="6631"/>
                    <a:pt x="65121" y="6417"/>
                  </a:cubicBezTo>
                  <a:cubicBezTo>
                    <a:pt x="65121" y="5775"/>
                    <a:pt x="65121" y="5775"/>
                    <a:pt x="65121" y="5775"/>
                  </a:cubicBezTo>
                  <a:cubicBezTo>
                    <a:pt x="63902" y="5989"/>
                    <a:pt x="63902" y="5989"/>
                    <a:pt x="63902" y="5989"/>
                  </a:cubicBezTo>
                  <a:cubicBezTo>
                    <a:pt x="63902" y="5989"/>
                    <a:pt x="62682" y="5775"/>
                    <a:pt x="61951" y="5775"/>
                  </a:cubicBezTo>
                  <a:cubicBezTo>
                    <a:pt x="60975" y="5775"/>
                    <a:pt x="59024" y="5347"/>
                    <a:pt x="59024" y="5347"/>
                  </a:cubicBezTo>
                  <a:cubicBezTo>
                    <a:pt x="56585" y="4705"/>
                    <a:pt x="56585" y="4705"/>
                    <a:pt x="56585" y="4705"/>
                  </a:cubicBezTo>
                  <a:cubicBezTo>
                    <a:pt x="55121" y="4705"/>
                    <a:pt x="55121" y="4705"/>
                    <a:pt x="55121" y="4705"/>
                  </a:cubicBezTo>
                  <a:cubicBezTo>
                    <a:pt x="52926" y="4491"/>
                    <a:pt x="52926" y="4491"/>
                    <a:pt x="52926" y="4491"/>
                  </a:cubicBezTo>
                  <a:cubicBezTo>
                    <a:pt x="52926" y="4491"/>
                    <a:pt x="52682" y="4064"/>
                    <a:pt x="52439" y="3850"/>
                  </a:cubicBezTo>
                  <a:cubicBezTo>
                    <a:pt x="52439" y="3636"/>
                    <a:pt x="51707" y="3208"/>
                    <a:pt x="51707" y="3208"/>
                  </a:cubicBezTo>
                  <a:cubicBezTo>
                    <a:pt x="51707" y="2780"/>
                    <a:pt x="51707" y="2780"/>
                    <a:pt x="51707" y="2780"/>
                  </a:cubicBezTo>
                  <a:cubicBezTo>
                    <a:pt x="51219" y="1711"/>
                    <a:pt x="51219" y="1711"/>
                    <a:pt x="51219" y="1711"/>
                  </a:cubicBezTo>
                  <a:cubicBezTo>
                    <a:pt x="50731" y="855"/>
                    <a:pt x="50731" y="855"/>
                    <a:pt x="50731" y="855"/>
                  </a:cubicBezTo>
                  <a:cubicBezTo>
                    <a:pt x="51219" y="213"/>
                    <a:pt x="51219" y="213"/>
                    <a:pt x="51219" y="213"/>
                  </a:cubicBezTo>
                  <a:cubicBezTo>
                    <a:pt x="50731" y="0"/>
                    <a:pt x="50731" y="0"/>
                    <a:pt x="50731" y="0"/>
                  </a:cubicBezTo>
                  <a:cubicBezTo>
                    <a:pt x="50731" y="0"/>
                    <a:pt x="49756" y="213"/>
                    <a:pt x="49268" y="213"/>
                  </a:cubicBezTo>
                  <a:cubicBezTo>
                    <a:pt x="49024" y="427"/>
                    <a:pt x="47560" y="641"/>
                    <a:pt x="47560" y="641"/>
                  </a:cubicBezTo>
                  <a:cubicBezTo>
                    <a:pt x="47073" y="855"/>
                    <a:pt x="47073" y="855"/>
                    <a:pt x="47073" y="855"/>
                  </a:cubicBezTo>
                  <a:cubicBezTo>
                    <a:pt x="45121" y="855"/>
                    <a:pt x="45121" y="855"/>
                    <a:pt x="45121" y="855"/>
                  </a:cubicBezTo>
                  <a:cubicBezTo>
                    <a:pt x="43170" y="1069"/>
                    <a:pt x="43170" y="1069"/>
                    <a:pt x="43170" y="1069"/>
                  </a:cubicBezTo>
                  <a:cubicBezTo>
                    <a:pt x="42439" y="1497"/>
                    <a:pt x="42439" y="1497"/>
                    <a:pt x="42439" y="1497"/>
                  </a:cubicBezTo>
                  <a:cubicBezTo>
                    <a:pt x="40975" y="2139"/>
                    <a:pt x="40975" y="2139"/>
                    <a:pt x="40975" y="2139"/>
                  </a:cubicBezTo>
                  <a:cubicBezTo>
                    <a:pt x="40975" y="2994"/>
                    <a:pt x="40975" y="2994"/>
                    <a:pt x="40975" y="2994"/>
                  </a:cubicBezTo>
                  <a:cubicBezTo>
                    <a:pt x="40243" y="3850"/>
                    <a:pt x="40243" y="3850"/>
                    <a:pt x="40243" y="3850"/>
                  </a:cubicBezTo>
                  <a:cubicBezTo>
                    <a:pt x="39024" y="3850"/>
                    <a:pt x="39024" y="3850"/>
                    <a:pt x="39024" y="3850"/>
                  </a:cubicBezTo>
                  <a:cubicBezTo>
                    <a:pt x="37804" y="2994"/>
                    <a:pt x="37804" y="2994"/>
                    <a:pt x="37804" y="2994"/>
                  </a:cubicBezTo>
                  <a:cubicBezTo>
                    <a:pt x="37317" y="3422"/>
                    <a:pt x="37317" y="3422"/>
                    <a:pt x="37317" y="3422"/>
                  </a:cubicBezTo>
                  <a:cubicBezTo>
                    <a:pt x="36097" y="3208"/>
                    <a:pt x="36097" y="3208"/>
                    <a:pt x="36097" y="3208"/>
                  </a:cubicBezTo>
                  <a:cubicBezTo>
                    <a:pt x="35853" y="3208"/>
                    <a:pt x="35853" y="3208"/>
                    <a:pt x="35853" y="3208"/>
                  </a:cubicBezTo>
                  <a:cubicBezTo>
                    <a:pt x="35609" y="3208"/>
                    <a:pt x="35609" y="3208"/>
                    <a:pt x="35609" y="3208"/>
                  </a:cubicBezTo>
                  <a:cubicBezTo>
                    <a:pt x="35609" y="3208"/>
                    <a:pt x="35365" y="3422"/>
                    <a:pt x="35365" y="3422"/>
                  </a:cubicBezTo>
                  <a:cubicBezTo>
                    <a:pt x="35609" y="3850"/>
                    <a:pt x="35609" y="3850"/>
                    <a:pt x="35609" y="3850"/>
                  </a:cubicBezTo>
                  <a:cubicBezTo>
                    <a:pt x="35365" y="4064"/>
                    <a:pt x="35365" y="4064"/>
                    <a:pt x="35365" y="4064"/>
                  </a:cubicBezTo>
                  <a:cubicBezTo>
                    <a:pt x="35609" y="4491"/>
                    <a:pt x="35609" y="4491"/>
                    <a:pt x="35609" y="4491"/>
                  </a:cubicBezTo>
                  <a:cubicBezTo>
                    <a:pt x="35609" y="4491"/>
                    <a:pt x="35365" y="4705"/>
                    <a:pt x="35121" y="4919"/>
                  </a:cubicBezTo>
                  <a:cubicBezTo>
                    <a:pt x="34878" y="4919"/>
                    <a:pt x="35365" y="5347"/>
                    <a:pt x="35365" y="5347"/>
                  </a:cubicBezTo>
                  <a:cubicBezTo>
                    <a:pt x="35365" y="5347"/>
                    <a:pt x="35609" y="5347"/>
                    <a:pt x="36097" y="5561"/>
                  </a:cubicBezTo>
                  <a:cubicBezTo>
                    <a:pt x="36341" y="5775"/>
                    <a:pt x="36097" y="5775"/>
                    <a:pt x="36097" y="5775"/>
                  </a:cubicBezTo>
                  <a:cubicBezTo>
                    <a:pt x="36097" y="5989"/>
                    <a:pt x="36097" y="6203"/>
                    <a:pt x="35853" y="6203"/>
                  </a:cubicBezTo>
                  <a:cubicBezTo>
                    <a:pt x="35853" y="6417"/>
                    <a:pt x="35853" y="6417"/>
                    <a:pt x="35853" y="6417"/>
                  </a:cubicBezTo>
                  <a:cubicBezTo>
                    <a:pt x="35609" y="6417"/>
                    <a:pt x="35609" y="6417"/>
                    <a:pt x="35609" y="6417"/>
                  </a:cubicBezTo>
                  <a:cubicBezTo>
                    <a:pt x="35609" y="6417"/>
                    <a:pt x="34878" y="6631"/>
                    <a:pt x="34878" y="6417"/>
                  </a:cubicBezTo>
                  <a:cubicBezTo>
                    <a:pt x="34634" y="6417"/>
                    <a:pt x="34878" y="6417"/>
                    <a:pt x="34878" y="6417"/>
                  </a:cubicBezTo>
                  <a:cubicBezTo>
                    <a:pt x="34634" y="6417"/>
                    <a:pt x="34634" y="6417"/>
                    <a:pt x="34634" y="6417"/>
                  </a:cubicBezTo>
                  <a:cubicBezTo>
                    <a:pt x="34634" y="6417"/>
                    <a:pt x="33902" y="5989"/>
                    <a:pt x="33902" y="5989"/>
                  </a:cubicBezTo>
                  <a:cubicBezTo>
                    <a:pt x="33902" y="5775"/>
                    <a:pt x="33902" y="5775"/>
                    <a:pt x="33902" y="5775"/>
                  </a:cubicBezTo>
                  <a:cubicBezTo>
                    <a:pt x="33902" y="5775"/>
                    <a:pt x="33658" y="5561"/>
                    <a:pt x="33658" y="5561"/>
                  </a:cubicBezTo>
                  <a:cubicBezTo>
                    <a:pt x="33414" y="5561"/>
                    <a:pt x="33414" y="5775"/>
                    <a:pt x="33414" y="5775"/>
                  </a:cubicBezTo>
                  <a:cubicBezTo>
                    <a:pt x="33170" y="5775"/>
                    <a:pt x="32926" y="5775"/>
                    <a:pt x="32682" y="5775"/>
                  </a:cubicBezTo>
                  <a:cubicBezTo>
                    <a:pt x="32682" y="5775"/>
                    <a:pt x="32682" y="5989"/>
                    <a:pt x="32439" y="5989"/>
                  </a:cubicBezTo>
                  <a:cubicBezTo>
                    <a:pt x="32439" y="6203"/>
                    <a:pt x="32439" y="6203"/>
                    <a:pt x="32439" y="6417"/>
                  </a:cubicBezTo>
                  <a:cubicBezTo>
                    <a:pt x="32195" y="6417"/>
                    <a:pt x="32195" y="6631"/>
                    <a:pt x="32195" y="6631"/>
                  </a:cubicBezTo>
                  <a:cubicBezTo>
                    <a:pt x="32195" y="6844"/>
                    <a:pt x="32195" y="6844"/>
                    <a:pt x="32195" y="6844"/>
                  </a:cubicBezTo>
                  <a:cubicBezTo>
                    <a:pt x="31951" y="7272"/>
                    <a:pt x="31951" y="7272"/>
                    <a:pt x="31951" y="7272"/>
                  </a:cubicBezTo>
                  <a:cubicBezTo>
                    <a:pt x="32195" y="7272"/>
                    <a:pt x="32195" y="7272"/>
                    <a:pt x="32195" y="7272"/>
                  </a:cubicBezTo>
                  <a:cubicBezTo>
                    <a:pt x="32195" y="7272"/>
                    <a:pt x="32195" y="7700"/>
                    <a:pt x="32195" y="7700"/>
                  </a:cubicBezTo>
                  <a:cubicBezTo>
                    <a:pt x="32195" y="7914"/>
                    <a:pt x="32195" y="7914"/>
                    <a:pt x="32195" y="7914"/>
                  </a:cubicBezTo>
                  <a:cubicBezTo>
                    <a:pt x="32439" y="8128"/>
                    <a:pt x="32682" y="7914"/>
                    <a:pt x="32682" y="7914"/>
                  </a:cubicBezTo>
                  <a:cubicBezTo>
                    <a:pt x="32682" y="7914"/>
                    <a:pt x="32926" y="8128"/>
                    <a:pt x="32926" y="8342"/>
                  </a:cubicBezTo>
                  <a:cubicBezTo>
                    <a:pt x="33170" y="8342"/>
                    <a:pt x="32926" y="8556"/>
                    <a:pt x="32926" y="8556"/>
                  </a:cubicBezTo>
                  <a:cubicBezTo>
                    <a:pt x="32926" y="8556"/>
                    <a:pt x="32682" y="8770"/>
                    <a:pt x="32682" y="8770"/>
                  </a:cubicBezTo>
                  <a:cubicBezTo>
                    <a:pt x="32439" y="8770"/>
                    <a:pt x="32439" y="8770"/>
                    <a:pt x="32682" y="8983"/>
                  </a:cubicBezTo>
                  <a:cubicBezTo>
                    <a:pt x="32682" y="9197"/>
                    <a:pt x="32926" y="9197"/>
                    <a:pt x="32926" y="9197"/>
                  </a:cubicBezTo>
                  <a:cubicBezTo>
                    <a:pt x="33170" y="9197"/>
                    <a:pt x="33170" y="9839"/>
                    <a:pt x="33170" y="9839"/>
                  </a:cubicBezTo>
                  <a:cubicBezTo>
                    <a:pt x="33170" y="10053"/>
                    <a:pt x="32926" y="10267"/>
                    <a:pt x="32926" y="10267"/>
                  </a:cubicBezTo>
                  <a:cubicBezTo>
                    <a:pt x="32926" y="10267"/>
                    <a:pt x="32926" y="10267"/>
                    <a:pt x="32926" y="10267"/>
                  </a:cubicBezTo>
                  <a:cubicBezTo>
                    <a:pt x="32682" y="10267"/>
                    <a:pt x="32682" y="10267"/>
                    <a:pt x="32682" y="10481"/>
                  </a:cubicBezTo>
                  <a:cubicBezTo>
                    <a:pt x="32682" y="10481"/>
                    <a:pt x="32195" y="10481"/>
                    <a:pt x="32195" y="10481"/>
                  </a:cubicBezTo>
                  <a:cubicBezTo>
                    <a:pt x="32195" y="10481"/>
                    <a:pt x="32439" y="10053"/>
                    <a:pt x="32195" y="10053"/>
                  </a:cubicBezTo>
                  <a:cubicBezTo>
                    <a:pt x="32195" y="9839"/>
                    <a:pt x="31951" y="9839"/>
                    <a:pt x="31707" y="9625"/>
                  </a:cubicBezTo>
                  <a:cubicBezTo>
                    <a:pt x="31463" y="9197"/>
                    <a:pt x="31707" y="9197"/>
                    <a:pt x="31707" y="9197"/>
                  </a:cubicBezTo>
                  <a:cubicBezTo>
                    <a:pt x="31707" y="9197"/>
                    <a:pt x="31707" y="9197"/>
                    <a:pt x="31463" y="8983"/>
                  </a:cubicBezTo>
                  <a:cubicBezTo>
                    <a:pt x="31463" y="8770"/>
                    <a:pt x="31463" y="8556"/>
                    <a:pt x="31463" y="8556"/>
                  </a:cubicBezTo>
                  <a:cubicBezTo>
                    <a:pt x="31463" y="8556"/>
                    <a:pt x="30975" y="8556"/>
                    <a:pt x="30731" y="8556"/>
                  </a:cubicBezTo>
                  <a:cubicBezTo>
                    <a:pt x="30243" y="8556"/>
                    <a:pt x="30487" y="8770"/>
                    <a:pt x="30487" y="8770"/>
                  </a:cubicBezTo>
                  <a:cubicBezTo>
                    <a:pt x="30000" y="8770"/>
                    <a:pt x="30000" y="8770"/>
                    <a:pt x="30000" y="8770"/>
                  </a:cubicBezTo>
                  <a:cubicBezTo>
                    <a:pt x="30000" y="8770"/>
                    <a:pt x="29756" y="8983"/>
                    <a:pt x="29756" y="8983"/>
                  </a:cubicBezTo>
                  <a:cubicBezTo>
                    <a:pt x="29512" y="9197"/>
                    <a:pt x="29512" y="8983"/>
                    <a:pt x="29268" y="8983"/>
                  </a:cubicBezTo>
                  <a:cubicBezTo>
                    <a:pt x="29268" y="8983"/>
                    <a:pt x="29024" y="8983"/>
                    <a:pt x="29024" y="8983"/>
                  </a:cubicBezTo>
                  <a:cubicBezTo>
                    <a:pt x="29024" y="8983"/>
                    <a:pt x="28780" y="9197"/>
                    <a:pt x="29024" y="9411"/>
                  </a:cubicBezTo>
                  <a:cubicBezTo>
                    <a:pt x="29024" y="9625"/>
                    <a:pt x="29024" y="9625"/>
                    <a:pt x="28780" y="9625"/>
                  </a:cubicBezTo>
                  <a:cubicBezTo>
                    <a:pt x="28780" y="9839"/>
                    <a:pt x="28292" y="9625"/>
                    <a:pt x="27804" y="9625"/>
                  </a:cubicBezTo>
                  <a:cubicBezTo>
                    <a:pt x="27073" y="9625"/>
                    <a:pt x="27560" y="9411"/>
                    <a:pt x="27317" y="9411"/>
                  </a:cubicBezTo>
                  <a:cubicBezTo>
                    <a:pt x="27317" y="9197"/>
                    <a:pt x="26829" y="9197"/>
                    <a:pt x="26829" y="8983"/>
                  </a:cubicBezTo>
                  <a:cubicBezTo>
                    <a:pt x="26829" y="8556"/>
                    <a:pt x="26829" y="8556"/>
                    <a:pt x="26829" y="8342"/>
                  </a:cubicBezTo>
                  <a:cubicBezTo>
                    <a:pt x="26829" y="8128"/>
                    <a:pt x="26585" y="7914"/>
                    <a:pt x="26585" y="7914"/>
                  </a:cubicBezTo>
                  <a:cubicBezTo>
                    <a:pt x="26341" y="7700"/>
                    <a:pt x="26585" y="7486"/>
                    <a:pt x="26829" y="7486"/>
                  </a:cubicBezTo>
                  <a:cubicBezTo>
                    <a:pt x="26829" y="7272"/>
                    <a:pt x="26585" y="7272"/>
                    <a:pt x="26585" y="7272"/>
                  </a:cubicBezTo>
                  <a:cubicBezTo>
                    <a:pt x="26097" y="7486"/>
                    <a:pt x="26097" y="7486"/>
                    <a:pt x="26097" y="7486"/>
                  </a:cubicBezTo>
                  <a:cubicBezTo>
                    <a:pt x="25853" y="7486"/>
                    <a:pt x="25853" y="7486"/>
                    <a:pt x="25853" y="7486"/>
                  </a:cubicBezTo>
                  <a:cubicBezTo>
                    <a:pt x="25853" y="7486"/>
                    <a:pt x="25609" y="7272"/>
                    <a:pt x="25365" y="7272"/>
                  </a:cubicBezTo>
                  <a:cubicBezTo>
                    <a:pt x="25365" y="7058"/>
                    <a:pt x="25121" y="7272"/>
                    <a:pt x="25121" y="7272"/>
                  </a:cubicBezTo>
                  <a:cubicBezTo>
                    <a:pt x="24634" y="7700"/>
                    <a:pt x="24634" y="7700"/>
                    <a:pt x="24634" y="7700"/>
                  </a:cubicBezTo>
                  <a:cubicBezTo>
                    <a:pt x="24634" y="7914"/>
                    <a:pt x="24634" y="7914"/>
                    <a:pt x="24634" y="7914"/>
                  </a:cubicBezTo>
                  <a:cubicBezTo>
                    <a:pt x="24878" y="8342"/>
                    <a:pt x="24878" y="8342"/>
                    <a:pt x="24878" y="8342"/>
                  </a:cubicBezTo>
                  <a:cubicBezTo>
                    <a:pt x="24878" y="8770"/>
                    <a:pt x="24878" y="8770"/>
                    <a:pt x="24878" y="8770"/>
                  </a:cubicBezTo>
                  <a:cubicBezTo>
                    <a:pt x="24878" y="8770"/>
                    <a:pt x="24878" y="8983"/>
                    <a:pt x="24878" y="9197"/>
                  </a:cubicBezTo>
                  <a:cubicBezTo>
                    <a:pt x="24878" y="9197"/>
                    <a:pt x="24878" y="9411"/>
                    <a:pt x="24878" y="9411"/>
                  </a:cubicBezTo>
                  <a:cubicBezTo>
                    <a:pt x="24878" y="9625"/>
                    <a:pt x="24878" y="9625"/>
                    <a:pt x="24878" y="9625"/>
                  </a:cubicBezTo>
                  <a:cubicBezTo>
                    <a:pt x="24878" y="9625"/>
                    <a:pt x="24634" y="9839"/>
                    <a:pt x="24634" y="10053"/>
                  </a:cubicBezTo>
                  <a:cubicBezTo>
                    <a:pt x="24634" y="10053"/>
                    <a:pt x="24634" y="10267"/>
                    <a:pt x="24634" y="10481"/>
                  </a:cubicBezTo>
                  <a:cubicBezTo>
                    <a:pt x="24390" y="10695"/>
                    <a:pt x="24390" y="10695"/>
                    <a:pt x="24390" y="10695"/>
                  </a:cubicBezTo>
                  <a:cubicBezTo>
                    <a:pt x="24390" y="10695"/>
                    <a:pt x="24146" y="10909"/>
                    <a:pt x="24146" y="11122"/>
                  </a:cubicBezTo>
                  <a:cubicBezTo>
                    <a:pt x="24146" y="11122"/>
                    <a:pt x="23658" y="11122"/>
                    <a:pt x="23658" y="11122"/>
                  </a:cubicBezTo>
                  <a:cubicBezTo>
                    <a:pt x="23658" y="11122"/>
                    <a:pt x="23414" y="11550"/>
                    <a:pt x="23170" y="11550"/>
                  </a:cubicBezTo>
                  <a:cubicBezTo>
                    <a:pt x="23170" y="11550"/>
                    <a:pt x="23170" y="11978"/>
                    <a:pt x="23170" y="12192"/>
                  </a:cubicBezTo>
                  <a:cubicBezTo>
                    <a:pt x="23170" y="12192"/>
                    <a:pt x="23170" y="12406"/>
                    <a:pt x="23170" y="12406"/>
                  </a:cubicBezTo>
                  <a:cubicBezTo>
                    <a:pt x="22682" y="12620"/>
                    <a:pt x="22682" y="12620"/>
                    <a:pt x="22682" y="12620"/>
                  </a:cubicBezTo>
                  <a:cubicBezTo>
                    <a:pt x="22682" y="12620"/>
                    <a:pt x="22926" y="13048"/>
                    <a:pt x="22926" y="13048"/>
                  </a:cubicBezTo>
                  <a:cubicBezTo>
                    <a:pt x="22926" y="13262"/>
                    <a:pt x="22682" y="13262"/>
                    <a:pt x="22682" y="13262"/>
                  </a:cubicBezTo>
                  <a:cubicBezTo>
                    <a:pt x="22439" y="13475"/>
                    <a:pt x="22682" y="13475"/>
                    <a:pt x="22682" y="13689"/>
                  </a:cubicBezTo>
                  <a:cubicBezTo>
                    <a:pt x="22439" y="13903"/>
                    <a:pt x="22682" y="13903"/>
                    <a:pt x="22682" y="13903"/>
                  </a:cubicBezTo>
                  <a:cubicBezTo>
                    <a:pt x="22682" y="14117"/>
                    <a:pt x="23414" y="14331"/>
                    <a:pt x="23414" y="14331"/>
                  </a:cubicBezTo>
                  <a:cubicBezTo>
                    <a:pt x="23414" y="14331"/>
                    <a:pt x="23414" y="14331"/>
                    <a:pt x="23170" y="14545"/>
                  </a:cubicBezTo>
                  <a:cubicBezTo>
                    <a:pt x="22682" y="14759"/>
                    <a:pt x="22926" y="15187"/>
                    <a:pt x="22926" y="15187"/>
                  </a:cubicBezTo>
                  <a:cubicBezTo>
                    <a:pt x="22682" y="15401"/>
                    <a:pt x="22682" y="15401"/>
                    <a:pt x="22682" y="15401"/>
                  </a:cubicBezTo>
                  <a:cubicBezTo>
                    <a:pt x="22682" y="15401"/>
                    <a:pt x="22439" y="15187"/>
                    <a:pt x="22195" y="15187"/>
                  </a:cubicBezTo>
                  <a:cubicBezTo>
                    <a:pt x="22195" y="15187"/>
                    <a:pt x="22195" y="15187"/>
                    <a:pt x="21707" y="15187"/>
                  </a:cubicBezTo>
                  <a:cubicBezTo>
                    <a:pt x="21219" y="15187"/>
                    <a:pt x="21707" y="14973"/>
                    <a:pt x="21707" y="14973"/>
                  </a:cubicBezTo>
                  <a:cubicBezTo>
                    <a:pt x="21707" y="14973"/>
                    <a:pt x="21707" y="14545"/>
                    <a:pt x="21707" y="14331"/>
                  </a:cubicBezTo>
                  <a:cubicBezTo>
                    <a:pt x="21707" y="14331"/>
                    <a:pt x="21707" y="14331"/>
                    <a:pt x="21707" y="14331"/>
                  </a:cubicBezTo>
                  <a:cubicBezTo>
                    <a:pt x="21707" y="14331"/>
                    <a:pt x="21707" y="14117"/>
                    <a:pt x="21463" y="13903"/>
                  </a:cubicBezTo>
                  <a:cubicBezTo>
                    <a:pt x="21463" y="13689"/>
                    <a:pt x="21219" y="13689"/>
                    <a:pt x="21219" y="13689"/>
                  </a:cubicBezTo>
                  <a:cubicBezTo>
                    <a:pt x="20487" y="13262"/>
                    <a:pt x="20487" y="13262"/>
                    <a:pt x="20487" y="13262"/>
                  </a:cubicBezTo>
                  <a:cubicBezTo>
                    <a:pt x="20487" y="13262"/>
                    <a:pt x="20731" y="12834"/>
                    <a:pt x="20975" y="12620"/>
                  </a:cubicBezTo>
                  <a:cubicBezTo>
                    <a:pt x="20975" y="12620"/>
                    <a:pt x="20975" y="12620"/>
                    <a:pt x="20975" y="12620"/>
                  </a:cubicBezTo>
                  <a:cubicBezTo>
                    <a:pt x="20975" y="12620"/>
                    <a:pt x="20975" y="12620"/>
                    <a:pt x="21219" y="12406"/>
                  </a:cubicBezTo>
                  <a:cubicBezTo>
                    <a:pt x="21219" y="12192"/>
                    <a:pt x="20975" y="12192"/>
                    <a:pt x="20975" y="12192"/>
                  </a:cubicBezTo>
                  <a:cubicBezTo>
                    <a:pt x="20731" y="12192"/>
                    <a:pt x="20731" y="12192"/>
                    <a:pt x="20731" y="12192"/>
                  </a:cubicBezTo>
                  <a:cubicBezTo>
                    <a:pt x="20487" y="11978"/>
                    <a:pt x="20487" y="11978"/>
                    <a:pt x="20487" y="11978"/>
                  </a:cubicBezTo>
                  <a:cubicBezTo>
                    <a:pt x="20487" y="11978"/>
                    <a:pt x="20000" y="12192"/>
                    <a:pt x="20000" y="11978"/>
                  </a:cubicBezTo>
                  <a:cubicBezTo>
                    <a:pt x="19756" y="11978"/>
                    <a:pt x="19268" y="11978"/>
                    <a:pt x="19268" y="11764"/>
                  </a:cubicBezTo>
                  <a:cubicBezTo>
                    <a:pt x="19268" y="11764"/>
                    <a:pt x="19024" y="11764"/>
                    <a:pt x="18780" y="11764"/>
                  </a:cubicBezTo>
                  <a:cubicBezTo>
                    <a:pt x="18780" y="11764"/>
                    <a:pt x="18536" y="11764"/>
                    <a:pt x="18536" y="11764"/>
                  </a:cubicBezTo>
                  <a:cubicBezTo>
                    <a:pt x="18292" y="11550"/>
                    <a:pt x="18048" y="11336"/>
                    <a:pt x="18048" y="11336"/>
                  </a:cubicBezTo>
                  <a:cubicBezTo>
                    <a:pt x="18048" y="11122"/>
                    <a:pt x="17804" y="10909"/>
                    <a:pt x="17804" y="10909"/>
                  </a:cubicBezTo>
                  <a:cubicBezTo>
                    <a:pt x="17560" y="10909"/>
                    <a:pt x="17560" y="10909"/>
                    <a:pt x="17560" y="10909"/>
                  </a:cubicBezTo>
                  <a:cubicBezTo>
                    <a:pt x="17560" y="10909"/>
                    <a:pt x="17317" y="10481"/>
                    <a:pt x="17073" y="10481"/>
                  </a:cubicBezTo>
                  <a:cubicBezTo>
                    <a:pt x="17073" y="10481"/>
                    <a:pt x="17073" y="10267"/>
                    <a:pt x="17073" y="10267"/>
                  </a:cubicBezTo>
                  <a:cubicBezTo>
                    <a:pt x="16829" y="10053"/>
                    <a:pt x="16829" y="10053"/>
                    <a:pt x="16829" y="10053"/>
                  </a:cubicBezTo>
                  <a:cubicBezTo>
                    <a:pt x="16829" y="10053"/>
                    <a:pt x="16829" y="9839"/>
                    <a:pt x="16829" y="9625"/>
                  </a:cubicBezTo>
                  <a:cubicBezTo>
                    <a:pt x="16829" y="9625"/>
                    <a:pt x="17073" y="9197"/>
                    <a:pt x="17073" y="9197"/>
                  </a:cubicBezTo>
                  <a:cubicBezTo>
                    <a:pt x="17073" y="9197"/>
                    <a:pt x="16829" y="8770"/>
                    <a:pt x="16829" y="8556"/>
                  </a:cubicBezTo>
                  <a:cubicBezTo>
                    <a:pt x="16829" y="8342"/>
                    <a:pt x="17073" y="7914"/>
                    <a:pt x="17073" y="7914"/>
                  </a:cubicBezTo>
                  <a:cubicBezTo>
                    <a:pt x="17073" y="7914"/>
                    <a:pt x="16097" y="8128"/>
                    <a:pt x="15853" y="8342"/>
                  </a:cubicBezTo>
                  <a:cubicBezTo>
                    <a:pt x="15609" y="8342"/>
                    <a:pt x="15609" y="8556"/>
                    <a:pt x="15609" y="8556"/>
                  </a:cubicBezTo>
                  <a:cubicBezTo>
                    <a:pt x="15609" y="8556"/>
                    <a:pt x="15609" y="8770"/>
                    <a:pt x="15609" y="8983"/>
                  </a:cubicBezTo>
                  <a:cubicBezTo>
                    <a:pt x="15365" y="8983"/>
                    <a:pt x="15365" y="8983"/>
                    <a:pt x="15365" y="8983"/>
                  </a:cubicBezTo>
                  <a:cubicBezTo>
                    <a:pt x="15365" y="8983"/>
                    <a:pt x="14878" y="9411"/>
                    <a:pt x="14634" y="9411"/>
                  </a:cubicBezTo>
                  <a:cubicBezTo>
                    <a:pt x="14634" y="9625"/>
                    <a:pt x="14634" y="9625"/>
                    <a:pt x="14390" y="9625"/>
                  </a:cubicBezTo>
                  <a:cubicBezTo>
                    <a:pt x="14146" y="9625"/>
                    <a:pt x="13902" y="9839"/>
                    <a:pt x="13902" y="9839"/>
                  </a:cubicBezTo>
                  <a:cubicBezTo>
                    <a:pt x="13658" y="10053"/>
                    <a:pt x="13658" y="10053"/>
                    <a:pt x="13658" y="10053"/>
                  </a:cubicBezTo>
                  <a:cubicBezTo>
                    <a:pt x="13902" y="10267"/>
                    <a:pt x="13902" y="10267"/>
                    <a:pt x="13902" y="10267"/>
                  </a:cubicBezTo>
                  <a:cubicBezTo>
                    <a:pt x="14146" y="10909"/>
                    <a:pt x="14146" y="10909"/>
                    <a:pt x="14146" y="10909"/>
                  </a:cubicBezTo>
                  <a:cubicBezTo>
                    <a:pt x="13902" y="11336"/>
                    <a:pt x="13902" y="11336"/>
                    <a:pt x="13902" y="11336"/>
                  </a:cubicBezTo>
                  <a:cubicBezTo>
                    <a:pt x="13902" y="11336"/>
                    <a:pt x="13902" y="11336"/>
                    <a:pt x="13902" y="11550"/>
                  </a:cubicBezTo>
                  <a:cubicBezTo>
                    <a:pt x="13658" y="11978"/>
                    <a:pt x="13658" y="11978"/>
                    <a:pt x="13658" y="11978"/>
                  </a:cubicBezTo>
                  <a:cubicBezTo>
                    <a:pt x="13414" y="12192"/>
                    <a:pt x="13414" y="12192"/>
                    <a:pt x="13414" y="12192"/>
                  </a:cubicBezTo>
                  <a:cubicBezTo>
                    <a:pt x="13170" y="12406"/>
                    <a:pt x="13170" y="12406"/>
                    <a:pt x="13170" y="12406"/>
                  </a:cubicBezTo>
                  <a:cubicBezTo>
                    <a:pt x="13170" y="12406"/>
                    <a:pt x="13170" y="12620"/>
                    <a:pt x="13170" y="12834"/>
                  </a:cubicBezTo>
                  <a:cubicBezTo>
                    <a:pt x="13170" y="12834"/>
                    <a:pt x="13170" y="13048"/>
                    <a:pt x="12926" y="13262"/>
                  </a:cubicBezTo>
                  <a:cubicBezTo>
                    <a:pt x="12682" y="13475"/>
                    <a:pt x="12682" y="13475"/>
                    <a:pt x="12682" y="13475"/>
                  </a:cubicBezTo>
                  <a:cubicBezTo>
                    <a:pt x="12682" y="13475"/>
                    <a:pt x="12439" y="13475"/>
                    <a:pt x="12195" y="13475"/>
                  </a:cubicBezTo>
                  <a:cubicBezTo>
                    <a:pt x="11951" y="13475"/>
                    <a:pt x="11951" y="13689"/>
                    <a:pt x="11707" y="13689"/>
                  </a:cubicBezTo>
                  <a:cubicBezTo>
                    <a:pt x="11219" y="13689"/>
                    <a:pt x="11463" y="13903"/>
                    <a:pt x="11463" y="14117"/>
                  </a:cubicBezTo>
                  <a:cubicBezTo>
                    <a:pt x="11463" y="14117"/>
                    <a:pt x="11463" y="14117"/>
                    <a:pt x="11463" y="14331"/>
                  </a:cubicBezTo>
                  <a:cubicBezTo>
                    <a:pt x="11219" y="14331"/>
                    <a:pt x="10731" y="14331"/>
                    <a:pt x="10731" y="14117"/>
                  </a:cubicBezTo>
                  <a:cubicBezTo>
                    <a:pt x="10487" y="14117"/>
                    <a:pt x="10487" y="14117"/>
                    <a:pt x="10243" y="14117"/>
                  </a:cubicBezTo>
                  <a:cubicBezTo>
                    <a:pt x="10243" y="14331"/>
                    <a:pt x="10000" y="13903"/>
                    <a:pt x="10000" y="13903"/>
                  </a:cubicBezTo>
                  <a:cubicBezTo>
                    <a:pt x="10000" y="13903"/>
                    <a:pt x="9756" y="13689"/>
                    <a:pt x="9756" y="13689"/>
                  </a:cubicBezTo>
                  <a:cubicBezTo>
                    <a:pt x="9756" y="13475"/>
                    <a:pt x="9268" y="13689"/>
                    <a:pt x="9268" y="13689"/>
                  </a:cubicBezTo>
                  <a:cubicBezTo>
                    <a:pt x="9024" y="13475"/>
                    <a:pt x="8536" y="13475"/>
                    <a:pt x="8536" y="13475"/>
                  </a:cubicBezTo>
                  <a:cubicBezTo>
                    <a:pt x="8292" y="13475"/>
                    <a:pt x="8536" y="13689"/>
                    <a:pt x="8536" y="13689"/>
                  </a:cubicBezTo>
                  <a:cubicBezTo>
                    <a:pt x="8536" y="13689"/>
                    <a:pt x="8292" y="13689"/>
                    <a:pt x="8048" y="13689"/>
                  </a:cubicBezTo>
                  <a:cubicBezTo>
                    <a:pt x="7804" y="13689"/>
                    <a:pt x="7804" y="13903"/>
                    <a:pt x="7804" y="13903"/>
                  </a:cubicBezTo>
                  <a:cubicBezTo>
                    <a:pt x="7804" y="14331"/>
                    <a:pt x="7804" y="14331"/>
                    <a:pt x="7804" y="14331"/>
                  </a:cubicBezTo>
                  <a:cubicBezTo>
                    <a:pt x="7804" y="14331"/>
                    <a:pt x="7073" y="14331"/>
                    <a:pt x="6829" y="14331"/>
                  </a:cubicBezTo>
                  <a:cubicBezTo>
                    <a:pt x="6585" y="14331"/>
                    <a:pt x="6341" y="14117"/>
                    <a:pt x="6097" y="14117"/>
                  </a:cubicBezTo>
                  <a:cubicBezTo>
                    <a:pt x="5853" y="14117"/>
                    <a:pt x="5609" y="14331"/>
                    <a:pt x="5609" y="14331"/>
                  </a:cubicBezTo>
                  <a:cubicBezTo>
                    <a:pt x="5609" y="14331"/>
                    <a:pt x="5121" y="14545"/>
                    <a:pt x="5121" y="14545"/>
                  </a:cubicBezTo>
                  <a:cubicBezTo>
                    <a:pt x="5121" y="14545"/>
                    <a:pt x="4878" y="14759"/>
                    <a:pt x="4634" y="14759"/>
                  </a:cubicBezTo>
                  <a:cubicBezTo>
                    <a:pt x="4390" y="14759"/>
                    <a:pt x="4390" y="14545"/>
                    <a:pt x="4390" y="14545"/>
                  </a:cubicBezTo>
                  <a:cubicBezTo>
                    <a:pt x="4390" y="14545"/>
                    <a:pt x="3902" y="14117"/>
                    <a:pt x="3902" y="14117"/>
                  </a:cubicBezTo>
                  <a:cubicBezTo>
                    <a:pt x="3902" y="14117"/>
                    <a:pt x="3902" y="14117"/>
                    <a:pt x="3902" y="14117"/>
                  </a:cubicBezTo>
                  <a:cubicBezTo>
                    <a:pt x="2926" y="14545"/>
                    <a:pt x="2926" y="14545"/>
                    <a:pt x="2926" y="14545"/>
                  </a:cubicBezTo>
                  <a:cubicBezTo>
                    <a:pt x="1707" y="15401"/>
                    <a:pt x="1707" y="15401"/>
                    <a:pt x="1707" y="15401"/>
                  </a:cubicBezTo>
                  <a:cubicBezTo>
                    <a:pt x="1707" y="16470"/>
                    <a:pt x="1707" y="16470"/>
                    <a:pt x="1707" y="16470"/>
                  </a:cubicBezTo>
                  <a:cubicBezTo>
                    <a:pt x="2682" y="16898"/>
                    <a:pt x="2195" y="17326"/>
                    <a:pt x="4390" y="18181"/>
                  </a:cubicBezTo>
                  <a:cubicBezTo>
                    <a:pt x="4634" y="18181"/>
                    <a:pt x="5121" y="19251"/>
                    <a:pt x="5121" y="19251"/>
                  </a:cubicBezTo>
                  <a:cubicBezTo>
                    <a:pt x="5121" y="19465"/>
                    <a:pt x="4634" y="21176"/>
                    <a:pt x="4390" y="21390"/>
                  </a:cubicBezTo>
                  <a:cubicBezTo>
                    <a:pt x="3902" y="21604"/>
                    <a:pt x="3414" y="22459"/>
                    <a:pt x="3414" y="22459"/>
                  </a:cubicBezTo>
                  <a:cubicBezTo>
                    <a:pt x="3414" y="22459"/>
                    <a:pt x="2439" y="23315"/>
                    <a:pt x="2195" y="23315"/>
                  </a:cubicBezTo>
                  <a:cubicBezTo>
                    <a:pt x="1951" y="23315"/>
                    <a:pt x="1219" y="23529"/>
                    <a:pt x="975" y="23529"/>
                  </a:cubicBezTo>
                  <a:cubicBezTo>
                    <a:pt x="975" y="23529"/>
                    <a:pt x="0" y="23529"/>
                    <a:pt x="243" y="23743"/>
                  </a:cubicBezTo>
                  <a:cubicBezTo>
                    <a:pt x="243" y="23743"/>
                    <a:pt x="243" y="24171"/>
                    <a:pt x="243" y="24171"/>
                  </a:cubicBezTo>
                  <a:cubicBezTo>
                    <a:pt x="487" y="24385"/>
                    <a:pt x="1219" y="25240"/>
                    <a:pt x="1219" y="25240"/>
                  </a:cubicBezTo>
                  <a:cubicBezTo>
                    <a:pt x="2439" y="25882"/>
                    <a:pt x="2439" y="25882"/>
                    <a:pt x="2439" y="25882"/>
                  </a:cubicBezTo>
                  <a:cubicBezTo>
                    <a:pt x="3170" y="26524"/>
                    <a:pt x="3170" y="26524"/>
                    <a:pt x="3170" y="26524"/>
                  </a:cubicBezTo>
                  <a:cubicBezTo>
                    <a:pt x="3414" y="28663"/>
                    <a:pt x="3414" y="28663"/>
                    <a:pt x="3414" y="28663"/>
                  </a:cubicBezTo>
                  <a:cubicBezTo>
                    <a:pt x="2439" y="29946"/>
                    <a:pt x="2439" y="29946"/>
                    <a:pt x="2439" y="29946"/>
                  </a:cubicBezTo>
                  <a:cubicBezTo>
                    <a:pt x="1463" y="31016"/>
                    <a:pt x="1951" y="30374"/>
                    <a:pt x="2195" y="31871"/>
                  </a:cubicBezTo>
                  <a:cubicBezTo>
                    <a:pt x="2926" y="31871"/>
                    <a:pt x="2926" y="31871"/>
                    <a:pt x="2926" y="31871"/>
                  </a:cubicBezTo>
                  <a:cubicBezTo>
                    <a:pt x="4146" y="33582"/>
                    <a:pt x="4146" y="33582"/>
                    <a:pt x="4146" y="33582"/>
                  </a:cubicBezTo>
                  <a:cubicBezTo>
                    <a:pt x="6585" y="34438"/>
                    <a:pt x="6585" y="34438"/>
                    <a:pt x="6585" y="34438"/>
                  </a:cubicBezTo>
                  <a:cubicBezTo>
                    <a:pt x="8780" y="34438"/>
                    <a:pt x="8780" y="34438"/>
                    <a:pt x="8780" y="34438"/>
                  </a:cubicBezTo>
                  <a:cubicBezTo>
                    <a:pt x="9756" y="35080"/>
                    <a:pt x="9756" y="35080"/>
                    <a:pt x="9756" y="35080"/>
                  </a:cubicBezTo>
                  <a:cubicBezTo>
                    <a:pt x="9024" y="37433"/>
                    <a:pt x="9024" y="37433"/>
                    <a:pt x="9024" y="37433"/>
                  </a:cubicBezTo>
                  <a:cubicBezTo>
                    <a:pt x="7560" y="38502"/>
                    <a:pt x="7560" y="38502"/>
                    <a:pt x="7560" y="38502"/>
                  </a:cubicBezTo>
                  <a:cubicBezTo>
                    <a:pt x="7560" y="38502"/>
                    <a:pt x="7560" y="38502"/>
                    <a:pt x="7317" y="38502"/>
                  </a:cubicBezTo>
                  <a:cubicBezTo>
                    <a:pt x="7317" y="38502"/>
                    <a:pt x="7560" y="38716"/>
                    <a:pt x="8292" y="38930"/>
                  </a:cubicBezTo>
                  <a:cubicBezTo>
                    <a:pt x="8780" y="38930"/>
                    <a:pt x="8780" y="39358"/>
                    <a:pt x="9512" y="39144"/>
                  </a:cubicBezTo>
                  <a:cubicBezTo>
                    <a:pt x="10243" y="38930"/>
                    <a:pt x="11219" y="38716"/>
                    <a:pt x="11463" y="38502"/>
                  </a:cubicBezTo>
                  <a:cubicBezTo>
                    <a:pt x="11707" y="38074"/>
                    <a:pt x="12195" y="37860"/>
                    <a:pt x="12439" y="37647"/>
                  </a:cubicBezTo>
                  <a:cubicBezTo>
                    <a:pt x="12682" y="37219"/>
                    <a:pt x="14146" y="35721"/>
                    <a:pt x="14390" y="35721"/>
                  </a:cubicBezTo>
                  <a:cubicBezTo>
                    <a:pt x="14390" y="35721"/>
                    <a:pt x="15853" y="34010"/>
                    <a:pt x="16097" y="33796"/>
                  </a:cubicBezTo>
                  <a:cubicBezTo>
                    <a:pt x="16341" y="33582"/>
                    <a:pt x="18292" y="32299"/>
                    <a:pt x="18292" y="32299"/>
                  </a:cubicBezTo>
                  <a:cubicBezTo>
                    <a:pt x="20975" y="31443"/>
                    <a:pt x="20975" y="31443"/>
                    <a:pt x="20975" y="31443"/>
                  </a:cubicBezTo>
                  <a:cubicBezTo>
                    <a:pt x="20975" y="31443"/>
                    <a:pt x="22195" y="32513"/>
                    <a:pt x="22439" y="32727"/>
                  </a:cubicBezTo>
                  <a:cubicBezTo>
                    <a:pt x="22682" y="32727"/>
                    <a:pt x="25365" y="33796"/>
                    <a:pt x="25365" y="33796"/>
                  </a:cubicBezTo>
                  <a:cubicBezTo>
                    <a:pt x="25365" y="33796"/>
                    <a:pt x="27073" y="34438"/>
                    <a:pt x="27317" y="34652"/>
                  </a:cubicBezTo>
                  <a:cubicBezTo>
                    <a:pt x="27317" y="34866"/>
                    <a:pt x="28780" y="35935"/>
                    <a:pt x="28780" y="35935"/>
                  </a:cubicBezTo>
                  <a:cubicBezTo>
                    <a:pt x="29756" y="36363"/>
                    <a:pt x="29756" y="36363"/>
                    <a:pt x="29756" y="36363"/>
                  </a:cubicBezTo>
                  <a:cubicBezTo>
                    <a:pt x="30487" y="35721"/>
                    <a:pt x="30487" y="35721"/>
                    <a:pt x="30487" y="35721"/>
                  </a:cubicBezTo>
                  <a:cubicBezTo>
                    <a:pt x="31463" y="36149"/>
                    <a:pt x="31463" y="36149"/>
                    <a:pt x="31463" y="36149"/>
                  </a:cubicBezTo>
                  <a:cubicBezTo>
                    <a:pt x="33170" y="37005"/>
                    <a:pt x="33170" y="37005"/>
                    <a:pt x="33170" y="37005"/>
                  </a:cubicBezTo>
                  <a:cubicBezTo>
                    <a:pt x="33902" y="38288"/>
                    <a:pt x="33902" y="38288"/>
                    <a:pt x="33902" y="38288"/>
                  </a:cubicBezTo>
                  <a:cubicBezTo>
                    <a:pt x="33902" y="38288"/>
                    <a:pt x="34390" y="40000"/>
                    <a:pt x="34390" y="40641"/>
                  </a:cubicBezTo>
                  <a:cubicBezTo>
                    <a:pt x="34390" y="41283"/>
                    <a:pt x="34634" y="42352"/>
                    <a:pt x="34634" y="42352"/>
                  </a:cubicBezTo>
                  <a:cubicBezTo>
                    <a:pt x="36829" y="43208"/>
                    <a:pt x="36829" y="43208"/>
                    <a:pt x="36829" y="43208"/>
                  </a:cubicBezTo>
                  <a:cubicBezTo>
                    <a:pt x="36829" y="43208"/>
                    <a:pt x="36829" y="45133"/>
                    <a:pt x="36829" y="45347"/>
                  </a:cubicBezTo>
                  <a:cubicBezTo>
                    <a:pt x="36829" y="45775"/>
                    <a:pt x="37073" y="46417"/>
                    <a:pt x="37073" y="47058"/>
                  </a:cubicBezTo>
                  <a:cubicBezTo>
                    <a:pt x="37073" y="47700"/>
                    <a:pt x="37073" y="48342"/>
                    <a:pt x="37073" y="48342"/>
                  </a:cubicBezTo>
                  <a:cubicBezTo>
                    <a:pt x="38048" y="48983"/>
                    <a:pt x="38048" y="48983"/>
                    <a:pt x="38048" y="48983"/>
                  </a:cubicBezTo>
                  <a:cubicBezTo>
                    <a:pt x="39268" y="49625"/>
                    <a:pt x="39268" y="49625"/>
                    <a:pt x="39268" y="49625"/>
                  </a:cubicBezTo>
                  <a:cubicBezTo>
                    <a:pt x="39512" y="50695"/>
                    <a:pt x="39512" y="50695"/>
                    <a:pt x="39512" y="50695"/>
                  </a:cubicBezTo>
                  <a:cubicBezTo>
                    <a:pt x="41463" y="51336"/>
                    <a:pt x="41463" y="51336"/>
                    <a:pt x="41463" y="51336"/>
                  </a:cubicBezTo>
                  <a:cubicBezTo>
                    <a:pt x="41951" y="52620"/>
                    <a:pt x="41951" y="52620"/>
                    <a:pt x="41951" y="52620"/>
                  </a:cubicBezTo>
                  <a:cubicBezTo>
                    <a:pt x="43170" y="53689"/>
                    <a:pt x="43170" y="53689"/>
                    <a:pt x="43170" y="53689"/>
                  </a:cubicBezTo>
                  <a:cubicBezTo>
                    <a:pt x="43170" y="54545"/>
                    <a:pt x="43170" y="54545"/>
                    <a:pt x="43170" y="54545"/>
                  </a:cubicBezTo>
                  <a:cubicBezTo>
                    <a:pt x="43170" y="54545"/>
                    <a:pt x="43170" y="54973"/>
                    <a:pt x="43658" y="54973"/>
                  </a:cubicBezTo>
                  <a:cubicBezTo>
                    <a:pt x="44146" y="54973"/>
                    <a:pt x="45853" y="54759"/>
                    <a:pt x="45853" y="54759"/>
                  </a:cubicBezTo>
                  <a:cubicBezTo>
                    <a:pt x="47560" y="56042"/>
                    <a:pt x="47560" y="56042"/>
                    <a:pt x="47560" y="56042"/>
                  </a:cubicBezTo>
                  <a:cubicBezTo>
                    <a:pt x="49512" y="57540"/>
                    <a:pt x="49512" y="57540"/>
                    <a:pt x="49512" y="57540"/>
                  </a:cubicBezTo>
                  <a:cubicBezTo>
                    <a:pt x="50487" y="59037"/>
                    <a:pt x="50487" y="59037"/>
                    <a:pt x="50487" y="59037"/>
                  </a:cubicBezTo>
                  <a:cubicBezTo>
                    <a:pt x="51951" y="59465"/>
                    <a:pt x="51951" y="59465"/>
                    <a:pt x="51951" y="59465"/>
                  </a:cubicBezTo>
                  <a:cubicBezTo>
                    <a:pt x="53902" y="60534"/>
                    <a:pt x="53902" y="60534"/>
                    <a:pt x="53902" y="60534"/>
                  </a:cubicBezTo>
                  <a:cubicBezTo>
                    <a:pt x="54634" y="62032"/>
                    <a:pt x="54634" y="62032"/>
                    <a:pt x="54634" y="62032"/>
                  </a:cubicBezTo>
                  <a:cubicBezTo>
                    <a:pt x="56341" y="63529"/>
                    <a:pt x="56341" y="63529"/>
                    <a:pt x="56341" y="63529"/>
                  </a:cubicBezTo>
                  <a:cubicBezTo>
                    <a:pt x="57317" y="63957"/>
                    <a:pt x="57317" y="63957"/>
                    <a:pt x="57317" y="63957"/>
                  </a:cubicBezTo>
                  <a:cubicBezTo>
                    <a:pt x="57804" y="64812"/>
                    <a:pt x="57804" y="64812"/>
                    <a:pt x="57804" y="64812"/>
                  </a:cubicBezTo>
                  <a:cubicBezTo>
                    <a:pt x="58780" y="65240"/>
                    <a:pt x="58780" y="65240"/>
                    <a:pt x="58780" y="65240"/>
                  </a:cubicBezTo>
                  <a:cubicBezTo>
                    <a:pt x="59756" y="65454"/>
                    <a:pt x="59756" y="65454"/>
                    <a:pt x="59756" y="65454"/>
                  </a:cubicBezTo>
                  <a:cubicBezTo>
                    <a:pt x="61219" y="65668"/>
                    <a:pt x="61219" y="65668"/>
                    <a:pt x="61219" y="65668"/>
                  </a:cubicBezTo>
                  <a:cubicBezTo>
                    <a:pt x="62195" y="66524"/>
                    <a:pt x="62195" y="66524"/>
                    <a:pt x="62195" y="66524"/>
                  </a:cubicBezTo>
                  <a:cubicBezTo>
                    <a:pt x="62195" y="66524"/>
                    <a:pt x="62682" y="66951"/>
                    <a:pt x="62682" y="67165"/>
                  </a:cubicBezTo>
                  <a:cubicBezTo>
                    <a:pt x="62682" y="67593"/>
                    <a:pt x="62195" y="67807"/>
                    <a:pt x="62926" y="67807"/>
                  </a:cubicBezTo>
                  <a:cubicBezTo>
                    <a:pt x="63658" y="67807"/>
                    <a:pt x="64390" y="67593"/>
                    <a:pt x="64390" y="67593"/>
                  </a:cubicBezTo>
                  <a:cubicBezTo>
                    <a:pt x="65853" y="67379"/>
                    <a:pt x="65853" y="67379"/>
                    <a:pt x="65853" y="67379"/>
                  </a:cubicBezTo>
                  <a:cubicBezTo>
                    <a:pt x="66829" y="67379"/>
                    <a:pt x="66829" y="67379"/>
                    <a:pt x="66829" y="67379"/>
                  </a:cubicBezTo>
                  <a:cubicBezTo>
                    <a:pt x="67804" y="67379"/>
                    <a:pt x="67804" y="67379"/>
                    <a:pt x="67804" y="67379"/>
                  </a:cubicBezTo>
                  <a:cubicBezTo>
                    <a:pt x="69512" y="67165"/>
                    <a:pt x="69512" y="67165"/>
                    <a:pt x="69512" y="67165"/>
                  </a:cubicBezTo>
                  <a:cubicBezTo>
                    <a:pt x="70487" y="67807"/>
                    <a:pt x="70487" y="67807"/>
                    <a:pt x="70487" y="67807"/>
                  </a:cubicBezTo>
                  <a:cubicBezTo>
                    <a:pt x="73170" y="70588"/>
                    <a:pt x="73170" y="70588"/>
                    <a:pt x="73170" y="70588"/>
                  </a:cubicBezTo>
                  <a:cubicBezTo>
                    <a:pt x="73170" y="70588"/>
                    <a:pt x="73902" y="71657"/>
                    <a:pt x="73902" y="72085"/>
                  </a:cubicBezTo>
                  <a:cubicBezTo>
                    <a:pt x="73902" y="72299"/>
                    <a:pt x="74878" y="72085"/>
                    <a:pt x="75121" y="72085"/>
                  </a:cubicBezTo>
                  <a:cubicBezTo>
                    <a:pt x="75365" y="72085"/>
                    <a:pt x="77317" y="72085"/>
                    <a:pt x="77317" y="72085"/>
                  </a:cubicBezTo>
                  <a:cubicBezTo>
                    <a:pt x="78780" y="72941"/>
                    <a:pt x="78780" y="72941"/>
                    <a:pt x="78780" y="72941"/>
                  </a:cubicBezTo>
                  <a:cubicBezTo>
                    <a:pt x="77804" y="74010"/>
                    <a:pt x="77804" y="74010"/>
                    <a:pt x="77804" y="74010"/>
                  </a:cubicBezTo>
                  <a:cubicBezTo>
                    <a:pt x="79268" y="74652"/>
                    <a:pt x="79268" y="74652"/>
                    <a:pt x="79268" y="74652"/>
                  </a:cubicBezTo>
                  <a:cubicBezTo>
                    <a:pt x="80000" y="73796"/>
                    <a:pt x="80000" y="73796"/>
                    <a:pt x="80000" y="73796"/>
                  </a:cubicBezTo>
                  <a:cubicBezTo>
                    <a:pt x="81463" y="74010"/>
                    <a:pt x="81463" y="74010"/>
                    <a:pt x="81463" y="74010"/>
                  </a:cubicBezTo>
                  <a:cubicBezTo>
                    <a:pt x="82682" y="74866"/>
                    <a:pt x="82682" y="74866"/>
                    <a:pt x="82682" y="74866"/>
                  </a:cubicBezTo>
                  <a:cubicBezTo>
                    <a:pt x="82926" y="75508"/>
                    <a:pt x="82926" y="75508"/>
                    <a:pt x="82926" y="75508"/>
                  </a:cubicBezTo>
                  <a:cubicBezTo>
                    <a:pt x="83658" y="75935"/>
                    <a:pt x="83658" y="75935"/>
                    <a:pt x="83658" y="75935"/>
                  </a:cubicBezTo>
                  <a:cubicBezTo>
                    <a:pt x="83414" y="77005"/>
                    <a:pt x="83414" y="77005"/>
                    <a:pt x="83414" y="77005"/>
                  </a:cubicBezTo>
                  <a:cubicBezTo>
                    <a:pt x="83414" y="77647"/>
                    <a:pt x="83414" y="77647"/>
                    <a:pt x="83414" y="77647"/>
                  </a:cubicBezTo>
                  <a:cubicBezTo>
                    <a:pt x="83902" y="78502"/>
                    <a:pt x="83902" y="78502"/>
                    <a:pt x="83902" y="78502"/>
                  </a:cubicBezTo>
                  <a:cubicBezTo>
                    <a:pt x="85121" y="78930"/>
                    <a:pt x="85121" y="78930"/>
                    <a:pt x="85121" y="78930"/>
                  </a:cubicBezTo>
                  <a:cubicBezTo>
                    <a:pt x="86341" y="79572"/>
                    <a:pt x="86341" y="79572"/>
                    <a:pt x="86341" y="79572"/>
                  </a:cubicBezTo>
                  <a:cubicBezTo>
                    <a:pt x="87073" y="80000"/>
                    <a:pt x="87073" y="80000"/>
                    <a:pt x="87073" y="80000"/>
                  </a:cubicBezTo>
                  <a:cubicBezTo>
                    <a:pt x="88048" y="80000"/>
                    <a:pt x="88048" y="80000"/>
                    <a:pt x="88048" y="80000"/>
                  </a:cubicBezTo>
                  <a:cubicBezTo>
                    <a:pt x="89512" y="79786"/>
                    <a:pt x="89512" y="79786"/>
                    <a:pt x="89512" y="79786"/>
                  </a:cubicBezTo>
                  <a:cubicBezTo>
                    <a:pt x="91219" y="80000"/>
                    <a:pt x="91219" y="80000"/>
                    <a:pt x="91219" y="80000"/>
                  </a:cubicBezTo>
                  <a:cubicBezTo>
                    <a:pt x="92682" y="82139"/>
                    <a:pt x="92682" y="82139"/>
                    <a:pt x="92682" y="82139"/>
                  </a:cubicBezTo>
                  <a:cubicBezTo>
                    <a:pt x="93414" y="84064"/>
                    <a:pt x="93414" y="84064"/>
                    <a:pt x="93414" y="84064"/>
                  </a:cubicBezTo>
                  <a:cubicBezTo>
                    <a:pt x="94390" y="85775"/>
                    <a:pt x="94390" y="85775"/>
                    <a:pt x="94390" y="85775"/>
                  </a:cubicBezTo>
                  <a:cubicBezTo>
                    <a:pt x="95121" y="86844"/>
                    <a:pt x="95121" y="86844"/>
                    <a:pt x="95121" y="86844"/>
                  </a:cubicBezTo>
                  <a:cubicBezTo>
                    <a:pt x="95609" y="88556"/>
                    <a:pt x="95609" y="88556"/>
                    <a:pt x="95609" y="88556"/>
                  </a:cubicBezTo>
                  <a:cubicBezTo>
                    <a:pt x="96341" y="89411"/>
                    <a:pt x="96341" y="89411"/>
                    <a:pt x="96341" y="89411"/>
                  </a:cubicBezTo>
                  <a:cubicBezTo>
                    <a:pt x="97560" y="91550"/>
                    <a:pt x="97560" y="91550"/>
                    <a:pt x="97560" y="91550"/>
                  </a:cubicBezTo>
                  <a:cubicBezTo>
                    <a:pt x="98048" y="92406"/>
                    <a:pt x="98048" y="92406"/>
                    <a:pt x="98048" y="92406"/>
                  </a:cubicBezTo>
                  <a:cubicBezTo>
                    <a:pt x="97560" y="93475"/>
                    <a:pt x="97560" y="93475"/>
                    <a:pt x="97560" y="93475"/>
                  </a:cubicBezTo>
                  <a:cubicBezTo>
                    <a:pt x="97560" y="93475"/>
                    <a:pt x="97073" y="94545"/>
                    <a:pt x="96829" y="94545"/>
                  </a:cubicBezTo>
                  <a:cubicBezTo>
                    <a:pt x="96829" y="94759"/>
                    <a:pt x="96097" y="94973"/>
                    <a:pt x="95853" y="94973"/>
                  </a:cubicBezTo>
                  <a:cubicBezTo>
                    <a:pt x="95609" y="95187"/>
                    <a:pt x="95365" y="95187"/>
                    <a:pt x="95121" y="95401"/>
                  </a:cubicBezTo>
                  <a:cubicBezTo>
                    <a:pt x="94878" y="95614"/>
                    <a:pt x="94634" y="96256"/>
                    <a:pt x="94634" y="96256"/>
                  </a:cubicBezTo>
                  <a:cubicBezTo>
                    <a:pt x="95365" y="97540"/>
                    <a:pt x="95365" y="97540"/>
                    <a:pt x="95365" y="97540"/>
                  </a:cubicBezTo>
                  <a:cubicBezTo>
                    <a:pt x="95121" y="99037"/>
                    <a:pt x="95121" y="99037"/>
                    <a:pt x="95121" y="99037"/>
                  </a:cubicBezTo>
                  <a:cubicBezTo>
                    <a:pt x="94634" y="100320"/>
                    <a:pt x="94634" y="100320"/>
                    <a:pt x="94634" y="100320"/>
                  </a:cubicBezTo>
                  <a:close/>
                  <a:moveTo>
                    <a:pt x="13902" y="73796"/>
                  </a:moveTo>
                  <a:cubicBezTo>
                    <a:pt x="13902" y="73796"/>
                    <a:pt x="13902" y="73796"/>
                    <a:pt x="13902" y="73796"/>
                  </a:cubicBezTo>
                  <a:cubicBezTo>
                    <a:pt x="14634" y="71657"/>
                    <a:pt x="14634" y="71657"/>
                    <a:pt x="14634" y="71657"/>
                  </a:cubicBezTo>
                  <a:cubicBezTo>
                    <a:pt x="15609" y="70802"/>
                    <a:pt x="15609" y="70802"/>
                    <a:pt x="15609" y="70802"/>
                  </a:cubicBezTo>
                  <a:cubicBezTo>
                    <a:pt x="15365" y="71871"/>
                    <a:pt x="15365" y="71871"/>
                    <a:pt x="15365" y="71871"/>
                  </a:cubicBezTo>
                  <a:cubicBezTo>
                    <a:pt x="15121" y="73155"/>
                    <a:pt x="15121" y="73155"/>
                    <a:pt x="15121" y="73155"/>
                  </a:cubicBezTo>
                  <a:cubicBezTo>
                    <a:pt x="15121" y="73155"/>
                    <a:pt x="17073" y="73796"/>
                    <a:pt x="17317" y="73796"/>
                  </a:cubicBezTo>
                  <a:cubicBezTo>
                    <a:pt x="17560" y="73796"/>
                    <a:pt x="17804" y="73368"/>
                    <a:pt x="18292" y="73155"/>
                  </a:cubicBezTo>
                  <a:cubicBezTo>
                    <a:pt x="18536" y="72941"/>
                    <a:pt x="20243" y="72941"/>
                    <a:pt x="20243" y="72941"/>
                  </a:cubicBezTo>
                  <a:cubicBezTo>
                    <a:pt x="20243" y="72941"/>
                    <a:pt x="20487" y="72299"/>
                    <a:pt x="20731" y="71871"/>
                  </a:cubicBezTo>
                  <a:cubicBezTo>
                    <a:pt x="20975" y="71443"/>
                    <a:pt x="22195" y="70374"/>
                    <a:pt x="22439" y="70160"/>
                  </a:cubicBezTo>
                  <a:cubicBezTo>
                    <a:pt x="22682" y="70160"/>
                    <a:pt x="23170" y="69732"/>
                    <a:pt x="23414" y="69732"/>
                  </a:cubicBezTo>
                  <a:cubicBezTo>
                    <a:pt x="23658" y="69518"/>
                    <a:pt x="24878" y="69090"/>
                    <a:pt x="24878" y="69090"/>
                  </a:cubicBezTo>
                  <a:cubicBezTo>
                    <a:pt x="28048" y="70160"/>
                    <a:pt x="28048" y="70160"/>
                    <a:pt x="28048" y="70160"/>
                  </a:cubicBezTo>
                  <a:cubicBezTo>
                    <a:pt x="28536" y="71871"/>
                    <a:pt x="28536" y="71871"/>
                    <a:pt x="28536" y="71871"/>
                  </a:cubicBezTo>
                  <a:cubicBezTo>
                    <a:pt x="30243" y="74652"/>
                    <a:pt x="30243" y="74652"/>
                    <a:pt x="30243" y="74652"/>
                  </a:cubicBezTo>
                  <a:cubicBezTo>
                    <a:pt x="30731" y="75935"/>
                    <a:pt x="30731" y="75935"/>
                    <a:pt x="30731" y="75935"/>
                  </a:cubicBezTo>
                  <a:cubicBezTo>
                    <a:pt x="30731" y="75935"/>
                    <a:pt x="31463" y="76577"/>
                    <a:pt x="31219" y="77219"/>
                  </a:cubicBezTo>
                  <a:cubicBezTo>
                    <a:pt x="30975" y="78074"/>
                    <a:pt x="29512" y="80213"/>
                    <a:pt x="29512" y="80213"/>
                  </a:cubicBezTo>
                  <a:cubicBezTo>
                    <a:pt x="29512" y="81497"/>
                    <a:pt x="29512" y="81497"/>
                    <a:pt x="29512" y="81497"/>
                  </a:cubicBezTo>
                  <a:cubicBezTo>
                    <a:pt x="30487" y="83208"/>
                    <a:pt x="30487" y="83208"/>
                    <a:pt x="30487" y="83208"/>
                  </a:cubicBezTo>
                  <a:cubicBezTo>
                    <a:pt x="29024" y="86417"/>
                    <a:pt x="29024" y="86417"/>
                    <a:pt x="29024" y="86417"/>
                  </a:cubicBezTo>
                  <a:cubicBezTo>
                    <a:pt x="29756" y="88770"/>
                    <a:pt x="29756" y="88770"/>
                    <a:pt x="29756" y="88770"/>
                  </a:cubicBezTo>
                  <a:cubicBezTo>
                    <a:pt x="29268" y="91978"/>
                    <a:pt x="29268" y="91978"/>
                    <a:pt x="29268" y="91978"/>
                  </a:cubicBezTo>
                  <a:cubicBezTo>
                    <a:pt x="29024" y="93689"/>
                    <a:pt x="29024" y="93689"/>
                    <a:pt x="29024" y="93689"/>
                  </a:cubicBezTo>
                  <a:cubicBezTo>
                    <a:pt x="29024" y="93689"/>
                    <a:pt x="28048" y="94545"/>
                    <a:pt x="27560" y="94331"/>
                  </a:cubicBezTo>
                  <a:cubicBezTo>
                    <a:pt x="27073" y="94117"/>
                    <a:pt x="24634" y="92620"/>
                    <a:pt x="24634" y="92620"/>
                  </a:cubicBezTo>
                  <a:cubicBezTo>
                    <a:pt x="23658" y="92406"/>
                    <a:pt x="23658" y="92406"/>
                    <a:pt x="23658" y="92406"/>
                  </a:cubicBezTo>
                  <a:cubicBezTo>
                    <a:pt x="22926" y="93903"/>
                    <a:pt x="22926" y="93903"/>
                    <a:pt x="22926" y="93903"/>
                  </a:cubicBezTo>
                  <a:cubicBezTo>
                    <a:pt x="23170" y="94973"/>
                    <a:pt x="23170" y="94973"/>
                    <a:pt x="23170" y="94973"/>
                  </a:cubicBezTo>
                  <a:cubicBezTo>
                    <a:pt x="21951" y="96898"/>
                    <a:pt x="21951" y="96898"/>
                    <a:pt x="21951" y="96898"/>
                  </a:cubicBezTo>
                  <a:cubicBezTo>
                    <a:pt x="20731" y="96898"/>
                    <a:pt x="20731" y="96898"/>
                    <a:pt x="20731" y="96898"/>
                  </a:cubicBezTo>
                  <a:cubicBezTo>
                    <a:pt x="19268" y="96470"/>
                    <a:pt x="19268" y="96470"/>
                    <a:pt x="19268" y="96470"/>
                  </a:cubicBezTo>
                  <a:cubicBezTo>
                    <a:pt x="17804" y="94759"/>
                    <a:pt x="17804" y="94759"/>
                    <a:pt x="17804" y="94759"/>
                  </a:cubicBezTo>
                  <a:cubicBezTo>
                    <a:pt x="17804" y="94759"/>
                    <a:pt x="17804" y="95187"/>
                    <a:pt x="17317" y="95401"/>
                  </a:cubicBezTo>
                  <a:cubicBezTo>
                    <a:pt x="16829" y="95401"/>
                    <a:pt x="16097" y="95187"/>
                    <a:pt x="16097" y="95187"/>
                  </a:cubicBezTo>
                  <a:cubicBezTo>
                    <a:pt x="16585" y="93903"/>
                    <a:pt x="16585" y="93903"/>
                    <a:pt x="16585" y="93903"/>
                  </a:cubicBezTo>
                  <a:cubicBezTo>
                    <a:pt x="16097" y="92406"/>
                    <a:pt x="16097" y="92406"/>
                    <a:pt x="16097" y="92406"/>
                  </a:cubicBezTo>
                  <a:cubicBezTo>
                    <a:pt x="16585" y="90909"/>
                    <a:pt x="16585" y="90909"/>
                    <a:pt x="16585" y="90909"/>
                  </a:cubicBezTo>
                  <a:cubicBezTo>
                    <a:pt x="16585" y="88770"/>
                    <a:pt x="16585" y="88770"/>
                    <a:pt x="16585" y="88770"/>
                  </a:cubicBezTo>
                  <a:cubicBezTo>
                    <a:pt x="17073" y="87914"/>
                    <a:pt x="17073" y="87914"/>
                    <a:pt x="17073" y="87914"/>
                  </a:cubicBezTo>
                  <a:cubicBezTo>
                    <a:pt x="17317" y="86844"/>
                    <a:pt x="17317" y="86844"/>
                    <a:pt x="17317" y="86844"/>
                  </a:cubicBezTo>
                  <a:cubicBezTo>
                    <a:pt x="18048" y="85561"/>
                    <a:pt x="18048" y="85561"/>
                    <a:pt x="18048" y="85561"/>
                  </a:cubicBezTo>
                  <a:cubicBezTo>
                    <a:pt x="17804" y="84491"/>
                    <a:pt x="17804" y="84491"/>
                    <a:pt x="17804" y="84491"/>
                  </a:cubicBezTo>
                  <a:cubicBezTo>
                    <a:pt x="17317" y="84705"/>
                    <a:pt x="17317" y="84705"/>
                    <a:pt x="17317" y="84705"/>
                  </a:cubicBezTo>
                  <a:cubicBezTo>
                    <a:pt x="15853" y="83422"/>
                    <a:pt x="15853" y="83422"/>
                    <a:pt x="15853" y="83422"/>
                  </a:cubicBezTo>
                  <a:cubicBezTo>
                    <a:pt x="15853" y="83422"/>
                    <a:pt x="16341" y="82994"/>
                    <a:pt x="16829" y="82566"/>
                  </a:cubicBezTo>
                  <a:cubicBezTo>
                    <a:pt x="17317" y="82139"/>
                    <a:pt x="17317" y="81925"/>
                    <a:pt x="17317" y="81497"/>
                  </a:cubicBezTo>
                  <a:cubicBezTo>
                    <a:pt x="17317" y="81069"/>
                    <a:pt x="17073" y="80000"/>
                    <a:pt x="16829" y="80000"/>
                  </a:cubicBezTo>
                  <a:cubicBezTo>
                    <a:pt x="16585" y="79786"/>
                    <a:pt x="16097" y="79358"/>
                    <a:pt x="16097" y="79358"/>
                  </a:cubicBezTo>
                  <a:cubicBezTo>
                    <a:pt x="16097" y="78074"/>
                    <a:pt x="16097" y="78074"/>
                    <a:pt x="16097" y="78074"/>
                  </a:cubicBezTo>
                  <a:cubicBezTo>
                    <a:pt x="16097" y="78074"/>
                    <a:pt x="15853" y="77433"/>
                    <a:pt x="15609" y="77433"/>
                  </a:cubicBezTo>
                  <a:cubicBezTo>
                    <a:pt x="15121" y="77219"/>
                    <a:pt x="13902" y="76577"/>
                    <a:pt x="13902" y="76577"/>
                  </a:cubicBezTo>
                  <a:cubicBezTo>
                    <a:pt x="14146" y="75080"/>
                    <a:pt x="14146" y="75080"/>
                    <a:pt x="14146" y="75080"/>
                  </a:cubicBezTo>
                  <a:cubicBezTo>
                    <a:pt x="13658" y="74652"/>
                    <a:pt x="13658" y="74652"/>
                    <a:pt x="13658" y="74652"/>
                  </a:cubicBezTo>
                  <a:lnTo>
                    <a:pt x="13902" y="73796"/>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51" name="Shape 2048">
              <a:extLst>
                <a:ext uri="{FF2B5EF4-FFF2-40B4-BE49-F238E27FC236}">
                  <a16:creationId xmlns:a16="http://schemas.microsoft.com/office/drawing/2014/main" id="{41C0D60A-ECC8-4752-9399-E875F96C6F30}"/>
                </a:ext>
              </a:extLst>
            </p:cNvPr>
            <p:cNvSpPr/>
            <p:nvPr/>
          </p:nvSpPr>
          <p:spPr>
            <a:xfrm>
              <a:off x="5904410" y="2909082"/>
              <a:ext cx="841064" cy="588110"/>
            </a:xfrm>
            <a:custGeom>
              <a:avLst/>
              <a:gdLst/>
              <a:ahLst/>
              <a:cxnLst/>
              <a:rect l="0" t="0" r="0" b="0"/>
              <a:pathLst>
                <a:path w="120000" h="120000" extrusionOk="0">
                  <a:moveTo>
                    <a:pt x="22439" y="27518"/>
                  </a:moveTo>
                  <a:cubicBezTo>
                    <a:pt x="22439" y="27518"/>
                    <a:pt x="22439" y="27518"/>
                    <a:pt x="22439" y="27518"/>
                  </a:cubicBezTo>
                  <a:cubicBezTo>
                    <a:pt x="21463" y="27969"/>
                    <a:pt x="21463" y="27969"/>
                    <a:pt x="21463" y="27969"/>
                  </a:cubicBezTo>
                  <a:cubicBezTo>
                    <a:pt x="20813" y="28872"/>
                    <a:pt x="20813" y="28872"/>
                    <a:pt x="20813" y="28872"/>
                  </a:cubicBezTo>
                  <a:cubicBezTo>
                    <a:pt x="20162" y="31578"/>
                    <a:pt x="20162" y="31578"/>
                    <a:pt x="20162" y="31578"/>
                  </a:cubicBezTo>
                  <a:cubicBezTo>
                    <a:pt x="20162" y="31578"/>
                    <a:pt x="20162" y="31578"/>
                    <a:pt x="20162" y="31578"/>
                  </a:cubicBezTo>
                  <a:cubicBezTo>
                    <a:pt x="19186" y="32932"/>
                    <a:pt x="19186" y="32932"/>
                    <a:pt x="19186" y="32932"/>
                  </a:cubicBezTo>
                  <a:cubicBezTo>
                    <a:pt x="19186" y="32932"/>
                    <a:pt x="19186" y="32932"/>
                    <a:pt x="19186" y="32932"/>
                  </a:cubicBezTo>
                  <a:cubicBezTo>
                    <a:pt x="18861" y="35187"/>
                    <a:pt x="18861" y="35187"/>
                    <a:pt x="18861" y="35187"/>
                  </a:cubicBezTo>
                  <a:cubicBezTo>
                    <a:pt x="18861" y="35187"/>
                    <a:pt x="19186" y="36992"/>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9186" y="37443"/>
                    <a:pt x="19186" y="37443"/>
                    <a:pt x="19186" y="37443"/>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861" y="37894"/>
                    <a:pt x="18861" y="37894"/>
                    <a:pt x="18861" y="37894"/>
                  </a:cubicBezTo>
                  <a:cubicBezTo>
                    <a:pt x="18536"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7894"/>
                    <a:pt x="18211" y="37894"/>
                    <a:pt x="18211" y="37894"/>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8211" y="38345"/>
                    <a:pt x="18211" y="38345"/>
                    <a:pt x="18211" y="38345"/>
                  </a:cubicBezTo>
                  <a:cubicBezTo>
                    <a:pt x="17886" y="41954"/>
                    <a:pt x="17886" y="41954"/>
                    <a:pt x="17886" y="41954"/>
                  </a:cubicBezTo>
                  <a:cubicBezTo>
                    <a:pt x="16585" y="43759"/>
                    <a:pt x="16585" y="43759"/>
                    <a:pt x="16585" y="43759"/>
                  </a:cubicBezTo>
                  <a:cubicBezTo>
                    <a:pt x="16260" y="46015"/>
                    <a:pt x="16260" y="46015"/>
                    <a:pt x="16260" y="46015"/>
                  </a:cubicBezTo>
                  <a:cubicBezTo>
                    <a:pt x="16260" y="47368"/>
                    <a:pt x="16260" y="47368"/>
                    <a:pt x="16260" y="47368"/>
                  </a:cubicBezTo>
                  <a:cubicBezTo>
                    <a:pt x="16260" y="47368"/>
                    <a:pt x="16260" y="47368"/>
                    <a:pt x="16260" y="47368"/>
                  </a:cubicBezTo>
                  <a:cubicBezTo>
                    <a:pt x="16260" y="47368"/>
                    <a:pt x="16260" y="47368"/>
                    <a:pt x="16260" y="47368"/>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7819"/>
                    <a:pt x="16260" y="47819"/>
                    <a:pt x="16260" y="47819"/>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270"/>
                    <a:pt x="16260" y="48270"/>
                    <a:pt x="16260" y="48270"/>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8721"/>
                    <a:pt x="16260" y="48721"/>
                    <a:pt x="16260" y="48721"/>
                  </a:cubicBezTo>
                  <a:cubicBezTo>
                    <a:pt x="16260" y="49172"/>
                    <a:pt x="16260" y="49172"/>
                    <a:pt x="15934" y="49172"/>
                  </a:cubicBezTo>
                  <a:cubicBezTo>
                    <a:pt x="15284" y="49624"/>
                    <a:pt x="14959" y="50526"/>
                    <a:pt x="14959" y="50526"/>
                  </a:cubicBezTo>
                  <a:cubicBezTo>
                    <a:pt x="14959" y="53684"/>
                    <a:pt x="14959" y="53684"/>
                    <a:pt x="14959" y="53684"/>
                  </a:cubicBezTo>
                  <a:cubicBezTo>
                    <a:pt x="14634" y="54586"/>
                    <a:pt x="14634" y="54586"/>
                    <a:pt x="14634" y="54586"/>
                  </a:cubicBezTo>
                  <a:cubicBezTo>
                    <a:pt x="13983" y="55939"/>
                    <a:pt x="13983" y="55939"/>
                    <a:pt x="13983" y="55939"/>
                  </a:cubicBezTo>
                  <a:cubicBezTo>
                    <a:pt x="14308" y="57744"/>
                    <a:pt x="14308" y="57744"/>
                    <a:pt x="14308" y="57744"/>
                  </a:cubicBezTo>
                  <a:cubicBezTo>
                    <a:pt x="14308" y="57744"/>
                    <a:pt x="14308" y="57744"/>
                    <a:pt x="14308" y="57744"/>
                  </a:cubicBezTo>
                  <a:cubicBezTo>
                    <a:pt x="13658" y="59097"/>
                    <a:pt x="13658" y="59097"/>
                    <a:pt x="13658" y="59097"/>
                  </a:cubicBezTo>
                  <a:cubicBezTo>
                    <a:pt x="13983" y="61353"/>
                    <a:pt x="13983" y="61353"/>
                    <a:pt x="13983" y="61353"/>
                  </a:cubicBezTo>
                  <a:cubicBezTo>
                    <a:pt x="13333" y="62706"/>
                    <a:pt x="13333" y="62706"/>
                    <a:pt x="13333" y="62706"/>
                  </a:cubicBezTo>
                  <a:cubicBezTo>
                    <a:pt x="13008" y="63157"/>
                    <a:pt x="13008" y="63157"/>
                    <a:pt x="13008" y="63157"/>
                  </a:cubicBezTo>
                  <a:cubicBezTo>
                    <a:pt x="12682" y="64511"/>
                    <a:pt x="12682" y="64511"/>
                    <a:pt x="12682" y="64511"/>
                  </a:cubicBezTo>
                  <a:cubicBezTo>
                    <a:pt x="12032" y="66766"/>
                    <a:pt x="12032" y="66766"/>
                    <a:pt x="12032" y="66766"/>
                  </a:cubicBezTo>
                  <a:cubicBezTo>
                    <a:pt x="9430" y="69924"/>
                    <a:pt x="9430" y="69924"/>
                    <a:pt x="9430" y="69924"/>
                  </a:cubicBezTo>
                  <a:cubicBezTo>
                    <a:pt x="8455" y="69473"/>
                    <a:pt x="8455" y="69473"/>
                    <a:pt x="8455" y="69473"/>
                  </a:cubicBezTo>
                  <a:cubicBezTo>
                    <a:pt x="7804" y="69924"/>
                    <a:pt x="7804" y="69924"/>
                    <a:pt x="7804" y="69924"/>
                  </a:cubicBezTo>
                  <a:cubicBezTo>
                    <a:pt x="7154" y="70827"/>
                    <a:pt x="7154" y="70827"/>
                    <a:pt x="7154" y="70827"/>
                  </a:cubicBezTo>
                  <a:cubicBezTo>
                    <a:pt x="7154" y="70827"/>
                    <a:pt x="7479" y="70827"/>
                    <a:pt x="6829" y="71729"/>
                  </a:cubicBezTo>
                  <a:cubicBezTo>
                    <a:pt x="6178" y="72180"/>
                    <a:pt x="4878" y="72631"/>
                    <a:pt x="4878" y="72631"/>
                  </a:cubicBezTo>
                  <a:cubicBezTo>
                    <a:pt x="4227" y="72631"/>
                    <a:pt x="4227" y="72631"/>
                    <a:pt x="4227" y="72631"/>
                  </a:cubicBezTo>
                  <a:cubicBezTo>
                    <a:pt x="1951" y="72631"/>
                    <a:pt x="1951" y="72631"/>
                    <a:pt x="1951" y="72631"/>
                  </a:cubicBezTo>
                  <a:cubicBezTo>
                    <a:pt x="1951" y="72631"/>
                    <a:pt x="1951" y="72631"/>
                    <a:pt x="1951" y="72631"/>
                  </a:cubicBezTo>
                  <a:cubicBezTo>
                    <a:pt x="1951" y="72631"/>
                    <a:pt x="1951" y="72631"/>
                    <a:pt x="1951" y="72631"/>
                  </a:cubicBezTo>
                  <a:cubicBezTo>
                    <a:pt x="1951" y="72631"/>
                    <a:pt x="1626" y="72180"/>
                    <a:pt x="1300" y="72631"/>
                  </a:cubicBezTo>
                  <a:cubicBezTo>
                    <a:pt x="1300" y="72631"/>
                    <a:pt x="975" y="72631"/>
                    <a:pt x="975" y="72631"/>
                  </a:cubicBezTo>
                  <a:cubicBezTo>
                    <a:pt x="975" y="72631"/>
                    <a:pt x="975" y="72631"/>
                    <a:pt x="975"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650" y="72631"/>
                    <a:pt x="650" y="72631"/>
                    <a:pt x="650" y="72631"/>
                  </a:cubicBezTo>
                  <a:cubicBezTo>
                    <a:pt x="325" y="72631"/>
                    <a:pt x="325" y="72631"/>
                    <a:pt x="325" y="72631"/>
                  </a:cubicBezTo>
                  <a:cubicBezTo>
                    <a:pt x="325" y="72631"/>
                    <a:pt x="325" y="72631"/>
                    <a:pt x="325" y="72631"/>
                  </a:cubicBezTo>
                  <a:cubicBezTo>
                    <a:pt x="325" y="72631"/>
                    <a:pt x="325" y="72631"/>
                    <a:pt x="325" y="72631"/>
                  </a:cubicBezTo>
                  <a:cubicBezTo>
                    <a:pt x="325" y="72631"/>
                    <a:pt x="325" y="72631"/>
                    <a:pt x="325" y="72631"/>
                  </a:cubicBezTo>
                  <a:cubicBezTo>
                    <a:pt x="325" y="72631"/>
                    <a:pt x="325" y="72631"/>
                    <a:pt x="325" y="72631"/>
                  </a:cubicBezTo>
                  <a:cubicBezTo>
                    <a:pt x="325" y="72631"/>
                    <a:pt x="325" y="72631"/>
                    <a:pt x="325"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0" y="72631"/>
                    <a:pt x="0" y="72631"/>
                  </a:cubicBezTo>
                  <a:cubicBezTo>
                    <a:pt x="0" y="72631"/>
                    <a:pt x="325" y="73082"/>
                    <a:pt x="650" y="73082"/>
                  </a:cubicBezTo>
                  <a:cubicBezTo>
                    <a:pt x="1300" y="73533"/>
                    <a:pt x="1626" y="74887"/>
                    <a:pt x="1951" y="74887"/>
                  </a:cubicBezTo>
                  <a:cubicBezTo>
                    <a:pt x="2601" y="75338"/>
                    <a:pt x="3252" y="75338"/>
                    <a:pt x="3577" y="75338"/>
                  </a:cubicBezTo>
                  <a:cubicBezTo>
                    <a:pt x="3902" y="75789"/>
                    <a:pt x="4552" y="76240"/>
                    <a:pt x="4552" y="76240"/>
                  </a:cubicBezTo>
                  <a:cubicBezTo>
                    <a:pt x="4552" y="76240"/>
                    <a:pt x="6178" y="78496"/>
                    <a:pt x="6504" y="78496"/>
                  </a:cubicBezTo>
                  <a:cubicBezTo>
                    <a:pt x="6829" y="78496"/>
                    <a:pt x="6829" y="78496"/>
                    <a:pt x="7154" y="79398"/>
                  </a:cubicBezTo>
                  <a:cubicBezTo>
                    <a:pt x="7479" y="79849"/>
                    <a:pt x="8455" y="79398"/>
                    <a:pt x="8455" y="79398"/>
                  </a:cubicBezTo>
                  <a:cubicBezTo>
                    <a:pt x="8455" y="79398"/>
                    <a:pt x="8780" y="80751"/>
                    <a:pt x="8455" y="81203"/>
                  </a:cubicBezTo>
                  <a:cubicBezTo>
                    <a:pt x="8455" y="81654"/>
                    <a:pt x="8455" y="83007"/>
                    <a:pt x="8455" y="83007"/>
                  </a:cubicBezTo>
                  <a:cubicBezTo>
                    <a:pt x="8455" y="83007"/>
                    <a:pt x="8455" y="83458"/>
                    <a:pt x="8455" y="83909"/>
                  </a:cubicBezTo>
                  <a:cubicBezTo>
                    <a:pt x="8780" y="84812"/>
                    <a:pt x="9105" y="84812"/>
                    <a:pt x="9105" y="85714"/>
                  </a:cubicBezTo>
                  <a:cubicBezTo>
                    <a:pt x="9430" y="86165"/>
                    <a:pt x="9105" y="86165"/>
                    <a:pt x="9430" y="86616"/>
                  </a:cubicBezTo>
                  <a:cubicBezTo>
                    <a:pt x="9756" y="87067"/>
                    <a:pt x="10081" y="87969"/>
                    <a:pt x="10406" y="87969"/>
                  </a:cubicBezTo>
                  <a:cubicBezTo>
                    <a:pt x="10731" y="87969"/>
                    <a:pt x="11056" y="87969"/>
                    <a:pt x="12032" y="88421"/>
                  </a:cubicBezTo>
                  <a:cubicBezTo>
                    <a:pt x="13008" y="89323"/>
                    <a:pt x="13333" y="89323"/>
                    <a:pt x="13658" y="89774"/>
                  </a:cubicBezTo>
                  <a:cubicBezTo>
                    <a:pt x="14308" y="90225"/>
                    <a:pt x="13983" y="89774"/>
                    <a:pt x="14959" y="90225"/>
                  </a:cubicBezTo>
                  <a:cubicBezTo>
                    <a:pt x="16260" y="90676"/>
                    <a:pt x="15934" y="90225"/>
                    <a:pt x="16260" y="90676"/>
                  </a:cubicBezTo>
                  <a:cubicBezTo>
                    <a:pt x="16585" y="90676"/>
                    <a:pt x="16260" y="90225"/>
                    <a:pt x="16910" y="90676"/>
                  </a:cubicBezTo>
                  <a:cubicBezTo>
                    <a:pt x="17886" y="90676"/>
                    <a:pt x="18536" y="91127"/>
                    <a:pt x="18536" y="91127"/>
                  </a:cubicBezTo>
                  <a:cubicBezTo>
                    <a:pt x="18536" y="92030"/>
                    <a:pt x="18536" y="92030"/>
                    <a:pt x="18536" y="92030"/>
                  </a:cubicBezTo>
                  <a:cubicBezTo>
                    <a:pt x="17886" y="93834"/>
                    <a:pt x="17886" y="93834"/>
                    <a:pt x="17886" y="93834"/>
                  </a:cubicBezTo>
                  <a:cubicBezTo>
                    <a:pt x="17886" y="95187"/>
                    <a:pt x="17886" y="95187"/>
                    <a:pt x="17886" y="95187"/>
                  </a:cubicBezTo>
                  <a:cubicBezTo>
                    <a:pt x="17886" y="95187"/>
                    <a:pt x="17235" y="95187"/>
                    <a:pt x="17886" y="95639"/>
                  </a:cubicBezTo>
                  <a:cubicBezTo>
                    <a:pt x="18536" y="96090"/>
                    <a:pt x="19837" y="96541"/>
                    <a:pt x="19837" y="96541"/>
                  </a:cubicBezTo>
                  <a:cubicBezTo>
                    <a:pt x="20813" y="97443"/>
                    <a:pt x="20813" y="97443"/>
                    <a:pt x="20813" y="97443"/>
                  </a:cubicBezTo>
                  <a:cubicBezTo>
                    <a:pt x="20813" y="97443"/>
                    <a:pt x="20162" y="98796"/>
                    <a:pt x="19837" y="99248"/>
                  </a:cubicBezTo>
                  <a:cubicBezTo>
                    <a:pt x="19512" y="99248"/>
                    <a:pt x="18536" y="99248"/>
                    <a:pt x="18536" y="99248"/>
                  </a:cubicBezTo>
                  <a:cubicBezTo>
                    <a:pt x="18536" y="99248"/>
                    <a:pt x="18211" y="100601"/>
                    <a:pt x="18861" y="100601"/>
                  </a:cubicBezTo>
                  <a:cubicBezTo>
                    <a:pt x="19186" y="101052"/>
                    <a:pt x="19837" y="101052"/>
                    <a:pt x="20162" y="101052"/>
                  </a:cubicBezTo>
                  <a:cubicBezTo>
                    <a:pt x="20487" y="101052"/>
                    <a:pt x="21138" y="101503"/>
                    <a:pt x="21138" y="101503"/>
                  </a:cubicBezTo>
                  <a:cubicBezTo>
                    <a:pt x="21138" y="101503"/>
                    <a:pt x="21463" y="101503"/>
                    <a:pt x="21788" y="101954"/>
                  </a:cubicBezTo>
                  <a:cubicBezTo>
                    <a:pt x="21788" y="102857"/>
                    <a:pt x="22113" y="103308"/>
                    <a:pt x="22439" y="103308"/>
                  </a:cubicBezTo>
                  <a:cubicBezTo>
                    <a:pt x="22764" y="103308"/>
                    <a:pt x="23414" y="103308"/>
                    <a:pt x="23739" y="103308"/>
                  </a:cubicBezTo>
                  <a:cubicBezTo>
                    <a:pt x="24065" y="103308"/>
                    <a:pt x="24065" y="102857"/>
                    <a:pt x="24390" y="102857"/>
                  </a:cubicBezTo>
                  <a:cubicBezTo>
                    <a:pt x="24715" y="103308"/>
                    <a:pt x="26666" y="102857"/>
                    <a:pt x="26666" y="102857"/>
                  </a:cubicBezTo>
                  <a:cubicBezTo>
                    <a:pt x="26666" y="102857"/>
                    <a:pt x="26666" y="102857"/>
                    <a:pt x="26991" y="103759"/>
                  </a:cubicBezTo>
                  <a:cubicBezTo>
                    <a:pt x="27642" y="105112"/>
                    <a:pt x="28617" y="105563"/>
                    <a:pt x="28617" y="105563"/>
                  </a:cubicBezTo>
                  <a:cubicBezTo>
                    <a:pt x="28617" y="105563"/>
                    <a:pt x="28943" y="106015"/>
                    <a:pt x="28943" y="105563"/>
                  </a:cubicBezTo>
                  <a:cubicBezTo>
                    <a:pt x="28943" y="105112"/>
                    <a:pt x="29268" y="104661"/>
                    <a:pt x="29268" y="104661"/>
                  </a:cubicBezTo>
                  <a:cubicBezTo>
                    <a:pt x="29268" y="104661"/>
                    <a:pt x="29918" y="103308"/>
                    <a:pt x="29918" y="102857"/>
                  </a:cubicBezTo>
                  <a:cubicBezTo>
                    <a:pt x="30243" y="102406"/>
                    <a:pt x="30569" y="101052"/>
                    <a:pt x="30894" y="101052"/>
                  </a:cubicBezTo>
                  <a:cubicBezTo>
                    <a:pt x="31219" y="100601"/>
                    <a:pt x="32195" y="99699"/>
                    <a:pt x="32195" y="99699"/>
                  </a:cubicBezTo>
                  <a:cubicBezTo>
                    <a:pt x="32195" y="99699"/>
                    <a:pt x="32195" y="99248"/>
                    <a:pt x="32845" y="99699"/>
                  </a:cubicBezTo>
                  <a:cubicBezTo>
                    <a:pt x="33170" y="100601"/>
                    <a:pt x="34146" y="101503"/>
                    <a:pt x="34146" y="101503"/>
                  </a:cubicBezTo>
                  <a:cubicBezTo>
                    <a:pt x="35772" y="101503"/>
                    <a:pt x="35772" y="101503"/>
                    <a:pt x="35772" y="101503"/>
                  </a:cubicBezTo>
                  <a:cubicBezTo>
                    <a:pt x="35772" y="101503"/>
                    <a:pt x="36747" y="101954"/>
                    <a:pt x="36747" y="102406"/>
                  </a:cubicBezTo>
                  <a:cubicBezTo>
                    <a:pt x="36747" y="102857"/>
                    <a:pt x="36422" y="102857"/>
                    <a:pt x="35772" y="103308"/>
                  </a:cubicBezTo>
                  <a:cubicBezTo>
                    <a:pt x="35447" y="103308"/>
                    <a:pt x="34471" y="101954"/>
                    <a:pt x="34471" y="102406"/>
                  </a:cubicBezTo>
                  <a:cubicBezTo>
                    <a:pt x="34146" y="102857"/>
                    <a:pt x="34146" y="103759"/>
                    <a:pt x="34146" y="103759"/>
                  </a:cubicBezTo>
                  <a:cubicBezTo>
                    <a:pt x="32845" y="104661"/>
                    <a:pt x="32845" y="104661"/>
                    <a:pt x="32845" y="104661"/>
                  </a:cubicBezTo>
                  <a:cubicBezTo>
                    <a:pt x="33170" y="105563"/>
                    <a:pt x="33170" y="105563"/>
                    <a:pt x="33170" y="105563"/>
                  </a:cubicBezTo>
                  <a:cubicBezTo>
                    <a:pt x="33170" y="105563"/>
                    <a:pt x="34796" y="106466"/>
                    <a:pt x="34796" y="106917"/>
                  </a:cubicBezTo>
                  <a:cubicBezTo>
                    <a:pt x="34796" y="107368"/>
                    <a:pt x="34796" y="108270"/>
                    <a:pt x="34796" y="108270"/>
                  </a:cubicBezTo>
                  <a:cubicBezTo>
                    <a:pt x="35772" y="108721"/>
                    <a:pt x="35772" y="108721"/>
                    <a:pt x="35772" y="108721"/>
                  </a:cubicBezTo>
                  <a:cubicBezTo>
                    <a:pt x="36422" y="108270"/>
                    <a:pt x="36422" y="108270"/>
                    <a:pt x="36422" y="108270"/>
                  </a:cubicBezTo>
                  <a:cubicBezTo>
                    <a:pt x="36422" y="110075"/>
                    <a:pt x="36422" y="110075"/>
                    <a:pt x="36422" y="110075"/>
                  </a:cubicBezTo>
                  <a:cubicBezTo>
                    <a:pt x="36422" y="111879"/>
                    <a:pt x="36422" y="111879"/>
                    <a:pt x="36422" y="111879"/>
                  </a:cubicBezTo>
                  <a:cubicBezTo>
                    <a:pt x="36422" y="111879"/>
                    <a:pt x="36422" y="111879"/>
                    <a:pt x="36422" y="111879"/>
                  </a:cubicBezTo>
                  <a:cubicBezTo>
                    <a:pt x="36422" y="111879"/>
                    <a:pt x="36422" y="111879"/>
                    <a:pt x="36422" y="111879"/>
                  </a:cubicBezTo>
                  <a:cubicBezTo>
                    <a:pt x="38699" y="110977"/>
                    <a:pt x="40650" y="112781"/>
                    <a:pt x="41626" y="112781"/>
                  </a:cubicBezTo>
                  <a:cubicBezTo>
                    <a:pt x="43577" y="113233"/>
                    <a:pt x="39349" y="116390"/>
                    <a:pt x="40000" y="116390"/>
                  </a:cubicBezTo>
                  <a:cubicBezTo>
                    <a:pt x="40650" y="115939"/>
                    <a:pt x="40000" y="118646"/>
                    <a:pt x="40975" y="119097"/>
                  </a:cubicBezTo>
                  <a:cubicBezTo>
                    <a:pt x="42601" y="119548"/>
                    <a:pt x="43902" y="117744"/>
                    <a:pt x="45853" y="117744"/>
                  </a:cubicBezTo>
                  <a:cubicBezTo>
                    <a:pt x="47479" y="117293"/>
                    <a:pt x="49430" y="118646"/>
                    <a:pt x="50081" y="117744"/>
                  </a:cubicBezTo>
                  <a:cubicBezTo>
                    <a:pt x="51382" y="115488"/>
                    <a:pt x="56585" y="120000"/>
                    <a:pt x="59186" y="117744"/>
                  </a:cubicBezTo>
                  <a:cubicBezTo>
                    <a:pt x="60813" y="115939"/>
                    <a:pt x="67317" y="115037"/>
                    <a:pt x="69593" y="115037"/>
                  </a:cubicBezTo>
                  <a:cubicBezTo>
                    <a:pt x="75447" y="114586"/>
                    <a:pt x="75772" y="114586"/>
                    <a:pt x="78373" y="112330"/>
                  </a:cubicBezTo>
                  <a:cubicBezTo>
                    <a:pt x="78373" y="112330"/>
                    <a:pt x="80000" y="107368"/>
                    <a:pt x="80975" y="105112"/>
                  </a:cubicBezTo>
                  <a:cubicBezTo>
                    <a:pt x="81626" y="103308"/>
                    <a:pt x="83577" y="102406"/>
                    <a:pt x="85528" y="100601"/>
                  </a:cubicBezTo>
                  <a:cubicBezTo>
                    <a:pt x="87154" y="98796"/>
                    <a:pt x="91382" y="96992"/>
                    <a:pt x="92357" y="96541"/>
                  </a:cubicBezTo>
                  <a:cubicBezTo>
                    <a:pt x="93333" y="96541"/>
                    <a:pt x="100162" y="96992"/>
                    <a:pt x="100162" y="96992"/>
                  </a:cubicBezTo>
                  <a:cubicBezTo>
                    <a:pt x="103739" y="95639"/>
                    <a:pt x="103739" y="95639"/>
                    <a:pt x="103739" y="95639"/>
                  </a:cubicBezTo>
                  <a:cubicBezTo>
                    <a:pt x="103739" y="95639"/>
                    <a:pt x="104390" y="99248"/>
                    <a:pt x="105365" y="99699"/>
                  </a:cubicBezTo>
                  <a:cubicBezTo>
                    <a:pt x="109593" y="100601"/>
                    <a:pt x="112195" y="100150"/>
                    <a:pt x="112520" y="96992"/>
                  </a:cubicBezTo>
                  <a:cubicBezTo>
                    <a:pt x="112845" y="94736"/>
                    <a:pt x="111219" y="90676"/>
                    <a:pt x="110894" y="87518"/>
                  </a:cubicBezTo>
                  <a:cubicBezTo>
                    <a:pt x="110569" y="83909"/>
                    <a:pt x="111869" y="80300"/>
                    <a:pt x="111869" y="77142"/>
                  </a:cubicBezTo>
                  <a:cubicBezTo>
                    <a:pt x="111869" y="76691"/>
                    <a:pt x="111219" y="75789"/>
                    <a:pt x="113170" y="72180"/>
                  </a:cubicBezTo>
                  <a:cubicBezTo>
                    <a:pt x="114796" y="68571"/>
                    <a:pt x="119349" y="70375"/>
                    <a:pt x="120000" y="68120"/>
                  </a:cubicBezTo>
                  <a:cubicBezTo>
                    <a:pt x="118048" y="55488"/>
                    <a:pt x="118048" y="55488"/>
                    <a:pt x="118048" y="55488"/>
                  </a:cubicBezTo>
                  <a:cubicBezTo>
                    <a:pt x="117723" y="55488"/>
                    <a:pt x="117723" y="55488"/>
                    <a:pt x="117723" y="55488"/>
                  </a:cubicBezTo>
                  <a:cubicBezTo>
                    <a:pt x="117398" y="55488"/>
                    <a:pt x="117398" y="55488"/>
                    <a:pt x="117398" y="55488"/>
                  </a:cubicBezTo>
                  <a:cubicBezTo>
                    <a:pt x="116747" y="55037"/>
                    <a:pt x="116747" y="55037"/>
                    <a:pt x="116747" y="55037"/>
                  </a:cubicBezTo>
                  <a:cubicBezTo>
                    <a:pt x="116097" y="55037"/>
                    <a:pt x="116097" y="55037"/>
                    <a:pt x="116097" y="55037"/>
                  </a:cubicBezTo>
                  <a:cubicBezTo>
                    <a:pt x="115447" y="54586"/>
                    <a:pt x="115447" y="54586"/>
                    <a:pt x="115447" y="54586"/>
                  </a:cubicBezTo>
                  <a:cubicBezTo>
                    <a:pt x="114796" y="54135"/>
                    <a:pt x="114796" y="54135"/>
                    <a:pt x="114796" y="54135"/>
                  </a:cubicBezTo>
                  <a:cubicBezTo>
                    <a:pt x="114146" y="54135"/>
                    <a:pt x="114146" y="54135"/>
                    <a:pt x="114146" y="54135"/>
                  </a:cubicBezTo>
                  <a:cubicBezTo>
                    <a:pt x="114146" y="54135"/>
                    <a:pt x="114146" y="54135"/>
                    <a:pt x="114146" y="54135"/>
                  </a:cubicBezTo>
                  <a:cubicBezTo>
                    <a:pt x="113821" y="54135"/>
                    <a:pt x="113821" y="54135"/>
                    <a:pt x="113821" y="54135"/>
                  </a:cubicBezTo>
                  <a:cubicBezTo>
                    <a:pt x="111544" y="53684"/>
                    <a:pt x="108617" y="60902"/>
                    <a:pt x="108617" y="60902"/>
                  </a:cubicBezTo>
                  <a:cubicBezTo>
                    <a:pt x="107317" y="64060"/>
                    <a:pt x="107317" y="64060"/>
                    <a:pt x="107317" y="64060"/>
                  </a:cubicBezTo>
                  <a:cubicBezTo>
                    <a:pt x="104065" y="63157"/>
                    <a:pt x="100813" y="62706"/>
                    <a:pt x="98536" y="59097"/>
                  </a:cubicBezTo>
                  <a:cubicBezTo>
                    <a:pt x="98536" y="57744"/>
                    <a:pt x="98536" y="57744"/>
                    <a:pt x="98536" y="57744"/>
                  </a:cubicBezTo>
                  <a:cubicBezTo>
                    <a:pt x="98536" y="57744"/>
                    <a:pt x="98536" y="57744"/>
                    <a:pt x="98536" y="57744"/>
                  </a:cubicBezTo>
                  <a:cubicBezTo>
                    <a:pt x="98536" y="57744"/>
                    <a:pt x="98536" y="57744"/>
                    <a:pt x="98536" y="57744"/>
                  </a:cubicBezTo>
                  <a:cubicBezTo>
                    <a:pt x="98211" y="57293"/>
                    <a:pt x="98211" y="57293"/>
                    <a:pt x="98211" y="57293"/>
                  </a:cubicBezTo>
                  <a:cubicBezTo>
                    <a:pt x="98211" y="57293"/>
                    <a:pt x="97886" y="57293"/>
                    <a:pt x="97886" y="57293"/>
                  </a:cubicBezTo>
                  <a:cubicBezTo>
                    <a:pt x="97560" y="57293"/>
                    <a:pt x="97235" y="56842"/>
                    <a:pt x="97235" y="56842"/>
                  </a:cubicBezTo>
                  <a:cubicBezTo>
                    <a:pt x="97560" y="55939"/>
                    <a:pt x="97560" y="55939"/>
                    <a:pt x="97560" y="55939"/>
                  </a:cubicBezTo>
                  <a:cubicBezTo>
                    <a:pt x="97560" y="55939"/>
                    <a:pt x="97886" y="55488"/>
                    <a:pt x="97886" y="55488"/>
                  </a:cubicBezTo>
                  <a:cubicBezTo>
                    <a:pt x="98211" y="55488"/>
                    <a:pt x="97886" y="55488"/>
                    <a:pt x="97886" y="55037"/>
                  </a:cubicBezTo>
                  <a:cubicBezTo>
                    <a:pt x="97886" y="55037"/>
                    <a:pt x="97886" y="54135"/>
                    <a:pt x="97886" y="53684"/>
                  </a:cubicBezTo>
                  <a:cubicBezTo>
                    <a:pt x="97560" y="53233"/>
                    <a:pt x="97560" y="53233"/>
                    <a:pt x="97560" y="53233"/>
                  </a:cubicBezTo>
                  <a:cubicBezTo>
                    <a:pt x="97560" y="53233"/>
                    <a:pt x="97235" y="52330"/>
                    <a:pt x="96910" y="51879"/>
                  </a:cubicBezTo>
                  <a:cubicBezTo>
                    <a:pt x="96585" y="51879"/>
                    <a:pt x="96910" y="51428"/>
                    <a:pt x="96910" y="51428"/>
                  </a:cubicBezTo>
                  <a:cubicBezTo>
                    <a:pt x="96585" y="50977"/>
                    <a:pt x="96910" y="50977"/>
                    <a:pt x="96910" y="50526"/>
                  </a:cubicBezTo>
                  <a:cubicBezTo>
                    <a:pt x="96910" y="50526"/>
                    <a:pt x="96585" y="49624"/>
                    <a:pt x="96585" y="49624"/>
                  </a:cubicBezTo>
                  <a:cubicBezTo>
                    <a:pt x="96585" y="49624"/>
                    <a:pt x="95934" y="48270"/>
                    <a:pt x="95609" y="47368"/>
                  </a:cubicBezTo>
                  <a:cubicBezTo>
                    <a:pt x="95609" y="46917"/>
                    <a:pt x="95609" y="46466"/>
                    <a:pt x="95609" y="46466"/>
                  </a:cubicBezTo>
                  <a:cubicBezTo>
                    <a:pt x="95934" y="46015"/>
                    <a:pt x="95284" y="45563"/>
                    <a:pt x="95284" y="45563"/>
                  </a:cubicBezTo>
                  <a:cubicBezTo>
                    <a:pt x="95284" y="45563"/>
                    <a:pt x="95284" y="44661"/>
                    <a:pt x="95284" y="44661"/>
                  </a:cubicBezTo>
                  <a:cubicBezTo>
                    <a:pt x="95284" y="44661"/>
                    <a:pt x="95284" y="43759"/>
                    <a:pt x="95284" y="43759"/>
                  </a:cubicBezTo>
                  <a:cubicBezTo>
                    <a:pt x="95609" y="43308"/>
                    <a:pt x="95284" y="42857"/>
                    <a:pt x="95284" y="42406"/>
                  </a:cubicBezTo>
                  <a:cubicBezTo>
                    <a:pt x="95284" y="42406"/>
                    <a:pt x="94634" y="41954"/>
                    <a:pt x="94634" y="41954"/>
                  </a:cubicBezTo>
                  <a:cubicBezTo>
                    <a:pt x="94959" y="41052"/>
                    <a:pt x="94959" y="41052"/>
                    <a:pt x="94959" y="41052"/>
                  </a:cubicBezTo>
                  <a:cubicBezTo>
                    <a:pt x="94959" y="40601"/>
                    <a:pt x="94959" y="40601"/>
                    <a:pt x="94959" y="40601"/>
                  </a:cubicBezTo>
                  <a:cubicBezTo>
                    <a:pt x="94959" y="40601"/>
                    <a:pt x="95284" y="39699"/>
                    <a:pt x="95284" y="39699"/>
                  </a:cubicBezTo>
                  <a:cubicBezTo>
                    <a:pt x="95609" y="39248"/>
                    <a:pt x="95284" y="38796"/>
                    <a:pt x="94959" y="38796"/>
                  </a:cubicBezTo>
                  <a:cubicBezTo>
                    <a:pt x="94634" y="38796"/>
                    <a:pt x="94959" y="38345"/>
                    <a:pt x="94959" y="38345"/>
                  </a:cubicBezTo>
                  <a:cubicBezTo>
                    <a:pt x="95284" y="37443"/>
                    <a:pt x="95284" y="37443"/>
                    <a:pt x="95284" y="37443"/>
                  </a:cubicBezTo>
                  <a:cubicBezTo>
                    <a:pt x="94959" y="36090"/>
                    <a:pt x="94959" y="36090"/>
                    <a:pt x="94959" y="36090"/>
                  </a:cubicBezTo>
                  <a:cubicBezTo>
                    <a:pt x="94959" y="35639"/>
                    <a:pt x="94959" y="35639"/>
                    <a:pt x="94959" y="35639"/>
                  </a:cubicBezTo>
                  <a:cubicBezTo>
                    <a:pt x="94959" y="35639"/>
                    <a:pt x="94634" y="34736"/>
                    <a:pt x="94634" y="34736"/>
                  </a:cubicBezTo>
                  <a:cubicBezTo>
                    <a:pt x="94634" y="34285"/>
                    <a:pt x="94308" y="33383"/>
                    <a:pt x="94308" y="33383"/>
                  </a:cubicBezTo>
                  <a:cubicBezTo>
                    <a:pt x="94308" y="33383"/>
                    <a:pt x="94308" y="32932"/>
                    <a:pt x="94308" y="32932"/>
                  </a:cubicBezTo>
                  <a:cubicBezTo>
                    <a:pt x="94308" y="32481"/>
                    <a:pt x="94308" y="32481"/>
                    <a:pt x="94308" y="32481"/>
                  </a:cubicBezTo>
                  <a:cubicBezTo>
                    <a:pt x="94308" y="32030"/>
                    <a:pt x="93983" y="31578"/>
                    <a:pt x="93658" y="31127"/>
                  </a:cubicBezTo>
                  <a:cubicBezTo>
                    <a:pt x="93333" y="30225"/>
                    <a:pt x="93333" y="30225"/>
                    <a:pt x="93333" y="30225"/>
                  </a:cubicBezTo>
                  <a:cubicBezTo>
                    <a:pt x="93333" y="30225"/>
                    <a:pt x="92682" y="29323"/>
                    <a:pt x="92357" y="28872"/>
                  </a:cubicBezTo>
                  <a:cubicBezTo>
                    <a:pt x="92357" y="27969"/>
                    <a:pt x="92357" y="27969"/>
                    <a:pt x="92032" y="27518"/>
                  </a:cubicBezTo>
                  <a:cubicBezTo>
                    <a:pt x="92032" y="26616"/>
                    <a:pt x="91382" y="25714"/>
                    <a:pt x="91056" y="25714"/>
                  </a:cubicBezTo>
                  <a:cubicBezTo>
                    <a:pt x="91056" y="25714"/>
                    <a:pt x="90731" y="24360"/>
                    <a:pt x="90731" y="23909"/>
                  </a:cubicBezTo>
                  <a:cubicBezTo>
                    <a:pt x="90406" y="23909"/>
                    <a:pt x="89756" y="23458"/>
                    <a:pt x="89756" y="23458"/>
                  </a:cubicBezTo>
                  <a:cubicBezTo>
                    <a:pt x="89430" y="23458"/>
                    <a:pt x="88780" y="23007"/>
                    <a:pt x="88780" y="23007"/>
                  </a:cubicBezTo>
                  <a:cubicBezTo>
                    <a:pt x="87804" y="22556"/>
                    <a:pt x="87804" y="22556"/>
                    <a:pt x="87804" y="22556"/>
                  </a:cubicBezTo>
                  <a:cubicBezTo>
                    <a:pt x="86829" y="21203"/>
                    <a:pt x="86829" y="21203"/>
                    <a:pt x="86829" y="21203"/>
                  </a:cubicBezTo>
                  <a:cubicBezTo>
                    <a:pt x="86829" y="21203"/>
                    <a:pt x="86504" y="21203"/>
                    <a:pt x="86178" y="20751"/>
                  </a:cubicBezTo>
                  <a:cubicBezTo>
                    <a:pt x="86178" y="20751"/>
                    <a:pt x="85853" y="19849"/>
                    <a:pt x="85853" y="19849"/>
                  </a:cubicBezTo>
                  <a:cubicBezTo>
                    <a:pt x="85528" y="18947"/>
                    <a:pt x="85528" y="18947"/>
                    <a:pt x="85528" y="18947"/>
                  </a:cubicBezTo>
                  <a:cubicBezTo>
                    <a:pt x="83577" y="18045"/>
                    <a:pt x="83577" y="18045"/>
                    <a:pt x="83577" y="18045"/>
                  </a:cubicBezTo>
                  <a:cubicBezTo>
                    <a:pt x="83577" y="18045"/>
                    <a:pt x="83252" y="17142"/>
                    <a:pt x="83252" y="17142"/>
                  </a:cubicBezTo>
                  <a:cubicBezTo>
                    <a:pt x="83252" y="16691"/>
                    <a:pt x="82926" y="16691"/>
                    <a:pt x="82926" y="16240"/>
                  </a:cubicBezTo>
                  <a:cubicBezTo>
                    <a:pt x="82926" y="15789"/>
                    <a:pt x="82601" y="15789"/>
                    <a:pt x="82601" y="15338"/>
                  </a:cubicBezTo>
                  <a:cubicBezTo>
                    <a:pt x="82601" y="14887"/>
                    <a:pt x="82276" y="14887"/>
                    <a:pt x="82276" y="14887"/>
                  </a:cubicBezTo>
                  <a:cubicBezTo>
                    <a:pt x="81951" y="14887"/>
                    <a:pt x="81626" y="14887"/>
                    <a:pt x="81626" y="14887"/>
                  </a:cubicBezTo>
                  <a:cubicBezTo>
                    <a:pt x="81626" y="14887"/>
                    <a:pt x="81300" y="14436"/>
                    <a:pt x="81300" y="14436"/>
                  </a:cubicBezTo>
                  <a:cubicBezTo>
                    <a:pt x="81300" y="14436"/>
                    <a:pt x="80650" y="13533"/>
                    <a:pt x="80325" y="13533"/>
                  </a:cubicBezTo>
                  <a:cubicBezTo>
                    <a:pt x="80325" y="13082"/>
                    <a:pt x="80325" y="13082"/>
                    <a:pt x="80325" y="13082"/>
                  </a:cubicBezTo>
                  <a:cubicBezTo>
                    <a:pt x="80325" y="13082"/>
                    <a:pt x="80325" y="13082"/>
                    <a:pt x="80000" y="13082"/>
                  </a:cubicBezTo>
                  <a:cubicBezTo>
                    <a:pt x="79674" y="13082"/>
                    <a:pt x="79674" y="13082"/>
                    <a:pt x="79674" y="12631"/>
                  </a:cubicBezTo>
                  <a:cubicBezTo>
                    <a:pt x="79349" y="12631"/>
                    <a:pt x="79349" y="11729"/>
                    <a:pt x="79024" y="11729"/>
                  </a:cubicBezTo>
                  <a:cubicBezTo>
                    <a:pt x="79024" y="11729"/>
                    <a:pt x="79024" y="11729"/>
                    <a:pt x="78699" y="11729"/>
                  </a:cubicBezTo>
                  <a:cubicBezTo>
                    <a:pt x="78373" y="11729"/>
                    <a:pt x="78048" y="10827"/>
                    <a:pt x="78048" y="10827"/>
                  </a:cubicBezTo>
                  <a:cubicBezTo>
                    <a:pt x="77723" y="10827"/>
                    <a:pt x="78048" y="10375"/>
                    <a:pt x="78048" y="9924"/>
                  </a:cubicBezTo>
                  <a:cubicBezTo>
                    <a:pt x="78048" y="9473"/>
                    <a:pt x="77723" y="9473"/>
                    <a:pt x="77723" y="9473"/>
                  </a:cubicBezTo>
                  <a:cubicBezTo>
                    <a:pt x="77723" y="9473"/>
                    <a:pt x="77723" y="9473"/>
                    <a:pt x="77723" y="9473"/>
                  </a:cubicBezTo>
                  <a:cubicBezTo>
                    <a:pt x="77723" y="9473"/>
                    <a:pt x="77398" y="9473"/>
                    <a:pt x="77398" y="9022"/>
                  </a:cubicBezTo>
                  <a:cubicBezTo>
                    <a:pt x="77398" y="9022"/>
                    <a:pt x="77073" y="8571"/>
                    <a:pt x="77073" y="8120"/>
                  </a:cubicBezTo>
                  <a:cubicBezTo>
                    <a:pt x="77073" y="7669"/>
                    <a:pt x="77073" y="7669"/>
                    <a:pt x="77073" y="7669"/>
                  </a:cubicBezTo>
                  <a:cubicBezTo>
                    <a:pt x="77073" y="7669"/>
                    <a:pt x="76747" y="7218"/>
                    <a:pt x="76747" y="7218"/>
                  </a:cubicBezTo>
                  <a:cubicBezTo>
                    <a:pt x="76422" y="6766"/>
                    <a:pt x="76422" y="6766"/>
                    <a:pt x="76422" y="6766"/>
                  </a:cubicBezTo>
                  <a:cubicBezTo>
                    <a:pt x="76422" y="6315"/>
                    <a:pt x="76422" y="6315"/>
                    <a:pt x="76422" y="6315"/>
                  </a:cubicBezTo>
                  <a:cubicBezTo>
                    <a:pt x="76097" y="6315"/>
                    <a:pt x="76097" y="6315"/>
                    <a:pt x="76097" y="6315"/>
                  </a:cubicBezTo>
                  <a:cubicBezTo>
                    <a:pt x="75772" y="6315"/>
                    <a:pt x="75772" y="5864"/>
                    <a:pt x="75772" y="5413"/>
                  </a:cubicBezTo>
                  <a:cubicBezTo>
                    <a:pt x="75772" y="5413"/>
                    <a:pt x="75772" y="5413"/>
                    <a:pt x="75772" y="5413"/>
                  </a:cubicBezTo>
                  <a:cubicBezTo>
                    <a:pt x="75447" y="4962"/>
                    <a:pt x="75447" y="4962"/>
                    <a:pt x="75447" y="4962"/>
                  </a:cubicBezTo>
                  <a:cubicBezTo>
                    <a:pt x="75121" y="4511"/>
                    <a:pt x="75121" y="4511"/>
                    <a:pt x="75121" y="4511"/>
                  </a:cubicBezTo>
                  <a:cubicBezTo>
                    <a:pt x="74796" y="4060"/>
                    <a:pt x="74796" y="4060"/>
                    <a:pt x="74796" y="4060"/>
                  </a:cubicBezTo>
                  <a:cubicBezTo>
                    <a:pt x="74796" y="4060"/>
                    <a:pt x="74471" y="3609"/>
                    <a:pt x="74471" y="3609"/>
                  </a:cubicBezTo>
                  <a:cubicBezTo>
                    <a:pt x="74146" y="3157"/>
                    <a:pt x="73821" y="2706"/>
                    <a:pt x="73821" y="2706"/>
                  </a:cubicBezTo>
                  <a:cubicBezTo>
                    <a:pt x="73821" y="2706"/>
                    <a:pt x="73821" y="2255"/>
                    <a:pt x="73821" y="2255"/>
                  </a:cubicBezTo>
                  <a:cubicBezTo>
                    <a:pt x="73821" y="2255"/>
                    <a:pt x="73495" y="2255"/>
                    <a:pt x="73495" y="2255"/>
                  </a:cubicBezTo>
                  <a:cubicBezTo>
                    <a:pt x="72845" y="2255"/>
                    <a:pt x="72845" y="2255"/>
                    <a:pt x="72845" y="2255"/>
                  </a:cubicBezTo>
                  <a:cubicBezTo>
                    <a:pt x="72845" y="1353"/>
                    <a:pt x="72845" y="1353"/>
                    <a:pt x="72845" y="1353"/>
                  </a:cubicBezTo>
                  <a:cubicBezTo>
                    <a:pt x="72845" y="1353"/>
                    <a:pt x="72845" y="1353"/>
                    <a:pt x="72520" y="1353"/>
                  </a:cubicBezTo>
                  <a:cubicBezTo>
                    <a:pt x="72195" y="1353"/>
                    <a:pt x="72195" y="902"/>
                    <a:pt x="72195" y="902"/>
                  </a:cubicBezTo>
                  <a:cubicBezTo>
                    <a:pt x="72195" y="451"/>
                    <a:pt x="72195" y="451"/>
                    <a:pt x="72195" y="451"/>
                  </a:cubicBezTo>
                  <a:cubicBezTo>
                    <a:pt x="71219" y="902"/>
                    <a:pt x="71219" y="902"/>
                    <a:pt x="71219" y="902"/>
                  </a:cubicBezTo>
                  <a:cubicBezTo>
                    <a:pt x="71219" y="902"/>
                    <a:pt x="71219" y="902"/>
                    <a:pt x="71219" y="902"/>
                  </a:cubicBezTo>
                  <a:cubicBezTo>
                    <a:pt x="71219" y="902"/>
                    <a:pt x="70569" y="451"/>
                    <a:pt x="70569" y="451"/>
                  </a:cubicBezTo>
                  <a:cubicBezTo>
                    <a:pt x="70569" y="0"/>
                    <a:pt x="70243" y="0"/>
                    <a:pt x="70243" y="0"/>
                  </a:cubicBezTo>
                  <a:cubicBezTo>
                    <a:pt x="69918" y="451"/>
                    <a:pt x="69918" y="451"/>
                    <a:pt x="69918" y="451"/>
                  </a:cubicBezTo>
                  <a:cubicBezTo>
                    <a:pt x="69268" y="451"/>
                    <a:pt x="69268" y="451"/>
                    <a:pt x="69268" y="451"/>
                  </a:cubicBezTo>
                  <a:cubicBezTo>
                    <a:pt x="68943" y="451"/>
                    <a:pt x="68943" y="451"/>
                    <a:pt x="68943" y="451"/>
                  </a:cubicBezTo>
                  <a:cubicBezTo>
                    <a:pt x="68617" y="0"/>
                    <a:pt x="68617" y="0"/>
                    <a:pt x="68617" y="0"/>
                  </a:cubicBezTo>
                  <a:cubicBezTo>
                    <a:pt x="67642" y="451"/>
                    <a:pt x="67317" y="451"/>
                    <a:pt x="67317" y="451"/>
                  </a:cubicBezTo>
                  <a:cubicBezTo>
                    <a:pt x="66341" y="902"/>
                    <a:pt x="64715" y="2255"/>
                    <a:pt x="64715" y="3157"/>
                  </a:cubicBezTo>
                  <a:cubicBezTo>
                    <a:pt x="64390" y="4060"/>
                    <a:pt x="64715" y="6315"/>
                    <a:pt x="64065" y="6766"/>
                  </a:cubicBezTo>
                  <a:cubicBezTo>
                    <a:pt x="63089" y="6766"/>
                    <a:pt x="62113" y="9022"/>
                    <a:pt x="61788" y="9022"/>
                  </a:cubicBezTo>
                  <a:cubicBezTo>
                    <a:pt x="58861" y="11278"/>
                    <a:pt x="58861" y="11278"/>
                    <a:pt x="58861" y="11278"/>
                  </a:cubicBezTo>
                  <a:cubicBezTo>
                    <a:pt x="58861" y="11278"/>
                    <a:pt x="56585" y="12631"/>
                    <a:pt x="55284" y="12631"/>
                  </a:cubicBezTo>
                  <a:cubicBezTo>
                    <a:pt x="53983" y="13082"/>
                    <a:pt x="53008" y="14436"/>
                    <a:pt x="53008" y="14436"/>
                  </a:cubicBezTo>
                  <a:cubicBezTo>
                    <a:pt x="51382" y="17593"/>
                    <a:pt x="51382" y="17593"/>
                    <a:pt x="51382" y="17593"/>
                  </a:cubicBezTo>
                  <a:cubicBezTo>
                    <a:pt x="48780" y="18045"/>
                    <a:pt x="48780" y="18045"/>
                    <a:pt x="48780" y="18045"/>
                  </a:cubicBezTo>
                  <a:cubicBezTo>
                    <a:pt x="47479" y="16240"/>
                    <a:pt x="47479" y="16240"/>
                    <a:pt x="47479" y="16240"/>
                  </a:cubicBezTo>
                  <a:cubicBezTo>
                    <a:pt x="46178" y="16691"/>
                    <a:pt x="46178" y="16691"/>
                    <a:pt x="46178" y="16691"/>
                  </a:cubicBezTo>
                  <a:cubicBezTo>
                    <a:pt x="45853" y="16240"/>
                    <a:pt x="45853" y="16240"/>
                    <a:pt x="45853" y="16240"/>
                  </a:cubicBezTo>
                  <a:cubicBezTo>
                    <a:pt x="45203" y="16691"/>
                    <a:pt x="45203" y="16691"/>
                    <a:pt x="45203" y="16691"/>
                  </a:cubicBezTo>
                  <a:cubicBezTo>
                    <a:pt x="41300" y="16240"/>
                    <a:pt x="41300" y="16240"/>
                    <a:pt x="41300" y="16240"/>
                  </a:cubicBezTo>
                  <a:cubicBezTo>
                    <a:pt x="39349" y="17593"/>
                    <a:pt x="39349" y="17593"/>
                    <a:pt x="39349" y="17593"/>
                  </a:cubicBezTo>
                  <a:cubicBezTo>
                    <a:pt x="35772" y="17142"/>
                    <a:pt x="35772" y="17142"/>
                    <a:pt x="35772" y="17142"/>
                  </a:cubicBezTo>
                  <a:cubicBezTo>
                    <a:pt x="35772" y="17142"/>
                    <a:pt x="33170" y="17593"/>
                    <a:pt x="32520" y="17593"/>
                  </a:cubicBezTo>
                  <a:cubicBezTo>
                    <a:pt x="31544" y="17593"/>
                    <a:pt x="31544" y="17593"/>
                    <a:pt x="31544" y="17593"/>
                  </a:cubicBezTo>
                  <a:cubicBezTo>
                    <a:pt x="30894" y="17142"/>
                    <a:pt x="30243" y="16240"/>
                    <a:pt x="30243" y="16240"/>
                  </a:cubicBezTo>
                  <a:cubicBezTo>
                    <a:pt x="30243" y="16240"/>
                    <a:pt x="28943" y="16691"/>
                    <a:pt x="28617" y="17142"/>
                  </a:cubicBezTo>
                  <a:cubicBezTo>
                    <a:pt x="28292" y="17593"/>
                    <a:pt x="26991" y="19849"/>
                    <a:pt x="26991" y="19849"/>
                  </a:cubicBezTo>
                  <a:cubicBezTo>
                    <a:pt x="26991" y="20300"/>
                    <a:pt x="26991" y="20300"/>
                    <a:pt x="26991" y="20300"/>
                  </a:cubicBezTo>
                  <a:cubicBezTo>
                    <a:pt x="27642" y="22556"/>
                    <a:pt x="27642" y="22556"/>
                    <a:pt x="27642" y="22556"/>
                  </a:cubicBezTo>
                  <a:cubicBezTo>
                    <a:pt x="26341" y="23909"/>
                    <a:pt x="26341" y="23909"/>
                    <a:pt x="26341" y="23909"/>
                  </a:cubicBezTo>
                  <a:cubicBezTo>
                    <a:pt x="26341" y="23909"/>
                    <a:pt x="26341" y="23909"/>
                    <a:pt x="26341" y="23909"/>
                  </a:cubicBezTo>
                  <a:cubicBezTo>
                    <a:pt x="26341" y="23909"/>
                    <a:pt x="26341" y="23909"/>
                    <a:pt x="26341" y="23909"/>
                  </a:cubicBezTo>
                  <a:cubicBezTo>
                    <a:pt x="26341" y="23909"/>
                    <a:pt x="26341" y="23909"/>
                    <a:pt x="26341" y="23909"/>
                  </a:cubicBezTo>
                  <a:cubicBezTo>
                    <a:pt x="26341" y="23909"/>
                    <a:pt x="26341" y="23909"/>
                    <a:pt x="26341" y="23909"/>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360"/>
                    <a:pt x="26341" y="24360"/>
                    <a:pt x="26341" y="24360"/>
                  </a:cubicBezTo>
                  <a:cubicBezTo>
                    <a:pt x="26341" y="24812"/>
                    <a:pt x="26016" y="24812"/>
                    <a:pt x="25691" y="24812"/>
                  </a:cubicBezTo>
                  <a:cubicBezTo>
                    <a:pt x="25691" y="25263"/>
                    <a:pt x="25365"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5040" y="25263"/>
                    <a:pt x="25040" y="25263"/>
                    <a:pt x="25040" y="25263"/>
                  </a:cubicBezTo>
                  <a:cubicBezTo>
                    <a:pt x="24715" y="25714"/>
                    <a:pt x="24715" y="25714"/>
                    <a:pt x="24715" y="25714"/>
                  </a:cubicBezTo>
                  <a:cubicBezTo>
                    <a:pt x="23739" y="27067"/>
                    <a:pt x="23739" y="27067"/>
                    <a:pt x="23739" y="27067"/>
                  </a:cubicBezTo>
                  <a:cubicBezTo>
                    <a:pt x="22439" y="27518"/>
                    <a:pt x="22439" y="27518"/>
                    <a:pt x="22439" y="27518"/>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52" name="Shape 2049">
              <a:extLst>
                <a:ext uri="{FF2B5EF4-FFF2-40B4-BE49-F238E27FC236}">
                  <a16:creationId xmlns:a16="http://schemas.microsoft.com/office/drawing/2014/main" id="{3FCC26A5-8614-44B7-B5B0-497BE9ABDC9F}"/>
                </a:ext>
              </a:extLst>
            </p:cNvPr>
            <p:cNvSpPr/>
            <p:nvPr/>
          </p:nvSpPr>
          <p:spPr>
            <a:xfrm>
              <a:off x="6015453" y="2278355"/>
              <a:ext cx="1400673" cy="943960"/>
            </a:xfrm>
            <a:custGeom>
              <a:avLst/>
              <a:gdLst/>
              <a:ahLst/>
              <a:cxnLst/>
              <a:rect l="0" t="0" r="0" b="0"/>
              <a:pathLst>
                <a:path w="120000" h="120000" extrusionOk="0">
                  <a:moveTo>
                    <a:pt x="27557" y="85714"/>
                  </a:moveTo>
                  <a:cubicBezTo>
                    <a:pt x="27752" y="85714"/>
                    <a:pt x="28338" y="84309"/>
                    <a:pt x="28925" y="84309"/>
                  </a:cubicBezTo>
                  <a:cubicBezTo>
                    <a:pt x="29315" y="84028"/>
                    <a:pt x="29120" y="82622"/>
                    <a:pt x="29315" y="82060"/>
                  </a:cubicBezTo>
                  <a:cubicBezTo>
                    <a:pt x="29511" y="81498"/>
                    <a:pt x="30488" y="80374"/>
                    <a:pt x="31074" y="80093"/>
                  </a:cubicBezTo>
                  <a:cubicBezTo>
                    <a:pt x="31270" y="80093"/>
                    <a:pt x="31270" y="80093"/>
                    <a:pt x="31270" y="80093"/>
                  </a:cubicBezTo>
                  <a:cubicBezTo>
                    <a:pt x="31270" y="79531"/>
                    <a:pt x="31270" y="79531"/>
                    <a:pt x="31270" y="79531"/>
                  </a:cubicBezTo>
                  <a:cubicBezTo>
                    <a:pt x="31270" y="79531"/>
                    <a:pt x="31856" y="79250"/>
                    <a:pt x="31856" y="78969"/>
                  </a:cubicBezTo>
                  <a:cubicBezTo>
                    <a:pt x="32052" y="78969"/>
                    <a:pt x="32052" y="79250"/>
                    <a:pt x="32052" y="79250"/>
                  </a:cubicBezTo>
                  <a:cubicBezTo>
                    <a:pt x="32052" y="79250"/>
                    <a:pt x="32247" y="79531"/>
                    <a:pt x="32442" y="79531"/>
                  </a:cubicBezTo>
                  <a:cubicBezTo>
                    <a:pt x="32442" y="79531"/>
                    <a:pt x="32638" y="79250"/>
                    <a:pt x="32638" y="79250"/>
                  </a:cubicBezTo>
                  <a:cubicBezTo>
                    <a:pt x="32638" y="78969"/>
                    <a:pt x="32638" y="78688"/>
                    <a:pt x="32638" y="78688"/>
                  </a:cubicBezTo>
                  <a:cubicBezTo>
                    <a:pt x="32442" y="78407"/>
                    <a:pt x="32442" y="78126"/>
                    <a:pt x="32442" y="78126"/>
                  </a:cubicBezTo>
                  <a:cubicBezTo>
                    <a:pt x="32442" y="78126"/>
                    <a:pt x="32442" y="78126"/>
                    <a:pt x="32442" y="78126"/>
                  </a:cubicBezTo>
                  <a:cubicBezTo>
                    <a:pt x="32442" y="78126"/>
                    <a:pt x="32638" y="78126"/>
                    <a:pt x="32638" y="78126"/>
                  </a:cubicBezTo>
                  <a:cubicBezTo>
                    <a:pt x="32638" y="78126"/>
                    <a:pt x="32833" y="77845"/>
                    <a:pt x="32833" y="77845"/>
                  </a:cubicBezTo>
                  <a:cubicBezTo>
                    <a:pt x="33224" y="78126"/>
                    <a:pt x="33224" y="78126"/>
                    <a:pt x="33224" y="78126"/>
                  </a:cubicBezTo>
                  <a:cubicBezTo>
                    <a:pt x="33224" y="78126"/>
                    <a:pt x="33420" y="78126"/>
                    <a:pt x="33420" y="78126"/>
                  </a:cubicBezTo>
                  <a:cubicBezTo>
                    <a:pt x="33615" y="78407"/>
                    <a:pt x="33811" y="77845"/>
                    <a:pt x="33811" y="77845"/>
                  </a:cubicBezTo>
                  <a:cubicBezTo>
                    <a:pt x="34006" y="77564"/>
                    <a:pt x="34006" y="77564"/>
                    <a:pt x="34006" y="77564"/>
                  </a:cubicBezTo>
                  <a:cubicBezTo>
                    <a:pt x="34006" y="77564"/>
                    <a:pt x="34006" y="77564"/>
                    <a:pt x="34006" y="77283"/>
                  </a:cubicBezTo>
                  <a:cubicBezTo>
                    <a:pt x="34006" y="77283"/>
                    <a:pt x="34201" y="77283"/>
                    <a:pt x="34397" y="77283"/>
                  </a:cubicBezTo>
                  <a:cubicBezTo>
                    <a:pt x="34397" y="77283"/>
                    <a:pt x="34788" y="77283"/>
                    <a:pt x="34983" y="77283"/>
                  </a:cubicBezTo>
                  <a:cubicBezTo>
                    <a:pt x="35179" y="77283"/>
                    <a:pt x="35179" y="77283"/>
                    <a:pt x="35179" y="77283"/>
                  </a:cubicBezTo>
                  <a:cubicBezTo>
                    <a:pt x="35570" y="77002"/>
                    <a:pt x="35570" y="77002"/>
                    <a:pt x="35570" y="77002"/>
                  </a:cubicBezTo>
                  <a:cubicBezTo>
                    <a:pt x="35570" y="77002"/>
                    <a:pt x="35765" y="76721"/>
                    <a:pt x="35765" y="76721"/>
                  </a:cubicBezTo>
                  <a:cubicBezTo>
                    <a:pt x="35765" y="76440"/>
                    <a:pt x="35765" y="76159"/>
                    <a:pt x="35765" y="76159"/>
                  </a:cubicBezTo>
                  <a:cubicBezTo>
                    <a:pt x="35765" y="75878"/>
                    <a:pt x="36156" y="75878"/>
                    <a:pt x="36156" y="75878"/>
                  </a:cubicBezTo>
                  <a:cubicBezTo>
                    <a:pt x="36156" y="75878"/>
                    <a:pt x="36156" y="75878"/>
                    <a:pt x="36156" y="75878"/>
                  </a:cubicBezTo>
                  <a:cubicBezTo>
                    <a:pt x="36351" y="75878"/>
                    <a:pt x="36351" y="76159"/>
                    <a:pt x="36351" y="76159"/>
                  </a:cubicBezTo>
                  <a:cubicBezTo>
                    <a:pt x="36351" y="76159"/>
                    <a:pt x="36547" y="75878"/>
                    <a:pt x="36547" y="75878"/>
                  </a:cubicBezTo>
                  <a:cubicBezTo>
                    <a:pt x="36547" y="75597"/>
                    <a:pt x="36742" y="75597"/>
                    <a:pt x="36742" y="75597"/>
                  </a:cubicBezTo>
                  <a:cubicBezTo>
                    <a:pt x="36742" y="75597"/>
                    <a:pt x="37133" y="75316"/>
                    <a:pt x="37133" y="75035"/>
                  </a:cubicBezTo>
                  <a:cubicBezTo>
                    <a:pt x="37328" y="74754"/>
                    <a:pt x="37328" y="75035"/>
                    <a:pt x="37328" y="74473"/>
                  </a:cubicBezTo>
                  <a:cubicBezTo>
                    <a:pt x="37328" y="74192"/>
                    <a:pt x="37524" y="74473"/>
                    <a:pt x="37524" y="74754"/>
                  </a:cubicBezTo>
                  <a:cubicBezTo>
                    <a:pt x="37524" y="74754"/>
                    <a:pt x="37524" y="74754"/>
                    <a:pt x="37719" y="75035"/>
                  </a:cubicBezTo>
                  <a:cubicBezTo>
                    <a:pt x="37719" y="75035"/>
                    <a:pt x="37719" y="75035"/>
                    <a:pt x="38110" y="75035"/>
                  </a:cubicBezTo>
                  <a:cubicBezTo>
                    <a:pt x="38306" y="75316"/>
                    <a:pt x="38306" y="74754"/>
                    <a:pt x="38697" y="74754"/>
                  </a:cubicBezTo>
                  <a:cubicBezTo>
                    <a:pt x="39087" y="74754"/>
                    <a:pt x="38892" y="74754"/>
                    <a:pt x="39087" y="75035"/>
                  </a:cubicBezTo>
                  <a:cubicBezTo>
                    <a:pt x="39283" y="75035"/>
                    <a:pt x="39283" y="75035"/>
                    <a:pt x="39478" y="75035"/>
                  </a:cubicBezTo>
                  <a:cubicBezTo>
                    <a:pt x="39674" y="75316"/>
                    <a:pt x="39674" y="75316"/>
                    <a:pt x="39674" y="75316"/>
                  </a:cubicBezTo>
                  <a:cubicBezTo>
                    <a:pt x="39674" y="75316"/>
                    <a:pt x="39869" y="75316"/>
                    <a:pt x="40065" y="75597"/>
                  </a:cubicBezTo>
                  <a:cubicBezTo>
                    <a:pt x="40065" y="75878"/>
                    <a:pt x="40456" y="75878"/>
                    <a:pt x="40456" y="75878"/>
                  </a:cubicBezTo>
                  <a:cubicBezTo>
                    <a:pt x="40456" y="75878"/>
                    <a:pt x="40456" y="75878"/>
                    <a:pt x="40456" y="75878"/>
                  </a:cubicBezTo>
                  <a:cubicBezTo>
                    <a:pt x="40456" y="75878"/>
                    <a:pt x="40456" y="75878"/>
                    <a:pt x="40456" y="75878"/>
                  </a:cubicBezTo>
                  <a:cubicBezTo>
                    <a:pt x="40456" y="75878"/>
                    <a:pt x="40456" y="75878"/>
                    <a:pt x="40456" y="75878"/>
                  </a:cubicBezTo>
                  <a:cubicBezTo>
                    <a:pt x="40456" y="75878"/>
                    <a:pt x="40456" y="75878"/>
                    <a:pt x="40456" y="75878"/>
                  </a:cubicBezTo>
                  <a:cubicBezTo>
                    <a:pt x="40456" y="75878"/>
                    <a:pt x="40456" y="75878"/>
                    <a:pt x="40456" y="75878"/>
                  </a:cubicBezTo>
                  <a:cubicBezTo>
                    <a:pt x="40456" y="75878"/>
                    <a:pt x="40456" y="75878"/>
                    <a:pt x="40456" y="75878"/>
                  </a:cubicBezTo>
                  <a:cubicBezTo>
                    <a:pt x="40456" y="75878"/>
                    <a:pt x="40456" y="75878"/>
                    <a:pt x="40456" y="75878"/>
                  </a:cubicBezTo>
                  <a:cubicBezTo>
                    <a:pt x="40456" y="75878"/>
                    <a:pt x="40456" y="75878"/>
                    <a:pt x="40456" y="75878"/>
                  </a:cubicBezTo>
                  <a:cubicBezTo>
                    <a:pt x="40456" y="75878"/>
                    <a:pt x="40456" y="75878"/>
                    <a:pt x="40456"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651" y="75878"/>
                    <a:pt x="40651" y="75878"/>
                    <a:pt x="40651"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0846" y="75878"/>
                    <a:pt x="40846" y="75878"/>
                    <a:pt x="40846"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042" y="75878"/>
                    <a:pt x="41042" y="75878"/>
                    <a:pt x="41042" y="75878"/>
                  </a:cubicBezTo>
                  <a:cubicBezTo>
                    <a:pt x="41237" y="75878"/>
                    <a:pt x="41237" y="75878"/>
                    <a:pt x="41237" y="75878"/>
                  </a:cubicBezTo>
                  <a:cubicBezTo>
                    <a:pt x="41237" y="75878"/>
                    <a:pt x="41237" y="75878"/>
                    <a:pt x="41237" y="75878"/>
                  </a:cubicBezTo>
                  <a:cubicBezTo>
                    <a:pt x="41237" y="75878"/>
                    <a:pt x="41237" y="75878"/>
                    <a:pt x="41237" y="75878"/>
                  </a:cubicBezTo>
                  <a:cubicBezTo>
                    <a:pt x="41237" y="75878"/>
                    <a:pt x="41237" y="75878"/>
                    <a:pt x="41237" y="75878"/>
                  </a:cubicBezTo>
                  <a:cubicBezTo>
                    <a:pt x="41237" y="75878"/>
                    <a:pt x="41237" y="75878"/>
                    <a:pt x="41237" y="75878"/>
                  </a:cubicBezTo>
                  <a:cubicBezTo>
                    <a:pt x="41237" y="75878"/>
                    <a:pt x="41237" y="75878"/>
                    <a:pt x="41237" y="75878"/>
                  </a:cubicBezTo>
                  <a:cubicBezTo>
                    <a:pt x="41237" y="75878"/>
                    <a:pt x="41237" y="75878"/>
                    <a:pt x="41237" y="75878"/>
                  </a:cubicBezTo>
                  <a:cubicBezTo>
                    <a:pt x="41237" y="75878"/>
                    <a:pt x="41237" y="75878"/>
                    <a:pt x="41237" y="75878"/>
                  </a:cubicBezTo>
                  <a:cubicBezTo>
                    <a:pt x="41237" y="75878"/>
                    <a:pt x="41237" y="75878"/>
                    <a:pt x="41237" y="75878"/>
                  </a:cubicBezTo>
                  <a:cubicBezTo>
                    <a:pt x="41433" y="76159"/>
                    <a:pt x="41433" y="76159"/>
                    <a:pt x="41433" y="76159"/>
                  </a:cubicBezTo>
                  <a:cubicBezTo>
                    <a:pt x="41433" y="76159"/>
                    <a:pt x="41433" y="76721"/>
                    <a:pt x="41628" y="76721"/>
                  </a:cubicBezTo>
                  <a:cubicBezTo>
                    <a:pt x="41628" y="77002"/>
                    <a:pt x="41628" y="77002"/>
                    <a:pt x="41824" y="77002"/>
                  </a:cubicBezTo>
                  <a:cubicBezTo>
                    <a:pt x="41824" y="77002"/>
                    <a:pt x="42019" y="76440"/>
                    <a:pt x="42019" y="76159"/>
                  </a:cubicBezTo>
                  <a:cubicBezTo>
                    <a:pt x="42019" y="76159"/>
                    <a:pt x="42214" y="76440"/>
                    <a:pt x="42214" y="76440"/>
                  </a:cubicBezTo>
                  <a:cubicBezTo>
                    <a:pt x="42214" y="76440"/>
                    <a:pt x="42214" y="77002"/>
                    <a:pt x="42410" y="77002"/>
                  </a:cubicBezTo>
                  <a:cubicBezTo>
                    <a:pt x="42410" y="76721"/>
                    <a:pt x="42605" y="76721"/>
                    <a:pt x="42605" y="76721"/>
                  </a:cubicBezTo>
                  <a:cubicBezTo>
                    <a:pt x="42801" y="76721"/>
                    <a:pt x="42605" y="76440"/>
                    <a:pt x="42605" y="76440"/>
                  </a:cubicBezTo>
                  <a:cubicBezTo>
                    <a:pt x="42605" y="76440"/>
                    <a:pt x="42801" y="76159"/>
                    <a:pt x="42801" y="76159"/>
                  </a:cubicBezTo>
                  <a:cubicBezTo>
                    <a:pt x="42996" y="76159"/>
                    <a:pt x="43387" y="76159"/>
                    <a:pt x="43387" y="76159"/>
                  </a:cubicBezTo>
                  <a:cubicBezTo>
                    <a:pt x="43583" y="76159"/>
                    <a:pt x="43583" y="76721"/>
                    <a:pt x="43583" y="76721"/>
                  </a:cubicBezTo>
                  <a:cubicBezTo>
                    <a:pt x="43583" y="76721"/>
                    <a:pt x="43387" y="77283"/>
                    <a:pt x="43387" y="77283"/>
                  </a:cubicBezTo>
                  <a:cubicBezTo>
                    <a:pt x="43387" y="77283"/>
                    <a:pt x="43192" y="77564"/>
                    <a:pt x="43192" y="77845"/>
                  </a:cubicBezTo>
                  <a:cubicBezTo>
                    <a:pt x="43192" y="77845"/>
                    <a:pt x="43192" y="77845"/>
                    <a:pt x="43387" y="77564"/>
                  </a:cubicBezTo>
                  <a:cubicBezTo>
                    <a:pt x="43778" y="77564"/>
                    <a:pt x="43583" y="77283"/>
                    <a:pt x="43583" y="77283"/>
                  </a:cubicBezTo>
                  <a:cubicBezTo>
                    <a:pt x="43778" y="76721"/>
                    <a:pt x="43778" y="76721"/>
                    <a:pt x="43778" y="76721"/>
                  </a:cubicBezTo>
                  <a:cubicBezTo>
                    <a:pt x="43778" y="76721"/>
                    <a:pt x="44169" y="77002"/>
                    <a:pt x="44169" y="77283"/>
                  </a:cubicBezTo>
                  <a:cubicBezTo>
                    <a:pt x="44169" y="77283"/>
                    <a:pt x="44169" y="77564"/>
                    <a:pt x="44169" y="77564"/>
                  </a:cubicBezTo>
                  <a:cubicBezTo>
                    <a:pt x="44169" y="77845"/>
                    <a:pt x="44364" y="77845"/>
                    <a:pt x="44364" y="78126"/>
                  </a:cubicBezTo>
                  <a:cubicBezTo>
                    <a:pt x="44560" y="78407"/>
                    <a:pt x="44364" y="78126"/>
                    <a:pt x="44364" y="78126"/>
                  </a:cubicBezTo>
                  <a:cubicBezTo>
                    <a:pt x="44364" y="77845"/>
                    <a:pt x="44560" y="77283"/>
                    <a:pt x="44560" y="77283"/>
                  </a:cubicBezTo>
                  <a:cubicBezTo>
                    <a:pt x="44755" y="76721"/>
                    <a:pt x="44755" y="76721"/>
                    <a:pt x="44755" y="76721"/>
                  </a:cubicBezTo>
                  <a:cubicBezTo>
                    <a:pt x="44755" y="76721"/>
                    <a:pt x="45537" y="76721"/>
                    <a:pt x="46319" y="76721"/>
                  </a:cubicBezTo>
                  <a:cubicBezTo>
                    <a:pt x="47100" y="76721"/>
                    <a:pt x="46514" y="76440"/>
                    <a:pt x="46514" y="76440"/>
                  </a:cubicBezTo>
                  <a:cubicBezTo>
                    <a:pt x="46905" y="76440"/>
                    <a:pt x="46905" y="76440"/>
                    <a:pt x="46905" y="76440"/>
                  </a:cubicBezTo>
                  <a:cubicBezTo>
                    <a:pt x="47100" y="77564"/>
                    <a:pt x="47100" y="77564"/>
                    <a:pt x="47100" y="77564"/>
                  </a:cubicBezTo>
                  <a:cubicBezTo>
                    <a:pt x="47100" y="77564"/>
                    <a:pt x="47491" y="78126"/>
                    <a:pt x="47687" y="78126"/>
                  </a:cubicBezTo>
                  <a:cubicBezTo>
                    <a:pt x="47882" y="78407"/>
                    <a:pt x="47882" y="78407"/>
                    <a:pt x="48273" y="78688"/>
                  </a:cubicBezTo>
                  <a:cubicBezTo>
                    <a:pt x="48859" y="78688"/>
                    <a:pt x="48664" y="78688"/>
                    <a:pt x="48664" y="78688"/>
                  </a:cubicBezTo>
                  <a:cubicBezTo>
                    <a:pt x="48859" y="78688"/>
                    <a:pt x="48859" y="78126"/>
                    <a:pt x="49055" y="77845"/>
                  </a:cubicBezTo>
                  <a:cubicBezTo>
                    <a:pt x="49055" y="77564"/>
                    <a:pt x="49250" y="77564"/>
                    <a:pt x="49250" y="77564"/>
                  </a:cubicBezTo>
                  <a:cubicBezTo>
                    <a:pt x="49250" y="77564"/>
                    <a:pt x="49641" y="78126"/>
                    <a:pt x="49641" y="78126"/>
                  </a:cubicBezTo>
                  <a:cubicBezTo>
                    <a:pt x="49837" y="78407"/>
                    <a:pt x="49837" y="78688"/>
                    <a:pt x="49837" y="78688"/>
                  </a:cubicBezTo>
                  <a:cubicBezTo>
                    <a:pt x="50423" y="78969"/>
                    <a:pt x="50423" y="78969"/>
                    <a:pt x="50423" y="78969"/>
                  </a:cubicBezTo>
                  <a:cubicBezTo>
                    <a:pt x="50423" y="79250"/>
                    <a:pt x="50423" y="79250"/>
                    <a:pt x="50423" y="79250"/>
                  </a:cubicBezTo>
                  <a:cubicBezTo>
                    <a:pt x="50423" y="80093"/>
                    <a:pt x="50423" y="80093"/>
                    <a:pt x="50423" y="80093"/>
                  </a:cubicBezTo>
                  <a:cubicBezTo>
                    <a:pt x="50814" y="80374"/>
                    <a:pt x="50814" y="80374"/>
                    <a:pt x="50814" y="80374"/>
                  </a:cubicBezTo>
                  <a:cubicBezTo>
                    <a:pt x="50618" y="80936"/>
                    <a:pt x="50618" y="80936"/>
                    <a:pt x="50618" y="80936"/>
                  </a:cubicBezTo>
                  <a:cubicBezTo>
                    <a:pt x="50618" y="80936"/>
                    <a:pt x="50814" y="81498"/>
                    <a:pt x="50814" y="81779"/>
                  </a:cubicBezTo>
                  <a:cubicBezTo>
                    <a:pt x="50814" y="81779"/>
                    <a:pt x="51009" y="82341"/>
                    <a:pt x="51009" y="82341"/>
                  </a:cubicBezTo>
                  <a:cubicBezTo>
                    <a:pt x="51009" y="83185"/>
                    <a:pt x="51009" y="83185"/>
                    <a:pt x="51009" y="83185"/>
                  </a:cubicBezTo>
                  <a:cubicBezTo>
                    <a:pt x="50814" y="83747"/>
                    <a:pt x="50814" y="83747"/>
                    <a:pt x="50814" y="83747"/>
                  </a:cubicBezTo>
                  <a:cubicBezTo>
                    <a:pt x="51009" y="84028"/>
                    <a:pt x="51009" y="84028"/>
                    <a:pt x="51009" y="84028"/>
                  </a:cubicBezTo>
                  <a:cubicBezTo>
                    <a:pt x="51009" y="84028"/>
                    <a:pt x="51009" y="84871"/>
                    <a:pt x="51205" y="85152"/>
                  </a:cubicBezTo>
                  <a:cubicBezTo>
                    <a:pt x="51400" y="85714"/>
                    <a:pt x="51596" y="84871"/>
                    <a:pt x="51596" y="84871"/>
                  </a:cubicBezTo>
                  <a:cubicBezTo>
                    <a:pt x="51986" y="84871"/>
                    <a:pt x="51986" y="84871"/>
                    <a:pt x="51986" y="84871"/>
                  </a:cubicBezTo>
                  <a:cubicBezTo>
                    <a:pt x="52377" y="85714"/>
                    <a:pt x="52377" y="85714"/>
                    <a:pt x="52377" y="85714"/>
                  </a:cubicBezTo>
                  <a:cubicBezTo>
                    <a:pt x="52573" y="85714"/>
                    <a:pt x="52573" y="85714"/>
                    <a:pt x="52573" y="85714"/>
                  </a:cubicBezTo>
                  <a:cubicBezTo>
                    <a:pt x="52964" y="85995"/>
                    <a:pt x="52964" y="85995"/>
                    <a:pt x="52964" y="85995"/>
                  </a:cubicBezTo>
                  <a:cubicBezTo>
                    <a:pt x="53159" y="86838"/>
                    <a:pt x="53159" y="86838"/>
                    <a:pt x="53159" y="86838"/>
                  </a:cubicBezTo>
                  <a:cubicBezTo>
                    <a:pt x="53550" y="86557"/>
                    <a:pt x="53550" y="86557"/>
                    <a:pt x="53550" y="86557"/>
                  </a:cubicBezTo>
                  <a:cubicBezTo>
                    <a:pt x="53745" y="85714"/>
                    <a:pt x="53745" y="85714"/>
                    <a:pt x="53745" y="85714"/>
                  </a:cubicBezTo>
                  <a:cubicBezTo>
                    <a:pt x="54136" y="85995"/>
                    <a:pt x="54136" y="85995"/>
                    <a:pt x="54136" y="85995"/>
                  </a:cubicBezTo>
                  <a:cubicBezTo>
                    <a:pt x="54527" y="85995"/>
                    <a:pt x="54527" y="85995"/>
                    <a:pt x="54527" y="85995"/>
                  </a:cubicBezTo>
                  <a:cubicBezTo>
                    <a:pt x="54527" y="87119"/>
                    <a:pt x="54527" y="87119"/>
                    <a:pt x="54527" y="87119"/>
                  </a:cubicBezTo>
                  <a:cubicBezTo>
                    <a:pt x="54527" y="87119"/>
                    <a:pt x="54723" y="87400"/>
                    <a:pt x="54723" y="87681"/>
                  </a:cubicBezTo>
                  <a:cubicBezTo>
                    <a:pt x="54723" y="87681"/>
                    <a:pt x="54723" y="88243"/>
                    <a:pt x="54723" y="88243"/>
                  </a:cubicBezTo>
                  <a:cubicBezTo>
                    <a:pt x="54918" y="88805"/>
                    <a:pt x="54918" y="88805"/>
                    <a:pt x="54918" y="88805"/>
                  </a:cubicBezTo>
                  <a:cubicBezTo>
                    <a:pt x="54332" y="89086"/>
                    <a:pt x="54332" y="89086"/>
                    <a:pt x="54332" y="89086"/>
                  </a:cubicBezTo>
                  <a:cubicBezTo>
                    <a:pt x="54723" y="89367"/>
                    <a:pt x="54723" y="89367"/>
                    <a:pt x="54723" y="89367"/>
                  </a:cubicBezTo>
                  <a:cubicBezTo>
                    <a:pt x="54723" y="89367"/>
                    <a:pt x="55114" y="89367"/>
                    <a:pt x="55309" y="89367"/>
                  </a:cubicBezTo>
                  <a:cubicBezTo>
                    <a:pt x="55504" y="89367"/>
                    <a:pt x="55504" y="90210"/>
                    <a:pt x="55504" y="90210"/>
                  </a:cubicBezTo>
                  <a:cubicBezTo>
                    <a:pt x="55504" y="90210"/>
                    <a:pt x="55504" y="90491"/>
                    <a:pt x="55309" y="90772"/>
                  </a:cubicBezTo>
                  <a:cubicBezTo>
                    <a:pt x="55309" y="90772"/>
                    <a:pt x="55309" y="91053"/>
                    <a:pt x="55309" y="91334"/>
                  </a:cubicBezTo>
                  <a:cubicBezTo>
                    <a:pt x="55504" y="91334"/>
                    <a:pt x="55895" y="91615"/>
                    <a:pt x="56091" y="91615"/>
                  </a:cubicBezTo>
                  <a:cubicBezTo>
                    <a:pt x="56482" y="91615"/>
                    <a:pt x="56482" y="91615"/>
                    <a:pt x="56482" y="91615"/>
                  </a:cubicBezTo>
                  <a:cubicBezTo>
                    <a:pt x="56872" y="91615"/>
                    <a:pt x="56872" y="91615"/>
                    <a:pt x="56872" y="91615"/>
                  </a:cubicBezTo>
                  <a:cubicBezTo>
                    <a:pt x="56872" y="91615"/>
                    <a:pt x="57068" y="91896"/>
                    <a:pt x="57263" y="91896"/>
                  </a:cubicBezTo>
                  <a:cubicBezTo>
                    <a:pt x="57263" y="91615"/>
                    <a:pt x="57654" y="91615"/>
                    <a:pt x="57654" y="91615"/>
                  </a:cubicBezTo>
                  <a:cubicBezTo>
                    <a:pt x="58045" y="92177"/>
                    <a:pt x="58045" y="92177"/>
                    <a:pt x="58045" y="92177"/>
                  </a:cubicBezTo>
                  <a:cubicBezTo>
                    <a:pt x="58436" y="91896"/>
                    <a:pt x="58436" y="91896"/>
                    <a:pt x="58436" y="91896"/>
                  </a:cubicBezTo>
                  <a:cubicBezTo>
                    <a:pt x="58436" y="92459"/>
                    <a:pt x="58436" y="92459"/>
                    <a:pt x="58436" y="92459"/>
                  </a:cubicBezTo>
                  <a:cubicBezTo>
                    <a:pt x="58436" y="92459"/>
                    <a:pt x="58827" y="93583"/>
                    <a:pt x="58827" y="93583"/>
                  </a:cubicBezTo>
                  <a:cubicBezTo>
                    <a:pt x="59022" y="93864"/>
                    <a:pt x="59022" y="94426"/>
                    <a:pt x="59022" y="94707"/>
                  </a:cubicBezTo>
                  <a:cubicBezTo>
                    <a:pt x="59022" y="94988"/>
                    <a:pt x="59218" y="95550"/>
                    <a:pt x="59218" y="95550"/>
                  </a:cubicBezTo>
                  <a:cubicBezTo>
                    <a:pt x="59218" y="95550"/>
                    <a:pt x="59022" y="95550"/>
                    <a:pt x="58827" y="95831"/>
                  </a:cubicBezTo>
                  <a:cubicBezTo>
                    <a:pt x="58631" y="96112"/>
                    <a:pt x="59022" y="96393"/>
                    <a:pt x="59022" y="96393"/>
                  </a:cubicBezTo>
                  <a:cubicBezTo>
                    <a:pt x="59413" y="96393"/>
                    <a:pt x="59413" y="96393"/>
                    <a:pt x="59413" y="96393"/>
                  </a:cubicBezTo>
                  <a:cubicBezTo>
                    <a:pt x="59413" y="96393"/>
                    <a:pt x="59804" y="96955"/>
                    <a:pt x="59804" y="97236"/>
                  </a:cubicBezTo>
                  <a:cubicBezTo>
                    <a:pt x="59999" y="97517"/>
                    <a:pt x="60390" y="97236"/>
                    <a:pt x="60586" y="97236"/>
                  </a:cubicBezTo>
                  <a:cubicBezTo>
                    <a:pt x="60781" y="96955"/>
                    <a:pt x="61172" y="97236"/>
                    <a:pt x="61172" y="97517"/>
                  </a:cubicBezTo>
                  <a:cubicBezTo>
                    <a:pt x="61172" y="97517"/>
                    <a:pt x="60586" y="97798"/>
                    <a:pt x="60390" y="97798"/>
                  </a:cubicBezTo>
                  <a:cubicBezTo>
                    <a:pt x="60195" y="98079"/>
                    <a:pt x="59609" y="98079"/>
                    <a:pt x="59609" y="98079"/>
                  </a:cubicBezTo>
                  <a:cubicBezTo>
                    <a:pt x="59413" y="98922"/>
                    <a:pt x="59413" y="98922"/>
                    <a:pt x="59413" y="98922"/>
                  </a:cubicBezTo>
                  <a:cubicBezTo>
                    <a:pt x="59022" y="99203"/>
                    <a:pt x="59022" y="99203"/>
                    <a:pt x="59022" y="99203"/>
                  </a:cubicBezTo>
                  <a:cubicBezTo>
                    <a:pt x="58827" y="98360"/>
                    <a:pt x="58827" y="98360"/>
                    <a:pt x="58827" y="98360"/>
                  </a:cubicBezTo>
                  <a:cubicBezTo>
                    <a:pt x="58045" y="97517"/>
                    <a:pt x="58045" y="97517"/>
                    <a:pt x="58045" y="97517"/>
                  </a:cubicBezTo>
                  <a:cubicBezTo>
                    <a:pt x="58045" y="98360"/>
                    <a:pt x="58045" y="98360"/>
                    <a:pt x="58045" y="98360"/>
                  </a:cubicBezTo>
                  <a:cubicBezTo>
                    <a:pt x="57654" y="98641"/>
                    <a:pt x="57654" y="98641"/>
                    <a:pt x="57654" y="98641"/>
                  </a:cubicBezTo>
                  <a:cubicBezTo>
                    <a:pt x="57654" y="98641"/>
                    <a:pt x="57654" y="98922"/>
                    <a:pt x="57654" y="99203"/>
                  </a:cubicBezTo>
                  <a:cubicBezTo>
                    <a:pt x="57654" y="99484"/>
                    <a:pt x="57459" y="99484"/>
                    <a:pt x="57459" y="99484"/>
                  </a:cubicBezTo>
                  <a:cubicBezTo>
                    <a:pt x="57068" y="99203"/>
                    <a:pt x="57068" y="99203"/>
                    <a:pt x="57068" y="99203"/>
                  </a:cubicBezTo>
                  <a:cubicBezTo>
                    <a:pt x="57068" y="99203"/>
                    <a:pt x="56677" y="99203"/>
                    <a:pt x="56482" y="99203"/>
                  </a:cubicBezTo>
                  <a:cubicBezTo>
                    <a:pt x="56286" y="99203"/>
                    <a:pt x="56286" y="98641"/>
                    <a:pt x="56286" y="98641"/>
                  </a:cubicBezTo>
                  <a:cubicBezTo>
                    <a:pt x="56091" y="98922"/>
                    <a:pt x="56091" y="98922"/>
                    <a:pt x="56091" y="98922"/>
                  </a:cubicBezTo>
                  <a:cubicBezTo>
                    <a:pt x="56091" y="98922"/>
                    <a:pt x="56091" y="99203"/>
                    <a:pt x="55895" y="99484"/>
                  </a:cubicBezTo>
                  <a:cubicBezTo>
                    <a:pt x="55895" y="99765"/>
                    <a:pt x="55895" y="99484"/>
                    <a:pt x="55504" y="99484"/>
                  </a:cubicBezTo>
                  <a:cubicBezTo>
                    <a:pt x="55309" y="99765"/>
                    <a:pt x="55309" y="99203"/>
                    <a:pt x="55114" y="98922"/>
                  </a:cubicBezTo>
                  <a:cubicBezTo>
                    <a:pt x="55114" y="98360"/>
                    <a:pt x="55114" y="98922"/>
                    <a:pt x="54918" y="98922"/>
                  </a:cubicBezTo>
                  <a:cubicBezTo>
                    <a:pt x="54723" y="98922"/>
                    <a:pt x="55114" y="99765"/>
                    <a:pt x="55114" y="99765"/>
                  </a:cubicBezTo>
                  <a:cubicBezTo>
                    <a:pt x="54918" y="100046"/>
                    <a:pt x="54918" y="100046"/>
                    <a:pt x="54918" y="100046"/>
                  </a:cubicBezTo>
                  <a:cubicBezTo>
                    <a:pt x="54918" y="100046"/>
                    <a:pt x="54918" y="100608"/>
                    <a:pt x="54527" y="100889"/>
                  </a:cubicBezTo>
                  <a:cubicBezTo>
                    <a:pt x="54332" y="100889"/>
                    <a:pt x="54527" y="100327"/>
                    <a:pt x="54527" y="100327"/>
                  </a:cubicBezTo>
                  <a:cubicBezTo>
                    <a:pt x="54527" y="99203"/>
                    <a:pt x="54527" y="99203"/>
                    <a:pt x="54527" y="99203"/>
                  </a:cubicBezTo>
                  <a:cubicBezTo>
                    <a:pt x="54136" y="97798"/>
                    <a:pt x="54136" y="97798"/>
                    <a:pt x="54136" y="97798"/>
                  </a:cubicBezTo>
                  <a:cubicBezTo>
                    <a:pt x="54136" y="97798"/>
                    <a:pt x="53355" y="98922"/>
                    <a:pt x="53159" y="98922"/>
                  </a:cubicBezTo>
                  <a:cubicBezTo>
                    <a:pt x="53159" y="99203"/>
                    <a:pt x="52768" y="100327"/>
                    <a:pt x="52573" y="100327"/>
                  </a:cubicBezTo>
                  <a:cubicBezTo>
                    <a:pt x="52573" y="100608"/>
                    <a:pt x="52573" y="101170"/>
                    <a:pt x="52573" y="101170"/>
                  </a:cubicBezTo>
                  <a:cubicBezTo>
                    <a:pt x="52964" y="102014"/>
                    <a:pt x="52964" y="102014"/>
                    <a:pt x="52964" y="102014"/>
                  </a:cubicBezTo>
                  <a:cubicBezTo>
                    <a:pt x="52964" y="102857"/>
                    <a:pt x="52964" y="102857"/>
                    <a:pt x="52964" y="102857"/>
                  </a:cubicBezTo>
                  <a:cubicBezTo>
                    <a:pt x="53355" y="103419"/>
                    <a:pt x="53355" y="103419"/>
                    <a:pt x="53355" y="103419"/>
                  </a:cubicBezTo>
                  <a:cubicBezTo>
                    <a:pt x="53355" y="103419"/>
                    <a:pt x="53745" y="103419"/>
                    <a:pt x="53941" y="103700"/>
                  </a:cubicBezTo>
                  <a:cubicBezTo>
                    <a:pt x="54136" y="103700"/>
                    <a:pt x="53941" y="104262"/>
                    <a:pt x="53941" y="104262"/>
                  </a:cubicBezTo>
                  <a:cubicBezTo>
                    <a:pt x="53745" y="105386"/>
                    <a:pt x="53745" y="105386"/>
                    <a:pt x="53745" y="105386"/>
                  </a:cubicBezTo>
                  <a:cubicBezTo>
                    <a:pt x="53745" y="105386"/>
                    <a:pt x="53941" y="105667"/>
                    <a:pt x="54136" y="105948"/>
                  </a:cubicBezTo>
                  <a:cubicBezTo>
                    <a:pt x="54136" y="106229"/>
                    <a:pt x="53745" y="106791"/>
                    <a:pt x="53745" y="106791"/>
                  </a:cubicBezTo>
                  <a:cubicBezTo>
                    <a:pt x="53550" y="106791"/>
                    <a:pt x="52964" y="107634"/>
                    <a:pt x="52964" y="107634"/>
                  </a:cubicBezTo>
                  <a:cubicBezTo>
                    <a:pt x="52964" y="107634"/>
                    <a:pt x="52768" y="107915"/>
                    <a:pt x="52573" y="107915"/>
                  </a:cubicBezTo>
                  <a:cubicBezTo>
                    <a:pt x="52377" y="107915"/>
                    <a:pt x="52768" y="108758"/>
                    <a:pt x="52768" y="108758"/>
                  </a:cubicBezTo>
                  <a:cubicBezTo>
                    <a:pt x="52964" y="109601"/>
                    <a:pt x="52964" y="109601"/>
                    <a:pt x="52964" y="109601"/>
                  </a:cubicBezTo>
                  <a:cubicBezTo>
                    <a:pt x="52964" y="109601"/>
                    <a:pt x="52768" y="109882"/>
                    <a:pt x="52768" y="109882"/>
                  </a:cubicBezTo>
                  <a:cubicBezTo>
                    <a:pt x="52573" y="110163"/>
                    <a:pt x="52573" y="110725"/>
                    <a:pt x="52573" y="110725"/>
                  </a:cubicBezTo>
                  <a:cubicBezTo>
                    <a:pt x="52182" y="110725"/>
                    <a:pt x="52182" y="110725"/>
                    <a:pt x="52182" y="110725"/>
                  </a:cubicBezTo>
                  <a:cubicBezTo>
                    <a:pt x="51986" y="111288"/>
                    <a:pt x="51986" y="111288"/>
                    <a:pt x="51986" y="111288"/>
                  </a:cubicBezTo>
                  <a:cubicBezTo>
                    <a:pt x="51986" y="111288"/>
                    <a:pt x="51986" y="112131"/>
                    <a:pt x="51791" y="112131"/>
                  </a:cubicBezTo>
                  <a:cubicBezTo>
                    <a:pt x="51596" y="112131"/>
                    <a:pt x="51791" y="112693"/>
                    <a:pt x="51791" y="112693"/>
                  </a:cubicBezTo>
                  <a:cubicBezTo>
                    <a:pt x="51596" y="113255"/>
                    <a:pt x="51596" y="113255"/>
                    <a:pt x="51596" y="113255"/>
                  </a:cubicBezTo>
                  <a:cubicBezTo>
                    <a:pt x="52377" y="113817"/>
                    <a:pt x="52377" y="113817"/>
                    <a:pt x="52377" y="113817"/>
                  </a:cubicBezTo>
                  <a:cubicBezTo>
                    <a:pt x="52182" y="114379"/>
                    <a:pt x="52182" y="114379"/>
                    <a:pt x="52182" y="114379"/>
                  </a:cubicBezTo>
                  <a:cubicBezTo>
                    <a:pt x="52182" y="114941"/>
                    <a:pt x="52182" y="114941"/>
                    <a:pt x="52182" y="114941"/>
                  </a:cubicBezTo>
                  <a:cubicBezTo>
                    <a:pt x="52377" y="114941"/>
                    <a:pt x="52377" y="114941"/>
                    <a:pt x="52377" y="114941"/>
                  </a:cubicBezTo>
                  <a:cubicBezTo>
                    <a:pt x="52377" y="114941"/>
                    <a:pt x="51986" y="115222"/>
                    <a:pt x="51791" y="115222"/>
                  </a:cubicBezTo>
                  <a:cubicBezTo>
                    <a:pt x="51596" y="115503"/>
                    <a:pt x="51400" y="115222"/>
                    <a:pt x="51205" y="115503"/>
                  </a:cubicBezTo>
                  <a:cubicBezTo>
                    <a:pt x="51009" y="115503"/>
                    <a:pt x="50423" y="115784"/>
                    <a:pt x="50423" y="115784"/>
                  </a:cubicBezTo>
                  <a:cubicBezTo>
                    <a:pt x="50228" y="116908"/>
                    <a:pt x="50228" y="116908"/>
                    <a:pt x="50228" y="116908"/>
                  </a:cubicBezTo>
                  <a:cubicBezTo>
                    <a:pt x="49837" y="116908"/>
                    <a:pt x="49837" y="116908"/>
                    <a:pt x="49837" y="116908"/>
                  </a:cubicBezTo>
                  <a:cubicBezTo>
                    <a:pt x="49837" y="116346"/>
                    <a:pt x="49837" y="116346"/>
                    <a:pt x="49837" y="116346"/>
                  </a:cubicBezTo>
                  <a:cubicBezTo>
                    <a:pt x="49641" y="116065"/>
                    <a:pt x="49641" y="116065"/>
                    <a:pt x="49641" y="116065"/>
                  </a:cubicBezTo>
                  <a:cubicBezTo>
                    <a:pt x="49641" y="116627"/>
                    <a:pt x="49641" y="116908"/>
                    <a:pt x="49641" y="116908"/>
                  </a:cubicBezTo>
                  <a:cubicBezTo>
                    <a:pt x="51596" y="118875"/>
                    <a:pt x="51596" y="118875"/>
                    <a:pt x="51596" y="118875"/>
                  </a:cubicBezTo>
                  <a:cubicBezTo>
                    <a:pt x="54918" y="120000"/>
                    <a:pt x="54918" y="120000"/>
                    <a:pt x="54918" y="120000"/>
                  </a:cubicBezTo>
                  <a:cubicBezTo>
                    <a:pt x="55700" y="118032"/>
                    <a:pt x="55700" y="118032"/>
                    <a:pt x="55700" y="118032"/>
                  </a:cubicBezTo>
                  <a:cubicBezTo>
                    <a:pt x="55700" y="118032"/>
                    <a:pt x="57459" y="113536"/>
                    <a:pt x="58827" y="113817"/>
                  </a:cubicBezTo>
                  <a:cubicBezTo>
                    <a:pt x="59804" y="114098"/>
                    <a:pt x="61172" y="114660"/>
                    <a:pt x="61368" y="114660"/>
                  </a:cubicBezTo>
                  <a:cubicBezTo>
                    <a:pt x="61172" y="112974"/>
                    <a:pt x="59022" y="110163"/>
                    <a:pt x="59413" y="109601"/>
                  </a:cubicBezTo>
                  <a:cubicBezTo>
                    <a:pt x="59804" y="108758"/>
                    <a:pt x="60781" y="106791"/>
                    <a:pt x="61368" y="105667"/>
                  </a:cubicBezTo>
                  <a:cubicBezTo>
                    <a:pt x="61758" y="104543"/>
                    <a:pt x="63713" y="103700"/>
                    <a:pt x="63713" y="103700"/>
                  </a:cubicBezTo>
                  <a:cubicBezTo>
                    <a:pt x="65276" y="99484"/>
                    <a:pt x="65276" y="99484"/>
                    <a:pt x="65276" y="99484"/>
                  </a:cubicBezTo>
                  <a:cubicBezTo>
                    <a:pt x="64885" y="93021"/>
                    <a:pt x="64495" y="91334"/>
                    <a:pt x="69185" y="90491"/>
                  </a:cubicBezTo>
                  <a:cubicBezTo>
                    <a:pt x="69967" y="90210"/>
                    <a:pt x="70944" y="89367"/>
                    <a:pt x="70944" y="89367"/>
                  </a:cubicBezTo>
                  <a:cubicBezTo>
                    <a:pt x="72508" y="88524"/>
                    <a:pt x="72508" y="88524"/>
                    <a:pt x="72508" y="88524"/>
                  </a:cubicBezTo>
                  <a:cubicBezTo>
                    <a:pt x="75439" y="87962"/>
                    <a:pt x="75439" y="87962"/>
                    <a:pt x="75439" y="87962"/>
                  </a:cubicBezTo>
                  <a:cubicBezTo>
                    <a:pt x="73094" y="89929"/>
                    <a:pt x="73094" y="89929"/>
                    <a:pt x="73094" y="89929"/>
                  </a:cubicBezTo>
                  <a:cubicBezTo>
                    <a:pt x="71335" y="92740"/>
                    <a:pt x="71335" y="92740"/>
                    <a:pt x="71335" y="92740"/>
                  </a:cubicBezTo>
                  <a:cubicBezTo>
                    <a:pt x="73680" y="93583"/>
                    <a:pt x="73680" y="93583"/>
                    <a:pt x="73680" y="93583"/>
                  </a:cubicBezTo>
                  <a:cubicBezTo>
                    <a:pt x="73680" y="93583"/>
                    <a:pt x="73680" y="96112"/>
                    <a:pt x="74853" y="95550"/>
                  </a:cubicBezTo>
                  <a:cubicBezTo>
                    <a:pt x="75830" y="94988"/>
                    <a:pt x="78175" y="93583"/>
                    <a:pt x="78566" y="93583"/>
                  </a:cubicBezTo>
                  <a:cubicBezTo>
                    <a:pt x="78957" y="93302"/>
                    <a:pt x="81107" y="92459"/>
                    <a:pt x="81693" y="92459"/>
                  </a:cubicBezTo>
                  <a:cubicBezTo>
                    <a:pt x="82280" y="92459"/>
                    <a:pt x="85407" y="91896"/>
                    <a:pt x="85407" y="91896"/>
                  </a:cubicBezTo>
                  <a:cubicBezTo>
                    <a:pt x="85798" y="94426"/>
                    <a:pt x="85798" y="94426"/>
                    <a:pt x="85798" y="94426"/>
                  </a:cubicBezTo>
                  <a:cubicBezTo>
                    <a:pt x="84429" y="96955"/>
                    <a:pt x="84429" y="96955"/>
                    <a:pt x="84429" y="96955"/>
                  </a:cubicBezTo>
                  <a:cubicBezTo>
                    <a:pt x="82671" y="99484"/>
                    <a:pt x="82671" y="99484"/>
                    <a:pt x="82671" y="99484"/>
                  </a:cubicBezTo>
                  <a:cubicBezTo>
                    <a:pt x="79934" y="103138"/>
                    <a:pt x="79934" y="103138"/>
                    <a:pt x="79934" y="103138"/>
                  </a:cubicBezTo>
                  <a:cubicBezTo>
                    <a:pt x="79934" y="103138"/>
                    <a:pt x="79153" y="105105"/>
                    <a:pt x="79543" y="105386"/>
                  </a:cubicBezTo>
                  <a:cubicBezTo>
                    <a:pt x="79934" y="105667"/>
                    <a:pt x="82866" y="105105"/>
                    <a:pt x="82866" y="105105"/>
                  </a:cubicBezTo>
                  <a:cubicBezTo>
                    <a:pt x="86188" y="105386"/>
                    <a:pt x="86188" y="105386"/>
                    <a:pt x="86188" y="105386"/>
                  </a:cubicBezTo>
                  <a:cubicBezTo>
                    <a:pt x="86188" y="105386"/>
                    <a:pt x="86775" y="105667"/>
                    <a:pt x="87166" y="107353"/>
                  </a:cubicBezTo>
                  <a:cubicBezTo>
                    <a:pt x="87752" y="109320"/>
                    <a:pt x="88143" y="110163"/>
                    <a:pt x="88338" y="110725"/>
                  </a:cubicBezTo>
                  <a:cubicBezTo>
                    <a:pt x="88729" y="111569"/>
                    <a:pt x="89511" y="113255"/>
                    <a:pt x="89511" y="113255"/>
                  </a:cubicBezTo>
                  <a:cubicBezTo>
                    <a:pt x="89511" y="113255"/>
                    <a:pt x="88729" y="114379"/>
                    <a:pt x="89706" y="114098"/>
                  </a:cubicBezTo>
                  <a:cubicBezTo>
                    <a:pt x="90879" y="114098"/>
                    <a:pt x="91661" y="113817"/>
                    <a:pt x="91661" y="113817"/>
                  </a:cubicBezTo>
                  <a:cubicBezTo>
                    <a:pt x="91661" y="113817"/>
                    <a:pt x="91856" y="112131"/>
                    <a:pt x="92247" y="111569"/>
                  </a:cubicBezTo>
                  <a:cubicBezTo>
                    <a:pt x="92833" y="111288"/>
                    <a:pt x="93420" y="110444"/>
                    <a:pt x="93420" y="110444"/>
                  </a:cubicBezTo>
                  <a:cubicBezTo>
                    <a:pt x="93420" y="110444"/>
                    <a:pt x="93224" y="108758"/>
                    <a:pt x="93811" y="108196"/>
                  </a:cubicBezTo>
                  <a:cubicBezTo>
                    <a:pt x="94397" y="107915"/>
                    <a:pt x="95179" y="107634"/>
                    <a:pt x="95960" y="107353"/>
                  </a:cubicBezTo>
                  <a:cubicBezTo>
                    <a:pt x="96742" y="106791"/>
                    <a:pt x="97524" y="104824"/>
                    <a:pt x="97524" y="104824"/>
                  </a:cubicBezTo>
                  <a:cubicBezTo>
                    <a:pt x="98501" y="103700"/>
                    <a:pt x="98501" y="103700"/>
                    <a:pt x="98501" y="103700"/>
                  </a:cubicBezTo>
                  <a:cubicBezTo>
                    <a:pt x="100846" y="102576"/>
                    <a:pt x="100846" y="102576"/>
                    <a:pt x="100846" y="102576"/>
                  </a:cubicBezTo>
                  <a:cubicBezTo>
                    <a:pt x="100651" y="99765"/>
                    <a:pt x="100651" y="99765"/>
                    <a:pt x="100651" y="99765"/>
                  </a:cubicBezTo>
                  <a:cubicBezTo>
                    <a:pt x="100651" y="99765"/>
                    <a:pt x="100846" y="99203"/>
                    <a:pt x="101433" y="99203"/>
                  </a:cubicBezTo>
                  <a:cubicBezTo>
                    <a:pt x="101824" y="98922"/>
                    <a:pt x="105928" y="96955"/>
                    <a:pt x="105928" y="96955"/>
                  </a:cubicBezTo>
                  <a:cubicBezTo>
                    <a:pt x="107100" y="94145"/>
                    <a:pt x="107100" y="94145"/>
                    <a:pt x="107100" y="94145"/>
                  </a:cubicBezTo>
                  <a:cubicBezTo>
                    <a:pt x="107100" y="91334"/>
                    <a:pt x="107100" y="91334"/>
                    <a:pt x="107100" y="91334"/>
                  </a:cubicBezTo>
                  <a:cubicBezTo>
                    <a:pt x="107100" y="91334"/>
                    <a:pt x="107491" y="89648"/>
                    <a:pt x="106710" y="89648"/>
                  </a:cubicBezTo>
                  <a:cubicBezTo>
                    <a:pt x="105928" y="89648"/>
                    <a:pt x="103973" y="92459"/>
                    <a:pt x="103973" y="92459"/>
                  </a:cubicBezTo>
                  <a:cubicBezTo>
                    <a:pt x="101824" y="92740"/>
                    <a:pt x="101824" y="92740"/>
                    <a:pt x="101824" y="92740"/>
                  </a:cubicBezTo>
                  <a:cubicBezTo>
                    <a:pt x="101824" y="92740"/>
                    <a:pt x="100846" y="95269"/>
                    <a:pt x="100456" y="95269"/>
                  </a:cubicBezTo>
                  <a:cubicBezTo>
                    <a:pt x="100065" y="95550"/>
                    <a:pt x="98892" y="96112"/>
                    <a:pt x="98501" y="95831"/>
                  </a:cubicBezTo>
                  <a:cubicBezTo>
                    <a:pt x="98110" y="95831"/>
                    <a:pt x="98697" y="98922"/>
                    <a:pt x="97328" y="95269"/>
                  </a:cubicBezTo>
                  <a:cubicBezTo>
                    <a:pt x="95960" y="91615"/>
                    <a:pt x="95374" y="91615"/>
                    <a:pt x="95374" y="91615"/>
                  </a:cubicBezTo>
                  <a:cubicBezTo>
                    <a:pt x="94006" y="91615"/>
                    <a:pt x="94006" y="91615"/>
                    <a:pt x="94006" y="91615"/>
                  </a:cubicBezTo>
                  <a:cubicBezTo>
                    <a:pt x="94006" y="91615"/>
                    <a:pt x="92833" y="92459"/>
                    <a:pt x="92638" y="91896"/>
                  </a:cubicBezTo>
                  <a:cubicBezTo>
                    <a:pt x="92638" y="91334"/>
                    <a:pt x="92052" y="89648"/>
                    <a:pt x="92052" y="89648"/>
                  </a:cubicBezTo>
                  <a:cubicBezTo>
                    <a:pt x="90097" y="89648"/>
                    <a:pt x="90097" y="89648"/>
                    <a:pt x="90097" y="89648"/>
                  </a:cubicBezTo>
                  <a:cubicBezTo>
                    <a:pt x="89315" y="90210"/>
                    <a:pt x="89315" y="90210"/>
                    <a:pt x="89315" y="90210"/>
                  </a:cubicBezTo>
                  <a:cubicBezTo>
                    <a:pt x="86384" y="89929"/>
                    <a:pt x="86384" y="89929"/>
                    <a:pt x="86384" y="89929"/>
                  </a:cubicBezTo>
                  <a:cubicBezTo>
                    <a:pt x="85211" y="88805"/>
                    <a:pt x="85211" y="88805"/>
                    <a:pt x="85211" y="88805"/>
                  </a:cubicBezTo>
                  <a:cubicBezTo>
                    <a:pt x="86775" y="87681"/>
                    <a:pt x="86775" y="87681"/>
                    <a:pt x="86775" y="87681"/>
                  </a:cubicBezTo>
                  <a:cubicBezTo>
                    <a:pt x="86775" y="87681"/>
                    <a:pt x="87361" y="88524"/>
                    <a:pt x="87557" y="88524"/>
                  </a:cubicBezTo>
                  <a:cubicBezTo>
                    <a:pt x="87947" y="88243"/>
                    <a:pt x="87557" y="87400"/>
                    <a:pt x="87947" y="87119"/>
                  </a:cubicBezTo>
                  <a:cubicBezTo>
                    <a:pt x="88534" y="86838"/>
                    <a:pt x="89120" y="85995"/>
                    <a:pt x="89706" y="86557"/>
                  </a:cubicBezTo>
                  <a:cubicBezTo>
                    <a:pt x="90293" y="86838"/>
                    <a:pt x="89706" y="88524"/>
                    <a:pt x="90684" y="87400"/>
                  </a:cubicBezTo>
                  <a:cubicBezTo>
                    <a:pt x="91661" y="86276"/>
                    <a:pt x="92638" y="86557"/>
                    <a:pt x="92638" y="86557"/>
                  </a:cubicBezTo>
                  <a:cubicBezTo>
                    <a:pt x="93811" y="83747"/>
                    <a:pt x="93811" y="83747"/>
                    <a:pt x="93811" y="83747"/>
                  </a:cubicBezTo>
                  <a:cubicBezTo>
                    <a:pt x="94592" y="81217"/>
                    <a:pt x="94592" y="81217"/>
                    <a:pt x="94592" y="81217"/>
                  </a:cubicBezTo>
                  <a:cubicBezTo>
                    <a:pt x="94592" y="81217"/>
                    <a:pt x="94983" y="81498"/>
                    <a:pt x="95374" y="81779"/>
                  </a:cubicBezTo>
                  <a:cubicBezTo>
                    <a:pt x="95960" y="81779"/>
                    <a:pt x="97328" y="78407"/>
                    <a:pt x="97328" y="78407"/>
                  </a:cubicBezTo>
                  <a:cubicBezTo>
                    <a:pt x="97328" y="78407"/>
                    <a:pt x="97524" y="75035"/>
                    <a:pt x="97915" y="75035"/>
                  </a:cubicBezTo>
                  <a:cubicBezTo>
                    <a:pt x="98306" y="74754"/>
                    <a:pt x="101237" y="73348"/>
                    <a:pt x="101237" y="73348"/>
                  </a:cubicBezTo>
                  <a:cubicBezTo>
                    <a:pt x="103192" y="71662"/>
                    <a:pt x="103192" y="71662"/>
                    <a:pt x="103192" y="71662"/>
                  </a:cubicBezTo>
                  <a:cubicBezTo>
                    <a:pt x="103192" y="71662"/>
                    <a:pt x="104169" y="69695"/>
                    <a:pt x="104560" y="69414"/>
                  </a:cubicBezTo>
                  <a:cubicBezTo>
                    <a:pt x="104951" y="69414"/>
                    <a:pt x="105342" y="68290"/>
                    <a:pt x="105732" y="66885"/>
                  </a:cubicBezTo>
                  <a:cubicBezTo>
                    <a:pt x="106319" y="65761"/>
                    <a:pt x="106710" y="64918"/>
                    <a:pt x="106710" y="64918"/>
                  </a:cubicBezTo>
                  <a:cubicBezTo>
                    <a:pt x="106710" y="64918"/>
                    <a:pt x="109055" y="64074"/>
                    <a:pt x="108859" y="63793"/>
                  </a:cubicBezTo>
                  <a:cubicBezTo>
                    <a:pt x="108859" y="63231"/>
                    <a:pt x="107882" y="62107"/>
                    <a:pt x="109055" y="62107"/>
                  </a:cubicBezTo>
                  <a:cubicBezTo>
                    <a:pt x="110228" y="62107"/>
                    <a:pt x="110228" y="62107"/>
                    <a:pt x="110814" y="61545"/>
                  </a:cubicBezTo>
                  <a:cubicBezTo>
                    <a:pt x="111205" y="61264"/>
                    <a:pt x="111009" y="60983"/>
                    <a:pt x="111205" y="60140"/>
                  </a:cubicBezTo>
                  <a:cubicBezTo>
                    <a:pt x="111596" y="59578"/>
                    <a:pt x="111791" y="58735"/>
                    <a:pt x="111791" y="58173"/>
                  </a:cubicBezTo>
                  <a:cubicBezTo>
                    <a:pt x="111596" y="57611"/>
                    <a:pt x="110618" y="55362"/>
                    <a:pt x="110618" y="54800"/>
                  </a:cubicBezTo>
                  <a:cubicBezTo>
                    <a:pt x="110423" y="53957"/>
                    <a:pt x="110618" y="52271"/>
                    <a:pt x="110618" y="52271"/>
                  </a:cubicBezTo>
                  <a:cubicBezTo>
                    <a:pt x="110618" y="52271"/>
                    <a:pt x="111205" y="51990"/>
                    <a:pt x="111791" y="51709"/>
                  </a:cubicBezTo>
                  <a:cubicBezTo>
                    <a:pt x="112182" y="51147"/>
                    <a:pt x="112964" y="49180"/>
                    <a:pt x="112964" y="49180"/>
                  </a:cubicBezTo>
                  <a:cubicBezTo>
                    <a:pt x="113159" y="47775"/>
                    <a:pt x="113159" y="47775"/>
                    <a:pt x="113159" y="47775"/>
                  </a:cubicBezTo>
                  <a:cubicBezTo>
                    <a:pt x="113159" y="47775"/>
                    <a:pt x="113941" y="46932"/>
                    <a:pt x="114136" y="46932"/>
                  </a:cubicBezTo>
                  <a:cubicBezTo>
                    <a:pt x="114527" y="46651"/>
                    <a:pt x="117654" y="44964"/>
                    <a:pt x="117850" y="44964"/>
                  </a:cubicBezTo>
                  <a:cubicBezTo>
                    <a:pt x="118045" y="44964"/>
                    <a:pt x="119999" y="45245"/>
                    <a:pt x="119413" y="43840"/>
                  </a:cubicBezTo>
                  <a:cubicBezTo>
                    <a:pt x="118827" y="42716"/>
                    <a:pt x="118631" y="42154"/>
                    <a:pt x="118436" y="41311"/>
                  </a:cubicBezTo>
                  <a:cubicBezTo>
                    <a:pt x="118241" y="40468"/>
                    <a:pt x="118241" y="38501"/>
                    <a:pt x="118241" y="38220"/>
                  </a:cubicBezTo>
                  <a:cubicBezTo>
                    <a:pt x="118436" y="37939"/>
                    <a:pt x="119999" y="37096"/>
                    <a:pt x="118241" y="36814"/>
                  </a:cubicBezTo>
                  <a:cubicBezTo>
                    <a:pt x="116482" y="36533"/>
                    <a:pt x="117850" y="35690"/>
                    <a:pt x="117459" y="35128"/>
                  </a:cubicBezTo>
                  <a:cubicBezTo>
                    <a:pt x="116872" y="34566"/>
                    <a:pt x="115700" y="33442"/>
                    <a:pt x="115700" y="33442"/>
                  </a:cubicBezTo>
                  <a:cubicBezTo>
                    <a:pt x="115114" y="33442"/>
                    <a:pt x="115114" y="33442"/>
                    <a:pt x="115114" y="33442"/>
                  </a:cubicBezTo>
                  <a:cubicBezTo>
                    <a:pt x="115309" y="30632"/>
                    <a:pt x="115309" y="30632"/>
                    <a:pt x="115309" y="30632"/>
                  </a:cubicBezTo>
                  <a:cubicBezTo>
                    <a:pt x="115309" y="30632"/>
                    <a:pt x="115895" y="29508"/>
                    <a:pt x="116091" y="29508"/>
                  </a:cubicBezTo>
                  <a:cubicBezTo>
                    <a:pt x="116286" y="29227"/>
                    <a:pt x="116482" y="28103"/>
                    <a:pt x="116091" y="28103"/>
                  </a:cubicBezTo>
                  <a:cubicBezTo>
                    <a:pt x="115700" y="28384"/>
                    <a:pt x="114527" y="28665"/>
                    <a:pt x="114527" y="28665"/>
                  </a:cubicBezTo>
                  <a:cubicBezTo>
                    <a:pt x="114527" y="28665"/>
                    <a:pt x="113550" y="28665"/>
                    <a:pt x="113745" y="28103"/>
                  </a:cubicBezTo>
                  <a:cubicBezTo>
                    <a:pt x="113745" y="27259"/>
                    <a:pt x="114136" y="27259"/>
                    <a:pt x="114723" y="26416"/>
                  </a:cubicBezTo>
                  <a:cubicBezTo>
                    <a:pt x="115309" y="25573"/>
                    <a:pt x="115504" y="25011"/>
                    <a:pt x="115504" y="25011"/>
                  </a:cubicBezTo>
                  <a:cubicBezTo>
                    <a:pt x="115309" y="23325"/>
                    <a:pt x="115309" y="23325"/>
                    <a:pt x="115309" y="23325"/>
                  </a:cubicBezTo>
                  <a:cubicBezTo>
                    <a:pt x="115309" y="23325"/>
                    <a:pt x="115309" y="22201"/>
                    <a:pt x="115114" y="22201"/>
                  </a:cubicBezTo>
                  <a:cubicBezTo>
                    <a:pt x="115114" y="21920"/>
                    <a:pt x="113941" y="18548"/>
                    <a:pt x="113941" y="18548"/>
                  </a:cubicBezTo>
                  <a:cubicBezTo>
                    <a:pt x="113941" y="18548"/>
                    <a:pt x="112768" y="17985"/>
                    <a:pt x="112573" y="18548"/>
                  </a:cubicBezTo>
                  <a:cubicBezTo>
                    <a:pt x="112573" y="19110"/>
                    <a:pt x="112182" y="20234"/>
                    <a:pt x="112182" y="20234"/>
                  </a:cubicBezTo>
                  <a:cubicBezTo>
                    <a:pt x="110814" y="20234"/>
                    <a:pt x="110814" y="20234"/>
                    <a:pt x="110814" y="20234"/>
                  </a:cubicBezTo>
                  <a:cubicBezTo>
                    <a:pt x="110032" y="19391"/>
                    <a:pt x="110032" y="19391"/>
                    <a:pt x="110032" y="19391"/>
                  </a:cubicBezTo>
                  <a:cubicBezTo>
                    <a:pt x="108469" y="18829"/>
                    <a:pt x="108469" y="18829"/>
                    <a:pt x="108469" y="18829"/>
                  </a:cubicBezTo>
                  <a:cubicBezTo>
                    <a:pt x="108469" y="18829"/>
                    <a:pt x="108273" y="19110"/>
                    <a:pt x="108078" y="19391"/>
                  </a:cubicBezTo>
                  <a:cubicBezTo>
                    <a:pt x="108078" y="19672"/>
                    <a:pt x="106514" y="18266"/>
                    <a:pt x="106514" y="18266"/>
                  </a:cubicBezTo>
                  <a:cubicBezTo>
                    <a:pt x="106514" y="18266"/>
                    <a:pt x="105928" y="19391"/>
                    <a:pt x="105732" y="19672"/>
                  </a:cubicBezTo>
                  <a:cubicBezTo>
                    <a:pt x="105732" y="19672"/>
                    <a:pt x="104169" y="19110"/>
                    <a:pt x="104169" y="19110"/>
                  </a:cubicBezTo>
                  <a:cubicBezTo>
                    <a:pt x="102605" y="19391"/>
                    <a:pt x="102605" y="19391"/>
                    <a:pt x="102605" y="19391"/>
                  </a:cubicBezTo>
                  <a:cubicBezTo>
                    <a:pt x="101237" y="19672"/>
                    <a:pt x="101237" y="19672"/>
                    <a:pt x="101237" y="19672"/>
                  </a:cubicBezTo>
                  <a:cubicBezTo>
                    <a:pt x="100065" y="18829"/>
                    <a:pt x="100065" y="18829"/>
                    <a:pt x="100065" y="18829"/>
                  </a:cubicBezTo>
                  <a:cubicBezTo>
                    <a:pt x="99674" y="19672"/>
                    <a:pt x="99674" y="19672"/>
                    <a:pt x="99674" y="19672"/>
                  </a:cubicBezTo>
                  <a:cubicBezTo>
                    <a:pt x="99869" y="21077"/>
                    <a:pt x="99869" y="21077"/>
                    <a:pt x="99869" y="21077"/>
                  </a:cubicBezTo>
                  <a:cubicBezTo>
                    <a:pt x="98892" y="21920"/>
                    <a:pt x="98892" y="21920"/>
                    <a:pt x="98892" y="21920"/>
                  </a:cubicBezTo>
                  <a:cubicBezTo>
                    <a:pt x="97719" y="20796"/>
                    <a:pt x="97719" y="20796"/>
                    <a:pt x="97719" y="20796"/>
                  </a:cubicBezTo>
                  <a:cubicBezTo>
                    <a:pt x="96742" y="20515"/>
                    <a:pt x="96742" y="20515"/>
                    <a:pt x="96742" y="20515"/>
                  </a:cubicBezTo>
                  <a:cubicBezTo>
                    <a:pt x="95374" y="18548"/>
                    <a:pt x="95374" y="18548"/>
                    <a:pt x="95374" y="18548"/>
                  </a:cubicBezTo>
                  <a:cubicBezTo>
                    <a:pt x="94201" y="17985"/>
                    <a:pt x="94201" y="17985"/>
                    <a:pt x="94201" y="17985"/>
                  </a:cubicBezTo>
                  <a:cubicBezTo>
                    <a:pt x="93029" y="17142"/>
                    <a:pt x="93029" y="17142"/>
                    <a:pt x="93029" y="17142"/>
                  </a:cubicBezTo>
                  <a:cubicBezTo>
                    <a:pt x="93029" y="17142"/>
                    <a:pt x="92442" y="19391"/>
                    <a:pt x="92247" y="19672"/>
                  </a:cubicBezTo>
                  <a:cubicBezTo>
                    <a:pt x="92052" y="19672"/>
                    <a:pt x="91074" y="20234"/>
                    <a:pt x="90879" y="20234"/>
                  </a:cubicBezTo>
                  <a:cubicBezTo>
                    <a:pt x="90488" y="20515"/>
                    <a:pt x="90293" y="21920"/>
                    <a:pt x="90293" y="21920"/>
                  </a:cubicBezTo>
                  <a:cubicBezTo>
                    <a:pt x="89315" y="22763"/>
                    <a:pt x="89315" y="22763"/>
                    <a:pt x="89315" y="22763"/>
                  </a:cubicBezTo>
                  <a:cubicBezTo>
                    <a:pt x="89315" y="22763"/>
                    <a:pt x="88729" y="22201"/>
                    <a:pt x="88338" y="22201"/>
                  </a:cubicBezTo>
                  <a:cubicBezTo>
                    <a:pt x="88143" y="22201"/>
                    <a:pt x="87947" y="22482"/>
                    <a:pt x="87947" y="22482"/>
                  </a:cubicBezTo>
                  <a:cubicBezTo>
                    <a:pt x="87557" y="23325"/>
                    <a:pt x="87557" y="23325"/>
                    <a:pt x="87557" y="23325"/>
                  </a:cubicBezTo>
                  <a:cubicBezTo>
                    <a:pt x="87557" y="23325"/>
                    <a:pt x="87361" y="23325"/>
                    <a:pt x="86775" y="22763"/>
                  </a:cubicBezTo>
                  <a:cubicBezTo>
                    <a:pt x="86384" y="22482"/>
                    <a:pt x="85798" y="21920"/>
                    <a:pt x="85798" y="21920"/>
                  </a:cubicBezTo>
                  <a:cubicBezTo>
                    <a:pt x="85211" y="21639"/>
                    <a:pt x="85211" y="21639"/>
                    <a:pt x="85211" y="21639"/>
                  </a:cubicBezTo>
                  <a:cubicBezTo>
                    <a:pt x="85211" y="21639"/>
                    <a:pt x="83452" y="22763"/>
                    <a:pt x="83257" y="23044"/>
                  </a:cubicBezTo>
                  <a:cubicBezTo>
                    <a:pt x="83257" y="23325"/>
                    <a:pt x="82866" y="24168"/>
                    <a:pt x="82866" y="24168"/>
                  </a:cubicBezTo>
                  <a:cubicBezTo>
                    <a:pt x="81889" y="23044"/>
                    <a:pt x="81889" y="23044"/>
                    <a:pt x="81889" y="23044"/>
                  </a:cubicBezTo>
                  <a:cubicBezTo>
                    <a:pt x="80716" y="21920"/>
                    <a:pt x="80716" y="21920"/>
                    <a:pt x="80716" y="21920"/>
                  </a:cubicBezTo>
                  <a:cubicBezTo>
                    <a:pt x="80521" y="19953"/>
                    <a:pt x="80521" y="19953"/>
                    <a:pt x="80521" y="19953"/>
                  </a:cubicBezTo>
                  <a:cubicBezTo>
                    <a:pt x="78371" y="17142"/>
                    <a:pt x="78371" y="17142"/>
                    <a:pt x="78371" y="17142"/>
                  </a:cubicBezTo>
                  <a:cubicBezTo>
                    <a:pt x="77980" y="14332"/>
                    <a:pt x="77980" y="14332"/>
                    <a:pt x="77980" y="14332"/>
                  </a:cubicBezTo>
                  <a:cubicBezTo>
                    <a:pt x="76416" y="12646"/>
                    <a:pt x="76416" y="12646"/>
                    <a:pt x="76416" y="12646"/>
                  </a:cubicBezTo>
                  <a:cubicBezTo>
                    <a:pt x="75439" y="14332"/>
                    <a:pt x="75439" y="14332"/>
                    <a:pt x="75439" y="14332"/>
                  </a:cubicBezTo>
                  <a:cubicBezTo>
                    <a:pt x="73876" y="14051"/>
                    <a:pt x="73876" y="14051"/>
                    <a:pt x="73876" y="14051"/>
                  </a:cubicBezTo>
                  <a:cubicBezTo>
                    <a:pt x="72312" y="14613"/>
                    <a:pt x="72312" y="14613"/>
                    <a:pt x="72312" y="14613"/>
                  </a:cubicBezTo>
                  <a:cubicBezTo>
                    <a:pt x="72312" y="14613"/>
                    <a:pt x="71335" y="16018"/>
                    <a:pt x="71335" y="15456"/>
                  </a:cubicBezTo>
                  <a:cubicBezTo>
                    <a:pt x="71140" y="14894"/>
                    <a:pt x="71530" y="13770"/>
                    <a:pt x="71530" y="13208"/>
                  </a:cubicBezTo>
                  <a:cubicBezTo>
                    <a:pt x="71335" y="12927"/>
                    <a:pt x="70358" y="13770"/>
                    <a:pt x="70553" y="12646"/>
                  </a:cubicBezTo>
                  <a:cubicBezTo>
                    <a:pt x="70749" y="12084"/>
                    <a:pt x="70553" y="11241"/>
                    <a:pt x="70358" y="10960"/>
                  </a:cubicBezTo>
                  <a:cubicBezTo>
                    <a:pt x="69967" y="10398"/>
                    <a:pt x="68794" y="10398"/>
                    <a:pt x="69185" y="9274"/>
                  </a:cubicBezTo>
                  <a:cubicBezTo>
                    <a:pt x="69576" y="8430"/>
                    <a:pt x="70553" y="7868"/>
                    <a:pt x="70553" y="7868"/>
                  </a:cubicBezTo>
                  <a:cubicBezTo>
                    <a:pt x="70553" y="7306"/>
                    <a:pt x="70553" y="7306"/>
                    <a:pt x="70553" y="7306"/>
                  </a:cubicBezTo>
                  <a:cubicBezTo>
                    <a:pt x="69771" y="6182"/>
                    <a:pt x="69771" y="6182"/>
                    <a:pt x="69771" y="6182"/>
                  </a:cubicBezTo>
                  <a:cubicBezTo>
                    <a:pt x="67622" y="4777"/>
                    <a:pt x="67622" y="4777"/>
                    <a:pt x="67622" y="4777"/>
                  </a:cubicBezTo>
                  <a:cubicBezTo>
                    <a:pt x="67622" y="4777"/>
                    <a:pt x="67426" y="3091"/>
                    <a:pt x="67035" y="3091"/>
                  </a:cubicBezTo>
                  <a:cubicBezTo>
                    <a:pt x="66840" y="2810"/>
                    <a:pt x="66254" y="1967"/>
                    <a:pt x="66254" y="1967"/>
                  </a:cubicBezTo>
                  <a:cubicBezTo>
                    <a:pt x="66254" y="1967"/>
                    <a:pt x="65667" y="843"/>
                    <a:pt x="64885" y="562"/>
                  </a:cubicBezTo>
                  <a:cubicBezTo>
                    <a:pt x="64104" y="0"/>
                    <a:pt x="63517" y="2529"/>
                    <a:pt x="63517" y="2529"/>
                  </a:cubicBezTo>
                  <a:cubicBezTo>
                    <a:pt x="62736" y="1405"/>
                    <a:pt x="62736" y="1405"/>
                    <a:pt x="62736" y="1405"/>
                  </a:cubicBezTo>
                  <a:cubicBezTo>
                    <a:pt x="61172" y="2248"/>
                    <a:pt x="61172" y="2248"/>
                    <a:pt x="61172" y="2248"/>
                  </a:cubicBezTo>
                  <a:cubicBezTo>
                    <a:pt x="59999" y="4777"/>
                    <a:pt x="59999" y="4777"/>
                    <a:pt x="59999" y="4777"/>
                  </a:cubicBezTo>
                  <a:cubicBezTo>
                    <a:pt x="59218" y="5058"/>
                    <a:pt x="59218" y="5058"/>
                    <a:pt x="59218" y="5058"/>
                  </a:cubicBezTo>
                  <a:cubicBezTo>
                    <a:pt x="58045" y="5339"/>
                    <a:pt x="58045" y="5339"/>
                    <a:pt x="58045" y="5339"/>
                  </a:cubicBezTo>
                  <a:cubicBezTo>
                    <a:pt x="56286" y="5901"/>
                    <a:pt x="56286" y="5901"/>
                    <a:pt x="56286" y="5901"/>
                  </a:cubicBezTo>
                  <a:cubicBezTo>
                    <a:pt x="55895" y="7587"/>
                    <a:pt x="55895" y="7587"/>
                    <a:pt x="55895" y="7587"/>
                  </a:cubicBezTo>
                  <a:cubicBezTo>
                    <a:pt x="56091" y="9274"/>
                    <a:pt x="56091" y="9274"/>
                    <a:pt x="56091" y="9274"/>
                  </a:cubicBezTo>
                  <a:cubicBezTo>
                    <a:pt x="55114" y="10398"/>
                    <a:pt x="55114" y="10398"/>
                    <a:pt x="55114" y="10398"/>
                  </a:cubicBezTo>
                  <a:cubicBezTo>
                    <a:pt x="52768" y="10117"/>
                    <a:pt x="52768" y="10117"/>
                    <a:pt x="52768" y="10117"/>
                  </a:cubicBezTo>
                  <a:cubicBezTo>
                    <a:pt x="51205" y="10679"/>
                    <a:pt x="51205" y="10679"/>
                    <a:pt x="51205" y="10679"/>
                  </a:cubicBezTo>
                  <a:cubicBezTo>
                    <a:pt x="50423" y="12365"/>
                    <a:pt x="50423" y="12365"/>
                    <a:pt x="50423" y="12365"/>
                  </a:cubicBezTo>
                  <a:cubicBezTo>
                    <a:pt x="48078" y="12365"/>
                    <a:pt x="48078" y="12365"/>
                    <a:pt x="48078" y="12365"/>
                  </a:cubicBezTo>
                  <a:cubicBezTo>
                    <a:pt x="47687" y="15737"/>
                    <a:pt x="47687" y="15737"/>
                    <a:pt x="47687" y="15737"/>
                  </a:cubicBezTo>
                  <a:cubicBezTo>
                    <a:pt x="47100" y="17985"/>
                    <a:pt x="47100" y="17985"/>
                    <a:pt x="47100" y="17985"/>
                  </a:cubicBezTo>
                  <a:cubicBezTo>
                    <a:pt x="46514" y="20515"/>
                    <a:pt x="46514" y="20515"/>
                    <a:pt x="46514" y="20515"/>
                  </a:cubicBezTo>
                  <a:cubicBezTo>
                    <a:pt x="46905" y="21920"/>
                    <a:pt x="46905" y="21920"/>
                    <a:pt x="46905" y="21920"/>
                  </a:cubicBezTo>
                  <a:cubicBezTo>
                    <a:pt x="47491" y="23887"/>
                    <a:pt x="47491" y="23887"/>
                    <a:pt x="47491" y="23887"/>
                  </a:cubicBezTo>
                  <a:cubicBezTo>
                    <a:pt x="48664" y="25854"/>
                    <a:pt x="48664" y="25854"/>
                    <a:pt x="48664" y="25854"/>
                  </a:cubicBezTo>
                  <a:cubicBezTo>
                    <a:pt x="48664" y="25854"/>
                    <a:pt x="48664" y="25854"/>
                    <a:pt x="48664" y="25854"/>
                  </a:cubicBezTo>
                  <a:cubicBezTo>
                    <a:pt x="47491" y="26416"/>
                    <a:pt x="47491" y="26416"/>
                    <a:pt x="47491" y="26416"/>
                  </a:cubicBezTo>
                  <a:cubicBezTo>
                    <a:pt x="46710" y="26697"/>
                    <a:pt x="46710" y="26697"/>
                    <a:pt x="46710" y="26697"/>
                  </a:cubicBezTo>
                  <a:cubicBezTo>
                    <a:pt x="45928" y="25011"/>
                    <a:pt x="45928" y="25011"/>
                    <a:pt x="45928" y="25011"/>
                  </a:cubicBezTo>
                  <a:cubicBezTo>
                    <a:pt x="44755" y="24449"/>
                    <a:pt x="44755" y="24449"/>
                    <a:pt x="44755" y="24449"/>
                  </a:cubicBezTo>
                  <a:cubicBezTo>
                    <a:pt x="43387" y="25292"/>
                    <a:pt x="43387" y="25292"/>
                    <a:pt x="43387" y="25292"/>
                  </a:cubicBezTo>
                  <a:cubicBezTo>
                    <a:pt x="42019" y="25854"/>
                    <a:pt x="42019" y="25854"/>
                    <a:pt x="42019" y="25854"/>
                  </a:cubicBezTo>
                  <a:cubicBezTo>
                    <a:pt x="41628" y="25854"/>
                    <a:pt x="41628" y="25854"/>
                    <a:pt x="41628" y="25854"/>
                  </a:cubicBezTo>
                  <a:cubicBezTo>
                    <a:pt x="41237" y="26978"/>
                    <a:pt x="41237" y="26978"/>
                    <a:pt x="41237" y="26978"/>
                  </a:cubicBezTo>
                  <a:cubicBezTo>
                    <a:pt x="40065" y="27822"/>
                    <a:pt x="40065" y="27822"/>
                    <a:pt x="40065" y="27822"/>
                  </a:cubicBezTo>
                  <a:cubicBezTo>
                    <a:pt x="40065" y="27822"/>
                    <a:pt x="39674" y="27259"/>
                    <a:pt x="39478" y="26978"/>
                  </a:cubicBezTo>
                  <a:cubicBezTo>
                    <a:pt x="39283" y="26697"/>
                    <a:pt x="38697" y="26135"/>
                    <a:pt x="38697" y="26135"/>
                  </a:cubicBezTo>
                  <a:cubicBezTo>
                    <a:pt x="38697" y="26135"/>
                    <a:pt x="38501" y="25573"/>
                    <a:pt x="38306" y="25292"/>
                  </a:cubicBezTo>
                  <a:cubicBezTo>
                    <a:pt x="38110" y="25292"/>
                    <a:pt x="36938" y="26416"/>
                    <a:pt x="36938" y="26416"/>
                  </a:cubicBezTo>
                  <a:cubicBezTo>
                    <a:pt x="36938" y="26416"/>
                    <a:pt x="35960" y="27259"/>
                    <a:pt x="35960" y="27540"/>
                  </a:cubicBezTo>
                  <a:cubicBezTo>
                    <a:pt x="36156" y="27540"/>
                    <a:pt x="35960" y="28946"/>
                    <a:pt x="35960" y="28946"/>
                  </a:cubicBezTo>
                  <a:cubicBezTo>
                    <a:pt x="34592" y="27259"/>
                    <a:pt x="34592" y="27259"/>
                    <a:pt x="34592" y="27259"/>
                  </a:cubicBezTo>
                  <a:cubicBezTo>
                    <a:pt x="33615" y="28384"/>
                    <a:pt x="33615" y="28384"/>
                    <a:pt x="33615" y="28384"/>
                  </a:cubicBezTo>
                  <a:cubicBezTo>
                    <a:pt x="32833" y="27540"/>
                    <a:pt x="32833" y="27540"/>
                    <a:pt x="32833" y="27540"/>
                  </a:cubicBezTo>
                  <a:cubicBezTo>
                    <a:pt x="32442" y="27259"/>
                    <a:pt x="32442" y="27259"/>
                    <a:pt x="32442" y="27259"/>
                  </a:cubicBezTo>
                  <a:cubicBezTo>
                    <a:pt x="31270" y="29227"/>
                    <a:pt x="31270" y="29227"/>
                    <a:pt x="31270" y="29227"/>
                  </a:cubicBezTo>
                  <a:cubicBezTo>
                    <a:pt x="30488" y="28665"/>
                    <a:pt x="30488" y="28665"/>
                    <a:pt x="30488" y="28665"/>
                  </a:cubicBezTo>
                  <a:cubicBezTo>
                    <a:pt x="30097" y="30632"/>
                    <a:pt x="30097" y="30632"/>
                    <a:pt x="30097" y="30632"/>
                  </a:cubicBezTo>
                  <a:cubicBezTo>
                    <a:pt x="29120" y="29508"/>
                    <a:pt x="29120" y="29508"/>
                    <a:pt x="29120" y="29508"/>
                  </a:cubicBezTo>
                  <a:cubicBezTo>
                    <a:pt x="29120" y="29508"/>
                    <a:pt x="28143" y="29227"/>
                    <a:pt x="27947" y="29227"/>
                  </a:cubicBezTo>
                  <a:cubicBezTo>
                    <a:pt x="27752" y="29227"/>
                    <a:pt x="27166" y="30351"/>
                    <a:pt x="27166" y="30351"/>
                  </a:cubicBezTo>
                  <a:cubicBezTo>
                    <a:pt x="26188" y="29227"/>
                    <a:pt x="26188" y="29227"/>
                    <a:pt x="26188" y="29227"/>
                  </a:cubicBezTo>
                  <a:cubicBezTo>
                    <a:pt x="25407" y="28384"/>
                    <a:pt x="25407" y="28384"/>
                    <a:pt x="25407" y="28384"/>
                  </a:cubicBezTo>
                  <a:cubicBezTo>
                    <a:pt x="25407" y="28384"/>
                    <a:pt x="23257" y="28665"/>
                    <a:pt x="23061" y="28665"/>
                  </a:cubicBezTo>
                  <a:cubicBezTo>
                    <a:pt x="22866" y="28665"/>
                    <a:pt x="21498" y="28384"/>
                    <a:pt x="21498" y="28384"/>
                  </a:cubicBezTo>
                  <a:cubicBezTo>
                    <a:pt x="19739" y="28946"/>
                    <a:pt x="19739" y="28946"/>
                    <a:pt x="19739" y="28946"/>
                  </a:cubicBezTo>
                  <a:cubicBezTo>
                    <a:pt x="17198" y="28946"/>
                    <a:pt x="17198" y="28946"/>
                    <a:pt x="17198" y="28946"/>
                  </a:cubicBezTo>
                  <a:cubicBezTo>
                    <a:pt x="14853" y="29227"/>
                    <a:pt x="14853" y="29227"/>
                    <a:pt x="14853" y="29227"/>
                  </a:cubicBezTo>
                  <a:cubicBezTo>
                    <a:pt x="13094" y="29227"/>
                    <a:pt x="13094" y="29227"/>
                    <a:pt x="13094" y="29227"/>
                  </a:cubicBezTo>
                  <a:cubicBezTo>
                    <a:pt x="11726" y="30632"/>
                    <a:pt x="11726" y="30632"/>
                    <a:pt x="11726" y="30632"/>
                  </a:cubicBezTo>
                  <a:cubicBezTo>
                    <a:pt x="10358" y="30913"/>
                    <a:pt x="10358" y="30913"/>
                    <a:pt x="10358" y="30913"/>
                  </a:cubicBezTo>
                  <a:cubicBezTo>
                    <a:pt x="8794" y="31194"/>
                    <a:pt x="8794" y="31194"/>
                    <a:pt x="8794" y="31194"/>
                  </a:cubicBezTo>
                  <a:cubicBezTo>
                    <a:pt x="8599" y="31194"/>
                    <a:pt x="8599" y="31194"/>
                    <a:pt x="8599" y="31194"/>
                  </a:cubicBezTo>
                  <a:cubicBezTo>
                    <a:pt x="8403" y="31475"/>
                    <a:pt x="8403" y="31475"/>
                    <a:pt x="8403" y="31475"/>
                  </a:cubicBezTo>
                  <a:cubicBezTo>
                    <a:pt x="7817" y="32037"/>
                    <a:pt x="7817" y="32037"/>
                    <a:pt x="7817" y="32037"/>
                  </a:cubicBezTo>
                  <a:cubicBezTo>
                    <a:pt x="7817" y="32318"/>
                    <a:pt x="7817" y="32318"/>
                    <a:pt x="7817" y="32318"/>
                  </a:cubicBezTo>
                  <a:cubicBezTo>
                    <a:pt x="7426" y="32880"/>
                    <a:pt x="7426" y="32880"/>
                    <a:pt x="7426" y="32880"/>
                  </a:cubicBezTo>
                  <a:cubicBezTo>
                    <a:pt x="7231" y="34285"/>
                    <a:pt x="7231" y="34285"/>
                    <a:pt x="7231" y="34285"/>
                  </a:cubicBezTo>
                  <a:cubicBezTo>
                    <a:pt x="7035" y="34847"/>
                    <a:pt x="6644" y="35409"/>
                    <a:pt x="6449" y="35971"/>
                  </a:cubicBezTo>
                  <a:cubicBezTo>
                    <a:pt x="6449" y="35971"/>
                    <a:pt x="6449" y="35971"/>
                    <a:pt x="6449" y="35971"/>
                  </a:cubicBezTo>
                  <a:cubicBezTo>
                    <a:pt x="6449" y="35971"/>
                    <a:pt x="5863" y="35690"/>
                    <a:pt x="5863" y="36252"/>
                  </a:cubicBezTo>
                  <a:cubicBezTo>
                    <a:pt x="5863" y="36533"/>
                    <a:pt x="5863" y="36533"/>
                    <a:pt x="5863" y="36533"/>
                  </a:cubicBezTo>
                  <a:cubicBezTo>
                    <a:pt x="5276" y="36814"/>
                    <a:pt x="4299" y="36252"/>
                    <a:pt x="4299" y="36252"/>
                  </a:cubicBezTo>
                  <a:cubicBezTo>
                    <a:pt x="3322" y="37096"/>
                    <a:pt x="3322" y="37096"/>
                    <a:pt x="3322" y="37096"/>
                  </a:cubicBezTo>
                  <a:cubicBezTo>
                    <a:pt x="3322" y="37377"/>
                    <a:pt x="3322" y="37658"/>
                    <a:pt x="3517" y="37658"/>
                  </a:cubicBezTo>
                  <a:cubicBezTo>
                    <a:pt x="3713" y="37939"/>
                    <a:pt x="3713" y="37939"/>
                    <a:pt x="3713" y="38220"/>
                  </a:cubicBezTo>
                  <a:cubicBezTo>
                    <a:pt x="3908" y="38220"/>
                    <a:pt x="3908" y="38501"/>
                    <a:pt x="3908" y="38501"/>
                  </a:cubicBezTo>
                  <a:cubicBezTo>
                    <a:pt x="4299" y="39906"/>
                    <a:pt x="4299" y="39906"/>
                    <a:pt x="4299" y="39906"/>
                  </a:cubicBezTo>
                  <a:cubicBezTo>
                    <a:pt x="4299" y="41030"/>
                    <a:pt x="4299" y="41030"/>
                    <a:pt x="4299" y="41030"/>
                  </a:cubicBezTo>
                  <a:cubicBezTo>
                    <a:pt x="4299" y="41030"/>
                    <a:pt x="4299" y="41873"/>
                    <a:pt x="4690" y="41873"/>
                  </a:cubicBezTo>
                  <a:cubicBezTo>
                    <a:pt x="5081" y="41873"/>
                    <a:pt x="5276" y="42154"/>
                    <a:pt x="5276" y="42716"/>
                  </a:cubicBezTo>
                  <a:cubicBezTo>
                    <a:pt x="5276" y="43278"/>
                    <a:pt x="6254" y="43840"/>
                    <a:pt x="6254" y="43840"/>
                  </a:cubicBezTo>
                  <a:cubicBezTo>
                    <a:pt x="6254" y="43840"/>
                    <a:pt x="6254" y="44964"/>
                    <a:pt x="6449" y="45245"/>
                  </a:cubicBezTo>
                  <a:cubicBezTo>
                    <a:pt x="6840" y="45526"/>
                    <a:pt x="7231" y="45807"/>
                    <a:pt x="7817" y="45807"/>
                  </a:cubicBezTo>
                  <a:cubicBezTo>
                    <a:pt x="8403" y="46088"/>
                    <a:pt x="8208" y="47213"/>
                    <a:pt x="8599" y="47494"/>
                  </a:cubicBezTo>
                  <a:cubicBezTo>
                    <a:pt x="8990" y="47775"/>
                    <a:pt x="9381" y="48337"/>
                    <a:pt x="8990" y="48337"/>
                  </a:cubicBezTo>
                  <a:cubicBezTo>
                    <a:pt x="8794" y="48618"/>
                    <a:pt x="8208" y="48618"/>
                    <a:pt x="8208" y="48618"/>
                  </a:cubicBezTo>
                  <a:cubicBezTo>
                    <a:pt x="8208" y="48618"/>
                    <a:pt x="8013" y="48899"/>
                    <a:pt x="8013" y="49461"/>
                  </a:cubicBezTo>
                  <a:cubicBezTo>
                    <a:pt x="8208" y="49742"/>
                    <a:pt x="8208" y="49742"/>
                    <a:pt x="8208" y="49742"/>
                  </a:cubicBezTo>
                  <a:cubicBezTo>
                    <a:pt x="8990" y="51147"/>
                    <a:pt x="8990" y="51147"/>
                    <a:pt x="8990" y="51147"/>
                  </a:cubicBezTo>
                  <a:cubicBezTo>
                    <a:pt x="8990" y="52833"/>
                    <a:pt x="8990" y="52833"/>
                    <a:pt x="8990" y="52833"/>
                  </a:cubicBezTo>
                  <a:cubicBezTo>
                    <a:pt x="8990" y="52833"/>
                    <a:pt x="8990" y="53395"/>
                    <a:pt x="8990" y="53957"/>
                  </a:cubicBezTo>
                  <a:cubicBezTo>
                    <a:pt x="8990" y="54238"/>
                    <a:pt x="8794" y="54800"/>
                    <a:pt x="8403" y="54800"/>
                  </a:cubicBezTo>
                  <a:cubicBezTo>
                    <a:pt x="8403" y="54800"/>
                    <a:pt x="8403" y="54800"/>
                    <a:pt x="8403" y="54800"/>
                  </a:cubicBezTo>
                  <a:cubicBezTo>
                    <a:pt x="8403" y="54800"/>
                    <a:pt x="8403" y="54800"/>
                    <a:pt x="8403" y="54800"/>
                  </a:cubicBezTo>
                  <a:cubicBezTo>
                    <a:pt x="8208" y="54800"/>
                    <a:pt x="8208" y="54800"/>
                    <a:pt x="8208" y="54800"/>
                  </a:cubicBezTo>
                  <a:cubicBezTo>
                    <a:pt x="8013" y="55081"/>
                    <a:pt x="8013" y="55644"/>
                    <a:pt x="7817" y="55644"/>
                  </a:cubicBezTo>
                  <a:cubicBezTo>
                    <a:pt x="7622" y="55925"/>
                    <a:pt x="7231" y="55081"/>
                    <a:pt x="7035" y="55925"/>
                  </a:cubicBezTo>
                  <a:cubicBezTo>
                    <a:pt x="6840" y="57049"/>
                    <a:pt x="6449" y="57892"/>
                    <a:pt x="6449" y="58173"/>
                  </a:cubicBezTo>
                  <a:cubicBezTo>
                    <a:pt x="6254" y="58454"/>
                    <a:pt x="5667" y="58735"/>
                    <a:pt x="5667" y="59297"/>
                  </a:cubicBezTo>
                  <a:cubicBezTo>
                    <a:pt x="5472" y="59859"/>
                    <a:pt x="5472" y="59297"/>
                    <a:pt x="5081" y="60702"/>
                  </a:cubicBezTo>
                  <a:cubicBezTo>
                    <a:pt x="4690" y="62107"/>
                    <a:pt x="4495" y="62669"/>
                    <a:pt x="4495" y="62669"/>
                  </a:cubicBezTo>
                  <a:cubicBezTo>
                    <a:pt x="2736" y="66042"/>
                    <a:pt x="2736" y="66042"/>
                    <a:pt x="2736" y="66042"/>
                  </a:cubicBezTo>
                  <a:cubicBezTo>
                    <a:pt x="2736" y="66042"/>
                    <a:pt x="1758" y="68290"/>
                    <a:pt x="1758" y="68571"/>
                  </a:cubicBezTo>
                  <a:cubicBezTo>
                    <a:pt x="1758" y="68852"/>
                    <a:pt x="1758" y="69976"/>
                    <a:pt x="1758" y="69976"/>
                  </a:cubicBezTo>
                  <a:cubicBezTo>
                    <a:pt x="2540" y="71100"/>
                    <a:pt x="2540" y="71100"/>
                    <a:pt x="2540" y="71100"/>
                  </a:cubicBezTo>
                  <a:cubicBezTo>
                    <a:pt x="2540" y="72224"/>
                    <a:pt x="2540" y="72224"/>
                    <a:pt x="2540" y="72224"/>
                  </a:cubicBezTo>
                  <a:cubicBezTo>
                    <a:pt x="2540" y="72224"/>
                    <a:pt x="2540" y="73067"/>
                    <a:pt x="2736" y="73348"/>
                  </a:cubicBezTo>
                  <a:cubicBezTo>
                    <a:pt x="2931" y="73348"/>
                    <a:pt x="2931" y="73348"/>
                    <a:pt x="2931" y="73348"/>
                  </a:cubicBezTo>
                  <a:cubicBezTo>
                    <a:pt x="2736" y="74192"/>
                    <a:pt x="2736" y="74192"/>
                    <a:pt x="2736" y="74192"/>
                  </a:cubicBezTo>
                  <a:cubicBezTo>
                    <a:pt x="2736" y="74192"/>
                    <a:pt x="2931" y="75035"/>
                    <a:pt x="3127" y="75035"/>
                  </a:cubicBezTo>
                  <a:cubicBezTo>
                    <a:pt x="3127" y="75035"/>
                    <a:pt x="3517" y="75316"/>
                    <a:pt x="3517" y="75316"/>
                  </a:cubicBezTo>
                  <a:cubicBezTo>
                    <a:pt x="3517" y="75316"/>
                    <a:pt x="3908" y="75878"/>
                    <a:pt x="3908" y="75878"/>
                  </a:cubicBezTo>
                  <a:cubicBezTo>
                    <a:pt x="4104" y="76159"/>
                    <a:pt x="3908" y="76721"/>
                    <a:pt x="3908" y="76721"/>
                  </a:cubicBezTo>
                  <a:cubicBezTo>
                    <a:pt x="3908" y="76721"/>
                    <a:pt x="3908" y="77002"/>
                    <a:pt x="3713" y="77002"/>
                  </a:cubicBezTo>
                  <a:cubicBezTo>
                    <a:pt x="3517" y="77002"/>
                    <a:pt x="3517" y="77002"/>
                    <a:pt x="3127" y="77002"/>
                  </a:cubicBezTo>
                  <a:cubicBezTo>
                    <a:pt x="3127" y="76721"/>
                    <a:pt x="3127" y="76721"/>
                    <a:pt x="2931" y="76721"/>
                  </a:cubicBezTo>
                  <a:cubicBezTo>
                    <a:pt x="2540" y="76721"/>
                    <a:pt x="2540" y="76721"/>
                    <a:pt x="2540" y="76721"/>
                  </a:cubicBezTo>
                  <a:cubicBezTo>
                    <a:pt x="2345" y="76721"/>
                    <a:pt x="2345" y="76721"/>
                    <a:pt x="2149" y="76721"/>
                  </a:cubicBezTo>
                  <a:cubicBezTo>
                    <a:pt x="1954" y="76721"/>
                    <a:pt x="1954" y="76721"/>
                    <a:pt x="1954" y="76721"/>
                  </a:cubicBezTo>
                  <a:cubicBezTo>
                    <a:pt x="1758" y="76721"/>
                    <a:pt x="1758" y="76721"/>
                    <a:pt x="1563" y="77002"/>
                  </a:cubicBezTo>
                  <a:cubicBezTo>
                    <a:pt x="1563" y="77283"/>
                    <a:pt x="1563" y="77283"/>
                    <a:pt x="1563" y="77283"/>
                  </a:cubicBezTo>
                  <a:cubicBezTo>
                    <a:pt x="1563" y="77283"/>
                    <a:pt x="1368" y="77564"/>
                    <a:pt x="1368" y="77845"/>
                  </a:cubicBezTo>
                  <a:cubicBezTo>
                    <a:pt x="1172" y="77845"/>
                    <a:pt x="1172" y="78407"/>
                    <a:pt x="1172" y="78407"/>
                  </a:cubicBezTo>
                  <a:cubicBezTo>
                    <a:pt x="1172" y="78407"/>
                    <a:pt x="1172" y="78688"/>
                    <a:pt x="1172" y="78688"/>
                  </a:cubicBezTo>
                  <a:cubicBezTo>
                    <a:pt x="1172" y="78688"/>
                    <a:pt x="1172" y="79250"/>
                    <a:pt x="1172" y="79250"/>
                  </a:cubicBezTo>
                  <a:cubicBezTo>
                    <a:pt x="977" y="79812"/>
                    <a:pt x="977" y="79812"/>
                    <a:pt x="977" y="79812"/>
                  </a:cubicBezTo>
                  <a:cubicBezTo>
                    <a:pt x="977" y="79812"/>
                    <a:pt x="781" y="80093"/>
                    <a:pt x="977" y="80374"/>
                  </a:cubicBezTo>
                  <a:cubicBezTo>
                    <a:pt x="977" y="80374"/>
                    <a:pt x="977" y="80655"/>
                    <a:pt x="977" y="80655"/>
                  </a:cubicBezTo>
                  <a:cubicBezTo>
                    <a:pt x="1172" y="80936"/>
                    <a:pt x="1172" y="80936"/>
                    <a:pt x="1172" y="80936"/>
                  </a:cubicBezTo>
                  <a:cubicBezTo>
                    <a:pt x="781" y="81498"/>
                    <a:pt x="781" y="81498"/>
                    <a:pt x="781" y="81498"/>
                  </a:cubicBezTo>
                  <a:cubicBezTo>
                    <a:pt x="781" y="82060"/>
                    <a:pt x="781" y="82060"/>
                    <a:pt x="781" y="82060"/>
                  </a:cubicBezTo>
                  <a:cubicBezTo>
                    <a:pt x="781" y="82060"/>
                    <a:pt x="977" y="82341"/>
                    <a:pt x="781" y="82622"/>
                  </a:cubicBezTo>
                  <a:cubicBezTo>
                    <a:pt x="781" y="82622"/>
                    <a:pt x="586" y="82903"/>
                    <a:pt x="586" y="82903"/>
                  </a:cubicBezTo>
                  <a:cubicBezTo>
                    <a:pt x="586" y="82903"/>
                    <a:pt x="195" y="83466"/>
                    <a:pt x="195" y="83466"/>
                  </a:cubicBezTo>
                  <a:cubicBezTo>
                    <a:pt x="195" y="83466"/>
                    <a:pt x="195" y="83747"/>
                    <a:pt x="195" y="83747"/>
                  </a:cubicBezTo>
                  <a:cubicBezTo>
                    <a:pt x="195" y="83747"/>
                    <a:pt x="0" y="84309"/>
                    <a:pt x="0" y="84309"/>
                  </a:cubicBezTo>
                  <a:cubicBezTo>
                    <a:pt x="0" y="84309"/>
                    <a:pt x="0" y="85152"/>
                    <a:pt x="0" y="85152"/>
                  </a:cubicBezTo>
                  <a:cubicBezTo>
                    <a:pt x="0" y="85152"/>
                    <a:pt x="195" y="85433"/>
                    <a:pt x="195" y="85433"/>
                  </a:cubicBezTo>
                  <a:cubicBezTo>
                    <a:pt x="195" y="85433"/>
                    <a:pt x="195" y="85714"/>
                    <a:pt x="195" y="85995"/>
                  </a:cubicBezTo>
                  <a:cubicBezTo>
                    <a:pt x="0" y="85995"/>
                    <a:pt x="195" y="86276"/>
                    <a:pt x="195" y="86557"/>
                  </a:cubicBezTo>
                  <a:cubicBezTo>
                    <a:pt x="195" y="86557"/>
                    <a:pt x="195" y="86838"/>
                    <a:pt x="195" y="86838"/>
                  </a:cubicBezTo>
                  <a:cubicBezTo>
                    <a:pt x="0" y="87400"/>
                    <a:pt x="0" y="87400"/>
                    <a:pt x="0" y="87400"/>
                  </a:cubicBezTo>
                  <a:cubicBezTo>
                    <a:pt x="0" y="87400"/>
                    <a:pt x="0" y="87400"/>
                    <a:pt x="0" y="87400"/>
                  </a:cubicBezTo>
                  <a:cubicBezTo>
                    <a:pt x="0" y="87681"/>
                    <a:pt x="0" y="87681"/>
                    <a:pt x="0" y="87681"/>
                  </a:cubicBezTo>
                  <a:cubicBezTo>
                    <a:pt x="0" y="88243"/>
                    <a:pt x="0" y="88243"/>
                    <a:pt x="0" y="88243"/>
                  </a:cubicBezTo>
                  <a:cubicBezTo>
                    <a:pt x="390" y="88243"/>
                    <a:pt x="390" y="88243"/>
                    <a:pt x="390" y="88243"/>
                  </a:cubicBezTo>
                  <a:cubicBezTo>
                    <a:pt x="586" y="87962"/>
                    <a:pt x="586" y="87962"/>
                    <a:pt x="586" y="87962"/>
                  </a:cubicBezTo>
                  <a:cubicBezTo>
                    <a:pt x="1563" y="87400"/>
                    <a:pt x="1563" y="87400"/>
                    <a:pt x="1563" y="87400"/>
                  </a:cubicBezTo>
                  <a:cubicBezTo>
                    <a:pt x="2149" y="88243"/>
                    <a:pt x="2149" y="88243"/>
                    <a:pt x="2149" y="88243"/>
                  </a:cubicBezTo>
                  <a:cubicBezTo>
                    <a:pt x="2736" y="89086"/>
                    <a:pt x="2736" y="89086"/>
                    <a:pt x="2736" y="89086"/>
                  </a:cubicBezTo>
                  <a:cubicBezTo>
                    <a:pt x="3713" y="89086"/>
                    <a:pt x="3713" y="89086"/>
                    <a:pt x="3713" y="89086"/>
                  </a:cubicBezTo>
                  <a:cubicBezTo>
                    <a:pt x="4299" y="90210"/>
                    <a:pt x="4299" y="90210"/>
                    <a:pt x="4299" y="90210"/>
                  </a:cubicBezTo>
                  <a:cubicBezTo>
                    <a:pt x="4885" y="91053"/>
                    <a:pt x="4885" y="91053"/>
                    <a:pt x="4885" y="91053"/>
                  </a:cubicBezTo>
                  <a:cubicBezTo>
                    <a:pt x="5863" y="90772"/>
                    <a:pt x="5863" y="90772"/>
                    <a:pt x="5863" y="90772"/>
                  </a:cubicBezTo>
                  <a:cubicBezTo>
                    <a:pt x="6840" y="91615"/>
                    <a:pt x="6840" y="91615"/>
                    <a:pt x="6840" y="91615"/>
                  </a:cubicBezTo>
                  <a:cubicBezTo>
                    <a:pt x="6644" y="92459"/>
                    <a:pt x="6644" y="92459"/>
                    <a:pt x="6644" y="92459"/>
                  </a:cubicBezTo>
                  <a:cubicBezTo>
                    <a:pt x="6644" y="92459"/>
                    <a:pt x="7426" y="91053"/>
                    <a:pt x="7622" y="90772"/>
                  </a:cubicBezTo>
                  <a:cubicBezTo>
                    <a:pt x="7817" y="90491"/>
                    <a:pt x="8599" y="90210"/>
                    <a:pt x="8599" y="90210"/>
                  </a:cubicBezTo>
                  <a:cubicBezTo>
                    <a:pt x="8599" y="90210"/>
                    <a:pt x="8990" y="90772"/>
                    <a:pt x="9381" y="91053"/>
                  </a:cubicBezTo>
                  <a:cubicBezTo>
                    <a:pt x="9967" y="91053"/>
                    <a:pt x="9967" y="91053"/>
                    <a:pt x="9967" y="91053"/>
                  </a:cubicBezTo>
                  <a:cubicBezTo>
                    <a:pt x="10358" y="91053"/>
                    <a:pt x="11921" y="90772"/>
                    <a:pt x="11921" y="90772"/>
                  </a:cubicBezTo>
                  <a:cubicBezTo>
                    <a:pt x="14071" y="91053"/>
                    <a:pt x="14071" y="91053"/>
                    <a:pt x="14071" y="91053"/>
                  </a:cubicBezTo>
                  <a:cubicBezTo>
                    <a:pt x="15244" y="90210"/>
                    <a:pt x="15244" y="90210"/>
                    <a:pt x="15244" y="90210"/>
                  </a:cubicBezTo>
                  <a:cubicBezTo>
                    <a:pt x="17589" y="90491"/>
                    <a:pt x="17589" y="90491"/>
                    <a:pt x="17589" y="90491"/>
                  </a:cubicBezTo>
                  <a:cubicBezTo>
                    <a:pt x="17980" y="90210"/>
                    <a:pt x="17980" y="90210"/>
                    <a:pt x="17980" y="90210"/>
                  </a:cubicBezTo>
                  <a:cubicBezTo>
                    <a:pt x="18175" y="90491"/>
                    <a:pt x="18175" y="90491"/>
                    <a:pt x="18175" y="90491"/>
                  </a:cubicBezTo>
                  <a:cubicBezTo>
                    <a:pt x="18957" y="90210"/>
                    <a:pt x="18957" y="90210"/>
                    <a:pt x="18957" y="90210"/>
                  </a:cubicBezTo>
                  <a:cubicBezTo>
                    <a:pt x="19739" y="91334"/>
                    <a:pt x="19739" y="91334"/>
                    <a:pt x="19739" y="91334"/>
                  </a:cubicBezTo>
                  <a:cubicBezTo>
                    <a:pt x="21302" y="91053"/>
                    <a:pt x="21302" y="91053"/>
                    <a:pt x="21302" y="91053"/>
                  </a:cubicBezTo>
                  <a:cubicBezTo>
                    <a:pt x="22280" y="89086"/>
                    <a:pt x="22280" y="89086"/>
                    <a:pt x="22280" y="89086"/>
                  </a:cubicBezTo>
                  <a:cubicBezTo>
                    <a:pt x="22280" y="89086"/>
                    <a:pt x="22866" y="88243"/>
                    <a:pt x="23648" y="87962"/>
                  </a:cubicBezTo>
                  <a:cubicBezTo>
                    <a:pt x="24429" y="87962"/>
                    <a:pt x="25798" y="87119"/>
                    <a:pt x="25798" y="87119"/>
                  </a:cubicBezTo>
                  <a:lnTo>
                    <a:pt x="27557" y="85714"/>
                  </a:ln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dirty="0">
                <a:solidFill>
                  <a:srgbClr val="7F7F7F"/>
                </a:solidFill>
                <a:highlight>
                  <a:srgbClr val="FFFF00"/>
                </a:highlight>
                <a:latin typeface="Myriad Pro"/>
                <a:ea typeface="Source Sans Pro"/>
                <a:cs typeface="Calibri" panose="020F0502020204030204" pitchFamily="34" charset="0"/>
                <a:sym typeface="Source Sans Pro"/>
              </a:endParaRPr>
            </a:p>
          </p:txBody>
        </p:sp>
        <p:sp>
          <p:nvSpPr>
            <p:cNvPr id="53" name="Shape 2050">
              <a:extLst>
                <a:ext uri="{FF2B5EF4-FFF2-40B4-BE49-F238E27FC236}">
                  <a16:creationId xmlns:a16="http://schemas.microsoft.com/office/drawing/2014/main" id="{2F5E6867-EC31-4C5E-9D0C-0505D564C4CA}"/>
                </a:ext>
              </a:extLst>
            </p:cNvPr>
            <p:cNvSpPr/>
            <p:nvPr/>
          </p:nvSpPr>
          <p:spPr>
            <a:xfrm>
              <a:off x="5078737" y="538527"/>
              <a:ext cx="643166" cy="1694015"/>
            </a:xfrm>
            <a:custGeom>
              <a:avLst/>
              <a:gdLst/>
              <a:ahLst/>
              <a:cxnLst/>
              <a:rect l="0" t="0" r="0" b="0"/>
              <a:pathLst>
                <a:path w="120000" h="120000" extrusionOk="0">
                  <a:moveTo>
                    <a:pt x="108510" y="13785"/>
                  </a:moveTo>
                  <a:cubicBezTo>
                    <a:pt x="108510" y="13629"/>
                    <a:pt x="108510" y="13629"/>
                    <a:pt x="108510" y="13629"/>
                  </a:cubicBezTo>
                  <a:cubicBezTo>
                    <a:pt x="108510" y="13629"/>
                    <a:pt x="107659" y="13002"/>
                    <a:pt x="108085" y="12689"/>
                  </a:cubicBezTo>
                  <a:cubicBezTo>
                    <a:pt x="108085" y="12689"/>
                    <a:pt x="108085" y="12689"/>
                    <a:pt x="108085" y="12532"/>
                  </a:cubicBezTo>
                  <a:cubicBezTo>
                    <a:pt x="108085" y="12375"/>
                    <a:pt x="108085" y="12375"/>
                    <a:pt x="108085" y="12375"/>
                  </a:cubicBezTo>
                  <a:cubicBezTo>
                    <a:pt x="106382" y="12532"/>
                    <a:pt x="106382" y="12532"/>
                    <a:pt x="106382" y="12532"/>
                  </a:cubicBezTo>
                  <a:cubicBezTo>
                    <a:pt x="105106" y="11906"/>
                    <a:pt x="105106" y="11906"/>
                    <a:pt x="105106" y="11906"/>
                  </a:cubicBezTo>
                  <a:cubicBezTo>
                    <a:pt x="105531" y="11122"/>
                    <a:pt x="105531" y="11122"/>
                    <a:pt x="105531" y="11122"/>
                  </a:cubicBezTo>
                  <a:cubicBezTo>
                    <a:pt x="104680" y="9242"/>
                    <a:pt x="104680" y="9242"/>
                    <a:pt x="104680" y="9242"/>
                  </a:cubicBezTo>
                  <a:cubicBezTo>
                    <a:pt x="105531" y="8302"/>
                    <a:pt x="105531" y="8302"/>
                    <a:pt x="105531" y="8302"/>
                  </a:cubicBezTo>
                  <a:cubicBezTo>
                    <a:pt x="102978" y="7832"/>
                    <a:pt x="102978" y="7832"/>
                    <a:pt x="102978" y="7832"/>
                  </a:cubicBezTo>
                  <a:cubicBezTo>
                    <a:pt x="101276" y="6892"/>
                    <a:pt x="101276" y="6892"/>
                    <a:pt x="101276" y="6892"/>
                  </a:cubicBezTo>
                  <a:cubicBezTo>
                    <a:pt x="101276" y="6892"/>
                    <a:pt x="100851" y="7206"/>
                    <a:pt x="100425" y="7049"/>
                  </a:cubicBezTo>
                  <a:cubicBezTo>
                    <a:pt x="100000" y="6892"/>
                    <a:pt x="97872" y="5639"/>
                    <a:pt x="97872" y="5639"/>
                  </a:cubicBezTo>
                  <a:cubicBezTo>
                    <a:pt x="94042" y="5169"/>
                    <a:pt x="94042" y="5169"/>
                    <a:pt x="94042" y="5169"/>
                  </a:cubicBezTo>
                  <a:cubicBezTo>
                    <a:pt x="92340" y="4856"/>
                    <a:pt x="92340" y="4856"/>
                    <a:pt x="92340" y="4856"/>
                  </a:cubicBezTo>
                  <a:cubicBezTo>
                    <a:pt x="90212" y="4699"/>
                    <a:pt x="90212" y="4699"/>
                    <a:pt x="90212" y="4699"/>
                  </a:cubicBezTo>
                  <a:cubicBezTo>
                    <a:pt x="90212" y="4699"/>
                    <a:pt x="89787" y="5013"/>
                    <a:pt x="89361" y="4699"/>
                  </a:cubicBezTo>
                  <a:cubicBezTo>
                    <a:pt x="88936" y="4386"/>
                    <a:pt x="88085" y="4073"/>
                    <a:pt x="88085" y="4073"/>
                  </a:cubicBezTo>
                  <a:cubicBezTo>
                    <a:pt x="86382" y="4229"/>
                    <a:pt x="86382" y="4229"/>
                    <a:pt x="86382" y="4229"/>
                  </a:cubicBezTo>
                  <a:cubicBezTo>
                    <a:pt x="85106" y="3603"/>
                    <a:pt x="85106" y="3603"/>
                    <a:pt x="85106" y="3603"/>
                  </a:cubicBezTo>
                  <a:cubicBezTo>
                    <a:pt x="85106" y="3603"/>
                    <a:pt x="84680" y="3603"/>
                    <a:pt x="84255" y="3603"/>
                  </a:cubicBezTo>
                  <a:cubicBezTo>
                    <a:pt x="83829" y="3446"/>
                    <a:pt x="82978" y="3289"/>
                    <a:pt x="82978" y="3289"/>
                  </a:cubicBezTo>
                  <a:cubicBezTo>
                    <a:pt x="81702" y="2506"/>
                    <a:pt x="81702" y="2506"/>
                    <a:pt x="81702" y="2506"/>
                  </a:cubicBezTo>
                  <a:cubicBezTo>
                    <a:pt x="80000" y="2193"/>
                    <a:pt x="80000" y="2193"/>
                    <a:pt x="80000" y="2193"/>
                  </a:cubicBezTo>
                  <a:cubicBezTo>
                    <a:pt x="77872" y="1879"/>
                    <a:pt x="77872" y="1879"/>
                    <a:pt x="77872" y="1879"/>
                  </a:cubicBezTo>
                  <a:cubicBezTo>
                    <a:pt x="77872" y="1253"/>
                    <a:pt x="77872" y="1253"/>
                    <a:pt x="77872" y="1253"/>
                  </a:cubicBezTo>
                  <a:cubicBezTo>
                    <a:pt x="74893" y="626"/>
                    <a:pt x="74893" y="626"/>
                    <a:pt x="74893" y="626"/>
                  </a:cubicBezTo>
                  <a:cubicBezTo>
                    <a:pt x="74893" y="626"/>
                    <a:pt x="74468" y="313"/>
                    <a:pt x="74893" y="313"/>
                  </a:cubicBezTo>
                  <a:cubicBezTo>
                    <a:pt x="75319" y="156"/>
                    <a:pt x="76595" y="156"/>
                    <a:pt x="77446" y="156"/>
                  </a:cubicBezTo>
                  <a:cubicBezTo>
                    <a:pt x="75319" y="0"/>
                    <a:pt x="75319" y="0"/>
                    <a:pt x="75319" y="0"/>
                  </a:cubicBezTo>
                  <a:cubicBezTo>
                    <a:pt x="72765" y="783"/>
                    <a:pt x="72765" y="783"/>
                    <a:pt x="72765" y="783"/>
                  </a:cubicBezTo>
                  <a:cubicBezTo>
                    <a:pt x="71489" y="783"/>
                    <a:pt x="71489" y="783"/>
                    <a:pt x="71489" y="783"/>
                  </a:cubicBezTo>
                  <a:cubicBezTo>
                    <a:pt x="71489" y="783"/>
                    <a:pt x="70638" y="939"/>
                    <a:pt x="70638" y="1096"/>
                  </a:cubicBezTo>
                  <a:cubicBezTo>
                    <a:pt x="71063" y="1253"/>
                    <a:pt x="71914" y="2663"/>
                    <a:pt x="72340" y="2976"/>
                  </a:cubicBezTo>
                  <a:cubicBezTo>
                    <a:pt x="72765" y="3133"/>
                    <a:pt x="72765" y="4229"/>
                    <a:pt x="71063" y="5013"/>
                  </a:cubicBezTo>
                  <a:cubicBezTo>
                    <a:pt x="72765" y="5639"/>
                    <a:pt x="72765" y="5639"/>
                    <a:pt x="72765" y="5639"/>
                  </a:cubicBezTo>
                  <a:cubicBezTo>
                    <a:pt x="71063" y="6422"/>
                    <a:pt x="71063" y="6422"/>
                    <a:pt x="71063" y="6422"/>
                  </a:cubicBezTo>
                  <a:cubicBezTo>
                    <a:pt x="68510" y="6579"/>
                    <a:pt x="68510" y="6579"/>
                    <a:pt x="68510" y="6579"/>
                  </a:cubicBezTo>
                  <a:cubicBezTo>
                    <a:pt x="68510" y="6579"/>
                    <a:pt x="65957" y="6422"/>
                    <a:pt x="65531" y="6266"/>
                  </a:cubicBezTo>
                  <a:cubicBezTo>
                    <a:pt x="65106" y="6109"/>
                    <a:pt x="62978" y="5796"/>
                    <a:pt x="62553" y="5796"/>
                  </a:cubicBezTo>
                  <a:cubicBezTo>
                    <a:pt x="61702" y="5953"/>
                    <a:pt x="55744" y="5796"/>
                    <a:pt x="55744" y="5796"/>
                  </a:cubicBezTo>
                  <a:cubicBezTo>
                    <a:pt x="54468" y="6422"/>
                    <a:pt x="54893" y="9712"/>
                    <a:pt x="55319" y="10182"/>
                  </a:cubicBezTo>
                  <a:cubicBezTo>
                    <a:pt x="54468" y="10809"/>
                    <a:pt x="54468" y="10809"/>
                    <a:pt x="54468" y="10809"/>
                  </a:cubicBezTo>
                  <a:cubicBezTo>
                    <a:pt x="52340" y="10809"/>
                    <a:pt x="52340" y="10809"/>
                    <a:pt x="52340" y="10809"/>
                  </a:cubicBezTo>
                  <a:cubicBezTo>
                    <a:pt x="48085" y="10026"/>
                    <a:pt x="48085" y="10026"/>
                    <a:pt x="48085" y="10026"/>
                  </a:cubicBezTo>
                  <a:cubicBezTo>
                    <a:pt x="46382" y="11279"/>
                    <a:pt x="46382" y="11279"/>
                    <a:pt x="46382" y="11279"/>
                  </a:cubicBezTo>
                  <a:cubicBezTo>
                    <a:pt x="46382" y="11279"/>
                    <a:pt x="44680" y="11906"/>
                    <a:pt x="44680" y="12219"/>
                  </a:cubicBezTo>
                  <a:cubicBezTo>
                    <a:pt x="44680" y="12375"/>
                    <a:pt x="43829" y="13002"/>
                    <a:pt x="43829" y="13002"/>
                  </a:cubicBezTo>
                  <a:cubicBezTo>
                    <a:pt x="43829" y="13159"/>
                    <a:pt x="43829" y="14255"/>
                    <a:pt x="43829" y="14255"/>
                  </a:cubicBezTo>
                  <a:cubicBezTo>
                    <a:pt x="42978" y="14882"/>
                    <a:pt x="42978" y="14882"/>
                    <a:pt x="42978" y="14882"/>
                  </a:cubicBezTo>
                  <a:cubicBezTo>
                    <a:pt x="40425" y="15509"/>
                    <a:pt x="40425" y="15509"/>
                    <a:pt x="40425" y="15509"/>
                  </a:cubicBezTo>
                  <a:cubicBezTo>
                    <a:pt x="40425" y="16292"/>
                    <a:pt x="40425" y="16292"/>
                    <a:pt x="40425" y="16292"/>
                  </a:cubicBezTo>
                  <a:cubicBezTo>
                    <a:pt x="40425" y="16292"/>
                    <a:pt x="41702" y="17232"/>
                    <a:pt x="42553" y="17389"/>
                  </a:cubicBezTo>
                  <a:cubicBezTo>
                    <a:pt x="42978" y="17702"/>
                    <a:pt x="43829" y="18955"/>
                    <a:pt x="43829" y="18955"/>
                  </a:cubicBezTo>
                  <a:cubicBezTo>
                    <a:pt x="43829" y="18955"/>
                    <a:pt x="42553" y="20052"/>
                    <a:pt x="42127" y="20365"/>
                  </a:cubicBezTo>
                  <a:cubicBezTo>
                    <a:pt x="41702" y="20678"/>
                    <a:pt x="38297" y="22245"/>
                    <a:pt x="38297" y="22245"/>
                  </a:cubicBezTo>
                  <a:cubicBezTo>
                    <a:pt x="36170" y="24281"/>
                    <a:pt x="36170" y="24281"/>
                    <a:pt x="36170" y="24281"/>
                  </a:cubicBezTo>
                  <a:cubicBezTo>
                    <a:pt x="36170" y="25691"/>
                    <a:pt x="36170" y="25691"/>
                    <a:pt x="36170" y="25691"/>
                  </a:cubicBezTo>
                  <a:cubicBezTo>
                    <a:pt x="35744" y="26475"/>
                    <a:pt x="35744" y="26475"/>
                    <a:pt x="35744" y="26475"/>
                  </a:cubicBezTo>
                  <a:cubicBezTo>
                    <a:pt x="32765" y="27571"/>
                    <a:pt x="32765" y="27571"/>
                    <a:pt x="32765" y="27571"/>
                  </a:cubicBezTo>
                  <a:cubicBezTo>
                    <a:pt x="28936" y="27728"/>
                    <a:pt x="28936" y="27728"/>
                    <a:pt x="28936" y="27728"/>
                  </a:cubicBezTo>
                  <a:cubicBezTo>
                    <a:pt x="27659" y="28198"/>
                    <a:pt x="27659" y="28198"/>
                    <a:pt x="27659" y="28198"/>
                  </a:cubicBezTo>
                  <a:cubicBezTo>
                    <a:pt x="29787" y="30861"/>
                    <a:pt x="29787" y="30861"/>
                    <a:pt x="29787" y="30861"/>
                  </a:cubicBezTo>
                  <a:cubicBezTo>
                    <a:pt x="28936" y="32114"/>
                    <a:pt x="28936" y="32114"/>
                    <a:pt x="28936" y="32114"/>
                  </a:cubicBezTo>
                  <a:cubicBezTo>
                    <a:pt x="28510" y="33211"/>
                    <a:pt x="28510" y="33211"/>
                    <a:pt x="28510" y="33211"/>
                  </a:cubicBezTo>
                  <a:cubicBezTo>
                    <a:pt x="28510" y="33211"/>
                    <a:pt x="27659" y="34151"/>
                    <a:pt x="28085" y="34308"/>
                  </a:cubicBezTo>
                  <a:cubicBezTo>
                    <a:pt x="28510" y="34621"/>
                    <a:pt x="28936" y="35248"/>
                    <a:pt x="28936" y="35248"/>
                  </a:cubicBezTo>
                  <a:cubicBezTo>
                    <a:pt x="27234" y="35718"/>
                    <a:pt x="27234" y="35718"/>
                    <a:pt x="27234" y="35718"/>
                  </a:cubicBezTo>
                  <a:cubicBezTo>
                    <a:pt x="27659" y="36657"/>
                    <a:pt x="27659" y="36657"/>
                    <a:pt x="27659" y="36657"/>
                  </a:cubicBezTo>
                  <a:cubicBezTo>
                    <a:pt x="21276" y="40731"/>
                    <a:pt x="21276" y="40731"/>
                    <a:pt x="21276" y="40731"/>
                  </a:cubicBezTo>
                  <a:cubicBezTo>
                    <a:pt x="22127" y="41514"/>
                    <a:pt x="22127" y="41514"/>
                    <a:pt x="22127" y="41514"/>
                  </a:cubicBezTo>
                  <a:cubicBezTo>
                    <a:pt x="25957" y="41827"/>
                    <a:pt x="25957" y="41827"/>
                    <a:pt x="25957" y="41827"/>
                  </a:cubicBezTo>
                  <a:cubicBezTo>
                    <a:pt x="26382" y="44334"/>
                    <a:pt x="26382" y="44334"/>
                    <a:pt x="26382" y="44334"/>
                  </a:cubicBezTo>
                  <a:cubicBezTo>
                    <a:pt x="25106" y="45430"/>
                    <a:pt x="25106" y="45430"/>
                    <a:pt x="25106" y="45430"/>
                  </a:cubicBezTo>
                  <a:cubicBezTo>
                    <a:pt x="24680" y="45744"/>
                    <a:pt x="24680" y="45744"/>
                    <a:pt x="24680" y="45744"/>
                  </a:cubicBezTo>
                  <a:cubicBezTo>
                    <a:pt x="14468" y="45900"/>
                    <a:pt x="14468" y="45900"/>
                    <a:pt x="14468" y="45900"/>
                  </a:cubicBezTo>
                  <a:cubicBezTo>
                    <a:pt x="8936" y="48563"/>
                    <a:pt x="8936" y="48563"/>
                    <a:pt x="8936" y="48563"/>
                  </a:cubicBezTo>
                  <a:cubicBezTo>
                    <a:pt x="8085" y="50130"/>
                    <a:pt x="8085" y="50130"/>
                    <a:pt x="8085" y="50130"/>
                  </a:cubicBezTo>
                  <a:cubicBezTo>
                    <a:pt x="7659" y="51227"/>
                    <a:pt x="7659" y="51227"/>
                    <a:pt x="7659" y="51227"/>
                  </a:cubicBezTo>
                  <a:cubicBezTo>
                    <a:pt x="7659" y="51227"/>
                    <a:pt x="6382" y="51853"/>
                    <a:pt x="6382" y="52167"/>
                  </a:cubicBezTo>
                  <a:cubicBezTo>
                    <a:pt x="6382" y="52323"/>
                    <a:pt x="6382" y="53263"/>
                    <a:pt x="6382" y="53263"/>
                  </a:cubicBezTo>
                  <a:cubicBezTo>
                    <a:pt x="8085" y="54516"/>
                    <a:pt x="8085" y="54516"/>
                    <a:pt x="8085" y="54516"/>
                  </a:cubicBezTo>
                  <a:cubicBezTo>
                    <a:pt x="8085" y="55456"/>
                    <a:pt x="8085" y="55456"/>
                    <a:pt x="8085" y="55456"/>
                  </a:cubicBezTo>
                  <a:cubicBezTo>
                    <a:pt x="7234" y="55926"/>
                    <a:pt x="7234" y="55926"/>
                    <a:pt x="7234" y="55926"/>
                  </a:cubicBezTo>
                  <a:cubicBezTo>
                    <a:pt x="7659" y="57023"/>
                    <a:pt x="7659" y="57023"/>
                    <a:pt x="7659" y="57023"/>
                  </a:cubicBezTo>
                  <a:cubicBezTo>
                    <a:pt x="7659" y="57023"/>
                    <a:pt x="8085" y="57336"/>
                    <a:pt x="7659" y="57493"/>
                  </a:cubicBezTo>
                  <a:cubicBezTo>
                    <a:pt x="6808" y="57806"/>
                    <a:pt x="6808" y="58120"/>
                    <a:pt x="7234" y="58433"/>
                  </a:cubicBezTo>
                  <a:cubicBezTo>
                    <a:pt x="7234" y="58590"/>
                    <a:pt x="10212" y="60626"/>
                    <a:pt x="10212" y="60626"/>
                  </a:cubicBezTo>
                  <a:cubicBezTo>
                    <a:pt x="10638" y="65483"/>
                    <a:pt x="10638" y="65483"/>
                    <a:pt x="10638" y="65483"/>
                  </a:cubicBezTo>
                  <a:cubicBezTo>
                    <a:pt x="11914" y="66736"/>
                    <a:pt x="11914" y="66736"/>
                    <a:pt x="11914" y="66736"/>
                  </a:cubicBezTo>
                  <a:cubicBezTo>
                    <a:pt x="14893" y="67519"/>
                    <a:pt x="14893" y="67519"/>
                    <a:pt x="14893" y="67519"/>
                  </a:cubicBezTo>
                  <a:cubicBezTo>
                    <a:pt x="17446" y="68302"/>
                    <a:pt x="17446" y="68302"/>
                    <a:pt x="17446" y="68302"/>
                  </a:cubicBezTo>
                  <a:cubicBezTo>
                    <a:pt x="17872" y="69712"/>
                    <a:pt x="17872" y="69712"/>
                    <a:pt x="17872" y="69712"/>
                  </a:cubicBezTo>
                  <a:cubicBezTo>
                    <a:pt x="17872" y="69712"/>
                    <a:pt x="17021" y="70809"/>
                    <a:pt x="17021" y="70966"/>
                  </a:cubicBezTo>
                  <a:cubicBezTo>
                    <a:pt x="17446" y="71122"/>
                    <a:pt x="14893" y="71122"/>
                    <a:pt x="14893" y="71122"/>
                  </a:cubicBezTo>
                  <a:cubicBezTo>
                    <a:pt x="12765" y="71279"/>
                    <a:pt x="12765" y="71279"/>
                    <a:pt x="12765" y="71279"/>
                  </a:cubicBezTo>
                  <a:cubicBezTo>
                    <a:pt x="10638" y="72062"/>
                    <a:pt x="10638" y="72062"/>
                    <a:pt x="10638" y="72062"/>
                  </a:cubicBezTo>
                  <a:cubicBezTo>
                    <a:pt x="11489" y="73002"/>
                    <a:pt x="11489" y="73002"/>
                    <a:pt x="11489" y="73002"/>
                  </a:cubicBezTo>
                  <a:cubicBezTo>
                    <a:pt x="12765" y="74412"/>
                    <a:pt x="12765" y="74412"/>
                    <a:pt x="12765" y="74412"/>
                  </a:cubicBezTo>
                  <a:cubicBezTo>
                    <a:pt x="15319" y="75509"/>
                    <a:pt x="15319" y="75509"/>
                    <a:pt x="15319" y="75509"/>
                  </a:cubicBezTo>
                  <a:cubicBezTo>
                    <a:pt x="16170" y="76449"/>
                    <a:pt x="16170" y="76449"/>
                    <a:pt x="16170" y="76449"/>
                  </a:cubicBezTo>
                  <a:cubicBezTo>
                    <a:pt x="14893" y="77389"/>
                    <a:pt x="14893" y="77389"/>
                    <a:pt x="14893" y="77389"/>
                  </a:cubicBezTo>
                  <a:cubicBezTo>
                    <a:pt x="14042" y="77859"/>
                    <a:pt x="14042" y="77859"/>
                    <a:pt x="14042" y="77859"/>
                  </a:cubicBezTo>
                  <a:cubicBezTo>
                    <a:pt x="14893" y="78642"/>
                    <a:pt x="14893" y="78642"/>
                    <a:pt x="14893" y="78642"/>
                  </a:cubicBezTo>
                  <a:cubicBezTo>
                    <a:pt x="14893" y="79425"/>
                    <a:pt x="14893" y="79425"/>
                    <a:pt x="14893" y="79425"/>
                  </a:cubicBezTo>
                  <a:cubicBezTo>
                    <a:pt x="14893" y="79425"/>
                    <a:pt x="14042" y="79895"/>
                    <a:pt x="14042" y="80052"/>
                  </a:cubicBezTo>
                  <a:cubicBezTo>
                    <a:pt x="14042" y="80208"/>
                    <a:pt x="12340" y="80678"/>
                    <a:pt x="12340" y="80678"/>
                  </a:cubicBezTo>
                  <a:cubicBezTo>
                    <a:pt x="11063" y="81148"/>
                    <a:pt x="11063" y="81148"/>
                    <a:pt x="11063" y="81148"/>
                  </a:cubicBezTo>
                  <a:cubicBezTo>
                    <a:pt x="9787" y="81305"/>
                    <a:pt x="9787" y="81305"/>
                    <a:pt x="9787" y="81305"/>
                  </a:cubicBezTo>
                  <a:cubicBezTo>
                    <a:pt x="9787" y="81305"/>
                    <a:pt x="8936" y="81148"/>
                    <a:pt x="8510" y="81305"/>
                  </a:cubicBezTo>
                  <a:cubicBezTo>
                    <a:pt x="8510" y="81305"/>
                    <a:pt x="7659" y="81618"/>
                    <a:pt x="7659" y="81618"/>
                  </a:cubicBezTo>
                  <a:cubicBezTo>
                    <a:pt x="7659" y="82088"/>
                    <a:pt x="7659" y="82088"/>
                    <a:pt x="7659" y="82088"/>
                  </a:cubicBezTo>
                  <a:cubicBezTo>
                    <a:pt x="8510" y="82402"/>
                    <a:pt x="8510" y="82402"/>
                    <a:pt x="8510" y="82402"/>
                  </a:cubicBezTo>
                  <a:cubicBezTo>
                    <a:pt x="8085" y="83185"/>
                    <a:pt x="8085" y="83185"/>
                    <a:pt x="8085" y="83185"/>
                  </a:cubicBezTo>
                  <a:cubicBezTo>
                    <a:pt x="6808" y="83655"/>
                    <a:pt x="6808" y="83655"/>
                    <a:pt x="6808" y="83655"/>
                  </a:cubicBezTo>
                  <a:cubicBezTo>
                    <a:pt x="5531" y="83812"/>
                    <a:pt x="5531" y="83812"/>
                    <a:pt x="5531" y="83812"/>
                  </a:cubicBezTo>
                  <a:cubicBezTo>
                    <a:pt x="6382" y="84751"/>
                    <a:pt x="6382" y="84751"/>
                    <a:pt x="6382" y="84751"/>
                  </a:cubicBezTo>
                  <a:cubicBezTo>
                    <a:pt x="8085" y="85848"/>
                    <a:pt x="8085" y="85848"/>
                    <a:pt x="8085" y="85848"/>
                  </a:cubicBezTo>
                  <a:cubicBezTo>
                    <a:pt x="8085" y="86788"/>
                    <a:pt x="8085" y="86788"/>
                    <a:pt x="8085" y="86788"/>
                  </a:cubicBezTo>
                  <a:cubicBezTo>
                    <a:pt x="6808" y="87728"/>
                    <a:pt x="6808" y="87728"/>
                    <a:pt x="6808" y="87728"/>
                  </a:cubicBezTo>
                  <a:cubicBezTo>
                    <a:pt x="6382" y="88825"/>
                    <a:pt x="6382" y="88825"/>
                    <a:pt x="6382" y="88825"/>
                  </a:cubicBezTo>
                  <a:cubicBezTo>
                    <a:pt x="5957" y="89765"/>
                    <a:pt x="5957" y="89765"/>
                    <a:pt x="5957" y="89765"/>
                  </a:cubicBezTo>
                  <a:cubicBezTo>
                    <a:pt x="5106" y="89921"/>
                    <a:pt x="5106" y="89921"/>
                    <a:pt x="5106" y="89921"/>
                  </a:cubicBezTo>
                  <a:cubicBezTo>
                    <a:pt x="3829" y="89921"/>
                    <a:pt x="3829" y="89921"/>
                    <a:pt x="3829" y="89921"/>
                  </a:cubicBezTo>
                  <a:cubicBezTo>
                    <a:pt x="3829" y="89921"/>
                    <a:pt x="3829" y="88981"/>
                    <a:pt x="3404" y="88825"/>
                  </a:cubicBezTo>
                  <a:cubicBezTo>
                    <a:pt x="3404" y="88825"/>
                    <a:pt x="425" y="87885"/>
                    <a:pt x="425" y="87885"/>
                  </a:cubicBezTo>
                  <a:cubicBezTo>
                    <a:pt x="425" y="88825"/>
                    <a:pt x="425" y="88825"/>
                    <a:pt x="425" y="88825"/>
                  </a:cubicBezTo>
                  <a:cubicBezTo>
                    <a:pt x="0" y="89921"/>
                    <a:pt x="0" y="89921"/>
                    <a:pt x="0" y="89921"/>
                  </a:cubicBezTo>
                  <a:cubicBezTo>
                    <a:pt x="0" y="89921"/>
                    <a:pt x="425" y="90548"/>
                    <a:pt x="851" y="90704"/>
                  </a:cubicBezTo>
                  <a:cubicBezTo>
                    <a:pt x="1276" y="90861"/>
                    <a:pt x="1702" y="91958"/>
                    <a:pt x="1702" y="91958"/>
                  </a:cubicBezTo>
                  <a:cubicBezTo>
                    <a:pt x="1276" y="93054"/>
                    <a:pt x="1276" y="93054"/>
                    <a:pt x="1276" y="93054"/>
                  </a:cubicBezTo>
                  <a:cubicBezTo>
                    <a:pt x="1276" y="93054"/>
                    <a:pt x="2127" y="93838"/>
                    <a:pt x="2127" y="93838"/>
                  </a:cubicBezTo>
                  <a:cubicBezTo>
                    <a:pt x="2127" y="93994"/>
                    <a:pt x="2553" y="94621"/>
                    <a:pt x="2553" y="94621"/>
                  </a:cubicBezTo>
                  <a:cubicBezTo>
                    <a:pt x="4255" y="94464"/>
                    <a:pt x="4255" y="94464"/>
                    <a:pt x="4255" y="94464"/>
                  </a:cubicBezTo>
                  <a:cubicBezTo>
                    <a:pt x="3829" y="93994"/>
                    <a:pt x="3829" y="93994"/>
                    <a:pt x="3829" y="93994"/>
                  </a:cubicBezTo>
                  <a:cubicBezTo>
                    <a:pt x="5106" y="94621"/>
                    <a:pt x="5106" y="94621"/>
                    <a:pt x="5106" y="94621"/>
                  </a:cubicBezTo>
                  <a:cubicBezTo>
                    <a:pt x="5106" y="94621"/>
                    <a:pt x="4255" y="94778"/>
                    <a:pt x="5106" y="94621"/>
                  </a:cubicBezTo>
                  <a:cubicBezTo>
                    <a:pt x="5531" y="94621"/>
                    <a:pt x="6382" y="94308"/>
                    <a:pt x="6382" y="94308"/>
                  </a:cubicBezTo>
                  <a:cubicBezTo>
                    <a:pt x="5957" y="94778"/>
                    <a:pt x="5957" y="94778"/>
                    <a:pt x="5957" y="94778"/>
                  </a:cubicBezTo>
                  <a:cubicBezTo>
                    <a:pt x="5106" y="95404"/>
                    <a:pt x="5106" y="95404"/>
                    <a:pt x="5106" y="95404"/>
                  </a:cubicBezTo>
                  <a:cubicBezTo>
                    <a:pt x="5531" y="95561"/>
                    <a:pt x="5531" y="95561"/>
                    <a:pt x="5531" y="95561"/>
                  </a:cubicBezTo>
                  <a:cubicBezTo>
                    <a:pt x="6808" y="95718"/>
                    <a:pt x="6808" y="95718"/>
                    <a:pt x="6808" y="95718"/>
                  </a:cubicBezTo>
                  <a:cubicBezTo>
                    <a:pt x="5106" y="96501"/>
                    <a:pt x="5106" y="96501"/>
                    <a:pt x="5106" y="96501"/>
                  </a:cubicBezTo>
                  <a:cubicBezTo>
                    <a:pt x="5106" y="96501"/>
                    <a:pt x="5957" y="96971"/>
                    <a:pt x="6382" y="97127"/>
                  </a:cubicBezTo>
                  <a:cubicBezTo>
                    <a:pt x="6382" y="97127"/>
                    <a:pt x="8085" y="96657"/>
                    <a:pt x="8085" y="96657"/>
                  </a:cubicBezTo>
                  <a:cubicBezTo>
                    <a:pt x="8085" y="96657"/>
                    <a:pt x="8085" y="96814"/>
                    <a:pt x="8085" y="96971"/>
                  </a:cubicBezTo>
                  <a:cubicBezTo>
                    <a:pt x="8085" y="96971"/>
                    <a:pt x="6808" y="97441"/>
                    <a:pt x="6808" y="97754"/>
                  </a:cubicBezTo>
                  <a:cubicBezTo>
                    <a:pt x="7234" y="97911"/>
                    <a:pt x="9361" y="97597"/>
                    <a:pt x="8936" y="97754"/>
                  </a:cubicBezTo>
                  <a:cubicBezTo>
                    <a:pt x="8510" y="97911"/>
                    <a:pt x="8510" y="98224"/>
                    <a:pt x="8510" y="98224"/>
                  </a:cubicBezTo>
                  <a:cubicBezTo>
                    <a:pt x="8510" y="98224"/>
                    <a:pt x="7234" y="98694"/>
                    <a:pt x="8085" y="98851"/>
                  </a:cubicBezTo>
                  <a:cubicBezTo>
                    <a:pt x="8510" y="99007"/>
                    <a:pt x="9787" y="99164"/>
                    <a:pt x="9361" y="99164"/>
                  </a:cubicBezTo>
                  <a:cubicBezTo>
                    <a:pt x="9361" y="99321"/>
                    <a:pt x="8085" y="99634"/>
                    <a:pt x="8085" y="99634"/>
                  </a:cubicBezTo>
                  <a:cubicBezTo>
                    <a:pt x="8085" y="99634"/>
                    <a:pt x="7659" y="99947"/>
                    <a:pt x="8085" y="100104"/>
                  </a:cubicBezTo>
                  <a:cubicBezTo>
                    <a:pt x="8510" y="100261"/>
                    <a:pt x="9787" y="100261"/>
                    <a:pt x="9787" y="100261"/>
                  </a:cubicBezTo>
                  <a:cubicBezTo>
                    <a:pt x="9787" y="100261"/>
                    <a:pt x="9787" y="99947"/>
                    <a:pt x="9787" y="100104"/>
                  </a:cubicBezTo>
                  <a:cubicBezTo>
                    <a:pt x="9787" y="100261"/>
                    <a:pt x="9361" y="100574"/>
                    <a:pt x="9361" y="100574"/>
                  </a:cubicBezTo>
                  <a:cubicBezTo>
                    <a:pt x="9361" y="100574"/>
                    <a:pt x="8936" y="100887"/>
                    <a:pt x="9361" y="101044"/>
                  </a:cubicBezTo>
                  <a:cubicBezTo>
                    <a:pt x="9787" y="101044"/>
                    <a:pt x="10638" y="101044"/>
                    <a:pt x="10638" y="101044"/>
                  </a:cubicBezTo>
                  <a:cubicBezTo>
                    <a:pt x="10638" y="101044"/>
                    <a:pt x="10638" y="101201"/>
                    <a:pt x="10638" y="101514"/>
                  </a:cubicBezTo>
                  <a:cubicBezTo>
                    <a:pt x="10638" y="101671"/>
                    <a:pt x="10638" y="102140"/>
                    <a:pt x="10638" y="102140"/>
                  </a:cubicBezTo>
                  <a:cubicBezTo>
                    <a:pt x="10638" y="102297"/>
                    <a:pt x="10638" y="102610"/>
                    <a:pt x="10638" y="102610"/>
                  </a:cubicBezTo>
                  <a:cubicBezTo>
                    <a:pt x="10638" y="102610"/>
                    <a:pt x="10212" y="102767"/>
                    <a:pt x="11489" y="102767"/>
                  </a:cubicBezTo>
                  <a:cubicBezTo>
                    <a:pt x="12340" y="102767"/>
                    <a:pt x="12340" y="102610"/>
                    <a:pt x="12765" y="102610"/>
                  </a:cubicBezTo>
                  <a:cubicBezTo>
                    <a:pt x="13191" y="102610"/>
                    <a:pt x="13191" y="102767"/>
                    <a:pt x="13617" y="102924"/>
                  </a:cubicBezTo>
                  <a:cubicBezTo>
                    <a:pt x="13617" y="103237"/>
                    <a:pt x="13617" y="103394"/>
                    <a:pt x="13617" y="103550"/>
                  </a:cubicBezTo>
                  <a:cubicBezTo>
                    <a:pt x="14042" y="103707"/>
                    <a:pt x="15744" y="105274"/>
                    <a:pt x="15744" y="105274"/>
                  </a:cubicBezTo>
                  <a:cubicBezTo>
                    <a:pt x="15744" y="105274"/>
                    <a:pt x="16170" y="105900"/>
                    <a:pt x="16595" y="106057"/>
                  </a:cubicBezTo>
                  <a:cubicBezTo>
                    <a:pt x="16595" y="106214"/>
                    <a:pt x="17021" y="106370"/>
                    <a:pt x="17446" y="106527"/>
                  </a:cubicBezTo>
                  <a:cubicBezTo>
                    <a:pt x="17446" y="106527"/>
                    <a:pt x="18297" y="106997"/>
                    <a:pt x="18297" y="106997"/>
                  </a:cubicBezTo>
                  <a:cubicBezTo>
                    <a:pt x="19574" y="107310"/>
                    <a:pt x="19574" y="107310"/>
                    <a:pt x="19574" y="107310"/>
                  </a:cubicBezTo>
                  <a:cubicBezTo>
                    <a:pt x="21276" y="108407"/>
                    <a:pt x="21276" y="108407"/>
                    <a:pt x="21276" y="108407"/>
                  </a:cubicBezTo>
                  <a:cubicBezTo>
                    <a:pt x="21276" y="108407"/>
                    <a:pt x="22553" y="108877"/>
                    <a:pt x="22553" y="108877"/>
                  </a:cubicBezTo>
                  <a:cubicBezTo>
                    <a:pt x="22978" y="108877"/>
                    <a:pt x="23829" y="108563"/>
                    <a:pt x="23829" y="108563"/>
                  </a:cubicBezTo>
                  <a:cubicBezTo>
                    <a:pt x="23829" y="108563"/>
                    <a:pt x="25106" y="108720"/>
                    <a:pt x="25106" y="108877"/>
                  </a:cubicBezTo>
                  <a:cubicBezTo>
                    <a:pt x="24680" y="108877"/>
                    <a:pt x="24255" y="109503"/>
                    <a:pt x="24255" y="109660"/>
                  </a:cubicBezTo>
                  <a:cubicBezTo>
                    <a:pt x="24680" y="109817"/>
                    <a:pt x="24680" y="110130"/>
                    <a:pt x="24680" y="110130"/>
                  </a:cubicBezTo>
                  <a:cubicBezTo>
                    <a:pt x="23829" y="110287"/>
                    <a:pt x="23829" y="110287"/>
                    <a:pt x="23829" y="110287"/>
                  </a:cubicBezTo>
                  <a:cubicBezTo>
                    <a:pt x="22978" y="110443"/>
                    <a:pt x="22978" y="110443"/>
                    <a:pt x="22978" y="110443"/>
                  </a:cubicBezTo>
                  <a:cubicBezTo>
                    <a:pt x="21276" y="110443"/>
                    <a:pt x="21276" y="110443"/>
                    <a:pt x="21276" y="110443"/>
                  </a:cubicBezTo>
                  <a:cubicBezTo>
                    <a:pt x="20851" y="111070"/>
                    <a:pt x="20851" y="111070"/>
                    <a:pt x="20851" y="111070"/>
                  </a:cubicBezTo>
                  <a:cubicBezTo>
                    <a:pt x="22553" y="111383"/>
                    <a:pt x="22553" y="111383"/>
                    <a:pt x="22553" y="111383"/>
                  </a:cubicBezTo>
                  <a:cubicBezTo>
                    <a:pt x="22553" y="111383"/>
                    <a:pt x="23404" y="111697"/>
                    <a:pt x="23829" y="111697"/>
                  </a:cubicBezTo>
                  <a:cubicBezTo>
                    <a:pt x="23829" y="111853"/>
                    <a:pt x="23829" y="112480"/>
                    <a:pt x="23829" y="112480"/>
                  </a:cubicBezTo>
                  <a:cubicBezTo>
                    <a:pt x="23404" y="112480"/>
                    <a:pt x="21702" y="112480"/>
                    <a:pt x="21702" y="112480"/>
                  </a:cubicBezTo>
                  <a:cubicBezTo>
                    <a:pt x="21702" y="112480"/>
                    <a:pt x="20851" y="112950"/>
                    <a:pt x="20851" y="112950"/>
                  </a:cubicBezTo>
                  <a:cubicBezTo>
                    <a:pt x="20851" y="113107"/>
                    <a:pt x="20425" y="113107"/>
                    <a:pt x="21276" y="113577"/>
                  </a:cubicBezTo>
                  <a:cubicBezTo>
                    <a:pt x="21702" y="113890"/>
                    <a:pt x="23829" y="114830"/>
                    <a:pt x="23829" y="114830"/>
                  </a:cubicBezTo>
                  <a:cubicBezTo>
                    <a:pt x="23829" y="114830"/>
                    <a:pt x="25531" y="115770"/>
                    <a:pt x="25531" y="115770"/>
                  </a:cubicBezTo>
                  <a:cubicBezTo>
                    <a:pt x="25531" y="115926"/>
                    <a:pt x="26808" y="116553"/>
                    <a:pt x="26808" y="116553"/>
                  </a:cubicBezTo>
                  <a:cubicBezTo>
                    <a:pt x="27234" y="116553"/>
                    <a:pt x="27234" y="117180"/>
                    <a:pt x="27234" y="117180"/>
                  </a:cubicBezTo>
                  <a:cubicBezTo>
                    <a:pt x="26808" y="117493"/>
                    <a:pt x="26808" y="117493"/>
                    <a:pt x="26808" y="117493"/>
                  </a:cubicBezTo>
                  <a:cubicBezTo>
                    <a:pt x="26382" y="117963"/>
                    <a:pt x="26382" y="117963"/>
                    <a:pt x="26382" y="117963"/>
                  </a:cubicBezTo>
                  <a:cubicBezTo>
                    <a:pt x="25957" y="118433"/>
                    <a:pt x="25957" y="118433"/>
                    <a:pt x="25957" y="118433"/>
                  </a:cubicBezTo>
                  <a:cubicBezTo>
                    <a:pt x="26382" y="118746"/>
                    <a:pt x="26382" y="118746"/>
                    <a:pt x="26382" y="118746"/>
                  </a:cubicBezTo>
                  <a:cubicBezTo>
                    <a:pt x="25957" y="119060"/>
                    <a:pt x="25957" y="119060"/>
                    <a:pt x="25957" y="119060"/>
                  </a:cubicBezTo>
                  <a:cubicBezTo>
                    <a:pt x="25106" y="119530"/>
                    <a:pt x="25106" y="119530"/>
                    <a:pt x="25106" y="119530"/>
                  </a:cubicBezTo>
                  <a:cubicBezTo>
                    <a:pt x="27234" y="119686"/>
                    <a:pt x="27234" y="119686"/>
                    <a:pt x="27234" y="119686"/>
                  </a:cubicBezTo>
                  <a:cubicBezTo>
                    <a:pt x="29787" y="119530"/>
                    <a:pt x="29787" y="119530"/>
                    <a:pt x="29787" y="119530"/>
                  </a:cubicBezTo>
                  <a:cubicBezTo>
                    <a:pt x="29787" y="119530"/>
                    <a:pt x="30212" y="119843"/>
                    <a:pt x="30212" y="119843"/>
                  </a:cubicBezTo>
                  <a:cubicBezTo>
                    <a:pt x="30638" y="120000"/>
                    <a:pt x="32765" y="119843"/>
                    <a:pt x="32765" y="119843"/>
                  </a:cubicBezTo>
                  <a:cubicBezTo>
                    <a:pt x="34468" y="119530"/>
                    <a:pt x="34468" y="119530"/>
                    <a:pt x="34468" y="119530"/>
                  </a:cubicBezTo>
                  <a:cubicBezTo>
                    <a:pt x="35744" y="119216"/>
                    <a:pt x="35744" y="119216"/>
                    <a:pt x="35744" y="119216"/>
                  </a:cubicBezTo>
                  <a:cubicBezTo>
                    <a:pt x="35744" y="118903"/>
                    <a:pt x="35744" y="118903"/>
                    <a:pt x="35744" y="118903"/>
                  </a:cubicBezTo>
                  <a:cubicBezTo>
                    <a:pt x="35744" y="118903"/>
                    <a:pt x="36595" y="118433"/>
                    <a:pt x="36595" y="118433"/>
                  </a:cubicBezTo>
                  <a:cubicBezTo>
                    <a:pt x="37021" y="118433"/>
                    <a:pt x="38297" y="118590"/>
                    <a:pt x="38297" y="118590"/>
                  </a:cubicBezTo>
                  <a:cubicBezTo>
                    <a:pt x="38297" y="118590"/>
                    <a:pt x="39574" y="118590"/>
                    <a:pt x="39574" y="118746"/>
                  </a:cubicBezTo>
                  <a:cubicBezTo>
                    <a:pt x="39574" y="118903"/>
                    <a:pt x="40425" y="119060"/>
                    <a:pt x="40425" y="119060"/>
                  </a:cubicBezTo>
                  <a:cubicBezTo>
                    <a:pt x="41702" y="119060"/>
                    <a:pt x="41702" y="119060"/>
                    <a:pt x="41702" y="119060"/>
                  </a:cubicBezTo>
                  <a:cubicBezTo>
                    <a:pt x="42978" y="118903"/>
                    <a:pt x="42978" y="118903"/>
                    <a:pt x="42978" y="118903"/>
                  </a:cubicBezTo>
                  <a:cubicBezTo>
                    <a:pt x="44680" y="118746"/>
                    <a:pt x="44680" y="118746"/>
                    <a:pt x="44680" y="118746"/>
                  </a:cubicBezTo>
                  <a:cubicBezTo>
                    <a:pt x="44680" y="118746"/>
                    <a:pt x="44255" y="118433"/>
                    <a:pt x="44680" y="118433"/>
                  </a:cubicBezTo>
                  <a:cubicBezTo>
                    <a:pt x="45106" y="118433"/>
                    <a:pt x="46382" y="118433"/>
                    <a:pt x="46382" y="118433"/>
                  </a:cubicBezTo>
                  <a:cubicBezTo>
                    <a:pt x="46382" y="118433"/>
                    <a:pt x="46808" y="118746"/>
                    <a:pt x="47234" y="118746"/>
                  </a:cubicBezTo>
                  <a:cubicBezTo>
                    <a:pt x="47234" y="118746"/>
                    <a:pt x="48085" y="118433"/>
                    <a:pt x="47659" y="118276"/>
                  </a:cubicBezTo>
                  <a:cubicBezTo>
                    <a:pt x="47234" y="118120"/>
                    <a:pt x="45531" y="117806"/>
                    <a:pt x="45531" y="117806"/>
                  </a:cubicBezTo>
                  <a:cubicBezTo>
                    <a:pt x="45531" y="117806"/>
                    <a:pt x="44680" y="117336"/>
                    <a:pt x="44680" y="117180"/>
                  </a:cubicBezTo>
                  <a:cubicBezTo>
                    <a:pt x="44255" y="117023"/>
                    <a:pt x="44255" y="116553"/>
                    <a:pt x="43829" y="116396"/>
                  </a:cubicBezTo>
                  <a:cubicBezTo>
                    <a:pt x="43404" y="116396"/>
                    <a:pt x="42978" y="116240"/>
                    <a:pt x="42978" y="115926"/>
                  </a:cubicBezTo>
                  <a:cubicBezTo>
                    <a:pt x="43404" y="115456"/>
                    <a:pt x="43404" y="115300"/>
                    <a:pt x="43404" y="115300"/>
                  </a:cubicBezTo>
                  <a:cubicBezTo>
                    <a:pt x="43404" y="115143"/>
                    <a:pt x="43404" y="114516"/>
                    <a:pt x="43404" y="114516"/>
                  </a:cubicBezTo>
                  <a:cubicBezTo>
                    <a:pt x="43404" y="114516"/>
                    <a:pt x="42978" y="114203"/>
                    <a:pt x="44255" y="113890"/>
                  </a:cubicBezTo>
                  <a:cubicBezTo>
                    <a:pt x="45531" y="113577"/>
                    <a:pt x="45531" y="113263"/>
                    <a:pt x="45957" y="113420"/>
                  </a:cubicBezTo>
                  <a:cubicBezTo>
                    <a:pt x="46382" y="113577"/>
                    <a:pt x="47234" y="113890"/>
                    <a:pt x="47659" y="113890"/>
                  </a:cubicBezTo>
                  <a:cubicBezTo>
                    <a:pt x="47659" y="114046"/>
                    <a:pt x="48085" y="114046"/>
                    <a:pt x="48510" y="114203"/>
                  </a:cubicBezTo>
                  <a:cubicBezTo>
                    <a:pt x="48510" y="114360"/>
                    <a:pt x="48085" y="114516"/>
                    <a:pt x="48936" y="114516"/>
                  </a:cubicBezTo>
                  <a:cubicBezTo>
                    <a:pt x="49361" y="114516"/>
                    <a:pt x="50212" y="114516"/>
                    <a:pt x="50212" y="114516"/>
                  </a:cubicBezTo>
                  <a:cubicBezTo>
                    <a:pt x="50212" y="114516"/>
                    <a:pt x="50638" y="114516"/>
                    <a:pt x="50638" y="114360"/>
                  </a:cubicBezTo>
                  <a:cubicBezTo>
                    <a:pt x="50638" y="114203"/>
                    <a:pt x="50638" y="113733"/>
                    <a:pt x="50212" y="113733"/>
                  </a:cubicBezTo>
                  <a:cubicBezTo>
                    <a:pt x="49787" y="113577"/>
                    <a:pt x="49361" y="113420"/>
                    <a:pt x="49361" y="113420"/>
                  </a:cubicBezTo>
                  <a:cubicBezTo>
                    <a:pt x="49361" y="113420"/>
                    <a:pt x="50212" y="113263"/>
                    <a:pt x="48936" y="113107"/>
                  </a:cubicBezTo>
                  <a:cubicBezTo>
                    <a:pt x="47659" y="112793"/>
                    <a:pt x="47659" y="112637"/>
                    <a:pt x="48085" y="112480"/>
                  </a:cubicBezTo>
                  <a:cubicBezTo>
                    <a:pt x="48936" y="112323"/>
                    <a:pt x="50638" y="112480"/>
                    <a:pt x="50638" y="112480"/>
                  </a:cubicBezTo>
                  <a:cubicBezTo>
                    <a:pt x="51914" y="112323"/>
                    <a:pt x="51914" y="112323"/>
                    <a:pt x="51914" y="112323"/>
                  </a:cubicBezTo>
                  <a:cubicBezTo>
                    <a:pt x="51914" y="112323"/>
                    <a:pt x="52765" y="112010"/>
                    <a:pt x="53617" y="112167"/>
                  </a:cubicBezTo>
                  <a:cubicBezTo>
                    <a:pt x="54042" y="112323"/>
                    <a:pt x="55744" y="112167"/>
                    <a:pt x="55744" y="112167"/>
                  </a:cubicBezTo>
                  <a:cubicBezTo>
                    <a:pt x="57872" y="112323"/>
                    <a:pt x="57872" y="112323"/>
                    <a:pt x="57872" y="112323"/>
                  </a:cubicBezTo>
                  <a:cubicBezTo>
                    <a:pt x="58723" y="112010"/>
                    <a:pt x="58723" y="112010"/>
                    <a:pt x="58723" y="112010"/>
                  </a:cubicBezTo>
                  <a:cubicBezTo>
                    <a:pt x="60851" y="112323"/>
                    <a:pt x="60851" y="112323"/>
                    <a:pt x="60851" y="112323"/>
                  </a:cubicBezTo>
                  <a:cubicBezTo>
                    <a:pt x="60851" y="112323"/>
                    <a:pt x="60425" y="112323"/>
                    <a:pt x="61702" y="112480"/>
                  </a:cubicBezTo>
                  <a:cubicBezTo>
                    <a:pt x="62553" y="112480"/>
                    <a:pt x="63829" y="112167"/>
                    <a:pt x="63829" y="112010"/>
                  </a:cubicBezTo>
                  <a:cubicBezTo>
                    <a:pt x="64255" y="112010"/>
                    <a:pt x="65957" y="110913"/>
                    <a:pt x="65957" y="110913"/>
                  </a:cubicBezTo>
                  <a:cubicBezTo>
                    <a:pt x="67234" y="107780"/>
                    <a:pt x="67234" y="107780"/>
                    <a:pt x="67234" y="107780"/>
                  </a:cubicBezTo>
                  <a:cubicBezTo>
                    <a:pt x="67234" y="107780"/>
                    <a:pt x="68936" y="107310"/>
                    <a:pt x="68510" y="107310"/>
                  </a:cubicBezTo>
                  <a:cubicBezTo>
                    <a:pt x="68510" y="107154"/>
                    <a:pt x="68510" y="106057"/>
                    <a:pt x="68510" y="105900"/>
                  </a:cubicBezTo>
                  <a:cubicBezTo>
                    <a:pt x="68510" y="105744"/>
                    <a:pt x="69361" y="104647"/>
                    <a:pt x="69361" y="104647"/>
                  </a:cubicBezTo>
                  <a:cubicBezTo>
                    <a:pt x="69361" y="104647"/>
                    <a:pt x="71063" y="104177"/>
                    <a:pt x="70212" y="103707"/>
                  </a:cubicBezTo>
                  <a:cubicBezTo>
                    <a:pt x="69787" y="103237"/>
                    <a:pt x="69361" y="102454"/>
                    <a:pt x="69361" y="102454"/>
                  </a:cubicBezTo>
                  <a:cubicBezTo>
                    <a:pt x="69361" y="102454"/>
                    <a:pt x="68936" y="101671"/>
                    <a:pt x="68936" y="101514"/>
                  </a:cubicBezTo>
                  <a:cubicBezTo>
                    <a:pt x="68936" y="101357"/>
                    <a:pt x="70638" y="100574"/>
                    <a:pt x="70638" y="100574"/>
                  </a:cubicBezTo>
                  <a:cubicBezTo>
                    <a:pt x="69361" y="99164"/>
                    <a:pt x="69361" y="99164"/>
                    <a:pt x="69361" y="99164"/>
                  </a:cubicBezTo>
                  <a:cubicBezTo>
                    <a:pt x="69361" y="99164"/>
                    <a:pt x="70212" y="98694"/>
                    <a:pt x="70212" y="98537"/>
                  </a:cubicBezTo>
                  <a:cubicBezTo>
                    <a:pt x="70212" y="98381"/>
                    <a:pt x="69361" y="96971"/>
                    <a:pt x="69361" y="96971"/>
                  </a:cubicBezTo>
                  <a:cubicBezTo>
                    <a:pt x="69361" y="96657"/>
                    <a:pt x="69361" y="96657"/>
                    <a:pt x="69361" y="96657"/>
                  </a:cubicBezTo>
                  <a:cubicBezTo>
                    <a:pt x="69361" y="96657"/>
                    <a:pt x="70638" y="95874"/>
                    <a:pt x="70212" y="95718"/>
                  </a:cubicBezTo>
                  <a:cubicBezTo>
                    <a:pt x="70212" y="95561"/>
                    <a:pt x="70212" y="94778"/>
                    <a:pt x="70212" y="94778"/>
                  </a:cubicBezTo>
                  <a:cubicBezTo>
                    <a:pt x="69361" y="93838"/>
                    <a:pt x="69361" y="93838"/>
                    <a:pt x="69361" y="93838"/>
                  </a:cubicBezTo>
                  <a:cubicBezTo>
                    <a:pt x="69361" y="93838"/>
                    <a:pt x="70212" y="93681"/>
                    <a:pt x="69787" y="93524"/>
                  </a:cubicBezTo>
                  <a:cubicBezTo>
                    <a:pt x="69361" y="93211"/>
                    <a:pt x="68936" y="93054"/>
                    <a:pt x="68936" y="93054"/>
                  </a:cubicBezTo>
                  <a:cubicBezTo>
                    <a:pt x="68936" y="92741"/>
                    <a:pt x="68936" y="92741"/>
                    <a:pt x="68936" y="92741"/>
                  </a:cubicBezTo>
                  <a:cubicBezTo>
                    <a:pt x="69361" y="92428"/>
                    <a:pt x="69361" y="92428"/>
                    <a:pt x="69361" y="92428"/>
                  </a:cubicBezTo>
                  <a:cubicBezTo>
                    <a:pt x="70212" y="92114"/>
                    <a:pt x="70212" y="92114"/>
                    <a:pt x="70212" y="92114"/>
                  </a:cubicBezTo>
                  <a:cubicBezTo>
                    <a:pt x="69787" y="91174"/>
                    <a:pt x="69787" y="91174"/>
                    <a:pt x="69787" y="91174"/>
                  </a:cubicBezTo>
                  <a:cubicBezTo>
                    <a:pt x="68085" y="91018"/>
                    <a:pt x="68085" y="91018"/>
                    <a:pt x="68085" y="91018"/>
                  </a:cubicBezTo>
                  <a:cubicBezTo>
                    <a:pt x="68085" y="91018"/>
                    <a:pt x="68085" y="90704"/>
                    <a:pt x="68510" y="90704"/>
                  </a:cubicBezTo>
                  <a:cubicBezTo>
                    <a:pt x="69361" y="90548"/>
                    <a:pt x="72340" y="90078"/>
                    <a:pt x="72340" y="90078"/>
                  </a:cubicBezTo>
                  <a:cubicBezTo>
                    <a:pt x="72340" y="90078"/>
                    <a:pt x="73191" y="89608"/>
                    <a:pt x="73617" y="89608"/>
                  </a:cubicBezTo>
                  <a:cubicBezTo>
                    <a:pt x="73617" y="89451"/>
                    <a:pt x="77021" y="88668"/>
                    <a:pt x="77021" y="88668"/>
                  </a:cubicBezTo>
                  <a:cubicBezTo>
                    <a:pt x="77021" y="88668"/>
                    <a:pt x="77021" y="88198"/>
                    <a:pt x="77021" y="88041"/>
                  </a:cubicBezTo>
                  <a:cubicBezTo>
                    <a:pt x="77446" y="88041"/>
                    <a:pt x="77446" y="87885"/>
                    <a:pt x="77446" y="87571"/>
                  </a:cubicBezTo>
                  <a:cubicBezTo>
                    <a:pt x="77872" y="87571"/>
                    <a:pt x="77021" y="86161"/>
                    <a:pt x="77021" y="85691"/>
                  </a:cubicBezTo>
                  <a:cubicBezTo>
                    <a:pt x="77446" y="85378"/>
                    <a:pt x="78297" y="86005"/>
                    <a:pt x="78297" y="86005"/>
                  </a:cubicBezTo>
                  <a:cubicBezTo>
                    <a:pt x="78723" y="86475"/>
                    <a:pt x="78723" y="86475"/>
                    <a:pt x="78723" y="86475"/>
                  </a:cubicBezTo>
                  <a:cubicBezTo>
                    <a:pt x="78723" y="87415"/>
                    <a:pt x="78723" y="87415"/>
                    <a:pt x="78723" y="87415"/>
                  </a:cubicBezTo>
                  <a:cubicBezTo>
                    <a:pt x="80000" y="87571"/>
                    <a:pt x="80000" y="87571"/>
                    <a:pt x="80000" y="87571"/>
                  </a:cubicBezTo>
                  <a:cubicBezTo>
                    <a:pt x="80425" y="88041"/>
                    <a:pt x="80425" y="88041"/>
                    <a:pt x="80425" y="88041"/>
                  </a:cubicBezTo>
                  <a:cubicBezTo>
                    <a:pt x="80425" y="88041"/>
                    <a:pt x="80000" y="88511"/>
                    <a:pt x="80425" y="88511"/>
                  </a:cubicBezTo>
                  <a:cubicBezTo>
                    <a:pt x="80851" y="88355"/>
                    <a:pt x="80851" y="88355"/>
                    <a:pt x="80851" y="88355"/>
                  </a:cubicBezTo>
                  <a:cubicBezTo>
                    <a:pt x="81276" y="87415"/>
                    <a:pt x="81276" y="87415"/>
                    <a:pt x="81276" y="87415"/>
                  </a:cubicBezTo>
                  <a:cubicBezTo>
                    <a:pt x="81276" y="87415"/>
                    <a:pt x="82978" y="87415"/>
                    <a:pt x="82553" y="87101"/>
                  </a:cubicBezTo>
                  <a:cubicBezTo>
                    <a:pt x="82553" y="86945"/>
                    <a:pt x="82127" y="86631"/>
                    <a:pt x="82553" y="86631"/>
                  </a:cubicBezTo>
                  <a:cubicBezTo>
                    <a:pt x="85106" y="86475"/>
                    <a:pt x="84255" y="86475"/>
                    <a:pt x="85531" y="86161"/>
                  </a:cubicBezTo>
                  <a:cubicBezTo>
                    <a:pt x="85531" y="86161"/>
                    <a:pt x="86382" y="85535"/>
                    <a:pt x="86382" y="85535"/>
                  </a:cubicBezTo>
                  <a:cubicBezTo>
                    <a:pt x="86382" y="85378"/>
                    <a:pt x="86808" y="85065"/>
                    <a:pt x="86808" y="85065"/>
                  </a:cubicBezTo>
                  <a:cubicBezTo>
                    <a:pt x="85957" y="84908"/>
                    <a:pt x="85957" y="84908"/>
                    <a:pt x="85957" y="84908"/>
                  </a:cubicBezTo>
                  <a:cubicBezTo>
                    <a:pt x="85531" y="84438"/>
                    <a:pt x="85531" y="84438"/>
                    <a:pt x="85531" y="84438"/>
                  </a:cubicBezTo>
                  <a:cubicBezTo>
                    <a:pt x="85531" y="84438"/>
                    <a:pt x="85957" y="84125"/>
                    <a:pt x="86382" y="84281"/>
                  </a:cubicBezTo>
                  <a:cubicBezTo>
                    <a:pt x="86382" y="84438"/>
                    <a:pt x="86808" y="84751"/>
                    <a:pt x="87234" y="84751"/>
                  </a:cubicBezTo>
                  <a:cubicBezTo>
                    <a:pt x="87659" y="84751"/>
                    <a:pt x="88936" y="84281"/>
                    <a:pt x="88936" y="84281"/>
                  </a:cubicBezTo>
                  <a:cubicBezTo>
                    <a:pt x="88936" y="83812"/>
                    <a:pt x="85957" y="83185"/>
                    <a:pt x="85106" y="83028"/>
                  </a:cubicBezTo>
                  <a:cubicBezTo>
                    <a:pt x="85106" y="82402"/>
                    <a:pt x="89361" y="81618"/>
                    <a:pt x="89361" y="81462"/>
                  </a:cubicBezTo>
                  <a:cubicBezTo>
                    <a:pt x="89787" y="81305"/>
                    <a:pt x="89787" y="81305"/>
                    <a:pt x="89787" y="81148"/>
                  </a:cubicBezTo>
                  <a:cubicBezTo>
                    <a:pt x="89787" y="80992"/>
                    <a:pt x="89361" y="80835"/>
                    <a:pt x="88936" y="80992"/>
                  </a:cubicBezTo>
                  <a:cubicBezTo>
                    <a:pt x="88936" y="80992"/>
                    <a:pt x="88510" y="81305"/>
                    <a:pt x="88085" y="81305"/>
                  </a:cubicBezTo>
                  <a:cubicBezTo>
                    <a:pt x="88085" y="81305"/>
                    <a:pt x="87234" y="81305"/>
                    <a:pt x="87234" y="81305"/>
                  </a:cubicBezTo>
                  <a:cubicBezTo>
                    <a:pt x="87234" y="81305"/>
                    <a:pt x="86808" y="80992"/>
                    <a:pt x="87234" y="80835"/>
                  </a:cubicBezTo>
                  <a:cubicBezTo>
                    <a:pt x="87659" y="80678"/>
                    <a:pt x="87234" y="80678"/>
                    <a:pt x="88085" y="80522"/>
                  </a:cubicBezTo>
                  <a:cubicBezTo>
                    <a:pt x="88510" y="80365"/>
                    <a:pt x="88936" y="80365"/>
                    <a:pt x="89361" y="80365"/>
                  </a:cubicBezTo>
                  <a:cubicBezTo>
                    <a:pt x="89361" y="80208"/>
                    <a:pt x="89787" y="80052"/>
                    <a:pt x="90212" y="80052"/>
                  </a:cubicBezTo>
                  <a:cubicBezTo>
                    <a:pt x="90638" y="80052"/>
                    <a:pt x="92765" y="79582"/>
                    <a:pt x="92765" y="79582"/>
                  </a:cubicBezTo>
                  <a:cubicBezTo>
                    <a:pt x="93191" y="79268"/>
                    <a:pt x="93191" y="79268"/>
                    <a:pt x="93191" y="79268"/>
                  </a:cubicBezTo>
                  <a:cubicBezTo>
                    <a:pt x="93191" y="79268"/>
                    <a:pt x="91914" y="78798"/>
                    <a:pt x="91914" y="78798"/>
                  </a:cubicBezTo>
                  <a:cubicBezTo>
                    <a:pt x="91914" y="78798"/>
                    <a:pt x="89787" y="78172"/>
                    <a:pt x="89787" y="78172"/>
                  </a:cubicBezTo>
                  <a:cubicBezTo>
                    <a:pt x="89787" y="78172"/>
                    <a:pt x="88936" y="78172"/>
                    <a:pt x="88936" y="78015"/>
                  </a:cubicBezTo>
                  <a:cubicBezTo>
                    <a:pt x="88936" y="78015"/>
                    <a:pt x="88085" y="77702"/>
                    <a:pt x="88085" y="77702"/>
                  </a:cubicBezTo>
                  <a:cubicBezTo>
                    <a:pt x="87234" y="76919"/>
                    <a:pt x="86382" y="77545"/>
                    <a:pt x="84680" y="77232"/>
                  </a:cubicBezTo>
                  <a:cubicBezTo>
                    <a:pt x="84680" y="77232"/>
                    <a:pt x="83829" y="76605"/>
                    <a:pt x="83829" y="76605"/>
                  </a:cubicBezTo>
                  <a:cubicBezTo>
                    <a:pt x="83829" y="76605"/>
                    <a:pt x="84680" y="76605"/>
                    <a:pt x="84680" y="76449"/>
                  </a:cubicBezTo>
                  <a:cubicBezTo>
                    <a:pt x="84680" y="76135"/>
                    <a:pt x="83829" y="75822"/>
                    <a:pt x="83829" y="75822"/>
                  </a:cubicBezTo>
                  <a:cubicBezTo>
                    <a:pt x="82978" y="75509"/>
                    <a:pt x="82978" y="75509"/>
                    <a:pt x="82978" y="75509"/>
                  </a:cubicBezTo>
                  <a:cubicBezTo>
                    <a:pt x="81276" y="74882"/>
                    <a:pt x="81702" y="76292"/>
                    <a:pt x="80425" y="75039"/>
                  </a:cubicBezTo>
                  <a:cubicBezTo>
                    <a:pt x="80425" y="75039"/>
                    <a:pt x="80000" y="75039"/>
                    <a:pt x="79574" y="74725"/>
                  </a:cubicBezTo>
                  <a:cubicBezTo>
                    <a:pt x="79148" y="74569"/>
                    <a:pt x="77872" y="74099"/>
                    <a:pt x="77872" y="74099"/>
                  </a:cubicBezTo>
                  <a:cubicBezTo>
                    <a:pt x="77872" y="74099"/>
                    <a:pt x="77446" y="73629"/>
                    <a:pt x="77446" y="73629"/>
                  </a:cubicBezTo>
                  <a:cubicBezTo>
                    <a:pt x="77021" y="73629"/>
                    <a:pt x="76595" y="73159"/>
                    <a:pt x="76595" y="73159"/>
                  </a:cubicBezTo>
                  <a:cubicBezTo>
                    <a:pt x="74468" y="73629"/>
                    <a:pt x="74468" y="73629"/>
                    <a:pt x="74468" y="73629"/>
                  </a:cubicBezTo>
                  <a:cubicBezTo>
                    <a:pt x="73191" y="74099"/>
                    <a:pt x="73191" y="74099"/>
                    <a:pt x="73191" y="74099"/>
                  </a:cubicBezTo>
                  <a:cubicBezTo>
                    <a:pt x="73191" y="74099"/>
                    <a:pt x="72765" y="73785"/>
                    <a:pt x="72765" y="73785"/>
                  </a:cubicBezTo>
                  <a:cubicBezTo>
                    <a:pt x="72765" y="73785"/>
                    <a:pt x="72765" y="73159"/>
                    <a:pt x="72765" y="73159"/>
                  </a:cubicBezTo>
                  <a:cubicBezTo>
                    <a:pt x="72765" y="73159"/>
                    <a:pt x="71489" y="73002"/>
                    <a:pt x="71063" y="73002"/>
                  </a:cubicBezTo>
                  <a:cubicBezTo>
                    <a:pt x="71063" y="73002"/>
                    <a:pt x="69787" y="73002"/>
                    <a:pt x="69787" y="73002"/>
                  </a:cubicBezTo>
                  <a:cubicBezTo>
                    <a:pt x="68085" y="72845"/>
                    <a:pt x="68085" y="72845"/>
                    <a:pt x="68085" y="72845"/>
                  </a:cubicBezTo>
                  <a:cubicBezTo>
                    <a:pt x="68085" y="72375"/>
                    <a:pt x="68085" y="72375"/>
                    <a:pt x="68085" y="72375"/>
                  </a:cubicBezTo>
                  <a:cubicBezTo>
                    <a:pt x="68085" y="72375"/>
                    <a:pt x="68936" y="72062"/>
                    <a:pt x="68510" y="71906"/>
                  </a:cubicBezTo>
                  <a:cubicBezTo>
                    <a:pt x="68510" y="71749"/>
                    <a:pt x="67234" y="71436"/>
                    <a:pt x="67234" y="71436"/>
                  </a:cubicBezTo>
                  <a:cubicBezTo>
                    <a:pt x="67234" y="71122"/>
                    <a:pt x="67234" y="71122"/>
                    <a:pt x="67234" y="71122"/>
                  </a:cubicBezTo>
                  <a:cubicBezTo>
                    <a:pt x="65957" y="70496"/>
                    <a:pt x="65957" y="70496"/>
                    <a:pt x="65957" y="70496"/>
                  </a:cubicBezTo>
                  <a:cubicBezTo>
                    <a:pt x="65957" y="70496"/>
                    <a:pt x="66808" y="70026"/>
                    <a:pt x="66808" y="70026"/>
                  </a:cubicBezTo>
                  <a:cubicBezTo>
                    <a:pt x="66808" y="69869"/>
                    <a:pt x="65106" y="68459"/>
                    <a:pt x="65106" y="68459"/>
                  </a:cubicBezTo>
                  <a:cubicBezTo>
                    <a:pt x="65106" y="68459"/>
                    <a:pt x="65957" y="67832"/>
                    <a:pt x="65957" y="67676"/>
                  </a:cubicBezTo>
                  <a:cubicBezTo>
                    <a:pt x="65957" y="67676"/>
                    <a:pt x="65106" y="67049"/>
                    <a:pt x="65106" y="67049"/>
                  </a:cubicBezTo>
                  <a:cubicBezTo>
                    <a:pt x="64255" y="67049"/>
                    <a:pt x="64255" y="67049"/>
                    <a:pt x="64255" y="67049"/>
                  </a:cubicBezTo>
                  <a:cubicBezTo>
                    <a:pt x="64255" y="66422"/>
                    <a:pt x="64255" y="66422"/>
                    <a:pt x="64255" y="66422"/>
                  </a:cubicBezTo>
                  <a:cubicBezTo>
                    <a:pt x="64680" y="65953"/>
                    <a:pt x="64680" y="65953"/>
                    <a:pt x="64680" y="65953"/>
                  </a:cubicBezTo>
                  <a:cubicBezTo>
                    <a:pt x="63829" y="65639"/>
                    <a:pt x="63829" y="65639"/>
                    <a:pt x="63829" y="65639"/>
                  </a:cubicBezTo>
                  <a:cubicBezTo>
                    <a:pt x="63829" y="65639"/>
                    <a:pt x="64255" y="65326"/>
                    <a:pt x="64680" y="65326"/>
                  </a:cubicBezTo>
                  <a:cubicBezTo>
                    <a:pt x="64680" y="65326"/>
                    <a:pt x="64680" y="64699"/>
                    <a:pt x="64680" y="64699"/>
                  </a:cubicBezTo>
                  <a:cubicBezTo>
                    <a:pt x="64680" y="64699"/>
                    <a:pt x="65106" y="64386"/>
                    <a:pt x="65531" y="64386"/>
                  </a:cubicBezTo>
                  <a:cubicBezTo>
                    <a:pt x="65531" y="64386"/>
                    <a:pt x="66808" y="64699"/>
                    <a:pt x="66808" y="64699"/>
                  </a:cubicBezTo>
                  <a:cubicBezTo>
                    <a:pt x="66808" y="64699"/>
                    <a:pt x="68085" y="64856"/>
                    <a:pt x="68085" y="64699"/>
                  </a:cubicBezTo>
                  <a:cubicBezTo>
                    <a:pt x="68085" y="64699"/>
                    <a:pt x="67659" y="64229"/>
                    <a:pt x="67659" y="64229"/>
                  </a:cubicBezTo>
                  <a:cubicBezTo>
                    <a:pt x="67659" y="64073"/>
                    <a:pt x="66808" y="63759"/>
                    <a:pt x="66808" y="63759"/>
                  </a:cubicBezTo>
                  <a:cubicBezTo>
                    <a:pt x="66382" y="63603"/>
                    <a:pt x="66382" y="62819"/>
                    <a:pt x="66382" y="62819"/>
                  </a:cubicBezTo>
                  <a:cubicBezTo>
                    <a:pt x="66382" y="62819"/>
                    <a:pt x="65531" y="62193"/>
                    <a:pt x="65957" y="62193"/>
                  </a:cubicBezTo>
                  <a:cubicBezTo>
                    <a:pt x="65957" y="62193"/>
                    <a:pt x="66382" y="61879"/>
                    <a:pt x="66382" y="61879"/>
                  </a:cubicBezTo>
                  <a:cubicBezTo>
                    <a:pt x="66808" y="60783"/>
                    <a:pt x="66808" y="60783"/>
                    <a:pt x="66808" y="60783"/>
                  </a:cubicBezTo>
                  <a:cubicBezTo>
                    <a:pt x="67234" y="59843"/>
                    <a:pt x="67234" y="59843"/>
                    <a:pt x="67234" y="59843"/>
                  </a:cubicBezTo>
                  <a:cubicBezTo>
                    <a:pt x="65957" y="59373"/>
                    <a:pt x="65957" y="59373"/>
                    <a:pt x="65957" y="59373"/>
                  </a:cubicBezTo>
                  <a:cubicBezTo>
                    <a:pt x="65531" y="59060"/>
                    <a:pt x="65531" y="59060"/>
                    <a:pt x="65531" y="59060"/>
                  </a:cubicBezTo>
                  <a:cubicBezTo>
                    <a:pt x="64680" y="58746"/>
                    <a:pt x="64680" y="58746"/>
                    <a:pt x="64680" y="58746"/>
                  </a:cubicBezTo>
                  <a:cubicBezTo>
                    <a:pt x="65531" y="57806"/>
                    <a:pt x="65531" y="57806"/>
                    <a:pt x="65531" y="57806"/>
                  </a:cubicBezTo>
                  <a:cubicBezTo>
                    <a:pt x="67234" y="57806"/>
                    <a:pt x="67234" y="57806"/>
                    <a:pt x="67234" y="57806"/>
                  </a:cubicBezTo>
                  <a:cubicBezTo>
                    <a:pt x="68085" y="57336"/>
                    <a:pt x="68085" y="57336"/>
                    <a:pt x="68085" y="57336"/>
                  </a:cubicBezTo>
                  <a:cubicBezTo>
                    <a:pt x="68085" y="57336"/>
                    <a:pt x="69361" y="57023"/>
                    <a:pt x="69361" y="56866"/>
                  </a:cubicBezTo>
                  <a:cubicBezTo>
                    <a:pt x="69361" y="56866"/>
                    <a:pt x="69787" y="56240"/>
                    <a:pt x="69787" y="56240"/>
                  </a:cubicBezTo>
                  <a:cubicBezTo>
                    <a:pt x="69361" y="55770"/>
                    <a:pt x="69361" y="55770"/>
                    <a:pt x="69361" y="55770"/>
                  </a:cubicBezTo>
                  <a:cubicBezTo>
                    <a:pt x="70212" y="55926"/>
                    <a:pt x="70212" y="55926"/>
                    <a:pt x="70212" y="55926"/>
                  </a:cubicBezTo>
                  <a:cubicBezTo>
                    <a:pt x="70212" y="55456"/>
                    <a:pt x="70212" y="55456"/>
                    <a:pt x="70212" y="55456"/>
                  </a:cubicBezTo>
                  <a:cubicBezTo>
                    <a:pt x="70212" y="55456"/>
                    <a:pt x="70638" y="54986"/>
                    <a:pt x="70638" y="54986"/>
                  </a:cubicBezTo>
                  <a:cubicBezTo>
                    <a:pt x="71063" y="54986"/>
                    <a:pt x="71489" y="54830"/>
                    <a:pt x="71489" y="54830"/>
                  </a:cubicBezTo>
                  <a:cubicBezTo>
                    <a:pt x="71489" y="54830"/>
                    <a:pt x="72340" y="54203"/>
                    <a:pt x="72340" y="54203"/>
                  </a:cubicBezTo>
                  <a:cubicBezTo>
                    <a:pt x="72340" y="54203"/>
                    <a:pt x="72765" y="54360"/>
                    <a:pt x="73191" y="54203"/>
                  </a:cubicBezTo>
                  <a:cubicBezTo>
                    <a:pt x="73617" y="54046"/>
                    <a:pt x="73617" y="54046"/>
                    <a:pt x="73617" y="53890"/>
                  </a:cubicBezTo>
                  <a:cubicBezTo>
                    <a:pt x="74042" y="53577"/>
                    <a:pt x="74893" y="52950"/>
                    <a:pt x="74893" y="52950"/>
                  </a:cubicBezTo>
                  <a:cubicBezTo>
                    <a:pt x="74893" y="52950"/>
                    <a:pt x="74893" y="52793"/>
                    <a:pt x="74893" y="52637"/>
                  </a:cubicBezTo>
                  <a:cubicBezTo>
                    <a:pt x="75319" y="52637"/>
                    <a:pt x="76170" y="52637"/>
                    <a:pt x="76170" y="52480"/>
                  </a:cubicBezTo>
                  <a:cubicBezTo>
                    <a:pt x="75744" y="52323"/>
                    <a:pt x="74893" y="51853"/>
                    <a:pt x="74893" y="51853"/>
                  </a:cubicBezTo>
                  <a:cubicBezTo>
                    <a:pt x="76170" y="51383"/>
                    <a:pt x="76170" y="51383"/>
                    <a:pt x="76170" y="51383"/>
                  </a:cubicBezTo>
                  <a:cubicBezTo>
                    <a:pt x="76170" y="51383"/>
                    <a:pt x="77446" y="50913"/>
                    <a:pt x="77446" y="50913"/>
                  </a:cubicBezTo>
                  <a:cubicBezTo>
                    <a:pt x="77446" y="51070"/>
                    <a:pt x="77872" y="51070"/>
                    <a:pt x="78297" y="50913"/>
                  </a:cubicBezTo>
                  <a:cubicBezTo>
                    <a:pt x="78297" y="50913"/>
                    <a:pt x="78723" y="50757"/>
                    <a:pt x="79148" y="50600"/>
                  </a:cubicBezTo>
                  <a:cubicBezTo>
                    <a:pt x="79148" y="50600"/>
                    <a:pt x="79574" y="50443"/>
                    <a:pt x="80000" y="50443"/>
                  </a:cubicBezTo>
                  <a:cubicBezTo>
                    <a:pt x="80000" y="50287"/>
                    <a:pt x="80425" y="49973"/>
                    <a:pt x="80425" y="49817"/>
                  </a:cubicBezTo>
                  <a:cubicBezTo>
                    <a:pt x="80425" y="49817"/>
                    <a:pt x="81276" y="49033"/>
                    <a:pt x="81276" y="49033"/>
                  </a:cubicBezTo>
                  <a:cubicBezTo>
                    <a:pt x="81276" y="48563"/>
                    <a:pt x="81276" y="48563"/>
                    <a:pt x="81276" y="48563"/>
                  </a:cubicBezTo>
                  <a:cubicBezTo>
                    <a:pt x="81702" y="48407"/>
                    <a:pt x="81702" y="48407"/>
                    <a:pt x="81702" y="48407"/>
                  </a:cubicBezTo>
                  <a:cubicBezTo>
                    <a:pt x="82553" y="48093"/>
                    <a:pt x="82553" y="48093"/>
                    <a:pt x="82553" y="48093"/>
                  </a:cubicBezTo>
                  <a:cubicBezTo>
                    <a:pt x="82553" y="48093"/>
                    <a:pt x="83404" y="47937"/>
                    <a:pt x="83404" y="48093"/>
                  </a:cubicBezTo>
                  <a:cubicBezTo>
                    <a:pt x="83404" y="48093"/>
                    <a:pt x="82978" y="48407"/>
                    <a:pt x="82978" y="48407"/>
                  </a:cubicBezTo>
                  <a:cubicBezTo>
                    <a:pt x="84255" y="48407"/>
                    <a:pt x="84255" y="48407"/>
                    <a:pt x="84255" y="48407"/>
                  </a:cubicBezTo>
                  <a:cubicBezTo>
                    <a:pt x="84255" y="48407"/>
                    <a:pt x="84255" y="48093"/>
                    <a:pt x="84255" y="48250"/>
                  </a:cubicBezTo>
                  <a:cubicBezTo>
                    <a:pt x="84680" y="48250"/>
                    <a:pt x="85106" y="48407"/>
                    <a:pt x="85106" y="48407"/>
                  </a:cubicBezTo>
                  <a:cubicBezTo>
                    <a:pt x="85106" y="48250"/>
                    <a:pt x="85531" y="47937"/>
                    <a:pt x="85531" y="47937"/>
                  </a:cubicBezTo>
                  <a:cubicBezTo>
                    <a:pt x="85531" y="47467"/>
                    <a:pt x="85531" y="47467"/>
                    <a:pt x="85531" y="47467"/>
                  </a:cubicBezTo>
                  <a:cubicBezTo>
                    <a:pt x="85531" y="47467"/>
                    <a:pt x="86382" y="47154"/>
                    <a:pt x="86808" y="46997"/>
                  </a:cubicBezTo>
                  <a:cubicBezTo>
                    <a:pt x="86808" y="46840"/>
                    <a:pt x="88085" y="46370"/>
                    <a:pt x="88085" y="46370"/>
                  </a:cubicBezTo>
                  <a:cubicBezTo>
                    <a:pt x="89361" y="46214"/>
                    <a:pt x="89361" y="46214"/>
                    <a:pt x="89361" y="46214"/>
                  </a:cubicBezTo>
                  <a:cubicBezTo>
                    <a:pt x="89361" y="46214"/>
                    <a:pt x="89787" y="46057"/>
                    <a:pt x="90212" y="46057"/>
                  </a:cubicBezTo>
                  <a:cubicBezTo>
                    <a:pt x="90212" y="46057"/>
                    <a:pt x="91489" y="45430"/>
                    <a:pt x="91489" y="45430"/>
                  </a:cubicBezTo>
                  <a:cubicBezTo>
                    <a:pt x="91489" y="45430"/>
                    <a:pt x="91489" y="45274"/>
                    <a:pt x="91914" y="45117"/>
                  </a:cubicBezTo>
                  <a:cubicBezTo>
                    <a:pt x="91914" y="44960"/>
                    <a:pt x="92765" y="44960"/>
                    <a:pt x="92765" y="44804"/>
                  </a:cubicBezTo>
                  <a:cubicBezTo>
                    <a:pt x="93191" y="44804"/>
                    <a:pt x="94042" y="44020"/>
                    <a:pt x="94042" y="44020"/>
                  </a:cubicBezTo>
                  <a:cubicBezTo>
                    <a:pt x="94042" y="44020"/>
                    <a:pt x="94468" y="44020"/>
                    <a:pt x="94468" y="43864"/>
                  </a:cubicBezTo>
                  <a:cubicBezTo>
                    <a:pt x="94468" y="43550"/>
                    <a:pt x="94893" y="43237"/>
                    <a:pt x="94893" y="43237"/>
                  </a:cubicBezTo>
                  <a:cubicBezTo>
                    <a:pt x="95744" y="42610"/>
                    <a:pt x="95744" y="42610"/>
                    <a:pt x="95744" y="42610"/>
                  </a:cubicBezTo>
                  <a:cubicBezTo>
                    <a:pt x="95744" y="41671"/>
                    <a:pt x="95744" y="41671"/>
                    <a:pt x="95744" y="41671"/>
                  </a:cubicBezTo>
                  <a:cubicBezTo>
                    <a:pt x="96595" y="40887"/>
                    <a:pt x="96595" y="40887"/>
                    <a:pt x="96595" y="40887"/>
                  </a:cubicBezTo>
                  <a:cubicBezTo>
                    <a:pt x="96595" y="40887"/>
                    <a:pt x="97021" y="40731"/>
                    <a:pt x="97021" y="40574"/>
                  </a:cubicBezTo>
                  <a:cubicBezTo>
                    <a:pt x="97446" y="40574"/>
                    <a:pt x="97872" y="40104"/>
                    <a:pt x="97872" y="40104"/>
                  </a:cubicBezTo>
                  <a:cubicBezTo>
                    <a:pt x="97872" y="40104"/>
                    <a:pt x="99148" y="39477"/>
                    <a:pt x="99148" y="39477"/>
                  </a:cubicBezTo>
                  <a:cubicBezTo>
                    <a:pt x="99148" y="39477"/>
                    <a:pt x="99574" y="39007"/>
                    <a:pt x="99574" y="38851"/>
                  </a:cubicBezTo>
                  <a:cubicBezTo>
                    <a:pt x="100000" y="38851"/>
                    <a:pt x="100000" y="38851"/>
                    <a:pt x="100000" y="38851"/>
                  </a:cubicBezTo>
                  <a:cubicBezTo>
                    <a:pt x="100000" y="38381"/>
                    <a:pt x="100000" y="38381"/>
                    <a:pt x="100000" y="38381"/>
                  </a:cubicBezTo>
                  <a:cubicBezTo>
                    <a:pt x="99148" y="37754"/>
                    <a:pt x="99148" y="37754"/>
                    <a:pt x="99148" y="37754"/>
                  </a:cubicBezTo>
                  <a:cubicBezTo>
                    <a:pt x="97446" y="37284"/>
                    <a:pt x="97446" y="37284"/>
                    <a:pt x="97446" y="37284"/>
                  </a:cubicBezTo>
                  <a:cubicBezTo>
                    <a:pt x="96170" y="37284"/>
                    <a:pt x="96170" y="37284"/>
                    <a:pt x="96170" y="37284"/>
                  </a:cubicBezTo>
                  <a:cubicBezTo>
                    <a:pt x="95319" y="36971"/>
                    <a:pt x="95319" y="36971"/>
                    <a:pt x="95319" y="36971"/>
                  </a:cubicBezTo>
                  <a:cubicBezTo>
                    <a:pt x="95744" y="36657"/>
                    <a:pt x="95744" y="36657"/>
                    <a:pt x="95744" y="36657"/>
                  </a:cubicBezTo>
                  <a:cubicBezTo>
                    <a:pt x="94893" y="36187"/>
                    <a:pt x="94893" y="36187"/>
                    <a:pt x="94893" y="36187"/>
                  </a:cubicBezTo>
                  <a:cubicBezTo>
                    <a:pt x="94468" y="35874"/>
                    <a:pt x="94468" y="35874"/>
                    <a:pt x="94468" y="35874"/>
                  </a:cubicBezTo>
                  <a:cubicBezTo>
                    <a:pt x="93617" y="35561"/>
                    <a:pt x="93617" y="35561"/>
                    <a:pt x="93617" y="35561"/>
                  </a:cubicBezTo>
                  <a:cubicBezTo>
                    <a:pt x="93617" y="35561"/>
                    <a:pt x="94468" y="35091"/>
                    <a:pt x="94468" y="35091"/>
                  </a:cubicBezTo>
                  <a:cubicBezTo>
                    <a:pt x="94468" y="35091"/>
                    <a:pt x="94893" y="34934"/>
                    <a:pt x="94893" y="34778"/>
                  </a:cubicBezTo>
                  <a:cubicBezTo>
                    <a:pt x="94893" y="34778"/>
                    <a:pt x="95744" y="34308"/>
                    <a:pt x="95744" y="34308"/>
                  </a:cubicBezTo>
                  <a:cubicBezTo>
                    <a:pt x="95744" y="34308"/>
                    <a:pt x="96595" y="33838"/>
                    <a:pt x="96595" y="33838"/>
                  </a:cubicBezTo>
                  <a:cubicBezTo>
                    <a:pt x="96595" y="33838"/>
                    <a:pt x="97021" y="33681"/>
                    <a:pt x="97021" y="33524"/>
                  </a:cubicBezTo>
                  <a:cubicBezTo>
                    <a:pt x="97021" y="33368"/>
                    <a:pt x="96595" y="32741"/>
                    <a:pt x="96595" y="32741"/>
                  </a:cubicBezTo>
                  <a:cubicBezTo>
                    <a:pt x="96595" y="32741"/>
                    <a:pt x="96595" y="32271"/>
                    <a:pt x="97021" y="32271"/>
                  </a:cubicBezTo>
                  <a:cubicBezTo>
                    <a:pt x="97021" y="32114"/>
                    <a:pt x="97446" y="31958"/>
                    <a:pt x="97446" y="31958"/>
                  </a:cubicBezTo>
                  <a:cubicBezTo>
                    <a:pt x="97446" y="31958"/>
                    <a:pt x="97872" y="31958"/>
                    <a:pt x="98297" y="32114"/>
                  </a:cubicBezTo>
                  <a:cubicBezTo>
                    <a:pt x="98723" y="32114"/>
                    <a:pt x="98723" y="31801"/>
                    <a:pt x="98723" y="31801"/>
                  </a:cubicBezTo>
                  <a:cubicBezTo>
                    <a:pt x="98723" y="31801"/>
                    <a:pt x="98723" y="31331"/>
                    <a:pt x="98297" y="31331"/>
                  </a:cubicBezTo>
                  <a:cubicBezTo>
                    <a:pt x="97872" y="31331"/>
                    <a:pt x="97446" y="31018"/>
                    <a:pt x="97446" y="31018"/>
                  </a:cubicBezTo>
                  <a:cubicBezTo>
                    <a:pt x="97446" y="31018"/>
                    <a:pt x="97872" y="30861"/>
                    <a:pt x="97872" y="30861"/>
                  </a:cubicBezTo>
                  <a:cubicBezTo>
                    <a:pt x="97872" y="30704"/>
                    <a:pt x="98723" y="30548"/>
                    <a:pt x="98723" y="30548"/>
                  </a:cubicBezTo>
                  <a:cubicBezTo>
                    <a:pt x="100000" y="30391"/>
                    <a:pt x="100000" y="30391"/>
                    <a:pt x="100000" y="30391"/>
                  </a:cubicBezTo>
                  <a:cubicBezTo>
                    <a:pt x="99574" y="29921"/>
                    <a:pt x="99574" y="29921"/>
                    <a:pt x="99574" y="29921"/>
                  </a:cubicBezTo>
                  <a:cubicBezTo>
                    <a:pt x="99574" y="29451"/>
                    <a:pt x="99574" y="29451"/>
                    <a:pt x="99574" y="29451"/>
                  </a:cubicBezTo>
                  <a:cubicBezTo>
                    <a:pt x="99574" y="29451"/>
                    <a:pt x="101276" y="29608"/>
                    <a:pt x="101276" y="29608"/>
                  </a:cubicBezTo>
                  <a:cubicBezTo>
                    <a:pt x="101276" y="29765"/>
                    <a:pt x="101702" y="30078"/>
                    <a:pt x="102127" y="30078"/>
                  </a:cubicBezTo>
                  <a:cubicBezTo>
                    <a:pt x="102127" y="29921"/>
                    <a:pt x="102127" y="29608"/>
                    <a:pt x="102127" y="29608"/>
                  </a:cubicBezTo>
                  <a:cubicBezTo>
                    <a:pt x="102127" y="29608"/>
                    <a:pt x="102553" y="29138"/>
                    <a:pt x="102978" y="29295"/>
                  </a:cubicBezTo>
                  <a:cubicBezTo>
                    <a:pt x="103829" y="29451"/>
                    <a:pt x="104255" y="29138"/>
                    <a:pt x="104680" y="29138"/>
                  </a:cubicBezTo>
                  <a:cubicBezTo>
                    <a:pt x="104680" y="28981"/>
                    <a:pt x="105106" y="28668"/>
                    <a:pt x="105106" y="28668"/>
                  </a:cubicBezTo>
                  <a:cubicBezTo>
                    <a:pt x="105106" y="28668"/>
                    <a:pt x="105531" y="28198"/>
                    <a:pt x="105106" y="28041"/>
                  </a:cubicBezTo>
                  <a:cubicBezTo>
                    <a:pt x="104680" y="28041"/>
                    <a:pt x="104255" y="28041"/>
                    <a:pt x="104255" y="27885"/>
                  </a:cubicBezTo>
                  <a:cubicBezTo>
                    <a:pt x="104255" y="27885"/>
                    <a:pt x="104680" y="27571"/>
                    <a:pt x="105106" y="27571"/>
                  </a:cubicBezTo>
                  <a:cubicBezTo>
                    <a:pt x="105531" y="27571"/>
                    <a:pt x="105531" y="27571"/>
                    <a:pt x="106382" y="27415"/>
                  </a:cubicBezTo>
                  <a:cubicBezTo>
                    <a:pt x="106808" y="27258"/>
                    <a:pt x="106808" y="27101"/>
                    <a:pt x="106808" y="27101"/>
                  </a:cubicBezTo>
                  <a:cubicBezTo>
                    <a:pt x="106808" y="27101"/>
                    <a:pt x="108085" y="26945"/>
                    <a:pt x="108085" y="26945"/>
                  </a:cubicBezTo>
                  <a:cubicBezTo>
                    <a:pt x="109787" y="26631"/>
                    <a:pt x="109787" y="26631"/>
                    <a:pt x="109787" y="26631"/>
                  </a:cubicBezTo>
                  <a:cubicBezTo>
                    <a:pt x="109787" y="26318"/>
                    <a:pt x="109787" y="26318"/>
                    <a:pt x="109787" y="26318"/>
                  </a:cubicBezTo>
                  <a:cubicBezTo>
                    <a:pt x="109787" y="26318"/>
                    <a:pt x="110638" y="26318"/>
                    <a:pt x="110638" y="26318"/>
                  </a:cubicBezTo>
                  <a:cubicBezTo>
                    <a:pt x="111063" y="26318"/>
                    <a:pt x="111489" y="26475"/>
                    <a:pt x="111489" y="26475"/>
                  </a:cubicBezTo>
                  <a:cubicBezTo>
                    <a:pt x="111489" y="26475"/>
                    <a:pt x="112340" y="26475"/>
                    <a:pt x="112340" y="26475"/>
                  </a:cubicBezTo>
                  <a:cubicBezTo>
                    <a:pt x="112340" y="26318"/>
                    <a:pt x="111914" y="26161"/>
                    <a:pt x="112340" y="26161"/>
                  </a:cubicBezTo>
                  <a:cubicBezTo>
                    <a:pt x="112765" y="26318"/>
                    <a:pt x="112765" y="26318"/>
                    <a:pt x="112765" y="26475"/>
                  </a:cubicBezTo>
                  <a:cubicBezTo>
                    <a:pt x="113191" y="26475"/>
                    <a:pt x="113191" y="26475"/>
                    <a:pt x="113191" y="26475"/>
                  </a:cubicBezTo>
                  <a:cubicBezTo>
                    <a:pt x="113617" y="26475"/>
                    <a:pt x="114042" y="26631"/>
                    <a:pt x="114468" y="26788"/>
                  </a:cubicBezTo>
                  <a:cubicBezTo>
                    <a:pt x="114468" y="26788"/>
                    <a:pt x="114468" y="26945"/>
                    <a:pt x="114468" y="27101"/>
                  </a:cubicBezTo>
                  <a:cubicBezTo>
                    <a:pt x="114468" y="27258"/>
                    <a:pt x="114468" y="27258"/>
                    <a:pt x="114468" y="27415"/>
                  </a:cubicBezTo>
                  <a:cubicBezTo>
                    <a:pt x="114468" y="27571"/>
                    <a:pt x="114468" y="27571"/>
                    <a:pt x="114468" y="27571"/>
                  </a:cubicBezTo>
                  <a:cubicBezTo>
                    <a:pt x="114468" y="27571"/>
                    <a:pt x="115744" y="27885"/>
                    <a:pt x="115744" y="27728"/>
                  </a:cubicBezTo>
                  <a:cubicBezTo>
                    <a:pt x="115744" y="27571"/>
                    <a:pt x="115744" y="27728"/>
                    <a:pt x="115744" y="27415"/>
                  </a:cubicBezTo>
                  <a:cubicBezTo>
                    <a:pt x="115319" y="27258"/>
                    <a:pt x="115744" y="27101"/>
                    <a:pt x="115744" y="26945"/>
                  </a:cubicBezTo>
                  <a:cubicBezTo>
                    <a:pt x="115319" y="26788"/>
                    <a:pt x="114893" y="26475"/>
                    <a:pt x="114893" y="26318"/>
                  </a:cubicBezTo>
                  <a:cubicBezTo>
                    <a:pt x="114893" y="26318"/>
                    <a:pt x="115319" y="26161"/>
                    <a:pt x="115744" y="26161"/>
                  </a:cubicBezTo>
                  <a:cubicBezTo>
                    <a:pt x="116170" y="26161"/>
                    <a:pt x="115744" y="26005"/>
                    <a:pt x="116170" y="26161"/>
                  </a:cubicBezTo>
                  <a:cubicBezTo>
                    <a:pt x="116595" y="26318"/>
                    <a:pt x="116595" y="26475"/>
                    <a:pt x="117021" y="26475"/>
                  </a:cubicBezTo>
                  <a:cubicBezTo>
                    <a:pt x="117446" y="26475"/>
                    <a:pt x="117446" y="26475"/>
                    <a:pt x="117446" y="26475"/>
                  </a:cubicBezTo>
                  <a:cubicBezTo>
                    <a:pt x="117446" y="26631"/>
                    <a:pt x="117872" y="26788"/>
                    <a:pt x="117872" y="26945"/>
                  </a:cubicBezTo>
                  <a:cubicBezTo>
                    <a:pt x="117872" y="27101"/>
                    <a:pt x="117872" y="27101"/>
                    <a:pt x="117872" y="27258"/>
                  </a:cubicBezTo>
                  <a:cubicBezTo>
                    <a:pt x="117872" y="27258"/>
                    <a:pt x="118723" y="27728"/>
                    <a:pt x="118723" y="27728"/>
                  </a:cubicBezTo>
                  <a:cubicBezTo>
                    <a:pt x="118723" y="27728"/>
                    <a:pt x="119574" y="27415"/>
                    <a:pt x="119574" y="27415"/>
                  </a:cubicBezTo>
                  <a:cubicBezTo>
                    <a:pt x="119574" y="27258"/>
                    <a:pt x="119574" y="27101"/>
                    <a:pt x="119574" y="27101"/>
                  </a:cubicBezTo>
                  <a:cubicBezTo>
                    <a:pt x="119574" y="26945"/>
                    <a:pt x="119574" y="26788"/>
                    <a:pt x="119574" y="26788"/>
                  </a:cubicBezTo>
                  <a:cubicBezTo>
                    <a:pt x="119574" y="26631"/>
                    <a:pt x="118297" y="26161"/>
                    <a:pt x="118297" y="26161"/>
                  </a:cubicBezTo>
                  <a:cubicBezTo>
                    <a:pt x="118297" y="26161"/>
                    <a:pt x="118297" y="26005"/>
                    <a:pt x="118723" y="25848"/>
                  </a:cubicBezTo>
                  <a:cubicBezTo>
                    <a:pt x="118723" y="25848"/>
                    <a:pt x="119148" y="25691"/>
                    <a:pt x="120000" y="25535"/>
                  </a:cubicBezTo>
                  <a:cubicBezTo>
                    <a:pt x="117446" y="23498"/>
                    <a:pt x="117446" y="23498"/>
                    <a:pt x="117446" y="23498"/>
                  </a:cubicBezTo>
                  <a:cubicBezTo>
                    <a:pt x="114893" y="23028"/>
                    <a:pt x="114893" y="23028"/>
                    <a:pt x="114893" y="23028"/>
                  </a:cubicBezTo>
                  <a:cubicBezTo>
                    <a:pt x="113191" y="22402"/>
                    <a:pt x="113191" y="22402"/>
                    <a:pt x="113191" y="22402"/>
                  </a:cubicBezTo>
                  <a:cubicBezTo>
                    <a:pt x="113191" y="21618"/>
                    <a:pt x="113191" y="21618"/>
                    <a:pt x="113191" y="21618"/>
                  </a:cubicBezTo>
                  <a:cubicBezTo>
                    <a:pt x="111914" y="20992"/>
                    <a:pt x="111914" y="20992"/>
                    <a:pt x="111914" y="20992"/>
                  </a:cubicBezTo>
                  <a:cubicBezTo>
                    <a:pt x="111914" y="20992"/>
                    <a:pt x="112340" y="20522"/>
                    <a:pt x="112340" y="20365"/>
                  </a:cubicBezTo>
                  <a:cubicBezTo>
                    <a:pt x="112765" y="20208"/>
                    <a:pt x="113617" y="19425"/>
                    <a:pt x="113617" y="19425"/>
                  </a:cubicBezTo>
                  <a:cubicBezTo>
                    <a:pt x="113617" y="19425"/>
                    <a:pt x="113191" y="18798"/>
                    <a:pt x="113191" y="18642"/>
                  </a:cubicBezTo>
                  <a:cubicBezTo>
                    <a:pt x="113191" y="18485"/>
                    <a:pt x="113617" y="17702"/>
                    <a:pt x="113617" y="17702"/>
                  </a:cubicBezTo>
                  <a:cubicBezTo>
                    <a:pt x="113191" y="16919"/>
                    <a:pt x="113191" y="16919"/>
                    <a:pt x="113191" y="16919"/>
                  </a:cubicBezTo>
                  <a:cubicBezTo>
                    <a:pt x="108085" y="14725"/>
                    <a:pt x="108085" y="14725"/>
                    <a:pt x="108085" y="14725"/>
                  </a:cubicBezTo>
                  <a:cubicBezTo>
                    <a:pt x="108510" y="13785"/>
                    <a:pt x="108510" y="13785"/>
                    <a:pt x="108510" y="13785"/>
                  </a:cubicBezTo>
                  <a:cubicBezTo>
                    <a:pt x="108510" y="13785"/>
                    <a:pt x="108510" y="13785"/>
                    <a:pt x="108510" y="13785"/>
                  </a:cubicBezTo>
                  <a:close/>
                  <a:moveTo>
                    <a:pt x="70212" y="111227"/>
                  </a:moveTo>
                  <a:cubicBezTo>
                    <a:pt x="70212" y="111227"/>
                    <a:pt x="70212" y="111227"/>
                    <a:pt x="70212" y="111227"/>
                  </a:cubicBezTo>
                  <a:cubicBezTo>
                    <a:pt x="70638" y="109973"/>
                    <a:pt x="70638" y="109973"/>
                    <a:pt x="70638" y="109973"/>
                  </a:cubicBezTo>
                  <a:cubicBezTo>
                    <a:pt x="70638" y="109973"/>
                    <a:pt x="69787" y="109503"/>
                    <a:pt x="69787" y="109503"/>
                  </a:cubicBezTo>
                  <a:cubicBezTo>
                    <a:pt x="69787" y="109347"/>
                    <a:pt x="69361" y="109033"/>
                    <a:pt x="69361" y="108563"/>
                  </a:cubicBezTo>
                  <a:cubicBezTo>
                    <a:pt x="69787" y="108093"/>
                    <a:pt x="69787" y="107937"/>
                    <a:pt x="70212" y="107624"/>
                  </a:cubicBezTo>
                  <a:cubicBezTo>
                    <a:pt x="70212" y="107310"/>
                    <a:pt x="71063" y="107154"/>
                    <a:pt x="71063" y="106840"/>
                  </a:cubicBezTo>
                  <a:cubicBezTo>
                    <a:pt x="71063" y="106370"/>
                    <a:pt x="71063" y="106214"/>
                    <a:pt x="71489" y="105900"/>
                  </a:cubicBezTo>
                  <a:cubicBezTo>
                    <a:pt x="71489" y="105587"/>
                    <a:pt x="71914" y="105274"/>
                    <a:pt x="72340" y="105274"/>
                  </a:cubicBezTo>
                  <a:cubicBezTo>
                    <a:pt x="72340" y="105117"/>
                    <a:pt x="73191" y="104490"/>
                    <a:pt x="73191" y="104490"/>
                  </a:cubicBezTo>
                  <a:cubicBezTo>
                    <a:pt x="73617" y="103707"/>
                    <a:pt x="73617" y="103707"/>
                    <a:pt x="73617" y="103707"/>
                  </a:cubicBezTo>
                  <a:cubicBezTo>
                    <a:pt x="73617" y="103707"/>
                    <a:pt x="74468" y="102924"/>
                    <a:pt x="74468" y="102767"/>
                  </a:cubicBezTo>
                  <a:cubicBezTo>
                    <a:pt x="74468" y="102610"/>
                    <a:pt x="74042" y="101984"/>
                    <a:pt x="74042" y="101827"/>
                  </a:cubicBezTo>
                  <a:cubicBezTo>
                    <a:pt x="74468" y="101671"/>
                    <a:pt x="75319" y="101357"/>
                    <a:pt x="75319" y="101357"/>
                  </a:cubicBezTo>
                  <a:cubicBezTo>
                    <a:pt x="76595" y="101357"/>
                    <a:pt x="76595" y="101357"/>
                    <a:pt x="76595" y="101357"/>
                  </a:cubicBezTo>
                  <a:cubicBezTo>
                    <a:pt x="76595" y="101357"/>
                    <a:pt x="76595" y="101827"/>
                    <a:pt x="76170" y="101984"/>
                  </a:cubicBezTo>
                  <a:cubicBezTo>
                    <a:pt x="75744" y="101984"/>
                    <a:pt x="75319" y="102140"/>
                    <a:pt x="75319" y="102140"/>
                  </a:cubicBezTo>
                  <a:cubicBezTo>
                    <a:pt x="75319" y="102297"/>
                    <a:pt x="76170" y="102610"/>
                    <a:pt x="76170" y="102610"/>
                  </a:cubicBezTo>
                  <a:cubicBezTo>
                    <a:pt x="76170" y="103237"/>
                    <a:pt x="76170" y="103237"/>
                    <a:pt x="76170" y="103237"/>
                  </a:cubicBezTo>
                  <a:cubicBezTo>
                    <a:pt x="75319" y="103864"/>
                    <a:pt x="75319" y="103864"/>
                    <a:pt x="75319" y="103864"/>
                  </a:cubicBezTo>
                  <a:cubicBezTo>
                    <a:pt x="74468" y="104647"/>
                    <a:pt x="74468" y="104647"/>
                    <a:pt x="74468" y="104647"/>
                  </a:cubicBezTo>
                  <a:cubicBezTo>
                    <a:pt x="74468" y="105430"/>
                    <a:pt x="74468" y="105430"/>
                    <a:pt x="74468" y="105430"/>
                  </a:cubicBezTo>
                  <a:cubicBezTo>
                    <a:pt x="74042" y="105900"/>
                    <a:pt x="74042" y="105900"/>
                    <a:pt x="74042" y="105900"/>
                  </a:cubicBezTo>
                  <a:cubicBezTo>
                    <a:pt x="73617" y="106370"/>
                    <a:pt x="73617" y="106370"/>
                    <a:pt x="73617" y="106370"/>
                  </a:cubicBezTo>
                  <a:cubicBezTo>
                    <a:pt x="72765" y="107310"/>
                    <a:pt x="72765" y="107310"/>
                    <a:pt x="72765" y="107310"/>
                  </a:cubicBezTo>
                  <a:cubicBezTo>
                    <a:pt x="73191" y="108093"/>
                    <a:pt x="73191" y="108093"/>
                    <a:pt x="73191" y="108093"/>
                  </a:cubicBezTo>
                  <a:cubicBezTo>
                    <a:pt x="71914" y="109033"/>
                    <a:pt x="71914" y="109033"/>
                    <a:pt x="71914" y="109033"/>
                  </a:cubicBezTo>
                  <a:cubicBezTo>
                    <a:pt x="71914" y="109033"/>
                    <a:pt x="71914" y="109503"/>
                    <a:pt x="71914" y="109660"/>
                  </a:cubicBezTo>
                  <a:cubicBezTo>
                    <a:pt x="71914" y="109817"/>
                    <a:pt x="71914" y="110757"/>
                    <a:pt x="71914" y="110757"/>
                  </a:cubicBezTo>
                  <a:cubicBezTo>
                    <a:pt x="71914" y="110757"/>
                    <a:pt x="71914" y="111227"/>
                    <a:pt x="71489" y="111227"/>
                  </a:cubicBezTo>
                  <a:cubicBezTo>
                    <a:pt x="71063" y="111227"/>
                    <a:pt x="70212" y="111227"/>
                    <a:pt x="70212" y="111227"/>
                  </a:cubicBezTo>
                  <a:close/>
                  <a:moveTo>
                    <a:pt x="87659" y="101671"/>
                  </a:moveTo>
                  <a:cubicBezTo>
                    <a:pt x="87659" y="101671"/>
                    <a:pt x="87659" y="101671"/>
                    <a:pt x="87659" y="101671"/>
                  </a:cubicBezTo>
                  <a:cubicBezTo>
                    <a:pt x="87234" y="101357"/>
                    <a:pt x="87234" y="101357"/>
                    <a:pt x="87234" y="101357"/>
                  </a:cubicBezTo>
                  <a:cubicBezTo>
                    <a:pt x="88510" y="101201"/>
                    <a:pt x="88510" y="101201"/>
                    <a:pt x="88510" y="101201"/>
                  </a:cubicBezTo>
                  <a:cubicBezTo>
                    <a:pt x="88510" y="101201"/>
                    <a:pt x="88085" y="100574"/>
                    <a:pt x="88085" y="100417"/>
                  </a:cubicBezTo>
                  <a:cubicBezTo>
                    <a:pt x="88085" y="100261"/>
                    <a:pt x="87659" y="100417"/>
                    <a:pt x="87234" y="100104"/>
                  </a:cubicBezTo>
                  <a:cubicBezTo>
                    <a:pt x="86808" y="99947"/>
                    <a:pt x="86808" y="99477"/>
                    <a:pt x="86808" y="99477"/>
                  </a:cubicBezTo>
                  <a:cubicBezTo>
                    <a:pt x="86808" y="99321"/>
                    <a:pt x="87234" y="98851"/>
                    <a:pt x="87234" y="98851"/>
                  </a:cubicBezTo>
                  <a:cubicBezTo>
                    <a:pt x="87234" y="98851"/>
                    <a:pt x="88510" y="98224"/>
                    <a:pt x="89361" y="97911"/>
                  </a:cubicBezTo>
                  <a:cubicBezTo>
                    <a:pt x="90638" y="97441"/>
                    <a:pt x="90212" y="97441"/>
                    <a:pt x="90212" y="97127"/>
                  </a:cubicBezTo>
                  <a:cubicBezTo>
                    <a:pt x="89787" y="96971"/>
                    <a:pt x="90638" y="96814"/>
                    <a:pt x="90638" y="96814"/>
                  </a:cubicBezTo>
                  <a:cubicBezTo>
                    <a:pt x="91914" y="96344"/>
                    <a:pt x="91914" y="96344"/>
                    <a:pt x="91914" y="96344"/>
                  </a:cubicBezTo>
                  <a:cubicBezTo>
                    <a:pt x="92765" y="95561"/>
                    <a:pt x="92765" y="95561"/>
                    <a:pt x="92765" y="95561"/>
                  </a:cubicBezTo>
                  <a:cubicBezTo>
                    <a:pt x="92765" y="95561"/>
                    <a:pt x="94042" y="96031"/>
                    <a:pt x="94042" y="96031"/>
                  </a:cubicBezTo>
                  <a:cubicBezTo>
                    <a:pt x="94468" y="96031"/>
                    <a:pt x="94468" y="95874"/>
                    <a:pt x="94468" y="95718"/>
                  </a:cubicBezTo>
                  <a:cubicBezTo>
                    <a:pt x="94468" y="95561"/>
                    <a:pt x="95319" y="95561"/>
                    <a:pt x="95319" y="95561"/>
                  </a:cubicBezTo>
                  <a:cubicBezTo>
                    <a:pt x="95744" y="95561"/>
                    <a:pt x="97021" y="95404"/>
                    <a:pt x="97021" y="95404"/>
                  </a:cubicBezTo>
                  <a:cubicBezTo>
                    <a:pt x="97446" y="95091"/>
                    <a:pt x="97446" y="95091"/>
                    <a:pt x="97446" y="95091"/>
                  </a:cubicBezTo>
                  <a:cubicBezTo>
                    <a:pt x="97446" y="95091"/>
                    <a:pt x="99148" y="94934"/>
                    <a:pt x="100000" y="95091"/>
                  </a:cubicBezTo>
                  <a:cubicBezTo>
                    <a:pt x="100425" y="95248"/>
                    <a:pt x="99574" y="95248"/>
                    <a:pt x="99574" y="95404"/>
                  </a:cubicBezTo>
                  <a:cubicBezTo>
                    <a:pt x="99574" y="95561"/>
                    <a:pt x="99574" y="95561"/>
                    <a:pt x="99574" y="95718"/>
                  </a:cubicBezTo>
                  <a:cubicBezTo>
                    <a:pt x="99574" y="95874"/>
                    <a:pt x="99148" y="96031"/>
                    <a:pt x="97872" y="96031"/>
                  </a:cubicBezTo>
                  <a:cubicBezTo>
                    <a:pt x="96595" y="96187"/>
                    <a:pt x="97446" y="96501"/>
                    <a:pt x="97446" y="96501"/>
                  </a:cubicBezTo>
                  <a:cubicBezTo>
                    <a:pt x="97446" y="96501"/>
                    <a:pt x="97446" y="97127"/>
                    <a:pt x="97446" y="97127"/>
                  </a:cubicBezTo>
                  <a:cubicBezTo>
                    <a:pt x="97021" y="97284"/>
                    <a:pt x="96170" y="97597"/>
                    <a:pt x="95319" y="97597"/>
                  </a:cubicBezTo>
                  <a:cubicBezTo>
                    <a:pt x="94893" y="97754"/>
                    <a:pt x="94893" y="98067"/>
                    <a:pt x="94893" y="98067"/>
                  </a:cubicBezTo>
                  <a:cubicBezTo>
                    <a:pt x="94893" y="98224"/>
                    <a:pt x="95319" y="98537"/>
                    <a:pt x="95319" y="98851"/>
                  </a:cubicBezTo>
                  <a:cubicBezTo>
                    <a:pt x="95319" y="99007"/>
                    <a:pt x="95319" y="99007"/>
                    <a:pt x="95744" y="99321"/>
                  </a:cubicBezTo>
                  <a:cubicBezTo>
                    <a:pt x="95744" y="99477"/>
                    <a:pt x="96595" y="99477"/>
                    <a:pt x="97021" y="99477"/>
                  </a:cubicBezTo>
                  <a:cubicBezTo>
                    <a:pt x="97021" y="99634"/>
                    <a:pt x="97872" y="99947"/>
                    <a:pt x="97446" y="100104"/>
                  </a:cubicBezTo>
                  <a:cubicBezTo>
                    <a:pt x="97021" y="100261"/>
                    <a:pt x="96595" y="100417"/>
                    <a:pt x="96170" y="100417"/>
                  </a:cubicBezTo>
                  <a:cubicBezTo>
                    <a:pt x="96170" y="100574"/>
                    <a:pt x="95319" y="101044"/>
                    <a:pt x="95319" y="101044"/>
                  </a:cubicBezTo>
                  <a:cubicBezTo>
                    <a:pt x="95319" y="101044"/>
                    <a:pt x="95744" y="101357"/>
                    <a:pt x="95319" y="101671"/>
                  </a:cubicBezTo>
                  <a:cubicBezTo>
                    <a:pt x="95319" y="101984"/>
                    <a:pt x="94468" y="101827"/>
                    <a:pt x="94042" y="101984"/>
                  </a:cubicBezTo>
                  <a:cubicBezTo>
                    <a:pt x="94042" y="101984"/>
                    <a:pt x="92765" y="102454"/>
                    <a:pt x="92765" y="102454"/>
                  </a:cubicBezTo>
                  <a:cubicBezTo>
                    <a:pt x="92340" y="102454"/>
                    <a:pt x="91914" y="103080"/>
                    <a:pt x="91914" y="103394"/>
                  </a:cubicBezTo>
                  <a:cubicBezTo>
                    <a:pt x="91914" y="103550"/>
                    <a:pt x="91914" y="103864"/>
                    <a:pt x="91914" y="104020"/>
                  </a:cubicBezTo>
                  <a:cubicBezTo>
                    <a:pt x="91914" y="104177"/>
                    <a:pt x="91914" y="104020"/>
                    <a:pt x="91063" y="104490"/>
                  </a:cubicBezTo>
                  <a:cubicBezTo>
                    <a:pt x="89787" y="104960"/>
                    <a:pt x="90212" y="104647"/>
                    <a:pt x="88936" y="104490"/>
                  </a:cubicBezTo>
                  <a:cubicBezTo>
                    <a:pt x="87234" y="104490"/>
                    <a:pt x="88936" y="104334"/>
                    <a:pt x="89361" y="104020"/>
                  </a:cubicBezTo>
                  <a:cubicBezTo>
                    <a:pt x="89787" y="103707"/>
                    <a:pt x="90212" y="103394"/>
                    <a:pt x="90212" y="103394"/>
                  </a:cubicBezTo>
                  <a:cubicBezTo>
                    <a:pt x="89787" y="102767"/>
                    <a:pt x="89787" y="102767"/>
                    <a:pt x="89787" y="102767"/>
                  </a:cubicBezTo>
                  <a:cubicBezTo>
                    <a:pt x="88936" y="102297"/>
                    <a:pt x="88936" y="102297"/>
                    <a:pt x="88936" y="102297"/>
                  </a:cubicBezTo>
                  <a:lnTo>
                    <a:pt x="87659" y="101671"/>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54" name="Shape 2051">
              <a:extLst>
                <a:ext uri="{FF2B5EF4-FFF2-40B4-BE49-F238E27FC236}">
                  <a16:creationId xmlns:a16="http://schemas.microsoft.com/office/drawing/2014/main" id="{D759135E-A48C-4AEB-A05C-A251D3AD58BA}"/>
                </a:ext>
              </a:extLst>
            </p:cNvPr>
            <p:cNvSpPr/>
            <p:nvPr/>
          </p:nvSpPr>
          <p:spPr>
            <a:xfrm>
              <a:off x="4686242" y="235947"/>
              <a:ext cx="1226963" cy="1680165"/>
            </a:xfrm>
            <a:custGeom>
              <a:avLst/>
              <a:gdLst/>
              <a:ahLst/>
              <a:cxnLst/>
              <a:rect l="0" t="0" r="0" b="0"/>
              <a:pathLst>
                <a:path w="120000" h="120000" extrusionOk="0">
                  <a:moveTo>
                    <a:pt x="82527" y="9000"/>
                  </a:moveTo>
                  <a:cubicBezTo>
                    <a:pt x="82081" y="9000"/>
                    <a:pt x="81412" y="9157"/>
                    <a:pt x="81412" y="8842"/>
                  </a:cubicBezTo>
                  <a:cubicBezTo>
                    <a:pt x="81412" y="8684"/>
                    <a:pt x="80743" y="8210"/>
                    <a:pt x="80743" y="8210"/>
                  </a:cubicBezTo>
                  <a:cubicBezTo>
                    <a:pt x="80743" y="8052"/>
                    <a:pt x="80297" y="7736"/>
                    <a:pt x="80966" y="7578"/>
                  </a:cubicBezTo>
                  <a:cubicBezTo>
                    <a:pt x="81412" y="7263"/>
                    <a:pt x="82973" y="6789"/>
                    <a:pt x="83197" y="6789"/>
                  </a:cubicBezTo>
                  <a:cubicBezTo>
                    <a:pt x="83197" y="6789"/>
                    <a:pt x="83866" y="6000"/>
                    <a:pt x="84089" y="5842"/>
                  </a:cubicBezTo>
                  <a:cubicBezTo>
                    <a:pt x="84312" y="5842"/>
                    <a:pt x="85650" y="5842"/>
                    <a:pt x="85650" y="5842"/>
                  </a:cubicBezTo>
                  <a:cubicBezTo>
                    <a:pt x="85650" y="5842"/>
                    <a:pt x="85873" y="6000"/>
                    <a:pt x="86319" y="6000"/>
                  </a:cubicBezTo>
                  <a:cubicBezTo>
                    <a:pt x="86765" y="6157"/>
                    <a:pt x="87657" y="5684"/>
                    <a:pt x="87211" y="6157"/>
                  </a:cubicBezTo>
                  <a:cubicBezTo>
                    <a:pt x="86542" y="6473"/>
                    <a:pt x="86319" y="6631"/>
                    <a:pt x="86096" y="6631"/>
                  </a:cubicBezTo>
                  <a:cubicBezTo>
                    <a:pt x="85873" y="6789"/>
                    <a:pt x="84758" y="7421"/>
                    <a:pt x="84758" y="7736"/>
                  </a:cubicBezTo>
                  <a:cubicBezTo>
                    <a:pt x="84535" y="8052"/>
                    <a:pt x="84758" y="8052"/>
                    <a:pt x="84535" y="8210"/>
                  </a:cubicBezTo>
                  <a:cubicBezTo>
                    <a:pt x="84089" y="8368"/>
                    <a:pt x="82750" y="8842"/>
                    <a:pt x="82527" y="9000"/>
                  </a:cubicBezTo>
                  <a:close/>
                  <a:moveTo>
                    <a:pt x="85427" y="9631"/>
                  </a:moveTo>
                  <a:cubicBezTo>
                    <a:pt x="85427" y="9631"/>
                    <a:pt x="85427" y="9631"/>
                    <a:pt x="85427" y="9631"/>
                  </a:cubicBezTo>
                  <a:cubicBezTo>
                    <a:pt x="85427" y="9631"/>
                    <a:pt x="86096" y="9789"/>
                    <a:pt x="86096" y="9631"/>
                  </a:cubicBezTo>
                  <a:cubicBezTo>
                    <a:pt x="86096" y="9631"/>
                    <a:pt x="86319" y="9315"/>
                    <a:pt x="86319" y="8842"/>
                  </a:cubicBezTo>
                  <a:cubicBezTo>
                    <a:pt x="86542" y="8368"/>
                    <a:pt x="86988" y="8368"/>
                    <a:pt x="87211" y="8210"/>
                  </a:cubicBezTo>
                  <a:cubicBezTo>
                    <a:pt x="87434" y="8052"/>
                    <a:pt x="87211" y="8052"/>
                    <a:pt x="87434" y="7736"/>
                  </a:cubicBezTo>
                  <a:cubicBezTo>
                    <a:pt x="87434" y="7421"/>
                    <a:pt x="87211" y="7421"/>
                    <a:pt x="86765" y="7263"/>
                  </a:cubicBezTo>
                  <a:cubicBezTo>
                    <a:pt x="86096" y="7263"/>
                    <a:pt x="86096" y="7578"/>
                    <a:pt x="85650" y="7578"/>
                  </a:cubicBezTo>
                  <a:cubicBezTo>
                    <a:pt x="85427" y="7736"/>
                    <a:pt x="85427" y="8052"/>
                    <a:pt x="85650" y="8210"/>
                  </a:cubicBezTo>
                  <a:cubicBezTo>
                    <a:pt x="85650" y="8368"/>
                    <a:pt x="85204" y="8526"/>
                    <a:pt x="84758" y="8684"/>
                  </a:cubicBezTo>
                  <a:cubicBezTo>
                    <a:pt x="84312" y="9000"/>
                    <a:pt x="84312" y="9315"/>
                    <a:pt x="84312" y="9315"/>
                  </a:cubicBezTo>
                  <a:cubicBezTo>
                    <a:pt x="85427" y="9631"/>
                    <a:pt x="85427" y="9631"/>
                    <a:pt x="85427" y="9631"/>
                  </a:cubicBezTo>
                  <a:close/>
                  <a:moveTo>
                    <a:pt x="80966" y="19894"/>
                  </a:moveTo>
                  <a:cubicBezTo>
                    <a:pt x="80966" y="19894"/>
                    <a:pt x="80966" y="19894"/>
                    <a:pt x="80966" y="19894"/>
                  </a:cubicBezTo>
                  <a:cubicBezTo>
                    <a:pt x="81858" y="20052"/>
                    <a:pt x="81858" y="20052"/>
                    <a:pt x="81858" y="20052"/>
                  </a:cubicBezTo>
                  <a:cubicBezTo>
                    <a:pt x="83420" y="21315"/>
                    <a:pt x="83420" y="21315"/>
                    <a:pt x="83420" y="21315"/>
                  </a:cubicBezTo>
                  <a:cubicBezTo>
                    <a:pt x="84758" y="22421"/>
                    <a:pt x="84758" y="22421"/>
                    <a:pt x="84758" y="22421"/>
                  </a:cubicBezTo>
                  <a:cubicBezTo>
                    <a:pt x="84758" y="22421"/>
                    <a:pt x="86765" y="23526"/>
                    <a:pt x="87211" y="23684"/>
                  </a:cubicBezTo>
                  <a:cubicBezTo>
                    <a:pt x="87657" y="23842"/>
                    <a:pt x="90111" y="24157"/>
                    <a:pt x="90334" y="24315"/>
                  </a:cubicBezTo>
                  <a:cubicBezTo>
                    <a:pt x="91003" y="23684"/>
                    <a:pt x="91003" y="23684"/>
                    <a:pt x="91003" y="23684"/>
                  </a:cubicBezTo>
                  <a:cubicBezTo>
                    <a:pt x="91895" y="23210"/>
                    <a:pt x="91895" y="23210"/>
                    <a:pt x="91895" y="23210"/>
                  </a:cubicBezTo>
                  <a:cubicBezTo>
                    <a:pt x="91672" y="22894"/>
                    <a:pt x="91672" y="22894"/>
                    <a:pt x="91672" y="22894"/>
                  </a:cubicBezTo>
                  <a:cubicBezTo>
                    <a:pt x="92788" y="22421"/>
                    <a:pt x="92788" y="22421"/>
                    <a:pt x="92788" y="22421"/>
                  </a:cubicBezTo>
                  <a:cubicBezTo>
                    <a:pt x="93680" y="22894"/>
                    <a:pt x="93680" y="22894"/>
                    <a:pt x="93680" y="22894"/>
                  </a:cubicBezTo>
                  <a:cubicBezTo>
                    <a:pt x="95910" y="23210"/>
                    <a:pt x="95910" y="23210"/>
                    <a:pt x="95910" y="23210"/>
                  </a:cubicBezTo>
                  <a:cubicBezTo>
                    <a:pt x="96802" y="23684"/>
                    <a:pt x="96802" y="23684"/>
                    <a:pt x="96802" y="23684"/>
                  </a:cubicBezTo>
                  <a:cubicBezTo>
                    <a:pt x="96802" y="23684"/>
                    <a:pt x="96802" y="23684"/>
                    <a:pt x="97026" y="23684"/>
                  </a:cubicBezTo>
                  <a:cubicBezTo>
                    <a:pt x="97026" y="23684"/>
                    <a:pt x="97026" y="23684"/>
                    <a:pt x="97026" y="23684"/>
                  </a:cubicBezTo>
                  <a:cubicBezTo>
                    <a:pt x="97026" y="23684"/>
                    <a:pt x="97026" y="23684"/>
                    <a:pt x="97026" y="23684"/>
                  </a:cubicBezTo>
                  <a:cubicBezTo>
                    <a:pt x="97249" y="23526"/>
                    <a:pt x="97249" y="23526"/>
                    <a:pt x="97249" y="23526"/>
                  </a:cubicBezTo>
                  <a:cubicBezTo>
                    <a:pt x="97249" y="23526"/>
                    <a:pt x="97249" y="23526"/>
                    <a:pt x="97249" y="23526"/>
                  </a:cubicBezTo>
                  <a:cubicBezTo>
                    <a:pt x="97249" y="23526"/>
                    <a:pt x="97249" y="23526"/>
                    <a:pt x="97249" y="23526"/>
                  </a:cubicBezTo>
                  <a:cubicBezTo>
                    <a:pt x="97249" y="23526"/>
                    <a:pt x="97249" y="23526"/>
                    <a:pt x="97249" y="23526"/>
                  </a:cubicBezTo>
                  <a:cubicBezTo>
                    <a:pt x="97249" y="23526"/>
                    <a:pt x="97472" y="23526"/>
                    <a:pt x="97472" y="23526"/>
                  </a:cubicBezTo>
                  <a:cubicBezTo>
                    <a:pt x="97472" y="23526"/>
                    <a:pt x="97472" y="23526"/>
                    <a:pt x="97472" y="23526"/>
                  </a:cubicBezTo>
                  <a:cubicBezTo>
                    <a:pt x="97472" y="23526"/>
                    <a:pt x="97472" y="23526"/>
                    <a:pt x="97472" y="23526"/>
                  </a:cubicBezTo>
                  <a:cubicBezTo>
                    <a:pt x="97472" y="23526"/>
                    <a:pt x="97472" y="23526"/>
                    <a:pt x="97472" y="23526"/>
                  </a:cubicBezTo>
                  <a:cubicBezTo>
                    <a:pt x="97472" y="23526"/>
                    <a:pt x="97472" y="23526"/>
                    <a:pt x="97472" y="23526"/>
                  </a:cubicBezTo>
                  <a:cubicBezTo>
                    <a:pt x="97695" y="23526"/>
                    <a:pt x="97695" y="23526"/>
                    <a:pt x="97695" y="23526"/>
                  </a:cubicBezTo>
                  <a:cubicBezTo>
                    <a:pt x="97695" y="23526"/>
                    <a:pt x="97695" y="23526"/>
                    <a:pt x="97695" y="23526"/>
                  </a:cubicBezTo>
                  <a:cubicBezTo>
                    <a:pt x="97695" y="23526"/>
                    <a:pt x="97695" y="23526"/>
                    <a:pt x="97695" y="23526"/>
                  </a:cubicBezTo>
                  <a:cubicBezTo>
                    <a:pt x="97695" y="23526"/>
                    <a:pt x="97695" y="23526"/>
                    <a:pt x="97695" y="23526"/>
                  </a:cubicBezTo>
                  <a:cubicBezTo>
                    <a:pt x="97695" y="23526"/>
                    <a:pt x="97695" y="23526"/>
                    <a:pt x="97695" y="23526"/>
                  </a:cubicBezTo>
                  <a:cubicBezTo>
                    <a:pt x="97695" y="23526"/>
                    <a:pt x="97695" y="23526"/>
                    <a:pt x="97695" y="23526"/>
                  </a:cubicBezTo>
                  <a:cubicBezTo>
                    <a:pt x="97695" y="23526"/>
                    <a:pt x="97695" y="23526"/>
                    <a:pt x="97695" y="23526"/>
                  </a:cubicBezTo>
                  <a:cubicBezTo>
                    <a:pt x="97695" y="23526"/>
                    <a:pt x="97695" y="23526"/>
                    <a:pt x="97695" y="23526"/>
                  </a:cubicBezTo>
                  <a:cubicBezTo>
                    <a:pt x="97695" y="23526"/>
                    <a:pt x="97695" y="23526"/>
                    <a:pt x="97695" y="23526"/>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368"/>
                    <a:pt x="97695" y="23368"/>
                    <a:pt x="97695" y="23368"/>
                  </a:cubicBezTo>
                  <a:cubicBezTo>
                    <a:pt x="97695" y="23210"/>
                    <a:pt x="97695" y="23210"/>
                    <a:pt x="97695" y="23210"/>
                  </a:cubicBezTo>
                  <a:cubicBezTo>
                    <a:pt x="97695" y="23052"/>
                    <a:pt x="97695" y="22105"/>
                    <a:pt x="97695" y="22105"/>
                  </a:cubicBezTo>
                  <a:cubicBezTo>
                    <a:pt x="97695" y="22105"/>
                    <a:pt x="97026" y="21789"/>
                    <a:pt x="97695" y="21473"/>
                  </a:cubicBezTo>
                  <a:cubicBezTo>
                    <a:pt x="98364" y="21000"/>
                    <a:pt x="99256" y="20526"/>
                    <a:pt x="99256" y="20526"/>
                  </a:cubicBezTo>
                  <a:cubicBezTo>
                    <a:pt x="99256" y="20526"/>
                    <a:pt x="99702" y="20368"/>
                    <a:pt x="99702" y="19894"/>
                  </a:cubicBezTo>
                  <a:cubicBezTo>
                    <a:pt x="99702" y="19421"/>
                    <a:pt x="99256" y="18157"/>
                    <a:pt x="99256" y="18157"/>
                  </a:cubicBezTo>
                  <a:cubicBezTo>
                    <a:pt x="99256" y="18157"/>
                    <a:pt x="98810" y="17368"/>
                    <a:pt x="98810" y="17052"/>
                  </a:cubicBezTo>
                  <a:cubicBezTo>
                    <a:pt x="99256" y="15157"/>
                    <a:pt x="98141" y="13894"/>
                    <a:pt x="98810" y="13578"/>
                  </a:cubicBezTo>
                  <a:cubicBezTo>
                    <a:pt x="98810" y="13578"/>
                    <a:pt x="98810" y="13578"/>
                    <a:pt x="98810" y="13578"/>
                  </a:cubicBezTo>
                  <a:cubicBezTo>
                    <a:pt x="98810" y="13578"/>
                    <a:pt x="98810" y="13578"/>
                    <a:pt x="98810" y="13578"/>
                  </a:cubicBezTo>
                  <a:cubicBezTo>
                    <a:pt x="99256" y="13421"/>
                    <a:pt x="99256" y="13421"/>
                    <a:pt x="99256" y="13421"/>
                  </a:cubicBezTo>
                  <a:cubicBezTo>
                    <a:pt x="99925" y="13105"/>
                    <a:pt x="99925" y="13105"/>
                    <a:pt x="99925" y="13105"/>
                  </a:cubicBezTo>
                  <a:cubicBezTo>
                    <a:pt x="99925" y="13105"/>
                    <a:pt x="99925" y="12947"/>
                    <a:pt x="99925" y="12947"/>
                  </a:cubicBezTo>
                  <a:cubicBezTo>
                    <a:pt x="99925" y="12157"/>
                    <a:pt x="98587" y="11368"/>
                    <a:pt x="100148" y="11210"/>
                  </a:cubicBezTo>
                  <a:cubicBezTo>
                    <a:pt x="100817" y="10894"/>
                    <a:pt x="100817" y="10894"/>
                    <a:pt x="100817" y="10894"/>
                  </a:cubicBezTo>
                  <a:cubicBezTo>
                    <a:pt x="102825" y="10894"/>
                    <a:pt x="102825" y="10894"/>
                    <a:pt x="102825" y="10894"/>
                  </a:cubicBezTo>
                  <a:cubicBezTo>
                    <a:pt x="103271" y="9947"/>
                    <a:pt x="103271" y="9947"/>
                    <a:pt x="103271" y="9947"/>
                  </a:cubicBezTo>
                  <a:cubicBezTo>
                    <a:pt x="104163" y="9315"/>
                    <a:pt x="104163" y="9315"/>
                    <a:pt x="104163" y="9315"/>
                  </a:cubicBezTo>
                  <a:cubicBezTo>
                    <a:pt x="104832" y="9315"/>
                    <a:pt x="105724" y="9157"/>
                    <a:pt x="106171" y="9315"/>
                  </a:cubicBezTo>
                  <a:cubicBezTo>
                    <a:pt x="106617" y="9789"/>
                    <a:pt x="106617" y="10105"/>
                    <a:pt x="107509" y="10263"/>
                  </a:cubicBezTo>
                  <a:cubicBezTo>
                    <a:pt x="110185" y="10894"/>
                    <a:pt x="110185" y="10894"/>
                    <a:pt x="110185" y="10894"/>
                  </a:cubicBezTo>
                  <a:cubicBezTo>
                    <a:pt x="111524" y="11052"/>
                    <a:pt x="111524" y="11052"/>
                    <a:pt x="111524" y="11052"/>
                  </a:cubicBezTo>
                  <a:cubicBezTo>
                    <a:pt x="111524" y="11052"/>
                    <a:pt x="111524" y="11052"/>
                    <a:pt x="111524" y="11052"/>
                  </a:cubicBezTo>
                  <a:cubicBezTo>
                    <a:pt x="111747" y="11052"/>
                    <a:pt x="111747" y="11052"/>
                    <a:pt x="111747" y="11052"/>
                  </a:cubicBezTo>
                  <a:cubicBezTo>
                    <a:pt x="111747" y="11052"/>
                    <a:pt x="111747" y="11052"/>
                    <a:pt x="111747" y="11052"/>
                  </a:cubicBezTo>
                  <a:cubicBezTo>
                    <a:pt x="112193" y="11368"/>
                    <a:pt x="112193" y="11368"/>
                    <a:pt x="112193" y="11368"/>
                  </a:cubicBezTo>
                  <a:cubicBezTo>
                    <a:pt x="112193" y="11368"/>
                    <a:pt x="112193" y="11368"/>
                    <a:pt x="112193" y="11368"/>
                  </a:cubicBezTo>
                  <a:cubicBezTo>
                    <a:pt x="112193" y="11368"/>
                    <a:pt x="112193" y="11368"/>
                    <a:pt x="112193" y="11368"/>
                  </a:cubicBezTo>
                  <a:cubicBezTo>
                    <a:pt x="112193" y="11368"/>
                    <a:pt x="112193" y="11368"/>
                    <a:pt x="112193" y="11368"/>
                  </a:cubicBezTo>
                  <a:cubicBezTo>
                    <a:pt x="112193" y="11684"/>
                    <a:pt x="112193" y="12000"/>
                    <a:pt x="112416" y="12157"/>
                  </a:cubicBezTo>
                  <a:cubicBezTo>
                    <a:pt x="112416" y="12473"/>
                    <a:pt x="112639" y="12947"/>
                    <a:pt x="112639" y="12947"/>
                  </a:cubicBezTo>
                  <a:cubicBezTo>
                    <a:pt x="112639" y="12947"/>
                    <a:pt x="112416" y="13421"/>
                    <a:pt x="112416" y="13736"/>
                  </a:cubicBezTo>
                  <a:cubicBezTo>
                    <a:pt x="112193" y="13894"/>
                    <a:pt x="112193" y="14368"/>
                    <a:pt x="112193" y="14526"/>
                  </a:cubicBezTo>
                  <a:cubicBezTo>
                    <a:pt x="112193" y="14684"/>
                    <a:pt x="112193" y="14842"/>
                    <a:pt x="112193" y="15000"/>
                  </a:cubicBezTo>
                  <a:cubicBezTo>
                    <a:pt x="112193" y="15315"/>
                    <a:pt x="112416" y="15789"/>
                    <a:pt x="112639" y="15947"/>
                  </a:cubicBezTo>
                  <a:cubicBezTo>
                    <a:pt x="112639" y="16105"/>
                    <a:pt x="113754" y="16578"/>
                    <a:pt x="113754" y="16578"/>
                  </a:cubicBezTo>
                  <a:cubicBezTo>
                    <a:pt x="113754" y="16578"/>
                    <a:pt x="113754" y="16578"/>
                    <a:pt x="113531" y="16736"/>
                  </a:cubicBezTo>
                  <a:cubicBezTo>
                    <a:pt x="113531" y="16736"/>
                    <a:pt x="113531" y="16894"/>
                    <a:pt x="113754" y="16894"/>
                  </a:cubicBezTo>
                  <a:cubicBezTo>
                    <a:pt x="114200" y="16894"/>
                    <a:pt x="114869" y="16736"/>
                    <a:pt x="114869" y="16736"/>
                  </a:cubicBezTo>
                  <a:cubicBezTo>
                    <a:pt x="114869" y="16736"/>
                    <a:pt x="114869" y="15315"/>
                    <a:pt x="114646" y="14842"/>
                  </a:cubicBezTo>
                  <a:cubicBezTo>
                    <a:pt x="114423" y="14210"/>
                    <a:pt x="115539" y="13578"/>
                    <a:pt x="115539" y="13578"/>
                  </a:cubicBezTo>
                  <a:cubicBezTo>
                    <a:pt x="117100" y="12473"/>
                    <a:pt x="117100" y="12473"/>
                    <a:pt x="117100" y="12473"/>
                  </a:cubicBezTo>
                  <a:cubicBezTo>
                    <a:pt x="116877" y="11210"/>
                    <a:pt x="116877" y="11210"/>
                    <a:pt x="116877" y="11210"/>
                  </a:cubicBezTo>
                  <a:cubicBezTo>
                    <a:pt x="118661" y="11368"/>
                    <a:pt x="118661" y="11368"/>
                    <a:pt x="118661" y="11368"/>
                  </a:cubicBezTo>
                  <a:cubicBezTo>
                    <a:pt x="118661" y="11368"/>
                    <a:pt x="120000" y="10894"/>
                    <a:pt x="119553" y="10263"/>
                  </a:cubicBezTo>
                  <a:cubicBezTo>
                    <a:pt x="119107" y="9473"/>
                    <a:pt x="118661" y="8210"/>
                    <a:pt x="118215" y="8526"/>
                  </a:cubicBezTo>
                  <a:cubicBezTo>
                    <a:pt x="117546" y="8842"/>
                    <a:pt x="116431" y="9789"/>
                    <a:pt x="116431" y="9789"/>
                  </a:cubicBezTo>
                  <a:cubicBezTo>
                    <a:pt x="116208" y="8210"/>
                    <a:pt x="116208" y="8210"/>
                    <a:pt x="116208" y="8210"/>
                  </a:cubicBezTo>
                  <a:cubicBezTo>
                    <a:pt x="114423" y="8684"/>
                    <a:pt x="114423" y="8684"/>
                    <a:pt x="114423" y="8684"/>
                  </a:cubicBezTo>
                  <a:cubicBezTo>
                    <a:pt x="112639" y="8368"/>
                    <a:pt x="112639" y="8368"/>
                    <a:pt x="112639" y="8368"/>
                  </a:cubicBezTo>
                  <a:cubicBezTo>
                    <a:pt x="112639" y="8368"/>
                    <a:pt x="111970" y="7736"/>
                    <a:pt x="111301" y="7894"/>
                  </a:cubicBezTo>
                  <a:cubicBezTo>
                    <a:pt x="110631" y="7894"/>
                    <a:pt x="109516" y="7894"/>
                    <a:pt x="109516" y="7894"/>
                  </a:cubicBezTo>
                  <a:cubicBezTo>
                    <a:pt x="109516" y="7894"/>
                    <a:pt x="108624" y="7421"/>
                    <a:pt x="109070" y="7263"/>
                  </a:cubicBezTo>
                  <a:cubicBezTo>
                    <a:pt x="109739" y="7263"/>
                    <a:pt x="111078" y="7421"/>
                    <a:pt x="111747" y="7263"/>
                  </a:cubicBezTo>
                  <a:cubicBezTo>
                    <a:pt x="112193" y="7263"/>
                    <a:pt x="115762" y="6631"/>
                    <a:pt x="115762" y="6631"/>
                  </a:cubicBezTo>
                  <a:cubicBezTo>
                    <a:pt x="115985" y="5526"/>
                    <a:pt x="115985" y="5526"/>
                    <a:pt x="115985" y="5526"/>
                  </a:cubicBezTo>
                  <a:cubicBezTo>
                    <a:pt x="117546" y="4578"/>
                    <a:pt x="117546" y="4578"/>
                    <a:pt x="117546" y="4578"/>
                  </a:cubicBezTo>
                  <a:cubicBezTo>
                    <a:pt x="114869" y="3157"/>
                    <a:pt x="114869" y="3157"/>
                    <a:pt x="114869" y="3157"/>
                  </a:cubicBezTo>
                  <a:cubicBezTo>
                    <a:pt x="113754" y="1894"/>
                    <a:pt x="113754" y="1894"/>
                    <a:pt x="113754" y="1894"/>
                  </a:cubicBezTo>
                  <a:cubicBezTo>
                    <a:pt x="113754" y="1894"/>
                    <a:pt x="113531" y="1421"/>
                    <a:pt x="113085" y="1421"/>
                  </a:cubicBezTo>
                  <a:cubicBezTo>
                    <a:pt x="112416" y="1421"/>
                    <a:pt x="110631" y="2052"/>
                    <a:pt x="110631" y="2052"/>
                  </a:cubicBezTo>
                  <a:cubicBezTo>
                    <a:pt x="109293" y="1421"/>
                    <a:pt x="109293" y="1421"/>
                    <a:pt x="109293" y="1421"/>
                  </a:cubicBezTo>
                  <a:cubicBezTo>
                    <a:pt x="107286" y="1578"/>
                    <a:pt x="107286" y="1578"/>
                    <a:pt x="107286" y="1578"/>
                  </a:cubicBezTo>
                  <a:cubicBezTo>
                    <a:pt x="104386" y="947"/>
                    <a:pt x="104386" y="947"/>
                    <a:pt x="104386" y="947"/>
                  </a:cubicBezTo>
                  <a:cubicBezTo>
                    <a:pt x="104386" y="1421"/>
                    <a:pt x="104386" y="1421"/>
                    <a:pt x="104386" y="1421"/>
                  </a:cubicBezTo>
                  <a:cubicBezTo>
                    <a:pt x="104386" y="1421"/>
                    <a:pt x="103494" y="1263"/>
                    <a:pt x="103271" y="947"/>
                  </a:cubicBezTo>
                  <a:cubicBezTo>
                    <a:pt x="103271" y="631"/>
                    <a:pt x="103271" y="315"/>
                    <a:pt x="103271" y="315"/>
                  </a:cubicBezTo>
                  <a:cubicBezTo>
                    <a:pt x="102156" y="473"/>
                    <a:pt x="102156" y="473"/>
                    <a:pt x="102156" y="473"/>
                  </a:cubicBezTo>
                  <a:cubicBezTo>
                    <a:pt x="101710" y="473"/>
                    <a:pt x="101710" y="473"/>
                    <a:pt x="101710" y="473"/>
                  </a:cubicBezTo>
                  <a:cubicBezTo>
                    <a:pt x="100371" y="0"/>
                    <a:pt x="100371" y="0"/>
                    <a:pt x="100371" y="0"/>
                  </a:cubicBezTo>
                  <a:cubicBezTo>
                    <a:pt x="99702" y="947"/>
                    <a:pt x="99702" y="947"/>
                    <a:pt x="99702" y="947"/>
                  </a:cubicBezTo>
                  <a:cubicBezTo>
                    <a:pt x="100594" y="2052"/>
                    <a:pt x="100594" y="2052"/>
                    <a:pt x="100594" y="2052"/>
                  </a:cubicBezTo>
                  <a:cubicBezTo>
                    <a:pt x="99702" y="3315"/>
                    <a:pt x="99702" y="3315"/>
                    <a:pt x="99702" y="3315"/>
                  </a:cubicBezTo>
                  <a:cubicBezTo>
                    <a:pt x="100371" y="4105"/>
                    <a:pt x="100371" y="4105"/>
                    <a:pt x="100371" y="4105"/>
                  </a:cubicBezTo>
                  <a:cubicBezTo>
                    <a:pt x="100371" y="5210"/>
                    <a:pt x="100371" y="5210"/>
                    <a:pt x="100371" y="5210"/>
                  </a:cubicBezTo>
                  <a:cubicBezTo>
                    <a:pt x="99479" y="6473"/>
                    <a:pt x="99479" y="6473"/>
                    <a:pt x="99479" y="6473"/>
                  </a:cubicBezTo>
                  <a:cubicBezTo>
                    <a:pt x="98141" y="5684"/>
                    <a:pt x="98141" y="5684"/>
                    <a:pt x="98141" y="5684"/>
                  </a:cubicBezTo>
                  <a:cubicBezTo>
                    <a:pt x="98364" y="4578"/>
                    <a:pt x="98364" y="4578"/>
                    <a:pt x="98364" y="4578"/>
                  </a:cubicBezTo>
                  <a:cubicBezTo>
                    <a:pt x="99033" y="3315"/>
                    <a:pt x="99033" y="3315"/>
                    <a:pt x="99033" y="3315"/>
                  </a:cubicBezTo>
                  <a:cubicBezTo>
                    <a:pt x="98141" y="2052"/>
                    <a:pt x="98141" y="2052"/>
                    <a:pt x="98141" y="2052"/>
                  </a:cubicBezTo>
                  <a:cubicBezTo>
                    <a:pt x="96356" y="3157"/>
                    <a:pt x="96356" y="3157"/>
                    <a:pt x="96356" y="3157"/>
                  </a:cubicBezTo>
                  <a:cubicBezTo>
                    <a:pt x="96356" y="4736"/>
                    <a:pt x="96356" y="4736"/>
                    <a:pt x="96356" y="4736"/>
                  </a:cubicBezTo>
                  <a:cubicBezTo>
                    <a:pt x="95464" y="5842"/>
                    <a:pt x="95464" y="5842"/>
                    <a:pt x="95464" y="5842"/>
                  </a:cubicBezTo>
                  <a:cubicBezTo>
                    <a:pt x="95464" y="7263"/>
                    <a:pt x="95464" y="7263"/>
                    <a:pt x="95464" y="7263"/>
                  </a:cubicBezTo>
                  <a:cubicBezTo>
                    <a:pt x="95018" y="8368"/>
                    <a:pt x="95018" y="8368"/>
                    <a:pt x="95018" y="8368"/>
                  </a:cubicBezTo>
                  <a:cubicBezTo>
                    <a:pt x="94795" y="9789"/>
                    <a:pt x="94795" y="9789"/>
                    <a:pt x="94795" y="9789"/>
                  </a:cubicBezTo>
                  <a:cubicBezTo>
                    <a:pt x="94795" y="9789"/>
                    <a:pt x="94795" y="10105"/>
                    <a:pt x="94349" y="10105"/>
                  </a:cubicBezTo>
                  <a:cubicBezTo>
                    <a:pt x="93903" y="10263"/>
                    <a:pt x="93011" y="9947"/>
                    <a:pt x="93011" y="9947"/>
                  </a:cubicBezTo>
                  <a:cubicBezTo>
                    <a:pt x="93011" y="7894"/>
                    <a:pt x="93011" y="7894"/>
                    <a:pt x="93011" y="7894"/>
                  </a:cubicBezTo>
                  <a:cubicBezTo>
                    <a:pt x="93457" y="6789"/>
                    <a:pt x="93457" y="6789"/>
                    <a:pt x="93457" y="6789"/>
                  </a:cubicBezTo>
                  <a:cubicBezTo>
                    <a:pt x="94126" y="5842"/>
                    <a:pt x="94126" y="5842"/>
                    <a:pt x="94126" y="5842"/>
                  </a:cubicBezTo>
                  <a:cubicBezTo>
                    <a:pt x="95018" y="4578"/>
                    <a:pt x="95018" y="4578"/>
                    <a:pt x="95018" y="4578"/>
                  </a:cubicBezTo>
                  <a:cubicBezTo>
                    <a:pt x="95018" y="4578"/>
                    <a:pt x="95018" y="3789"/>
                    <a:pt x="94795" y="3631"/>
                  </a:cubicBezTo>
                  <a:cubicBezTo>
                    <a:pt x="94795" y="3631"/>
                    <a:pt x="94349" y="3473"/>
                    <a:pt x="94572" y="3473"/>
                  </a:cubicBezTo>
                  <a:cubicBezTo>
                    <a:pt x="94572" y="3315"/>
                    <a:pt x="95464" y="2684"/>
                    <a:pt x="95464" y="2684"/>
                  </a:cubicBezTo>
                  <a:cubicBezTo>
                    <a:pt x="95464" y="2684"/>
                    <a:pt x="95464" y="2210"/>
                    <a:pt x="94795" y="1894"/>
                  </a:cubicBezTo>
                  <a:cubicBezTo>
                    <a:pt x="94349" y="1736"/>
                    <a:pt x="93903" y="1421"/>
                    <a:pt x="93457" y="1578"/>
                  </a:cubicBezTo>
                  <a:cubicBezTo>
                    <a:pt x="93234" y="1736"/>
                    <a:pt x="92118" y="2052"/>
                    <a:pt x="92118" y="2210"/>
                  </a:cubicBezTo>
                  <a:cubicBezTo>
                    <a:pt x="91895" y="2368"/>
                    <a:pt x="92118" y="2684"/>
                    <a:pt x="92342" y="2842"/>
                  </a:cubicBezTo>
                  <a:cubicBezTo>
                    <a:pt x="92565" y="2842"/>
                    <a:pt x="92788" y="3000"/>
                    <a:pt x="93011" y="3000"/>
                  </a:cubicBezTo>
                  <a:cubicBezTo>
                    <a:pt x="93011" y="3157"/>
                    <a:pt x="93234" y="3631"/>
                    <a:pt x="93011" y="3789"/>
                  </a:cubicBezTo>
                  <a:cubicBezTo>
                    <a:pt x="92788" y="3947"/>
                    <a:pt x="93011" y="4421"/>
                    <a:pt x="92342" y="4263"/>
                  </a:cubicBezTo>
                  <a:cubicBezTo>
                    <a:pt x="91895" y="4105"/>
                    <a:pt x="90557" y="3473"/>
                    <a:pt x="90557" y="3473"/>
                  </a:cubicBezTo>
                  <a:cubicBezTo>
                    <a:pt x="90334" y="3473"/>
                    <a:pt x="90557" y="2842"/>
                    <a:pt x="90111" y="3473"/>
                  </a:cubicBezTo>
                  <a:cubicBezTo>
                    <a:pt x="89665" y="3947"/>
                    <a:pt x="89442" y="4105"/>
                    <a:pt x="89665" y="4421"/>
                  </a:cubicBezTo>
                  <a:cubicBezTo>
                    <a:pt x="89888" y="4736"/>
                    <a:pt x="90111" y="4736"/>
                    <a:pt x="90111" y="4894"/>
                  </a:cubicBezTo>
                  <a:cubicBezTo>
                    <a:pt x="90111" y="5052"/>
                    <a:pt x="89219" y="5052"/>
                    <a:pt x="89219" y="5210"/>
                  </a:cubicBezTo>
                  <a:cubicBezTo>
                    <a:pt x="89219" y="5368"/>
                    <a:pt x="88996" y="5526"/>
                    <a:pt x="89442" y="5842"/>
                  </a:cubicBezTo>
                  <a:cubicBezTo>
                    <a:pt x="89888" y="6000"/>
                    <a:pt x="90334" y="6157"/>
                    <a:pt x="90334" y="6157"/>
                  </a:cubicBezTo>
                  <a:cubicBezTo>
                    <a:pt x="90334" y="6157"/>
                    <a:pt x="90780" y="6631"/>
                    <a:pt x="90557" y="6631"/>
                  </a:cubicBezTo>
                  <a:cubicBezTo>
                    <a:pt x="90557" y="6789"/>
                    <a:pt x="89219" y="6631"/>
                    <a:pt x="89219" y="6789"/>
                  </a:cubicBezTo>
                  <a:cubicBezTo>
                    <a:pt x="89219" y="6947"/>
                    <a:pt x="89219" y="7263"/>
                    <a:pt x="89219" y="7421"/>
                  </a:cubicBezTo>
                  <a:cubicBezTo>
                    <a:pt x="89219" y="7578"/>
                    <a:pt x="89219" y="7894"/>
                    <a:pt x="89219" y="7894"/>
                  </a:cubicBezTo>
                  <a:cubicBezTo>
                    <a:pt x="89219" y="8052"/>
                    <a:pt x="88327" y="8052"/>
                    <a:pt x="88104" y="8210"/>
                  </a:cubicBezTo>
                  <a:cubicBezTo>
                    <a:pt x="87657" y="8368"/>
                    <a:pt x="87434" y="8842"/>
                    <a:pt x="87434" y="9157"/>
                  </a:cubicBezTo>
                  <a:cubicBezTo>
                    <a:pt x="87211" y="9473"/>
                    <a:pt x="87211" y="9789"/>
                    <a:pt x="87211" y="9947"/>
                  </a:cubicBezTo>
                  <a:cubicBezTo>
                    <a:pt x="87211" y="10105"/>
                    <a:pt x="86765" y="10421"/>
                    <a:pt x="86765" y="10421"/>
                  </a:cubicBezTo>
                  <a:cubicBezTo>
                    <a:pt x="86765" y="10421"/>
                    <a:pt x="86765" y="10578"/>
                    <a:pt x="86319" y="10421"/>
                  </a:cubicBezTo>
                  <a:cubicBezTo>
                    <a:pt x="85873" y="10421"/>
                    <a:pt x="84312" y="9789"/>
                    <a:pt x="84089" y="9789"/>
                  </a:cubicBezTo>
                  <a:cubicBezTo>
                    <a:pt x="83643" y="9789"/>
                    <a:pt x="83197" y="9947"/>
                    <a:pt x="83197" y="10263"/>
                  </a:cubicBezTo>
                  <a:cubicBezTo>
                    <a:pt x="83197" y="10421"/>
                    <a:pt x="83866" y="10894"/>
                    <a:pt x="84089" y="10894"/>
                  </a:cubicBezTo>
                  <a:cubicBezTo>
                    <a:pt x="84089" y="10894"/>
                    <a:pt x="85204" y="11052"/>
                    <a:pt x="85427" y="11210"/>
                  </a:cubicBezTo>
                  <a:cubicBezTo>
                    <a:pt x="85427" y="11368"/>
                    <a:pt x="85427" y="12473"/>
                    <a:pt x="85427" y="12473"/>
                  </a:cubicBezTo>
                  <a:cubicBezTo>
                    <a:pt x="85427" y="12473"/>
                    <a:pt x="86319" y="13736"/>
                    <a:pt x="84758" y="12631"/>
                  </a:cubicBezTo>
                  <a:cubicBezTo>
                    <a:pt x="82973" y="11526"/>
                    <a:pt x="82973" y="11368"/>
                    <a:pt x="82750" y="11210"/>
                  </a:cubicBezTo>
                  <a:cubicBezTo>
                    <a:pt x="82527" y="11210"/>
                    <a:pt x="80966" y="10894"/>
                    <a:pt x="80966" y="10894"/>
                  </a:cubicBezTo>
                  <a:cubicBezTo>
                    <a:pt x="80966" y="10894"/>
                    <a:pt x="80743" y="10421"/>
                    <a:pt x="80520" y="10894"/>
                  </a:cubicBezTo>
                  <a:cubicBezTo>
                    <a:pt x="80297" y="11210"/>
                    <a:pt x="80966" y="12000"/>
                    <a:pt x="80966" y="12000"/>
                  </a:cubicBezTo>
                  <a:cubicBezTo>
                    <a:pt x="80743" y="11842"/>
                    <a:pt x="80743" y="11842"/>
                    <a:pt x="80743" y="11842"/>
                  </a:cubicBezTo>
                  <a:cubicBezTo>
                    <a:pt x="80743" y="11842"/>
                    <a:pt x="80074" y="11526"/>
                    <a:pt x="79628" y="11368"/>
                  </a:cubicBezTo>
                  <a:cubicBezTo>
                    <a:pt x="79405" y="11052"/>
                    <a:pt x="78736" y="11368"/>
                    <a:pt x="78736" y="11368"/>
                  </a:cubicBezTo>
                  <a:cubicBezTo>
                    <a:pt x="78736" y="11368"/>
                    <a:pt x="78513" y="11526"/>
                    <a:pt x="78066" y="11842"/>
                  </a:cubicBezTo>
                  <a:cubicBezTo>
                    <a:pt x="77843" y="12000"/>
                    <a:pt x="76951" y="11368"/>
                    <a:pt x="77843" y="12157"/>
                  </a:cubicBezTo>
                  <a:cubicBezTo>
                    <a:pt x="78513" y="12789"/>
                    <a:pt x="79182" y="12947"/>
                    <a:pt x="79405" y="13105"/>
                  </a:cubicBezTo>
                  <a:cubicBezTo>
                    <a:pt x="79405" y="13105"/>
                    <a:pt x="80297" y="13263"/>
                    <a:pt x="80520" y="13421"/>
                  </a:cubicBezTo>
                  <a:cubicBezTo>
                    <a:pt x="80743" y="13578"/>
                    <a:pt x="80743" y="14052"/>
                    <a:pt x="80743" y="14210"/>
                  </a:cubicBezTo>
                  <a:cubicBezTo>
                    <a:pt x="80743" y="14210"/>
                    <a:pt x="81412" y="14842"/>
                    <a:pt x="80297" y="14368"/>
                  </a:cubicBezTo>
                  <a:cubicBezTo>
                    <a:pt x="79182" y="13736"/>
                    <a:pt x="79182" y="13578"/>
                    <a:pt x="78736" y="13578"/>
                  </a:cubicBezTo>
                  <a:cubicBezTo>
                    <a:pt x="78513" y="13578"/>
                    <a:pt x="78066" y="13894"/>
                    <a:pt x="78066" y="13894"/>
                  </a:cubicBezTo>
                  <a:cubicBezTo>
                    <a:pt x="78066" y="13894"/>
                    <a:pt x="76728" y="13736"/>
                    <a:pt x="76728" y="13263"/>
                  </a:cubicBezTo>
                  <a:cubicBezTo>
                    <a:pt x="76505" y="12789"/>
                    <a:pt x="76951" y="12000"/>
                    <a:pt x="76059" y="12157"/>
                  </a:cubicBezTo>
                  <a:cubicBezTo>
                    <a:pt x="74944" y="12157"/>
                    <a:pt x="74721" y="12473"/>
                    <a:pt x="74721" y="12631"/>
                  </a:cubicBezTo>
                  <a:cubicBezTo>
                    <a:pt x="74721" y="12789"/>
                    <a:pt x="74052" y="12947"/>
                    <a:pt x="74721" y="13421"/>
                  </a:cubicBezTo>
                  <a:cubicBezTo>
                    <a:pt x="75390" y="13894"/>
                    <a:pt x="75836" y="14210"/>
                    <a:pt x="76059" y="14210"/>
                  </a:cubicBezTo>
                  <a:cubicBezTo>
                    <a:pt x="76059" y="14210"/>
                    <a:pt x="77397" y="14210"/>
                    <a:pt x="76728" y="14368"/>
                  </a:cubicBezTo>
                  <a:cubicBezTo>
                    <a:pt x="76282" y="14684"/>
                    <a:pt x="75390" y="14684"/>
                    <a:pt x="75167" y="14684"/>
                  </a:cubicBezTo>
                  <a:cubicBezTo>
                    <a:pt x="74944" y="14684"/>
                    <a:pt x="75167" y="14526"/>
                    <a:pt x="74944" y="14684"/>
                  </a:cubicBezTo>
                  <a:cubicBezTo>
                    <a:pt x="74498" y="14842"/>
                    <a:pt x="73382" y="15631"/>
                    <a:pt x="73382" y="15631"/>
                  </a:cubicBezTo>
                  <a:cubicBezTo>
                    <a:pt x="73382" y="15631"/>
                    <a:pt x="73159" y="15315"/>
                    <a:pt x="73159" y="15157"/>
                  </a:cubicBezTo>
                  <a:cubicBezTo>
                    <a:pt x="73159" y="15000"/>
                    <a:pt x="74052" y="14684"/>
                    <a:pt x="74052" y="14368"/>
                  </a:cubicBezTo>
                  <a:cubicBezTo>
                    <a:pt x="74052" y="14052"/>
                    <a:pt x="73605" y="12947"/>
                    <a:pt x="73605" y="12947"/>
                  </a:cubicBezTo>
                  <a:cubicBezTo>
                    <a:pt x="73605" y="12947"/>
                    <a:pt x="72713" y="12631"/>
                    <a:pt x="72713" y="12631"/>
                  </a:cubicBezTo>
                  <a:cubicBezTo>
                    <a:pt x="72490" y="12473"/>
                    <a:pt x="71821" y="12157"/>
                    <a:pt x="71598" y="12315"/>
                  </a:cubicBezTo>
                  <a:cubicBezTo>
                    <a:pt x="71375" y="12473"/>
                    <a:pt x="70929" y="12947"/>
                    <a:pt x="71375" y="13263"/>
                  </a:cubicBezTo>
                  <a:cubicBezTo>
                    <a:pt x="71821" y="13736"/>
                    <a:pt x="72267" y="14052"/>
                    <a:pt x="72044" y="14052"/>
                  </a:cubicBezTo>
                  <a:cubicBezTo>
                    <a:pt x="71598" y="14210"/>
                    <a:pt x="71375" y="14368"/>
                    <a:pt x="71152" y="14210"/>
                  </a:cubicBezTo>
                  <a:cubicBezTo>
                    <a:pt x="70929" y="14210"/>
                    <a:pt x="70483" y="13894"/>
                    <a:pt x="69814" y="14052"/>
                  </a:cubicBezTo>
                  <a:cubicBezTo>
                    <a:pt x="69144" y="14210"/>
                    <a:pt x="68475" y="15157"/>
                    <a:pt x="68475" y="15157"/>
                  </a:cubicBezTo>
                  <a:cubicBezTo>
                    <a:pt x="68475" y="15157"/>
                    <a:pt x="69144" y="16105"/>
                    <a:pt x="69368" y="16263"/>
                  </a:cubicBezTo>
                  <a:cubicBezTo>
                    <a:pt x="69591" y="16263"/>
                    <a:pt x="69814" y="16578"/>
                    <a:pt x="69814" y="16894"/>
                  </a:cubicBezTo>
                  <a:cubicBezTo>
                    <a:pt x="69591" y="17210"/>
                    <a:pt x="69814" y="16736"/>
                    <a:pt x="69368" y="16894"/>
                  </a:cubicBezTo>
                  <a:cubicBezTo>
                    <a:pt x="68698" y="17052"/>
                    <a:pt x="68475" y="17210"/>
                    <a:pt x="68029" y="17210"/>
                  </a:cubicBezTo>
                  <a:cubicBezTo>
                    <a:pt x="67583" y="17210"/>
                    <a:pt x="66468" y="18157"/>
                    <a:pt x="66468" y="18157"/>
                  </a:cubicBezTo>
                  <a:cubicBezTo>
                    <a:pt x="67137" y="18789"/>
                    <a:pt x="67137" y="18789"/>
                    <a:pt x="67137" y="18789"/>
                  </a:cubicBezTo>
                  <a:cubicBezTo>
                    <a:pt x="67137" y="18789"/>
                    <a:pt x="65353" y="19263"/>
                    <a:pt x="64907" y="19421"/>
                  </a:cubicBezTo>
                  <a:cubicBezTo>
                    <a:pt x="64684" y="19421"/>
                    <a:pt x="65576" y="19263"/>
                    <a:pt x="64460" y="19421"/>
                  </a:cubicBezTo>
                  <a:cubicBezTo>
                    <a:pt x="63568" y="19736"/>
                    <a:pt x="62899" y="20368"/>
                    <a:pt x="62676" y="20684"/>
                  </a:cubicBezTo>
                  <a:cubicBezTo>
                    <a:pt x="62676" y="20842"/>
                    <a:pt x="61784" y="20842"/>
                    <a:pt x="61784" y="21315"/>
                  </a:cubicBezTo>
                  <a:cubicBezTo>
                    <a:pt x="61784" y="21631"/>
                    <a:pt x="62007" y="22263"/>
                    <a:pt x="61784" y="22421"/>
                  </a:cubicBezTo>
                  <a:cubicBezTo>
                    <a:pt x="61784" y="22578"/>
                    <a:pt x="61784" y="22578"/>
                    <a:pt x="61784" y="22894"/>
                  </a:cubicBezTo>
                  <a:cubicBezTo>
                    <a:pt x="61784" y="23210"/>
                    <a:pt x="61561" y="23526"/>
                    <a:pt x="62230" y="23526"/>
                  </a:cubicBezTo>
                  <a:cubicBezTo>
                    <a:pt x="62899" y="23526"/>
                    <a:pt x="63791" y="23210"/>
                    <a:pt x="64014" y="23052"/>
                  </a:cubicBezTo>
                  <a:cubicBezTo>
                    <a:pt x="64014" y="22894"/>
                    <a:pt x="64237" y="22263"/>
                    <a:pt x="64460" y="22578"/>
                  </a:cubicBezTo>
                  <a:cubicBezTo>
                    <a:pt x="64907" y="22736"/>
                    <a:pt x="64907" y="23368"/>
                    <a:pt x="64907" y="23368"/>
                  </a:cubicBezTo>
                  <a:cubicBezTo>
                    <a:pt x="64907" y="23368"/>
                    <a:pt x="64907" y="24000"/>
                    <a:pt x="64907" y="24157"/>
                  </a:cubicBezTo>
                  <a:cubicBezTo>
                    <a:pt x="64684" y="24473"/>
                    <a:pt x="66245" y="24157"/>
                    <a:pt x="64684" y="24631"/>
                  </a:cubicBezTo>
                  <a:cubicBezTo>
                    <a:pt x="63122" y="25263"/>
                    <a:pt x="62676" y="25263"/>
                    <a:pt x="62676" y="25421"/>
                  </a:cubicBezTo>
                  <a:cubicBezTo>
                    <a:pt x="62676" y="25736"/>
                    <a:pt x="63568" y="26526"/>
                    <a:pt x="62453" y="26210"/>
                  </a:cubicBezTo>
                  <a:cubicBezTo>
                    <a:pt x="61338" y="26052"/>
                    <a:pt x="61338" y="26210"/>
                    <a:pt x="61338" y="26052"/>
                  </a:cubicBezTo>
                  <a:cubicBezTo>
                    <a:pt x="61115" y="25894"/>
                    <a:pt x="61561" y="26842"/>
                    <a:pt x="60223" y="25421"/>
                  </a:cubicBezTo>
                  <a:cubicBezTo>
                    <a:pt x="58884" y="24000"/>
                    <a:pt x="58884" y="24157"/>
                    <a:pt x="58884" y="23842"/>
                  </a:cubicBezTo>
                  <a:cubicBezTo>
                    <a:pt x="58884" y="23526"/>
                    <a:pt x="58661" y="22421"/>
                    <a:pt x="58661" y="22421"/>
                  </a:cubicBezTo>
                  <a:cubicBezTo>
                    <a:pt x="58661" y="22421"/>
                    <a:pt x="58438" y="21315"/>
                    <a:pt x="57769" y="21789"/>
                  </a:cubicBezTo>
                  <a:cubicBezTo>
                    <a:pt x="56877" y="22263"/>
                    <a:pt x="56877" y="23052"/>
                    <a:pt x="56877" y="23052"/>
                  </a:cubicBezTo>
                  <a:cubicBezTo>
                    <a:pt x="56877" y="23052"/>
                    <a:pt x="55762" y="23842"/>
                    <a:pt x="55539" y="24000"/>
                  </a:cubicBezTo>
                  <a:cubicBezTo>
                    <a:pt x="55315" y="24000"/>
                    <a:pt x="54869" y="24000"/>
                    <a:pt x="54200" y="24315"/>
                  </a:cubicBezTo>
                  <a:cubicBezTo>
                    <a:pt x="53754" y="24789"/>
                    <a:pt x="52193" y="26368"/>
                    <a:pt x="52193" y="26368"/>
                  </a:cubicBezTo>
                  <a:cubicBezTo>
                    <a:pt x="52193" y="26368"/>
                    <a:pt x="51301" y="27473"/>
                    <a:pt x="51524" y="27789"/>
                  </a:cubicBezTo>
                  <a:cubicBezTo>
                    <a:pt x="51747" y="28105"/>
                    <a:pt x="52416" y="28578"/>
                    <a:pt x="52416" y="28578"/>
                  </a:cubicBezTo>
                  <a:cubicBezTo>
                    <a:pt x="52416" y="28578"/>
                    <a:pt x="52639" y="28421"/>
                    <a:pt x="52639" y="28894"/>
                  </a:cubicBezTo>
                  <a:cubicBezTo>
                    <a:pt x="52639" y="29368"/>
                    <a:pt x="53754" y="29526"/>
                    <a:pt x="53754" y="29526"/>
                  </a:cubicBezTo>
                  <a:cubicBezTo>
                    <a:pt x="53754" y="29526"/>
                    <a:pt x="54200" y="29684"/>
                    <a:pt x="53754" y="30000"/>
                  </a:cubicBezTo>
                  <a:cubicBezTo>
                    <a:pt x="53085" y="30315"/>
                    <a:pt x="51301" y="30473"/>
                    <a:pt x="51301" y="30473"/>
                  </a:cubicBezTo>
                  <a:cubicBezTo>
                    <a:pt x="49516" y="30473"/>
                    <a:pt x="49516" y="30473"/>
                    <a:pt x="49516" y="30473"/>
                  </a:cubicBezTo>
                  <a:cubicBezTo>
                    <a:pt x="49516" y="30473"/>
                    <a:pt x="48624" y="31263"/>
                    <a:pt x="48401" y="31263"/>
                  </a:cubicBezTo>
                  <a:cubicBezTo>
                    <a:pt x="47955" y="31421"/>
                    <a:pt x="47286" y="31736"/>
                    <a:pt x="47063" y="32210"/>
                  </a:cubicBezTo>
                  <a:cubicBezTo>
                    <a:pt x="47063" y="32526"/>
                    <a:pt x="45055" y="33789"/>
                    <a:pt x="45055" y="33789"/>
                  </a:cubicBezTo>
                  <a:cubicBezTo>
                    <a:pt x="45055" y="33789"/>
                    <a:pt x="45055" y="34263"/>
                    <a:pt x="45055" y="34421"/>
                  </a:cubicBezTo>
                  <a:cubicBezTo>
                    <a:pt x="45055" y="34578"/>
                    <a:pt x="44163" y="34894"/>
                    <a:pt x="44609" y="35052"/>
                  </a:cubicBezTo>
                  <a:cubicBezTo>
                    <a:pt x="45055" y="35210"/>
                    <a:pt x="45724" y="35368"/>
                    <a:pt x="46171" y="34736"/>
                  </a:cubicBezTo>
                  <a:cubicBezTo>
                    <a:pt x="46617" y="34263"/>
                    <a:pt x="46617" y="33473"/>
                    <a:pt x="46617" y="33473"/>
                  </a:cubicBezTo>
                  <a:cubicBezTo>
                    <a:pt x="46617" y="33473"/>
                    <a:pt x="47063" y="33157"/>
                    <a:pt x="47509" y="33157"/>
                  </a:cubicBezTo>
                  <a:cubicBezTo>
                    <a:pt x="48178" y="33157"/>
                    <a:pt x="48847" y="32684"/>
                    <a:pt x="49516" y="32526"/>
                  </a:cubicBezTo>
                  <a:cubicBezTo>
                    <a:pt x="50185" y="32526"/>
                    <a:pt x="51078" y="31736"/>
                    <a:pt x="51301" y="31736"/>
                  </a:cubicBezTo>
                  <a:cubicBezTo>
                    <a:pt x="51747" y="31736"/>
                    <a:pt x="51524" y="31894"/>
                    <a:pt x="52416" y="31736"/>
                  </a:cubicBezTo>
                  <a:cubicBezTo>
                    <a:pt x="53308" y="31736"/>
                    <a:pt x="54200" y="31736"/>
                    <a:pt x="54423" y="31578"/>
                  </a:cubicBezTo>
                  <a:cubicBezTo>
                    <a:pt x="54869" y="31421"/>
                    <a:pt x="56654" y="32210"/>
                    <a:pt x="56877" y="32368"/>
                  </a:cubicBezTo>
                  <a:cubicBezTo>
                    <a:pt x="56877" y="32526"/>
                    <a:pt x="55315" y="32684"/>
                    <a:pt x="55985" y="33000"/>
                  </a:cubicBezTo>
                  <a:cubicBezTo>
                    <a:pt x="56877" y="33315"/>
                    <a:pt x="56877" y="33473"/>
                    <a:pt x="57100" y="33473"/>
                  </a:cubicBezTo>
                  <a:cubicBezTo>
                    <a:pt x="57323" y="33473"/>
                    <a:pt x="57769" y="33315"/>
                    <a:pt x="58438" y="33157"/>
                  </a:cubicBezTo>
                  <a:cubicBezTo>
                    <a:pt x="58884" y="32842"/>
                    <a:pt x="57992" y="32368"/>
                    <a:pt x="59330" y="32684"/>
                  </a:cubicBezTo>
                  <a:cubicBezTo>
                    <a:pt x="60446" y="33000"/>
                    <a:pt x="60446" y="33315"/>
                    <a:pt x="60446" y="33315"/>
                  </a:cubicBezTo>
                  <a:cubicBezTo>
                    <a:pt x="60223" y="33631"/>
                    <a:pt x="60223" y="33631"/>
                    <a:pt x="60223" y="33631"/>
                  </a:cubicBezTo>
                  <a:cubicBezTo>
                    <a:pt x="59330" y="33789"/>
                    <a:pt x="59330" y="33789"/>
                    <a:pt x="59330" y="33789"/>
                  </a:cubicBezTo>
                  <a:cubicBezTo>
                    <a:pt x="57992" y="33631"/>
                    <a:pt x="57992" y="33631"/>
                    <a:pt x="57992" y="33631"/>
                  </a:cubicBezTo>
                  <a:cubicBezTo>
                    <a:pt x="57100" y="33947"/>
                    <a:pt x="57100" y="33947"/>
                    <a:pt x="57100" y="33947"/>
                  </a:cubicBezTo>
                  <a:cubicBezTo>
                    <a:pt x="57100" y="33947"/>
                    <a:pt x="56877" y="34105"/>
                    <a:pt x="56654" y="34105"/>
                  </a:cubicBezTo>
                  <a:cubicBezTo>
                    <a:pt x="56654" y="34105"/>
                    <a:pt x="54646" y="34263"/>
                    <a:pt x="54646" y="34263"/>
                  </a:cubicBezTo>
                  <a:cubicBezTo>
                    <a:pt x="53754" y="35210"/>
                    <a:pt x="53754" y="35210"/>
                    <a:pt x="53754" y="35210"/>
                  </a:cubicBezTo>
                  <a:cubicBezTo>
                    <a:pt x="53754" y="35210"/>
                    <a:pt x="54423" y="35842"/>
                    <a:pt x="54423" y="35842"/>
                  </a:cubicBezTo>
                  <a:cubicBezTo>
                    <a:pt x="54646" y="35842"/>
                    <a:pt x="55985" y="35526"/>
                    <a:pt x="55985" y="35684"/>
                  </a:cubicBezTo>
                  <a:cubicBezTo>
                    <a:pt x="56208" y="35684"/>
                    <a:pt x="56431" y="36000"/>
                    <a:pt x="56208" y="36157"/>
                  </a:cubicBezTo>
                  <a:cubicBezTo>
                    <a:pt x="56208" y="36315"/>
                    <a:pt x="55315" y="36789"/>
                    <a:pt x="55315" y="36789"/>
                  </a:cubicBezTo>
                  <a:cubicBezTo>
                    <a:pt x="54869" y="37421"/>
                    <a:pt x="54869" y="37421"/>
                    <a:pt x="54869" y="37421"/>
                  </a:cubicBezTo>
                  <a:cubicBezTo>
                    <a:pt x="54869" y="37421"/>
                    <a:pt x="55762" y="37578"/>
                    <a:pt x="55985" y="37578"/>
                  </a:cubicBezTo>
                  <a:cubicBezTo>
                    <a:pt x="55985" y="37578"/>
                    <a:pt x="57323" y="37578"/>
                    <a:pt x="57100" y="37736"/>
                  </a:cubicBezTo>
                  <a:cubicBezTo>
                    <a:pt x="57100" y="37736"/>
                    <a:pt x="55092" y="37894"/>
                    <a:pt x="55092" y="37894"/>
                  </a:cubicBezTo>
                  <a:cubicBezTo>
                    <a:pt x="55092" y="37894"/>
                    <a:pt x="53308" y="37736"/>
                    <a:pt x="53531" y="37736"/>
                  </a:cubicBezTo>
                  <a:cubicBezTo>
                    <a:pt x="53531" y="37894"/>
                    <a:pt x="53308" y="38210"/>
                    <a:pt x="53308" y="38368"/>
                  </a:cubicBezTo>
                  <a:cubicBezTo>
                    <a:pt x="53308" y="38368"/>
                    <a:pt x="52862" y="38842"/>
                    <a:pt x="52862" y="38842"/>
                  </a:cubicBezTo>
                  <a:cubicBezTo>
                    <a:pt x="52639" y="38842"/>
                    <a:pt x="52193" y="38842"/>
                    <a:pt x="51970" y="39000"/>
                  </a:cubicBezTo>
                  <a:cubicBezTo>
                    <a:pt x="51970" y="39157"/>
                    <a:pt x="51747" y="39473"/>
                    <a:pt x="51747" y="39789"/>
                  </a:cubicBezTo>
                  <a:cubicBezTo>
                    <a:pt x="51747" y="39947"/>
                    <a:pt x="52416" y="40421"/>
                    <a:pt x="52416" y="40421"/>
                  </a:cubicBezTo>
                  <a:cubicBezTo>
                    <a:pt x="52193" y="40736"/>
                    <a:pt x="52193" y="40736"/>
                    <a:pt x="52193" y="40736"/>
                  </a:cubicBezTo>
                  <a:cubicBezTo>
                    <a:pt x="51301" y="41368"/>
                    <a:pt x="51301" y="41368"/>
                    <a:pt x="51301" y="41368"/>
                  </a:cubicBezTo>
                  <a:cubicBezTo>
                    <a:pt x="51301" y="41368"/>
                    <a:pt x="50855" y="41526"/>
                    <a:pt x="50855" y="41684"/>
                  </a:cubicBezTo>
                  <a:cubicBezTo>
                    <a:pt x="51078" y="41684"/>
                    <a:pt x="50185" y="42000"/>
                    <a:pt x="50185" y="42000"/>
                  </a:cubicBezTo>
                  <a:cubicBezTo>
                    <a:pt x="48624" y="42631"/>
                    <a:pt x="48624" y="42631"/>
                    <a:pt x="48624" y="42631"/>
                  </a:cubicBezTo>
                  <a:cubicBezTo>
                    <a:pt x="48624" y="42631"/>
                    <a:pt x="48847" y="43105"/>
                    <a:pt x="48847" y="43263"/>
                  </a:cubicBezTo>
                  <a:cubicBezTo>
                    <a:pt x="48847" y="43263"/>
                    <a:pt x="49516" y="43578"/>
                    <a:pt x="49070" y="43894"/>
                  </a:cubicBezTo>
                  <a:cubicBezTo>
                    <a:pt x="48624" y="44052"/>
                    <a:pt x="48178" y="44210"/>
                    <a:pt x="47955" y="44368"/>
                  </a:cubicBezTo>
                  <a:cubicBezTo>
                    <a:pt x="47955" y="44368"/>
                    <a:pt x="47509" y="44526"/>
                    <a:pt x="47509" y="45000"/>
                  </a:cubicBezTo>
                  <a:cubicBezTo>
                    <a:pt x="47732" y="45315"/>
                    <a:pt x="47286" y="45789"/>
                    <a:pt x="47063" y="45789"/>
                  </a:cubicBezTo>
                  <a:cubicBezTo>
                    <a:pt x="47063" y="45789"/>
                    <a:pt x="46617" y="45947"/>
                    <a:pt x="46617" y="46421"/>
                  </a:cubicBezTo>
                  <a:cubicBezTo>
                    <a:pt x="46840" y="46736"/>
                    <a:pt x="46617" y="47842"/>
                    <a:pt x="46617" y="47842"/>
                  </a:cubicBezTo>
                  <a:cubicBezTo>
                    <a:pt x="46617" y="47842"/>
                    <a:pt x="47286" y="48473"/>
                    <a:pt x="47509" y="48473"/>
                  </a:cubicBezTo>
                  <a:cubicBezTo>
                    <a:pt x="47509" y="48473"/>
                    <a:pt x="48624" y="48157"/>
                    <a:pt x="48847" y="48315"/>
                  </a:cubicBezTo>
                  <a:cubicBezTo>
                    <a:pt x="49293" y="48315"/>
                    <a:pt x="49962" y="48631"/>
                    <a:pt x="49962" y="48631"/>
                  </a:cubicBezTo>
                  <a:cubicBezTo>
                    <a:pt x="49962" y="48631"/>
                    <a:pt x="49739" y="49421"/>
                    <a:pt x="49516" y="49578"/>
                  </a:cubicBezTo>
                  <a:cubicBezTo>
                    <a:pt x="49293" y="49578"/>
                    <a:pt x="47955" y="49736"/>
                    <a:pt x="47955" y="49736"/>
                  </a:cubicBezTo>
                  <a:cubicBezTo>
                    <a:pt x="47955" y="49736"/>
                    <a:pt x="47286" y="49421"/>
                    <a:pt x="47063" y="49421"/>
                  </a:cubicBezTo>
                  <a:cubicBezTo>
                    <a:pt x="46840" y="49578"/>
                    <a:pt x="45724" y="50368"/>
                    <a:pt x="45724" y="50368"/>
                  </a:cubicBezTo>
                  <a:cubicBezTo>
                    <a:pt x="45724" y="50368"/>
                    <a:pt x="45724" y="50842"/>
                    <a:pt x="45501" y="50842"/>
                  </a:cubicBezTo>
                  <a:cubicBezTo>
                    <a:pt x="45055" y="51000"/>
                    <a:pt x="44832" y="50684"/>
                    <a:pt x="44832" y="51000"/>
                  </a:cubicBezTo>
                  <a:cubicBezTo>
                    <a:pt x="44832" y="51157"/>
                    <a:pt x="44832" y="51631"/>
                    <a:pt x="44832" y="51789"/>
                  </a:cubicBezTo>
                  <a:cubicBezTo>
                    <a:pt x="44832" y="52105"/>
                    <a:pt x="44832" y="52578"/>
                    <a:pt x="44832" y="52578"/>
                  </a:cubicBezTo>
                  <a:cubicBezTo>
                    <a:pt x="44832" y="52578"/>
                    <a:pt x="44386" y="53210"/>
                    <a:pt x="44163" y="53526"/>
                  </a:cubicBezTo>
                  <a:cubicBezTo>
                    <a:pt x="43940" y="53842"/>
                    <a:pt x="43494" y="54631"/>
                    <a:pt x="43494" y="54789"/>
                  </a:cubicBezTo>
                  <a:cubicBezTo>
                    <a:pt x="43717" y="54947"/>
                    <a:pt x="44163" y="55736"/>
                    <a:pt x="44163" y="55736"/>
                  </a:cubicBezTo>
                  <a:cubicBezTo>
                    <a:pt x="42602" y="56368"/>
                    <a:pt x="42602" y="56368"/>
                    <a:pt x="42602" y="56368"/>
                  </a:cubicBezTo>
                  <a:cubicBezTo>
                    <a:pt x="43048" y="57157"/>
                    <a:pt x="43048" y="57157"/>
                    <a:pt x="43048" y="57157"/>
                  </a:cubicBezTo>
                  <a:cubicBezTo>
                    <a:pt x="43048" y="57157"/>
                    <a:pt x="43271" y="57157"/>
                    <a:pt x="43271" y="57315"/>
                  </a:cubicBezTo>
                  <a:cubicBezTo>
                    <a:pt x="43271" y="57631"/>
                    <a:pt x="42156" y="58105"/>
                    <a:pt x="42156" y="58105"/>
                  </a:cubicBezTo>
                  <a:cubicBezTo>
                    <a:pt x="42156" y="58105"/>
                    <a:pt x="42156" y="58894"/>
                    <a:pt x="42156" y="59052"/>
                  </a:cubicBezTo>
                  <a:cubicBezTo>
                    <a:pt x="42156" y="59210"/>
                    <a:pt x="41040" y="58578"/>
                    <a:pt x="41040" y="58578"/>
                  </a:cubicBezTo>
                  <a:cubicBezTo>
                    <a:pt x="40148" y="58736"/>
                    <a:pt x="40148" y="58736"/>
                    <a:pt x="40148" y="58736"/>
                  </a:cubicBezTo>
                  <a:cubicBezTo>
                    <a:pt x="40148" y="59368"/>
                    <a:pt x="40148" y="59368"/>
                    <a:pt x="40148" y="59368"/>
                  </a:cubicBezTo>
                  <a:cubicBezTo>
                    <a:pt x="39702" y="60000"/>
                    <a:pt x="39702" y="60000"/>
                    <a:pt x="39702" y="60000"/>
                  </a:cubicBezTo>
                  <a:cubicBezTo>
                    <a:pt x="38141" y="60000"/>
                    <a:pt x="38141" y="60000"/>
                    <a:pt x="38141" y="60000"/>
                  </a:cubicBezTo>
                  <a:cubicBezTo>
                    <a:pt x="38141" y="60000"/>
                    <a:pt x="36802" y="60631"/>
                    <a:pt x="36802" y="60631"/>
                  </a:cubicBezTo>
                  <a:cubicBezTo>
                    <a:pt x="37026" y="60789"/>
                    <a:pt x="36356" y="61263"/>
                    <a:pt x="37026" y="61263"/>
                  </a:cubicBezTo>
                  <a:cubicBezTo>
                    <a:pt x="37472" y="61263"/>
                    <a:pt x="37695" y="61263"/>
                    <a:pt x="37918" y="61263"/>
                  </a:cubicBezTo>
                  <a:cubicBezTo>
                    <a:pt x="38364" y="61105"/>
                    <a:pt x="39256" y="60789"/>
                    <a:pt x="39479" y="60789"/>
                  </a:cubicBezTo>
                  <a:cubicBezTo>
                    <a:pt x="39702" y="60789"/>
                    <a:pt x="40371" y="60789"/>
                    <a:pt x="39925" y="61105"/>
                  </a:cubicBezTo>
                  <a:cubicBezTo>
                    <a:pt x="39479" y="61421"/>
                    <a:pt x="39033" y="61421"/>
                    <a:pt x="38810" y="61578"/>
                  </a:cubicBezTo>
                  <a:cubicBezTo>
                    <a:pt x="38364" y="61736"/>
                    <a:pt x="37695" y="61736"/>
                    <a:pt x="37695" y="62210"/>
                  </a:cubicBezTo>
                  <a:cubicBezTo>
                    <a:pt x="37695" y="62684"/>
                    <a:pt x="37472" y="63157"/>
                    <a:pt x="37472" y="63157"/>
                  </a:cubicBezTo>
                  <a:cubicBezTo>
                    <a:pt x="39033" y="62842"/>
                    <a:pt x="39033" y="62842"/>
                    <a:pt x="39033" y="62842"/>
                  </a:cubicBezTo>
                  <a:cubicBezTo>
                    <a:pt x="39033" y="62842"/>
                    <a:pt x="39479" y="62684"/>
                    <a:pt x="39479" y="63157"/>
                  </a:cubicBezTo>
                  <a:cubicBezTo>
                    <a:pt x="39702" y="63789"/>
                    <a:pt x="39033" y="63947"/>
                    <a:pt x="38587" y="63947"/>
                  </a:cubicBezTo>
                  <a:cubicBezTo>
                    <a:pt x="38364" y="63947"/>
                    <a:pt x="37249" y="63315"/>
                    <a:pt x="37249" y="63315"/>
                  </a:cubicBezTo>
                  <a:cubicBezTo>
                    <a:pt x="36356" y="63789"/>
                    <a:pt x="36356" y="63789"/>
                    <a:pt x="36356" y="63789"/>
                  </a:cubicBezTo>
                  <a:cubicBezTo>
                    <a:pt x="36356" y="63789"/>
                    <a:pt x="36133" y="63631"/>
                    <a:pt x="35241" y="64105"/>
                  </a:cubicBezTo>
                  <a:cubicBezTo>
                    <a:pt x="34349" y="64736"/>
                    <a:pt x="33903" y="65526"/>
                    <a:pt x="33903" y="65684"/>
                  </a:cubicBezTo>
                  <a:cubicBezTo>
                    <a:pt x="33903" y="65842"/>
                    <a:pt x="33903" y="66157"/>
                    <a:pt x="33234" y="66473"/>
                  </a:cubicBezTo>
                  <a:cubicBezTo>
                    <a:pt x="32788" y="66631"/>
                    <a:pt x="32118" y="67105"/>
                    <a:pt x="32118" y="67105"/>
                  </a:cubicBezTo>
                  <a:cubicBezTo>
                    <a:pt x="32118" y="67105"/>
                    <a:pt x="31895" y="67578"/>
                    <a:pt x="31672" y="67894"/>
                  </a:cubicBezTo>
                  <a:cubicBezTo>
                    <a:pt x="31449" y="68210"/>
                    <a:pt x="31449" y="68210"/>
                    <a:pt x="31449" y="68210"/>
                  </a:cubicBezTo>
                  <a:cubicBezTo>
                    <a:pt x="32342" y="68842"/>
                    <a:pt x="32342" y="68842"/>
                    <a:pt x="32342" y="68842"/>
                  </a:cubicBezTo>
                  <a:cubicBezTo>
                    <a:pt x="30780" y="69473"/>
                    <a:pt x="30780" y="69473"/>
                    <a:pt x="30780" y="69473"/>
                  </a:cubicBezTo>
                  <a:cubicBezTo>
                    <a:pt x="30111" y="69789"/>
                    <a:pt x="30111" y="69789"/>
                    <a:pt x="30111" y="69789"/>
                  </a:cubicBezTo>
                  <a:cubicBezTo>
                    <a:pt x="30111" y="69789"/>
                    <a:pt x="28773" y="70736"/>
                    <a:pt x="29665" y="70894"/>
                  </a:cubicBezTo>
                  <a:cubicBezTo>
                    <a:pt x="30780" y="71052"/>
                    <a:pt x="31449" y="71052"/>
                    <a:pt x="31449" y="71052"/>
                  </a:cubicBezTo>
                  <a:cubicBezTo>
                    <a:pt x="31449" y="71052"/>
                    <a:pt x="31226" y="72000"/>
                    <a:pt x="31449" y="72000"/>
                  </a:cubicBezTo>
                  <a:cubicBezTo>
                    <a:pt x="31672" y="72000"/>
                    <a:pt x="33680" y="72000"/>
                    <a:pt x="33680" y="72000"/>
                  </a:cubicBezTo>
                  <a:cubicBezTo>
                    <a:pt x="34795" y="71368"/>
                    <a:pt x="34795" y="71368"/>
                    <a:pt x="34795" y="71368"/>
                  </a:cubicBezTo>
                  <a:cubicBezTo>
                    <a:pt x="35464" y="71052"/>
                    <a:pt x="35464" y="71052"/>
                    <a:pt x="35464" y="71052"/>
                  </a:cubicBezTo>
                  <a:cubicBezTo>
                    <a:pt x="35910" y="71684"/>
                    <a:pt x="35910" y="71684"/>
                    <a:pt x="35910" y="71684"/>
                  </a:cubicBezTo>
                  <a:cubicBezTo>
                    <a:pt x="35910" y="71684"/>
                    <a:pt x="35464" y="72157"/>
                    <a:pt x="35018" y="72157"/>
                  </a:cubicBezTo>
                  <a:cubicBezTo>
                    <a:pt x="34349" y="72157"/>
                    <a:pt x="34572" y="72157"/>
                    <a:pt x="34126" y="72473"/>
                  </a:cubicBezTo>
                  <a:cubicBezTo>
                    <a:pt x="33457" y="72947"/>
                    <a:pt x="33234" y="73105"/>
                    <a:pt x="32788" y="73105"/>
                  </a:cubicBezTo>
                  <a:cubicBezTo>
                    <a:pt x="32565" y="73105"/>
                    <a:pt x="32118" y="73578"/>
                    <a:pt x="31672" y="72947"/>
                  </a:cubicBezTo>
                  <a:cubicBezTo>
                    <a:pt x="31449" y="72473"/>
                    <a:pt x="31003" y="72000"/>
                    <a:pt x="31003" y="72000"/>
                  </a:cubicBezTo>
                  <a:cubicBezTo>
                    <a:pt x="28996" y="71368"/>
                    <a:pt x="28996" y="71368"/>
                    <a:pt x="28996" y="71368"/>
                  </a:cubicBezTo>
                  <a:cubicBezTo>
                    <a:pt x="28550" y="71526"/>
                    <a:pt x="28550" y="71526"/>
                    <a:pt x="28550" y="71526"/>
                  </a:cubicBezTo>
                  <a:cubicBezTo>
                    <a:pt x="28550" y="71526"/>
                    <a:pt x="28327" y="72157"/>
                    <a:pt x="28104" y="72157"/>
                  </a:cubicBezTo>
                  <a:cubicBezTo>
                    <a:pt x="27881" y="72157"/>
                    <a:pt x="26542" y="72157"/>
                    <a:pt x="26096" y="72157"/>
                  </a:cubicBezTo>
                  <a:cubicBezTo>
                    <a:pt x="25873" y="72157"/>
                    <a:pt x="25427" y="72157"/>
                    <a:pt x="25427" y="72000"/>
                  </a:cubicBezTo>
                  <a:cubicBezTo>
                    <a:pt x="25204" y="71684"/>
                    <a:pt x="25427" y="71684"/>
                    <a:pt x="25204" y="71526"/>
                  </a:cubicBezTo>
                  <a:cubicBezTo>
                    <a:pt x="24981" y="71368"/>
                    <a:pt x="24535" y="70736"/>
                    <a:pt x="24089" y="70894"/>
                  </a:cubicBezTo>
                  <a:cubicBezTo>
                    <a:pt x="23866" y="70894"/>
                    <a:pt x="22750" y="71210"/>
                    <a:pt x="22750" y="71210"/>
                  </a:cubicBezTo>
                  <a:cubicBezTo>
                    <a:pt x="22527" y="72473"/>
                    <a:pt x="22527" y="72473"/>
                    <a:pt x="22527" y="72473"/>
                  </a:cubicBezTo>
                  <a:cubicBezTo>
                    <a:pt x="22527" y="72473"/>
                    <a:pt x="21858" y="72473"/>
                    <a:pt x="22081" y="72789"/>
                  </a:cubicBezTo>
                  <a:cubicBezTo>
                    <a:pt x="22081" y="73105"/>
                    <a:pt x="22973" y="73421"/>
                    <a:pt x="22973" y="73421"/>
                  </a:cubicBezTo>
                  <a:cubicBezTo>
                    <a:pt x="22973" y="73421"/>
                    <a:pt x="23420" y="73736"/>
                    <a:pt x="23420" y="73894"/>
                  </a:cubicBezTo>
                  <a:cubicBezTo>
                    <a:pt x="23643" y="74210"/>
                    <a:pt x="22973" y="74526"/>
                    <a:pt x="22973" y="74526"/>
                  </a:cubicBezTo>
                  <a:cubicBezTo>
                    <a:pt x="22973" y="74526"/>
                    <a:pt x="21858" y="74526"/>
                    <a:pt x="21635" y="74842"/>
                  </a:cubicBezTo>
                  <a:cubicBezTo>
                    <a:pt x="21635" y="75000"/>
                    <a:pt x="21858" y="75473"/>
                    <a:pt x="21635" y="75473"/>
                  </a:cubicBezTo>
                  <a:cubicBezTo>
                    <a:pt x="21412" y="75631"/>
                    <a:pt x="21189" y="75947"/>
                    <a:pt x="21189" y="76105"/>
                  </a:cubicBezTo>
                  <a:cubicBezTo>
                    <a:pt x="21189" y="76105"/>
                    <a:pt x="21635" y="76894"/>
                    <a:pt x="21635" y="76894"/>
                  </a:cubicBezTo>
                  <a:cubicBezTo>
                    <a:pt x="21635" y="76894"/>
                    <a:pt x="21635" y="77526"/>
                    <a:pt x="21189" y="77210"/>
                  </a:cubicBezTo>
                  <a:cubicBezTo>
                    <a:pt x="20743" y="76894"/>
                    <a:pt x="19405" y="76421"/>
                    <a:pt x="19405" y="76421"/>
                  </a:cubicBezTo>
                  <a:cubicBezTo>
                    <a:pt x="18513" y="75947"/>
                    <a:pt x="18513" y="75947"/>
                    <a:pt x="18513" y="75947"/>
                  </a:cubicBezTo>
                  <a:cubicBezTo>
                    <a:pt x="18513" y="75947"/>
                    <a:pt x="17620" y="76421"/>
                    <a:pt x="17397" y="76421"/>
                  </a:cubicBezTo>
                  <a:cubicBezTo>
                    <a:pt x="17397" y="76578"/>
                    <a:pt x="15836" y="76421"/>
                    <a:pt x="15390" y="76578"/>
                  </a:cubicBezTo>
                  <a:cubicBezTo>
                    <a:pt x="15167" y="76736"/>
                    <a:pt x="15167" y="76894"/>
                    <a:pt x="14944" y="77210"/>
                  </a:cubicBezTo>
                  <a:cubicBezTo>
                    <a:pt x="14498" y="77526"/>
                    <a:pt x="13828" y="77526"/>
                    <a:pt x="14498" y="78000"/>
                  </a:cubicBezTo>
                  <a:cubicBezTo>
                    <a:pt x="14944" y="78473"/>
                    <a:pt x="16059" y="78631"/>
                    <a:pt x="16059" y="78631"/>
                  </a:cubicBezTo>
                  <a:cubicBezTo>
                    <a:pt x="16059" y="78631"/>
                    <a:pt x="16505" y="78789"/>
                    <a:pt x="16059" y="79263"/>
                  </a:cubicBezTo>
                  <a:cubicBezTo>
                    <a:pt x="15613" y="79894"/>
                    <a:pt x="14721" y="79421"/>
                    <a:pt x="14498" y="79421"/>
                  </a:cubicBezTo>
                  <a:cubicBezTo>
                    <a:pt x="14275" y="79263"/>
                    <a:pt x="13382" y="78789"/>
                    <a:pt x="13159" y="78947"/>
                  </a:cubicBezTo>
                  <a:cubicBezTo>
                    <a:pt x="12936" y="79105"/>
                    <a:pt x="12267" y="79894"/>
                    <a:pt x="12267" y="79894"/>
                  </a:cubicBezTo>
                  <a:cubicBezTo>
                    <a:pt x="12267" y="79894"/>
                    <a:pt x="11598" y="80052"/>
                    <a:pt x="11375" y="79894"/>
                  </a:cubicBezTo>
                  <a:cubicBezTo>
                    <a:pt x="11152" y="79894"/>
                    <a:pt x="10483" y="79105"/>
                    <a:pt x="10260" y="79263"/>
                  </a:cubicBezTo>
                  <a:cubicBezTo>
                    <a:pt x="10037" y="79421"/>
                    <a:pt x="9814" y="79736"/>
                    <a:pt x="9814" y="79894"/>
                  </a:cubicBezTo>
                  <a:cubicBezTo>
                    <a:pt x="9814" y="80052"/>
                    <a:pt x="10260" y="80368"/>
                    <a:pt x="10037" y="80526"/>
                  </a:cubicBezTo>
                  <a:cubicBezTo>
                    <a:pt x="10037" y="80684"/>
                    <a:pt x="8921" y="80842"/>
                    <a:pt x="8698" y="81000"/>
                  </a:cubicBezTo>
                  <a:cubicBezTo>
                    <a:pt x="8698" y="81157"/>
                    <a:pt x="8698" y="80842"/>
                    <a:pt x="8252" y="81473"/>
                  </a:cubicBezTo>
                  <a:cubicBezTo>
                    <a:pt x="8029" y="82105"/>
                    <a:pt x="8252" y="82105"/>
                    <a:pt x="8029" y="82105"/>
                  </a:cubicBezTo>
                  <a:cubicBezTo>
                    <a:pt x="7583" y="82263"/>
                    <a:pt x="6691" y="81789"/>
                    <a:pt x="6691" y="81789"/>
                  </a:cubicBezTo>
                  <a:cubicBezTo>
                    <a:pt x="6691" y="81789"/>
                    <a:pt x="6022" y="81315"/>
                    <a:pt x="6022" y="81789"/>
                  </a:cubicBezTo>
                  <a:cubicBezTo>
                    <a:pt x="6022" y="82421"/>
                    <a:pt x="5799" y="83052"/>
                    <a:pt x="5799" y="83052"/>
                  </a:cubicBezTo>
                  <a:cubicBezTo>
                    <a:pt x="6468" y="83368"/>
                    <a:pt x="6468" y="83368"/>
                    <a:pt x="6468" y="83368"/>
                  </a:cubicBezTo>
                  <a:cubicBezTo>
                    <a:pt x="6468" y="83368"/>
                    <a:pt x="6245" y="83684"/>
                    <a:pt x="6022" y="83684"/>
                  </a:cubicBezTo>
                  <a:cubicBezTo>
                    <a:pt x="6022" y="83684"/>
                    <a:pt x="5576" y="83526"/>
                    <a:pt x="5353" y="83210"/>
                  </a:cubicBezTo>
                  <a:cubicBezTo>
                    <a:pt x="5130" y="83052"/>
                    <a:pt x="5353" y="83052"/>
                    <a:pt x="4684" y="82894"/>
                  </a:cubicBezTo>
                  <a:cubicBezTo>
                    <a:pt x="4014" y="82736"/>
                    <a:pt x="3568" y="82421"/>
                    <a:pt x="3568" y="82736"/>
                  </a:cubicBezTo>
                  <a:cubicBezTo>
                    <a:pt x="3568" y="82894"/>
                    <a:pt x="3345" y="83210"/>
                    <a:pt x="3568" y="83368"/>
                  </a:cubicBezTo>
                  <a:cubicBezTo>
                    <a:pt x="3791" y="83684"/>
                    <a:pt x="4237" y="84000"/>
                    <a:pt x="4237" y="84000"/>
                  </a:cubicBezTo>
                  <a:cubicBezTo>
                    <a:pt x="4460" y="84000"/>
                    <a:pt x="4460" y="84000"/>
                    <a:pt x="4460" y="84000"/>
                  </a:cubicBezTo>
                  <a:cubicBezTo>
                    <a:pt x="4460" y="84000"/>
                    <a:pt x="4237" y="84473"/>
                    <a:pt x="4014" y="84473"/>
                  </a:cubicBezTo>
                  <a:cubicBezTo>
                    <a:pt x="3791" y="84631"/>
                    <a:pt x="3568" y="84315"/>
                    <a:pt x="3345" y="84315"/>
                  </a:cubicBezTo>
                  <a:cubicBezTo>
                    <a:pt x="3345" y="84315"/>
                    <a:pt x="2676" y="84631"/>
                    <a:pt x="2676" y="84631"/>
                  </a:cubicBezTo>
                  <a:cubicBezTo>
                    <a:pt x="2676" y="84631"/>
                    <a:pt x="2899" y="84947"/>
                    <a:pt x="2899" y="85105"/>
                  </a:cubicBezTo>
                  <a:cubicBezTo>
                    <a:pt x="2899" y="85263"/>
                    <a:pt x="2230" y="85421"/>
                    <a:pt x="2230" y="85578"/>
                  </a:cubicBezTo>
                  <a:cubicBezTo>
                    <a:pt x="2007" y="85578"/>
                    <a:pt x="1784" y="85736"/>
                    <a:pt x="1784" y="85894"/>
                  </a:cubicBezTo>
                  <a:cubicBezTo>
                    <a:pt x="1784" y="86052"/>
                    <a:pt x="2007" y="86526"/>
                    <a:pt x="2230" y="86368"/>
                  </a:cubicBezTo>
                  <a:cubicBezTo>
                    <a:pt x="2453" y="86368"/>
                    <a:pt x="3568" y="86526"/>
                    <a:pt x="3568" y="86526"/>
                  </a:cubicBezTo>
                  <a:cubicBezTo>
                    <a:pt x="3568" y="86526"/>
                    <a:pt x="3345" y="86842"/>
                    <a:pt x="3122" y="87000"/>
                  </a:cubicBezTo>
                  <a:cubicBezTo>
                    <a:pt x="2899" y="87000"/>
                    <a:pt x="2676" y="87315"/>
                    <a:pt x="2453" y="87473"/>
                  </a:cubicBezTo>
                  <a:cubicBezTo>
                    <a:pt x="2230" y="87789"/>
                    <a:pt x="2676" y="88421"/>
                    <a:pt x="3122" y="88578"/>
                  </a:cubicBezTo>
                  <a:cubicBezTo>
                    <a:pt x="3791" y="88736"/>
                    <a:pt x="4460" y="88736"/>
                    <a:pt x="4460" y="89052"/>
                  </a:cubicBezTo>
                  <a:cubicBezTo>
                    <a:pt x="4237" y="89210"/>
                    <a:pt x="3122" y="89842"/>
                    <a:pt x="2899" y="90000"/>
                  </a:cubicBezTo>
                  <a:cubicBezTo>
                    <a:pt x="2676" y="90000"/>
                    <a:pt x="2230" y="90157"/>
                    <a:pt x="2230" y="90473"/>
                  </a:cubicBezTo>
                  <a:cubicBezTo>
                    <a:pt x="2230" y="90789"/>
                    <a:pt x="2230" y="90947"/>
                    <a:pt x="1784" y="91105"/>
                  </a:cubicBezTo>
                  <a:cubicBezTo>
                    <a:pt x="1338" y="91263"/>
                    <a:pt x="1115" y="91105"/>
                    <a:pt x="1115" y="91578"/>
                  </a:cubicBezTo>
                  <a:cubicBezTo>
                    <a:pt x="1115" y="91894"/>
                    <a:pt x="1338" y="92052"/>
                    <a:pt x="1561" y="92052"/>
                  </a:cubicBezTo>
                  <a:cubicBezTo>
                    <a:pt x="1784" y="92052"/>
                    <a:pt x="1784" y="92052"/>
                    <a:pt x="1784" y="92052"/>
                  </a:cubicBezTo>
                  <a:cubicBezTo>
                    <a:pt x="3568" y="91894"/>
                    <a:pt x="3568" y="91894"/>
                    <a:pt x="3568" y="91894"/>
                  </a:cubicBezTo>
                  <a:cubicBezTo>
                    <a:pt x="3568" y="91894"/>
                    <a:pt x="3345" y="92368"/>
                    <a:pt x="3345" y="92526"/>
                  </a:cubicBezTo>
                  <a:cubicBezTo>
                    <a:pt x="3345" y="92684"/>
                    <a:pt x="2007" y="93631"/>
                    <a:pt x="2007" y="93631"/>
                  </a:cubicBezTo>
                  <a:cubicBezTo>
                    <a:pt x="2007" y="93631"/>
                    <a:pt x="2230" y="94105"/>
                    <a:pt x="2007" y="94105"/>
                  </a:cubicBezTo>
                  <a:cubicBezTo>
                    <a:pt x="1561" y="94263"/>
                    <a:pt x="1115" y="94421"/>
                    <a:pt x="892" y="94578"/>
                  </a:cubicBezTo>
                  <a:cubicBezTo>
                    <a:pt x="892" y="94736"/>
                    <a:pt x="892" y="95052"/>
                    <a:pt x="892" y="95210"/>
                  </a:cubicBezTo>
                  <a:cubicBezTo>
                    <a:pt x="1115" y="95526"/>
                    <a:pt x="1561" y="96000"/>
                    <a:pt x="1561" y="96157"/>
                  </a:cubicBezTo>
                  <a:cubicBezTo>
                    <a:pt x="1784" y="96315"/>
                    <a:pt x="1338" y="96631"/>
                    <a:pt x="1338" y="96631"/>
                  </a:cubicBezTo>
                  <a:cubicBezTo>
                    <a:pt x="892" y="97894"/>
                    <a:pt x="892" y="97894"/>
                    <a:pt x="892" y="97894"/>
                  </a:cubicBezTo>
                  <a:cubicBezTo>
                    <a:pt x="892" y="97894"/>
                    <a:pt x="892" y="98526"/>
                    <a:pt x="892" y="98684"/>
                  </a:cubicBezTo>
                  <a:cubicBezTo>
                    <a:pt x="892" y="98842"/>
                    <a:pt x="0" y="99000"/>
                    <a:pt x="446" y="99473"/>
                  </a:cubicBezTo>
                  <a:cubicBezTo>
                    <a:pt x="892" y="99789"/>
                    <a:pt x="1115" y="99947"/>
                    <a:pt x="1338" y="100105"/>
                  </a:cubicBezTo>
                  <a:cubicBezTo>
                    <a:pt x="1784" y="100105"/>
                    <a:pt x="2899" y="100105"/>
                    <a:pt x="2899" y="100263"/>
                  </a:cubicBezTo>
                  <a:cubicBezTo>
                    <a:pt x="2899" y="100263"/>
                    <a:pt x="2899" y="100421"/>
                    <a:pt x="2230" y="100578"/>
                  </a:cubicBezTo>
                  <a:cubicBezTo>
                    <a:pt x="1784" y="100578"/>
                    <a:pt x="1338" y="100421"/>
                    <a:pt x="1338" y="100736"/>
                  </a:cubicBezTo>
                  <a:cubicBezTo>
                    <a:pt x="1115" y="100894"/>
                    <a:pt x="223" y="101842"/>
                    <a:pt x="223" y="101842"/>
                  </a:cubicBezTo>
                  <a:cubicBezTo>
                    <a:pt x="1338" y="102789"/>
                    <a:pt x="1338" y="102789"/>
                    <a:pt x="1338" y="102789"/>
                  </a:cubicBezTo>
                  <a:cubicBezTo>
                    <a:pt x="1338" y="102789"/>
                    <a:pt x="1784" y="102473"/>
                    <a:pt x="2007" y="102473"/>
                  </a:cubicBezTo>
                  <a:cubicBezTo>
                    <a:pt x="2230" y="102315"/>
                    <a:pt x="2899" y="102473"/>
                    <a:pt x="2899" y="102631"/>
                  </a:cubicBezTo>
                  <a:cubicBezTo>
                    <a:pt x="2899" y="102631"/>
                    <a:pt x="2453" y="103105"/>
                    <a:pt x="2230" y="103105"/>
                  </a:cubicBezTo>
                  <a:cubicBezTo>
                    <a:pt x="2230" y="103263"/>
                    <a:pt x="1561" y="103421"/>
                    <a:pt x="1561" y="103578"/>
                  </a:cubicBezTo>
                  <a:cubicBezTo>
                    <a:pt x="1561" y="103578"/>
                    <a:pt x="2230" y="104210"/>
                    <a:pt x="2230" y="104210"/>
                  </a:cubicBezTo>
                  <a:cubicBezTo>
                    <a:pt x="2230" y="104210"/>
                    <a:pt x="2676" y="104210"/>
                    <a:pt x="2676" y="104526"/>
                  </a:cubicBezTo>
                  <a:cubicBezTo>
                    <a:pt x="2676" y="104684"/>
                    <a:pt x="1784" y="105000"/>
                    <a:pt x="1784" y="105000"/>
                  </a:cubicBezTo>
                  <a:cubicBezTo>
                    <a:pt x="2007" y="105473"/>
                    <a:pt x="2007" y="105473"/>
                    <a:pt x="2007" y="105473"/>
                  </a:cubicBezTo>
                  <a:cubicBezTo>
                    <a:pt x="1338" y="106421"/>
                    <a:pt x="1338" y="106421"/>
                    <a:pt x="1338" y="106421"/>
                  </a:cubicBezTo>
                  <a:cubicBezTo>
                    <a:pt x="2453" y="106894"/>
                    <a:pt x="2453" y="106894"/>
                    <a:pt x="2453" y="106894"/>
                  </a:cubicBezTo>
                  <a:cubicBezTo>
                    <a:pt x="2453" y="106894"/>
                    <a:pt x="3345" y="106894"/>
                    <a:pt x="3122" y="107368"/>
                  </a:cubicBezTo>
                  <a:cubicBezTo>
                    <a:pt x="2676" y="107684"/>
                    <a:pt x="2007" y="108000"/>
                    <a:pt x="2007" y="108157"/>
                  </a:cubicBezTo>
                  <a:cubicBezTo>
                    <a:pt x="2007" y="108473"/>
                    <a:pt x="1784" y="108789"/>
                    <a:pt x="2230" y="108947"/>
                  </a:cubicBezTo>
                  <a:cubicBezTo>
                    <a:pt x="2676" y="108947"/>
                    <a:pt x="2676" y="109105"/>
                    <a:pt x="2899" y="108947"/>
                  </a:cubicBezTo>
                  <a:cubicBezTo>
                    <a:pt x="3345" y="108789"/>
                    <a:pt x="3791" y="108631"/>
                    <a:pt x="3791" y="108631"/>
                  </a:cubicBezTo>
                  <a:cubicBezTo>
                    <a:pt x="3791" y="108631"/>
                    <a:pt x="4460" y="108315"/>
                    <a:pt x="4907" y="108315"/>
                  </a:cubicBezTo>
                  <a:cubicBezTo>
                    <a:pt x="5130" y="108315"/>
                    <a:pt x="5576" y="108473"/>
                    <a:pt x="5799" y="108631"/>
                  </a:cubicBezTo>
                  <a:cubicBezTo>
                    <a:pt x="5799" y="108789"/>
                    <a:pt x="5799" y="108947"/>
                    <a:pt x="6022" y="109105"/>
                  </a:cubicBezTo>
                  <a:cubicBezTo>
                    <a:pt x="6245" y="109105"/>
                    <a:pt x="5799" y="109894"/>
                    <a:pt x="5799" y="109894"/>
                  </a:cubicBezTo>
                  <a:cubicBezTo>
                    <a:pt x="5130" y="110526"/>
                    <a:pt x="5130" y="110526"/>
                    <a:pt x="5130" y="110526"/>
                  </a:cubicBezTo>
                  <a:cubicBezTo>
                    <a:pt x="5130" y="110526"/>
                    <a:pt x="5799" y="111157"/>
                    <a:pt x="5576" y="111157"/>
                  </a:cubicBezTo>
                  <a:cubicBezTo>
                    <a:pt x="5576" y="111157"/>
                    <a:pt x="4460" y="111315"/>
                    <a:pt x="4237" y="111315"/>
                  </a:cubicBezTo>
                  <a:cubicBezTo>
                    <a:pt x="4014" y="111315"/>
                    <a:pt x="3791" y="111157"/>
                    <a:pt x="3791" y="111473"/>
                  </a:cubicBezTo>
                  <a:cubicBezTo>
                    <a:pt x="3568" y="111789"/>
                    <a:pt x="2899" y="112578"/>
                    <a:pt x="2899" y="112578"/>
                  </a:cubicBezTo>
                  <a:cubicBezTo>
                    <a:pt x="2899" y="112578"/>
                    <a:pt x="2676" y="112894"/>
                    <a:pt x="2899" y="113210"/>
                  </a:cubicBezTo>
                  <a:cubicBezTo>
                    <a:pt x="3122" y="113526"/>
                    <a:pt x="4014" y="114631"/>
                    <a:pt x="4014" y="114631"/>
                  </a:cubicBezTo>
                  <a:cubicBezTo>
                    <a:pt x="4014" y="114789"/>
                    <a:pt x="4460" y="115263"/>
                    <a:pt x="5130" y="115578"/>
                  </a:cubicBezTo>
                  <a:cubicBezTo>
                    <a:pt x="5799" y="115894"/>
                    <a:pt x="6245" y="115894"/>
                    <a:pt x="6245" y="116210"/>
                  </a:cubicBezTo>
                  <a:cubicBezTo>
                    <a:pt x="6468" y="116526"/>
                    <a:pt x="6468" y="116526"/>
                    <a:pt x="6468" y="116526"/>
                  </a:cubicBezTo>
                  <a:cubicBezTo>
                    <a:pt x="7360" y="117157"/>
                    <a:pt x="7360" y="117157"/>
                    <a:pt x="7360" y="117157"/>
                  </a:cubicBezTo>
                  <a:cubicBezTo>
                    <a:pt x="7360" y="117157"/>
                    <a:pt x="7806" y="117315"/>
                    <a:pt x="8475" y="117315"/>
                  </a:cubicBezTo>
                  <a:cubicBezTo>
                    <a:pt x="9144" y="117473"/>
                    <a:pt x="10037" y="117473"/>
                    <a:pt x="10037" y="117631"/>
                  </a:cubicBezTo>
                  <a:cubicBezTo>
                    <a:pt x="10260" y="117631"/>
                    <a:pt x="9368" y="118105"/>
                    <a:pt x="9368" y="118105"/>
                  </a:cubicBezTo>
                  <a:cubicBezTo>
                    <a:pt x="9368" y="118105"/>
                    <a:pt x="8252" y="118736"/>
                    <a:pt x="8698" y="118894"/>
                  </a:cubicBezTo>
                  <a:cubicBezTo>
                    <a:pt x="9144" y="119052"/>
                    <a:pt x="12267" y="119526"/>
                    <a:pt x="12267" y="119526"/>
                  </a:cubicBezTo>
                  <a:cubicBezTo>
                    <a:pt x="12267" y="119526"/>
                    <a:pt x="12713" y="119684"/>
                    <a:pt x="12713" y="119842"/>
                  </a:cubicBezTo>
                  <a:cubicBezTo>
                    <a:pt x="12713" y="120000"/>
                    <a:pt x="13382" y="119684"/>
                    <a:pt x="13382" y="119684"/>
                  </a:cubicBezTo>
                  <a:cubicBezTo>
                    <a:pt x="13605" y="119526"/>
                    <a:pt x="14498" y="119842"/>
                    <a:pt x="14721" y="119842"/>
                  </a:cubicBezTo>
                  <a:cubicBezTo>
                    <a:pt x="14721" y="119842"/>
                    <a:pt x="16059" y="119684"/>
                    <a:pt x="16059" y="119684"/>
                  </a:cubicBezTo>
                  <a:cubicBezTo>
                    <a:pt x="17174" y="119368"/>
                    <a:pt x="17174" y="119368"/>
                    <a:pt x="17174" y="119368"/>
                  </a:cubicBezTo>
                  <a:cubicBezTo>
                    <a:pt x="17174" y="119368"/>
                    <a:pt x="17843" y="118578"/>
                    <a:pt x="18289" y="118736"/>
                  </a:cubicBezTo>
                  <a:cubicBezTo>
                    <a:pt x="18959" y="118894"/>
                    <a:pt x="18736" y="119210"/>
                    <a:pt x="19182" y="119210"/>
                  </a:cubicBezTo>
                  <a:cubicBezTo>
                    <a:pt x="19405" y="119210"/>
                    <a:pt x="19851" y="119210"/>
                    <a:pt x="20297" y="118736"/>
                  </a:cubicBezTo>
                  <a:cubicBezTo>
                    <a:pt x="20743" y="118421"/>
                    <a:pt x="21189" y="118105"/>
                    <a:pt x="21412" y="117947"/>
                  </a:cubicBezTo>
                  <a:cubicBezTo>
                    <a:pt x="21635" y="117947"/>
                    <a:pt x="24312" y="116842"/>
                    <a:pt x="24312" y="116842"/>
                  </a:cubicBezTo>
                  <a:cubicBezTo>
                    <a:pt x="26096" y="114631"/>
                    <a:pt x="26096" y="114631"/>
                    <a:pt x="26096" y="114631"/>
                  </a:cubicBezTo>
                  <a:cubicBezTo>
                    <a:pt x="26765" y="113052"/>
                    <a:pt x="26765" y="113052"/>
                    <a:pt x="26765" y="113052"/>
                  </a:cubicBezTo>
                  <a:cubicBezTo>
                    <a:pt x="26765" y="113052"/>
                    <a:pt x="27657" y="112263"/>
                    <a:pt x="28327" y="112263"/>
                  </a:cubicBezTo>
                  <a:cubicBezTo>
                    <a:pt x="28773" y="112263"/>
                    <a:pt x="30334" y="111789"/>
                    <a:pt x="30111" y="111473"/>
                  </a:cubicBezTo>
                  <a:cubicBezTo>
                    <a:pt x="30111" y="111000"/>
                    <a:pt x="30780" y="110842"/>
                    <a:pt x="30780" y="111473"/>
                  </a:cubicBezTo>
                  <a:cubicBezTo>
                    <a:pt x="31003" y="112105"/>
                    <a:pt x="30780" y="112736"/>
                    <a:pt x="31226" y="112421"/>
                  </a:cubicBezTo>
                  <a:cubicBezTo>
                    <a:pt x="31895" y="112105"/>
                    <a:pt x="33011" y="111157"/>
                    <a:pt x="33011" y="111157"/>
                  </a:cubicBezTo>
                  <a:cubicBezTo>
                    <a:pt x="33011" y="111157"/>
                    <a:pt x="33680" y="110684"/>
                    <a:pt x="34126" y="110526"/>
                  </a:cubicBezTo>
                  <a:cubicBezTo>
                    <a:pt x="34572" y="110526"/>
                    <a:pt x="35241" y="109421"/>
                    <a:pt x="35241" y="109421"/>
                  </a:cubicBezTo>
                  <a:cubicBezTo>
                    <a:pt x="35241" y="109421"/>
                    <a:pt x="36133" y="108947"/>
                    <a:pt x="36579" y="109421"/>
                  </a:cubicBezTo>
                  <a:cubicBezTo>
                    <a:pt x="36802" y="110052"/>
                    <a:pt x="37695" y="110842"/>
                    <a:pt x="37695" y="111157"/>
                  </a:cubicBezTo>
                  <a:cubicBezTo>
                    <a:pt x="37695" y="111157"/>
                    <a:pt x="38141" y="111315"/>
                    <a:pt x="38587" y="111473"/>
                  </a:cubicBezTo>
                  <a:cubicBezTo>
                    <a:pt x="38587" y="111157"/>
                    <a:pt x="38587" y="111157"/>
                    <a:pt x="38587" y="111157"/>
                  </a:cubicBezTo>
                  <a:cubicBezTo>
                    <a:pt x="38587" y="110210"/>
                    <a:pt x="38587" y="110210"/>
                    <a:pt x="38587" y="110210"/>
                  </a:cubicBezTo>
                  <a:cubicBezTo>
                    <a:pt x="38587" y="110210"/>
                    <a:pt x="40148" y="111157"/>
                    <a:pt x="40148" y="111157"/>
                  </a:cubicBezTo>
                  <a:cubicBezTo>
                    <a:pt x="40371" y="111315"/>
                    <a:pt x="40371" y="112263"/>
                    <a:pt x="40371" y="112263"/>
                  </a:cubicBezTo>
                  <a:cubicBezTo>
                    <a:pt x="40817" y="112263"/>
                    <a:pt x="40817" y="112263"/>
                    <a:pt x="40817" y="112263"/>
                  </a:cubicBezTo>
                  <a:cubicBezTo>
                    <a:pt x="40817" y="112105"/>
                    <a:pt x="40817" y="112105"/>
                    <a:pt x="40817" y="112105"/>
                  </a:cubicBezTo>
                  <a:cubicBezTo>
                    <a:pt x="41263" y="112263"/>
                    <a:pt x="41263" y="112263"/>
                    <a:pt x="41263" y="112263"/>
                  </a:cubicBezTo>
                  <a:cubicBezTo>
                    <a:pt x="41486" y="112105"/>
                    <a:pt x="41486" y="112105"/>
                    <a:pt x="41486" y="112105"/>
                  </a:cubicBezTo>
                  <a:cubicBezTo>
                    <a:pt x="41710" y="111157"/>
                    <a:pt x="41710" y="111157"/>
                    <a:pt x="41710" y="111157"/>
                  </a:cubicBezTo>
                  <a:cubicBezTo>
                    <a:pt x="41933" y="110052"/>
                    <a:pt x="41933" y="110052"/>
                    <a:pt x="41933" y="110052"/>
                  </a:cubicBezTo>
                  <a:cubicBezTo>
                    <a:pt x="42602" y="109105"/>
                    <a:pt x="42602" y="109105"/>
                    <a:pt x="42602" y="109105"/>
                  </a:cubicBezTo>
                  <a:cubicBezTo>
                    <a:pt x="42602" y="108157"/>
                    <a:pt x="42602" y="108157"/>
                    <a:pt x="42602" y="108157"/>
                  </a:cubicBezTo>
                  <a:cubicBezTo>
                    <a:pt x="41710" y="107052"/>
                    <a:pt x="41710" y="107052"/>
                    <a:pt x="41710" y="107052"/>
                  </a:cubicBezTo>
                  <a:cubicBezTo>
                    <a:pt x="41263" y="106105"/>
                    <a:pt x="41263" y="106105"/>
                    <a:pt x="41263" y="106105"/>
                  </a:cubicBezTo>
                  <a:cubicBezTo>
                    <a:pt x="41933" y="105947"/>
                    <a:pt x="41933" y="105947"/>
                    <a:pt x="41933" y="105947"/>
                  </a:cubicBezTo>
                  <a:cubicBezTo>
                    <a:pt x="41933" y="105789"/>
                    <a:pt x="41933" y="105789"/>
                    <a:pt x="41933" y="105789"/>
                  </a:cubicBezTo>
                  <a:cubicBezTo>
                    <a:pt x="42156" y="105789"/>
                    <a:pt x="42156" y="105789"/>
                    <a:pt x="42156" y="105789"/>
                  </a:cubicBezTo>
                  <a:cubicBezTo>
                    <a:pt x="42602" y="105473"/>
                    <a:pt x="42602" y="105473"/>
                    <a:pt x="42602" y="105473"/>
                  </a:cubicBezTo>
                  <a:cubicBezTo>
                    <a:pt x="42825" y="104684"/>
                    <a:pt x="42825" y="104684"/>
                    <a:pt x="42825" y="104684"/>
                  </a:cubicBezTo>
                  <a:cubicBezTo>
                    <a:pt x="42379" y="104368"/>
                    <a:pt x="42379" y="104368"/>
                    <a:pt x="42379" y="104368"/>
                  </a:cubicBezTo>
                  <a:cubicBezTo>
                    <a:pt x="42379" y="103894"/>
                    <a:pt x="42379" y="103894"/>
                    <a:pt x="42379" y="103894"/>
                  </a:cubicBezTo>
                  <a:cubicBezTo>
                    <a:pt x="42379" y="103894"/>
                    <a:pt x="42825" y="103578"/>
                    <a:pt x="42825" y="103578"/>
                  </a:cubicBezTo>
                  <a:cubicBezTo>
                    <a:pt x="42825" y="103578"/>
                    <a:pt x="42825" y="103578"/>
                    <a:pt x="42825" y="103578"/>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048" y="103421"/>
                    <a:pt x="43048" y="103421"/>
                    <a:pt x="43048" y="103421"/>
                  </a:cubicBezTo>
                  <a:cubicBezTo>
                    <a:pt x="43271" y="103421"/>
                    <a:pt x="43271" y="103421"/>
                    <a:pt x="43271" y="103421"/>
                  </a:cubicBezTo>
                  <a:cubicBezTo>
                    <a:pt x="43271" y="103421"/>
                    <a:pt x="43271" y="103421"/>
                    <a:pt x="43271" y="103421"/>
                  </a:cubicBezTo>
                  <a:cubicBezTo>
                    <a:pt x="43271" y="103421"/>
                    <a:pt x="43271" y="103421"/>
                    <a:pt x="43271" y="103421"/>
                  </a:cubicBezTo>
                  <a:cubicBezTo>
                    <a:pt x="43271" y="103421"/>
                    <a:pt x="43271" y="103421"/>
                    <a:pt x="43271" y="103421"/>
                  </a:cubicBezTo>
                  <a:cubicBezTo>
                    <a:pt x="43271" y="103421"/>
                    <a:pt x="43494" y="103263"/>
                    <a:pt x="43494" y="103263"/>
                  </a:cubicBezTo>
                  <a:cubicBezTo>
                    <a:pt x="43717" y="103263"/>
                    <a:pt x="44163" y="103263"/>
                    <a:pt x="44163" y="103263"/>
                  </a:cubicBezTo>
                  <a:cubicBezTo>
                    <a:pt x="44386" y="103263"/>
                    <a:pt x="44386" y="103263"/>
                    <a:pt x="44386" y="103263"/>
                  </a:cubicBezTo>
                  <a:cubicBezTo>
                    <a:pt x="44832" y="102947"/>
                    <a:pt x="44832" y="102947"/>
                    <a:pt x="44832" y="102947"/>
                  </a:cubicBezTo>
                  <a:cubicBezTo>
                    <a:pt x="44832" y="102947"/>
                    <a:pt x="45724" y="102473"/>
                    <a:pt x="45724" y="102315"/>
                  </a:cubicBezTo>
                  <a:cubicBezTo>
                    <a:pt x="45724" y="102157"/>
                    <a:pt x="46171" y="101684"/>
                    <a:pt x="46171" y="101684"/>
                  </a:cubicBezTo>
                  <a:cubicBezTo>
                    <a:pt x="46171" y="100894"/>
                    <a:pt x="46171" y="100894"/>
                    <a:pt x="46171" y="100894"/>
                  </a:cubicBezTo>
                  <a:cubicBezTo>
                    <a:pt x="45724" y="100105"/>
                    <a:pt x="45724" y="100105"/>
                    <a:pt x="45724" y="100105"/>
                  </a:cubicBezTo>
                  <a:cubicBezTo>
                    <a:pt x="46171" y="99631"/>
                    <a:pt x="46171" y="99631"/>
                    <a:pt x="46171" y="99631"/>
                  </a:cubicBezTo>
                  <a:cubicBezTo>
                    <a:pt x="46840" y="98684"/>
                    <a:pt x="46840" y="98684"/>
                    <a:pt x="46840" y="98684"/>
                  </a:cubicBezTo>
                  <a:cubicBezTo>
                    <a:pt x="46394" y="97736"/>
                    <a:pt x="46394" y="97736"/>
                    <a:pt x="46394" y="97736"/>
                  </a:cubicBezTo>
                  <a:cubicBezTo>
                    <a:pt x="45055" y="96631"/>
                    <a:pt x="45055" y="96631"/>
                    <a:pt x="45055" y="96631"/>
                  </a:cubicBezTo>
                  <a:cubicBezTo>
                    <a:pt x="44386" y="95210"/>
                    <a:pt x="44386" y="95210"/>
                    <a:pt x="44386" y="95210"/>
                  </a:cubicBezTo>
                  <a:cubicBezTo>
                    <a:pt x="43940" y="94263"/>
                    <a:pt x="43940" y="94263"/>
                    <a:pt x="43940" y="94263"/>
                  </a:cubicBezTo>
                  <a:cubicBezTo>
                    <a:pt x="45055" y="93473"/>
                    <a:pt x="45055" y="93473"/>
                    <a:pt x="45055" y="93473"/>
                  </a:cubicBezTo>
                  <a:cubicBezTo>
                    <a:pt x="45278" y="93315"/>
                    <a:pt x="45278" y="93315"/>
                    <a:pt x="45278" y="93315"/>
                  </a:cubicBezTo>
                  <a:cubicBezTo>
                    <a:pt x="45278" y="93315"/>
                    <a:pt x="45278" y="93315"/>
                    <a:pt x="45278" y="93315"/>
                  </a:cubicBezTo>
                  <a:cubicBezTo>
                    <a:pt x="45501" y="93315"/>
                    <a:pt x="45501" y="93315"/>
                    <a:pt x="45501" y="93315"/>
                  </a:cubicBezTo>
                  <a:cubicBezTo>
                    <a:pt x="46171" y="93315"/>
                    <a:pt x="46171" y="93315"/>
                    <a:pt x="46171" y="93315"/>
                  </a:cubicBezTo>
                  <a:cubicBezTo>
                    <a:pt x="46171" y="93315"/>
                    <a:pt x="47286" y="93315"/>
                    <a:pt x="47286" y="93157"/>
                  </a:cubicBezTo>
                  <a:cubicBezTo>
                    <a:pt x="47286" y="93157"/>
                    <a:pt x="47286" y="93157"/>
                    <a:pt x="47286" y="93157"/>
                  </a:cubicBezTo>
                  <a:cubicBezTo>
                    <a:pt x="47286" y="93157"/>
                    <a:pt x="47286" y="93157"/>
                    <a:pt x="47286" y="93157"/>
                  </a:cubicBezTo>
                  <a:cubicBezTo>
                    <a:pt x="47286" y="93157"/>
                    <a:pt x="47286" y="93157"/>
                    <a:pt x="47286" y="93157"/>
                  </a:cubicBezTo>
                  <a:cubicBezTo>
                    <a:pt x="47286" y="93157"/>
                    <a:pt x="47286" y="93157"/>
                    <a:pt x="47286" y="93157"/>
                  </a:cubicBezTo>
                  <a:cubicBezTo>
                    <a:pt x="47286" y="93157"/>
                    <a:pt x="47286" y="93157"/>
                    <a:pt x="47286" y="93157"/>
                  </a:cubicBezTo>
                  <a:cubicBezTo>
                    <a:pt x="47286" y="93000"/>
                    <a:pt x="47286" y="93000"/>
                    <a:pt x="47286" y="93000"/>
                  </a:cubicBezTo>
                  <a:cubicBezTo>
                    <a:pt x="47286" y="93000"/>
                    <a:pt x="47286" y="93000"/>
                    <a:pt x="47286" y="93000"/>
                  </a:cubicBezTo>
                  <a:cubicBezTo>
                    <a:pt x="47286" y="93000"/>
                    <a:pt x="47286" y="93000"/>
                    <a:pt x="47286" y="93000"/>
                  </a:cubicBezTo>
                  <a:cubicBezTo>
                    <a:pt x="47286" y="93000"/>
                    <a:pt x="47286" y="93000"/>
                    <a:pt x="47286" y="93000"/>
                  </a:cubicBezTo>
                  <a:cubicBezTo>
                    <a:pt x="47509" y="93000"/>
                    <a:pt x="47509" y="93000"/>
                    <a:pt x="47509" y="93000"/>
                  </a:cubicBezTo>
                  <a:cubicBezTo>
                    <a:pt x="47509" y="93000"/>
                    <a:pt x="47509" y="93000"/>
                    <a:pt x="47509" y="93000"/>
                  </a:cubicBezTo>
                  <a:cubicBezTo>
                    <a:pt x="47509" y="93000"/>
                    <a:pt x="47509" y="93000"/>
                    <a:pt x="47509" y="93000"/>
                  </a:cubicBezTo>
                  <a:cubicBezTo>
                    <a:pt x="47509" y="93000"/>
                    <a:pt x="47509" y="93000"/>
                    <a:pt x="47509" y="93000"/>
                  </a:cubicBezTo>
                  <a:cubicBezTo>
                    <a:pt x="47509" y="93000"/>
                    <a:pt x="47509" y="93000"/>
                    <a:pt x="47509" y="93000"/>
                  </a:cubicBezTo>
                  <a:cubicBezTo>
                    <a:pt x="47509" y="92842"/>
                    <a:pt x="47509" y="92842"/>
                    <a:pt x="47509" y="92842"/>
                  </a:cubicBezTo>
                  <a:cubicBezTo>
                    <a:pt x="47509" y="92842"/>
                    <a:pt x="47509" y="92842"/>
                    <a:pt x="47509" y="92842"/>
                  </a:cubicBezTo>
                  <a:cubicBezTo>
                    <a:pt x="47509" y="92842"/>
                    <a:pt x="47509" y="92842"/>
                    <a:pt x="47509" y="92842"/>
                  </a:cubicBezTo>
                  <a:cubicBezTo>
                    <a:pt x="47509" y="92842"/>
                    <a:pt x="47509" y="92842"/>
                    <a:pt x="47509" y="92842"/>
                  </a:cubicBezTo>
                  <a:cubicBezTo>
                    <a:pt x="47509" y="92842"/>
                    <a:pt x="47509" y="92842"/>
                    <a:pt x="47509" y="92842"/>
                  </a:cubicBezTo>
                  <a:cubicBezTo>
                    <a:pt x="47509" y="92842"/>
                    <a:pt x="47509" y="92842"/>
                    <a:pt x="47509" y="92842"/>
                  </a:cubicBezTo>
                  <a:cubicBezTo>
                    <a:pt x="47509" y="92842"/>
                    <a:pt x="47509" y="92842"/>
                    <a:pt x="47509" y="92842"/>
                  </a:cubicBezTo>
                  <a:cubicBezTo>
                    <a:pt x="47509" y="92684"/>
                    <a:pt x="47509" y="92684"/>
                    <a:pt x="47509" y="92684"/>
                  </a:cubicBezTo>
                  <a:cubicBezTo>
                    <a:pt x="47509" y="92684"/>
                    <a:pt x="47509" y="92684"/>
                    <a:pt x="47509" y="92684"/>
                  </a:cubicBezTo>
                  <a:cubicBezTo>
                    <a:pt x="47509" y="92684"/>
                    <a:pt x="47509" y="92684"/>
                    <a:pt x="47509" y="92684"/>
                  </a:cubicBezTo>
                  <a:cubicBezTo>
                    <a:pt x="47509" y="92684"/>
                    <a:pt x="47509" y="92684"/>
                    <a:pt x="47509" y="92684"/>
                  </a:cubicBezTo>
                  <a:cubicBezTo>
                    <a:pt x="47509" y="92684"/>
                    <a:pt x="47509" y="92684"/>
                    <a:pt x="47509" y="92684"/>
                  </a:cubicBezTo>
                  <a:cubicBezTo>
                    <a:pt x="47509" y="92684"/>
                    <a:pt x="47509" y="92684"/>
                    <a:pt x="47509" y="92684"/>
                  </a:cubicBezTo>
                  <a:cubicBezTo>
                    <a:pt x="47509" y="92526"/>
                    <a:pt x="47509" y="92526"/>
                    <a:pt x="47509" y="92526"/>
                  </a:cubicBezTo>
                  <a:cubicBezTo>
                    <a:pt x="47509" y="92526"/>
                    <a:pt x="47509" y="92526"/>
                    <a:pt x="47509" y="92526"/>
                  </a:cubicBezTo>
                  <a:cubicBezTo>
                    <a:pt x="47509" y="92526"/>
                    <a:pt x="47509" y="92526"/>
                    <a:pt x="47509" y="92526"/>
                  </a:cubicBezTo>
                  <a:cubicBezTo>
                    <a:pt x="47509" y="92526"/>
                    <a:pt x="47509" y="92526"/>
                    <a:pt x="47509" y="92526"/>
                  </a:cubicBezTo>
                  <a:cubicBezTo>
                    <a:pt x="47509" y="92526"/>
                    <a:pt x="47509" y="92526"/>
                    <a:pt x="47509" y="92526"/>
                  </a:cubicBezTo>
                  <a:cubicBezTo>
                    <a:pt x="47509" y="92368"/>
                    <a:pt x="47509" y="92368"/>
                    <a:pt x="47509" y="92368"/>
                  </a:cubicBezTo>
                  <a:cubicBezTo>
                    <a:pt x="47509" y="92368"/>
                    <a:pt x="47509" y="92368"/>
                    <a:pt x="47509" y="92368"/>
                  </a:cubicBezTo>
                  <a:cubicBezTo>
                    <a:pt x="47509" y="92368"/>
                    <a:pt x="47509" y="92368"/>
                    <a:pt x="47509" y="92368"/>
                  </a:cubicBezTo>
                  <a:cubicBezTo>
                    <a:pt x="47509" y="92368"/>
                    <a:pt x="47509" y="92368"/>
                    <a:pt x="47509" y="92368"/>
                  </a:cubicBezTo>
                  <a:cubicBezTo>
                    <a:pt x="47509" y="92368"/>
                    <a:pt x="47509" y="92368"/>
                    <a:pt x="47509" y="92368"/>
                  </a:cubicBezTo>
                  <a:cubicBezTo>
                    <a:pt x="47509" y="92368"/>
                    <a:pt x="47509" y="92368"/>
                    <a:pt x="47509" y="92368"/>
                  </a:cubicBezTo>
                  <a:cubicBezTo>
                    <a:pt x="47509" y="92210"/>
                    <a:pt x="47509" y="92210"/>
                    <a:pt x="47509" y="92210"/>
                  </a:cubicBezTo>
                  <a:cubicBezTo>
                    <a:pt x="47509" y="92210"/>
                    <a:pt x="47509" y="92210"/>
                    <a:pt x="47509" y="92210"/>
                  </a:cubicBezTo>
                  <a:cubicBezTo>
                    <a:pt x="47509" y="92210"/>
                    <a:pt x="47509" y="92210"/>
                    <a:pt x="47509" y="92210"/>
                  </a:cubicBezTo>
                  <a:cubicBezTo>
                    <a:pt x="47509" y="92210"/>
                    <a:pt x="47509" y="92210"/>
                    <a:pt x="47509" y="92210"/>
                  </a:cubicBezTo>
                  <a:cubicBezTo>
                    <a:pt x="47509" y="92210"/>
                    <a:pt x="47509" y="92210"/>
                    <a:pt x="47509" y="92210"/>
                  </a:cubicBezTo>
                  <a:cubicBezTo>
                    <a:pt x="47509" y="92210"/>
                    <a:pt x="47509" y="92210"/>
                    <a:pt x="47509" y="92210"/>
                  </a:cubicBezTo>
                  <a:cubicBezTo>
                    <a:pt x="47509" y="92210"/>
                    <a:pt x="47509" y="92210"/>
                    <a:pt x="47509" y="92210"/>
                  </a:cubicBezTo>
                  <a:cubicBezTo>
                    <a:pt x="47509" y="92052"/>
                    <a:pt x="47509" y="92052"/>
                    <a:pt x="47509" y="92052"/>
                  </a:cubicBezTo>
                  <a:cubicBezTo>
                    <a:pt x="47509" y="92052"/>
                    <a:pt x="47509" y="92052"/>
                    <a:pt x="47509" y="92052"/>
                  </a:cubicBezTo>
                  <a:cubicBezTo>
                    <a:pt x="47509" y="92052"/>
                    <a:pt x="47509" y="92052"/>
                    <a:pt x="47509" y="92052"/>
                  </a:cubicBezTo>
                  <a:cubicBezTo>
                    <a:pt x="47509" y="92052"/>
                    <a:pt x="47509" y="92052"/>
                    <a:pt x="47509" y="92052"/>
                  </a:cubicBezTo>
                  <a:cubicBezTo>
                    <a:pt x="47509" y="92052"/>
                    <a:pt x="47509" y="92052"/>
                    <a:pt x="47509" y="92052"/>
                  </a:cubicBezTo>
                  <a:cubicBezTo>
                    <a:pt x="47509" y="92052"/>
                    <a:pt x="47509" y="92052"/>
                    <a:pt x="47509" y="92052"/>
                  </a:cubicBezTo>
                  <a:cubicBezTo>
                    <a:pt x="47509" y="92052"/>
                    <a:pt x="47509" y="92052"/>
                    <a:pt x="47509" y="92052"/>
                  </a:cubicBezTo>
                  <a:cubicBezTo>
                    <a:pt x="47732" y="92052"/>
                    <a:pt x="47732" y="92052"/>
                    <a:pt x="47732" y="92052"/>
                  </a:cubicBezTo>
                  <a:cubicBezTo>
                    <a:pt x="47732" y="92052"/>
                    <a:pt x="47732" y="92052"/>
                    <a:pt x="47732" y="92052"/>
                  </a:cubicBezTo>
                  <a:cubicBezTo>
                    <a:pt x="47732" y="91894"/>
                    <a:pt x="47732" y="91894"/>
                    <a:pt x="47732" y="91894"/>
                  </a:cubicBezTo>
                  <a:cubicBezTo>
                    <a:pt x="47732" y="91894"/>
                    <a:pt x="47732" y="91894"/>
                    <a:pt x="47732" y="91894"/>
                  </a:cubicBezTo>
                  <a:cubicBezTo>
                    <a:pt x="47732" y="91894"/>
                    <a:pt x="47732" y="91894"/>
                    <a:pt x="47732" y="91894"/>
                  </a:cubicBezTo>
                  <a:cubicBezTo>
                    <a:pt x="47732" y="91894"/>
                    <a:pt x="47732" y="91894"/>
                    <a:pt x="47732" y="91894"/>
                  </a:cubicBezTo>
                  <a:cubicBezTo>
                    <a:pt x="47732" y="91894"/>
                    <a:pt x="47732" y="91894"/>
                    <a:pt x="47732" y="91894"/>
                  </a:cubicBezTo>
                  <a:cubicBezTo>
                    <a:pt x="47732" y="91894"/>
                    <a:pt x="47732" y="91894"/>
                    <a:pt x="47732" y="91894"/>
                  </a:cubicBezTo>
                  <a:cubicBezTo>
                    <a:pt x="47732" y="91894"/>
                    <a:pt x="47732" y="91894"/>
                    <a:pt x="47732" y="91894"/>
                  </a:cubicBezTo>
                  <a:cubicBezTo>
                    <a:pt x="47732" y="91894"/>
                    <a:pt x="47732" y="91894"/>
                    <a:pt x="47732" y="91894"/>
                  </a:cubicBezTo>
                  <a:cubicBezTo>
                    <a:pt x="47732" y="91894"/>
                    <a:pt x="47732" y="91894"/>
                    <a:pt x="47732" y="91894"/>
                  </a:cubicBezTo>
                  <a:cubicBezTo>
                    <a:pt x="47732" y="91894"/>
                    <a:pt x="47732" y="91894"/>
                    <a:pt x="47732" y="91894"/>
                  </a:cubicBezTo>
                  <a:cubicBezTo>
                    <a:pt x="47509" y="90473"/>
                    <a:pt x="47509" y="90473"/>
                    <a:pt x="47509" y="90473"/>
                  </a:cubicBezTo>
                  <a:cubicBezTo>
                    <a:pt x="46171" y="89684"/>
                    <a:pt x="46171" y="89684"/>
                    <a:pt x="46171" y="89684"/>
                  </a:cubicBezTo>
                  <a:cubicBezTo>
                    <a:pt x="44609" y="88894"/>
                    <a:pt x="44609" y="88894"/>
                    <a:pt x="44609" y="88894"/>
                  </a:cubicBezTo>
                  <a:cubicBezTo>
                    <a:pt x="43940" y="87631"/>
                    <a:pt x="43940" y="87631"/>
                    <a:pt x="43940" y="87631"/>
                  </a:cubicBezTo>
                  <a:cubicBezTo>
                    <a:pt x="43717" y="82736"/>
                    <a:pt x="43717" y="82736"/>
                    <a:pt x="43717" y="82736"/>
                  </a:cubicBezTo>
                  <a:cubicBezTo>
                    <a:pt x="43717" y="82736"/>
                    <a:pt x="42156" y="80684"/>
                    <a:pt x="42156" y="80526"/>
                  </a:cubicBezTo>
                  <a:cubicBezTo>
                    <a:pt x="41933" y="80210"/>
                    <a:pt x="41933" y="79894"/>
                    <a:pt x="42379" y="79578"/>
                  </a:cubicBezTo>
                  <a:cubicBezTo>
                    <a:pt x="42602" y="79421"/>
                    <a:pt x="42379" y="79105"/>
                    <a:pt x="42379" y="79105"/>
                  </a:cubicBezTo>
                  <a:cubicBezTo>
                    <a:pt x="42156" y="78000"/>
                    <a:pt x="42156" y="78000"/>
                    <a:pt x="42156" y="78000"/>
                  </a:cubicBezTo>
                  <a:cubicBezTo>
                    <a:pt x="42602" y="77526"/>
                    <a:pt x="42602" y="77526"/>
                    <a:pt x="42602" y="77526"/>
                  </a:cubicBezTo>
                  <a:cubicBezTo>
                    <a:pt x="42602" y="76578"/>
                    <a:pt x="42602" y="76578"/>
                    <a:pt x="42602" y="76578"/>
                  </a:cubicBezTo>
                  <a:cubicBezTo>
                    <a:pt x="41710" y="75315"/>
                    <a:pt x="41710" y="75315"/>
                    <a:pt x="41710" y="75315"/>
                  </a:cubicBezTo>
                  <a:cubicBezTo>
                    <a:pt x="41710" y="75315"/>
                    <a:pt x="41710" y="74368"/>
                    <a:pt x="41710" y="74210"/>
                  </a:cubicBezTo>
                  <a:cubicBezTo>
                    <a:pt x="41710" y="73894"/>
                    <a:pt x="42379" y="73263"/>
                    <a:pt x="42379" y="73263"/>
                  </a:cubicBezTo>
                  <a:cubicBezTo>
                    <a:pt x="42602" y="72157"/>
                    <a:pt x="42602" y="72157"/>
                    <a:pt x="42602" y="72157"/>
                  </a:cubicBezTo>
                  <a:cubicBezTo>
                    <a:pt x="43048" y="70578"/>
                    <a:pt x="43048" y="70578"/>
                    <a:pt x="43048" y="70578"/>
                  </a:cubicBezTo>
                  <a:cubicBezTo>
                    <a:pt x="45947" y="67894"/>
                    <a:pt x="45947" y="67894"/>
                    <a:pt x="45947" y="67894"/>
                  </a:cubicBezTo>
                  <a:cubicBezTo>
                    <a:pt x="46617" y="67894"/>
                    <a:pt x="46617" y="67894"/>
                    <a:pt x="46617" y="67894"/>
                  </a:cubicBezTo>
                  <a:cubicBezTo>
                    <a:pt x="51301" y="67736"/>
                    <a:pt x="51301" y="67736"/>
                    <a:pt x="51301" y="67736"/>
                  </a:cubicBezTo>
                  <a:cubicBezTo>
                    <a:pt x="51524" y="67421"/>
                    <a:pt x="51524" y="67421"/>
                    <a:pt x="51524" y="67421"/>
                  </a:cubicBezTo>
                  <a:cubicBezTo>
                    <a:pt x="51747" y="67263"/>
                    <a:pt x="51747" y="67263"/>
                    <a:pt x="51747" y="67263"/>
                  </a:cubicBezTo>
                  <a:cubicBezTo>
                    <a:pt x="52193" y="66315"/>
                    <a:pt x="52193" y="66315"/>
                    <a:pt x="52193" y="66315"/>
                  </a:cubicBezTo>
                  <a:cubicBezTo>
                    <a:pt x="51970" y="63789"/>
                    <a:pt x="51970" y="63789"/>
                    <a:pt x="51970" y="63789"/>
                  </a:cubicBezTo>
                  <a:cubicBezTo>
                    <a:pt x="49962" y="63473"/>
                    <a:pt x="49962" y="63473"/>
                    <a:pt x="49962" y="63473"/>
                  </a:cubicBezTo>
                  <a:cubicBezTo>
                    <a:pt x="49516" y="62684"/>
                    <a:pt x="49516" y="62684"/>
                    <a:pt x="49516" y="62684"/>
                  </a:cubicBezTo>
                  <a:cubicBezTo>
                    <a:pt x="52862" y="58578"/>
                    <a:pt x="52862" y="58578"/>
                    <a:pt x="52862" y="58578"/>
                  </a:cubicBezTo>
                  <a:cubicBezTo>
                    <a:pt x="52639" y="57631"/>
                    <a:pt x="52639" y="57631"/>
                    <a:pt x="52639" y="57631"/>
                  </a:cubicBezTo>
                  <a:cubicBezTo>
                    <a:pt x="53531" y="57157"/>
                    <a:pt x="53531" y="57157"/>
                    <a:pt x="53531" y="57157"/>
                  </a:cubicBezTo>
                  <a:cubicBezTo>
                    <a:pt x="53531" y="57157"/>
                    <a:pt x="53308" y="56526"/>
                    <a:pt x="53085" y="56210"/>
                  </a:cubicBezTo>
                  <a:cubicBezTo>
                    <a:pt x="52862" y="56052"/>
                    <a:pt x="53308" y="55105"/>
                    <a:pt x="53308" y="55105"/>
                  </a:cubicBezTo>
                  <a:cubicBezTo>
                    <a:pt x="53531" y="54000"/>
                    <a:pt x="53531" y="54000"/>
                    <a:pt x="53531" y="54000"/>
                  </a:cubicBezTo>
                  <a:cubicBezTo>
                    <a:pt x="53977" y="52736"/>
                    <a:pt x="53977" y="52736"/>
                    <a:pt x="53977" y="52736"/>
                  </a:cubicBezTo>
                  <a:cubicBezTo>
                    <a:pt x="52862" y="50052"/>
                    <a:pt x="52862" y="50052"/>
                    <a:pt x="52862" y="50052"/>
                  </a:cubicBezTo>
                  <a:cubicBezTo>
                    <a:pt x="53531" y="49578"/>
                    <a:pt x="53531" y="49578"/>
                    <a:pt x="53531" y="49578"/>
                  </a:cubicBezTo>
                  <a:cubicBezTo>
                    <a:pt x="54423" y="49578"/>
                    <a:pt x="54423" y="49578"/>
                    <a:pt x="54423" y="49578"/>
                  </a:cubicBezTo>
                  <a:cubicBezTo>
                    <a:pt x="54646" y="49578"/>
                    <a:pt x="55092" y="49421"/>
                    <a:pt x="55539" y="49421"/>
                  </a:cubicBezTo>
                  <a:cubicBezTo>
                    <a:pt x="55985" y="49263"/>
                    <a:pt x="56208" y="49105"/>
                    <a:pt x="56877" y="48631"/>
                  </a:cubicBezTo>
                  <a:cubicBezTo>
                    <a:pt x="57100" y="48315"/>
                    <a:pt x="57100" y="48315"/>
                    <a:pt x="57100" y="48315"/>
                  </a:cubicBezTo>
                  <a:cubicBezTo>
                    <a:pt x="57323" y="47526"/>
                    <a:pt x="57323" y="47526"/>
                    <a:pt x="57323" y="47526"/>
                  </a:cubicBezTo>
                  <a:cubicBezTo>
                    <a:pt x="57323" y="46105"/>
                    <a:pt x="57323" y="46105"/>
                    <a:pt x="57323" y="46105"/>
                  </a:cubicBezTo>
                  <a:cubicBezTo>
                    <a:pt x="58438" y="44052"/>
                    <a:pt x="58438" y="44052"/>
                    <a:pt x="58438" y="44052"/>
                  </a:cubicBezTo>
                  <a:cubicBezTo>
                    <a:pt x="58438" y="44052"/>
                    <a:pt x="60223" y="42473"/>
                    <a:pt x="60446" y="42157"/>
                  </a:cubicBezTo>
                  <a:cubicBezTo>
                    <a:pt x="60669" y="41842"/>
                    <a:pt x="61338" y="40736"/>
                    <a:pt x="61338" y="40736"/>
                  </a:cubicBezTo>
                  <a:cubicBezTo>
                    <a:pt x="61338" y="40736"/>
                    <a:pt x="60892" y="39473"/>
                    <a:pt x="60669" y="39157"/>
                  </a:cubicBezTo>
                  <a:cubicBezTo>
                    <a:pt x="60223" y="39000"/>
                    <a:pt x="59553" y="38052"/>
                    <a:pt x="59553" y="38052"/>
                  </a:cubicBezTo>
                  <a:cubicBezTo>
                    <a:pt x="59553" y="37263"/>
                    <a:pt x="59553" y="37263"/>
                    <a:pt x="59553" y="37263"/>
                  </a:cubicBezTo>
                  <a:cubicBezTo>
                    <a:pt x="60892" y="36631"/>
                    <a:pt x="60892" y="36631"/>
                    <a:pt x="60892" y="36631"/>
                  </a:cubicBezTo>
                  <a:cubicBezTo>
                    <a:pt x="61338" y="36000"/>
                    <a:pt x="61338" y="36000"/>
                    <a:pt x="61338" y="36000"/>
                  </a:cubicBezTo>
                  <a:cubicBezTo>
                    <a:pt x="61338" y="36000"/>
                    <a:pt x="61338" y="34894"/>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736"/>
                    <a:pt x="61338" y="34736"/>
                    <a:pt x="61338" y="34736"/>
                  </a:cubicBezTo>
                  <a:cubicBezTo>
                    <a:pt x="61338" y="34578"/>
                    <a:pt x="61338" y="34578"/>
                    <a:pt x="61338" y="34578"/>
                  </a:cubicBezTo>
                  <a:cubicBezTo>
                    <a:pt x="61338" y="34578"/>
                    <a:pt x="61338" y="34578"/>
                    <a:pt x="61338" y="34578"/>
                  </a:cubicBezTo>
                  <a:cubicBezTo>
                    <a:pt x="61338" y="34578"/>
                    <a:pt x="61338" y="34578"/>
                    <a:pt x="61338" y="34578"/>
                  </a:cubicBezTo>
                  <a:cubicBezTo>
                    <a:pt x="61338" y="34578"/>
                    <a:pt x="61338" y="34578"/>
                    <a:pt x="61338" y="34578"/>
                  </a:cubicBezTo>
                  <a:cubicBezTo>
                    <a:pt x="61338" y="34578"/>
                    <a:pt x="61338" y="34578"/>
                    <a:pt x="61338" y="34578"/>
                  </a:cubicBezTo>
                  <a:cubicBezTo>
                    <a:pt x="61338" y="34578"/>
                    <a:pt x="61338" y="34578"/>
                    <a:pt x="61338" y="34578"/>
                  </a:cubicBezTo>
                  <a:cubicBezTo>
                    <a:pt x="61338" y="34578"/>
                    <a:pt x="61338" y="34578"/>
                    <a:pt x="61338" y="34578"/>
                  </a:cubicBezTo>
                  <a:cubicBezTo>
                    <a:pt x="61338" y="34578"/>
                    <a:pt x="61338" y="34578"/>
                    <a:pt x="61338" y="34578"/>
                  </a:cubicBezTo>
                  <a:cubicBezTo>
                    <a:pt x="61338" y="34578"/>
                    <a:pt x="61338" y="34578"/>
                    <a:pt x="61338" y="34578"/>
                  </a:cubicBezTo>
                  <a:cubicBezTo>
                    <a:pt x="61338" y="34421"/>
                    <a:pt x="61338" y="34421"/>
                    <a:pt x="61338" y="34421"/>
                  </a:cubicBezTo>
                  <a:cubicBezTo>
                    <a:pt x="61338" y="34421"/>
                    <a:pt x="61338" y="34421"/>
                    <a:pt x="61338" y="34421"/>
                  </a:cubicBezTo>
                  <a:cubicBezTo>
                    <a:pt x="61338" y="34421"/>
                    <a:pt x="61338" y="34421"/>
                    <a:pt x="61338" y="34421"/>
                  </a:cubicBezTo>
                  <a:cubicBezTo>
                    <a:pt x="61338" y="34421"/>
                    <a:pt x="61338" y="34421"/>
                    <a:pt x="61338" y="34421"/>
                  </a:cubicBezTo>
                  <a:cubicBezTo>
                    <a:pt x="61561" y="34421"/>
                    <a:pt x="61561" y="34421"/>
                    <a:pt x="61561" y="34421"/>
                  </a:cubicBezTo>
                  <a:cubicBezTo>
                    <a:pt x="61561" y="34421"/>
                    <a:pt x="61561" y="34421"/>
                    <a:pt x="61561" y="34421"/>
                  </a:cubicBezTo>
                  <a:cubicBezTo>
                    <a:pt x="61561" y="34421"/>
                    <a:pt x="61561" y="34421"/>
                    <a:pt x="61561" y="34421"/>
                  </a:cubicBezTo>
                  <a:cubicBezTo>
                    <a:pt x="61561" y="34421"/>
                    <a:pt x="61561" y="34421"/>
                    <a:pt x="61561" y="34421"/>
                  </a:cubicBezTo>
                  <a:cubicBezTo>
                    <a:pt x="61561" y="34421"/>
                    <a:pt x="61561" y="34421"/>
                    <a:pt x="61561" y="34421"/>
                  </a:cubicBezTo>
                  <a:cubicBezTo>
                    <a:pt x="61561" y="34263"/>
                    <a:pt x="61561" y="34263"/>
                    <a:pt x="61561" y="34263"/>
                  </a:cubicBezTo>
                  <a:cubicBezTo>
                    <a:pt x="61561" y="34263"/>
                    <a:pt x="61561" y="34263"/>
                    <a:pt x="61561" y="34263"/>
                  </a:cubicBezTo>
                  <a:cubicBezTo>
                    <a:pt x="61561" y="34263"/>
                    <a:pt x="61561" y="34263"/>
                    <a:pt x="61561" y="34263"/>
                  </a:cubicBezTo>
                  <a:cubicBezTo>
                    <a:pt x="61561" y="34263"/>
                    <a:pt x="61561" y="34263"/>
                    <a:pt x="61561" y="34263"/>
                  </a:cubicBezTo>
                  <a:cubicBezTo>
                    <a:pt x="61561" y="34263"/>
                    <a:pt x="61561" y="34263"/>
                    <a:pt x="61561" y="34263"/>
                  </a:cubicBezTo>
                  <a:cubicBezTo>
                    <a:pt x="61561" y="34263"/>
                    <a:pt x="61561" y="34263"/>
                    <a:pt x="61561" y="34263"/>
                  </a:cubicBezTo>
                  <a:cubicBezTo>
                    <a:pt x="61561" y="34263"/>
                    <a:pt x="61561" y="34263"/>
                    <a:pt x="61561" y="34263"/>
                  </a:cubicBezTo>
                  <a:cubicBezTo>
                    <a:pt x="61561" y="34263"/>
                    <a:pt x="61561" y="34263"/>
                    <a:pt x="61561" y="34263"/>
                  </a:cubicBezTo>
                  <a:cubicBezTo>
                    <a:pt x="61561" y="34105"/>
                    <a:pt x="61561" y="34105"/>
                    <a:pt x="61561" y="34105"/>
                  </a:cubicBezTo>
                  <a:cubicBezTo>
                    <a:pt x="61561" y="34105"/>
                    <a:pt x="61561" y="34105"/>
                    <a:pt x="61561" y="34105"/>
                  </a:cubicBezTo>
                  <a:cubicBezTo>
                    <a:pt x="61561" y="34105"/>
                    <a:pt x="61561" y="34105"/>
                    <a:pt x="61561" y="34105"/>
                  </a:cubicBezTo>
                  <a:cubicBezTo>
                    <a:pt x="61561" y="34105"/>
                    <a:pt x="61561" y="34105"/>
                    <a:pt x="61561" y="34105"/>
                  </a:cubicBezTo>
                  <a:cubicBezTo>
                    <a:pt x="61561" y="34105"/>
                    <a:pt x="61561" y="34105"/>
                    <a:pt x="61561" y="34105"/>
                  </a:cubicBezTo>
                  <a:cubicBezTo>
                    <a:pt x="61561" y="34105"/>
                    <a:pt x="61561" y="34105"/>
                    <a:pt x="61561" y="34105"/>
                  </a:cubicBezTo>
                  <a:cubicBezTo>
                    <a:pt x="61561" y="34105"/>
                    <a:pt x="61561" y="34105"/>
                    <a:pt x="61561" y="34105"/>
                  </a:cubicBezTo>
                  <a:cubicBezTo>
                    <a:pt x="61784" y="34105"/>
                    <a:pt x="61784" y="34105"/>
                    <a:pt x="61784" y="34105"/>
                  </a:cubicBezTo>
                  <a:cubicBezTo>
                    <a:pt x="61784" y="34105"/>
                    <a:pt x="61784" y="34105"/>
                    <a:pt x="61784" y="34105"/>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947"/>
                    <a:pt x="61784" y="33947"/>
                    <a:pt x="61784" y="33947"/>
                  </a:cubicBezTo>
                  <a:cubicBezTo>
                    <a:pt x="61784" y="33631"/>
                    <a:pt x="62676" y="33000"/>
                    <a:pt x="62676" y="33000"/>
                  </a:cubicBezTo>
                  <a:cubicBezTo>
                    <a:pt x="63568" y="31736"/>
                    <a:pt x="63568" y="31736"/>
                    <a:pt x="63568" y="31736"/>
                  </a:cubicBezTo>
                  <a:cubicBezTo>
                    <a:pt x="65799" y="32526"/>
                    <a:pt x="65799" y="32526"/>
                    <a:pt x="65799" y="32526"/>
                  </a:cubicBezTo>
                  <a:cubicBezTo>
                    <a:pt x="66914" y="32526"/>
                    <a:pt x="66914" y="32526"/>
                    <a:pt x="66914" y="32526"/>
                  </a:cubicBezTo>
                  <a:cubicBezTo>
                    <a:pt x="67360" y="31894"/>
                    <a:pt x="67360" y="31894"/>
                    <a:pt x="67360" y="31894"/>
                  </a:cubicBezTo>
                  <a:cubicBezTo>
                    <a:pt x="67137" y="31421"/>
                    <a:pt x="66914" y="28105"/>
                    <a:pt x="67583" y="27473"/>
                  </a:cubicBezTo>
                  <a:cubicBezTo>
                    <a:pt x="67583" y="27473"/>
                    <a:pt x="70706" y="27631"/>
                    <a:pt x="71152" y="27473"/>
                  </a:cubicBezTo>
                  <a:cubicBezTo>
                    <a:pt x="71375" y="27473"/>
                    <a:pt x="72490" y="27789"/>
                    <a:pt x="72713" y="27947"/>
                  </a:cubicBezTo>
                  <a:cubicBezTo>
                    <a:pt x="72713" y="27947"/>
                    <a:pt x="72713" y="27947"/>
                    <a:pt x="72713" y="27947"/>
                  </a:cubicBezTo>
                  <a:cubicBezTo>
                    <a:pt x="72713" y="27947"/>
                    <a:pt x="72713" y="27947"/>
                    <a:pt x="72713" y="27947"/>
                  </a:cubicBezTo>
                  <a:cubicBezTo>
                    <a:pt x="72936" y="28105"/>
                    <a:pt x="73159" y="28105"/>
                    <a:pt x="73382" y="28105"/>
                  </a:cubicBezTo>
                  <a:cubicBezTo>
                    <a:pt x="73828" y="28263"/>
                    <a:pt x="74275" y="28263"/>
                    <a:pt x="74275" y="28263"/>
                  </a:cubicBezTo>
                  <a:cubicBezTo>
                    <a:pt x="75613" y="28105"/>
                    <a:pt x="75613" y="28105"/>
                    <a:pt x="75613" y="28105"/>
                  </a:cubicBezTo>
                  <a:cubicBezTo>
                    <a:pt x="76505" y="27315"/>
                    <a:pt x="76505" y="27315"/>
                    <a:pt x="76505" y="27315"/>
                  </a:cubicBezTo>
                  <a:cubicBezTo>
                    <a:pt x="75613" y="26684"/>
                    <a:pt x="75613" y="26684"/>
                    <a:pt x="75613" y="26684"/>
                  </a:cubicBezTo>
                  <a:cubicBezTo>
                    <a:pt x="76505" y="25894"/>
                    <a:pt x="76505" y="24789"/>
                    <a:pt x="76282" y="24631"/>
                  </a:cubicBezTo>
                  <a:cubicBezTo>
                    <a:pt x="76059" y="24315"/>
                    <a:pt x="75613" y="22894"/>
                    <a:pt x="75390" y="22736"/>
                  </a:cubicBezTo>
                  <a:cubicBezTo>
                    <a:pt x="75390" y="22578"/>
                    <a:pt x="75836" y="22421"/>
                    <a:pt x="75836" y="22421"/>
                  </a:cubicBezTo>
                  <a:cubicBezTo>
                    <a:pt x="76282" y="22421"/>
                    <a:pt x="76282" y="22421"/>
                    <a:pt x="76282" y="22421"/>
                  </a:cubicBezTo>
                  <a:cubicBezTo>
                    <a:pt x="76282" y="22421"/>
                    <a:pt x="76505" y="22263"/>
                    <a:pt x="76728" y="22263"/>
                  </a:cubicBezTo>
                  <a:cubicBezTo>
                    <a:pt x="77843" y="21631"/>
                    <a:pt x="77843" y="21631"/>
                    <a:pt x="77843" y="21631"/>
                  </a:cubicBezTo>
                  <a:cubicBezTo>
                    <a:pt x="78959" y="21789"/>
                    <a:pt x="78959" y="21789"/>
                    <a:pt x="78959" y="21789"/>
                  </a:cubicBezTo>
                  <a:cubicBezTo>
                    <a:pt x="78959" y="21789"/>
                    <a:pt x="78959" y="21631"/>
                    <a:pt x="79182" y="21631"/>
                  </a:cubicBezTo>
                  <a:cubicBezTo>
                    <a:pt x="79405" y="21631"/>
                    <a:pt x="79405" y="21473"/>
                    <a:pt x="79405" y="21473"/>
                  </a:cubicBezTo>
                  <a:cubicBezTo>
                    <a:pt x="79405" y="21473"/>
                    <a:pt x="78736" y="20526"/>
                    <a:pt x="79182" y="20052"/>
                  </a:cubicBezTo>
                  <a:cubicBezTo>
                    <a:pt x="79405" y="19736"/>
                    <a:pt x="79628" y="19736"/>
                    <a:pt x="80074" y="19736"/>
                  </a:cubicBezTo>
                  <a:cubicBezTo>
                    <a:pt x="80074" y="19736"/>
                    <a:pt x="80074" y="19736"/>
                    <a:pt x="80074" y="19736"/>
                  </a:cubicBezTo>
                  <a:cubicBezTo>
                    <a:pt x="80074" y="19736"/>
                    <a:pt x="80074" y="19736"/>
                    <a:pt x="80074" y="19736"/>
                  </a:cubicBezTo>
                  <a:cubicBezTo>
                    <a:pt x="80074" y="19736"/>
                    <a:pt x="80074" y="19736"/>
                    <a:pt x="80074" y="19736"/>
                  </a:cubicBezTo>
                  <a:cubicBezTo>
                    <a:pt x="80074" y="19736"/>
                    <a:pt x="80074" y="19736"/>
                    <a:pt x="80074" y="19736"/>
                  </a:cubicBezTo>
                  <a:cubicBezTo>
                    <a:pt x="80074" y="19736"/>
                    <a:pt x="80074" y="19736"/>
                    <a:pt x="80074" y="19736"/>
                  </a:cubicBezTo>
                  <a:cubicBezTo>
                    <a:pt x="80074" y="19736"/>
                    <a:pt x="80074" y="19736"/>
                    <a:pt x="80074" y="19736"/>
                  </a:cubicBezTo>
                  <a:cubicBezTo>
                    <a:pt x="80297" y="19736"/>
                    <a:pt x="80297" y="19736"/>
                    <a:pt x="80297" y="19736"/>
                  </a:cubicBezTo>
                  <a:cubicBezTo>
                    <a:pt x="80297" y="19736"/>
                    <a:pt x="80297" y="19736"/>
                    <a:pt x="80297" y="19736"/>
                  </a:cubicBezTo>
                  <a:cubicBezTo>
                    <a:pt x="80297" y="19736"/>
                    <a:pt x="80297" y="19736"/>
                    <a:pt x="80297" y="19736"/>
                  </a:cubicBezTo>
                  <a:cubicBezTo>
                    <a:pt x="80297" y="19736"/>
                    <a:pt x="80297" y="19736"/>
                    <a:pt x="80297" y="19736"/>
                  </a:cubicBezTo>
                  <a:cubicBezTo>
                    <a:pt x="80297" y="19736"/>
                    <a:pt x="80297" y="19736"/>
                    <a:pt x="80297" y="19736"/>
                  </a:cubicBezTo>
                  <a:cubicBezTo>
                    <a:pt x="80297" y="19736"/>
                    <a:pt x="80297" y="19736"/>
                    <a:pt x="80297" y="19736"/>
                  </a:cubicBezTo>
                  <a:cubicBezTo>
                    <a:pt x="80297" y="19736"/>
                    <a:pt x="80297" y="19736"/>
                    <a:pt x="80297" y="19736"/>
                  </a:cubicBezTo>
                  <a:cubicBezTo>
                    <a:pt x="80297" y="19736"/>
                    <a:pt x="80297" y="19736"/>
                    <a:pt x="80297"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520" y="19736"/>
                    <a:pt x="80520" y="19736"/>
                    <a:pt x="80520" y="19736"/>
                  </a:cubicBezTo>
                  <a:cubicBezTo>
                    <a:pt x="80743" y="19736"/>
                    <a:pt x="80743" y="19736"/>
                    <a:pt x="80743" y="19736"/>
                  </a:cubicBezTo>
                  <a:cubicBezTo>
                    <a:pt x="80743" y="19736"/>
                    <a:pt x="80743" y="19736"/>
                    <a:pt x="80743" y="19736"/>
                  </a:cubicBezTo>
                  <a:cubicBezTo>
                    <a:pt x="80743" y="19736"/>
                    <a:pt x="80743" y="19736"/>
                    <a:pt x="80743" y="19736"/>
                  </a:cubicBezTo>
                  <a:cubicBezTo>
                    <a:pt x="80743" y="19736"/>
                    <a:pt x="80743" y="19736"/>
                    <a:pt x="80743" y="19736"/>
                  </a:cubicBezTo>
                  <a:cubicBezTo>
                    <a:pt x="80966" y="19736"/>
                    <a:pt x="80966" y="19736"/>
                    <a:pt x="80966" y="19736"/>
                  </a:cubicBezTo>
                  <a:cubicBezTo>
                    <a:pt x="80966" y="19736"/>
                    <a:pt x="80966" y="19736"/>
                    <a:pt x="80966" y="19736"/>
                  </a:cubicBezTo>
                  <a:cubicBezTo>
                    <a:pt x="80966" y="19736"/>
                    <a:pt x="80966" y="19736"/>
                    <a:pt x="80966" y="19736"/>
                  </a:cubicBezTo>
                  <a:cubicBezTo>
                    <a:pt x="80966" y="19736"/>
                    <a:pt x="80966" y="19736"/>
                    <a:pt x="80966" y="19736"/>
                  </a:cubicBezTo>
                  <a:cubicBezTo>
                    <a:pt x="80966" y="19894"/>
                    <a:pt x="80966" y="19894"/>
                    <a:pt x="80966" y="19894"/>
                  </a:cubicBezTo>
                  <a:cubicBezTo>
                    <a:pt x="80966" y="19894"/>
                    <a:pt x="80966" y="19894"/>
                    <a:pt x="80966" y="19894"/>
                  </a:cubicBezTo>
                  <a:cubicBezTo>
                    <a:pt x="80966" y="19894"/>
                    <a:pt x="80966" y="19894"/>
                    <a:pt x="80966" y="19894"/>
                  </a:cubicBezTo>
                  <a:cubicBezTo>
                    <a:pt x="80966" y="19894"/>
                    <a:pt x="80966" y="19894"/>
                    <a:pt x="80966" y="19894"/>
                  </a:cubicBezTo>
                  <a:cubicBezTo>
                    <a:pt x="80966" y="19894"/>
                    <a:pt x="80966" y="19894"/>
                    <a:pt x="80966" y="19894"/>
                  </a:cubicBezTo>
                  <a:cubicBezTo>
                    <a:pt x="80966" y="19894"/>
                    <a:pt x="80966" y="19894"/>
                    <a:pt x="80966" y="19894"/>
                  </a:cubicBezTo>
                  <a:cubicBezTo>
                    <a:pt x="80966" y="19894"/>
                    <a:pt x="80966" y="19894"/>
                    <a:pt x="80966" y="19894"/>
                  </a:cubicBezTo>
                  <a:cubicBezTo>
                    <a:pt x="80966" y="19894"/>
                    <a:pt x="80966" y="19894"/>
                    <a:pt x="80966" y="19894"/>
                  </a:cubicBezTo>
                  <a:close/>
                </a:path>
              </a:pathLst>
            </a:custGeom>
            <a:solidFill>
              <a:srgbClr val="00B05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55" name="Shape 2052">
              <a:extLst>
                <a:ext uri="{FF2B5EF4-FFF2-40B4-BE49-F238E27FC236}">
                  <a16:creationId xmlns:a16="http://schemas.microsoft.com/office/drawing/2014/main" id="{BFDD37D4-8D01-4AC5-8AF9-83188CD36C50}"/>
                </a:ext>
              </a:extLst>
            </p:cNvPr>
            <p:cNvSpPr/>
            <p:nvPr/>
          </p:nvSpPr>
          <p:spPr>
            <a:xfrm>
              <a:off x="5828550" y="-33602"/>
              <a:ext cx="3373052" cy="3300665"/>
            </a:xfrm>
            <a:custGeom>
              <a:avLst/>
              <a:gdLst/>
              <a:ahLst/>
              <a:cxnLst/>
              <a:rect l="0" t="0" r="0" b="0"/>
              <a:pathLst>
                <a:path w="120000" h="120000" extrusionOk="0">
                  <a:moveTo>
                    <a:pt x="37322" y="88091"/>
                  </a:moveTo>
                  <a:cubicBezTo>
                    <a:pt x="36673" y="88251"/>
                    <a:pt x="36673" y="88251"/>
                    <a:pt x="36673" y="88251"/>
                  </a:cubicBezTo>
                  <a:cubicBezTo>
                    <a:pt x="36673" y="88251"/>
                    <a:pt x="36267" y="88653"/>
                    <a:pt x="36267" y="88492"/>
                  </a:cubicBezTo>
                  <a:cubicBezTo>
                    <a:pt x="36186" y="88332"/>
                    <a:pt x="36348" y="88010"/>
                    <a:pt x="36348" y="87849"/>
                  </a:cubicBezTo>
                  <a:cubicBezTo>
                    <a:pt x="36267" y="87769"/>
                    <a:pt x="35862" y="88010"/>
                    <a:pt x="35943" y="87689"/>
                  </a:cubicBezTo>
                  <a:cubicBezTo>
                    <a:pt x="36024" y="87528"/>
                    <a:pt x="35943" y="87287"/>
                    <a:pt x="35862" y="87206"/>
                  </a:cubicBezTo>
                  <a:cubicBezTo>
                    <a:pt x="35699" y="87046"/>
                    <a:pt x="35212" y="87046"/>
                    <a:pt x="35375" y="86724"/>
                  </a:cubicBezTo>
                  <a:cubicBezTo>
                    <a:pt x="35537" y="86483"/>
                    <a:pt x="35943" y="86322"/>
                    <a:pt x="35943" y="86322"/>
                  </a:cubicBezTo>
                  <a:cubicBezTo>
                    <a:pt x="35943" y="86162"/>
                    <a:pt x="35943" y="86162"/>
                    <a:pt x="35943" y="86162"/>
                  </a:cubicBezTo>
                  <a:cubicBezTo>
                    <a:pt x="35618" y="85840"/>
                    <a:pt x="35618" y="85840"/>
                    <a:pt x="35618" y="85840"/>
                  </a:cubicBezTo>
                  <a:cubicBezTo>
                    <a:pt x="34726" y="85438"/>
                    <a:pt x="34726" y="85438"/>
                    <a:pt x="34726" y="85438"/>
                  </a:cubicBezTo>
                  <a:cubicBezTo>
                    <a:pt x="34726" y="85438"/>
                    <a:pt x="34645" y="84956"/>
                    <a:pt x="34482" y="84956"/>
                  </a:cubicBezTo>
                  <a:cubicBezTo>
                    <a:pt x="34401" y="84876"/>
                    <a:pt x="34158" y="84634"/>
                    <a:pt x="34158" y="84634"/>
                  </a:cubicBezTo>
                  <a:cubicBezTo>
                    <a:pt x="34158" y="84634"/>
                    <a:pt x="33914" y="84313"/>
                    <a:pt x="33590" y="84233"/>
                  </a:cubicBezTo>
                  <a:cubicBezTo>
                    <a:pt x="33265" y="84072"/>
                    <a:pt x="33022" y="84795"/>
                    <a:pt x="33022" y="84795"/>
                  </a:cubicBezTo>
                  <a:cubicBezTo>
                    <a:pt x="32697" y="84474"/>
                    <a:pt x="32697" y="84474"/>
                    <a:pt x="32697" y="84474"/>
                  </a:cubicBezTo>
                  <a:cubicBezTo>
                    <a:pt x="32048" y="84715"/>
                    <a:pt x="32048" y="84715"/>
                    <a:pt x="32048" y="84715"/>
                  </a:cubicBezTo>
                  <a:cubicBezTo>
                    <a:pt x="31561" y="85438"/>
                    <a:pt x="31561" y="85438"/>
                    <a:pt x="31561" y="85438"/>
                  </a:cubicBezTo>
                  <a:cubicBezTo>
                    <a:pt x="31237" y="85519"/>
                    <a:pt x="31237" y="85519"/>
                    <a:pt x="31237" y="85519"/>
                  </a:cubicBezTo>
                  <a:cubicBezTo>
                    <a:pt x="30750" y="85599"/>
                    <a:pt x="30750" y="85599"/>
                    <a:pt x="30750" y="85599"/>
                  </a:cubicBezTo>
                  <a:cubicBezTo>
                    <a:pt x="30020" y="85760"/>
                    <a:pt x="30020" y="85760"/>
                    <a:pt x="30020" y="85760"/>
                  </a:cubicBezTo>
                  <a:cubicBezTo>
                    <a:pt x="29858" y="86242"/>
                    <a:pt x="29858" y="86242"/>
                    <a:pt x="29858" y="86242"/>
                  </a:cubicBezTo>
                  <a:cubicBezTo>
                    <a:pt x="29939" y="86724"/>
                    <a:pt x="29939" y="86724"/>
                    <a:pt x="29939" y="86724"/>
                  </a:cubicBezTo>
                  <a:cubicBezTo>
                    <a:pt x="29533" y="87046"/>
                    <a:pt x="29533" y="87046"/>
                    <a:pt x="29533" y="87046"/>
                  </a:cubicBezTo>
                  <a:cubicBezTo>
                    <a:pt x="28559" y="86965"/>
                    <a:pt x="28559" y="86965"/>
                    <a:pt x="28559" y="86965"/>
                  </a:cubicBezTo>
                  <a:cubicBezTo>
                    <a:pt x="28722" y="86965"/>
                    <a:pt x="28722" y="86965"/>
                    <a:pt x="28722" y="86965"/>
                  </a:cubicBezTo>
                  <a:cubicBezTo>
                    <a:pt x="28154" y="86644"/>
                    <a:pt x="28154" y="86644"/>
                    <a:pt x="28154" y="86644"/>
                  </a:cubicBezTo>
                  <a:cubicBezTo>
                    <a:pt x="28154" y="86403"/>
                    <a:pt x="28154" y="86403"/>
                    <a:pt x="28154" y="86403"/>
                  </a:cubicBezTo>
                  <a:cubicBezTo>
                    <a:pt x="27829" y="86403"/>
                    <a:pt x="27829" y="86403"/>
                    <a:pt x="27829" y="86403"/>
                  </a:cubicBezTo>
                  <a:cubicBezTo>
                    <a:pt x="27586" y="86322"/>
                    <a:pt x="27586" y="86322"/>
                    <a:pt x="27586" y="86322"/>
                  </a:cubicBezTo>
                  <a:cubicBezTo>
                    <a:pt x="27748" y="86162"/>
                    <a:pt x="27748" y="86162"/>
                    <a:pt x="27748" y="86162"/>
                  </a:cubicBezTo>
                  <a:cubicBezTo>
                    <a:pt x="27586" y="85920"/>
                    <a:pt x="27586" y="85920"/>
                    <a:pt x="27586" y="85920"/>
                  </a:cubicBezTo>
                  <a:cubicBezTo>
                    <a:pt x="27342" y="85438"/>
                    <a:pt x="27342" y="85438"/>
                    <a:pt x="27342" y="85438"/>
                  </a:cubicBezTo>
                  <a:cubicBezTo>
                    <a:pt x="27505" y="85277"/>
                    <a:pt x="27505" y="85277"/>
                    <a:pt x="27505" y="85277"/>
                  </a:cubicBezTo>
                  <a:cubicBezTo>
                    <a:pt x="27180" y="85117"/>
                    <a:pt x="27180" y="85117"/>
                    <a:pt x="27180" y="85117"/>
                  </a:cubicBezTo>
                  <a:cubicBezTo>
                    <a:pt x="27018" y="84956"/>
                    <a:pt x="27018" y="84956"/>
                    <a:pt x="27018" y="84956"/>
                  </a:cubicBezTo>
                  <a:cubicBezTo>
                    <a:pt x="27180" y="84634"/>
                    <a:pt x="27180" y="84634"/>
                    <a:pt x="27180" y="84634"/>
                  </a:cubicBezTo>
                  <a:cubicBezTo>
                    <a:pt x="27018" y="84393"/>
                    <a:pt x="27018" y="84393"/>
                    <a:pt x="27018" y="84393"/>
                  </a:cubicBezTo>
                  <a:cubicBezTo>
                    <a:pt x="26774" y="84072"/>
                    <a:pt x="26774" y="84072"/>
                    <a:pt x="26774" y="84072"/>
                  </a:cubicBezTo>
                  <a:cubicBezTo>
                    <a:pt x="26369" y="83991"/>
                    <a:pt x="26369" y="83991"/>
                    <a:pt x="26369" y="83991"/>
                  </a:cubicBezTo>
                  <a:cubicBezTo>
                    <a:pt x="26044" y="83750"/>
                    <a:pt x="26044" y="83750"/>
                    <a:pt x="26044" y="83750"/>
                  </a:cubicBezTo>
                  <a:cubicBezTo>
                    <a:pt x="26044" y="83509"/>
                    <a:pt x="26044" y="83509"/>
                    <a:pt x="26044" y="83509"/>
                  </a:cubicBezTo>
                  <a:cubicBezTo>
                    <a:pt x="26206" y="82947"/>
                    <a:pt x="26206" y="82947"/>
                    <a:pt x="26206" y="82947"/>
                  </a:cubicBezTo>
                  <a:cubicBezTo>
                    <a:pt x="26206" y="82947"/>
                    <a:pt x="26206" y="82866"/>
                    <a:pt x="26531" y="82705"/>
                  </a:cubicBezTo>
                  <a:cubicBezTo>
                    <a:pt x="26855" y="82625"/>
                    <a:pt x="26937" y="82705"/>
                    <a:pt x="26937" y="82705"/>
                  </a:cubicBezTo>
                  <a:cubicBezTo>
                    <a:pt x="27423" y="82866"/>
                    <a:pt x="27423" y="82866"/>
                    <a:pt x="27423" y="82866"/>
                  </a:cubicBezTo>
                  <a:cubicBezTo>
                    <a:pt x="27991" y="82705"/>
                    <a:pt x="27991" y="82705"/>
                    <a:pt x="27991" y="82705"/>
                  </a:cubicBezTo>
                  <a:cubicBezTo>
                    <a:pt x="27991" y="82705"/>
                    <a:pt x="28559" y="82223"/>
                    <a:pt x="28640" y="82143"/>
                  </a:cubicBezTo>
                  <a:cubicBezTo>
                    <a:pt x="28803" y="82062"/>
                    <a:pt x="28640" y="81661"/>
                    <a:pt x="28640" y="81661"/>
                  </a:cubicBezTo>
                  <a:cubicBezTo>
                    <a:pt x="28965" y="81580"/>
                    <a:pt x="28965" y="81580"/>
                    <a:pt x="28965" y="81580"/>
                  </a:cubicBezTo>
                  <a:cubicBezTo>
                    <a:pt x="29127" y="81339"/>
                    <a:pt x="29127" y="81339"/>
                    <a:pt x="29127" y="81339"/>
                  </a:cubicBezTo>
                  <a:cubicBezTo>
                    <a:pt x="29127" y="80857"/>
                    <a:pt x="29127" y="80857"/>
                    <a:pt x="29127" y="80857"/>
                  </a:cubicBezTo>
                  <a:cubicBezTo>
                    <a:pt x="28722" y="80696"/>
                    <a:pt x="28722" y="80696"/>
                    <a:pt x="28722" y="80696"/>
                  </a:cubicBezTo>
                  <a:cubicBezTo>
                    <a:pt x="28397" y="80616"/>
                    <a:pt x="28397" y="80616"/>
                    <a:pt x="28397" y="80616"/>
                  </a:cubicBezTo>
                  <a:cubicBezTo>
                    <a:pt x="28073" y="80375"/>
                    <a:pt x="28073" y="80375"/>
                    <a:pt x="28073" y="80375"/>
                  </a:cubicBezTo>
                  <a:cubicBezTo>
                    <a:pt x="28235" y="79973"/>
                    <a:pt x="28235" y="79973"/>
                    <a:pt x="28235" y="79973"/>
                  </a:cubicBezTo>
                  <a:cubicBezTo>
                    <a:pt x="27829" y="79973"/>
                    <a:pt x="27829" y="79973"/>
                    <a:pt x="27829" y="79973"/>
                  </a:cubicBezTo>
                  <a:cubicBezTo>
                    <a:pt x="27423" y="79892"/>
                    <a:pt x="27423" y="79892"/>
                    <a:pt x="27423" y="79892"/>
                  </a:cubicBezTo>
                  <a:cubicBezTo>
                    <a:pt x="27099" y="79812"/>
                    <a:pt x="27099" y="79812"/>
                    <a:pt x="27099" y="79812"/>
                  </a:cubicBezTo>
                  <a:cubicBezTo>
                    <a:pt x="26855" y="79892"/>
                    <a:pt x="26855" y="79892"/>
                    <a:pt x="26855" y="79892"/>
                  </a:cubicBezTo>
                  <a:cubicBezTo>
                    <a:pt x="26612" y="80133"/>
                    <a:pt x="26612" y="80133"/>
                    <a:pt x="26612" y="80133"/>
                  </a:cubicBezTo>
                  <a:cubicBezTo>
                    <a:pt x="26206" y="80133"/>
                    <a:pt x="26206" y="80133"/>
                    <a:pt x="26206" y="80133"/>
                  </a:cubicBezTo>
                  <a:cubicBezTo>
                    <a:pt x="26125" y="79410"/>
                    <a:pt x="26125" y="79410"/>
                    <a:pt x="26125" y="79410"/>
                  </a:cubicBezTo>
                  <a:cubicBezTo>
                    <a:pt x="25963" y="79089"/>
                    <a:pt x="25963" y="79089"/>
                    <a:pt x="25963" y="79089"/>
                  </a:cubicBezTo>
                  <a:cubicBezTo>
                    <a:pt x="25557" y="78928"/>
                    <a:pt x="25557" y="78928"/>
                    <a:pt x="25557" y="78928"/>
                  </a:cubicBezTo>
                  <a:cubicBezTo>
                    <a:pt x="24665" y="78767"/>
                    <a:pt x="24665" y="78767"/>
                    <a:pt x="24665" y="78767"/>
                  </a:cubicBezTo>
                  <a:cubicBezTo>
                    <a:pt x="24259" y="78204"/>
                    <a:pt x="24259" y="78204"/>
                    <a:pt x="24259" y="78204"/>
                  </a:cubicBezTo>
                  <a:cubicBezTo>
                    <a:pt x="24178" y="77963"/>
                    <a:pt x="24178" y="77963"/>
                    <a:pt x="24178" y="77963"/>
                  </a:cubicBezTo>
                  <a:cubicBezTo>
                    <a:pt x="24178" y="77963"/>
                    <a:pt x="24097" y="77963"/>
                    <a:pt x="23853" y="77883"/>
                  </a:cubicBezTo>
                  <a:cubicBezTo>
                    <a:pt x="23610" y="77883"/>
                    <a:pt x="23772" y="77642"/>
                    <a:pt x="23772" y="77642"/>
                  </a:cubicBezTo>
                  <a:cubicBezTo>
                    <a:pt x="23772" y="77240"/>
                    <a:pt x="23772" y="77240"/>
                    <a:pt x="23772" y="77240"/>
                  </a:cubicBezTo>
                  <a:cubicBezTo>
                    <a:pt x="23448" y="77240"/>
                    <a:pt x="23448" y="77240"/>
                    <a:pt x="23448" y="77240"/>
                  </a:cubicBezTo>
                  <a:cubicBezTo>
                    <a:pt x="23123" y="76918"/>
                    <a:pt x="23123" y="76918"/>
                    <a:pt x="23123" y="76918"/>
                  </a:cubicBezTo>
                  <a:cubicBezTo>
                    <a:pt x="22555" y="76758"/>
                    <a:pt x="22555" y="76758"/>
                    <a:pt x="22555" y="76758"/>
                  </a:cubicBezTo>
                  <a:cubicBezTo>
                    <a:pt x="22799" y="76115"/>
                    <a:pt x="22799" y="76115"/>
                    <a:pt x="22799" y="76115"/>
                  </a:cubicBezTo>
                  <a:cubicBezTo>
                    <a:pt x="22799" y="75874"/>
                    <a:pt x="22799" y="75874"/>
                    <a:pt x="22799" y="75874"/>
                  </a:cubicBezTo>
                  <a:cubicBezTo>
                    <a:pt x="22880" y="75472"/>
                    <a:pt x="22880" y="75472"/>
                    <a:pt x="22880" y="75472"/>
                  </a:cubicBezTo>
                  <a:cubicBezTo>
                    <a:pt x="22636" y="75231"/>
                    <a:pt x="22636" y="75231"/>
                    <a:pt x="22636" y="75231"/>
                  </a:cubicBezTo>
                  <a:cubicBezTo>
                    <a:pt x="22150" y="74909"/>
                    <a:pt x="22150" y="74909"/>
                    <a:pt x="22150" y="74909"/>
                  </a:cubicBezTo>
                  <a:cubicBezTo>
                    <a:pt x="22150" y="74668"/>
                    <a:pt x="22150" y="74668"/>
                    <a:pt x="22150" y="74668"/>
                  </a:cubicBezTo>
                  <a:cubicBezTo>
                    <a:pt x="22150" y="74427"/>
                    <a:pt x="22150" y="74427"/>
                    <a:pt x="22150" y="74427"/>
                  </a:cubicBezTo>
                  <a:cubicBezTo>
                    <a:pt x="22150" y="73784"/>
                    <a:pt x="22150" y="73784"/>
                    <a:pt x="22150" y="73784"/>
                  </a:cubicBezTo>
                  <a:cubicBezTo>
                    <a:pt x="21987" y="73462"/>
                    <a:pt x="21987" y="73462"/>
                    <a:pt x="21987" y="73462"/>
                  </a:cubicBezTo>
                  <a:cubicBezTo>
                    <a:pt x="21663" y="73623"/>
                    <a:pt x="21663" y="73623"/>
                    <a:pt x="21663" y="73623"/>
                  </a:cubicBezTo>
                  <a:cubicBezTo>
                    <a:pt x="21582" y="73462"/>
                    <a:pt x="21582" y="73462"/>
                    <a:pt x="21582" y="73462"/>
                  </a:cubicBezTo>
                  <a:cubicBezTo>
                    <a:pt x="21338" y="73543"/>
                    <a:pt x="21338" y="73543"/>
                    <a:pt x="21338" y="73543"/>
                  </a:cubicBezTo>
                  <a:cubicBezTo>
                    <a:pt x="21095" y="73382"/>
                    <a:pt x="21095" y="73382"/>
                    <a:pt x="21095" y="73382"/>
                  </a:cubicBezTo>
                  <a:cubicBezTo>
                    <a:pt x="20851" y="73141"/>
                    <a:pt x="20851" y="73141"/>
                    <a:pt x="20851" y="73141"/>
                  </a:cubicBezTo>
                  <a:cubicBezTo>
                    <a:pt x="20121" y="72980"/>
                    <a:pt x="20121" y="72980"/>
                    <a:pt x="20121" y="72980"/>
                  </a:cubicBezTo>
                  <a:cubicBezTo>
                    <a:pt x="20121" y="72980"/>
                    <a:pt x="19878" y="73060"/>
                    <a:pt x="19553" y="73141"/>
                  </a:cubicBezTo>
                  <a:cubicBezTo>
                    <a:pt x="19310" y="73221"/>
                    <a:pt x="19391" y="73302"/>
                    <a:pt x="19229" y="73302"/>
                  </a:cubicBezTo>
                  <a:cubicBezTo>
                    <a:pt x="19066" y="73382"/>
                    <a:pt x="18985" y="73543"/>
                    <a:pt x="18985" y="73703"/>
                  </a:cubicBezTo>
                  <a:cubicBezTo>
                    <a:pt x="18904" y="73864"/>
                    <a:pt x="18580" y="73945"/>
                    <a:pt x="18498" y="73945"/>
                  </a:cubicBezTo>
                  <a:cubicBezTo>
                    <a:pt x="18336" y="74025"/>
                    <a:pt x="18174" y="73784"/>
                    <a:pt x="18174" y="73784"/>
                  </a:cubicBezTo>
                  <a:cubicBezTo>
                    <a:pt x="18174" y="73543"/>
                    <a:pt x="18174" y="73543"/>
                    <a:pt x="18174" y="73543"/>
                  </a:cubicBezTo>
                  <a:cubicBezTo>
                    <a:pt x="18093" y="73060"/>
                    <a:pt x="18093" y="73060"/>
                    <a:pt x="18093" y="73060"/>
                  </a:cubicBezTo>
                  <a:cubicBezTo>
                    <a:pt x="17444" y="73060"/>
                    <a:pt x="17444" y="73060"/>
                    <a:pt x="17444" y="73060"/>
                  </a:cubicBezTo>
                  <a:cubicBezTo>
                    <a:pt x="16876" y="73221"/>
                    <a:pt x="16876" y="73221"/>
                    <a:pt x="16876" y="73221"/>
                  </a:cubicBezTo>
                  <a:cubicBezTo>
                    <a:pt x="16795" y="73382"/>
                    <a:pt x="16795" y="73382"/>
                    <a:pt x="16795" y="73382"/>
                  </a:cubicBezTo>
                  <a:cubicBezTo>
                    <a:pt x="16389" y="73382"/>
                    <a:pt x="16389" y="73382"/>
                    <a:pt x="16389" y="73382"/>
                  </a:cubicBezTo>
                  <a:cubicBezTo>
                    <a:pt x="16227" y="73060"/>
                    <a:pt x="16227" y="73060"/>
                    <a:pt x="16227" y="73060"/>
                  </a:cubicBezTo>
                  <a:cubicBezTo>
                    <a:pt x="15983" y="72980"/>
                    <a:pt x="15983" y="72980"/>
                    <a:pt x="15983" y="72980"/>
                  </a:cubicBezTo>
                  <a:cubicBezTo>
                    <a:pt x="15578" y="73141"/>
                    <a:pt x="15578" y="73141"/>
                    <a:pt x="15578" y="73141"/>
                  </a:cubicBezTo>
                  <a:cubicBezTo>
                    <a:pt x="15578" y="73141"/>
                    <a:pt x="15496" y="73302"/>
                    <a:pt x="15415" y="73302"/>
                  </a:cubicBezTo>
                  <a:cubicBezTo>
                    <a:pt x="15334" y="73382"/>
                    <a:pt x="15253" y="73302"/>
                    <a:pt x="15172" y="73302"/>
                  </a:cubicBezTo>
                  <a:cubicBezTo>
                    <a:pt x="15091" y="73302"/>
                    <a:pt x="14929" y="73221"/>
                    <a:pt x="14847" y="73141"/>
                  </a:cubicBezTo>
                  <a:cubicBezTo>
                    <a:pt x="14847" y="73060"/>
                    <a:pt x="14847" y="72980"/>
                    <a:pt x="14847" y="72900"/>
                  </a:cubicBezTo>
                  <a:cubicBezTo>
                    <a:pt x="14847" y="72819"/>
                    <a:pt x="14847" y="72659"/>
                    <a:pt x="14847" y="72659"/>
                  </a:cubicBezTo>
                  <a:cubicBezTo>
                    <a:pt x="14929" y="72257"/>
                    <a:pt x="14929" y="72257"/>
                    <a:pt x="14929" y="72257"/>
                  </a:cubicBezTo>
                  <a:cubicBezTo>
                    <a:pt x="14929" y="72257"/>
                    <a:pt x="14604" y="72016"/>
                    <a:pt x="14523" y="71935"/>
                  </a:cubicBezTo>
                  <a:cubicBezTo>
                    <a:pt x="14523" y="71774"/>
                    <a:pt x="14442" y="71533"/>
                    <a:pt x="14442" y="71533"/>
                  </a:cubicBezTo>
                  <a:cubicBezTo>
                    <a:pt x="14442" y="71533"/>
                    <a:pt x="14279" y="71453"/>
                    <a:pt x="14198" y="71373"/>
                  </a:cubicBezTo>
                  <a:cubicBezTo>
                    <a:pt x="14117" y="71373"/>
                    <a:pt x="14036" y="71292"/>
                    <a:pt x="14036" y="71292"/>
                  </a:cubicBezTo>
                  <a:cubicBezTo>
                    <a:pt x="14117" y="71051"/>
                    <a:pt x="14117" y="71051"/>
                    <a:pt x="14117" y="71051"/>
                  </a:cubicBezTo>
                  <a:cubicBezTo>
                    <a:pt x="13793" y="70890"/>
                    <a:pt x="13793" y="70890"/>
                    <a:pt x="13793" y="70890"/>
                  </a:cubicBezTo>
                  <a:cubicBezTo>
                    <a:pt x="13387" y="70569"/>
                    <a:pt x="13387" y="70569"/>
                    <a:pt x="13387" y="70569"/>
                  </a:cubicBezTo>
                  <a:cubicBezTo>
                    <a:pt x="13549" y="70328"/>
                    <a:pt x="13549" y="70328"/>
                    <a:pt x="13549" y="70328"/>
                  </a:cubicBezTo>
                  <a:cubicBezTo>
                    <a:pt x="13225" y="70087"/>
                    <a:pt x="13225" y="70087"/>
                    <a:pt x="13225" y="70087"/>
                  </a:cubicBezTo>
                  <a:cubicBezTo>
                    <a:pt x="12900" y="70328"/>
                    <a:pt x="12900" y="70328"/>
                    <a:pt x="12900" y="70328"/>
                  </a:cubicBezTo>
                  <a:cubicBezTo>
                    <a:pt x="12900" y="70006"/>
                    <a:pt x="12900" y="70006"/>
                    <a:pt x="12900" y="70006"/>
                  </a:cubicBezTo>
                  <a:cubicBezTo>
                    <a:pt x="12738" y="69363"/>
                    <a:pt x="12738" y="69363"/>
                    <a:pt x="12738" y="69363"/>
                  </a:cubicBezTo>
                  <a:cubicBezTo>
                    <a:pt x="12900" y="69122"/>
                    <a:pt x="12900" y="69122"/>
                    <a:pt x="12900" y="69122"/>
                  </a:cubicBezTo>
                  <a:cubicBezTo>
                    <a:pt x="12819" y="68318"/>
                    <a:pt x="12819" y="68318"/>
                    <a:pt x="12819" y="68318"/>
                  </a:cubicBezTo>
                  <a:cubicBezTo>
                    <a:pt x="12819" y="68318"/>
                    <a:pt x="12657" y="68238"/>
                    <a:pt x="12576" y="68238"/>
                  </a:cubicBezTo>
                  <a:cubicBezTo>
                    <a:pt x="12494" y="68238"/>
                    <a:pt x="12251" y="68077"/>
                    <a:pt x="12251" y="68077"/>
                  </a:cubicBezTo>
                  <a:cubicBezTo>
                    <a:pt x="11926" y="67997"/>
                    <a:pt x="11926" y="67997"/>
                    <a:pt x="11926" y="67997"/>
                  </a:cubicBezTo>
                  <a:cubicBezTo>
                    <a:pt x="11926" y="67756"/>
                    <a:pt x="11926" y="67756"/>
                    <a:pt x="11926" y="67756"/>
                  </a:cubicBezTo>
                  <a:cubicBezTo>
                    <a:pt x="11683" y="67515"/>
                    <a:pt x="11683" y="67515"/>
                    <a:pt x="11683" y="67515"/>
                  </a:cubicBezTo>
                  <a:cubicBezTo>
                    <a:pt x="11440" y="67595"/>
                    <a:pt x="11440" y="67595"/>
                    <a:pt x="11440" y="67595"/>
                  </a:cubicBezTo>
                  <a:cubicBezTo>
                    <a:pt x="11440" y="67595"/>
                    <a:pt x="11359" y="67595"/>
                    <a:pt x="11359" y="67515"/>
                  </a:cubicBezTo>
                  <a:cubicBezTo>
                    <a:pt x="11359" y="67434"/>
                    <a:pt x="11196" y="67113"/>
                    <a:pt x="11196" y="67113"/>
                  </a:cubicBezTo>
                  <a:cubicBezTo>
                    <a:pt x="11440" y="66872"/>
                    <a:pt x="11440" y="66872"/>
                    <a:pt x="11440" y="66872"/>
                  </a:cubicBezTo>
                  <a:cubicBezTo>
                    <a:pt x="11440" y="66872"/>
                    <a:pt x="11440" y="66550"/>
                    <a:pt x="11440" y="66470"/>
                  </a:cubicBezTo>
                  <a:cubicBezTo>
                    <a:pt x="11440" y="66309"/>
                    <a:pt x="11845" y="66309"/>
                    <a:pt x="11845" y="66309"/>
                  </a:cubicBezTo>
                  <a:cubicBezTo>
                    <a:pt x="12008" y="66229"/>
                    <a:pt x="12008" y="66229"/>
                    <a:pt x="12008" y="66229"/>
                  </a:cubicBezTo>
                  <a:cubicBezTo>
                    <a:pt x="12089" y="65907"/>
                    <a:pt x="12089" y="65907"/>
                    <a:pt x="12089" y="65907"/>
                  </a:cubicBezTo>
                  <a:cubicBezTo>
                    <a:pt x="12089" y="65907"/>
                    <a:pt x="11845" y="65907"/>
                    <a:pt x="11683" y="65746"/>
                  </a:cubicBezTo>
                  <a:cubicBezTo>
                    <a:pt x="11602" y="65586"/>
                    <a:pt x="11683" y="65746"/>
                    <a:pt x="11683" y="65666"/>
                  </a:cubicBezTo>
                  <a:cubicBezTo>
                    <a:pt x="11683" y="65586"/>
                    <a:pt x="11602" y="65666"/>
                    <a:pt x="11602" y="65666"/>
                  </a:cubicBezTo>
                  <a:cubicBezTo>
                    <a:pt x="11602" y="65666"/>
                    <a:pt x="11521" y="65586"/>
                    <a:pt x="11521" y="65505"/>
                  </a:cubicBezTo>
                  <a:cubicBezTo>
                    <a:pt x="11521" y="65425"/>
                    <a:pt x="11521" y="65264"/>
                    <a:pt x="11440" y="65184"/>
                  </a:cubicBezTo>
                  <a:cubicBezTo>
                    <a:pt x="11359" y="65103"/>
                    <a:pt x="11196" y="65023"/>
                    <a:pt x="11196" y="65023"/>
                  </a:cubicBezTo>
                  <a:cubicBezTo>
                    <a:pt x="11115" y="64943"/>
                    <a:pt x="11115" y="65023"/>
                    <a:pt x="10953" y="64862"/>
                  </a:cubicBezTo>
                  <a:cubicBezTo>
                    <a:pt x="10872" y="64701"/>
                    <a:pt x="10872" y="64621"/>
                    <a:pt x="10872" y="64621"/>
                  </a:cubicBezTo>
                  <a:cubicBezTo>
                    <a:pt x="10628" y="64460"/>
                    <a:pt x="10791" y="64058"/>
                    <a:pt x="10628" y="63898"/>
                  </a:cubicBezTo>
                  <a:cubicBezTo>
                    <a:pt x="10304" y="63576"/>
                    <a:pt x="10304" y="63014"/>
                    <a:pt x="10141" y="62853"/>
                  </a:cubicBezTo>
                  <a:cubicBezTo>
                    <a:pt x="9898" y="62451"/>
                    <a:pt x="10060" y="62371"/>
                    <a:pt x="10141" y="62129"/>
                  </a:cubicBezTo>
                  <a:cubicBezTo>
                    <a:pt x="10223" y="61647"/>
                    <a:pt x="10466" y="61245"/>
                    <a:pt x="10547" y="60442"/>
                  </a:cubicBezTo>
                  <a:cubicBezTo>
                    <a:pt x="10547" y="59879"/>
                    <a:pt x="10547" y="59879"/>
                    <a:pt x="10547" y="59879"/>
                  </a:cubicBezTo>
                  <a:cubicBezTo>
                    <a:pt x="10953" y="59557"/>
                    <a:pt x="10953" y="59557"/>
                    <a:pt x="10953" y="59557"/>
                  </a:cubicBezTo>
                  <a:cubicBezTo>
                    <a:pt x="10953" y="59397"/>
                    <a:pt x="10953" y="59397"/>
                    <a:pt x="10953" y="59397"/>
                  </a:cubicBezTo>
                  <a:cubicBezTo>
                    <a:pt x="10547" y="59236"/>
                    <a:pt x="10547" y="59236"/>
                    <a:pt x="10547" y="59236"/>
                  </a:cubicBezTo>
                  <a:cubicBezTo>
                    <a:pt x="10547" y="59236"/>
                    <a:pt x="10547" y="59236"/>
                    <a:pt x="10547" y="59236"/>
                  </a:cubicBezTo>
                  <a:cubicBezTo>
                    <a:pt x="10547" y="59075"/>
                    <a:pt x="10547" y="59075"/>
                    <a:pt x="10547" y="59075"/>
                  </a:cubicBezTo>
                  <a:cubicBezTo>
                    <a:pt x="10304" y="58191"/>
                    <a:pt x="10304" y="58191"/>
                    <a:pt x="10304" y="58191"/>
                  </a:cubicBezTo>
                  <a:cubicBezTo>
                    <a:pt x="10385" y="57789"/>
                    <a:pt x="10385" y="57789"/>
                    <a:pt x="10385" y="57789"/>
                  </a:cubicBezTo>
                  <a:cubicBezTo>
                    <a:pt x="10628" y="58030"/>
                    <a:pt x="10628" y="58030"/>
                    <a:pt x="10628" y="58030"/>
                  </a:cubicBezTo>
                  <a:cubicBezTo>
                    <a:pt x="10872" y="58111"/>
                    <a:pt x="10872" y="58111"/>
                    <a:pt x="10872" y="58111"/>
                  </a:cubicBezTo>
                  <a:cubicBezTo>
                    <a:pt x="11115" y="57870"/>
                    <a:pt x="11115" y="57870"/>
                    <a:pt x="11115" y="57870"/>
                  </a:cubicBezTo>
                  <a:cubicBezTo>
                    <a:pt x="11034" y="57468"/>
                    <a:pt x="11034" y="57468"/>
                    <a:pt x="11034" y="57468"/>
                  </a:cubicBezTo>
                  <a:cubicBezTo>
                    <a:pt x="11034" y="57468"/>
                    <a:pt x="11115" y="57227"/>
                    <a:pt x="11196" y="57227"/>
                  </a:cubicBezTo>
                  <a:cubicBezTo>
                    <a:pt x="11277" y="57307"/>
                    <a:pt x="11764" y="57307"/>
                    <a:pt x="11764" y="57307"/>
                  </a:cubicBezTo>
                  <a:cubicBezTo>
                    <a:pt x="12008" y="57066"/>
                    <a:pt x="12008" y="57066"/>
                    <a:pt x="12008" y="57066"/>
                  </a:cubicBezTo>
                  <a:cubicBezTo>
                    <a:pt x="12008" y="56584"/>
                    <a:pt x="12008" y="56584"/>
                    <a:pt x="12008" y="56584"/>
                  </a:cubicBezTo>
                  <a:cubicBezTo>
                    <a:pt x="12251" y="56262"/>
                    <a:pt x="12251" y="56262"/>
                    <a:pt x="12251" y="56262"/>
                  </a:cubicBezTo>
                  <a:cubicBezTo>
                    <a:pt x="12738" y="56182"/>
                    <a:pt x="12738" y="56182"/>
                    <a:pt x="12738" y="56182"/>
                  </a:cubicBezTo>
                  <a:cubicBezTo>
                    <a:pt x="12738" y="56182"/>
                    <a:pt x="13630" y="56182"/>
                    <a:pt x="13711" y="56262"/>
                  </a:cubicBezTo>
                  <a:cubicBezTo>
                    <a:pt x="13793" y="56262"/>
                    <a:pt x="14198" y="56262"/>
                    <a:pt x="14279" y="56262"/>
                  </a:cubicBezTo>
                  <a:cubicBezTo>
                    <a:pt x="14361" y="56262"/>
                    <a:pt x="14847" y="56262"/>
                    <a:pt x="14847" y="56262"/>
                  </a:cubicBezTo>
                  <a:cubicBezTo>
                    <a:pt x="15010" y="55941"/>
                    <a:pt x="15010" y="55941"/>
                    <a:pt x="15010" y="55941"/>
                  </a:cubicBezTo>
                  <a:cubicBezTo>
                    <a:pt x="14361" y="55780"/>
                    <a:pt x="14361" y="55780"/>
                    <a:pt x="14361" y="55780"/>
                  </a:cubicBezTo>
                  <a:cubicBezTo>
                    <a:pt x="13874" y="55699"/>
                    <a:pt x="13874" y="55699"/>
                    <a:pt x="13874" y="55699"/>
                  </a:cubicBezTo>
                  <a:cubicBezTo>
                    <a:pt x="13630" y="55298"/>
                    <a:pt x="13630" y="55298"/>
                    <a:pt x="13630" y="55298"/>
                  </a:cubicBezTo>
                  <a:cubicBezTo>
                    <a:pt x="13144" y="55298"/>
                    <a:pt x="13144" y="55298"/>
                    <a:pt x="13144" y="55298"/>
                  </a:cubicBezTo>
                  <a:cubicBezTo>
                    <a:pt x="12494" y="55458"/>
                    <a:pt x="12494" y="55458"/>
                    <a:pt x="12494" y="55458"/>
                  </a:cubicBezTo>
                  <a:cubicBezTo>
                    <a:pt x="12089" y="55539"/>
                    <a:pt x="12089" y="55539"/>
                    <a:pt x="12089" y="55539"/>
                  </a:cubicBezTo>
                  <a:cubicBezTo>
                    <a:pt x="11521" y="55458"/>
                    <a:pt x="11521" y="55458"/>
                    <a:pt x="11521" y="55458"/>
                  </a:cubicBezTo>
                  <a:cubicBezTo>
                    <a:pt x="11359" y="55217"/>
                    <a:pt x="11359" y="55217"/>
                    <a:pt x="11359" y="55217"/>
                  </a:cubicBezTo>
                  <a:cubicBezTo>
                    <a:pt x="11359" y="55217"/>
                    <a:pt x="10953" y="55137"/>
                    <a:pt x="10872" y="55137"/>
                  </a:cubicBezTo>
                  <a:cubicBezTo>
                    <a:pt x="10791" y="55137"/>
                    <a:pt x="10709" y="55137"/>
                    <a:pt x="10628" y="55056"/>
                  </a:cubicBezTo>
                  <a:cubicBezTo>
                    <a:pt x="10466" y="55056"/>
                    <a:pt x="10223" y="54494"/>
                    <a:pt x="10223" y="54494"/>
                  </a:cubicBezTo>
                  <a:cubicBezTo>
                    <a:pt x="10223" y="54172"/>
                    <a:pt x="10223" y="54172"/>
                    <a:pt x="10223" y="54172"/>
                  </a:cubicBezTo>
                  <a:cubicBezTo>
                    <a:pt x="10466" y="54494"/>
                    <a:pt x="10466" y="54494"/>
                    <a:pt x="10466" y="54494"/>
                  </a:cubicBezTo>
                  <a:cubicBezTo>
                    <a:pt x="10466" y="54494"/>
                    <a:pt x="10628" y="54574"/>
                    <a:pt x="10628" y="54494"/>
                  </a:cubicBezTo>
                  <a:cubicBezTo>
                    <a:pt x="10628" y="54413"/>
                    <a:pt x="10547" y="53931"/>
                    <a:pt x="10547" y="53931"/>
                  </a:cubicBezTo>
                  <a:cubicBezTo>
                    <a:pt x="10547" y="53931"/>
                    <a:pt x="10628" y="53449"/>
                    <a:pt x="10385" y="53529"/>
                  </a:cubicBezTo>
                  <a:cubicBezTo>
                    <a:pt x="10141" y="53610"/>
                    <a:pt x="9898" y="53770"/>
                    <a:pt x="9898" y="53931"/>
                  </a:cubicBezTo>
                  <a:cubicBezTo>
                    <a:pt x="9898" y="54012"/>
                    <a:pt x="9736" y="54253"/>
                    <a:pt x="9736" y="54413"/>
                  </a:cubicBezTo>
                  <a:cubicBezTo>
                    <a:pt x="9655" y="54494"/>
                    <a:pt x="9574" y="54574"/>
                    <a:pt x="9492" y="54655"/>
                  </a:cubicBezTo>
                  <a:cubicBezTo>
                    <a:pt x="9411" y="54735"/>
                    <a:pt x="9006" y="54815"/>
                    <a:pt x="9006" y="54815"/>
                  </a:cubicBezTo>
                  <a:cubicBezTo>
                    <a:pt x="8681" y="54815"/>
                    <a:pt x="8681" y="54815"/>
                    <a:pt x="8681" y="54815"/>
                  </a:cubicBezTo>
                  <a:cubicBezTo>
                    <a:pt x="8924" y="54494"/>
                    <a:pt x="8924" y="54494"/>
                    <a:pt x="8924" y="54494"/>
                  </a:cubicBezTo>
                  <a:cubicBezTo>
                    <a:pt x="9087" y="54092"/>
                    <a:pt x="9087" y="54092"/>
                    <a:pt x="9087" y="54092"/>
                  </a:cubicBezTo>
                  <a:cubicBezTo>
                    <a:pt x="9087" y="54092"/>
                    <a:pt x="9492" y="53369"/>
                    <a:pt x="9492" y="53208"/>
                  </a:cubicBezTo>
                  <a:cubicBezTo>
                    <a:pt x="9574" y="52967"/>
                    <a:pt x="9655" y="52806"/>
                    <a:pt x="9736" y="52565"/>
                  </a:cubicBezTo>
                  <a:cubicBezTo>
                    <a:pt x="9817" y="52404"/>
                    <a:pt x="10060" y="52324"/>
                    <a:pt x="10060" y="52324"/>
                  </a:cubicBezTo>
                  <a:cubicBezTo>
                    <a:pt x="10304" y="51520"/>
                    <a:pt x="10304" y="51520"/>
                    <a:pt x="10304" y="51520"/>
                  </a:cubicBezTo>
                  <a:cubicBezTo>
                    <a:pt x="11359" y="49430"/>
                    <a:pt x="11359" y="49430"/>
                    <a:pt x="11359" y="49430"/>
                  </a:cubicBezTo>
                  <a:cubicBezTo>
                    <a:pt x="11359" y="49430"/>
                    <a:pt x="11521" y="48787"/>
                    <a:pt x="11602" y="48707"/>
                  </a:cubicBezTo>
                  <a:cubicBezTo>
                    <a:pt x="11602" y="48546"/>
                    <a:pt x="11845" y="48064"/>
                    <a:pt x="11845" y="47903"/>
                  </a:cubicBezTo>
                  <a:cubicBezTo>
                    <a:pt x="11845" y="47742"/>
                    <a:pt x="12089" y="47180"/>
                    <a:pt x="12089" y="47180"/>
                  </a:cubicBezTo>
                  <a:cubicBezTo>
                    <a:pt x="12089" y="47180"/>
                    <a:pt x="12332" y="46296"/>
                    <a:pt x="12332" y="46135"/>
                  </a:cubicBezTo>
                  <a:cubicBezTo>
                    <a:pt x="12332" y="45974"/>
                    <a:pt x="12494" y="45894"/>
                    <a:pt x="12657" y="45813"/>
                  </a:cubicBezTo>
                  <a:cubicBezTo>
                    <a:pt x="12738" y="45733"/>
                    <a:pt x="12981" y="45010"/>
                    <a:pt x="12981" y="44849"/>
                  </a:cubicBezTo>
                  <a:cubicBezTo>
                    <a:pt x="13062" y="44688"/>
                    <a:pt x="13225" y="43241"/>
                    <a:pt x="13225" y="43241"/>
                  </a:cubicBezTo>
                  <a:cubicBezTo>
                    <a:pt x="13062" y="42277"/>
                    <a:pt x="13062" y="42277"/>
                    <a:pt x="13062" y="42277"/>
                  </a:cubicBezTo>
                  <a:cubicBezTo>
                    <a:pt x="12576" y="41875"/>
                    <a:pt x="12576" y="41875"/>
                    <a:pt x="12576" y="41875"/>
                  </a:cubicBezTo>
                  <a:cubicBezTo>
                    <a:pt x="12089" y="41634"/>
                    <a:pt x="12089" y="41634"/>
                    <a:pt x="12089" y="41634"/>
                  </a:cubicBezTo>
                  <a:cubicBezTo>
                    <a:pt x="12089" y="41634"/>
                    <a:pt x="11521" y="41312"/>
                    <a:pt x="11440" y="41232"/>
                  </a:cubicBezTo>
                  <a:cubicBezTo>
                    <a:pt x="11359" y="41152"/>
                    <a:pt x="11034" y="40991"/>
                    <a:pt x="10953" y="40991"/>
                  </a:cubicBezTo>
                  <a:cubicBezTo>
                    <a:pt x="10791" y="40910"/>
                    <a:pt x="10385" y="40830"/>
                    <a:pt x="10304" y="40830"/>
                  </a:cubicBezTo>
                  <a:cubicBezTo>
                    <a:pt x="10223" y="40830"/>
                    <a:pt x="9898" y="40589"/>
                    <a:pt x="9655" y="40428"/>
                  </a:cubicBezTo>
                  <a:cubicBezTo>
                    <a:pt x="9411" y="40267"/>
                    <a:pt x="9087" y="39866"/>
                    <a:pt x="9087" y="39866"/>
                  </a:cubicBezTo>
                  <a:cubicBezTo>
                    <a:pt x="9492" y="39223"/>
                    <a:pt x="9492" y="39223"/>
                    <a:pt x="9492" y="39223"/>
                  </a:cubicBezTo>
                  <a:cubicBezTo>
                    <a:pt x="9492" y="39223"/>
                    <a:pt x="9574" y="38740"/>
                    <a:pt x="9574" y="38580"/>
                  </a:cubicBezTo>
                  <a:cubicBezTo>
                    <a:pt x="9574" y="38499"/>
                    <a:pt x="9574" y="38258"/>
                    <a:pt x="9574" y="38258"/>
                  </a:cubicBezTo>
                  <a:cubicBezTo>
                    <a:pt x="9411" y="37937"/>
                    <a:pt x="9411" y="37937"/>
                    <a:pt x="9411" y="37937"/>
                  </a:cubicBezTo>
                  <a:cubicBezTo>
                    <a:pt x="9168" y="37535"/>
                    <a:pt x="9168" y="37535"/>
                    <a:pt x="9168" y="37535"/>
                  </a:cubicBezTo>
                  <a:cubicBezTo>
                    <a:pt x="9168" y="37535"/>
                    <a:pt x="8843" y="37454"/>
                    <a:pt x="8681" y="37454"/>
                  </a:cubicBezTo>
                  <a:cubicBezTo>
                    <a:pt x="8600" y="37535"/>
                    <a:pt x="8600" y="37294"/>
                    <a:pt x="8519" y="37133"/>
                  </a:cubicBezTo>
                  <a:cubicBezTo>
                    <a:pt x="8519" y="36972"/>
                    <a:pt x="8356" y="36972"/>
                    <a:pt x="8194" y="36892"/>
                  </a:cubicBezTo>
                  <a:cubicBezTo>
                    <a:pt x="7951" y="36731"/>
                    <a:pt x="7870" y="36490"/>
                    <a:pt x="7870" y="36490"/>
                  </a:cubicBezTo>
                  <a:cubicBezTo>
                    <a:pt x="8113" y="36008"/>
                    <a:pt x="8113" y="36008"/>
                    <a:pt x="8113" y="36008"/>
                  </a:cubicBezTo>
                  <a:cubicBezTo>
                    <a:pt x="8113" y="36008"/>
                    <a:pt x="8032" y="35766"/>
                    <a:pt x="7951" y="35686"/>
                  </a:cubicBezTo>
                  <a:cubicBezTo>
                    <a:pt x="7951" y="35606"/>
                    <a:pt x="7626" y="35606"/>
                    <a:pt x="7626" y="35606"/>
                  </a:cubicBezTo>
                  <a:cubicBezTo>
                    <a:pt x="7058" y="35525"/>
                    <a:pt x="7058" y="35525"/>
                    <a:pt x="7058" y="35525"/>
                  </a:cubicBezTo>
                  <a:cubicBezTo>
                    <a:pt x="6653" y="34882"/>
                    <a:pt x="6653" y="34882"/>
                    <a:pt x="6653" y="34882"/>
                  </a:cubicBezTo>
                  <a:cubicBezTo>
                    <a:pt x="6653" y="34882"/>
                    <a:pt x="6734" y="34320"/>
                    <a:pt x="6815" y="34239"/>
                  </a:cubicBezTo>
                  <a:cubicBezTo>
                    <a:pt x="6896" y="34079"/>
                    <a:pt x="6815" y="33998"/>
                    <a:pt x="6815" y="33998"/>
                  </a:cubicBezTo>
                  <a:cubicBezTo>
                    <a:pt x="6409" y="33837"/>
                    <a:pt x="6409" y="33837"/>
                    <a:pt x="6409" y="33837"/>
                  </a:cubicBezTo>
                  <a:cubicBezTo>
                    <a:pt x="6572" y="33516"/>
                    <a:pt x="6572" y="33516"/>
                    <a:pt x="6572" y="33516"/>
                  </a:cubicBezTo>
                  <a:cubicBezTo>
                    <a:pt x="6328" y="33034"/>
                    <a:pt x="6328" y="33034"/>
                    <a:pt x="6328" y="33034"/>
                  </a:cubicBezTo>
                  <a:cubicBezTo>
                    <a:pt x="6409" y="32712"/>
                    <a:pt x="6409" y="32712"/>
                    <a:pt x="6409" y="32712"/>
                  </a:cubicBezTo>
                  <a:cubicBezTo>
                    <a:pt x="6166" y="32391"/>
                    <a:pt x="6166" y="32391"/>
                    <a:pt x="6166" y="32391"/>
                  </a:cubicBezTo>
                  <a:cubicBezTo>
                    <a:pt x="6166" y="32150"/>
                    <a:pt x="6166" y="32150"/>
                    <a:pt x="6166" y="32150"/>
                  </a:cubicBezTo>
                  <a:cubicBezTo>
                    <a:pt x="6409" y="31748"/>
                    <a:pt x="6409" y="31748"/>
                    <a:pt x="6409" y="31748"/>
                  </a:cubicBezTo>
                  <a:cubicBezTo>
                    <a:pt x="6490" y="31346"/>
                    <a:pt x="6490" y="31346"/>
                    <a:pt x="6490" y="31346"/>
                  </a:cubicBezTo>
                  <a:cubicBezTo>
                    <a:pt x="6166" y="30783"/>
                    <a:pt x="6166" y="30783"/>
                    <a:pt x="6166" y="30783"/>
                  </a:cubicBezTo>
                  <a:cubicBezTo>
                    <a:pt x="6166" y="30783"/>
                    <a:pt x="5922" y="30381"/>
                    <a:pt x="5922" y="30301"/>
                  </a:cubicBezTo>
                  <a:cubicBezTo>
                    <a:pt x="5922" y="30221"/>
                    <a:pt x="5273" y="29819"/>
                    <a:pt x="5273" y="29819"/>
                  </a:cubicBezTo>
                  <a:cubicBezTo>
                    <a:pt x="5030" y="29256"/>
                    <a:pt x="5030" y="29256"/>
                    <a:pt x="5030" y="29256"/>
                  </a:cubicBezTo>
                  <a:cubicBezTo>
                    <a:pt x="4381" y="28533"/>
                    <a:pt x="4381" y="28533"/>
                    <a:pt x="4381" y="28533"/>
                  </a:cubicBezTo>
                  <a:cubicBezTo>
                    <a:pt x="3894" y="27970"/>
                    <a:pt x="3894" y="27970"/>
                    <a:pt x="3894" y="27970"/>
                  </a:cubicBezTo>
                  <a:cubicBezTo>
                    <a:pt x="3569" y="27649"/>
                    <a:pt x="3569" y="27649"/>
                    <a:pt x="3569" y="27649"/>
                  </a:cubicBezTo>
                  <a:cubicBezTo>
                    <a:pt x="3326" y="27086"/>
                    <a:pt x="3326" y="27086"/>
                    <a:pt x="3326" y="27086"/>
                  </a:cubicBezTo>
                  <a:cubicBezTo>
                    <a:pt x="3326" y="27086"/>
                    <a:pt x="3488" y="26443"/>
                    <a:pt x="3488" y="26363"/>
                  </a:cubicBezTo>
                  <a:cubicBezTo>
                    <a:pt x="3488" y="26202"/>
                    <a:pt x="3732" y="25639"/>
                    <a:pt x="3732" y="25237"/>
                  </a:cubicBezTo>
                  <a:cubicBezTo>
                    <a:pt x="3651" y="24916"/>
                    <a:pt x="3894" y="24514"/>
                    <a:pt x="3894" y="24514"/>
                  </a:cubicBezTo>
                  <a:cubicBezTo>
                    <a:pt x="3975" y="23791"/>
                    <a:pt x="3975" y="23791"/>
                    <a:pt x="3975" y="23791"/>
                  </a:cubicBezTo>
                  <a:cubicBezTo>
                    <a:pt x="3732" y="23549"/>
                    <a:pt x="3732" y="23549"/>
                    <a:pt x="3732" y="23549"/>
                  </a:cubicBezTo>
                  <a:cubicBezTo>
                    <a:pt x="3245" y="23228"/>
                    <a:pt x="3245" y="23228"/>
                    <a:pt x="3245" y="23228"/>
                  </a:cubicBezTo>
                  <a:cubicBezTo>
                    <a:pt x="2920" y="22826"/>
                    <a:pt x="2920" y="22826"/>
                    <a:pt x="2920" y="22826"/>
                  </a:cubicBezTo>
                  <a:cubicBezTo>
                    <a:pt x="2920" y="22826"/>
                    <a:pt x="2758" y="22344"/>
                    <a:pt x="2190" y="22183"/>
                  </a:cubicBezTo>
                  <a:cubicBezTo>
                    <a:pt x="1622" y="22103"/>
                    <a:pt x="1541" y="22183"/>
                    <a:pt x="1541" y="22183"/>
                  </a:cubicBezTo>
                  <a:cubicBezTo>
                    <a:pt x="973" y="21862"/>
                    <a:pt x="973" y="21862"/>
                    <a:pt x="973" y="21862"/>
                  </a:cubicBezTo>
                  <a:cubicBezTo>
                    <a:pt x="567" y="21219"/>
                    <a:pt x="567" y="21219"/>
                    <a:pt x="567" y="21219"/>
                  </a:cubicBezTo>
                  <a:cubicBezTo>
                    <a:pt x="243" y="20736"/>
                    <a:pt x="243" y="20736"/>
                    <a:pt x="243" y="20736"/>
                  </a:cubicBezTo>
                  <a:cubicBezTo>
                    <a:pt x="486" y="20415"/>
                    <a:pt x="486" y="20415"/>
                    <a:pt x="486" y="20415"/>
                  </a:cubicBezTo>
                  <a:cubicBezTo>
                    <a:pt x="567" y="19933"/>
                    <a:pt x="567" y="19933"/>
                    <a:pt x="567" y="19933"/>
                  </a:cubicBezTo>
                  <a:cubicBezTo>
                    <a:pt x="567" y="19611"/>
                    <a:pt x="567" y="19611"/>
                    <a:pt x="567" y="19611"/>
                  </a:cubicBezTo>
                  <a:cubicBezTo>
                    <a:pt x="567" y="19209"/>
                    <a:pt x="567" y="19209"/>
                    <a:pt x="567" y="19209"/>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9048"/>
                    <a:pt x="0" y="19048"/>
                    <a:pt x="0" y="19048"/>
                  </a:cubicBezTo>
                  <a:cubicBezTo>
                    <a:pt x="0" y="18968"/>
                    <a:pt x="0" y="18968"/>
                    <a:pt x="0" y="18968"/>
                  </a:cubicBezTo>
                  <a:cubicBezTo>
                    <a:pt x="0" y="18968"/>
                    <a:pt x="0" y="18968"/>
                    <a:pt x="0" y="18968"/>
                  </a:cubicBezTo>
                  <a:cubicBezTo>
                    <a:pt x="0" y="18968"/>
                    <a:pt x="0" y="18968"/>
                    <a:pt x="0" y="18968"/>
                  </a:cubicBezTo>
                  <a:cubicBezTo>
                    <a:pt x="0" y="18968"/>
                    <a:pt x="0" y="18968"/>
                    <a:pt x="0" y="18968"/>
                  </a:cubicBezTo>
                  <a:cubicBezTo>
                    <a:pt x="81" y="18968"/>
                    <a:pt x="81" y="18968"/>
                    <a:pt x="81" y="18968"/>
                  </a:cubicBezTo>
                  <a:cubicBezTo>
                    <a:pt x="81" y="18968"/>
                    <a:pt x="81" y="18968"/>
                    <a:pt x="81" y="18968"/>
                  </a:cubicBezTo>
                  <a:cubicBezTo>
                    <a:pt x="81" y="18968"/>
                    <a:pt x="81" y="18968"/>
                    <a:pt x="81" y="18968"/>
                  </a:cubicBezTo>
                  <a:cubicBezTo>
                    <a:pt x="81" y="18968"/>
                    <a:pt x="81" y="18968"/>
                    <a:pt x="81" y="18968"/>
                  </a:cubicBezTo>
                  <a:cubicBezTo>
                    <a:pt x="81" y="18968"/>
                    <a:pt x="81" y="18968"/>
                    <a:pt x="81" y="18968"/>
                  </a:cubicBezTo>
                  <a:cubicBezTo>
                    <a:pt x="81" y="18968"/>
                    <a:pt x="81" y="18968"/>
                    <a:pt x="81" y="18968"/>
                  </a:cubicBezTo>
                  <a:cubicBezTo>
                    <a:pt x="81" y="18968"/>
                    <a:pt x="81" y="18968"/>
                    <a:pt x="81" y="18968"/>
                  </a:cubicBezTo>
                  <a:cubicBezTo>
                    <a:pt x="81" y="18968"/>
                    <a:pt x="81" y="18968"/>
                    <a:pt x="81" y="18968"/>
                  </a:cubicBezTo>
                  <a:cubicBezTo>
                    <a:pt x="81" y="18968"/>
                    <a:pt x="81" y="18968"/>
                    <a:pt x="81" y="18968"/>
                  </a:cubicBezTo>
                  <a:cubicBezTo>
                    <a:pt x="81" y="18888"/>
                    <a:pt x="81" y="18888"/>
                    <a:pt x="81" y="18888"/>
                  </a:cubicBezTo>
                  <a:cubicBezTo>
                    <a:pt x="81" y="18888"/>
                    <a:pt x="81" y="18888"/>
                    <a:pt x="81" y="18888"/>
                  </a:cubicBezTo>
                  <a:cubicBezTo>
                    <a:pt x="81" y="18888"/>
                    <a:pt x="81" y="18888"/>
                    <a:pt x="81" y="18888"/>
                  </a:cubicBezTo>
                  <a:cubicBezTo>
                    <a:pt x="162" y="18888"/>
                    <a:pt x="162" y="18888"/>
                    <a:pt x="162" y="18888"/>
                  </a:cubicBezTo>
                  <a:cubicBezTo>
                    <a:pt x="162" y="18888"/>
                    <a:pt x="162" y="18888"/>
                    <a:pt x="162" y="18888"/>
                  </a:cubicBezTo>
                  <a:cubicBezTo>
                    <a:pt x="162" y="18888"/>
                    <a:pt x="162" y="18888"/>
                    <a:pt x="162" y="18888"/>
                  </a:cubicBezTo>
                  <a:cubicBezTo>
                    <a:pt x="162" y="18888"/>
                    <a:pt x="162" y="18888"/>
                    <a:pt x="162" y="18888"/>
                  </a:cubicBezTo>
                  <a:cubicBezTo>
                    <a:pt x="162" y="18888"/>
                    <a:pt x="162" y="18888"/>
                    <a:pt x="162" y="18888"/>
                  </a:cubicBezTo>
                  <a:cubicBezTo>
                    <a:pt x="162" y="18807"/>
                    <a:pt x="162" y="18807"/>
                    <a:pt x="162" y="18807"/>
                  </a:cubicBezTo>
                  <a:cubicBezTo>
                    <a:pt x="162" y="18807"/>
                    <a:pt x="162" y="18807"/>
                    <a:pt x="162" y="18807"/>
                  </a:cubicBezTo>
                  <a:cubicBezTo>
                    <a:pt x="162" y="18807"/>
                    <a:pt x="162" y="18807"/>
                    <a:pt x="162" y="18807"/>
                  </a:cubicBezTo>
                  <a:cubicBezTo>
                    <a:pt x="243" y="18807"/>
                    <a:pt x="243" y="18807"/>
                    <a:pt x="243" y="18807"/>
                  </a:cubicBezTo>
                  <a:cubicBezTo>
                    <a:pt x="243" y="18807"/>
                    <a:pt x="243" y="18807"/>
                    <a:pt x="243" y="18807"/>
                  </a:cubicBezTo>
                  <a:cubicBezTo>
                    <a:pt x="243" y="18807"/>
                    <a:pt x="243" y="18807"/>
                    <a:pt x="243" y="18807"/>
                  </a:cubicBezTo>
                  <a:cubicBezTo>
                    <a:pt x="243" y="18807"/>
                    <a:pt x="243" y="18807"/>
                    <a:pt x="243" y="18807"/>
                  </a:cubicBezTo>
                  <a:cubicBezTo>
                    <a:pt x="243" y="18727"/>
                    <a:pt x="243" y="18727"/>
                    <a:pt x="243" y="18727"/>
                  </a:cubicBezTo>
                  <a:cubicBezTo>
                    <a:pt x="324" y="18727"/>
                    <a:pt x="324" y="18727"/>
                    <a:pt x="324" y="18727"/>
                  </a:cubicBezTo>
                  <a:cubicBezTo>
                    <a:pt x="324" y="18727"/>
                    <a:pt x="324" y="18727"/>
                    <a:pt x="324" y="18727"/>
                  </a:cubicBezTo>
                  <a:cubicBezTo>
                    <a:pt x="324" y="18727"/>
                    <a:pt x="324" y="18727"/>
                    <a:pt x="324" y="18727"/>
                  </a:cubicBezTo>
                  <a:cubicBezTo>
                    <a:pt x="324" y="18727"/>
                    <a:pt x="324" y="18727"/>
                    <a:pt x="324" y="18727"/>
                  </a:cubicBezTo>
                  <a:cubicBezTo>
                    <a:pt x="324" y="18647"/>
                    <a:pt x="324" y="18647"/>
                    <a:pt x="324" y="18647"/>
                  </a:cubicBezTo>
                  <a:cubicBezTo>
                    <a:pt x="324" y="18647"/>
                    <a:pt x="324" y="18647"/>
                    <a:pt x="324" y="18647"/>
                  </a:cubicBezTo>
                  <a:cubicBezTo>
                    <a:pt x="405" y="18647"/>
                    <a:pt x="405" y="18647"/>
                    <a:pt x="405" y="18647"/>
                  </a:cubicBezTo>
                  <a:cubicBezTo>
                    <a:pt x="405" y="18647"/>
                    <a:pt x="405" y="18647"/>
                    <a:pt x="405" y="18647"/>
                  </a:cubicBezTo>
                  <a:cubicBezTo>
                    <a:pt x="405" y="18647"/>
                    <a:pt x="405" y="18647"/>
                    <a:pt x="405" y="18647"/>
                  </a:cubicBezTo>
                  <a:cubicBezTo>
                    <a:pt x="405" y="18647"/>
                    <a:pt x="405" y="18647"/>
                    <a:pt x="405" y="18647"/>
                  </a:cubicBezTo>
                  <a:cubicBezTo>
                    <a:pt x="405" y="18647"/>
                    <a:pt x="405" y="18647"/>
                    <a:pt x="405" y="18647"/>
                  </a:cubicBezTo>
                  <a:cubicBezTo>
                    <a:pt x="405" y="18647"/>
                    <a:pt x="405" y="18647"/>
                    <a:pt x="405" y="18647"/>
                  </a:cubicBezTo>
                  <a:cubicBezTo>
                    <a:pt x="405" y="18647"/>
                    <a:pt x="405" y="18647"/>
                    <a:pt x="405" y="18647"/>
                  </a:cubicBezTo>
                  <a:cubicBezTo>
                    <a:pt x="486" y="18486"/>
                    <a:pt x="567" y="18405"/>
                    <a:pt x="649" y="18405"/>
                  </a:cubicBezTo>
                  <a:cubicBezTo>
                    <a:pt x="649" y="18405"/>
                    <a:pt x="649" y="18325"/>
                    <a:pt x="649" y="18325"/>
                  </a:cubicBezTo>
                  <a:cubicBezTo>
                    <a:pt x="730" y="18325"/>
                    <a:pt x="811" y="18325"/>
                    <a:pt x="973" y="18325"/>
                  </a:cubicBezTo>
                  <a:cubicBezTo>
                    <a:pt x="973" y="18325"/>
                    <a:pt x="1135" y="17602"/>
                    <a:pt x="1054" y="17361"/>
                  </a:cubicBezTo>
                  <a:cubicBezTo>
                    <a:pt x="973" y="17039"/>
                    <a:pt x="1379" y="16718"/>
                    <a:pt x="1379" y="16718"/>
                  </a:cubicBezTo>
                  <a:cubicBezTo>
                    <a:pt x="1947" y="16155"/>
                    <a:pt x="1947" y="16155"/>
                    <a:pt x="1947" y="16155"/>
                  </a:cubicBezTo>
                  <a:cubicBezTo>
                    <a:pt x="1866" y="15512"/>
                    <a:pt x="1866" y="15512"/>
                    <a:pt x="1866" y="15512"/>
                  </a:cubicBezTo>
                  <a:cubicBezTo>
                    <a:pt x="2515" y="15592"/>
                    <a:pt x="2515" y="15592"/>
                    <a:pt x="2515" y="15592"/>
                  </a:cubicBezTo>
                  <a:cubicBezTo>
                    <a:pt x="2515" y="15592"/>
                    <a:pt x="3002" y="15351"/>
                    <a:pt x="2839" y="15030"/>
                  </a:cubicBezTo>
                  <a:cubicBezTo>
                    <a:pt x="2758" y="14869"/>
                    <a:pt x="2677" y="14628"/>
                    <a:pt x="2596" y="14467"/>
                  </a:cubicBezTo>
                  <a:cubicBezTo>
                    <a:pt x="2677" y="14387"/>
                    <a:pt x="2677" y="14387"/>
                    <a:pt x="2677" y="14306"/>
                  </a:cubicBezTo>
                  <a:cubicBezTo>
                    <a:pt x="2677" y="14306"/>
                    <a:pt x="2839" y="14065"/>
                    <a:pt x="2839" y="14065"/>
                  </a:cubicBezTo>
                  <a:cubicBezTo>
                    <a:pt x="3083" y="14065"/>
                    <a:pt x="3083" y="14065"/>
                    <a:pt x="3083" y="14065"/>
                  </a:cubicBezTo>
                  <a:cubicBezTo>
                    <a:pt x="3326" y="14146"/>
                    <a:pt x="3326" y="14146"/>
                    <a:pt x="3326" y="14146"/>
                  </a:cubicBezTo>
                  <a:cubicBezTo>
                    <a:pt x="3326" y="14146"/>
                    <a:pt x="3488" y="14226"/>
                    <a:pt x="3569" y="14226"/>
                  </a:cubicBezTo>
                  <a:cubicBezTo>
                    <a:pt x="3732" y="14226"/>
                    <a:pt x="3975" y="14065"/>
                    <a:pt x="3975" y="14065"/>
                  </a:cubicBezTo>
                  <a:cubicBezTo>
                    <a:pt x="3732" y="13744"/>
                    <a:pt x="3732" y="13744"/>
                    <a:pt x="3732" y="13744"/>
                  </a:cubicBezTo>
                  <a:cubicBezTo>
                    <a:pt x="3813" y="13422"/>
                    <a:pt x="3813" y="13422"/>
                    <a:pt x="3813" y="13422"/>
                  </a:cubicBezTo>
                  <a:cubicBezTo>
                    <a:pt x="4137" y="13422"/>
                    <a:pt x="4137" y="13422"/>
                    <a:pt x="4137" y="13422"/>
                  </a:cubicBezTo>
                  <a:cubicBezTo>
                    <a:pt x="4300" y="13422"/>
                    <a:pt x="4300" y="13422"/>
                    <a:pt x="4300" y="13422"/>
                  </a:cubicBezTo>
                  <a:cubicBezTo>
                    <a:pt x="3975" y="12940"/>
                    <a:pt x="3975" y="12940"/>
                    <a:pt x="3975" y="12940"/>
                  </a:cubicBezTo>
                  <a:cubicBezTo>
                    <a:pt x="3975" y="12940"/>
                    <a:pt x="4056" y="12699"/>
                    <a:pt x="4219" y="12779"/>
                  </a:cubicBezTo>
                  <a:cubicBezTo>
                    <a:pt x="4300" y="12779"/>
                    <a:pt x="4381" y="12940"/>
                    <a:pt x="4462" y="12940"/>
                  </a:cubicBezTo>
                  <a:cubicBezTo>
                    <a:pt x="4543" y="12940"/>
                    <a:pt x="4787" y="13020"/>
                    <a:pt x="4787" y="13020"/>
                  </a:cubicBezTo>
                  <a:cubicBezTo>
                    <a:pt x="5111" y="13101"/>
                    <a:pt x="5111" y="13101"/>
                    <a:pt x="5111" y="13101"/>
                  </a:cubicBezTo>
                  <a:cubicBezTo>
                    <a:pt x="5436" y="13101"/>
                    <a:pt x="5436" y="13101"/>
                    <a:pt x="5436" y="13101"/>
                  </a:cubicBezTo>
                  <a:cubicBezTo>
                    <a:pt x="5841" y="13101"/>
                    <a:pt x="5841" y="13101"/>
                    <a:pt x="5841" y="13101"/>
                  </a:cubicBezTo>
                  <a:cubicBezTo>
                    <a:pt x="6004" y="13342"/>
                    <a:pt x="6004" y="13342"/>
                    <a:pt x="6004" y="13342"/>
                  </a:cubicBezTo>
                  <a:cubicBezTo>
                    <a:pt x="6004" y="13342"/>
                    <a:pt x="6085" y="13503"/>
                    <a:pt x="6004" y="13583"/>
                  </a:cubicBezTo>
                  <a:cubicBezTo>
                    <a:pt x="6004" y="13663"/>
                    <a:pt x="5922" y="13904"/>
                    <a:pt x="5922" y="13904"/>
                  </a:cubicBezTo>
                  <a:cubicBezTo>
                    <a:pt x="5841" y="13904"/>
                    <a:pt x="5760" y="13904"/>
                    <a:pt x="5679" y="13985"/>
                  </a:cubicBezTo>
                  <a:cubicBezTo>
                    <a:pt x="5598" y="13985"/>
                    <a:pt x="5192" y="13985"/>
                    <a:pt x="5192" y="13985"/>
                  </a:cubicBezTo>
                  <a:cubicBezTo>
                    <a:pt x="4868" y="13985"/>
                    <a:pt x="4868" y="13985"/>
                    <a:pt x="4868" y="13985"/>
                  </a:cubicBezTo>
                  <a:cubicBezTo>
                    <a:pt x="4624" y="13985"/>
                    <a:pt x="4624" y="13985"/>
                    <a:pt x="4624" y="13985"/>
                  </a:cubicBezTo>
                  <a:cubicBezTo>
                    <a:pt x="4543" y="14146"/>
                    <a:pt x="4543" y="14146"/>
                    <a:pt x="4543" y="14146"/>
                  </a:cubicBezTo>
                  <a:cubicBezTo>
                    <a:pt x="4543" y="14146"/>
                    <a:pt x="4787" y="14226"/>
                    <a:pt x="4868" y="14306"/>
                  </a:cubicBezTo>
                  <a:cubicBezTo>
                    <a:pt x="5030" y="14306"/>
                    <a:pt x="5030" y="14306"/>
                    <a:pt x="5030" y="14306"/>
                  </a:cubicBezTo>
                  <a:cubicBezTo>
                    <a:pt x="5111" y="14387"/>
                    <a:pt x="5273" y="14547"/>
                    <a:pt x="5273" y="14547"/>
                  </a:cubicBezTo>
                  <a:cubicBezTo>
                    <a:pt x="5192" y="14789"/>
                    <a:pt x="5192" y="14789"/>
                    <a:pt x="5192" y="14789"/>
                  </a:cubicBezTo>
                  <a:cubicBezTo>
                    <a:pt x="5192" y="14789"/>
                    <a:pt x="5436" y="14467"/>
                    <a:pt x="5436" y="14467"/>
                  </a:cubicBezTo>
                  <a:cubicBezTo>
                    <a:pt x="5517" y="14467"/>
                    <a:pt x="5922" y="14467"/>
                    <a:pt x="5922" y="14467"/>
                  </a:cubicBezTo>
                  <a:cubicBezTo>
                    <a:pt x="5922" y="14467"/>
                    <a:pt x="6247" y="14306"/>
                    <a:pt x="6328" y="14306"/>
                  </a:cubicBezTo>
                  <a:cubicBezTo>
                    <a:pt x="6328" y="14306"/>
                    <a:pt x="6247" y="14547"/>
                    <a:pt x="6247" y="14547"/>
                  </a:cubicBezTo>
                  <a:cubicBezTo>
                    <a:pt x="6572" y="14387"/>
                    <a:pt x="6572" y="14387"/>
                    <a:pt x="6572" y="14387"/>
                  </a:cubicBezTo>
                  <a:cubicBezTo>
                    <a:pt x="6896" y="14226"/>
                    <a:pt x="6896" y="14226"/>
                    <a:pt x="6896" y="14226"/>
                  </a:cubicBezTo>
                  <a:cubicBezTo>
                    <a:pt x="7058" y="14226"/>
                    <a:pt x="7058" y="14226"/>
                    <a:pt x="7058" y="14226"/>
                  </a:cubicBezTo>
                  <a:cubicBezTo>
                    <a:pt x="7058" y="14226"/>
                    <a:pt x="7139" y="14467"/>
                    <a:pt x="7139" y="14547"/>
                  </a:cubicBezTo>
                  <a:cubicBezTo>
                    <a:pt x="7058" y="14628"/>
                    <a:pt x="7058" y="14628"/>
                    <a:pt x="7058" y="14789"/>
                  </a:cubicBezTo>
                  <a:cubicBezTo>
                    <a:pt x="7058" y="14869"/>
                    <a:pt x="6977" y="14949"/>
                    <a:pt x="7058" y="15030"/>
                  </a:cubicBezTo>
                  <a:cubicBezTo>
                    <a:pt x="7058" y="15030"/>
                    <a:pt x="7058" y="15110"/>
                    <a:pt x="7139" y="15110"/>
                  </a:cubicBezTo>
                  <a:cubicBezTo>
                    <a:pt x="7221" y="15190"/>
                    <a:pt x="7302" y="15110"/>
                    <a:pt x="7302" y="15110"/>
                  </a:cubicBezTo>
                  <a:cubicBezTo>
                    <a:pt x="7464" y="14708"/>
                    <a:pt x="7464" y="14708"/>
                    <a:pt x="7464" y="14708"/>
                  </a:cubicBezTo>
                  <a:cubicBezTo>
                    <a:pt x="7464" y="14708"/>
                    <a:pt x="7626" y="14547"/>
                    <a:pt x="7626" y="14547"/>
                  </a:cubicBezTo>
                  <a:cubicBezTo>
                    <a:pt x="7707" y="14547"/>
                    <a:pt x="7951" y="14387"/>
                    <a:pt x="7951" y="14387"/>
                  </a:cubicBezTo>
                  <a:cubicBezTo>
                    <a:pt x="8356" y="14387"/>
                    <a:pt x="8356" y="14387"/>
                    <a:pt x="8356" y="14387"/>
                  </a:cubicBezTo>
                  <a:cubicBezTo>
                    <a:pt x="8356" y="14387"/>
                    <a:pt x="8762" y="14306"/>
                    <a:pt x="8843" y="14306"/>
                  </a:cubicBezTo>
                  <a:cubicBezTo>
                    <a:pt x="8843" y="14387"/>
                    <a:pt x="9006" y="14387"/>
                    <a:pt x="9087" y="14387"/>
                  </a:cubicBezTo>
                  <a:cubicBezTo>
                    <a:pt x="9249" y="14387"/>
                    <a:pt x="9330" y="14387"/>
                    <a:pt x="9492" y="14387"/>
                  </a:cubicBezTo>
                  <a:cubicBezTo>
                    <a:pt x="9574" y="14387"/>
                    <a:pt x="9655" y="14387"/>
                    <a:pt x="9655" y="14387"/>
                  </a:cubicBezTo>
                  <a:cubicBezTo>
                    <a:pt x="9655" y="14387"/>
                    <a:pt x="9817" y="14226"/>
                    <a:pt x="9817" y="14226"/>
                  </a:cubicBezTo>
                  <a:cubicBezTo>
                    <a:pt x="9817" y="14146"/>
                    <a:pt x="9817" y="14065"/>
                    <a:pt x="9817" y="14065"/>
                  </a:cubicBezTo>
                  <a:cubicBezTo>
                    <a:pt x="9898" y="13985"/>
                    <a:pt x="9979" y="13824"/>
                    <a:pt x="10060" y="13824"/>
                  </a:cubicBezTo>
                  <a:cubicBezTo>
                    <a:pt x="10141" y="13824"/>
                    <a:pt x="11359" y="13985"/>
                    <a:pt x="11359" y="13985"/>
                  </a:cubicBezTo>
                  <a:cubicBezTo>
                    <a:pt x="12413" y="14306"/>
                    <a:pt x="12413" y="14306"/>
                    <a:pt x="12413" y="14306"/>
                  </a:cubicBezTo>
                  <a:cubicBezTo>
                    <a:pt x="13144" y="14467"/>
                    <a:pt x="13144" y="14467"/>
                    <a:pt x="13144" y="14467"/>
                  </a:cubicBezTo>
                  <a:cubicBezTo>
                    <a:pt x="13144" y="14467"/>
                    <a:pt x="13711" y="14789"/>
                    <a:pt x="13793" y="14789"/>
                  </a:cubicBezTo>
                  <a:cubicBezTo>
                    <a:pt x="13874" y="14869"/>
                    <a:pt x="14929" y="15030"/>
                    <a:pt x="14929" y="15030"/>
                  </a:cubicBezTo>
                  <a:cubicBezTo>
                    <a:pt x="15415" y="15351"/>
                    <a:pt x="15415" y="15351"/>
                    <a:pt x="15415" y="15351"/>
                  </a:cubicBezTo>
                  <a:cubicBezTo>
                    <a:pt x="15415" y="15351"/>
                    <a:pt x="15902" y="15512"/>
                    <a:pt x="15902" y="15592"/>
                  </a:cubicBezTo>
                  <a:cubicBezTo>
                    <a:pt x="15902" y="15673"/>
                    <a:pt x="16227" y="15833"/>
                    <a:pt x="16227" y="15833"/>
                  </a:cubicBezTo>
                  <a:cubicBezTo>
                    <a:pt x="16551" y="15673"/>
                    <a:pt x="16551" y="15673"/>
                    <a:pt x="16551" y="15673"/>
                  </a:cubicBezTo>
                  <a:cubicBezTo>
                    <a:pt x="16551" y="15673"/>
                    <a:pt x="16957" y="15753"/>
                    <a:pt x="16957" y="15753"/>
                  </a:cubicBezTo>
                  <a:cubicBezTo>
                    <a:pt x="17038" y="15833"/>
                    <a:pt x="17849" y="16075"/>
                    <a:pt x="17849" y="16075"/>
                  </a:cubicBezTo>
                  <a:cubicBezTo>
                    <a:pt x="17849" y="16075"/>
                    <a:pt x="18417" y="16235"/>
                    <a:pt x="18498" y="16235"/>
                  </a:cubicBezTo>
                  <a:cubicBezTo>
                    <a:pt x="18580" y="16235"/>
                    <a:pt x="18904" y="16155"/>
                    <a:pt x="18904" y="16155"/>
                  </a:cubicBezTo>
                  <a:cubicBezTo>
                    <a:pt x="18904" y="15914"/>
                    <a:pt x="18904" y="15914"/>
                    <a:pt x="18904" y="15914"/>
                  </a:cubicBezTo>
                  <a:cubicBezTo>
                    <a:pt x="18904" y="15914"/>
                    <a:pt x="18823" y="15753"/>
                    <a:pt x="18985" y="15833"/>
                  </a:cubicBezTo>
                  <a:cubicBezTo>
                    <a:pt x="19148" y="15833"/>
                    <a:pt x="19229" y="15833"/>
                    <a:pt x="19310" y="15914"/>
                  </a:cubicBezTo>
                  <a:cubicBezTo>
                    <a:pt x="19310" y="15994"/>
                    <a:pt x="19472" y="15994"/>
                    <a:pt x="19553" y="16075"/>
                  </a:cubicBezTo>
                  <a:cubicBezTo>
                    <a:pt x="19634" y="16235"/>
                    <a:pt x="19959" y="16316"/>
                    <a:pt x="19959" y="16316"/>
                  </a:cubicBezTo>
                  <a:cubicBezTo>
                    <a:pt x="20365" y="16476"/>
                    <a:pt x="20365" y="16476"/>
                    <a:pt x="20365" y="16476"/>
                  </a:cubicBezTo>
                  <a:cubicBezTo>
                    <a:pt x="20446" y="16718"/>
                    <a:pt x="20446" y="16718"/>
                    <a:pt x="20446" y="16718"/>
                  </a:cubicBezTo>
                  <a:cubicBezTo>
                    <a:pt x="20527" y="16798"/>
                    <a:pt x="20527" y="16798"/>
                    <a:pt x="20527" y="16798"/>
                  </a:cubicBezTo>
                  <a:cubicBezTo>
                    <a:pt x="20608" y="16637"/>
                    <a:pt x="20608" y="16637"/>
                    <a:pt x="20608" y="16637"/>
                  </a:cubicBezTo>
                  <a:cubicBezTo>
                    <a:pt x="20689" y="16557"/>
                    <a:pt x="20770" y="16557"/>
                    <a:pt x="20770" y="16557"/>
                  </a:cubicBezTo>
                  <a:cubicBezTo>
                    <a:pt x="20933" y="16637"/>
                    <a:pt x="20933" y="16637"/>
                    <a:pt x="20933" y="16637"/>
                  </a:cubicBezTo>
                  <a:cubicBezTo>
                    <a:pt x="20933" y="16637"/>
                    <a:pt x="21095" y="16637"/>
                    <a:pt x="21095" y="16637"/>
                  </a:cubicBezTo>
                  <a:cubicBezTo>
                    <a:pt x="21176" y="16637"/>
                    <a:pt x="21419" y="16557"/>
                    <a:pt x="21419" y="16557"/>
                  </a:cubicBezTo>
                  <a:cubicBezTo>
                    <a:pt x="21419" y="16637"/>
                    <a:pt x="21582" y="16798"/>
                    <a:pt x="21663" y="16798"/>
                  </a:cubicBezTo>
                  <a:cubicBezTo>
                    <a:pt x="21663" y="16878"/>
                    <a:pt x="21825" y="17119"/>
                    <a:pt x="21825" y="17119"/>
                  </a:cubicBezTo>
                  <a:cubicBezTo>
                    <a:pt x="21825" y="17119"/>
                    <a:pt x="21825" y="17200"/>
                    <a:pt x="21825" y="17361"/>
                  </a:cubicBezTo>
                  <a:cubicBezTo>
                    <a:pt x="21825" y="17441"/>
                    <a:pt x="21906" y="17521"/>
                    <a:pt x="21906" y="17521"/>
                  </a:cubicBezTo>
                  <a:cubicBezTo>
                    <a:pt x="22068" y="17682"/>
                    <a:pt x="22068" y="17682"/>
                    <a:pt x="22068" y="17682"/>
                  </a:cubicBezTo>
                  <a:cubicBezTo>
                    <a:pt x="22474" y="18325"/>
                    <a:pt x="22474" y="18325"/>
                    <a:pt x="22474" y="18325"/>
                  </a:cubicBezTo>
                  <a:cubicBezTo>
                    <a:pt x="22636" y="18486"/>
                    <a:pt x="22636" y="18486"/>
                    <a:pt x="22636" y="18486"/>
                  </a:cubicBezTo>
                  <a:cubicBezTo>
                    <a:pt x="22799" y="18325"/>
                    <a:pt x="22799" y="18325"/>
                    <a:pt x="22799" y="18325"/>
                  </a:cubicBezTo>
                  <a:cubicBezTo>
                    <a:pt x="23042" y="18325"/>
                    <a:pt x="23042" y="18325"/>
                    <a:pt x="23042" y="18325"/>
                  </a:cubicBezTo>
                  <a:cubicBezTo>
                    <a:pt x="23286" y="18888"/>
                    <a:pt x="23286" y="18888"/>
                    <a:pt x="23286" y="18888"/>
                  </a:cubicBezTo>
                  <a:cubicBezTo>
                    <a:pt x="23529" y="19611"/>
                    <a:pt x="23529" y="19611"/>
                    <a:pt x="23529" y="19611"/>
                  </a:cubicBezTo>
                  <a:cubicBezTo>
                    <a:pt x="23367" y="20576"/>
                    <a:pt x="23367" y="20576"/>
                    <a:pt x="23367" y="20576"/>
                  </a:cubicBezTo>
                  <a:cubicBezTo>
                    <a:pt x="23367" y="21219"/>
                    <a:pt x="23367" y="21219"/>
                    <a:pt x="23367" y="21219"/>
                  </a:cubicBezTo>
                  <a:cubicBezTo>
                    <a:pt x="23367" y="21219"/>
                    <a:pt x="23204" y="21701"/>
                    <a:pt x="23204" y="21781"/>
                  </a:cubicBezTo>
                  <a:cubicBezTo>
                    <a:pt x="23204" y="21942"/>
                    <a:pt x="22799" y="22505"/>
                    <a:pt x="22799" y="22505"/>
                  </a:cubicBezTo>
                  <a:cubicBezTo>
                    <a:pt x="22799" y="22505"/>
                    <a:pt x="22555" y="22987"/>
                    <a:pt x="22474" y="23067"/>
                  </a:cubicBezTo>
                  <a:cubicBezTo>
                    <a:pt x="22393" y="23228"/>
                    <a:pt x="22068" y="23871"/>
                    <a:pt x="22068" y="23871"/>
                  </a:cubicBezTo>
                  <a:cubicBezTo>
                    <a:pt x="21095" y="24835"/>
                    <a:pt x="21095" y="24835"/>
                    <a:pt x="21095" y="24835"/>
                  </a:cubicBezTo>
                  <a:cubicBezTo>
                    <a:pt x="21095" y="24835"/>
                    <a:pt x="20608" y="25077"/>
                    <a:pt x="20446" y="25157"/>
                  </a:cubicBezTo>
                  <a:cubicBezTo>
                    <a:pt x="20365" y="25318"/>
                    <a:pt x="19553" y="25398"/>
                    <a:pt x="19553" y="25398"/>
                  </a:cubicBezTo>
                  <a:cubicBezTo>
                    <a:pt x="18904" y="25398"/>
                    <a:pt x="18904" y="25398"/>
                    <a:pt x="18904" y="25398"/>
                  </a:cubicBezTo>
                  <a:cubicBezTo>
                    <a:pt x="17931" y="25157"/>
                    <a:pt x="17931" y="25157"/>
                    <a:pt x="17931" y="25157"/>
                  </a:cubicBezTo>
                  <a:cubicBezTo>
                    <a:pt x="17363" y="25318"/>
                    <a:pt x="17363" y="25318"/>
                    <a:pt x="17363" y="25318"/>
                  </a:cubicBezTo>
                  <a:cubicBezTo>
                    <a:pt x="16632" y="25559"/>
                    <a:pt x="16632" y="25559"/>
                    <a:pt x="16632" y="25559"/>
                  </a:cubicBezTo>
                  <a:cubicBezTo>
                    <a:pt x="15983" y="25559"/>
                    <a:pt x="15983" y="25559"/>
                    <a:pt x="15983" y="25559"/>
                  </a:cubicBezTo>
                  <a:cubicBezTo>
                    <a:pt x="15172" y="25720"/>
                    <a:pt x="15172" y="25720"/>
                    <a:pt x="15172" y="25720"/>
                  </a:cubicBezTo>
                  <a:cubicBezTo>
                    <a:pt x="15172" y="25720"/>
                    <a:pt x="15010" y="25720"/>
                    <a:pt x="14847" y="25720"/>
                  </a:cubicBezTo>
                  <a:cubicBezTo>
                    <a:pt x="14766" y="25720"/>
                    <a:pt x="14279" y="25559"/>
                    <a:pt x="14279" y="25559"/>
                  </a:cubicBezTo>
                  <a:cubicBezTo>
                    <a:pt x="13711" y="25398"/>
                    <a:pt x="13711" y="25398"/>
                    <a:pt x="13711" y="25398"/>
                  </a:cubicBezTo>
                  <a:cubicBezTo>
                    <a:pt x="13306" y="25398"/>
                    <a:pt x="13306" y="25398"/>
                    <a:pt x="13306" y="25398"/>
                  </a:cubicBezTo>
                  <a:cubicBezTo>
                    <a:pt x="13225" y="25720"/>
                    <a:pt x="13225" y="25720"/>
                    <a:pt x="13225" y="25720"/>
                  </a:cubicBezTo>
                  <a:cubicBezTo>
                    <a:pt x="13225" y="25720"/>
                    <a:pt x="13225" y="25720"/>
                    <a:pt x="13062" y="25720"/>
                  </a:cubicBezTo>
                  <a:cubicBezTo>
                    <a:pt x="12900" y="25720"/>
                    <a:pt x="12738" y="25720"/>
                    <a:pt x="12738" y="25720"/>
                  </a:cubicBezTo>
                  <a:cubicBezTo>
                    <a:pt x="12738" y="25398"/>
                    <a:pt x="12738" y="25398"/>
                    <a:pt x="12738" y="25398"/>
                  </a:cubicBezTo>
                  <a:cubicBezTo>
                    <a:pt x="12170" y="25398"/>
                    <a:pt x="12170" y="25398"/>
                    <a:pt x="12170" y="25398"/>
                  </a:cubicBezTo>
                  <a:cubicBezTo>
                    <a:pt x="12170" y="25398"/>
                    <a:pt x="11926" y="25478"/>
                    <a:pt x="11764" y="25478"/>
                  </a:cubicBezTo>
                  <a:cubicBezTo>
                    <a:pt x="11521" y="25478"/>
                    <a:pt x="11277" y="25237"/>
                    <a:pt x="11196" y="25237"/>
                  </a:cubicBezTo>
                  <a:cubicBezTo>
                    <a:pt x="11115" y="25237"/>
                    <a:pt x="11115" y="25318"/>
                    <a:pt x="11115" y="25318"/>
                  </a:cubicBezTo>
                  <a:cubicBezTo>
                    <a:pt x="11115" y="25559"/>
                    <a:pt x="11115" y="25559"/>
                    <a:pt x="11115" y="25559"/>
                  </a:cubicBezTo>
                  <a:cubicBezTo>
                    <a:pt x="10709" y="25559"/>
                    <a:pt x="10709" y="25559"/>
                    <a:pt x="10709" y="25559"/>
                  </a:cubicBezTo>
                  <a:cubicBezTo>
                    <a:pt x="10223" y="25398"/>
                    <a:pt x="10223" y="25398"/>
                    <a:pt x="10223" y="25398"/>
                  </a:cubicBezTo>
                  <a:cubicBezTo>
                    <a:pt x="9817" y="25077"/>
                    <a:pt x="9817" y="25077"/>
                    <a:pt x="9817" y="25077"/>
                  </a:cubicBezTo>
                  <a:cubicBezTo>
                    <a:pt x="9492" y="24755"/>
                    <a:pt x="9492" y="24755"/>
                    <a:pt x="9492" y="24755"/>
                  </a:cubicBezTo>
                  <a:cubicBezTo>
                    <a:pt x="9492" y="24594"/>
                    <a:pt x="9492" y="24594"/>
                    <a:pt x="9492" y="24594"/>
                  </a:cubicBezTo>
                  <a:cubicBezTo>
                    <a:pt x="9087" y="24594"/>
                    <a:pt x="9087" y="24594"/>
                    <a:pt x="9087" y="24594"/>
                  </a:cubicBezTo>
                  <a:cubicBezTo>
                    <a:pt x="8519" y="24594"/>
                    <a:pt x="8519" y="24594"/>
                    <a:pt x="8519" y="24594"/>
                  </a:cubicBezTo>
                  <a:cubicBezTo>
                    <a:pt x="8194" y="24755"/>
                    <a:pt x="8194" y="24755"/>
                    <a:pt x="8194" y="24755"/>
                  </a:cubicBezTo>
                  <a:cubicBezTo>
                    <a:pt x="8600" y="24835"/>
                    <a:pt x="8600" y="24835"/>
                    <a:pt x="8600" y="24835"/>
                  </a:cubicBezTo>
                  <a:cubicBezTo>
                    <a:pt x="8843" y="24916"/>
                    <a:pt x="8843" y="24916"/>
                    <a:pt x="8843" y="24916"/>
                  </a:cubicBezTo>
                  <a:cubicBezTo>
                    <a:pt x="8843" y="24916"/>
                    <a:pt x="9168" y="24835"/>
                    <a:pt x="9168" y="25077"/>
                  </a:cubicBezTo>
                  <a:cubicBezTo>
                    <a:pt x="9168" y="25237"/>
                    <a:pt x="9006" y="25237"/>
                    <a:pt x="9168" y="25398"/>
                  </a:cubicBezTo>
                  <a:cubicBezTo>
                    <a:pt x="9249" y="25559"/>
                    <a:pt x="9574" y="25720"/>
                    <a:pt x="9574" y="25720"/>
                  </a:cubicBezTo>
                  <a:cubicBezTo>
                    <a:pt x="9574" y="25720"/>
                    <a:pt x="9736" y="25720"/>
                    <a:pt x="9817" y="25720"/>
                  </a:cubicBezTo>
                  <a:cubicBezTo>
                    <a:pt x="9898" y="25720"/>
                    <a:pt x="9979" y="25720"/>
                    <a:pt x="9979" y="25720"/>
                  </a:cubicBezTo>
                  <a:cubicBezTo>
                    <a:pt x="10141" y="25961"/>
                    <a:pt x="10141" y="25961"/>
                    <a:pt x="10141" y="25961"/>
                  </a:cubicBezTo>
                  <a:cubicBezTo>
                    <a:pt x="10141" y="25961"/>
                    <a:pt x="10060" y="26041"/>
                    <a:pt x="10223" y="26041"/>
                  </a:cubicBezTo>
                  <a:cubicBezTo>
                    <a:pt x="10304" y="26041"/>
                    <a:pt x="10709" y="26041"/>
                    <a:pt x="10709" y="26041"/>
                  </a:cubicBezTo>
                  <a:cubicBezTo>
                    <a:pt x="11115" y="26202"/>
                    <a:pt x="11115" y="26202"/>
                    <a:pt x="11115" y="26202"/>
                  </a:cubicBezTo>
                  <a:cubicBezTo>
                    <a:pt x="11115" y="26443"/>
                    <a:pt x="11115" y="26443"/>
                    <a:pt x="11115" y="26443"/>
                  </a:cubicBezTo>
                  <a:cubicBezTo>
                    <a:pt x="11115" y="26443"/>
                    <a:pt x="11034" y="26604"/>
                    <a:pt x="11196" y="26604"/>
                  </a:cubicBezTo>
                  <a:cubicBezTo>
                    <a:pt x="11277" y="26684"/>
                    <a:pt x="11602" y="26604"/>
                    <a:pt x="11602" y="26604"/>
                  </a:cubicBezTo>
                  <a:cubicBezTo>
                    <a:pt x="11602" y="26604"/>
                    <a:pt x="11521" y="26523"/>
                    <a:pt x="11683" y="26604"/>
                  </a:cubicBezTo>
                  <a:cubicBezTo>
                    <a:pt x="11764" y="26684"/>
                    <a:pt x="11845" y="26764"/>
                    <a:pt x="11845" y="26764"/>
                  </a:cubicBezTo>
                  <a:cubicBezTo>
                    <a:pt x="11845" y="26764"/>
                    <a:pt x="11926" y="26925"/>
                    <a:pt x="11926" y="27006"/>
                  </a:cubicBezTo>
                  <a:cubicBezTo>
                    <a:pt x="11926" y="27086"/>
                    <a:pt x="12008" y="27247"/>
                    <a:pt x="12008" y="27247"/>
                  </a:cubicBezTo>
                  <a:cubicBezTo>
                    <a:pt x="12008" y="27247"/>
                    <a:pt x="11764" y="27327"/>
                    <a:pt x="12170" y="27327"/>
                  </a:cubicBezTo>
                  <a:cubicBezTo>
                    <a:pt x="12576" y="27327"/>
                    <a:pt x="12576" y="27327"/>
                    <a:pt x="12576" y="27327"/>
                  </a:cubicBezTo>
                  <a:cubicBezTo>
                    <a:pt x="12900" y="27327"/>
                    <a:pt x="12900" y="27327"/>
                    <a:pt x="12900" y="27327"/>
                  </a:cubicBezTo>
                  <a:cubicBezTo>
                    <a:pt x="13225" y="27407"/>
                    <a:pt x="13225" y="27407"/>
                    <a:pt x="13225" y="27407"/>
                  </a:cubicBezTo>
                  <a:cubicBezTo>
                    <a:pt x="13793" y="27649"/>
                    <a:pt x="13793" y="27649"/>
                    <a:pt x="13793" y="27649"/>
                  </a:cubicBezTo>
                  <a:cubicBezTo>
                    <a:pt x="14361" y="27970"/>
                    <a:pt x="14361" y="27970"/>
                    <a:pt x="14361" y="27970"/>
                  </a:cubicBezTo>
                  <a:cubicBezTo>
                    <a:pt x="14361" y="27970"/>
                    <a:pt x="14279" y="28211"/>
                    <a:pt x="14442" y="28211"/>
                  </a:cubicBezTo>
                  <a:cubicBezTo>
                    <a:pt x="14523" y="28211"/>
                    <a:pt x="14847" y="28211"/>
                    <a:pt x="14847" y="28211"/>
                  </a:cubicBezTo>
                  <a:cubicBezTo>
                    <a:pt x="15091" y="28854"/>
                    <a:pt x="15091" y="28854"/>
                    <a:pt x="15091" y="28854"/>
                  </a:cubicBezTo>
                  <a:cubicBezTo>
                    <a:pt x="14685" y="28854"/>
                    <a:pt x="14685" y="28854"/>
                    <a:pt x="14685" y="28854"/>
                  </a:cubicBezTo>
                  <a:cubicBezTo>
                    <a:pt x="14929" y="29497"/>
                    <a:pt x="14929" y="29497"/>
                    <a:pt x="14929" y="29497"/>
                  </a:cubicBezTo>
                  <a:cubicBezTo>
                    <a:pt x="15091" y="29819"/>
                    <a:pt x="15091" y="29819"/>
                    <a:pt x="15091" y="29819"/>
                  </a:cubicBezTo>
                  <a:cubicBezTo>
                    <a:pt x="15010" y="30221"/>
                    <a:pt x="15010" y="30221"/>
                    <a:pt x="15010" y="30221"/>
                  </a:cubicBezTo>
                  <a:cubicBezTo>
                    <a:pt x="14766" y="30462"/>
                    <a:pt x="14766" y="30462"/>
                    <a:pt x="14766" y="30462"/>
                  </a:cubicBezTo>
                  <a:cubicBezTo>
                    <a:pt x="14766" y="30462"/>
                    <a:pt x="14766" y="30622"/>
                    <a:pt x="14766" y="30622"/>
                  </a:cubicBezTo>
                  <a:cubicBezTo>
                    <a:pt x="14766" y="30703"/>
                    <a:pt x="14929" y="30703"/>
                    <a:pt x="14929" y="30703"/>
                  </a:cubicBezTo>
                  <a:cubicBezTo>
                    <a:pt x="14929" y="30703"/>
                    <a:pt x="15091" y="30864"/>
                    <a:pt x="15091" y="30944"/>
                  </a:cubicBezTo>
                  <a:cubicBezTo>
                    <a:pt x="15091" y="31024"/>
                    <a:pt x="15334" y="31105"/>
                    <a:pt x="15334" y="31185"/>
                  </a:cubicBezTo>
                  <a:cubicBezTo>
                    <a:pt x="15415" y="31265"/>
                    <a:pt x="15659" y="31507"/>
                    <a:pt x="15659" y="31507"/>
                  </a:cubicBezTo>
                  <a:cubicBezTo>
                    <a:pt x="15740" y="31667"/>
                    <a:pt x="15740" y="31667"/>
                    <a:pt x="15740" y="31667"/>
                  </a:cubicBezTo>
                  <a:cubicBezTo>
                    <a:pt x="16064" y="31828"/>
                    <a:pt x="16064" y="31828"/>
                    <a:pt x="16064" y="31828"/>
                  </a:cubicBezTo>
                  <a:cubicBezTo>
                    <a:pt x="16064" y="31828"/>
                    <a:pt x="16064" y="31828"/>
                    <a:pt x="16064" y="31908"/>
                  </a:cubicBezTo>
                  <a:cubicBezTo>
                    <a:pt x="16064" y="32069"/>
                    <a:pt x="16227" y="32230"/>
                    <a:pt x="16227" y="32230"/>
                  </a:cubicBezTo>
                  <a:cubicBezTo>
                    <a:pt x="16551" y="32471"/>
                    <a:pt x="16551" y="32471"/>
                    <a:pt x="16551" y="32471"/>
                  </a:cubicBezTo>
                  <a:cubicBezTo>
                    <a:pt x="16551" y="32471"/>
                    <a:pt x="16551" y="32391"/>
                    <a:pt x="16551" y="32551"/>
                  </a:cubicBezTo>
                  <a:cubicBezTo>
                    <a:pt x="16551" y="32712"/>
                    <a:pt x="16551" y="32953"/>
                    <a:pt x="16551" y="32953"/>
                  </a:cubicBezTo>
                  <a:cubicBezTo>
                    <a:pt x="16876" y="32953"/>
                    <a:pt x="16876" y="32953"/>
                    <a:pt x="16876" y="32953"/>
                  </a:cubicBezTo>
                  <a:cubicBezTo>
                    <a:pt x="16795" y="33275"/>
                    <a:pt x="16795" y="33275"/>
                    <a:pt x="16795" y="33275"/>
                  </a:cubicBezTo>
                  <a:cubicBezTo>
                    <a:pt x="16795" y="33275"/>
                    <a:pt x="16632" y="33275"/>
                    <a:pt x="16795" y="33516"/>
                  </a:cubicBezTo>
                  <a:cubicBezTo>
                    <a:pt x="16957" y="33677"/>
                    <a:pt x="16957" y="33837"/>
                    <a:pt x="16957" y="33837"/>
                  </a:cubicBezTo>
                  <a:cubicBezTo>
                    <a:pt x="17525" y="34239"/>
                    <a:pt x="17525" y="34239"/>
                    <a:pt x="17525" y="34239"/>
                  </a:cubicBezTo>
                  <a:cubicBezTo>
                    <a:pt x="17849" y="34239"/>
                    <a:pt x="17849" y="34239"/>
                    <a:pt x="17849" y="34239"/>
                  </a:cubicBezTo>
                  <a:cubicBezTo>
                    <a:pt x="18174" y="34159"/>
                    <a:pt x="18174" y="34159"/>
                    <a:pt x="18174" y="34159"/>
                  </a:cubicBezTo>
                  <a:cubicBezTo>
                    <a:pt x="18336" y="33837"/>
                    <a:pt x="18336" y="33837"/>
                    <a:pt x="18336" y="33837"/>
                  </a:cubicBezTo>
                  <a:cubicBezTo>
                    <a:pt x="18336" y="33837"/>
                    <a:pt x="18580" y="33837"/>
                    <a:pt x="18823" y="33918"/>
                  </a:cubicBezTo>
                  <a:cubicBezTo>
                    <a:pt x="18985" y="33998"/>
                    <a:pt x="19310" y="33918"/>
                    <a:pt x="19310" y="33918"/>
                  </a:cubicBezTo>
                  <a:cubicBezTo>
                    <a:pt x="19310" y="33918"/>
                    <a:pt x="19310" y="33918"/>
                    <a:pt x="19310" y="34079"/>
                  </a:cubicBezTo>
                  <a:cubicBezTo>
                    <a:pt x="19391" y="34239"/>
                    <a:pt x="19553" y="34159"/>
                    <a:pt x="19553" y="34159"/>
                  </a:cubicBezTo>
                  <a:cubicBezTo>
                    <a:pt x="19553" y="34159"/>
                    <a:pt x="19797" y="34159"/>
                    <a:pt x="19797" y="34239"/>
                  </a:cubicBezTo>
                  <a:cubicBezTo>
                    <a:pt x="19797" y="34320"/>
                    <a:pt x="19959" y="34400"/>
                    <a:pt x="20040" y="34561"/>
                  </a:cubicBezTo>
                  <a:cubicBezTo>
                    <a:pt x="20121" y="34722"/>
                    <a:pt x="20121" y="34641"/>
                    <a:pt x="20202" y="34722"/>
                  </a:cubicBezTo>
                  <a:cubicBezTo>
                    <a:pt x="20202" y="34802"/>
                    <a:pt x="19878" y="34882"/>
                    <a:pt x="20283" y="34882"/>
                  </a:cubicBezTo>
                  <a:cubicBezTo>
                    <a:pt x="20608" y="34963"/>
                    <a:pt x="21419" y="35043"/>
                    <a:pt x="21419" y="35043"/>
                  </a:cubicBezTo>
                  <a:cubicBezTo>
                    <a:pt x="21419" y="35043"/>
                    <a:pt x="21906" y="34882"/>
                    <a:pt x="22150" y="34882"/>
                  </a:cubicBezTo>
                  <a:cubicBezTo>
                    <a:pt x="22393" y="34882"/>
                    <a:pt x="22393" y="34963"/>
                    <a:pt x="22393" y="34963"/>
                  </a:cubicBezTo>
                  <a:cubicBezTo>
                    <a:pt x="22636" y="34963"/>
                    <a:pt x="22636" y="34963"/>
                    <a:pt x="22636" y="34963"/>
                  </a:cubicBezTo>
                  <a:cubicBezTo>
                    <a:pt x="22636" y="34963"/>
                    <a:pt x="22799" y="34882"/>
                    <a:pt x="22799" y="34802"/>
                  </a:cubicBezTo>
                  <a:cubicBezTo>
                    <a:pt x="22799" y="34722"/>
                    <a:pt x="22880" y="34480"/>
                    <a:pt x="22880" y="34480"/>
                  </a:cubicBezTo>
                  <a:cubicBezTo>
                    <a:pt x="22880" y="34480"/>
                    <a:pt x="22799" y="34320"/>
                    <a:pt x="22961" y="34320"/>
                  </a:cubicBezTo>
                  <a:cubicBezTo>
                    <a:pt x="23123" y="34320"/>
                    <a:pt x="23204" y="34239"/>
                    <a:pt x="23204" y="34239"/>
                  </a:cubicBezTo>
                  <a:cubicBezTo>
                    <a:pt x="23448" y="34079"/>
                    <a:pt x="23448" y="34079"/>
                    <a:pt x="23448" y="34079"/>
                  </a:cubicBezTo>
                  <a:cubicBezTo>
                    <a:pt x="23367" y="33436"/>
                    <a:pt x="23367" y="33436"/>
                    <a:pt x="23367" y="33436"/>
                  </a:cubicBezTo>
                  <a:cubicBezTo>
                    <a:pt x="23367" y="33436"/>
                    <a:pt x="23367" y="33194"/>
                    <a:pt x="23286" y="33114"/>
                  </a:cubicBezTo>
                  <a:cubicBezTo>
                    <a:pt x="23123" y="33034"/>
                    <a:pt x="22880" y="32793"/>
                    <a:pt x="22880" y="32793"/>
                  </a:cubicBezTo>
                  <a:cubicBezTo>
                    <a:pt x="22799" y="32551"/>
                    <a:pt x="22799" y="32551"/>
                    <a:pt x="22799" y="32551"/>
                  </a:cubicBezTo>
                  <a:cubicBezTo>
                    <a:pt x="22474" y="32310"/>
                    <a:pt x="22474" y="32310"/>
                    <a:pt x="22474" y="32310"/>
                  </a:cubicBezTo>
                  <a:cubicBezTo>
                    <a:pt x="22474" y="32310"/>
                    <a:pt x="22393" y="32150"/>
                    <a:pt x="22312" y="32150"/>
                  </a:cubicBezTo>
                  <a:cubicBezTo>
                    <a:pt x="22231" y="32230"/>
                    <a:pt x="22312" y="32230"/>
                    <a:pt x="22150" y="32471"/>
                  </a:cubicBezTo>
                  <a:cubicBezTo>
                    <a:pt x="21987" y="32632"/>
                    <a:pt x="21744" y="32712"/>
                    <a:pt x="21744" y="32712"/>
                  </a:cubicBezTo>
                  <a:cubicBezTo>
                    <a:pt x="21257" y="32873"/>
                    <a:pt x="21257" y="32873"/>
                    <a:pt x="21257" y="32873"/>
                  </a:cubicBezTo>
                  <a:cubicBezTo>
                    <a:pt x="21257" y="32873"/>
                    <a:pt x="20933" y="32712"/>
                    <a:pt x="20851" y="32551"/>
                  </a:cubicBezTo>
                  <a:cubicBezTo>
                    <a:pt x="20770" y="32471"/>
                    <a:pt x="20202" y="31989"/>
                    <a:pt x="20202" y="31989"/>
                  </a:cubicBezTo>
                  <a:cubicBezTo>
                    <a:pt x="20202" y="31989"/>
                    <a:pt x="19878" y="31748"/>
                    <a:pt x="19797" y="31748"/>
                  </a:cubicBezTo>
                  <a:cubicBezTo>
                    <a:pt x="19634" y="31748"/>
                    <a:pt x="19472" y="31748"/>
                    <a:pt x="19472" y="31748"/>
                  </a:cubicBezTo>
                  <a:cubicBezTo>
                    <a:pt x="19229" y="31346"/>
                    <a:pt x="19229" y="31346"/>
                    <a:pt x="19229" y="31346"/>
                  </a:cubicBezTo>
                  <a:cubicBezTo>
                    <a:pt x="19148" y="31265"/>
                    <a:pt x="19148" y="31265"/>
                    <a:pt x="19148" y="31265"/>
                  </a:cubicBezTo>
                  <a:cubicBezTo>
                    <a:pt x="19148" y="31265"/>
                    <a:pt x="18904" y="31024"/>
                    <a:pt x="19066" y="31024"/>
                  </a:cubicBezTo>
                  <a:cubicBezTo>
                    <a:pt x="19310" y="31024"/>
                    <a:pt x="19391" y="30783"/>
                    <a:pt x="19391" y="30783"/>
                  </a:cubicBezTo>
                  <a:cubicBezTo>
                    <a:pt x="19391" y="30542"/>
                    <a:pt x="19391" y="30542"/>
                    <a:pt x="19391" y="30542"/>
                  </a:cubicBezTo>
                  <a:cubicBezTo>
                    <a:pt x="19391" y="30381"/>
                    <a:pt x="19391" y="30381"/>
                    <a:pt x="19391" y="30381"/>
                  </a:cubicBezTo>
                  <a:cubicBezTo>
                    <a:pt x="19310" y="29979"/>
                    <a:pt x="19310" y="29979"/>
                    <a:pt x="19310" y="29979"/>
                  </a:cubicBezTo>
                  <a:cubicBezTo>
                    <a:pt x="19310" y="29979"/>
                    <a:pt x="19229" y="29578"/>
                    <a:pt x="19310" y="29497"/>
                  </a:cubicBezTo>
                  <a:cubicBezTo>
                    <a:pt x="19472" y="29497"/>
                    <a:pt x="19959" y="29417"/>
                    <a:pt x="19959" y="29417"/>
                  </a:cubicBezTo>
                  <a:cubicBezTo>
                    <a:pt x="19959" y="29417"/>
                    <a:pt x="20202" y="29497"/>
                    <a:pt x="20446" y="29578"/>
                  </a:cubicBezTo>
                  <a:cubicBezTo>
                    <a:pt x="20608" y="29578"/>
                    <a:pt x="20770" y="29658"/>
                    <a:pt x="20770" y="29658"/>
                  </a:cubicBezTo>
                  <a:cubicBezTo>
                    <a:pt x="20770" y="29658"/>
                    <a:pt x="21257" y="29899"/>
                    <a:pt x="21338" y="29979"/>
                  </a:cubicBezTo>
                  <a:cubicBezTo>
                    <a:pt x="21338" y="30060"/>
                    <a:pt x="21501" y="30140"/>
                    <a:pt x="21663" y="30221"/>
                  </a:cubicBezTo>
                  <a:cubicBezTo>
                    <a:pt x="21906" y="30381"/>
                    <a:pt x="22393" y="30221"/>
                    <a:pt x="22393" y="30221"/>
                  </a:cubicBezTo>
                  <a:cubicBezTo>
                    <a:pt x="22393" y="30221"/>
                    <a:pt x="22636" y="30140"/>
                    <a:pt x="22799" y="30140"/>
                  </a:cubicBezTo>
                  <a:cubicBezTo>
                    <a:pt x="22880" y="30140"/>
                    <a:pt x="23610" y="30140"/>
                    <a:pt x="23610" y="30140"/>
                  </a:cubicBezTo>
                  <a:cubicBezTo>
                    <a:pt x="23610" y="30140"/>
                    <a:pt x="23935" y="30140"/>
                    <a:pt x="24016" y="30140"/>
                  </a:cubicBezTo>
                  <a:cubicBezTo>
                    <a:pt x="24097" y="30140"/>
                    <a:pt x="24421" y="30140"/>
                    <a:pt x="24421" y="30140"/>
                  </a:cubicBezTo>
                  <a:cubicBezTo>
                    <a:pt x="25070" y="30301"/>
                    <a:pt x="25070" y="30301"/>
                    <a:pt x="25070" y="30301"/>
                  </a:cubicBezTo>
                  <a:cubicBezTo>
                    <a:pt x="25557" y="30060"/>
                    <a:pt x="25557" y="30060"/>
                    <a:pt x="25557" y="30060"/>
                  </a:cubicBezTo>
                  <a:cubicBezTo>
                    <a:pt x="25557" y="30060"/>
                    <a:pt x="25557" y="29658"/>
                    <a:pt x="25720" y="29658"/>
                  </a:cubicBezTo>
                  <a:cubicBezTo>
                    <a:pt x="25801" y="29658"/>
                    <a:pt x="25963" y="29658"/>
                    <a:pt x="26125" y="29658"/>
                  </a:cubicBezTo>
                  <a:cubicBezTo>
                    <a:pt x="26288" y="29738"/>
                    <a:pt x="26774" y="29578"/>
                    <a:pt x="26774" y="29578"/>
                  </a:cubicBezTo>
                  <a:cubicBezTo>
                    <a:pt x="26288" y="28935"/>
                    <a:pt x="26288" y="28935"/>
                    <a:pt x="26288" y="28935"/>
                  </a:cubicBezTo>
                  <a:cubicBezTo>
                    <a:pt x="26288" y="28935"/>
                    <a:pt x="26288" y="28935"/>
                    <a:pt x="26125" y="28613"/>
                  </a:cubicBezTo>
                  <a:cubicBezTo>
                    <a:pt x="26044" y="28292"/>
                    <a:pt x="25801" y="27970"/>
                    <a:pt x="25801" y="27970"/>
                  </a:cubicBezTo>
                  <a:cubicBezTo>
                    <a:pt x="25801" y="27970"/>
                    <a:pt x="25476" y="27890"/>
                    <a:pt x="25233" y="27809"/>
                  </a:cubicBezTo>
                  <a:cubicBezTo>
                    <a:pt x="24989" y="27729"/>
                    <a:pt x="25152" y="27809"/>
                    <a:pt x="24989" y="27649"/>
                  </a:cubicBezTo>
                  <a:cubicBezTo>
                    <a:pt x="24827" y="27568"/>
                    <a:pt x="24097" y="27166"/>
                    <a:pt x="24097" y="27166"/>
                  </a:cubicBezTo>
                  <a:cubicBezTo>
                    <a:pt x="24097" y="27166"/>
                    <a:pt x="23772" y="27086"/>
                    <a:pt x="23691" y="26925"/>
                  </a:cubicBezTo>
                  <a:cubicBezTo>
                    <a:pt x="23610" y="26684"/>
                    <a:pt x="23691" y="25961"/>
                    <a:pt x="23691" y="25961"/>
                  </a:cubicBezTo>
                  <a:cubicBezTo>
                    <a:pt x="23772" y="25559"/>
                    <a:pt x="23772" y="25559"/>
                    <a:pt x="23772" y="25559"/>
                  </a:cubicBezTo>
                  <a:cubicBezTo>
                    <a:pt x="24178" y="24755"/>
                    <a:pt x="24178" y="24755"/>
                    <a:pt x="24178" y="24755"/>
                  </a:cubicBezTo>
                  <a:cubicBezTo>
                    <a:pt x="24340" y="24032"/>
                    <a:pt x="24340" y="24032"/>
                    <a:pt x="24340" y="24032"/>
                  </a:cubicBezTo>
                  <a:cubicBezTo>
                    <a:pt x="25152" y="23067"/>
                    <a:pt x="25152" y="23067"/>
                    <a:pt x="25152" y="23067"/>
                  </a:cubicBezTo>
                  <a:cubicBezTo>
                    <a:pt x="25395" y="22344"/>
                    <a:pt x="25395" y="22344"/>
                    <a:pt x="25395" y="22344"/>
                  </a:cubicBezTo>
                  <a:cubicBezTo>
                    <a:pt x="25557" y="21620"/>
                    <a:pt x="25557" y="21620"/>
                    <a:pt x="25557" y="21620"/>
                  </a:cubicBezTo>
                  <a:cubicBezTo>
                    <a:pt x="25557" y="20897"/>
                    <a:pt x="25557" y="20897"/>
                    <a:pt x="25557" y="20897"/>
                  </a:cubicBezTo>
                  <a:cubicBezTo>
                    <a:pt x="25557" y="20334"/>
                    <a:pt x="25557" y="20334"/>
                    <a:pt x="25557" y="20334"/>
                  </a:cubicBezTo>
                  <a:cubicBezTo>
                    <a:pt x="26612" y="20334"/>
                    <a:pt x="26612" y="20334"/>
                    <a:pt x="26612" y="20334"/>
                  </a:cubicBezTo>
                  <a:cubicBezTo>
                    <a:pt x="26612" y="20576"/>
                    <a:pt x="26612" y="20576"/>
                    <a:pt x="26612" y="20576"/>
                  </a:cubicBezTo>
                  <a:cubicBezTo>
                    <a:pt x="26612" y="20576"/>
                    <a:pt x="26774" y="20254"/>
                    <a:pt x="26855" y="20254"/>
                  </a:cubicBezTo>
                  <a:cubicBezTo>
                    <a:pt x="26937" y="20254"/>
                    <a:pt x="27586" y="19852"/>
                    <a:pt x="27586" y="19852"/>
                  </a:cubicBezTo>
                  <a:cubicBezTo>
                    <a:pt x="27829" y="20013"/>
                    <a:pt x="27829" y="20013"/>
                    <a:pt x="27829" y="20013"/>
                  </a:cubicBezTo>
                  <a:cubicBezTo>
                    <a:pt x="28478" y="20174"/>
                    <a:pt x="28478" y="20174"/>
                    <a:pt x="28478" y="20174"/>
                  </a:cubicBezTo>
                  <a:cubicBezTo>
                    <a:pt x="28478" y="20174"/>
                    <a:pt x="28722" y="20254"/>
                    <a:pt x="28640" y="20415"/>
                  </a:cubicBezTo>
                  <a:cubicBezTo>
                    <a:pt x="28559" y="20576"/>
                    <a:pt x="28559" y="20576"/>
                    <a:pt x="28640" y="20576"/>
                  </a:cubicBezTo>
                  <a:cubicBezTo>
                    <a:pt x="28722" y="20576"/>
                    <a:pt x="29046" y="20334"/>
                    <a:pt x="29046" y="20334"/>
                  </a:cubicBezTo>
                  <a:cubicBezTo>
                    <a:pt x="29614" y="20576"/>
                    <a:pt x="29614" y="20576"/>
                    <a:pt x="29614" y="20576"/>
                  </a:cubicBezTo>
                  <a:cubicBezTo>
                    <a:pt x="29127" y="20013"/>
                    <a:pt x="29127" y="20013"/>
                    <a:pt x="29127" y="20013"/>
                  </a:cubicBezTo>
                  <a:cubicBezTo>
                    <a:pt x="29127" y="20013"/>
                    <a:pt x="29046" y="19611"/>
                    <a:pt x="29046" y="19450"/>
                  </a:cubicBezTo>
                  <a:cubicBezTo>
                    <a:pt x="29046" y="19290"/>
                    <a:pt x="28965" y="18647"/>
                    <a:pt x="28965" y="18647"/>
                  </a:cubicBezTo>
                  <a:cubicBezTo>
                    <a:pt x="28884" y="18164"/>
                    <a:pt x="28884" y="18164"/>
                    <a:pt x="28884" y="18164"/>
                  </a:cubicBezTo>
                  <a:cubicBezTo>
                    <a:pt x="28722" y="17762"/>
                    <a:pt x="28722" y="17762"/>
                    <a:pt x="28722" y="17762"/>
                  </a:cubicBezTo>
                  <a:cubicBezTo>
                    <a:pt x="28478" y="17521"/>
                    <a:pt x="28478" y="17521"/>
                    <a:pt x="28478" y="17521"/>
                  </a:cubicBezTo>
                  <a:cubicBezTo>
                    <a:pt x="28397" y="17119"/>
                    <a:pt x="28397" y="17119"/>
                    <a:pt x="28397" y="17119"/>
                  </a:cubicBezTo>
                  <a:cubicBezTo>
                    <a:pt x="28235" y="16798"/>
                    <a:pt x="28235" y="16798"/>
                    <a:pt x="28235" y="16798"/>
                  </a:cubicBezTo>
                  <a:cubicBezTo>
                    <a:pt x="27667" y="16476"/>
                    <a:pt x="27667" y="16476"/>
                    <a:pt x="27667" y="16476"/>
                  </a:cubicBezTo>
                  <a:cubicBezTo>
                    <a:pt x="27261" y="16396"/>
                    <a:pt x="27261" y="16396"/>
                    <a:pt x="27261" y="16396"/>
                  </a:cubicBezTo>
                  <a:cubicBezTo>
                    <a:pt x="26937" y="16476"/>
                    <a:pt x="26937" y="16476"/>
                    <a:pt x="26937" y="16476"/>
                  </a:cubicBezTo>
                  <a:cubicBezTo>
                    <a:pt x="26612" y="16476"/>
                    <a:pt x="26612" y="16476"/>
                    <a:pt x="26612" y="16476"/>
                  </a:cubicBezTo>
                  <a:cubicBezTo>
                    <a:pt x="26369" y="16075"/>
                    <a:pt x="26369" y="16075"/>
                    <a:pt x="26369" y="16075"/>
                  </a:cubicBezTo>
                  <a:cubicBezTo>
                    <a:pt x="26369" y="16075"/>
                    <a:pt x="26288" y="15512"/>
                    <a:pt x="26288" y="15432"/>
                  </a:cubicBezTo>
                  <a:cubicBezTo>
                    <a:pt x="26288" y="15351"/>
                    <a:pt x="26125" y="14789"/>
                    <a:pt x="26125" y="14789"/>
                  </a:cubicBezTo>
                  <a:cubicBezTo>
                    <a:pt x="26044" y="14146"/>
                    <a:pt x="26044" y="14146"/>
                    <a:pt x="26044" y="14146"/>
                  </a:cubicBezTo>
                  <a:cubicBezTo>
                    <a:pt x="25801" y="13503"/>
                    <a:pt x="25801" y="13503"/>
                    <a:pt x="25801" y="13503"/>
                  </a:cubicBezTo>
                  <a:cubicBezTo>
                    <a:pt x="25801" y="13503"/>
                    <a:pt x="25638" y="13101"/>
                    <a:pt x="25557" y="12940"/>
                  </a:cubicBezTo>
                  <a:cubicBezTo>
                    <a:pt x="25476" y="12779"/>
                    <a:pt x="25314" y="12458"/>
                    <a:pt x="25314" y="12458"/>
                  </a:cubicBezTo>
                  <a:cubicBezTo>
                    <a:pt x="25152" y="11895"/>
                    <a:pt x="25152" y="11895"/>
                    <a:pt x="25152" y="11895"/>
                  </a:cubicBezTo>
                  <a:cubicBezTo>
                    <a:pt x="24503" y="11734"/>
                    <a:pt x="24503" y="11734"/>
                    <a:pt x="24503" y="11734"/>
                  </a:cubicBezTo>
                  <a:cubicBezTo>
                    <a:pt x="23448" y="11413"/>
                    <a:pt x="23448" y="11413"/>
                    <a:pt x="23448" y="11413"/>
                  </a:cubicBezTo>
                  <a:cubicBezTo>
                    <a:pt x="22880" y="11172"/>
                    <a:pt x="22880" y="11172"/>
                    <a:pt x="22880" y="11172"/>
                  </a:cubicBezTo>
                  <a:cubicBezTo>
                    <a:pt x="22961" y="10931"/>
                    <a:pt x="22961" y="10931"/>
                    <a:pt x="22961" y="10931"/>
                  </a:cubicBezTo>
                  <a:cubicBezTo>
                    <a:pt x="23286" y="10850"/>
                    <a:pt x="23286" y="10850"/>
                    <a:pt x="23286" y="10850"/>
                  </a:cubicBezTo>
                  <a:cubicBezTo>
                    <a:pt x="23286" y="10850"/>
                    <a:pt x="23448" y="10850"/>
                    <a:pt x="23610" y="10850"/>
                  </a:cubicBezTo>
                  <a:cubicBezTo>
                    <a:pt x="23853" y="10850"/>
                    <a:pt x="24016" y="10850"/>
                    <a:pt x="24178" y="10850"/>
                  </a:cubicBezTo>
                  <a:cubicBezTo>
                    <a:pt x="24340" y="10850"/>
                    <a:pt x="24584" y="10850"/>
                    <a:pt x="24584" y="10850"/>
                  </a:cubicBezTo>
                  <a:cubicBezTo>
                    <a:pt x="24908" y="10448"/>
                    <a:pt x="24908" y="10448"/>
                    <a:pt x="24908" y="10448"/>
                  </a:cubicBezTo>
                  <a:cubicBezTo>
                    <a:pt x="26125" y="9805"/>
                    <a:pt x="26125" y="9805"/>
                    <a:pt x="26125" y="9805"/>
                  </a:cubicBezTo>
                  <a:cubicBezTo>
                    <a:pt x="26693" y="9725"/>
                    <a:pt x="26693" y="9725"/>
                    <a:pt x="26693" y="9725"/>
                  </a:cubicBezTo>
                  <a:cubicBezTo>
                    <a:pt x="27261" y="9725"/>
                    <a:pt x="27261" y="9725"/>
                    <a:pt x="27261" y="9725"/>
                  </a:cubicBezTo>
                  <a:cubicBezTo>
                    <a:pt x="27261" y="9725"/>
                    <a:pt x="27261" y="10046"/>
                    <a:pt x="27423" y="10127"/>
                  </a:cubicBezTo>
                  <a:cubicBezTo>
                    <a:pt x="27586" y="10207"/>
                    <a:pt x="27667" y="10207"/>
                    <a:pt x="27748" y="10288"/>
                  </a:cubicBezTo>
                  <a:cubicBezTo>
                    <a:pt x="27910" y="10288"/>
                    <a:pt x="28397" y="10368"/>
                    <a:pt x="28397" y="10368"/>
                  </a:cubicBezTo>
                  <a:cubicBezTo>
                    <a:pt x="28722" y="10529"/>
                    <a:pt x="28722" y="10529"/>
                    <a:pt x="28722" y="10529"/>
                  </a:cubicBezTo>
                  <a:cubicBezTo>
                    <a:pt x="29046" y="11011"/>
                    <a:pt x="29046" y="11011"/>
                    <a:pt x="29046" y="11011"/>
                  </a:cubicBezTo>
                  <a:cubicBezTo>
                    <a:pt x="29614" y="11332"/>
                    <a:pt x="29614" y="11332"/>
                    <a:pt x="29614" y="11332"/>
                  </a:cubicBezTo>
                  <a:cubicBezTo>
                    <a:pt x="29614" y="11332"/>
                    <a:pt x="29695" y="11574"/>
                    <a:pt x="29614" y="11654"/>
                  </a:cubicBezTo>
                  <a:cubicBezTo>
                    <a:pt x="29533" y="11734"/>
                    <a:pt x="29614" y="11975"/>
                    <a:pt x="29290" y="12136"/>
                  </a:cubicBezTo>
                  <a:cubicBezTo>
                    <a:pt x="28965" y="12297"/>
                    <a:pt x="28559" y="12618"/>
                    <a:pt x="28478" y="12618"/>
                  </a:cubicBezTo>
                  <a:cubicBezTo>
                    <a:pt x="28397" y="12699"/>
                    <a:pt x="28154" y="13020"/>
                    <a:pt x="28154" y="13020"/>
                  </a:cubicBezTo>
                  <a:cubicBezTo>
                    <a:pt x="27991" y="13342"/>
                    <a:pt x="27991" y="13342"/>
                    <a:pt x="27991" y="13342"/>
                  </a:cubicBezTo>
                  <a:cubicBezTo>
                    <a:pt x="28073" y="13583"/>
                    <a:pt x="28073" y="13583"/>
                    <a:pt x="28073" y="13583"/>
                  </a:cubicBezTo>
                  <a:cubicBezTo>
                    <a:pt x="28073" y="13583"/>
                    <a:pt x="28073" y="13663"/>
                    <a:pt x="28073" y="13744"/>
                  </a:cubicBezTo>
                  <a:cubicBezTo>
                    <a:pt x="27991" y="13904"/>
                    <a:pt x="27910" y="14146"/>
                    <a:pt x="27910" y="14146"/>
                  </a:cubicBezTo>
                  <a:cubicBezTo>
                    <a:pt x="27991" y="14547"/>
                    <a:pt x="27991" y="14547"/>
                    <a:pt x="27991" y="14547"/>
                  </a:cubicBezTo>
                  <a:cubicBezTo>
                    <a:pt x="27991" y="14547"/>
                    <a:pt x="28073" y="14708"/>
                    <a:pt x="28154" y="14869"/>
                  </a:cubicBezTo>
                  <a:cubicBezTo>
                    <a:pt x="28154" y="14949"/>
                    <a:pt x="28884" y="15110"/>
                    <a:pt x="28884" y="15110"/>
                  </a:cubicBezTo>
                  <a:cubicBezTo>
                    <a:pt x="29614" y="15190"/>
                    <a:pt x="29614" y="15190"/>
                    <a:pt x="29614" y="15190"/>
                  </a:cubicBezTo>
                  <a:cubicBezTo>
                    <a:pt x="30182" y="15753"/>
                    <a:pt x="30182" y="15753"/>
                    <a:pt x="30182" y="15753"/>
                  </a:cubicBezTo>
                  <a:cubicBezTo>
                    <a:pt x="30669" y="15994"/>
                    <a:pt x="30669" y="15994"/>
                    <a:pt x="30669" y="15994"/>
                  </a:cubicBezTo>
                  <a:cubicBezTo>
                    <a:pt x="31237" y="15914"/>
                    <a:pt x="31237" y="15914"/>
                    <a:pt x="31237" y="15914"/>
                  </a:cubicBezTo>
                  <a:cubicBezTo>
                    <a:pt x="31805" y="15512"/>
                    <a:pt x="31805" y="15512"/>
                    <a:pt x="31805" y="15512"/>
                  </a:cubicBezTo>
                  <a:cubicBezTo>
                    <a:pt x="32210" y="15271"/>
                    <a:pt x="32210" y="15271"/>
                    <a:pt x="32210" y="15271"/>
                  </a:cubicBezTo>
                  <a:cubicBezTo>
                    <a:pt x="32210" y="15271"/>
                    <a:pt x="32454" y="14949"/>
                    <a:pt x="32535" y="14869"/>
                  </a:cubicBezTo>
                  <a:cubicBezTo>
                    <a:pt x="32616" y="14789"/>
                    <a:pt x="32860" y="14547"/>
                    <a:pt x="32860" y="14547"/>
                  </a:cubicBezTo>
                  <a:cubicBezTo>
                    <a:pt x="32860" y="14547"/>
                    <a:pt x="33022" y="14387"/>
                    <a:pt x="33022" y="14306"/>
                  </a:cubicBezTo>
                  <a:cubicBezTo>
                    <a:pt x="33022" y="14226"/>
                    <a:pt x="32941" y="13583"/>
                    <a:pt x="32941" y="13583"/>
                  </a:cubicBezTo>
                  <a:cubicBezTo>
                    <a:pt x="32778" y="13101"/>
                    <a:pt x="32778" y="13101"/>
                    <a:pt x="32778" y="13101"/>
                  </a:cubicBezTo>
                  <a:cubicBezTo>
                    <a:pt x="32535" y="12538"/>
                    <a:pt x="32535" y="12538"/>
                    <a:pt x="32535" y="12538"/>
                  </a:cubicBezTo>
                  <a:cubicBezTo>
                    <a:pt x="32535" y="12538"/>
                    <a:pt x="32373" y="12297"/>
                    <a:pt x="32373" y="12136"/>
                  </a:cubicBezTo>
                  <a:cubicBezTo>
                    <a:pt x="32373" y="12056"/>
                    <a:pt x="32292" y="11734"/>
                    <a:pt x="32292" y="11734"/>
                  </a:cubicBezTo>
                  <a:cubicBezTo>
                    <a:pt x="31967" y="11413"/>
                    <a:pt x="31967" y="11413"/>
                    <a:pt x="31967" y="11413"/>
                  </a:cubicBezTo>
                  <a:cubicBezTo>
                    <a:pt x="32129" y="11091"/>
                    <a:pt x="32129" y="11091"/>
                    <a:pt x="32129" y="11091"/>
                  </a:cubicBezTo>
                  <a:cubicBezTo>
                    <a:pt x="32292" y="10850"/>
                    <a:pt x="32292" y="10850"/>
                    <a:pt x="32292" y="10850"/>
                  </a:cubicBezTo>
                  <a:cubicBezTo>
                    <a:pt x="32697" y="10368"/>
                    <a:pt x="32697" y="10368"/>
                    <a:pt x="32697" y="10368"/>
                  </a:cubicBezTo>
                  <a:cubicBezTo>
                    <a:pt x="32860" y="10046"/>
                    <a:pt x="32860" y="10046"/>
                    <a:pt x="32860" y="10046"/>
                  </a:cubicBezTo>
                  <a:cubicBezTo>
                    <a:pt x="32535" y="9645"/>
                    <a:pt x="32535" y="9645"/>
                    <a:pt x="32535" y="9645"/>
                  </a:cubicBezTo>
                  <a:cubicBezTo>
                    <a:pt x="32292" y="9564"/>
                    <a:pt x="32292" y="9564"/>
                    <a:pt x="32292" y="9564"/>
                  </a:cubicBezTo>
                  <a:cubicBezTo>
                    <a:pt x="32778" y="9323"/>
                    <a:pt x="32778" y="9323"/>
                    <a:pt x="32778" y="9323"/>
                  </a:cubicBezTo>
                  <a:cubicBezTo>
                    <a:pt x="33103" y="9162"/>
                    <a:pt x="33103" y="9162"/>
                    <a:pt x="33103" y="9162"/>
                  </a:cubicBezTo>
                  <a:cubicBezTo>
                    <a:pt x="33509" y="8198"/>
                    <a:pt x="33509" y="8198"/>
                    <a:pt x="33509" y="8198"/>
                  </a:cubicBezTo>
                  <a:cubicBezTo>
                    <a:pt x="33752" y="7635"/>
                    <a:pt x="33752" y="7635"/>
                    <a:pt x="33752" y="7635"/>
                  </a:cubicBezTo>
                  <a:cubicBezTo>
                    <a:pt x="34077" y="6751"/>
                    <a:pt x="34077" y="6751"/>
                    <a:pt x="34077" y="6751"/>
                  </a:cubicBezTo>
                  <a:cubicBezTo>
                    <a:pt x="34077" y="6751"/>
                    <a:pt x="34239" y="6108"/>
                    <a:pt x="34239" y="6028"/>
                  </a:cubicBezTo>
                  <a:cubicBezTo>
                    <a:pt x="34239" y="5947"/>
                    <a:pt x="34482" y="5787"/>
                    <a:pt x="34482" y="5787"/>
                  </a:cubicBezTo>
                  <a:cubicBezTo>
                    <a:pt x="34807" y="5385"/>
                    <a:pt x="34807" y="5385"/>
                    <a:pt x="34807" y="5385"/>
                  </a:cubicBezTo>
                  <a:cubicBezTo>
                    <a:pt x="35050" y="4902"/>
                    <a:pt x="35050" y="4902"/>
                    <a:pt x="35050" y="4902"/>
                  </a:cubicBezTo>
                  <a:cubicBezTo>
                    <a:pt x="35212" y="4581"/>
                    <a:pt x="35212" y="4581"/>
                    <a:pt x="35212" y="4581"/>
                  </a:cubicBezTo>
                  <a:cubicBezTo>
                    <a:pt x="35618" y="3938"/>
                    <a:pt x="35618" y="3938"/>
                    <a:pt x="35618" y="3938"/>
                  </a:cubicBezTo>
                  <a:cubicBezTo>
                    <a:pt x="35943" y="4099"/>
                    <a:pt x="35943" y="4099"/>
                    <a:pt x="35943" y="4099"/>
                  </a:cubicBezTo>
                  <a:cubicBezTo>
                    <a:pt x="35943" y="4099"/>
                    <a:pt x="36105" y="4259"/>
                    <a:pt x="36105" y="4420"/>
                  </a:cubicBezTo>
                  <a:cubicBezTo>
                    <a:pt x="36105" y="4581"/>
                    <a:pt x="36024" y="4661"/>
                    <a:pt x="36105" y="4661"/>
                  </a:cubicBezTo>
                  <a:cubicBezTo>
                    <a:pt x="36267" y="4661"/>
                    <a:pt x="36186" y="4661"/>
                    <a:pt x="36267" y="4581"/>
                  </a:cubicBezTo>
                  <a:cubicBezTo>
                    <a:pt x="36430" y="4420"/>
                    <a:pt x="36511" y="4099"/>
                    <a:pt x="36511" y="4018"/>
                  </a:cubicBezTo>
                  <a:cubicBezTo>
                    <a:pt x="36511" y="3938"/>
                    <a:pt x="36673" y="3938"/>
                    <a:pt x="36511" y="3858"/>
                  </a:cubicBezTo>
                  <a:cubicBezTo>
                    <a:pt x="36267" y="3777"/>
                    <a:pt x="35943" y="3616"/>
                    <a:pt x="35943" y="3616"/>
                  </a:cubicBezTo>
                  <a:cubicBezTo>
                    <a:pt x="35943" y="3616"/>
                    <a:pt x="35618" y="3536"/>
                    <a:pt x="35618" y="3456"/>
                  </a:cubicBezTo>
                  <a:cubicBezTo>
                    <a:pt x="35699" y="3375"/>
                    <a:pt x="35943" y="2652"/>
                    <a:pt x="35943" y="2652"/>
                  </a:cubicBezTo>
                  <a:cubicBezTo>
                    <a:pt x="36267" y="1848"/>
                    <a:pt x="36267" y="1848"/>
                    <a:pt x="36267" y="1848"/>
                  </a:cubicBezTo>
                  <a:cubicBezTo>
                    <a:pt x="36267" y="1366"/>
                    <a:pt x="36267" y="1366"/>
                    <a:pt x="36267" y="1366"/>
                  </a:cubicBezTo>
                  <a:cubicBezTo>
                    <a:pt x="36511" y="964"/>
                    <a:pt x="36511" y="964"/>
                    <a:pt x="36511" y="964"/>
                  </a:cubicBezTo>
                  <a:cubicBezTo>
                    <a:pt x="36754" y="643"/>
                    <a:pt x="36916" y="160"/>
                    <a:pt x="37322" y="0"/>
                  </a:cubicBezTo>
                  <a:cubicBezTo>
                    <a:pt x="120000" y="0"/>
                    <a:pt x="120000" y="0"/>
                    <a:pt x="120000" y="0"/>
                  </a:cubicBezTo>
                  <a:cubicBezTo>
                    <a:pt x="120000" y="59156"/>
                    <a:pt x="120000" y="59156"/>
                    <a:pt x="120000" y="59156"/>
                  </a:cubicBezTo>
                  <a:cubicBezTo>
                    <a:pt x="118864" y="59557"/>
                    <a:pt x="118864" y="59557"/>
                    <a:pt x="118864" y="59557"/>
                  </a:cubicBezTo>
                  <a:cubicBezTo>
                    <a:pt x="118701" y="59557"/>
                    <a:pt x="116430" y="59236"/>
                    <a:pt x="116511" y="59959"/>
                  </a:cubicBezTo>
                  <a:cubicBezTo>
                    <a:pt x="116592" y="60361"/>
                    <a:pt x="116997" y="60442"/>
                    <a:pt x="116997" y="60442"/>
                  </a:cubicBezTo>
                  <a:cubicBezTo>
                    <a:pt x="118052" y="61406"/>
                    <a:pt x="118052" y="61406"/>
                    <a:pt x="118052" y="61406"/>
                  </a:cubicBezTo>
                  <a:cubicBezTo>
                    <a:pt x="117971" y="61969"/>
                    <a:pt x="117971" y="61969"/>
                    <a:pt x="117971" y="61969"/>
                  </a:cubicBezTo>
                  <a:cubicBezTo>
                    <a:pt x="118620" y="62129"/>
                    <a:pt x="118620" y="62129"/>
                    <a:pt x="118620" y="62129"/>
                  </a:cubicBezTo>
                  <a:cubicBezTo>
                    <a:pt x="120000" y="62129"/>
                    <a:pt x="120000" y="62129"/>
                    <a:pt x="120000" y="62129"/>
                  </a:cubicBezTo>
                  <a:cubicBezTo>
                    <a:pt x="120000" y="63094"/>
                    <a:pt x="120000" y="63094"/>
                    <a:pt x="120000" y="63094"/>
                  </a:cubicBezTo>
                  <a:cubicBezTo>
                    <a:pt x="119188" y="63174"/>
                    <a:pt x="118296" y="63335"/>
                    <a:pt x="118133" y="63415"/>
                  </a:cubicBezTo>
                  <a:cubicBezTo>
                    <a:pt x="117241" y="64380"/>
                    <a:pt x="117241" y="64380"/>
                    <a:pt x="117241" y="64380"/>
                  </a:cubicBezTo>
                  <a:cubicBezTo>
                    <a:pt x="118296" y="65746"/>
                    <a:pt x="118296" y="65746"/>
                    <a:pt x="118296" y="65746"/>
                  </a:cubicBezTo>
                  <a:cubicBezTo>
                    <a:pt x="118215" y="66630"/>
                    <a:pt x="118215" y="66630"/>
                    <a:pt x="118215" y="66630"/>
                  </a:cubicBezTo>
                  <a:cubicBezTo>
                    <a:pt x="117322" y="67273"/>
                    <a:pt x="117322" y="67273"/>
                    <a:pt x="117322" y="67273"/>
                  </a:cubicBezTo>
                  <a:cubicBezTo>
                    <a:pt x="118052" y="67997"/>
                    <a:pt x="118052" y="67997"/>
                    <a:pt x="118052" y="67997"/>
                  </a:cubicBezTo>
                  <a:cubicBezTo>
                    <a:pt x="119350" y="67997"/>
                    <a:pt x="119350" y="67997"/>
                    <a:pt x="119350" y="67997"/>
                  </a:cubicBezTo>
                  <a:cubicBezTo>
                    <a:pt x="120000" y="68479"/>
                    <a:pt x="120000" y="68479"/>
                    <a:pt x="120000" y="68479"/>
                  </a:cubicBezTo>
                  <a:cubicBezTo>
                    <a:pt x="120000" y="72257"/>
                    <a:pt x="120000" y="72257"/>
                    <a:pt x="120000" y="72257"/>
                  </a:cubicBezTo>
                  <a:cubicBezTo>
                    <a:pt x="119756" y="72257"/>
                    <a:pt x="119432" y="72337"/>
                    <a:pt x="119026" y="72337"/>
                  </a:cubicBezTo>
                  <a:cubicBezTo>
                    <a:pt x="118458" y="73302"/>
                    <a:pt x="118458" y="73302"/>
                    <a:pt x="118458" y="73302"/>
                  </a:cubicBezTo>
                  <a:cubicBezTo>
                    <a:pt x="114320" y="72578"/>
                    <a:pt x="114320" y="72578"/>
                    <a:pt x="114320" y="72578"/>
                  </a:cubicBezTo>
                  <a:cubicBezTo>
                    <a:pt x="112941" y="71774"/>
                    <a:pt x="112941" y="71774"/>
                    <a:pt x="112941" y="71774"/>
                  </a:cubicBezTo>
                  <a:cubicBezTo>
                    <a:pt x="111886" y="72498"/>
                    <a:pt x="112129" y="72176"/>
                    <a:pt x="111237" y="73141"/>
                  </a:cubicBezTo>
                  <a:cubicBezTo>
                    <a:pt x="108803" y="72498"/>
                    <a:pt x="108803" y="72498"/>
                    <a:pt x="108803" y="72498"/>
                  </a:cubicBezTo>
                  <a:cubicBezTo>
                    <a:pt x="107261" y="73221"/>
                    <a:pt x="107261" y="73221"/>
                    <a:pt x="107261" y="73221"/>
                  </a:cubicBezTo>
                  <a:cubicBezTo>
                    <a:pt x="105476" y="74989"/>
                    <a:pt x="105476" y="74989"/>
                    <a:pt x="105476" y="74989"/>
                  </a:cubicBezTo>
                  <a:cubicBezTo>
                    <a:pt x="102474" y="74829"/>
                    <a:pt x="102474" y="74829"/>
                    <a:pt x="102474" y="74829"/>
                  </a:cubicBezTo>
                  <a:cubicBezTo>
                    <a:pt x="101825" y="73945"/>
                    <a:pt x="101825" y="73945"/>
                    <a:pt x="101825" y="73945"/>
                  </a:cubicBezTo>
                  <a:cubicBezTo>
                    <a:pt x="101663" y="74748"/>
                    <a:pt x="101663" y="74748"/>
                    <a:pt x="101663" y="74748"/>
                  </a:cubicBezTo>
                  <a:cubicBezTo>
                    <a:pt x="102312" y="75552"/>
                    <a:pt x="102312" y="75552"/>
                    <a:pt x="102312" y="75552"/>
                  </a:cubicBezTo>
                  <a:cubicBezTo>
                    <a:pt x="101176" y="76115"/>
                    <a:pt x="101176" y="76115"/>
                    <a:pt x="101176" y="76115"/>
                  </a:cubicBezTo>
                  <a:cubicBezTo>
                    <a:pt x="100770" y="74989"/>
                    <a:pt x="100770" y="74989"/>
                    <a:pt x="100770" y="74989"/>
                  </a:cubicBezTo>
                  <a:cubicBezTo>
                    <a:pt x="99797" y="73784"/>
                    <a:pt x="99797" y="73784"/>
                    <a:pt x="99797" y="73784"/>
                  </a:cubicBezTo>
                  <a:cubicBezTo>
                    <a:pt x="98336" y="73462"/>
                    <a:pt x="98336" y="73462"/>
                    <a:pt x="98336" y="73462"/>
                  </a:cubicBezTo>
                  <a:cubicBezTo>
                    <a:pt x="97525" y="72900"/>
                    <a:pt x="97525" y="72900"/>
                    <a:pt x="97525" y="72900"/>
                  </a:cubicBezTo>
                  <a:cubicBezTo>
                    <a:pt x="97363" y="72819"/>
                    <a:pt x="94361" y="73141"/>
                    <a:pt x="93793" y="73221"/>
                  </a:cubicBezTo>
                  <a:cubicBezTo>
                    <a:pt x="93062" y="72739"/>
                    <a:pt x="92981" y="72739"/>
                    <a:pt x="92170" y="72337"/>
                  </a:cubicBezTo>
                  <a:cubicBezTo>
                    <a:pt x="91359" y="72980"/>
                    <a:pt x="91359" y="72980"/>
                    <a:pt x="91359" y="72980"/>
                  </a:cubicBezTo>
                  <a:cubicBezTo>
                    <a:pt x="91359" y="72980"/>
                    <a:pt x="90953" y="73703"/>
                    <a:pt x="90304" y="73703"/>
                  </a:cubicBezTo>
                  <a:cubicBezTo>
                    <a:pt x="89574" y="73703"/>
                    <a:pt x="89655" y="72739"/>
                    <a:pt x="89655" y="72739"/>
                  </a:cubicBezTo>
                  <a:cubicBezTo>
                    <a:pt x="88600" y="72900"/>
                    <a:pt x="88600" y="72900"/>
                    <a:pt x="88600" y="72900"/>
                  </a:cubicBezTo>
                  <a:cubicBezTo>
                    <a:pt x="87221" y="74829"/>
                    <a:pt x="87221" y="74829"/>
                    <a:pt x="87221" y="74829"/>
                  </a:cubicBezTo>
                  <a:cubicBezTo>
                    <a:pt x="85517" y="76275"/>
                    <a:pt x="85517" y="76275"/>
                    <a:pt x="85517" y="76275"/>
                  </a:cubicBezTo>
                  <a:cubicBezTo>
                    <a:pt x="84543" y="77722"/>
                    <a:pt x="84543" y="77722"/>
                    <a:pt x="84543" y="77722"/>
                  </a:cubicBezTo>
                  <a:cubicBezTo>
                    <a:pt x="82677" y="78446"/>
                    <a:pt x="82677" y="78446"/>
                    <a:pt x="82677" y="78446"/>
                  </a:cubicBezTo>
                  <a:cubicBezTo>
                    <a:pt x="82758" y="79089"/>
                    <a:pt x="82758" y="79089"/>
                    <a:pt x="82758" y="79089"/>
                  </a:cubicBezTo>
                  <a:cubicBezTo>
                    <a:pt x="84624" y="80696"/>
                    <a:pt x="84624" y="80696"/>
                    <a:pt x="84624" y="80696"/>
                  </a:cubicBezTo>
                  <a:cubicBezTo>
                    <a:pt x="83326" y="81580"/>
                    <a:pt x="83326" y="81580"/>
                    <a:pt x="83326" y="81580"/>
                  </a:cubicBezTo>
                  <a:cubicBezTo>
                    <a:pt x="81379" y="79571"/>
                    <a:pt x="82109" y="81098"/>
                    <a:pt x="79675" y="79249"/>
                  </a:cubicBezTo>
                  <a:cubicBezTo>
                    <a:pt x="79269" y="80696"/>
                    <a:pt x="79188" y="80294"/>
                    <a:pt x="79432" y="81500"/>
                  </a:cubicBezTo>
                  <a:cubicBezTo>
                    <a:pt x="78377" y="82223"/>
                    <a:pt x="78377" y="82223"/>
                    <a:pt x="78377" y="82223"/>
                  </a:cubicBezTo>
                  <a:cubicBezTo>
                    <a:pt x="78945" y="84393"/>
                    <a:pt x="78539" y="83670"/>
                    <a:pt x="79918" y="85117"/>
                  </a:cubicBezTo>
                  <a:cubicBezTo>
                    <a:pt x="79107" y="86805"/>
                    <a:pt x="79269" y="86081"/>
                    <a:pt x="79350" y="88091"/>
                  </a:cubicBezTo>
                  <a:cubicBezTo>
                    <a:pt x="81217" y="88653"/>
                    <a:pt x="81217" y="88653"/>
                    <a:pt x="81217" y="88653"/>
                  </a:cubicBezTo>
                  <a:cubicBezTo>
                    <a:pt x="81703" y="89778"/>
                    <a:pt x="81703" y="89778"/>
                    <a:pt x="81703" y="89778"/>
                  </a:cubicBezTo>
                  <a:cubicBezTo>
                    <a:pt x="82920" y="90341"/>
                    <a:pt x="82920" y="90341"/>
                    <a:pt x="82920" y="90341"/>
                  </a:cubicBezTo>
                  <a:cubicBezTo>
                    <a:pt x="84137" y="89537"/>
                    <a:pt x="84137" y="89537"/>
                    <a:pt x="84137" y="89537"/>
                  </a:cubicBezTo>
                  <a:cubicBezTo>
                    <a:pt x="85922" y="90421"/>
                    <a:pt x="85922" y="90421"/>
                    <a:pt x="85922" y="90421"/>
                  </a:cubicBezTo>
                  <a:cubicBezTo>
                    <a:pt x="88275" y="92190"/>
                    <a:pt x="88275" y="92190"/>
                    <a:pt x="88275" y="92190"/>
                  </a:cubicBezTo>
                  <a:cubicBezTo>
                    <a:pt x="89655" y="93878"/>
                    <a:pt x="89655" y="93878"/>
                    <a:pt x="89655" y="93878"/>
                  </a:cubicBezTo>
                  <a:cubicBezTo>
                    <a:pt x="88843" y="93235"/>
                    <a:pt x="88843" y="93235"/>
                    <a:pt x="88843" y="93235"/>
                  </a:cubicBezTo>
                  <a:cubicBezTo>
                    <a:pt x="88356" y="93476"/>
                    <a:pt x="88356" y="93476"/>
                    <a:pt x="88356" y="93476"/>
                  </a:cubicBezTo>
                  <a:cubicBezTo>
                    <a:pt x="88681" y="94038"/>
                    <a:pt x="88681" y="94038"/>
                    <a:pt x="88681" y="94038"/>
                  </a:cubicBezTo>
                  <a:cubicBezTo>
                    <a:pt x="90385" y="94521"/>
                    <a:pt x="90385" y="94521"/>
                    <a:pt x="90385" y="94521"/>
                  </a:cubicBezTo>
                  <a:cubicBezTo>
                    <a:pt x="90304" y="95807"/>
                    <a:pt x="90304" y="95807"/>
                    <a:pt x="90304" y="95807"/>
                  </a:cubicBezTo>
                  <a:cubicBezTo>
                    <a:pt x="89006" y="100629"/>
                    <a:pt x="89006" y="100629"/>
                    <a:pt x="89006" y="100629"/>
                  </a:cubicBezTo>
                  <a:cubicBezTo>
                    <a:pt x="87951" y="102880"/>
                    <a:pt x="87951" y="102880"/>
                    <a:pt x="87951" y="102880"/>
                  </a:cubicBezTo>
                  <a:cubicBezTo>
                    <a:pt x="87707" y="104246"/>
                    <a:pt x="87707" y="104246"/>
                    <a:pt x="87707" y="104246"/>
                  </a:cubicBezTo>
                  <a:cubicBezTo>
                    <a:pt x="87545" y="105612"/>
                    <a:pt x="87545" y="105612"/>
                    <a:pt x="87545" y="105612"/>
                  </a:cubicBezTo>
                  <a:cubicBezTo>
                    <a:pt x="87870" y="106738"/>
                    <a:pt x="87870" y="106738"/>
                    <a:pt x="87870" y="106738"/>
                  </a:cubicBezTo>
                  <a:cubicBezTo>
                    <a:pt x="87870" y="106738"/>
                    <a:pt x="87870" y="107059"/>
                    <a:pt x="88194" y="107381"/>
                  </a:cubicBezTo>
                  <a:cubicBezTo>
                    <a:pt x="88519" y="107702"/>
                    <a:pt x="88600" y="108024"/>
                    <a:pt x="89006" y="108345"/>
                  </a:cubicBezTo>
                  <a:cubicBezTo>
                    <a:pt x="89411" y="108586"/>
                    <a:pt x="89249" y="108747"/>
                    <a:pt x="90709" y="108827"/>
                  </a:cubicBezTo>
                  <a:cubicBezTo>
                    <a:pt x="92089" y="108988"/>
                    <a:pt x="90791" y="109631"/>
                    <a:pt x="90872" y="109872"/>
                  </a:cubicBezTo>
                  <a:cubicBezTo>
                    <a:pt x="90953" y="110033"/>
                    <a:pt x="91034" y="111158"/>
                    <a:pt x="91602" y="112283"/>
                  </a:cubicBezTo>
                  <a:cubicBezTo>
                    <a:pt x="92170" y="113409"/>
                    <a:pt x="92494" y="113248"/>
                    <a:pt x="93387" y="113730"/>
                  </a:cubicBezTo>
                  <a:cubicBezTo>
                    <a:pt x="94279" y="114132"/>
                    <a:pt x="93874" y="114293"/>
                    <a:pt x="94442" y="115418"/>
                  </a:cubicBezTo>
                  <a:cubicBezTo>
                    <a:pt x="95010" y="116463"/>
                    <a:pt x="96389" y="115981"/>
                    <a:pt x="96632" y="115981"/>
                  </a:cubicBezTo>
                  <a:cubicBezTo>
                    <a:pt x="96795" y="115981"/>
                    <a:pt x="96957" y="116222"/>
                    <a:pt x="97200" y="116543"/>
                  </a:cubicBezTo>
                  <a:cubicBezTo>
                    <a:pt x="97200" y="116543"/>
                    <a:pt x="97200" y="116543"/>
                    <a:pt x="97200" y="116543"/>
                  </a:cubicBezTo>
                  <a:cubicBezTo>
                    <a:pt x="97200" y="116543"/>
                    <a:pt x="96713" y="117026"/>
                    <a:pt x="96551" y="117106"/>
                  </a:cubicBezTo>
                  <a:cubicBezTo>
                    <a:pt x="96470" y="117186"/>
                    <a:pt x="96389" y="117267"/>
                    <a:pt x="96308" y="117347"/>
                  </a:cubicBezTo>
                  <a:cubicBezTo>
                    <a:pt x="96227" y="117508"/>
                    <a:pt x="96470" y="117588"/>
                    <a:pt x="96308" y="117669"/>
                  </a:cubicBezTo>
                  <a:cubicBezTo>
                    <a:pt x="96146" y="117749"/>
                    <a:pt x="95983" y="118070"/>
                    <a:pt x="95983" y="118231"/>
                  </a:cubicBezTo>
                  <a:cubicBezTo>
                    <a:pt x="96064" y="118392"/>
                    <a:pt x="95902" y="118633"/>
                    <a:pt x="95902" y="118633"/>
                  </a:cubicBezTo>
                  <a:cubicBezTo>
                    <a:pt x="95902" y="118633"/>
                    <a:pt x="95578" y="119035"/>
                    <a:pt x="95172" y="119035"/>
                  </a:cubicBezTo>
                  <a:cubicBezTo>
                    <a:pt x="94847" y="119115"/>
                    <a:pt x="94604" y="118955"/>
                    <a:pt x="94279" y="118874"/>
                  </a:cubicBezTo>
                  <a:cubicBezTo>
                    <a:pt x="93955" y="118794"/>
                    <a:pt x="93955" y="118794"/>
                    <a:pt x="93955" y="118794"/>
                  </a:cubicBezTo>
                  <a:cubicBezTo>
                    <a:pt x="93955" y="118794"/>
                    <a:pt x="93711" y="118794"/>
                    <a:pt x="93387" y="118713"/>
                  </a:cubicBezTo>
                  <a:cubicBezTo>
                    <a:pt x="93062" y="118553"/>
                    <a:pt x="93306" y="118553"/>
                    <a:pt x="93306" y="118553"/>
                  </a:cubicBezTo>
                  <a:cubicBezTo>
                    <a:pt x="92981" y="118231"/>
                    <a:pt x="92981" y="118231"/>
                    <a:pt x="92981" y="118231"/>
                  </a:cubicBezTo>
                  <a:cubicBezTo>
                    <a:pt x="92657" y="117829"/>
                    <a:pt x="92657" y="117829"/>
                    <a:pt x="92657" y="117829"/>
                  </a:cubicBezTo>
                  <a:cubicBezTo>
                    <a:pt x="92657" y="117829"/>
                    <a:pt x="92576" y="117749"/>
                    <a:pt x="92576" y="117588"/>
                  </a:cubicBezTo>
                  <a:cubicBezTo>
                    <a:pt x="92494" y="117427"/>
                    <a:pt x="92494" y="117588"/>
                    <a:pt x="92332" y="117588"/>
                  </a:cubicBezTo>
                  <a:cubicBezTo>
                    <a:pt x="92170" y="117588"/>
                    <a:pt x="92089" y="117669"/>
                    <a:pt x="91926" y="117588"/>
                  </a:cubicBezTo>
                  <a:cubicBezTo>
                    <a:pt x="91845" y="117508"/>
                    <a:pt x="91845" y="117427"/>
                    <a:pt x="91845" y="117347"/>
                  </a:cubicBezTo>
                  <a:cubicBezTo>
                    <a:pt x="91845" y="117267"/>
                    <a:pt x="91602" y="117106"/>
                    <a:pt x="91359" y="117106"/>
                  </a:cubicBezTo>
                  <a:cubicBezTo>
                    <a:pt x="91115" y="117026"/>
                    <a:pt x="91196" y="116865"/>
                    <a:pt x="90872" y="116865"/>
                  </a:cubicBezTo>
                  <a:cubicBezTo>
                    <a:pt x="90547" y="116865"/>
                    <a:pt x="90791" y="116624"/>
                    <a:pt x="90791" y="116463"/>
                  </a:cubicBezTo>
                  <a:cubicBezTo>
                    <a:pt x="90709" y="116383"/>
                    <a:pt x="90466" y="116624"/>
                    <a:pt x="90385" y="116704"/>
                  </a:cubicBezTo>
                  <a:cubicBezTo>
                    <a:pt x="90304" y="116784"/>
                    <a:pt x="90223" y="116945"/>
                    <a:pt x="90060" y="116945"/>
                  </a:cubicBezTo>
                  <a:cubicBezTo>
                    <a:pt x="89979" y="117026"/>
                    <a:pt x="89898" y="116543"/>
                    <a:pt x="89898" y="116543"/>
                  </a:cubicBezTo>
                  <a:cubicBezTo>
                    <a:pt x="89898" y="116543"/>
                    <a:pt x="89898" y="116543"/>
                    <a:pt x="89574" y="116543"/>
                  </a:cubicBezTo>
                  <a:cubicBezTo>
                    <a:pt x="89168" y="116543"/>
                    <a:pt x="89411" y="116704"/>
                    <a:pt x="89411" y="116704"/>
                  </a:cubicBezTo>
                  <a:cubicBezTo>
                    <a:pt x="89168" y="117267"/>
                    <a:pt x="89168" y="117267"/>
                    <a:pt x="89168" y="117267"/>
                  </a:cubicBezTo>
                  <a:cubicBezTo>
                    <a:pt x="88762" y="117588"/>
                    <a:pt x="88762" y="117588"/>
                    <a:pt x="88762" y="117588"/>
                  </a:cubicBezTo>
                  <a:cubicBezTo>
                    <a:pt x="88762" y="117588"/>
                    <a:pt x="88843" y="117829"/>
                    <a:pt x="88924" y="117990"/>
                  </a:cubicBezTo>
                  <a:cubicBezTo>
                    <a:pt x="88924" y="118151"/>
                    <a:pt x="89168" y="118231"/>
                    <a:pt x="89168" y="118231"/>
                  </a:cubicBezTo>
                  <a:cubicBezTo>
                    <a:pt x="89168" y="118231"/>
                    <a:pt x="89411" y="118392"/>
                    <a:pt x="89655" y="118553"/>
                  </a:cubicBezTo>
                  <a:cubicBezTo>
                    <a:pt x="89898" y="118713"/>
                    <a:pt x="89817" y="118713"/>
                    <a:pt x="89979" y="118713"/>
                  </a:cubicBezTo>
                  <a:cubicBezTo>
                    <a:pt x="90141" y="118794"/>
                    <a:pt x="90385" y="118874"/>
                    <a:pt x="90709" y="119035"/>
                  </a:cubicBezTo>
                  <a:cubicBezTo>
                    <a:pt x="91034" y="119115"/>
                    <a:pt x="90872" y="119035"/>
                    <a:pt x="91359" y="119437"/>
                  </a:cubicBezTo>
                  <a:cubicBezTo>
                    <a:pt x="91764" y="119758"/>
                    <a:pt x="91277" y="119437"/>
                    <a:pt x="91196" y="119678"/>
                  </a:cubicBezTo>
                  <a:cubicBezTo>
                    <a:pt x="91115" y="120000"/>
                    <a:pt x="90628" y="119356"/>
                    <a:pt x="90304" y="119517"/>
                  </a:cubicBezTo>
                  <a:cubicBezTo>
                    <a:pt x="89979" y="119598"/>
                    <a:pt x="89898" y="119356"/>
                    <a:pt x="89655" y="119437"/>
                  </a:cubicBezTo>
                  <a:cubicBezTo>
                    <a:pt x="89655" y="119437"/>
                    <a:pt x="89655" y="119437"/>
                    <a:pt x="89655" y="119437"/>
                  </a:cubicBezTo>
                  <a:cubicBezTo>
                    <a:pt x="89574" y="119437"/>
                    <a:pt x="89574" y="119437"/>
                    <a:pt x="89574" y="119437"/>
                  </a:cubicBezTo>
                  <a:cubicBezTo>
                    <a:pt x="89574" y="119356"/>
                    <a:pt x="89492" y="119276"/>
                    <a:pt x="89492" y="119196"/>
                  </a:cubicBezTo>
                  <a:cubicBezTo>
                    <a:pt x="89411" y="119115"/>
                    <a:pt x="89006" y="119115"/>
                    <a:pt x="89006" y="119115"/>
                  </a:cubicBezTo>
                  <a:cubicBezTo>
                    <a:pt x="88681" y="119035"/>
                    <a:pt x="88681" y="119035"/>
                    <a:pt x="88681" y="119035"/>
                  </a:cubicBezTo>
                  <a:cubicBezTo>
                    <a:pt x="88438" y="118955"/>
                    <a:pt x="88438" y="118955"/>
                    <a:pt x="88438" y="118955"/>
                  </a:cubicBezTo>
                  <a:cubicBezTo>
                    <a:pt x="88194" y="118553"/>
                    <a:pt x="88194" y="118553"/>
                    <a:pt x="88194" y="118553"/>
                  </a:cubicBezTo>
                  <a:cubicBezTo>
                    <a:pt x="87951" y="118392"/>
                    <a:pt x="87951" y="118392"/>
                    <a:pt x="87951" y="118392"/>
                  </a:cubicBezTo>
                  <a:cubicBezTo>
                    <a:pt x="87707" y="118070"/>
                    <a:pt x="87707" y="118070"/>
                    <a:pt x="87707" y="118070"/>
                  </a:cubicBezTo>
                  <a:cubicBezTo>
                    <a:pt x="87789" y="117910"/>
                    <a:pt x="87789" y="117910"/>
                    <a:pt x="87789" y="117910"/>
                  </a:cubicBezTo>
                  <a:cubicBezTo>
                    <a:pt x="88032" y="117588"/>
                    <a:pt x="88032" y="117588"/>
                    <a:pt x="88032" y="117588"/>
                  </a:cubicBezTo>
                  <a:cubicBezTo>
                    <a:pt x="88032" y="117588"/>
                    <a:pt x="88113" y="117588"/>
                    <a:pt x="88194" y="117427"/>
                  </a:cubicBezTo>
                  <a:cubicBezTo>
                    <a:pt x="88356" y="117186"/>
                    <a:pt x="88194" y="117186"/>
                    <a:pt x="88194" y="117186"/>
                  </a:cubicBezTo>
                  <a:cubicBezTo>
                    <a:pt x="88194" y="117186"/>
                    <a:pt x="87870" y="117026"/>
                    <a:pt x="87707" y="116945"/>
                  </a:cubicBezTo>
                  <a:cubicBezTo>
                    <a:pt x="87545" y="116865"/>
                    <a:pt x="87302" y="117106"/>
                    <a:pt x="87302" y="117106"/>
                  </a:cubicBezTo>
                  <a:cubicBezTo>
                    <a:pt x="86815" y="117026"/>
                    <a:pt x="86815" y="117026"/>
                    <a:pt x="86815" y="117026"/>
                  </a:cubicBezTo>
                  <a:cubicBezTo>
                    <a:pt x="86409" y="117026"/>
                    <a:pt x="86409" y="117026"/>
                    <a:pt x="86409" y="117026"/>
                  </a:cubicBezTo>
                  <a:cubicBezTo>
                    <a:pt x="86085" y="116704"/>
                    <a:pt x="86085" y="116704"/>
                    <a:pt x="86085" y="116704"/>
                  </a:cubicBezTo>
                  <a:cubicBezTo>
                    <a:pt x="85517" y="116543"/>
                    <a:pt x="85517" y="116543"/>
                    <a:pt x="85517" y="116543"/>
                  </a:cubicBezTo>
                  <a:cubicBezTo>
                    <a:pt x="85192" y="116383"/>
                    <a:pt x="85192" y="116383"/>
                    <a:pt x="85192" y="116383"/>
                  </a:cubicBezTo>
                  <a:cubicBezTo>
                    <a:pt x="85192" y="116383"/>
                    <a:pt x="85192" y="115740"/>
                    <a:pt x="85192" y="115659"/>
                  </a:cubicBezTo>
                  <a:cubicBezTo>
                    <a:pt x="85192" y="115498"/>
                    <a:pt x="85192" y="115257"/>
                    <a:pt x="85192" y="115257"/>
                  </a:cubicBezTo>
                  <a:cubicBezTo>
                    <a:pt x="85192" y="115257"/>
                    <a:pt x="84705" y="115177"/>
                    <a:pt x="84462" y="115257"/>
                  </a:cubicBezTo>
                  <a:cubicBezTo>
                    <a:pt x="84300" y="115338"/>
                    <a:pt x="84056" y="115257"/>
                    <a:pt x="84056" y="115257"/>
                  </a:cubicBezTo>
                  <a:cubicBezTo>
                    <a:pt x="84056" y="115257"/>
                    <a:pt x="83407" y="115177"/>
                    <a:pt x="83326" y="115016"/>
                  </a:cubicBezTo>
                  <a:cubicBezTo>
                    <a:pt x="83326" y="114855"/>
                    <a:pt x="83326" y="114936"/>
                    <a:pt x="83245" y="114936"/>
                  </a:cubicBezTo>
                  <a:cubicBezTo>
                    <a:pt x="83083" y="114936"/>
                    <a:pt x="82596" y="114936"/>
                    <a:pt x="82596" y="114936"/>
                  </a:cubicBezTo>
                  <a:cubicBezTo>
                    <a:pt x="82109" y="114775"/>
                    <a:pt x="82109" y="114775"/>
                    <a:pt x="82109" y="114775"/>
                  </a:cubicBezTo>
                  <a:cubicBezTo>
                    <a:pt x="82109" y="115498"/>
                    <a:pt x="82109" y="115498"/>
                    <a:pt x="82109" y="115498"/>
                  </a:cubicBezTo>
                  <a:cubicBezTo>
                    <a:pt x="82028" y="115338"/>
                    <a:pt x="82028" y="115338"/>
                    <a:pt x="82028" y="115338"/>
                  </a:cubicBezTo>
                  <a:cubicBezTo>
                    <a:pt x="81217" y="115257"/>
                    <a:pt x="81217" y="115257"/>
                    <a:pt x="81217" y="115257"/>
                  </a:cubicBezTo>
                  <a:cubicBezTo>
                    <a:pt x="80730" y="115498"/>
                    <a:pt x="80730" y="115498"/>
                    <a:pt x="80730" y="115498"/>
                  </a:cubicBezTo>
                  <a:cubicBezTo>
                    <a:pt x="80324" y="115659"/>
                    <a:pt x="80324" y="115659"/>
                    <a:pt x="80324" y="115659"/>
                  </a:cubicBezTo>
                  <a:cubicBezTo>
                    <a:pt x="80324" y="115900"/>
                    <a:pt x="80324" y="115900"/>
                    <a:pt x="80324" y="115900"/>
                  </a:cubicBezTo>
                  <a:cubicBezTo>
                    <a:pt x="80162" y="116141"/>
                    <a:pt x="80162" y="116141"/>
                    <a:pt x="80162" y="116141"/>
                  </a:cubicBezTo>
                  <a:cubicBezTo>
                    <a:pt x="80162" y="116141"/>
                    <a:pt x="79918" y="116222"/>
                    <a:pt x="79756" y="116222"/>
                  </a:cubicBezTo>
                  <a:cubicBezTo>
                    <a:pt x="79756" y="116302"/>
                    <a:pt x="79675" y="116463"/>
                    <a:pt x="79675" y="116543"/>
                  </a:cubicBezTo>
                  <a:cubicBezTo>
                    <a:pt x="79594" y="116624"/>
                    <a:pt x="79432" y="116624"/>
                    <a:pt x="79432" y="116624"/>
                  </a:cubicBezTo>
                  <a:cubicBezTo>
                    <a:pt x="79107" y="116543"/>
                    <a:pt x="79107" y="116543"/>
                    <a:pt x="79107" y="116543"/>
                  </a:cubicBezTo>
                  <a:cubicBezTo>
                    <a:pt x="78864" y="116543"/>
                    <a:pt x="78864" y="116543"/>
                    <a:pt x="78864" y="116543"/>
                  </a:cubicBezTo>
                  <a:cubicBezTo>
                    <a:pt x="78701" y="116383"/>
                    <a:pt x="78701" y="116383"/>
                    <a:pt x="78701" y="116383"/>
                  </a:cubicBezTo>
                  <a:cubicBezTo>
                    <a:pt x="78864" y="116061"/>
                    <a:pt x="78864" y="116061"/>
                    <a:pt x="78864" y="116061"/>
                  </a:cubicBezTo>
                  <a:cubicBezTo>
                    <a:pt x="78864" y="115900"/>
                    <a:pt x="78864" y="115900"/>
                    <a:pt x="78864" y="115900"/>
                  </a:cubicBezTo>
                  <a:cubicBezTo>
                    <a:pt x="78864" y="115900"/>
                    <a:pt x="78864" y="115900"/>
                    <a:pt x="78864" y="115900"/>
                  </a:cubicBezTo>
                  <a:cubicBezTo>
                    <a:pt x="78864" y="115900"/>
                    <a:pt x="78864" y="115900"/>
                    <a:pt x="78864" y="115900"/>
                  </a:cubicBezTo>
                  <a:cubicBezTo>
                    <a:pt x="78377" y="115900"/>
                    <a:pt x="78377" y="115900"/>
                    <a:pt x="78377" y="115900"/>
                  </a:cubicBezTo>
                  <a:cubicBezTo>
                    <a:pt x="77890" y="115740"/>
                    <a:pt x="77890" y="115740"/>
                    <a:pt x="77890" y="115740"/>
                  </a:cubicBezTo>
                  <a:cubicBezTo>
                    <a:pt x="76835" y="115659"/>
                    <a:pt x="76835" y="115659"/>
                    <a:pt x="76835" y="115659"/>
                  </a:cubicBezTo>
                  <a:cubicBezTo>
                    <a:pt x="76186" y="115498"/>
                    <a:pt x="76186" y="115498"/>
                    <a:pt x="76186" y="115498"/>
                  </a:cubicBezTo>
                  <a:cubicBezTo>
                    <a:pt x="75780" y="115097"/>
                    <a:pt x="75780" y="115097"/>
                    <a:pt x="75780" y="115097"/>
                  </a:cubicBezTo>
                  <a:cubicBezTo>
                    <a:pt x="75131" y="114936"/>
                    <a:pt x="75131" y="114936"/>
                    <a:pt x="75131" y="114936"/>
                  </a:cubicBezTo>
                  <a:cubicBezTo>
                    <a:pt x="74563" y="115338"/>
                    <a:pt x="74563" y="115338"/>
                    <a:pt x="74563" y="115338"/>
                  </a:cubicBezTo>
                  <a:cubicBezTo>
                    <a:pt x="74563" y="115338"/>
                    <a:pt x="73995" y="115097"/>
                    <a:pt x="73752" y="115097"/>
                  </a:cubicBezTo>
                  <a:cubicBezTo>
                    <a:pt x="73590" y="115177"/>
                    <a:pt x="73265" y="115257"/>
                    <a:pt x="73184" y="115338"/>
                  </a:cubicBezTo>
                  <a:cubicBezTo>
                    <a:pt x="73103" y="115338"/>
                    <a:pt x="73103" y="115418"/>
                    <a:pt x="73022" y="115418"/>
                  </a:cubicBezTo>
                  <a:cubicBezTo>
                    <a:pt x="73022" y="115418"/>
                    <a:pt x="73022" y="115418"/>
                    <a:pt x="73022" y="115418"/>
                  </a:cubicBezTo>
                  <a:cubicBezTo>
                    <a:pt x="73022" y="115418"/>
                    <a:pt x="73022" y="115418"/>
                    <a:pt x="73022" y="115418"/>
                  </a:cubicBezTo>
                  <a:cubicBezTo>
                    <a:pt x="73022" y="115418"/>
                    <a:pt x="73022" y="115418"/>
                    <a:pt x="73022" y="115418"/>
                  </a:cubicBezTo>
                  <a:cubicBezTo>
                    <a:pt x="73022" y="115498"/>
                    <a:pt x="73022" y="115498"/>
                    <a:pt x="73022" y="115498"/>
                  </a:cubicBezTo>
                  <a:cubicBezTo>
                    <a:pt x="73022" y="115498"/>
                    <a:pt x="73022" y="115498"/>
                    <a:pt x="73022" y="115498"/>
                  </a:cubicBezTo>
                  <a:cubicBezTo>
                    <a:pt x="73022" y="115498"/>
                    <a:pt x="73022" y="115498"/>
                    <a:pt x="73022" y="115498"/>
                  </a:cubicBezTo>
                  <a:cubicBezTo>
                    <a:pt x="73022" y="115498"/>
                    <a:pt x="73022" y="115498"/>
                    <a:pt x="73022" y="115498"/>
                  </a:cubicBezTo>
                  <a:cubicBezTo>
                    <a:pt x="73022" y="115498"/>
                    <a:pt x="73022" y="115498"/>
                    <a:pt x="73022" y="115498"/>
                  </a:cubicBezTo>
                  <a:cubicBezTo>
                    <a:pt x="73022" y="115498"/>
                    <a:pt x="73022" y="115498"/>
                    <a:pt x="73022" y="115498"/>
                  </a:cubicBezTo>
                  <a:cubicBezTo>
                    <a:pt x="72941" y="115498"/>
                    <a:pt x="72941" y="115498"/>
                    <a:pt x="72941" y="115498"/>
                  </a:cubicBezTo>
                  <a:cubicBezTo>
                    <a:pt x="72941" y="115498"/>
                    <a:pt x="72941" y="115498"/>
                    <a:pt x="72941" y="115498"/>
                  </a:cubicBezTo>
                  <a:cubicBezTo>
                    <a:pt x="72941" y="115498"/>
                    <a:pt x="72941" y="115498"/>
                    <a:pt x="72941" y="115498"/>
                  </a:cubicBezTo>
                  <a:cubicBezTo>
                    <a:pt x="72941" y="115498"/>
                    <a:pt x="72941" y="115498"/>
                    <a:pt x="72941" y="115498"/>
                  </a:cubicBezTo>
                  <a:cubicBezTo>
                    <a:pt x="72941" y="115498"/>
                    <a:pt x="72941" y="115498"/>
                    <a:pt x="72941" y="115498"/>
                  </a:cubicBezTo>
                  <a:cubicBezTo>
                    <a:pt x="72941" y="115498"/>
                    <a:pt x="72941" y="115498"/>
                    <a:pt x="72941" y="115498"/>
                  </a:cubicBezTo>
                  <a:cubicBezTo>
                    <a:pt x="72941" y="115498"/>
                    <a:pt x="72941" y="115498"/>
                    <a:pt x="72941" y="115498"/>
                  </a:cubicBezTo>
                  <a:cubicBezTo>
                    <a:pt x="72941" y="115579"/>
                    <a:pt x="72941" y="115579"/>
                    <a:pt x="72941" y="115579"/>
                  </a:cubicBezTo>
                  <a:cubicBezTo>
                    <a:pt x="72941" y="115579"/>
                    <a:pt x="72941" y="115579"/>
                    <a:pt x="72941" y="115579"/>
                  </a:cubicBezTo>
                  <a:cubicBezTo>
                    <a:pt x="72941" y="115579"/>
                    <a:pt x="72941" y="115579"/>
                    <a:pt x="72941" y="115579"/>
                  </a:cubicBezTo>
                  <a:cubicBezTo>
                    <a:pt x="72941" y="115579"/>
                    <a:pt x="72941" y="115579"/>
                    <a:pt x="72941" y="115579"/>
                  </a:cubicBezTo>
                  <a:cubicBezTo>
                    <a:pt x="72941" y="115579"/>
                    <a:pt x="72941" y="115579"/>
                    <a:pt x="72941" y="115579"/>
                  </a:cubicBezTo>
                  <a:cubicBezTo>
                    <a:pt x="72941" y="115579"/>
                    <a:pt x="72941" y="115579"/>
                    <a:pt x="72941" y="115579"/>
                  </a:cubicBezTo>
                  <a:cubicBezTo>
                    <a:pt x="72941" y="115579"/>
                    <a:pt x="72941" y="115579"/>
                    <a:pt x="72941" y="115579"/>
                  </a:cubicBezTo>
                  <a:cubicBezTo>
                    <a:pt x="72941" y="115579"/>
                    <a:pt x="72941" y="115579"/>
                    <a:pt x="72941" y="115579"/>
                  </a:cubicBezTo>
                  <a:cubicBezTo>
                    <a:pt x="72941" y="115579"/>
                    <a:pt x="72941" y="115579"/>
                    <a:pt x="72941" y="115579"/>
                  </a:cubicBezTo>
                  <a:cubicBezTo>
                    <a:pt x="72941" y="115579"/>
                    <a:pt x="72941" y="115579"/>
                    <a:pt x="72941" y="115579"/>
                  </a:cubicBezTo>
                  <a:cubicBezTo>
                    <a:pt x="72941" y="115579"/>
                    <a:pt x="72941" y="115579"/>
                    <a:pt x="72941"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860" y="115579"/>
                    <a:pt x="72860" y="115579"/>
                    <a:pt x="72860" y="115579"/>
                  </a:cubicBezTo>
                  <a:cubicBezTo>
                    <a:pt x="72697" y="115659"/>
                    <a:pt x="72535" y="115579"/>
                    <a:pt x="72373" y="115579"/>
                  </a:cubicBezTo>
                  <a:cubicBezTo>
                    <a:pt x="72292" y="115659"/>
                    <a:pt x="72210" y="115740"/>
                    <a:pt x="72048" y="115740"/>
                  </a:cubicBezTo>
                  <a:cubicBezTo>
                    <a:pt x="71886" y="115740"/>
                    <a:pt x="71805" y="115659"/>
                    <a:pt x="71643" y="115659"/>
                  </a:cubicBezTo>
                  <a:cubicBezTo>
                    <a:pt x="71561" y="115740"/>
                    <a:pt x="71480" y="115820"/>
                    <a:pt x="71318" y="115820"/>
                  </a:cubicBezTo>
                  <a:cubicBezTo>
                    <a:pt x="71156" y="115820"/>
                    <a:pt x="71075" y="115659"/>
                    <a:pt x="71075" y="115659"/>
                  </a:cubicBezTo>
                  <a:cubicBezTo>
                    <a:pt x="70831" y="115659"/>
                    <a:pt x="70831" y="115659"/>
                    <a:pt x="70831" y="115659"/>
                  </a:cubicBezTo>
                  <a:cubicBezTo>
                    <a:pt x="70588" y="115418"/>
                    <a:pt x="70588" y="115418"/>
                    <a:pt x="70588" y="115418"/>
                  </a:cubicBezTo>
                  <a:cubicBezTo>
                    <a:pt x="70588" y="115418"/>
                    <a:pt x="70507" y="115579"/>
                    <a:pt x="70263" y="115579"/>
                  </a:cubicBezTo>
                  <a:cubicBezTo>
                    <a:pt x="70101" y="115498"/>
                    <a:pt x="69939" y="115418"/>
                    <a:pt x="69776" y="115498"/>
                  </a:cubicBezTo>
                  <a:cubicBezTo>
                    <a:pt x="69614" y="115498"/>
                    <a:pt x="69371" y="115579"/>
                    <a:pt x="69371" y="115579"/>
                  </a:cubicBezTo>
                  <a:cubicBezTo>
                    <a:pt x="68722" y="115338"/>
                    <a:pt x="68722" y="115338"/>
                    <a:pt x="68722" y="115338"/>
                  </a:cubicBezTo>
                  <a:cubicBezTo>
                    <a:pt x="68316" y="115257"/>
                    <a:pt x="68316" y="115257"/>
                    <a:pt x="68316" y="115257"/>
                  </a:cubicBezTo>
                  <a:cubicBezTo>
                    <a:pt x="67991" y="115177"/>
                    <a:pt x="67991" y="115177"/>
                    <a:pt x="67991" y="115177"/>
                  </a:cubicBezTo>
                  <a:cubicBezTo>
                    <a:pt x="67829" y="115418"/>
                    <a:pt x="67829" y="115418"/>
                    <a:pt x="67829" y="115418"/>
                  </a:cubicBezTo>
                  <a:cubicBezTo>
                    <a:pt x="67423" y="115418"/>
                    <a:pt x="67423" y="115418"/>
                    <a:pt x="67423" y="115418"/>
                  </a:cubicBezTo>
                  <a:cubicBezTo>
                    <a:pt x="67423" y="115418"/>
                    <a:pt x="66937" y="115257"/>
                    <a:pt x="66612" y="115338"/>
                  </a:cubicBezTo>
                  <a:cubicBezTo>
                    <a:pt x="66531" y="115338"/>
                    <a:pt x="66288" y="115579"/>
                    <a:pt x="66206" y="115579"/>
                  </a:cubicBezTo>
                  <a:cubicBezTo>
                    <a:pt x="66125" y="115659"/>
                    <a:pt x="66450" y="115900"/>
                    <a:pt x="66288" y="115900"/>
                  </a:cubicBezTo>
                  <a:cubicBezTo>
                    <a:pt x="63853" y="115659"/>
                    <a:pt x="61014" y="114695"/>
                    <a:pt x="58580" y="114052"/>
                  </a:cubicBezTo>
                  <a:cubicBezTo>
                    <a:pt x="58580" y="114052"/>
                    <a:pt x="56551" y="113569"/>
                    <a:pt x="56227" y="113569"/>
                  </a:cubicBezTo>
                  <a:cubicBezTo>
                    <a:pt x="55902" y="113569"/>
                    <a:pt x="55253" y="112685"/>
                    <a:pt x="55253" y="112444"/>
                  </a:cubicBezTo>
                  <a:cubicBezTo>
                    <a:pt x="55253" y="112203"/>
                    <a:pt x="55172" y="111480"/>
                    <a:pt x="55496" y="111319"/>
                  </a:cubicBezTo>
                  <a:cubicBezTo>
                    <a:pt x="55821" y="111158"/>
                    <a:pt x="55821" y="111158"/>
                    <a:pt x="56389" y="110676"/>
                  </a:cubicBezTo>
                  <a:cubicBezTo>
                    <a:pt x="56876" y="110113"/>
                    <a:pt x="56876" y="109711"/>
                    <a:pt x="56876" y="109711"/>
                  </a:cubicBezTo>
                  <a:cubicBezTo>
                    <a:pt x="55659" y="108988"/>
                    <a:pt x="55659" y="108988"/>
                    <a:pt x="55659" y="108988"/>
                  </a:cubicBezTo>
                  <a:cubicBezTo>
                    <a:pt x="55659" y="108988"/>
                    <a:pt x="54279" y="109711"/>
                    <a:pt x="54036" y="109551"/>
                  </a:cubicBezTo>
                  <a:cubicBezTo>
                    <a:pt x="53711" y="109390"/>
                    <a:pt x="52413" y="110274"/>
                    <a:pt x="52413" y="110274"/>
                  </a:cubicBezTo>
                  <a:cubicBezTo>
                    <a:pt x="51115" y="110354"/>
                    <a:pt x="51115" y="110354"/>
                    <a:pt x="51115" y="110354"/>
                  </a:cubicBezTo>
                  <a:cubicBezTo>
                    <a:pt x="51115" y="110194"/>
                    <a:pt x="51115" y="110194"/>
                    <a:pt x="51115" y="110194"/>
                  </a:cubicBezTo>
                  <a:cubicBezTo>
                    <a:pt x="51115" y="110194"/>
                    <a:pt x="51359" y="109390"/>
                    <a:pt x="51683" y="109551"/>
                  </a:cubicBezTo>
                  <a:cubicBezTo>
                    <a:pt x="52008" y="108586"/>
                    <a:pt x="52008" y="108586"/>
                    <a:pt x="52008" y="108586"/>
                  </a:cubicBezTo>
                  <a:cubicBezTo>
                    <a:pt x="51845" y="107461"/>
                    <a:pt x="51845" y="107461"/>
                    <a:pt x="51845" y="107461"/>
                  </a:cubicBezTo>
                  <a:cubicBezTo>
                    <a:pt x="51521" y="105934"/>
                    <a:pt x="51521" y="105934"/>
                    <a:pt x="51521" y="105934"/>
                  </a:cubicBezTo>
                  <a:cubicBezTo>
                    <a:pt x="53144" y="105853"/>
                    <a:pt x="53144" y="105853"/>
                    <a:pt x="53144" y="105853"/>
                  </a:cubicBezTo>
                  <a:cubicBezTo>
                    <a:pt x="54604" y="105050"/>
                    <a:pt x="54604" y="105050"/>
                    <a:pt x="54604" y="105050"/>
                  </a:cubicBezTo>
                  <a:cubicBezTo>
                    <a:pt x="54117" y="104246"/>
                    <a:pt x="54117" y="104246"/>
                    <a:pt x="54117" y="104246"/>
                  </a:cubicBezTo>
                  <a:cubicBezTo>
                    <a:pt x="52738" y="104728"/>
                    <a:pt x="52738" y="104728"/>
                    <a:pt x="52738" y="104728"/>
                  </a:cubicBezTo>
                  <a:cubicBezTo>
                    <a:pt x="51440" y="104487"/>
                    <a:pt x="51440" y="104487"/>
                    <a:pt x="51440" y="104487"/>
                  </a:cubicBezTo>
                  <a:cubicBezTo>
                    <a:pt x="49736" y="105934"/>
                    <a:pt x="49736" y="105934"/>
                    <a:pt x="49736" y="105934"/>
                  </a:cubicBezTo>
                  <a:cubicBezTo>
                    <a:pt x="47789" y="105934"/>
                    <a:pt x="47789" y="105934"/>
                    <a:pt x="47789" y="105934"/>
                  </a:cubicBezTo>
                  <a:cubicBezTo>
                    <a:pt x="47139" y="105853"/>
                    <a:pt x="47139" y="105853"/>
                    <a:pt x="47139" y="105853"/>
                  </a:cubicBezTo>
                  <a:cubicBezTo>
                    <a:pt x="47221" y="105693"/>
                    <a:pt x="47221" y="105532"/>
                    <a:pt x="47302" y="105532"/>
                  </a:cubicBezTo>
                  <a:cubicBezTo>
                    <a:pt x="47464" y="105452"/>
                    <a:pt x="48681" y="105050"/>
                    <a:pt x="48681" y="105050"/>
                  </a:cubicBezTo>
                  <a:cubicBezTo>
                    <a:pt x="49492" y="104567"/>
                    <a:pt x="49492" y="104567"/>
                    <a:pt x="49492" y="104567"/>
                  </a:cubicBezTo>
                  <a:cubicBezTo>
                    <a:pt x="49492" y="104567"/>
                    <a:pt x="49898" y="104005"/>
                    <a:pt x="50060" y="103924"/>
                  </a:cubicBezTo>
                  <a:cubicBezTo>
                    <a:pt x="50223" y="103924"/>
                    <a:pt x="50385" y="103603"/>
                    <a:pt x="50547" y="103201"/>
                  </a:cubicBezTo>
                  <a:cubicBezTo>
                    <a:pt x="50791" y="102880"/>
                    <a:pt x="50953" y="102638"/>
                    <a:pt x="50953" y="102638"/>
                  </a:cubicBezTo>
                  <a:cubicBezTo>
                    <a:pt x="50953" y="102638"/>
                    <a:pt x="51926" y="102397"/>
                    <a:pt x="51845" y="102317"/>
                  </a:cubicBezTo>
                  <a:cubicBezTo>
                    <a:pt x="51845" y="102156"/>
                    <a:pt x="51440" y="101835"/>
                    <a:pt x="51926" y="101835"/>
                  </a:cubicBezTo>
                  <a:cubicBezTo>
                    <a:pt x="52413" y="101835"/>
                    <a:pt x="52413" y="101835"/>
                    <a:pt x="52657" y="101674"/>
                  </a:cubicBezTo>
                  <a:cubicBezTo>
                    <a:pt x="52819" y="101594"/>
                    <a:pt x="52738" y="101513"/>
                    <a:pt x="52819" y="101272"/>
                  </a:cubicBezTo>
                  <a:cubicBezTo>
                    <a:pt x="52981" y="101111"/>
                    <a:pt x="53062" y="100870"/>
                    <a:pt x="53062" y="100709"/>
                  </a:cubicBezTo>
                  <a:cubicBezTo>
                    <a:pt x="52981" y="100549"/>
                    <a:pt x="52576" y="99906"/>
                    <a:pt x="52576" y="99745"/>
                  </a:cubicBezTo>
                  <a:cubicBezTo>
                    <a:pt x="52494" y="99504"/>
                    <a:pt x="52576" y="99022"/>
                    <a:pt x="52576" y="99022"/>
                  </a:cubicBezTo>
                  <a:cubicBezTo>
                    <a:pt x="52576" y="99022"/>
                    <a:pt x="52819" y="98941"/>
                    <a:pt x="53062" y="98861"/>
                  </a:cubicBezTo>
                  <a:cubicBezTo>
                    <a:pt x="53225" y="98700"/>
                    <a:pt x="53549" y="98137"/>
                    <a:pt x="53549" y="98137"/>
                  </a:cubicBezTo>
                  <a:cubicBezTo>
                    <a:pt x="53630" y="97736"/>
                    <a:pt x="53630" y="97736"/>
                    <a:pt x="53630" y="97736"/>
                  </a:cubicBezTo>
                  <a:cubicBezTo>
                    <a:pt x="53630" y="97736"/>
                    <a:pt x="53955" y="97494"/>
                    <a:pt x="54036" y="97494"/>
                  </a:cubicBezTo>
                  <a:cubicBezTo>
                    <a:pt x="54198" y="97414"/>
                    <a:pt x="55496" y="96932"/>
                    <a:pt x="55578" y="96932"/>
                  </a:cubicBezTo>
                  <a:cubicBezTo>
                    <a:pt x="55659" y="96932"/>
                    <a:pt x="56470" y="97012"/>
                    <a:pt x="56227" y="96610"/>
                  </a:cubicBezTo>
                  <a:cubicBezTo>
                    <a:pt x="55983" y="96289"/>
                    <a:pt x="55902" y="96128"/>
                    <a:pt x="55821" y="95887"/>
                  </a:cubicBezTo>
                  <a:cubicBezTo>
                    <a:pt x="55740" y="95646"/>
                    <a:pt x="55740" y="95083"/>
                    <a:pt x="55740" y="95003"/>
                  </a:cubicBezTo>
                  <a:cubicBezTo>
                    <a:pt x="55821" y="94922"/>
                    <a:pt x="56470" y="94681"/>
                    <a:pt x="55740" y="94601"/>
                  </a:cubicBezTo>
                  <a:cubicBezTo>
                    <a:pt x="55010" y="94521"/>
                    <a:pt x="55578" y="94279"/>
                    <a:pt x="55415" y="94119"/>
                  </a:cubicBezTo>
                  <a:cubicBezTo>
                    <a:pt x="55172" y="93958"/>
                    <a:pt x="54685" y="93636"/>
                    <a:pt x="54685" y="93636"/>
                  </a:cubicBezTo>
                  <a:cubicBezTo>
                    <a:pt x="54442" y="93636"/>
                    <a:pt x="54442" y="93636"/>
                    <a:pt x="54442" y="93636"/>
                  </a:cubicBezTo>
                  <a:cubicBezTo>
                    <a:pt x="54523" y="92833"/>
                    <a:pt x="54523" y="92833"/>
                    <a:pt x="54523" y="92833"/>
                  </a:cubicBezTo>
                  <a:cubicBezTo>
                    <a:pt x="54523" y="92833"/>
                    <a:pt x="54766" y="92511"/>
                    <a:pt x="54847" y="92511"/>
                  </a:cubicBezTo>
                  <a:cubicBezTo>
                    <a:pt x="54929" y="92431"/>
                    <a:pt x="55010" y="92109"/>
                    <a:pt x="54847" y="92109"/>
                  </a:cubicBezTo>
                  <a:cubicBezTo>
                    <a:pt x="54685" y="92190"/>
                    <a:pt x="54198" y="92270"/>
                    <a:pt x="54198" y="92270"/>
                  </a:cubicBezTo>
                  <a:cubicBezTo>
                    <a:pt x="54198" y="92270"/>
                    <a:pt x="53793" y="92270"/>
                    <a:pt x="53874" y="92109"/>
                  </a:cubicBezTo>
                  <a:cubicBezTo>
                    <a:pt x="53874" y="91868"/>
                    <a:pt x="54036" y="91868"/>
                    <a:pt x="54279" y="91627"/>
                  </a:cubicBezTo>
                  <a:cubicBezTo>
                    <a:pt x="54523" y="91386"/>
                    <a:pt x="54604" y="91225"/>
                    <a:pt x="54604" y="91225"/>
                  </a:cubicBezTo>
                  <a:cubicBezTo>
                    <a:pt x="54523" y="90743"/>
                    <a:pt x="54523" y="90743"/>
                    <a:pt x="54523" y="90743"/>
                  </a:cubicBezTo>
                  <a:cubicBezTo>
                    <a:pt x="54523" y="90743"/>
                    <a:pt x="54523" y="90421"/>
                    <a:pt x="54442" y="90421"/>
                  </a:cubicBezTo>
                  <a:cubicBezTo>
                    <a:pt x="54442" y="90341"/>
                    <a:pt x="53955" y="89377"/>
                    <a:pt x="53955" y="89377"/>
                  </a:cubicBezTo>
                  <a:cubicBezTo>
                    <a:pt x="53955" y="89377"/>
                    <a:pt x="53468" y="89216"/>
                    <a:pt x="53387" y="89377"/>
                  </a:cubicBezTo>
                  <a:cubicBezTo>
                    <a:pt x="53387" y="89537"/>
                    <a:pt x="53225" y="89859"/>
                    <a:pt x="53225" y="89859"/>
                  </a:cubicBezTo>
                  <a:cubicBezTo>
                    <a:pt x="52657" y="89859"/>
                    <a:pt x="52657" y="89859"/>
                    <a:pt x="52657" y="89859"/>
                  </a:cubicBezTo>
                  <a:cubicBezTo>
                    <a:pt x="52332" y="89618"/>
                    <a:pt x="52332" y="89618"/>
                    <a:pt x="52332" y="89618"/>
                  </a:cubicBezTo>
                  <a:cubicBezTo>
                    <a:pt x="51683" y="89457"/>
                    <a:pt x="51683" y="89457"/>
                    <a:pt x="51683" y="89457"/>
                  </a:cubicBezTo>
                  <a:cubicBezTo>
                    <a:pt x="51683" y="89457"/>
                    <a:pt x="51602" y="89537"/>
                    <a:pt x="51521" y="89618"/>
                  </a:cubicBezTo>
                  <a:cubicBezTo>
                    <a:pt x="51521" y="89698"/>
                    <a:pt x="50872" y="89296"/>
                    <a:pt x="50872" y="89296"/>
                  </a:cubicBezTo>
                  <a:cubicBezTo>
                    <a:pt x="50872" y="89296"/>
                    <a:pt x="50628" y="89618"/>
                    <a:pt x="50547" y="89698"/>
                  </a:cubicBezTo>
                  <a:cubicBezTo>
                    <a:pt x="50547" y="89698"/>
                    <a:pt x="49898" y="89537"/>
                    <a:pt x="49898" y="89537"/>
                  </a:cubicBezTo>
                  <a:cubicBezTo>
                    <a:pt x="49249" y="89618"/>
                    <a:pt x="49249" y="89618"/>
                    <a:pt x="49249" y="89618"/>
                  </a:cubicBezTo>
                  <a:cubicBezTo>
                    <a:pt x="48681" y="89698"/>
                    <a:pt x="48681" y="89698"/>
                    <a:pt x="48681" y="89698"/>
                  </a:cubicBezTo>
                  <a:cubicBezTo>
                    <a:pt x="48194" y="89457"/>
                    <a:pt x="48194" y="89457"/>
                    <a:pt x="48194" y="89457"/>
                  </a:cubicBezTo>
                  <a:cubicBezTo>
                    <a:pt x="48032" y="89698"/>
                    <a:pt x="48032" y="89698"/>
                    <a:pt x="48032" y="89698"/>
                  </a:cubicBezTo>
                  <a:cubicBezTo>
                    <a:pt x="48113" y="90100"/>
                    <a:pt x="48113" y="90100"/>
                    <a:pt x="48113" y="90100"/>
                  </a:cubicBezTo>
                  <a:cubicBezTo>
                    <a:pt x="47707" y="90341"/>
                    <a:pt x="47707" y="90341"/>
                    <a:pt x="47707" y="90341"/>
                  </a:cubicBezTo>
                  <a:cubicBezTo>
                    <a:pt x="47221" y="90020"/>
                    <a:pt x="47221" y="90020"/>
                    <a:pt x="47221" y="90020"/>
                  </a:cubicBezTo>
                  <a:cubicBezTo>
                    <a:pt x="46815" y="89939"/>
                    <a:pt x="46815" y="89939"/>
                    <a:pt x="46815" y="89939"/>
                  </a:cubicBezTo>
                  <a:cubicBezTo>
                    <a:pt x="46247" y="89377"/>
                    <a:pt x="46247" y="89377"/>
                    <a:pt x="46247" y="89377"/>
                  </a:cubicBezTo>
                  <a:cubicBezTo>
                    <a:pt x="45760" y="89216"/>
                    <a:pt x="45760" y="89216"/>
                    <a:pt x="45760" y="89216"/>
                  </a:cubicBezTo>
                  <a:cubicBezTo>
                    <a:pt x="45273" y="88975"/>
                    <a:pt x="45273" y="88975"/>
                    <a:pt x="45273" y="88975"/>
                  </a:cubicBezTo>
                  <a:cubicBezTo>
                    <a:pt x="45273" y="88975"/>
                    <a:pt x="45030" y="89618"/>
                    <a:pt x="44949" y="89698"/>
                  </a:cubicBezTo>
                  <a:cubicBezTo>
                    <a:pt x="44868" y="89698"/>
                    <a:pt x="44462" y="89859"/>
                    <a:pt x="44381" y="89859"/>
                  </a:cubicBezTo>
                  <a:cubicBezTo>
                    <a:pt x="44219" y="89939"/>
                    <a:pt x="44137" y="90341"/>
                    <a:pt x="44137" y="90341"/>
                  </a:cubicBezTo>
                  <a:cubicBezTo>
                    <a:pt x="43732" y="90582"/>
                    <a:pt x="43732" y="90582"/>
                    <a:pt x="43732" y="90582"/>
                  </a:cubicBezTo>
                  <a:cubicBezTo>
                    <a:pt x="43732" y="90582"/>
                    <a:pt x="43488" y="90421"/>
                    <a:pt x="43326" y="90421"/>
                  </a:cubicBezTo>
                  <a:cubicBezTo>
                    <a:pt x="43245" y="90421"/>
                    <a:pt x="43164" y="90502"/>
                    <a:pt x="43164" y="90502"/>
                  </a:cubicBezTo>
                  <a:cubicBezTo>
                    <a:pt x="43002" y="90743"/>
                    <a:pt x="43002" y="90743"/>
                    <a:pt x="43002" y="90743"/>
                  </a:cubicBezTo>
                  <a:cubicBezTo>
                    <a:pt x="43002" y="90743"/>
                    <a:pt x="42920" y="90743"/>
                    <a:pt x="42677" y="90582"/>
                  </a:cubicBezTo>
                  <a:cubicBezTo>
                    <a:pt x="42515" y="90502"/>
                    <a:pt x="42271" y="90341"/>
                    <a:pt x="42271" y="90341"/>
                  </a:cubicBezTo>
                  <a:cubicBezTo>
                    <a:pt x="42028" y="90261"/>
                    <a:pt x="42028" y="90261"/>
                    <a:pt x="42028" y="90261"/>
                  </a:cubicBezTo>
                  <a:cubicBezTo>
                    <a:pt x="42028" y="90261"/>
                    <a:pt x="41298" y="90582"/>
                    <a:pt x="41217" y="90663"/>
                  </a:cubicBezTo>
                  <a:cubicBezTo>
                    <a:pt x="41217" y="90743"/>
                    <a:pt x="41054" y="90984"/>
                    <a:pt x="41054" y="90984"/>
                  </a:cubicBezTo>
                  <a:cubicBezTo>
                    <a:pt x="40649" y="90663"/>
                    <a:pt x="40649" y="90663"/>
                    <a:pt x="40649" y="90663"/>
                  </a:cubicBezTo>
                  <a:cubicBezTo>
                    <a:pt x="40162" y="90341"/>
                    <a:pt x="40162" y="90341"/>
                    <a:pt x="40162" y="90341"/>
                  </a:cubicBezTo>
                  <a:cubicBezTo>
                    <a:pt x="40081" y="89778"/>
                    <a:pt x="40081" y="89778"/>
                    <a:pt x="40081" y="89778"/>
                  </a:cubicBezTo>
                  <a:cubicBezTo>
                    <a:pt x="39188" y="88975"/>
                    <a:pt x="39188" y="88975"/>
                    <a:pt x="39188" y="88975"/>
                  </a:cubicBezTo>
                  <a:cubicBezTo>
                    <a:pt x="39026" y="88171"/>
                    <a:pt x="39026" y="88171"/>
                    <a:pt x="39026" y="88171"/>
                  </a:cubicBezTo>
                  <a:cubicBezTo>
                    <a:pt x="38377" y="87689"/>
                    <a:pt x="38377" y="87689"/>
                    <a:pt x="38377" y="87689"/>
                  </a:cubicBezTo>
                  <a:cubicBezTo>
                    <a:pt x="37971" y="88171"/>
                    <a:pt x="37971" y="88171"/>
                    <a:pt x="37971" y="88171"/>
                  </a:cubicBezTo>
                  <a:cubicBezTo>
                    <a:pt x="37322" y="88091"/>
                    <a:pt x="37322" y="88091"/>
                    <a:pt x="37322" y="88091"/>
                  </a:cubicBezTo>
                  <a:close/>
                  <a:moveTo>
                    <a:pt x="28965" y="5867"/>
                  </a:moveTo>
                  <a:cubicBezTo>
                    <a:pt x="28965" y="5867"/>
                    <a:pt x="28965" y="5867"/>
                    <a:pt x="28965" y="5867"/>
                  </a:cubicBezTo>
                  <a:cubicBezTo>
                    <a:pt x="29046" y="5947"/>
                    <a:pt x="29046" y="5947"/>
                    <a:pt x="29046" y="5947"/>
                  </a:cubicBezTo>
                  <a:cubicBezTo>
                    <a:pt x="29046" y="5947"/>
                    <a:pt x="29533" y="6430"/>
                    <a:pt x="29939" y="6430"/>
                  </a:cubicBezTo>
                  <a:cubicBezTo>
                    <a:pt x="30344" y="6430"/>
                    <a:pt x="30020" y="6430"/>
                    <a:pt x="30425" y="6349"/>
                  </a:cubicBezTo>
                  <a:cubicBezTo>
                    <a:pt x="30750" y="6188"/>
                    <a:pt x="30831" y="5947"/>
                    <a:pt x="30993" y="5706"/>
                  </a:cubicBezTo>
                  <a:cubicBezTo>
                    <a:pt x="31156" y="5465"/>
                    <a:pt x="31156" y="5465"/>
                    <a:pt x="31156" y="5224"/>
                  </a:cubicBezTo>
                  <a:cubicBezTo>
                    <a:pt x="31156" y="4983"/>
                    <a:pt x="31156" y="4581"/>
                    <a:pt x="31156" y="4340"/>
                  </a:cubicBezTo>
                  <a:cubicBezTo>
                    <a:pt x="31156" y="4099"/>
                    <a:pt x="31399" y="4179"/>
                    <a:pt x="31643" y="4179"/>
                  </a:cubicBezTo>
                  <a:cubicBezTo>
                    <a:pt x="31805" y="4179"/>
                    <a:pt x="31480" y="3536"/>
                    <a:pt x="31480" y="3536"/>
                  </a:cubicBezTo>
                  <a:cubicBezTo>
                    <a:pt x="31480" y="3536"/>
                    <a:pt x="30750" y="3215"/>
                    <a:pt x="30425" y="3215"/>
                  </a:cubicBezTo>
                  <a:cubicBezTo>
                    <a:pt x="30101" y="3215"/>
                    <a:pt x="29371" y="3134"/>
                    <a:pt x="29371" y="3134"/>
                  </a:cubicBezTo>
                  <a:cubicBezTo>
                    <a:pt x="28478" y="4259"/>
                    <a:pt x="28478" y="4259"/>
                    <a:pt x="28478" y="4259"/>
                  </a:cubicBezTo>
                  <a:cubicBezTo>
                    <a:pt x="28478" y="4259"/>
                    <a:pt x="28803" y="5787"/>
                    <a:pt x="28965" y="5867"/>
                  </a:cubicBezTo>
                  <a:close/>
                </a:path>
              </a:pathLst>
            </a:custGeom>
            <a:grp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dirty="0">
                <a:solidFill>
                  <a:srgbClr val="7F7F7F"/>
                </a:solidFill>
                <a:latin typeface="Myriad Pro"/>
                <a:ea typeface="Source Sans Pro"/>
                <a:cs typeface="Calibri" panose="020F0502020204030204" pitchFamily="34" charset="0"/>
                <a:sym typeface="Source Sans Pro"/>
              </a:endParaRPr>
            </a:p>
          </p:txBody>
        </p:sp>
        <p:sp>
          <p:nvSpPr>
            <p:cNvPr id="56" name="Shape 2053">
              <a:extLst>
                <a:ext uri="{FF2B5EF4-FFF2-40B4-BE49-F238E27FC236}">
                  <a16:creationId xmlns:a16="http://schemas.microsoft.com/office/drawing/2014/main" id="{8FD8D11F-9314-4C9F-BBAA-BFE949FC1DA5}"/>
                </a:ext>
              </a:extLst>
            </p:cNvPr>
            <p:cNvSpPr/>
            <p:nvPr/>
          </p:nvSpPr>
          <p:spPr>
            <a:xfrm>
              <a:off x="3733035" y="1542150"/>
              <a:ext cx="664055" cy="1216708"/>
            </a:xfrm>
            <a:custGeom>
              <a:avLst/>
              <a:gdLst/>
              <a:ahLst/>
              <a:cxnLst/>
              <a:rect l="0" t="0" r="0" b="0"/>
              <a:pathLst>
                <a:path w="120000" h="120000" extrusionOk="0">
                  <a:moveTo>
                    <a:pt x="30103" y="109309"/>
                  </a:moveTo>
                  <a:cubicBezTo>
                    <a:pt x="28453" y="109963"/>
                    <a:pt x="28453" y="109963"/>
                    <a:pt x="28453" y="109963"/>
                  </a:cubicBezTo>
                  <a:cubicBezTo>
                    <a:pt x="28453" y="110836"/>
                    <a:pt x="28453" y="110836"/>
                    <a:pt x="28453" y="110836"/>
                  </a:cubicBezTo>
                  <a:cubicBezTo>
                    <a:pt x="27628" y="111709"/>
                    <a:pt x="27628" y="111709"/>
                    <a:pt x="27628" y="111709"/>
                  </a:cubicBezTo>
                  <a:cubicBezTo>
                    <a:pt x="27628" y="111709"/>
                    <a:pt x="26804" y="111927"/>
                    <a:pt x="26804" y="112145"/>
                  </a:cubicBezTo>
                  <a:cubicBezTo>
                    <a:pt x="26391" y="112363"/>
                    <a:pt x="24742" y="113018"/>
                    <a:pt x="24742" y="113018"/>
                  </a:cubicBezTo>
                  <a:cubicBezTo>
                    <a:pt x="24742" y="113018"/>
                    <a:pt x="24742" y="113236"/>
                    <a:pt x="24329" y="113236"/>
                  </a:cubicBezTo>
                  <a:cubicBezTo>
                    <a:pt x="23917" y="113236"/>
                    <a:pt x="21030" y="113890"/>
                    <a:pt x="21030" y="113890"/>
                  </a:cubicBezTo>
                  <a:cubicBezTo>
                    <a:pt x="20206" y="114763"/>
                    <a:pt x="20206" y="114763"/>
                    <a:pt x="20206" y="114763"/>
                  </a:cubicBezTo>
                  <a:cubicBezTo>
                    <a:pt x="18556" y="114981"/>
                    <a:pt x="18556" y="114981"/>
                    <a:pt x="18556" y="114981"/>
                  </a:cubicBezTo>
                  <a:cubicBezTo>
                    <a:pt x="17319" y="116072"/>
                    <a:pt x="17319" y="116072"/>
                    <a:pt x="17319" y="116072"/>
                  </a:cubicBezTo>
                  <a:cubicBezTo>
                    <a:pt x="15257" y="116509"/>
                    <a:pt x="15257" y="116509"/>
                    <a:pt x="15257" y="116509"/>
                  </a:cubicBezTo>
                  <a:cubicBezTo>
                    <a:pt x="13608" y="116727"/>
                    <a:pt x="13608" y="116727"/>
                    <a:pt x="13608" y="116727"/>
                  </a:cubicBezTo>
                  <a:cubicBezTo>
                    <a:pt x="11958" y="116290"/>
                    <a:pt x="11958" y="116290"/>
                    <a:pt x="11958" y="116290"/>
                  </a:cubicBezTo>
                  <a:cubicBezTo>
                    <a:pt x="10721" y="116727"/>
                    <a:pt x="10721" y="116727"/>
                    <a:pt x="10721" y="116727"/>
                  </a:cubicBezTo>
                  <a:cubicBezTo>
                    <a:pt x="9484" y="117163"/>
                    <a:pt x="9484" y="117163"/>
                    <a:pt x="9484" y="117163"/>
                  </a:cubicBezTo>
                  <a:cubicBezTo>
                    <a:pt x="9896" y="118036"/>
                    <a:pt x="9896" y="118036"/>
                    <a:pt x="9896" y="118036"/>
                  </a:cubicBezTo>
                  <a:cubicBezTo>
                    <a:pt x="11134" y="118472"/>
                    <a:pt x="11134" y="118472"/>
                    <a:pt x="11134" y="118472"/>
                  </a:cubicBezTo>
                  <a:cubicBezTo>
                    <a:pt x="11958" y="117818"/>
                    <a:pt x="11958" y="117818"/>
                    <a:pt x="11958" y="117818"/>
                  </a:cubicBezTo>
                  <a:cubicBezTo>
                    <a:pt x="14432" y="118254"/>
                    <a:pt x="14432" y="118254"/>
                    <a:pt x="14432" y="118254"/>
                  </a:cubicBezTo>
                  <a:cubicBezTo>
                    <a:pt x="14432" y="118254"/>
                    <a:pt x="15257" y="118909"/>
                    <a:pt x="15670" y="119127"/>
                  </a:cubicBezTo>
                  <a:cubicBezTo>
                    <a:pt x="15670" y="119345"/>
                    <a:pt x="15670" y="120000"/>
                    <a:pt x="16082" y="120000"/>
                  </a:cubicBezTo>
                  <a:cubicBezTo>
                    <a:pt x="16494" y="119781"/>
                    <a:pt x="18556" y="119127"/>
                    <a:pt x="18556" y="119127"/>
                  </a:cubicBezTo>
                  <a:cubicBezTo>
                    <a:pt x="17731" y="118254"/>
                    <a:pt x="17731" y="118254"/>
                    <a:pt x="17731" y="118254"/>
                  </a:cubicBezTo>
                  <a:cubicBezTo>
                    <a:pt x="17731" y="118254"/>
                    <a:pt x="18969" y="118036"/>
                    <a:pt x="19793" y="118036"/>
                  </a:cubicBezTo>
                  <a:cubicBezTo>
                    <a:pt x="20618" y="118036"/>
                    <a:pt x="21443" y="118254"/>
                    <a:pt x="21855" y="117818"/>
                  </a:cubicBezTo>
                  <a:cubicBezTo>
                    <a:pt x="21855" y="117600"/>
                    <a:pt x="23092" y="117600"/>
                    <a:pt x="23092" y="117600"/>
                  </a:cubicBezTo>
                  <a:cubicBezTo>
                    <a:pt x="23092" y="117600"/>
                    <a:pt x="23917" y="116945"/>
                    <a:pt x="23917" y="116945"/>
                  </a:cubicBezTo>
                  <a:cubicBezTo>
                    <a:pt x="23917" y="116727"/>
                    <a:pt x="25154" y="116290"/>
                    <a:pt x="25154" y="116290"/>
                  </a:cubicBezTo>
                  <a:cubicBezTo>
                    <a:pt x="25154" y="116290"/>
                    <a:pt x="28041" y="116945"/>
                    <a:pt x="28453" y="116945"/>
                  </a:cubicBezTo>
                  <a:cubicBezTo>
                    <a:pt x="28865" y="116945"/>
                    <a:pt x="31752" y="116509"/>
                    <a:pt x="31752" y="116509"/>
                  </a:cubicBezTo>
                  <a:cubicBezTo>
                    <a:pt x="32989" y="117163"/>
                    <a:pt x="32989" y="117163"/>
                    <a:pt x="32989" y="117163"/>
                  </a:cubicBezTo>
                  <a:cubicBezTo>
                    <a:pt x="32989" y="117163"/>
                    <a:pt x="32989" y="117600"/>
                    <a:pt x="33814" y="117818"/>
                  </a:cubicBezTo>
                  <a:cubicBezTo>
                    <a:pt x="34639" y="117818"/>
                    <a:pt x="35051" y="117818"/>
                    <a:pt x="35051" y="117818"/>
                  </a:cubicBezTo>
                  <a:cubicBezTo>
                    <a:pt x="36288" y="118690"/>
                    <a:pt x="36288" y="118690"/>
                    <a:pt x="36288" y="118690"/>
                  </a:cubicBezTo>
                  <a:cubicBezTo>
                    <a:pt x="37525" y="119127"/>
                    <a:pt x="37525" y="119127"/>
                    <a:pt x="37525" y="119127"/>
                  </a:cubicBezTo>
                  <a:cubicBezTo>
                    <a:pt x="37525" y="119127"/>
                    <a:pt x="38762" y="119127"/>
                    <a:pt x="38762" y="118909"/>
                  </a:cubicBezTo>
                  <a:cubicBezTo>
                    <a:pt x="38762" y="118690"/>
                    <a:pt x="39175" y="118254"/>
                    <a:pt x="39587" y="118036"/>
                  </a:cubicBezTo>
                  <a:cubicBezTo>
                    <a:pt x="40000" y="118036"/>
                    <a:pt x="41237" y="117818"/>
                    <a:pt x="41237" y="117818"/>
                  </a:cubicBezTo>
                  <a:cubicBezTo>
                    <a:pt x="41237" y="117818"/>
                    <a:pt x="41237" y="117381"/>
                    <a:pt x="41237" y="117163"/>
                  </a:cubicBezTo>
                  <a:cubicBezTo>
                    <a:pt x="41237" y="116727"/>
                    <a:pt x="41237" y="116072"/>
                    <a:pt x="41649" y="115854"/>
                  </a:cubicBezTo>
                  <a:cubicBezTo>
                    <a:pt x="41649" y="115854"/>
                    <a:pt x="42886" y="114981"/>
                    <a:pt x="42886" y="114981"/>
                  </a:cubicBezTo>
                  <a:cubicBezTo>
                    <a:pt x="44948" y="114763"/>
                    <a:pt x="44948" y="114763"/>
                    <a:pt x="44948" y="114763"/>
                  </a:cubicBezTo>
                  <a:cubicBezTo>
                    <a:pt x="49896" y="114545"/>
                    <a:pt x="49896" y="114545"/>
                    <a:pt x="49896" y="114545"/>
                  </a:cubicBezTo>
                  <a:cubicBezTo>
                    <a:pt x="51546" y="114545"/>
                    <a:pt x="51546" y="114545"/>
                    <a:pt x="51546" y="114545"/>
                  </a:cubicBezTo>
                  <a:cubicBezTo>
                    <a:pt x="53608" y="115418"/>
                    <a:pt x="53608" y="115418"/>
                    <a:pt x="53608" y="115418"/>
                  </a:cubicBezTo>
                  <a:cubicBezTo>
                    <a:pt x="55670" y="116509"/>
                    <a:pt x="55670" y="116509"/>
                    <a:pt x="55670" y="116509"/>
                  </a:cubicBezTo>
                  <a:cubicBezTo>
                    <a:pt x="55670" y="116509"/>
                    <a:pt x="56907" y="117381"/>
                    <a:pt x="56907" y="117163"/>
                  </a:cubicBezTo>
                  <a:cubicBezTo>
                    <a:pt x="57319" y="116727"/>
                    <a:pt x="57731" y="115854"/>
                    <a:pt x="58144" y="115854"/>
                  </a:cubicBezTo>
                  <a:cubicBezTo>
                    <a:pt x="58556" y="115854"/>
                    <a:pt x="59793" y="116727"/>
                    <a:pt x="59793" y="116727"/>
                  </a:cubicBezTo>
                  <a:cubicBezTo>
                    <a:pt x="61443" y="116945"/>
                    <a:pt x="61443" y="116945"/>
                    <a:pt x="61443" y="116945"/>
                  </a:cubicBezTo>
                  <a:cubicBezTo>
                    <a:pt x="62680" y="116945"/>
                    <a:pt x="62680" y="116945"/>
                    <a:pt x="62680" y="116945"/>
                  </a:cubicBezTo>
                  <a:cubicBezTo>
                    <a:pt x="63917" y="116290"/>
                    <a:pt x="63917" y="116290"/>
                    <a:pt x="63917" y="116290"/>
                  </a:cubicBezTo>
                  <a:cubicBezTo>
                    <a:pt x="63092" y="115636"/>
                    <a:pt x="63092" y="115636"/>
                    <a:pt x="63092" y="115636"/>
                  </a:cubicBezTo>
                  <a:cubicBezTo>
                    <a:pt x="64742" y="115854"/>
                    <a:pt x="64742" y="115854"/>
                    <a:pt x="64742" y="115854"/>
                  </a:cubicBezTo>
                  <a:cubicBezTo>
                    <a:pt x="69278" y="116072"/>
                    <a:pt x="69278" y="116072"/>
                    <a:pt x="69278" y="116072"/>
                  </a:cubicBezTo>
                  <a:cubicBezTo>
                    <a:pt x="71340" y="115854"/>
                    <a:pt x="71340" y="115854"/>
                    <a:pt x="71340" y="115854"/>
                  </a:cubicBezTo>
                  <a:cubicBezTo>
                    <a:pt x="72989" y="115636"/>
                    <a:pt x="72989" y="115636"/>
                    <a:pt x="72989" y="115636"/>
                  </a:cubicBezTo>
                  <a:cubicBezTo>
                    <a:pt x="72989" y="116072"/>
                    <a:pt x="72989" y="116072"/>
                    <a:pt x="72989" y="116072"/>
                  </a:cubicBezTo>
                  <a:cubicBezTo>
                    <a:pt x="70515" y="116509"/>
                    <a:pt x="70515" y="116509"/>
                    <a:pt x="70515" y="116509"/>
                  </a:cubicBezTo>
                  <a:cubicBezTo>
                    <a:pt x="70515" y="116509"/>
                    <a:pt x="69278" y="116509"/>
                    <a:pt x="69690" y="116727"/>
                  </a:cubicBezTo>
                  <a:cubicBezTo>
                    <a:pt x="70103" y="117163"/>
                    <a:pt x="72164" y="117600"/>
                    <a:pt x="72164" y="117600"/>
                  </a:cubicBezTo>
                  <a:cubicBezTo>
                    <a:pt x="72164" y="117600"/>
                    <a:pt x="70927" y="117818"/>
                    <a:pt x="72577" y="117818"/>
                  </a:cubicBezTo>
                  <a:cubicBezTo>
                    <a:pt x="74226" y="117818"/>
                    <a:pt x="75051" y="117600"/>
                    <a:pt x="75051" y="117600"/>
                  </a:cubicBezTo>
                  <a:cubicBezTo>
                    <a:pt x="76288" y="116945"/>
                    <a:pt x="76288" y="116945"/>
                    <a:pt x="76288" y="116945"/>
                  </a:cubicBezTo>
                  <a:cubicBezTo>
                    <a:pt x="75463" y="116509"/>
                    <a:pt x="75463" y="116509"/>
                    <a:pt x="75463" y="116509"/>
                  </a:cubicBezTo>
                  <a:cubicBezTo>
                    <a:pt x="73402" y="116290"/>
                    <a:pt x="73402" y="116290"/>
                    <a:pt x="73402" y="116290"/>
                  </a:cubicBezTo>
                  <a:cubicBezTo>
                    <a:pt x="73814" y="115418"/>
                    <a:pt x="73814" y="115418"/>
                    <a:pt x="73814" y="115418"/>
                  </a:cubicBezTo>
                  <a:cubicBezTo>
                    <a:pt x="74226" y="115418"/>
                    <a:pt x="74226" y="115418"/>
                    <a:pt x="74226" y="115418"/>
                  </a:cubicBezTo>
                  <a:cubicBezTo>
                    <a:pt x="75463" y="116072"/>
                    <a:pt x="75463" y="116072"/>
                    <a:pt x="75463" y="116072"/>
                  </a:cubicBezTo>
                  <a:cubicBezTo>
                    <a:pt x="76701" y="115636"/>
                    <a:pt x="76701" y="115636"/>
                    <a:pt x="76701" y="115636"/>
                  </a:cubicBezTo>
                  <a:cubicBezTo>
                    <a:pt x="78350" y="115854"/>
                    <a:pt x="78350" y="115854"/>
                    <a:pt x="78350" y="115854"/>
                  </a:cubicBezTo>
                  <a:cubicBezTo>
                    <a:pt x="79175" y="116727"/>
                    <a:pt x="79175" y="116727"/>
                    <a:pt x="79175" y="116727"/>
                  </a:cubicBezTo>
                  <a:cubicBezTo>
                    <a:pt x="79175" y="116727"/>
                    <a:pt x="80000" y="117163"/>
                    <a:pt x="80824" y="116727"/>
                  </a:cubicBezTo>
                  <a:cubicBezTo>
                    <a:pt x="81649" y="116509"/>
                    <a:pt x="82474" y="116290"/>
                    <a:pt x="82474" y="116290"/>
                  </a:cubicBezTo>
                  <a:cubicBezTo>
                    <a:pt x="87422" y="116509"/>
                    <a:pt x="87422" y="116509"/>
                    <a:pt x="87422" y="116509"/>
                  </a:cubicBezTo>
                  <a:cubicBezTo>
                    <a:pt x="87422" y="116509"/>
                    <a:pt x="89896" y="116290"/>
                    <a:pt x="90309" y="116727"/>
                  </a:cubicBezTo>
                  <a:cubicBezTo>
                    <a:pt x="90721" y="116945"/>
                    <a:pt x="91958" y="117381"/>
                    <a:pt x="91958" y="117381"/>
                  </a:cubicBezTo>
                  <a:cubicBezTo>
                    <a:pt x="94020" y="117600"/>
                    <a:pt x="94020" y="117600"/>
                    <a:pt x="94020" y="117600"/>
                  </a:cubicBezTo>
                  <a:cubicBezTo>
                    <a:pt x="96082" y="117600"/>
                    <a:pt x="96082" y="117600"/>
                    <a:pt x="96082" y="117600"/>
                  </a:cubicBezTo>
                  <a:cubicBezTo>
                    <a:pt x="96082" y="117600"/>
                    <a:pt x="96907" y="117163"/>
                    <a:pt x="97319" y="116945"/>
                  </a:cubicBezTo>
                  <a:cubicBezTo>
                    <a:pt x="98144" y="116945"/>
                    <a:pt x="99381" y="116509"/>
                    <a:pt x="99793" y="116509"/>
                  </a:cubicBezTo>
                  <a:cubicBezTo>
                    <a:pt x="100618" y="116509"/>
                    <a:pt x="102680" y="116290"/>
                    <a:pt x="102680" y="116290"/>
                  </a:cubicBezTo>
                  <a:cubicBezTo>
                    <a:pt x="103092" y="116290"/>
                    <a:pt x="103505" y="116509"/>
                    <a:pt x="104329" y="116290"/>
                  </a:cubicBezTo>
                  <a:cubicBezTo>
                    <a:pt x="104742" y="116290"/>
                    <a:pt x="105979" y="115200"/>
                    <a:pt x="105979" y="115200"/>
                  </a:cubicBezTo>
                  <a:cubicBezTo>
                    <a:pt x="105979" y="115200"/>
                    <a:pt x="106391" y="114763"/>
                    <a:pt x="107216" y="114763"/>
                  </a:cubicBezTo>
                  <a:cubicBezTo>
                    <a:pt x="108041" y="114763"/>
                    <a:pt x="109278" y="114763"/>
                    <a:pt x="109690" y="114545"/>
                  </a:cubicBezTo>
                  <a:cubicBezTo>
                    <a:pt x="110103" y="114109"/>
                    <a:pt x="110515" y="113890"/>
                    <a:pt x="110927" y="113672"/>
                  </a:cubicBezTo>
                  <a:cubicBezTo>
                    <a:pt x="111340" y="113454"/>
                    <a:pt x="112164" y="112800"/>
                    <a:pt x="111752" y="112581"/>
                  </a:cubicBezTo>
                  <a:cubicBezTo>
                    <a:pt x="111752" y="112363"/>
                    <a:pt x="112164" y="111490"/>
                    <a:pt x="112164" y="111490"/>
                  </a:cubicBezTo>
                  <a:cubicBezTo>
                    <a:pt x="112164" y="111490"/>
                    <a:pt x="110927" y="111490"/>
                    <a:pt x="110515" y="111490"/>
                  </a:cubicBezTo>
                  <a:cubicBezTo>
                    <a:pt x="110103" y="111272"/>
                    <a:pt x="108453" y="111490"/>
                    <a:pt x="108041" y="111272"/>
                  </a:cubicBezTo>
                  <a:cubicBezTo>
                    <a:pt x="107628" y="111272"/>
                    <a:pt x="105979" y="111272"/>
                    <a:pt x="105979" y="111272"/>
                  </a:cubicBezTo>
                  <a:cubicBezTo>
                    <a:pt x="105567" y="110836"/>
                    <a:pt x="105567" y="110836"/>
                    <a:pt x="105567" y="110836"/>
                  </a:cubicBezTo>
                  <a:cubicBezTo>
                    <a:pt x="105567" y="110836"/>
                    <a:pt x="105154" y="110618"/>
                    <a:pt x="104742" y="110400"/>
                  </a:cubicBezTo>
                  <a:cubicBezTo>
                    <a:pt x="104329" y="110400"/>
                    <a:pt x="104742" y="110400"/>
                    <a:pt x="103917" y="110181"/>
                  </a:cubicBezTo>
                  <a:cubicBezTo>
                    <a:pt x="103505" y="110181"/>
                    <a:pt x="102680" y="109745"/>
                    <a:pt x="102680" y="109745"/>
                  </a:cubicBezTo>
                  <a:cubicBezTo>
                    <a:pt x="101443" y="109527"/>
                    <a:pt x="101443" y="109527"/>
                    <a:pt x="101443" y="109527"/>
                  </a:cubicBezTo>
                  <a:cubicBezTo>
                    <a:pt x="99793" y="109527"/>
                    <a:pt x="99793" y="109527"/>
                    <a:pt x="99793" y="109527"/>
                  </a:cubicBezTo>
                  <a:cubicBezTo>
                    <a:pt x="101443" y="109090"/>
                    <a:pt x="101443" y="109090"/>
                    <a:pt x="101443" y="109090"/>
                  </a:cubicBezTo>
                  <a:cubicBezTo>
                    <a:pt x="101443" y="109090"/>
                    <a:pt x="103092" y="109090"/>
                    <a:pt x="103505" y="109090"/>
                  </a:cubicBezTo>
                  <a:cubicBezTo>
                    <a:pt x="103917" y="109309"/>
                    <a:pt x="105567" y="109309"/>
                    <a:pt x="105567" y="109090"/>
                  </a:cubicBezTo>
                  <a:cubicBezTo>
                    <a:pt x="105979" y="109090"/>
                    <a:pt x="107216" y="108000"/>
                    <a:pt x="107216" y="108000"/>
                  </a:cubicBezTo>
                  <a:cubicBezTo>
                    <a:pt x="106804" y="107345"/>
                    <a:pt x="106804" y="107345"/>
                    <a:pt x="106804" y="107345"/>
                  </a:cubicBezTo>
                  <a:cubicBezTo>
                    <a:pt x="105979" y="106909"/>
                    <a:pt x="105979" y="106909"/>
                    <a:pt x="105979" y="106909"/>
                  </a:cubicBezTo>
                  <a:cubicBezTo>
                    <a:pt x="104329" y="107127"/>
                    <a:pt x="104329" y="107127"/>
                    <a:pt x="104329" y="107127"/>
                  </a:cubicBezTo>
                  <a:cubicBezTo>
                    <a:pt x="106804" y="106472"/>
                    <a:pt x="106804" y="106472"/>
                    <a:pt x="106804" y="106472"/>
                  </a:cubicBezTo>
                  <a:cubicBezTo>
                    <a:pt x="107628" y="106036"/>
                    <a:pt x="107628" y="106036"/>
                    <a:pt x="107628" y="106036"/>
                  </a:cubicBezTo>
                  <a:cubicBezTo>
                    <a:pt x="108865" y="106472"/>
                    <a:pt x="108865" y="106472"/>
                    <a:pt x="108865" y="106472"/>
                  </a:cubicBezTo>
                  <a:cubicBezTo>
                    <a:pt x="108865" y="106472"/>
                    <a:pt x="110927" y="106690"/>
                    <a:pt x="110927" y="106472"/>
                  </a:cubicBezTo>
                  <a:cubicBezTo>
                    <a:pt x="111340" y="106254"/>
                    <a:pt x="111752" y="105818"/>
                    <a:pt x="111752" y="105818"/>
                  </a:cubicBezTo>
                  <a:cubicBezTo>
                    <a:pt x="111752" y="105163"/>
                    <a:pt x="111752" y="105163"/>
                    <a:pt x="111752" y="105163"/>
                  </a:cubicBezTo>
                  <a:cubicBezTo>
                    <a:pt x="115876" y="103636"/>
                    <a:pt x="115876" y="103636"/>
                    <a:pt x="115876" y="103636"/>
                  </a:cubicBezTo>
                  <a:cubicBezTo>
                    <a:pt x="117525" y="102327"/>
                    <a:pt x="117525" y="102327"/>
                    <a:pt x="117525" y="102327"/>
                  </a:cubicBezTo>
                  <a:cubicBezTo>
                    <a:pt x="117938" y="101018"/>
                    <a:pt x="117938" y="101018"/>
                    <a:pt x="117938" y="101018"/>
                  </a:cubicBezTo>
                  <a:cubicBezTo>
                    <a:pt x="120000" y="99054"/>
                    <a:pt x="120000" y="99054"/>
                    <a:pt x="120000" y="99054"/>
                  </a:cubicBezTo>
                  <a:cubicBezTo>
                    <a:pt x="119587" y="96436"/>
                    <a:pt x="119587" y="96436"/>
                    <a:pt x="119587" y="96436"/>
                  </a:cubicBezTo>
                  <a:cubicBezTo>
                    <a:pt x="117525" y="94690"/>
                    <a:pt x="117525" y="94690"/>
                    <a:pt x="117525" y="94690"/>
                  </a:cubicBezTo>
                  <a:cubicBezTo>
                    <a:pt x="117525" y="94690"/>
                    <a:pt x="115051" y="93600"/>
                    <a:pt x="114226" y="93381"/>
                  </a:cubicBezTo>
                  <a:cubicBezTo>
                    <a:pt x="113402" y="93381"/>
                    <a:pt x="108865" y="92727"/>
                    <a:pt x="108865" y="92727"/>
                  </a:cubicBezTo>
                  <a:cubicBezTo>
                    <a:pt x="105567" y="92290"/>
                    <a:pt x="105567" y="92290"/>
                    <a:pt x="105567" y="92290"/>
                  </a:cubicBezTo>
                  <a:cubicBezTo>
                    <a:pt x="103917" y="92727"/>
                    <a:pt x="103917" y="92727"/>
                    <a:pt x="103917" y="92727"/>
                  </a:cubicBezTo>
                  <a:cubicBezTo>
                    <a:pt x="103505" y="93381"/>
                    <a:pt x="103505" y="93381"/>
                    <a:pt x="103505" y="93381"/>
                  </a:cubicBezTo>
                  <a:cubicBezTo>
                    <a:pt x="102268" y="93818"/>
                    <a:pt x="102268" y="93818"/>
                    <a:pt x="102268" y="93818"/>
                  </a:cubicBezTo>
                  <a:cubicBezTo>
                    <a:pt x="102268" y="93818"/>
                    <a:pt x="101030" y="94254"/>
                    <a:pt x="101030" y="94254"/>
                  </a:cubicBezTo>
                  <a:cubicBezTo>
                    <a:pt x="100618" y="94254"/>
                    <a:pt x="99793" y="93600"/>
                    <a:pt x="99793" y="93600"/>
                  </a:cubicBezTo>
                  <a:cubicBezTo>
                    <a:pt x="99793" y="93600"/>
                    <a:pt x="98556" y="92945"/>
                    <a:pt x="98556" y="92945"/>
                  </a:cubicBezTo>
                  <a:cubicBezTo>
                    <a:pt x="98144" y="92945"/>
                    <a:pt x="96907" y="92727"/>
                    <a:pt x="96907" y="92727"/>
                  </a:cubicBezTo>
                  <a:cubicBezTo>
                    <a:pt x="98556" y="92072"/>
                    <a:pt x="98556" y="92072"/>
                    <a:pt x="98556" y="92072"/>
                  </a:cubicBezTo>
                  <a:cubicBezTo>
                    <a:pt x="100618" y="91636"/>
                    <a:pt x="100618" y="91636"/>
                    <a:pt x="100618" y="91636"/>
                  </a:cubicBezTo>
                  <a:cubicBezTo>
                    <a:pt x="100618" y="91636"/>
                    <a:pt x="101443" y="91200"/>
                    <a:pt x="101443" y="90981"/>
                  </a:cubicBezTo>
                  <a:cubicBezTo>
                    <a:pt x="101855" y="90981"/>
                    <a:pt x="102680" y="90545"/>
                    <a:pt x="102680" y="90545"/>
                  </a:cubicBezTo>
                  <a:cubicBezTo>
                    <a:pt x="103092" y="88800"/>
                    <a:pt x="103092" y="88800"/>
                    <a:pt x="103092" y="88800"/>
                  </a:cubicBezTo>
                  <a:cubicBezTo>
                    <a:pt x="102268" y="87054"/>
                    <a:pt x="102268" y="87054"/>
                    <a:pt x="102268" y="87054"/>
                  </a:cubicBezTo>
                  <a:cubicBezTo>
                    <a:pt x="101030" y="86181"/>
                    <a:pt x="101030" y="86181"/>
                    <a:pt x="101030" y="86181"/>
                  </a:cubicBezTo>
                  <a:cubicBezTo>
                    <a:pt x="100206" y="85309"/>
                    <a:pt x="100206" y="85309"/>
                    <a:pt x="100206" y="85309"/>
                  </a:cubicBezTo>
                  <a:cubicBezTo>
                    <a:pt x="99381" y="85309"/>
                    <a:pt x="99381" y="85309"/>
                    <a:pt x="99381" y="85309"/>
                  </a:cubicBezTo>
                  <a:cubicBezTo>
                    <a:pt x="97731" y="84654"/>
                    <a:pt x="97731" y="84654"/>
                    <a:pt x="97731" y="84654"/>
                  </a:cubicBezTo>
                  <a:cubicBezTo>
                    <a:pt x="96494" y="83781"/>
                    <a:pt x="96494" y="83781"/>
                    <a:pt x="96494" y="83781"/>
                  </a:cubicBezTo>
                  <a:cubicBezTo>
                    <a:pt x="96082" y="83127"/>
                    <a:pt x="96082" y="83127"/>
                    <a:pt x="96082" y="83127"/>
                  </a:cubicBezTo>
                  <a:cubicBezTo>
                    <a:pt x="96494" y="82690"/>
                    <a:pt x="96494" y="82690"/>
                    <a:pt x="96494" y="82690"/>
                  </a:cubicBezTo>
                  <a:cubicBezTo>
                    <a:pt x="96907" y="82909"/>
                    <a:pt x="96907" y="82909"/>
                    <a:pt x="96907" y="82909"/>
                  </a:cubicBezTo>
                  <a:cubicBezTo>
                    <a:pt x="96907" y="82909"/>
                    <a:pt x="96907" y="83345"/>
                    <a:pt x="97319" y="83345"/>
                  </a:cubicBezTo>
                  <a:cubicBezTo>
                    <a:pt x="97319" y="83563"/>
                    <a:pt x="97731" y="83781"/>
                    <a:pt x="97731" y="83781"/>
                  </a:cubicBezTo>
                  <a:cubicBezTo>
                    <a:pt x="98144" y="84000"/>
                    <a:pt x="99793" y="84436"/>
                    <a:pt x="99793" y="84436"/>
                  </a:cubicBezTo>
                  <a:cubicBezTo>
                    <a:pt x="100618" y="84436"/>
                    <a:pt x="100618" y="84436"/>
                    <a:pt x="100618" y="84436"/>
                  </a:cubicBezTo>
                  <a:cubicBezTo>
                    <a:pt x="101443" y="85090"/>
                    <a:pt x="101443" y="85090"/>
                    <a:pt x="101443" y="85090"/>
                  </a:cubicBezTo>
                  <a:cubicBezTo>
                    <a:pt x="101443" y="85090"/>
                    <a:pt x="101855" y="84436"/>
                    <a:pt x="101855" y="84436"/>
                  </a:cubicBezTo>
                  <a:cubicBezTo>
                    <a:pt x="101855" y="84218"/>
                    <a:pt x="100618" y="83345"/>
                    <a:pt x="100618" y="83345"/>
                  </a:cubicBezTo>
                  <a:cubicBezTo>
                    <a:pt x="100206" y="83345"/>
                    <a:pt x="99793" y="82472"/>
                    <a:pt x="99793" y="82472"/>
                  </a:cubicBezTo>
                  <a:cubicBezTo>
                    <a:pt x="99381" y="82254"/>
                    <a:pt x="98556" y="80945"/>
                    <a:pt x="98556" y="80945"/>
                  </a:cubicBezTo>
                  <a:cubicBezTo>
                    <a:pt x="98556" y="80945"/>
                    <a:pt x="98144" y="80509"/>
                    <a:pt x="98144" y="80290"/>
                  </a:cubicBezTo>
                  <a:cubicBezTo>
                    <a:pt x="98144" y="80290"/>
                    <a:pt x="98144" y="79200"/>
                    <a:pt x="98144" y="79200"/>
                  </a:cubicBezTo>
                  <a:cubicBezTo>
                    <a:pt x="98969" y="78981"/>
                    <a:pt x="98969" y="78981"/>
                    <a:pt x="98969" y="78981"/>
                  </a:cubicBezTo>
                  <a:cubicBezTo>
                    <a:pt x="99793" y="78545"/>
                    <a:pt x="99793" y="78545"/>
                    <a:pt x="99793" y="78545"/>
                  </a:cubicBezTo>
                  <a:cubicBezTo>
                    <a:pt x="99793" y="78545"/>
                    <a:pt x="99381" y="78545"/>
                    <a:pt x="99381" y="78327"/>
                  </a:cubicBezTo>
                  <a:cubicBezTo>
                    <a:pt x="98969" y="77890"/>
                    <a:pt x="98144" y="77454"/>
                    <a:pt x="98144" y="77454"/>
                  </a:cubicBezTo>
                  <a:cubicBezTo>
                    <a:pt x="98144" y="77454"/>
                    <a:pt x="97319" y="77236"/>
                    <a:pt x="96907" y="77018"/>
                  </a:cubicBezTo>
                  <a:cubicBezTo>
                    <a:pt x="96907" y="76581"/>
                    <a:pt x="96494" y="76145"/>
                    <a:pt x="96494" y="76145"/>
                  </a:cubicBezTo>
                  <a:cubicBezTo>
                    <a:pt x="96494" y="75927"/>
                    <a:pt x="96082" y="74618"/>
                    <a:pt x="96082" y="74618"/>
                  </a:cubicBezTo>
                  <a:cubicBezTo>
                    <a:pt x="94020" y="73527"/>
                    <a:pt x="94020" y="73527"/>
                    <a:pt x="94020" y="73527"/>
                  </a:cubicBezTo>
                  <a:cubicBezTo>
                    <a:pt x="94020" y="73527"/>
                    <a:pt x="93195" y="73090"/>
                    <a:pt x="92783" y="72872"/>
                  </a:cubicBezTo>
                  <a:cubicBezTo>
                    <a:pt x="92783" y="72872"/>
                    <a:pt x="91546" y="72654"/>
                    <a:pt x="91546" y="72654"/>
                  </a:cubicBezTo>
                  <a:cubicBezTo>
                    <a:pt x="91134" y="72654"/>
                    <a:pt x="89072" y="72000"/>
                    <a:pt x="89072" y="72000"/>
                  </a:cubicBezTo>
                  <a:cubicBezTo>
                    <a:pt x="89072" y="72000"/>
                    <a:pt x="87422" y="70909"/>
                    <a:pt x="87422" y="70690"/>
                  </a:cubicBezTo>
                  <a:cubicBezTo>
                    <a:pt x="87422" y="70472"/>
                    <a:pt x="86597" y="69163"/>
                    <a:pt x="86597" y="69163"/>
                  </a:cubicBezTo>
                  <a:cubicBezTo>
                    <a:pt x="86597" y="68290"/>
                    <a:pt x="86597" y="68290"/>
                    <a:pt x="86597" y="68290"/>
                  </a:cubicBezTo>
                  <a:cubicBezTo>
                    <a:pt x="85773" y="66545"/>
                    <a:pt x="85773" y="66545"/>
                    <a:pt x="85773" y="66545"/>
                  </a:cubicBezTo>
                  <a:cubicBezTo>
                    <a:pt x="85360" y="64800"/>
                    <a:pt x="85360" y="64800"/>
                    <a:pt x="85360" y="64800"/>
                  </a:cubicBezTo>
                  <a:cubicBezTo>
                    <a:pt x="85360" y="63054"/>
                    <a:pt x="85360" y="63054"/>
                    <a:pt x="85360" y="63054"/>
                  </a:cubicBezTo>
                  <a:cubicBezTo>
                    <a:pt x="85360" y="61527"/>
                    <a:pt x="85360" y="61527"/>
                    <a:pt x="85360" y="61527"/>
                  </a:cubicBezTo>
                  <a:cubicBezTo>
                    <a:pt x="85360" y="60218"/>
                    <a:pt x="85360" y="60218"/>
                    <a:pt x="85360" y="60218"/>
                  </a:cubicBezTo>
                  <a:cubicBezTo>
                    <a:pt x="83298" y="58909"/>
                    <a:pt x="83298" y="58909"/>
                    <a:pt x="83298" y="58909"/>
                  </a:cubicBezTo>
                  <a:cubicBezTo>
                    <a:pt x="82474" y="57600"/>
                    <a:pt x="82474" y="57600"/>
                    <a:pt x="82474" y="57600"/>
                  </a:cubicBezTo>
                  <a:cubicBezTo>
                    <a:pt x="80000" y="56290"/>
                    <a:pt x="80000" y="56290"/>
                    <a:pt x="80000" y="56290"/>
                  </a:cubicBezTo>
                  <a:cubicBezTo>
                    <a:pt x="78350" y="55200"/>
                    <a:pt x="78350" y="55200"/>
                    <a:pt x="78350" y="55200"/>
                  </a:cubicBezTo>
                  <a:cubicBezTo>
                    <a:pt x="77113" y="54981"/>
                    <a:pt x="77113" y="54981"/>
                    <a:pt x="77113" y="54981"/>
                  </a:cubicBezTo>
                  <a:cubicBezTo>
                    <a:pt x="75051" y="53672"/>
                    <a:pt x="75051" y="53672"/>
                    <a:pt x="75051" y="53672"/>
                  </a:cubicBezTo>
                  <a:cubicBezTo>
                    <a:pt x="73402" y="53454"/>
                    <a:pt x="73402" y="53454"/>
                    <a:pt x="73402" y="53454"/>
                  </a:cubicBezTo>
                  <a:cubicBezTo>
                    <a:pt x="71752" y="53890"/>
                    <a:pt x="71752" y="53890"/>
                    <a:pt x="71752" y="53890"/>
                  </a:cubicBezTo>
                  <a:cubicBezTo>
                    <a:pt x="70103" y="54109"/>
                    <a:pt x="70103" y="54109"/>
                    <a:pt x="70103" y="54109"/>
                  </a:cubicBezTo>
                  <a:cubicBezTo>
                    <a:pt x="68453" y="54327"/>
                    <a:pt x="68453" y="54327"/>
                    <a:pt x="68453" y="54327"/>
                  </a:cubicBezTo>
                  <a:cubicBezTo>
                    <a:pt x="65567" y="53672"/>
                    <a:pt x="65567" y="53672"/>
                    <a:pt x="65567" y="53672"/>
                  </a:cubicBezTo>
                  <a:cubicBezTo>
                    <a:pt x="64329" y="53018"/>
                    <a:pt x="64329" y="53018"/>
                    <a:pt x="64329" y="53018"/>
                  </a:cubicBezTo>
                  <a:cubicBezTo>
                    <a:pt x="62680" y="52800"/>
                    <a:pt x="62680" y="52800"/>
                    <a:pt x="62680" y="52800"/>
                  </a:cubicBezTo>
                  <a:cubicBezTo>
                    <a:pt x="61855" y="52800"/>
                    <a:pt x="61855" y="52800"/>
                    <a:pt x="61855" y="52800"/>
                  </a:cubicBezTo>
                  <a:cubicBezTo>
                    <a:pt x="61855" y="52800"/>
                    <a:pt x="61855" y="52581"/>
                    <a:pt x="61855" y="52581"/>
                  </a:cubicBezTo>
                  <a:cubicBezTo>
                    <a:pt x="61855" y="52581"/>
                    <a:pt x="62680" y="52581"/>
                    <a:pt x="62680" y="52581"/>
                  </a:cubicBezTo>
                  <a:cubicBezTo>
                    <a:pt x="62680" y="52581"/>
                    <a:pt x="63505" y="52800"/>
                    <a:pt x="63917" y="52800"/>
                  </a:cubicBezTo>
                  <a:cubicBezTo>
                    <a:pt x="63917" y="52800"/>
                    <a:pt x="65154" y="53018"/>
                    <a:pt x="65154" y="53018"/>
                  </a:cubicBezTo>
                  <a:cubicBezTo>
                    <a:pt x="65154" y="53018"/>
                    <a:pt x="65567" y="53236"/>
                    <a:pt x="65979" y="53236"/>
                  </a:cubicBezTo>
                  <a:cubicBezTo>
                    <a:pt x="66391" y="53236"/>
                    <a:pt x="67628" y="53236"/>
                    <a:pt x="67628" y="53236"/>
                  </a:cubicBezTo>
                  <a:cubicBezTo>
                    <a:pt x="68865" y="52800"/>
                    <a:pt x="68865" y="52800"/>
                    <a:pt x="68865" y="52800"/>
                  </a:cubicBezTo>
                  <a:cubicBezTo>
                    <a:pt x="69278" y="52145"/>
                    <a:pt x="69278" y="52145"/>
                    <a:pt x="69278" y="52145"/>
                  </a:cubicBezTo>
                  <a:cubicBezTo>
                    <a:pt x="70515" y="51927"/>
                    <a:pt x="70515" y="51927"/>
                    <a:pt x="70515" y="51927"/>
                  </a:cubicBezTo>
                  <a:cubicBezTo>
                    <a:pt x="71340" y="51709"/>
                    <a:pt x="71340" y="51709"/>
                    <a:pt x="71340" y="51709"/>
                  </a:cubicBezTo>
                  <a:cubicBezTo>
                    <a:pt x="72164" y="51709"/>
                    <a:pt x="72164" y="51709"/>
                    <a:pt x="72164" y="51709"/>
                  </a:cubicBezTo>
                  <a:cubicBezTo>
                    <a:pt x="72164" y="51709"/>
                    <a:pt x="72577" y="52145"/>
                    <a:pt x="73402" y="51927"/>
                  </a:cubicBezTo>
                  <a:cubicBezTo>
                    <a:pt x="74226" y="51927"/>
                    <a:pt x="74639" y="51709"/>
                    <a:pt x="74639" y="51709"/>
                  </a:cubicBezTo>
                  <a:cubicBezTo>
                    <a:pt x="74639" y="51709"/>
                    <a:pt x="76288" y="51272"/>
                    <a:pt x="75876" y="51272"/>
                  </a:cubicBezTo>
                  <a:cubicBezTo>
                    <a:pt x="75876" y="51054"/>
                    <a:pt x="75876" y="50836"/>
                    <a:pt x="75463" y="50836"/>
                  </a:cubicBezTo>
                  <a:cubicBezTo>
                    <a:pt x="75463" y="50618"/>
                    <a:pt x="74639" y="50181"/>
                    <a:pt x="74639" y="50181"/>
                  </a:cubicBezTo>
                  <a:cubicBezTo>
                    <a:pt x="74639" y="50181"/>
                    <a:pt x="74226" y="50181"/>
                    <a:pt x="74226" y="49963"/>
                  </a:cubicBezTo>
                  <a:cubicBezTo>
                    <a:pt x="74226" y="49745"/>
                    <a:pt x="74226" y="49309"/>
                    <a:pt x="74226" y="49309"/>
                  </a:cubicBezTo>
                  <a:cubicBezTo>
                    <a:pt x="73402" y="48872"/>
                    <a:pt x="73402" y="48872"/>
                    <a:pt x="73402" y="48872"/>
                  </a:cubicBezTo>
                  <a:cubicBezTo>
                    <a:pt x="73402" y="48872"/>
                    <a:pt x="72989" y="48872"/>
                    <a:pt x="72577" y="48872"/>
                  </a:cubicBezTo>
                  <a:cubicBezTo>
                    <a:pt x="72164" y="48872"/>
                    <a:pt x="71752" y="49090"/>
                    <a:pt x="71752" y="49090"/>
                  </a:cubicBezTo>
                  <a:cubicBezTo>
                    <a:pt x="70103" y="49309"/>
                    <a:pt x="70103" y="49309"/>
                    <a:pt x="70103" y="49309"/>
                  </a:cubicBezTo>
                  <a:cubicBezTo>
                    <a:pt x="68041" y="49527"/>
                    <a:pt x="68041" y="49527"/>
                    <a:pt x="68041" y="49527"/>
                  </a:cubicBezTo>
                  <a:cubicBezTo>
                    <a:pt x="68041" y="49309"/>
                    <a:pt x="68041" y="49309"/>
                    <a:pt x="68041" y="49309"/>
                  </a:cubicBezTo>
                  <a:cubicBezTo>
                    <a:pt x="70103" y="49090"/>
                    <a:pt x="70103" y="49090"/>
                    <a:pt x="70103" y="49090"/>
                  </a:cubicBezTo>
                  <a:cubicBezTo>
                    <a:pt x="71340" y="48654"/>
                    <a:pt x="71340" y="48654"/>
                    <a:pt x="71340" y="48654"/>
                  </a:cubicBezTo>
                  <a:cubicBezTo>
                    <a:pt x="71340" y="48654"/>
                    <a:pt x="71340" y="48436"/>
                    <a:pt x="71752" y="48436"/>
                  </a:cubicBezTo>
                  <a:cubicBezTo>
                    <a:pt x="72164" y="48436"/>
                    <a:pt x="73402" y="48654"/>
                    <a:pt x="73402" y="48654"/>
                  </a:cubicBezTo>
                  <a:cubicBezTo>
                    <a:pt x="73814" y="48654"/>
                    <a:pt x="75463" y="48654"/>
                    <a:pt x="75463" y="48654"/>
                  </a:cubicBezTo>
                  <a:cubicBezTo>
                    <a:pt x="75463" y="48654"/>
                    <a:pt x="76701" y="48218"/>
                    <a:pt x="76701" y="48000"/>
                  </a:cubicBezTo>
                  <a:cubicBezTo>
                    <a:pt x="77113" y="48000"/>
                    <a:pt x="78762" y="47563"/>
                    <a:pt x="78762" y="47563"/>
                  </a:cubicBezTo>
                  <a:cubicBezTo>
                    <a:pt x="78762" y="46909"/>
                    <a:pt x="78762" y="46909"/>
                    <a:pt x="78762" y="46909"/>
                  </a:cubicBezTo>
                  <a:cubicBezTo>
                    <a:pt x="78762" y="46909"/>
                    <a:pt x="79175" y="46254"/>
                    <a:pt x="79587" y="46254"/>
                  </a:cubicBezTo>
                  <a:cubicBezTo>
                    <a:pt x="79587" y="46254"/>
                    <a:pt x="81237" y="45600"/>
                    <a:pt x="81237" y="45600"/>
                  </a:cubicBezTo>
                  <a:cubicBezTo>
                    <a:pt x="82886" y="44727"/>
                    <a:pt x="82886" y="44727"/>
                    <a:pt x="82886" y="44727"/>
                  </a:cubicBezTo>
                  <a:cubicBezTo>
                    <a:pt x="83711" y="43636"/>
                    <a:pt x="83711" y="43636"/>
                    <a:pt x="83711" y="43636"/>
                  </a:cubicBezTo>
                  <a:cubicBezTo>
                    <a:pt x="84536" y="42763"/>
                    <a:pt x="84536" y="42763"/>
                    <a:pt x="84536" y="42763"/>
                  </a:cubicBezTo>
                  <a:cubicBezTo>
                    <a:pt x="84536" y="42763"/>
                    <a:pt x="86185" y="42109"/>
                    <a:pt x="85773" y="41890"/>
                  </a:cubicBezTo>
                  <a:cubicBezTo>
                    <a:pt x="85773" y="41454"/>
                    <a:pt x="85773" y="40800"/>
                    <a:pt x="85773" y="40800"/>
                  </a:cubicBezTo>
                  <a:cubicBezTo>
                    <a:pt x="85773" y="40800"/>
                    <a:pt x="87010" y="40363"/>
                    <a:pt x="87422" y="40145"/>
                  </a:cubicBezTo>
                  <a:cubicBezTo>
                    <a:pt x="87422" y="39927"/>
                    <a:pt x="90309" y="38836"/>
                    <a:pt x="90309" y="38836"/>
                  </a:cubicBezTo>
                  <a:cubicBezTo>
                    <a:pt x="90721" y="37745"/>
                    <a:pt x="90721" y="37745"/>
                    <a:pt x="90721" y="37745"/>
                  </a:cubicBezTo>
                  <a:cubicBezTo>
                    <a:pt x="90309" y="37309"/>
                    <a:pt x="90309" y="37309"/>
                    <a:pt x="90309" y="37309"/>
                  </a:cubicBezTo>
                  <a:cubicBezTo>
                    <a:pt x="89896" y="36654"/>
                    <a:pt x="89896" y="36654"/>
                    <a:pt x="89896" y="36654"/>
                  </a:cubicBezTo>
                  <a:cubicBezTo>
                    <a:pt x="89072" y="36000"/>
                    <a:pt x="89072" y="36000"/>
                    <a:pt x="89072" y="36000"/>
                  </a:cubicBezTo>
                  <a:cubicBezTo>
                    <a:pt x="88247" y="35345"/>
                    <a:pt x="88247" y="35345"/>
                    <a:pt x="88247" y="35345"/>
                  </a:cubicBezTo>
                  <a:cubicBezTo>
                    <a:pt x="86597" y="35345"/>
                    <a:pt x="86597" y="35345"/>
                    <a:pt x="86597" y="35345"/>
                  </a:cubicBezTo>
                  <a:cubicBezTo>
                    <a:pt x="86597" y="35345"/>
                    <a:pt x="86185" y="35781"/>
                    <a:pt x="86185" y="35563"/>
                  </a:cubicBezTo>
                  <a:cubicBezTo>
                    <a:pt x="85773" y="35563"/>
                    <a:pt x="84948" y="35127"/>
                    <a:pt x="84948" y="35127"/>
                  </a:cubicBezTo>
                  <a:cubicBezTo>
                    <a:pt x="83298" y="35345"/>
                    <a:pt x="83298" y="35345"/>
                    <a:pt x="83298" y="35345"/>
                  </a:cubicBezTo>
                  <a:cubicBezTo>
                    <a:pt x="81237" y="35127"/>
                    <a:pt x="81237" y="35127"/>
                    <a:pt x="81237" y="35127"/>
                  </a:cubicBezTo>
                  <a:cubicBezTo>
                    <a:pt x="80824" y="34690"/>
                    <a:pt x="80824" y="34690"/>
                    <a:pt x="80824" y="34690"/>
                  </a:cubicBezTo>
                  <a:cubicBezTo>
                    <a:pt x="79175" y="34690"/>
                    <a:pt x="79175" y="34690"/>
                    <a:pt x="79175" y="34690"/>
                  </a:cubicBezTo>
                  <a:cubicBezTo>
                    <a:pt x="78350" y="34472"/>
                    <a:pt x="78350" y="34472"/>
                    <a:pt x="78350" y="34472"/>
                  </a:cubicBezTo>
                  <a:cubicBezTo>
                    <a:pt x="76701" y="34690"/>
                    <a:pt x="76701" y="34690"/>
                    <a:pt x="76701" y="34690"/>
                  </a:cubicBezTo>
                  <a:cubicBezTo>
                    <a:pt x="75463" y="34690"/>
                    <a:pt x="75463" y="34690"/>
                    <a:pt x="75463" y="34690"/>
                  </a:cubicBezTo>
                  <a:cubicBezTo>
                    <a:pt x="74639" y="34472"/>
                    <a:pt x="74639" y="34472"/>
                    <a:pt x="74639" y="34472"/>
                  </a:cubicBezTo>
                  <a:cubicBezTo>
                    <a:pt x="73402" y="33818"/>
                    <a:pt x="73402" y="33818"/>
                    <a:pt x="73402" y="33818"/>
                  </a:cubicBezTo>
                  <a:cubicBezTo>
                    <a:pt x="70927" y="33818"/>
                    <a:pt x="70927" y="33818"/>
                    <a:pt x="70927" y="33818"/>
                  </a:cubicBezTo>
                  <a:cubicBezTo>
                    <a:pt x="70515" y="34254"/>
                    <a:pt x="70515" y="34254"/>
                    <a:pt x="70515" y="34254"/>
                  </a:cubicBezTo>
                  <a:cubicBezTo>
                    <a:pt x="68865" y="34254"/>
                    <a:pt x="68865" y="34254"/>
                    <a:pt x="68865" y="34254"/>
                  </a:cubicBezTo>
                  <a:cubicBezTo>
                    <a:pt x="68865" y="34254"/>
                    <a:pt x="68453" y="34254"/>
                    <a:pt x="68041" y="34254"/>
                  </a:cubicBezTo>
                  <a:cubicBezTo>
                    <a:pt x="68041" y="34254"/>
                    <a:pt x="67216" y="34472"/>
                    <a:pt x="67216" y="34472"/>
                  </a:cubicBezTo>
                  <a:cubicBezTo>
                    <a:pt x="66391" y="34690"/>
                    <a:pt x="66391" y="34690"/>
                    <a:pt x="66391" y="34690"/>
                  </a:cubicBezTo>
                  <a:cubicBezTo>
                    <a:pt x="65567" y="34690"/>
                    <a:pt x="65567" y="34690"/>
                    <a:pt x="65567" y="34690"/>
                  </a:cubicBezTo>
                  <a:cubicBezTo>
                    <a:pt x="63917" y="34472"/>
                    <a:pt x="63917" y="34472"/>
                    <a:pt x="63917" y="34472"/>
                  </a:cubicBezTo>
                  <a:cubicBezTo>
                    <a:pt x="63092" y="35127"/>
                    <a:pt x="63092" y="35127"/>
                    <a:pt x="63092" y="35127"/>
                  </a:cubicBezTo>
                  <a:cubicBezTo>
                    <a:pt x="61855" y="35345"/>
                    <a:pt x="61855" y="35345"/>
                    <a:pt x="61855" y="35345"/>
                  </a:cubicBezTo>
                  <a:cubicBezTo>
                    <a:pt x="60618" y="36000"/>
                    <a:pt x="60618" y="36000"/>
                    <a:pt x="60618" y="36000"/>
                  </a:cubicBezTo>
                  <a:cubicBezTo>
                    <a:pt x="61030" y="35345"/>
                    <a:pt x="61030" y="35345"/>
                    <a:pt x="61030" y="35345"/>
                  </a:cubicBezTo>
                  <a:cubicBezTo>
                    <a:pt x="61855" y="34909"/>
                    <a:pt x="61855" y="34909"/>
                    <a:pt x="61855" y="34909"/>
                  </a:cubicBezTo>
                  <a:cubicBezTo>
                    <a:pt x="63092" y="34690"/>
                    <a:pt x="63092" y="34690"/>
                    <a:pt x="63092" y="34690"/>
                  </a:cubicBezTo>
                  <a:cubicBezTo>
                    <a:pt x="63917" y="34036"/>
                    <a:pt x="63917" y="34036"/>
                    <a:pt x="63917" y="34036"/>
                  </a:cubicBezTo>
                  <a:cubicBezTo>
                    <a:pt x="63917" y="34036"/>
                    <a:pt x="64742" y="33818"/>
                    <a:pt x="64742" y="33600"/>
                  </a:cubicBezTo>
                  <a:cubicBezTo>
                    <a:pt x="65154" y="33600"/>
                    <a:pt x="65979" y="33163"/>
                    <a:pt x="65979" y="33163"/>
                  </a:cubicBezTo>
                  <a:cubicBezTo>
                    <a:pt x="64742" y="32945"/>
                    <a:pt x="64742" y="32945"/>
                    <a:pt x="64742" y="32945"/>
                  </a:cubicBezTo>
                  <a:cubicBezTo>
                    <a:pt x="63505" y="33381"/>
                    <a:pt x="63505" y="33381"/>
                    <a:pt x="63505" y="33381"/>
                  </a:cubicBezTo>
                  <a:cubicBezTo>
                    <a:pt x="63505" y="33381"/>
                    <a:pt x="63092" y="33381"/>
                    <a:pt x="62680" y="33381"/>
                  </a:cubicBezTo>
                  <a:cubicBezTo>
                    <a:pt x="62680" y="33381"/>
                    <a:pt x="61443" y="33600"/>
                    <a:pt x="61443" y="33600"/>
                  </a:cubicBezTo>
                  <a:cubicBezTo>
                    <a:pt x="58969" y="34036"/>
                    <a:pt x="58969" y="34036"/>
                    <a:pt x="58969" y="34036"/>
                  </a:cubicBezTo>
                  <a:cubicBezTo>
                    <a:pt x="61443" y="33381"/>
                    <a:pt x="61443" y="33381"/>
                    <a:pt x="61443" y="33381"/>
                  </a:cubicBezTo>
                  <a:cubicBezTo>
                    <a:pt x="61443" y="33381"/>
                    <a:pt x="62268" y="33163"/>
                    <a:pt x="62680" y="32945"/>
                  </a:cubicBezTo>
                  <a:cubicBezTo>
                    <a:pt x="63092" y="32945"/>
                    <a:pt x="63917" y="32727"/>
                    <a:pt x="63917" y="32727"/>
                  </a:cubicBezTo>
                  <a:cubicBezTo>
                    <a:pt x="64329" y="32727"/>
                    <a:pt x="65154" y="32509"/>
                    <a:pt x="65154" y="32509"/>
                  </a:cubicBezTo>
                  <a:cubicBezTo>
                    <a:pt x="65567" y="32727"/>
                    <a:pt x="66391" y="32945"/>
                    <a:pt x="66804" y="32727"/>
                  </a:cubicBezTo>
                  <a:cubicBezTo>
                    <a:pt x="66804" y="32727"/>
                    <a:pt x="67216" y="32290"/>
                    <a:pt x="67628" y="32290"/>
                  </a:cubicBezTo>
                  <a:cubicBezTo>
                    <a:pt x="67628" y="32072"/>
                    <a:pt x="68453" y="31636"/>
                    <a:pt x="68453" y="31636"/>
                  </a:cubicBezTo>
                  <a:cubicBezTo>
                    <a:pt x="65979" y="31636"/>
                    <a:pt x="65979" y="31636"/>
                    <a:pt x="65979" y="31636"/>
                  </a:cubicBezTo>
                  <a:cubicBezTo>
                    <a:pt x="65979" y="31636"/>
                    <a:pt x="65567" y="31854"/>
                    <a:pt x="65154" y="31854"/>
                  </a:cubicBezTo>
                  <a:cubicBezTo>
                    <a:pt x="64742" y="31636"/>
                    <a:pt x="63917" y="31636"/>
                    <a:pt x="63505" y="31418"/>
                  </a:cubicBezTo>
                  <a:cubicBezTo>
                    <a:pt x="63505" y="31418"/>
                    <a:pt x="63092" y="31200"/>
                    <a:pt x="63092" y="31200"/>
                  </a:cubicBezTo>
                  <a:cubicBezTo>
                    <a:pt x="62680" y="31200"/>
                    <a:pt x="61855" y="30763"/>
                    <a:pt x="61855" y="30763"/>
                  </a:cubicBezTo>
                  <a:cubicBezTo>
                    <a:pt x="62268" y="30545"/>
                    <a:pt x="62268" y="30545"/>
                    <a:pt x="62268" y="30545"/>
                  </a:cubicBezTo>
                  <a:cubicBezTo>
                    <a:pt x="63092" y="30981"/>
                    <a:pt x="63092" y="30981"/>
                    <a:pt x="63092" y="30981"/>
                  </a:cubicBezTo>
                  <a:cubicBezTo>
                    <a:pt x="63092" y="30981"/>
                    <a:pt x="63505" y="31200"/>
                    <a:pt x="63917" y="31200"/>
                  </a:cubicBezTo>
                  <a:cubicBezTo>
                    <a:pt x="64329" y="31200"/>
                    <a:pt x="64742" y="30981"/>
                    <a:pt x="65567" y="30981"/>
                  </a:cubicBezTo>
                  <a:cubicBezTo>
                    <a:pt x="65979" y="31200"/>
                    <a:pt x="66804" y="30545"/>
                    <a:pt x="66804" y="30545"/>
                  </a:cubicBezTo>
                  <a:cubicBezTo>
                    <a:pt x="66804" y="30545"/>
                    <a:pt x="65979" y="30545"/>
                    <a:pt x="67216" y="30327"/>
                  </a:cubicBezTo>
                  <a:cubicBezTo>
                    <a:pt x="68041" y="29890"/>
                    <a:pt x="67628" y="30109"/>
                    <a:pt x="68453" y="29672"/>
                  </a:cubicBezTo>
                  <a:cubicBezTo>
                    <a:pt x="69278" y="29454"/>
                    <a:pt x="71340" y="28800"/>
                    <a:pt x="71340" y="28800"/>
                  </a:cubicBezTo>
                  <a:cubicBezTo>
                    <a:pt x="73814" y="28363"/>
                    <a:pt x="73814" y="28363"/>
                    <a:pt x="73814" y="28363"/>
                  </a:cubicBezTo>
                  <a:cubicBezTo>
                    <a:pt x="75463" y="27272"/>
                    <a:pt x="75463" y="27272"/>
                    <a:pt x="75463" y="27272"/>
                  </a:cubicBezTo>
                  <a:cubicBezTo>
                    <a:pt x="76701" y="27272"/>
                    <a:pt x="76701" y="27272"/>
                    <a:pt x="76701" y="27272"/>
                  </a:cubicBezTo>
                  <a:cubicBezTo>
                    <a:pt x="78350" y="26400"/>
                    <a:pt x="78350" y="26400"/>
                    <a:pt x="78350" y="26400"/>
                  </a:cubicBezTo>
                  <a:cubicBezTo>
                    <a:pt x="79175" y="25963"/>
                    <a:pt x="79175" y="25963"/>
                    <a:pt x="79175" y="25963"/>
                  </a:cubicBezTo>
                  <a:cubicBezTo>
                    <a:pt x="78762" y="24872"/>
                    <a:pt x="78762" y="24872"/>
                    <a:pt x="78762" y="24872"/>
                  </a:cubicBezTo>
                  <a:cubicBezTo>
                    <a:pt x="79587" y="24000"/>
                    <a:pt x="79587" y="24000"/>
                    <a:pt x="79587" y="24000"/>
                  </a:cubicBezTo>
                  <a:cubicBezTo>
                    <a:pt x="79587" y="23345"/>
                    <a:pt x="79587" y="23345"/>
                    <a:pt x="79587" y="23345"/>
                  </a:cubicBezTo>
                  <a:cubicBezTo>
                    <a:pt x="78350" y="23127"/>
                    <a:pt x="78350" y="23127"/>
                    <a:pt x="78350" y="23127"/>
                  </a:cubicBezTo>
                  <a:cubicBezTo>
                    <a:pt x="75876" y="23127"/>
                    <a:pt x="75876" y="23127"/>
                    <a:pt x="75876" y="23127"/>
                  </a:cubicBezTo>
                  <a:cubicBezTo>
                    <a:pt x="75876" y="23127"/>
                    <a:pt x="75463" y="23781"/>
                    <a:pt x="75051" y="23563"/>
                  </a:cubicBezTo>
                  <a:cubicBezTo>
                    <a:pt x="75051" y="23563"/>
                    <a:pt x="73402" y="22909"/>
                    <a:pt x="72989" y="22909"/>
                  </a:cubicBezTo>
                  <a:cubicBezTo>
                    <a:pt x="72989" y="22909"/>
                    <a:pt x="71340" y="23563"/>
                    <a:pt x="71340" y="23563"/>
                  </a:cubicBezTo>
                  <a:cubicBezTo>
                    <a:pt x="70515" y="23563"/>
                    <a:pt x="70515" y="23563"/>
                    <a:pt x="70515" y="23563"/>
                  </a:cubicBezTo>
                  <a:cubicBezTo>
                    <a:pt x="70515" y="23563"/>
                    <a:pt x="70103" y="23563"/>
                    <a:pt x="69278" y="23563"/>
                  </a:cubicBezTo>
                  <a:cubicBezTo>
                    <a:pt x="68453" y="23345"/>
                    <a:pt x="66804" y="23127"/>
                    <a:pt x="66804" y="23127"/>
                  </a:cubicBezTo>
                  <a:cubicBezTo>
                    <a:pt x="65567" y="23563"/>
                    <a:pt x="65567" y="23563"/>
                    <a:pt x="65567" y="23563"/>
                  </a:cubicBezTo>
                  <a:cubicBezTo>
                    <a:pt x="64742" y="23345"/>
                    <a:pt x="64742" y="23345"/>
                    <a:pt x="64742" y="23345"/>
                  </a:cubicBezTo>
                  <a:cubicBezTo>
                    <a:pt x="63092" y="24000"/>
                    <a:pt x="63092" y="24000"/>
                    <a:pt x="63092" y="24000"/>
                  </a:cubicBezTo>
                  <a:cubicBezTo>
                    <a:pt x="63092" y="23563"/>
                    <a:pt x="63092" y="23563"/>
                    <a:pt x="63092" y="23563"/>
                  </a:cubicBezTo>
                  <a:cubicBezTo>
                    <a:pt x="63917" y="22909"/>
                    <a:pt x="63917" y="22909"/>
                    <a:pt x="63917" y="22909"/>
                  </a:cubicBezTo>
                  <a:cubicBezTo>
                    <a:pt x="63917" y="22909"/>
                    <a:pt x="63505" y="22690"/>
                    <a:pt x="63092" y="22690"/>
                  </a:cubicBezTo>
                  <a:cubicBezTo>
                    <a:pt x="63092" y="22690"/>
                    <a:pt x="62268" y="22472"/>
                    <a:pt x="62268" y="22472"/>
                  </a:cubicBezTo>
                  <a:cubicBezTo>
                    <a:pt x="61443" y="23127"/>
                    <a:pt x="61443" y="23127"/>
                    <a:pt x="61443" y="23127"/>
                  </a:cubicBezTo>
                  <a:cubicBezTo>
                    <a:pt x="59793" y="23563"/>
                    <a:pt x="59793" y="23563"/>
                    <a:pt x="59793" y="23563"/>
                  </a:cubicBezTo>
                  <a:cubicBezTo>
                    <a:pt x="60206" y="23345"/>
                    <a:pt x="60206" y="23345"/>
                    <a:pt x="60206" y="23345"/>
                  </a:cubicBezTo>
                  <a:cubicBezTo>
                    <a:pt x="61443" y="22909"/>
                    <a:pt x="61443" y="22909"/>
                    <a:pt x="61443" y="22909"/>
                  </a:cubicBezTo>
                  <a:cubicBezTo>
                    <a:pt x="61443" y="22472"/>
                    <a:pt x="61443" y="22472"/>
                    <a:pt x="61443" y="22472"/>
                  </a:cubicBezTo>
                  <a:cubicBezTo>
                    <a:pt x="61443" y="22472"/>
                    <a:pt x="61030" y="22472"/>
                    <a:pt x="61030" y="22472"/>
                  </a:cubicBezTo>
                  <a:cubicBezTo>
                    <a:pt x="60618" y="22472"/>
                    <a:pt x="60206" y="22254"/>
                    <a:pt x="60206" y="22254"/>
                  </a:cubicBezTo>
                  <a:cubicBezTo>
                    <a:pt x="59381" y="22036"/>
                    <a:pt x="59381" y="22036"/>
                    <a:pt x="59381" y="22036"/>
                  </a:cubicBezTo>
                  <a:cubicBezTo>
                    <a:pt x="58969" y="21600"/>
                    <a:pt x="58969" y="21600"/>
                    <a:pt x="58969" y="21600"/>
                  </a:cubicBezTo>
                  <a:cubicBezTo>
                    <a:pt x="57731" y="21818"/>
                    <a:pt x="57731" y="21818"/>
                    <a:pt x="57731" y="21818"/>
                  </a:cubicBezTo>
                  <a:cubicBezTo>
                    <a:pt x="57319" y="22254"/>
                    <a:pt x="57319" y="22254"/>
                    <a:pt x="57319" y="22254"/>
                  </a:cubicBezTo>
                  <a:cubicBezTo>
                    <a:pt x="56494" y="22472"/>
                    <a:pt x="56494" y="22472"/>
                    <a:pt x="56494" y="22472"/>
                  </a:cubicBezTo>
                  <a:cubicBezTo>
                    <a:pt x="55670" y="22472"/>
                    <a:pt x="55670" y="22472"/>
                    <a:pt x="55670" y="22472"/>
                  </a:cubicBezTo>
                  <a:cubicBezTo>
                    <a:pt x="56082" y="23127"/>
                    <a:pt x="56082" y="23127"/>
                    <a:pt x="56082" y="23127"/>
                  </a:cubicBezTo>
                  <a:cubicBezTo>
                    <a:pt x="55670" y="23781"/>
                    <a:pt x="55670" y="23781"/>
                    <a:pt x="55670" y="23781"/>
                  </a:cubicBezTo>
                  <a:cubicBezTo>
                    <a:pt x="54432" y="23781"/>
                    <a:pt x="54432" y="23781"/>
                    <a:pt x="54432" y="23781"/>
                  </a:cubicBezTo>
                  <a:cubicBezTo>
                    <a:pt x="54432" y="23781"/>
                    <a:pt x="54432" y="24654"/>
                    <a:pt x="54845" y="24654"/>
                  </a:cubicBezTo>
                  <a:cubicBezTo>
                    <a:pt x="54845" y="24654"/>
                    <a:pt x="55257" y="25090"/>
                    <a:pt x="55257" y="25090"/>
                  </a:cubicBezTo>
                  <a:cubicBezTo>
                    <a:pt x="55257" y="25527"/>
                    <a:pt x="55257" y="25527"/>
                    <a:pt x="55257" y="25527"/>
                  </a:cubicBezTo>
                  <a:cubicBezTo>
                    <a:pt x="55670" y="25745"/>
                    <a:pt x="55670" y="25745"/>
                    <a:pt x="55670" y="25745"/>
                  </a:cubicBezTo>
                  <a:cubicBezTo>
                    <a:pt x="55670" y="25745"/>
                    <a:pt x="55257" y="25745"/>
                    <a:pt x="54845" y="25745"/>
                  </a:cubicBezTo>
                  <a:cubicBezTo>
                    <a:pt x="54845" y="25745"/>
                    <a:pt x="54432" y="25309"/>
                    <a:pt x="54432" y="25309"/>
                  </a:cubicBezTo>
                  <a:cubicBezTo>
                    <a:pt x="52783" y="25309"/>
                    <a:pt x="52783" y="25309"/>
                    <a:pt x="52783" y="25309"/>
                  </a:cubicBezTo>
                  <a:cubicBezTo>
                    <a:pt x="52371" y="25309"/>
                    <a:pt x="52371" y="25309"/>
                    <a:pt x="52371" y="25309"/>
                  </a:cubicBezTo>
                  <a:cubicBezTo>
                    <a:pt x="51958" y="25963"/>
                    <a:pt x="51958" y="25963"/>
                    <a:pt x="51958" y="25963"/>
                  </a:cubicBezTo>
                  <a:cubicBezTo>
                    <a:pt x="52371" y="26618"/>
                    <a:pt x="52371" y="26618"/>
                    <a:pt x="52371" y="26618"/>
                  </a:cubicBezTo>
                  <a:cubicBezTo>
                    <a:pt x="51958" y="27054"/>
                    <a:pt x="51958" y="27054"/>
                    <a:pt x="51958" y="27054"/>
                  </a:cubicBezTo>
                  <a:cubicBezTo>
                    <a:pt x="51546" y="27272"/>
                    <a:pt x="51546" y="27272"/>
                    <a:pt x="51546" y="27272"/>
                  </a:cubicBezTo>
                  <a:cubicBezTo>
                    <a:pt x="51546" y="27272"/>
                    <a:pt x="50721" y="27709"/>
                    <a:pt x="50721" y="27709"/>
                  </a:cubicBezTo>
                  <a:cubicBezTo>
                    <a:pt x="50721" y="27927"/>
                    <a:pt x="51134" y="28581"/>
                    <a:pt x="51134" y="28581"/>
                  </a:cubicBezTo>
                  <a:cubicBezTo>
                    <a:pt x="51134" y="28581"/>
                    <a:pt x="51546" y="29018"/>
                    <a:pt x="51958" y="29018"/>
                  </a:cubicBezTo>
                  <a:cubicBezTo>
                    <a:pt x="51958" y="29236"/>
                    <a:pt x="52783" y="29454"/>
                    <a:pt x="52783" y="29454"/>
                  </a:cubicBezTo>
                  <a:cubicBezTo>
                    <a:pt x="52783" y="30109"/>
                    <a:pt x="52783" y="30109"/>
                    <a:pt x="52783" y="30109"/>
                  </a:cubicBezTo>
                  <a:cubicBezTo>
                    <a:pt x="51958" y="29454"/>
                    <a:pt x="51958" y="29454"/>
                    <a:pt x="51958" y="29454"/>
                  </a:cubicBezTo>
                  <a:cubicBezTo>
                    <a:pt x="51958" y="29454"/>
                    <a:pt x="51546" y="29236"/>
                    <a:pt x="51134" y="29018"/>
                  </a:cubicBezTo>
                  <a:cubicBezTo>
                    <a:pt x="51134" y="29018"/>
                    <a:pt x="50721" y="28581"/>
                    <a:pt x="50721" y="28581"/>
                  </a:cubicBezTo>
                  <a:cubicBezTo>
                    <a:pt x="50721" y="28581"/>
                    <a:pt x="49896" y="28800"/>
                    <a:pt x="49896" y="28800"/>
                  </a:cubicBezTo>
                  <a:cubicBezTo>
                    <a:pt x="49896" y="28800"/>
                    <a:pt x="49484" y="28800"/>
                    <a:pt x="49896" y="29018"/>
                  </a:cubicBezTo>
                  <a:cubicBezTo>
                    <a:pt x="49896" y="29236"/>
                    <a:pt x="49072" y="29454"/>
                    <a:pt x="49072" y="29454"/>
                  </a:cubicBezTo>
                  <a:cubicBezTo>
                    <a:pt x="49072" y="29454"/>
                    <a:pt x="47835" y="29672"/>
                    <a:pt x="47835" y="29454"/>
                  </a:cubicBezTo>
                  <a:cubicBezTo>
                    <a:pt x="47835" y="29236"/>
                    <a:pt x="47835" y="29018"/>
                    <a:pt x="47422" y="28800"/>
                  </a:cubicBezTo>
                  <a:cubicBezTo>
                    <a:pt x="47422" y="28800"/>
                    <a:pt x="47010" y="28800"/>
                    <a:pt x="47010" y="28800"/>
                  </a:cubicBezTo>
                  <a:cubicBezTo>
                    <a:pt x="47010" y="29018"/>
                    <a:pt x="46597" y="29236"/>
                    <a:pt x="46597" y="29236"/>
                  </a:cubicBezTo>
                  <a:cubicBezTo>
                    <a:pt x="47010" y="29890"/>
                    <a:pt x="47010" y="29890"/>
                    <a:pt x="47010" y="29890"/>
                  </a:cubicBezTo>
                  <a:cubicBezTo>
                    <a:pt x="47010" y="29890"/>
                    <a:pt x="46597" y="30327"/>
                    <a:pt x="46597" y="30327"/>
                  </a:cubicBezTo>
                  <a:cubicBezTo>
                    <a:pt x="46597" y="30109"/>
                    <a:pt x="46185" y="29672"/>
                    <a:pt x="46185" y="29454"/>
                  </a:cubicBezTo>
                  <a:cubicBezTo>
                    <a:pt x="46185" y="29454"/>
                    <a:pt x="46185" y="29018"/>
                    <a:pt x="45773" y="29018"/>
                  </a:cubicBezTo>
                  <a:cubicBezTo>
                    <a:pt x="45773" y="29018"/>
                    <a:pt x="44948" y="29454"/>
                    <a:pt x="44948" y="29454"/>
                  </a:cubicBezTo>
                  <a:cubicBezTo>
                    <a:pt x="44948" y="29454"/>
                    <a:pt x="44536" y="29454"/>
                    <a:pt x="44536" y="29672"/>
                  </a:cubicBezTo>
                  <a:cubicBezTo>
                    <a:pt x="44536" y="29672"/>
                    <a:pt x="44123" y="30327"/>
                    <a:pt x="44536" y="30545"/>
                  </a:cubicBezTo>
                  <a:cubicBezTo>
                    <a:pt x="44948" y="30763"/>
                    <a:pt x="44948" y="30763"/>
                    <a:pt x="45360" y="30763"/>
                  </a:cubicBezTo>
                  <a:cubicBezTo>
                    <a:pt x="45773" y="30763"/>
                    <a:pt x="45773" y="30981"/>
                    <a:pt x="45773" y="30981"/>
                  </a:cubicBezTo>
                  <a:cubicBezTo>
                    <a:pt x="44123" y="30981"/>
                    <a:pt x="44123" y="30981"/>
                    <a:pt x="44123" y="30981"/>
                  </a:cubicBezTo>
                  <a:cubicBezTo>
                    <a:pt x="44123" y="30981"/>
                    <a:pt x="43711" y="31200"/>
                    <a:pt x="44123" y="31418"/>
                  </a:cubicBezTo>
                  <a:cubicBezTo>
                    <a:pt x="44123" y="31418"/>
                    <a:pt x="44123" y="31854"/>
                    <a:pt x="44123" y="31854"/>
                  </a:cubicBezTo>
                  <a:cubicBezTo>
                    <a:pt x="44123" y="31854"/>
                    <a:pt x="44948" y="32290"/>
                    <a:pt x="44948" y="32290"/>
                  </a:cubicBezTo>
                  <a:cubicBezTo>
                    <a:pt x="44948" y="32290"/>
                    <a:pt x="44536" y="32727"/>
                    <a:pt x="44536" y="32727"/>
                  </a:cubicBezTo>
                  <a:cubicBezTo>
                    <a:pt x="44536" y="32727"/>
                    <a:pt x="43711" y="32509"/>
                    <a:pt x="43711" y="32509"/>
                  </a:cubicBezTo>
                  <a:cubicBezTo>
                    <a:pt x="43298" y="32290"/>
                    <a:pt x="43298" y="32509"/>
                    <a:pt x="42886" y="32509"/>
                  </a:cubicBezTo>
                  <a:cubicBezTo>
                    <a:pt x="42886" y="32727"/>
                    <a:pt x="42474" y="32945"/>
                    <a:pt x="42474" y="33163"/>
                  </a:cubicBezTo>
                  <a:cubicBezTo>
                    <a:pt x="42474" y="33163"/>
                    <a:pt x="42886" y="33381"/>
                    <a:pt x="42886" y="33600"/>
                  </a:cubicBezTo>
                  <a:cubicBezTo>
                    <a:pt x="42474" y="34036"/>
                    <a:pt x="42474" y="34472"/>
                    <a:pt x="42474" y="34472"/>
                  </a:cubicBezTo>
                  <a:cubicBezTo>
                    <a:pt x="42474" y="34472"/>
                    <a:pt x="42061" y="34472"/>
                    <a:pt x="42474" y="34690"/>
                  </a:cubicBezTo>
                  <a:cubicBezTo>
                    <a:pt x="42886" y="34909"/>
                    <a:pt x="43711" y="34909"/>
                    <a:pt x="44123" y="34909"/>
                  </a:cubicBezTo>
                  <a:cubicBezTo>
                    <a:pt x="44536" y="34909"/>
                    <a:pt x="44536" y="34909"/>
                    <a:pt x="44536" y="34909"/>
                  </a:cubicBezTo>
                  <a:cubicBezTo>
                    <a:pt x="44948" y="34909"/>
                    <a:pt x="45360" y="34909"/>
                    <a:pt x="45773" y="35127"/>
                  </a:cubicBezTo>
                  <a:cubicBezTo>
                    <a:pt x="45773" y="35127"/>
                    <a:pt x="46185" y="35127"/>
                    <a:pt x="46185" y="35127"/>
                  </a:cubicBezTo>
                  <a:cubicBezTo>
                    <a:pt x="46185" y="35127"/>
                    <a:pt x="45773" y="35563"/>
                    <a:pt x="45360" y="35345"/>
                  </a:cubicBezTo>
                  <a:cubicBezTo>
                    <a:pt x="44948" y="35127"/>
                    <a:pt x="44123" y="35127"/>
                    <a:pt x="43711" y="35127"/>
                  </a:cubicBezTo>
                  <a:cubicBezTo>
                    <a:pt x="43298" y="35127"/>
                    <a:pt x="43711" y="35563"/>
                    <a:pt x="43711" y="35563"/>
                  </a:cubicBezTo>
                  <a:cubicBezTo>
                    <a:pt x="44123" y="36000"/>
                    <a:pt x="44123" y="36000"/>
                    <a:pt x="44123" y="36000"/>
                  </a:cubicBezTo>
                  <a:cubicBezTo>
                    <a:pt x="44123" y="36000"/>
                    <a:pt x="44536" y="36218"/>
                    <a:pt x="44123" y="36218"/>
                  </a:cubicBezTo>
                  <a:cubicBezTo>
                    <a:pt x="43711" y="36218"/>
                    <a:pt x="42886" y="36000"/>
                    <a:pt x="42886" y="36000"/>
                  </a:cubicBezTo>
                  <a:cubicBezTo>
                    <a:pt x="42886" y="36000"/>
                    <a:pt x="42886" y="36000"/>
                    <a:pt x="42474" y="36000"/>
                  </a:cubicBezTo>
                  <a:cubicBezTo>
                    <a:pt x="42474" y="36000"/>
                    <a:pt x="42061" y="36218"/>
                    <a:pt x="41649" y="36218"/>
                  </a:cubicBezTo>
                  <a:cubicBezTo>
                    <a:pt x="41237" y="36218"/>
                    <a:pt x="41237" y="36218"/>
                    <a:pt x="40824" y="36000"/>
                  </a:cubicBezTo>
                  <a:cubicBezTo>
                    <a:pt x="40412" y="36000"/>
                    <a:pt x="39587" y="35563"/>
                    <a:pt x="39587" y="35563"/>
                  </a:cubicBezTo>
                  <a:cubicBezTo>
                    <a:pt x="39587" y="35563"/>
                    <a:pt x="39175" y="35563"/>
                    <a:pt x="39175" y="35345"/>
                  </a:cubicBezTo>
                  <a:cubicBezTo>
                    <a:pt x="39175" y="35127"/>
                    <a:pt x="39587" y="34690"/>
                    <a:pt x="39587" y="34690"/>
                  </a:cubicBezTo>
                  <a:cubicBezTo>
                    <a:pt x="40000" y="34472"/>
                    <a:pt x="39587" y="34472"/>
                    <a:pt x="40000" y="34472"/>
                  </a:cubicBezTo>
                  <a:cubicBezTo>
                    <a:pt x="40412" y="34472"/>
                    <a:pt x="41649" y="34472"/>
                    <a:pt x="40824" y="34036"/>
                  </a:cubicBezTo>
                  <a:cubicBezTo>
                    <a:pt x="40412" y="33600"/>
                    <a:pt x="40412" y="33600"/>
                    <a:pt x="40000" y="33600"/>
                  </a:cubicBezTo>
                  <a:cubicBezTo>
                    <a:pt x="39587" y="33818"/>
                    <a:pt x="38762" y="34036"/>
                    <a:pt x="38762" y="34036"/>
                  </a:cubicBezTo>
                  <a:cubicBezTo>
                    <a:pt x="38762" y="34036"/>
                    <a:pt x="38350" y="33818"/>
                    <a:pt x="38762" y="33163"/>
                  </a:cubicBezTo>
                  <a:cubicBezTo>
                    <a:pt x="39175" y="32509"/>
                    <a:pt x="38762" y="32509"/>
                    <a:pt x="39175" y="32290"/>
                  </a:cubicBezTo>
                  <a:cubicBezTo>
                    <a:pt x="39587" y="32072"/>
                    <a:pt x="40000" y="31854"/>
                    <a:pt x="40000" y="31854"/>
                  </a:cubicBezTo>
                  <a:cubicBezTo>
                    <a:pt x="40000" y="31854"/>
                    <a:pt x="40000" y="31636"/>
                    <a:pt x="39175" y="31200"/>
                  </a:cubicBezTo>
                  <a:cubicBezTo>
                    <a:pt x="38762" y="30763"/>
                    <a:pt x="38350" y="30327"/>
                    <a:pt x="38350" y="30327"/>
                  </a:cubicBezTo>
                  <a:cubicBezTo>
                    <a:pt x="37938" y="30109"/>
                    <a:pt x="37113" y="30545"/>
                    <a:pt x="37113" y="30545"/>
                  </a:cubicBezTo>
                  <a:cubicBezTo>
                    <a:pt x="37113" y="30763"/>
                    <a:pt x="36701" y="31200"/>
                    <a:pt x="37113" y="31418"/>
                  </a:cubicBezTo>
                  <a:cubicBezTo>
                    <a:pt x="37113" y="31636"/>
                    <a:pt x="37113" y="31854"/>
                    <a:pt x="36701" y="32072"/>
                  </a:cubicBezTo>
                  <a:cubicBezTo>
                    <a:pt x="36288" y="32072"/>
                    <a:pt x="36288" y="32290"/>
                    <a:pt x="35876" y="32072"/>
                  </a:cubicBezTo>
                  <a:cubicBezTo>
                    <a:pt x="35463" y="31854"/>
                    <a:pt x="35876" y="32072"/>
                    <a:pt x="35463" y="31636"/>
                  </a:cubicBezTo>
                  <a:cubicBezTo>
                    <a:pt x="35051" y="31418"/>
                    <a:pt x="35463" y="31418"/>
                    <a:pt x="35051" y="31418"/>
                  </a:cubicBezTo>
                  <a:cubicBezTo>
                    <a:pt x="34639" y="31200"/>
                    <a:pt x="34226" y="30981"/>
                    <a:pt x="34226" y="30981"/>
                  </a:cubicBezTo>
                  <a:cubicBezTo>
                    <a:pt x="34226" y="30981"/>
                    <a:pt x="32989" y="30763"/>
                    <a:pt x="32989" y="30981"/>
                  </a:cubicBezTo>
                  <a:cubicBezTo>
                    <a:pt x="32989" y="31200"/>
                    <a:pt x="32989" y="31200"/>
                    <a:pt x="33402" y="31418"/>
                  </a:cubicBezTo>
                  <a:cubicBezTo>
                    <a:pt x="33402" y="31636"/>
                    <a:pt x="33814" y="31636"/>
                    <a:pt x="33814" y="31854"/>
                  </a:cubicBezTo>
                  <a:cubicBezTo>
                    <a:pt x="33814" y="32072"/>
                    <a:pt x="33402" y="32072"/>
                    <a:pt x="33402" y="32072"/>
                  </a:cubicBezTo>
                  <a:cubicBezTo>
                    <a:pt x="33402" y="32072"/>
                    <a:pt x="32989" y="31854"/>
                    <a:pt x="32577" y="31854"/>
                  </a:cubicBezTo>
                  <a:cubicBezTo>
                    <a:pt x="32577" y="31854"/>
                    <a:pt x="31752" y="32290"/>
                    <a:pt x="31752" y="32290"/>
                  </a:cubicBezTo>
                  <a:cubicBezTo>
                    <a:pt x="31752" y="32290"/>
                    <a:pt x="31752" y="32509"/>
                    <a:pt x="31752" y="32727"/>
                  </a:cubicBezTo>
                  <a:cubicBezTo>
                    <a:pt x="31752" y="32727"/>
                    <a:pt x="31752" y="32945"/>
                    <a:pt x="31752" y="33163"/>
                  </a:cubicBezTo>
                  <a:cubicBezTo>
                    <a:pt x="32164" y="33381"/>
                    <a:pt x="32164" y="33818"/>
                    <a:pt x="32577" y="33818"/>
                  </a:cubicBezTo>
                  <a:cubicBezTo>
                    <a:pt x="33402" y="33818"/>
                    <a:pt x="35051" y="33381"/>
                    <a:pt x="35051" y="33381"/>
                  </a:cubicBezTo>
                  <a:cubicBezTo>
                    <a:pt x="35051" y="33600"/>
                    <a:pt x="35876" y="33818"/>
                    <a:pt x="36288" y="34036"/>
                  </a:cubicBezTo>
                  <a:cubicBezTo>
                    <a:pt x="36288" y="34036"/>
                    <a:pt x="36288" y="34472"/>
                    <a:pt x="36288" y="34472"/>
                  </a:cubicBezTo>
                  <a:cubicBezTo>
                    <a:pt x="36288" y="34472"/>
                    <a:pt x="35876" y="34690"/>
                    <a:pt x="35463" y="34690"/>
                  </a:cubicBezTo>
                  <a:cubicBezTo>
                    <a:pt x="35051" y="34690"/>
                    <a:pt x="34639" y="34254"/>
                    <a:pt x="34639" y="34690"/>
                  </a:cubicBezTo>
                  <a:cubicBezTo>
                    <a:pt x="34639" y="34909"/>
                    <a:pt x="34226" y="35345"/>
                    <a:pt x="34639" y="35563"/>
                  </a:cubicBezTo>
                  <a:cubicBezTo>
                    <a:pt x="35051" y="35781"/>
                    <a:pt x="35051" y="36218"/>
                    <a:pt x="35876" y="36218"/>
                  </a:cubicBezTo>
                  <a:cubicBezTo>
                    <a:pt x="36701" y="36436"/>
                    <a:pt x="36701" y="36654"/>
                    <a:pt x="37113" y="36436"/>
                  </a:cubicBezTo>
                  <a:cubicBezTo>
                    <a:pt x="37525" y="36218"/>
                    <a:pt x="37525" y="36000"/>
                    <a:pt x="37938" y="36218"/>
                  </a:cubicBezTo>
                  <a:cubicBezTo>
                    <a:pt x="38350" y="36218"/>
                    <a:pt x="38762" y="36218"/>
                    <a:pt x="39175" y="36436"/>
                  </a:cubicBezTo>
                  <a:cubicBezTo>
                    <a:pt x="39175" y="36654"/>
                    <a:pt x="38762" y="36654"/>
                    <a:pt x="38762" y="36654"/>
                  </a:cubicBezTo>
                  <a:cubicBezTo>
                    <a:pt x="38762" y="36654"/>
                    <a:pt x="38350" y="36654"/>
                    <a:pt x="38350" y="36872"/>
                  </a:cubicBezTo>
                  <a:cubicBezTo>
                    <a:pt x="38350" y="36872"/>
                    <a:pt x="37938" y="37090"/>
                    <a:pt x="38350" y="37090"/>
                  </a:cubicBezTo>
                  <a:cubicBezTo>
                    <a:pt x="39175" y="37090"/>
                    <a:pt x="39587" y="37090"/>
                    <a:pt x="39587" y="37090"/>
                  </a:cubicBezTo>
                  <a:cubicBezTo>
                    <a:pt x="39587" y="37090"/>
                    <a:pt x="40000" y="36654"/>
                    <a:pt x="40412" y="36872"/>
                  </a:cubicBezTo>
                  <a:cubicBezTo>
                    <a:pt x="40412" y="37090"/>
                    <a:pt x="40000" y="37090"/>
                    <a:pt x="39587" y="37309"/>
                  </a:cubicBezTo>
                  <a:cubicBezTo>
                    <a:pt x="39175" y="37527"/>
                    <a:pt x="39175" y="37527"/>
                    <a:pt x="39175" y="37745"/>
                  </a:cubicBezTo>
                  <a:cubicBezTo>
                    <a:pt x="39175" y="37963"/>
                    <a:pt x="38762" y="37963"/>
                    <a:pt x="38762" y="38181"/>
                  </a:cubicBezTo>
                  <a:cubicBezTo>
                    <a:pt x="38762" y="38400"/>
                    <a:pt x="37938" y="39272"/>
                    <a:pt x="39175" y="38618"/>
                  </a:cubicBezTo>
                  <a:cubicBezTo>
                    <a:pt x="40824" y="37963"/>
                    <a:pt x="40824" y="38181"/>
                    <a:pt x="40824" y="37963"/>
                  </a:cubicBezTo>
                  <a:cubicBezTo>
                    <a:pt x="40824" y="37745"/>
                    <a:pt x="40824" y="37745"/>
                    <a:pt x="41649" y="37527"/>
                  </a:cubicBezTo>
                  <a:cubicBezTo>
                    <a:pt x="42061" y="37309"/>
                    <a:pt x="42474" y="37309"/>
                    <a:pt x="42886" y="37309"/>
                  </a:cubicBezTo>
                  <a:cubicBezTo>
                    <a:pt x="42886" y="37090"/>
                    <a:pt x="43711" y="37090"/>
                    <a:pt x="43298" y="37309"/>
                  </a:cubicBezTo>
                  <a:cubicBezTo>
                    <a:pt x="42886" y="37527"/>
                    <a:pt x="42474" y="37309"/>
                    <a:pt x="42886" y="37527"/>
                  </a:cubicBezTo>
                  <a:cubicBezTo>
                    <a:pt x="43298" y="37745"/>
                    <a:pt x="43298" y="37963"/>
                    <a:pt x="43711" y="37963"/>
                  </a:cubicBezTo>
                  <a:cubicBezTo>
                    <a:pt x="44123" y="37963"/>
                    <a:pt x="44123" y="37963"/>
                    <a:pt x="44123" y="37963"/>
                  </a:cubicBezTo>
                  <a:cubicBezTo>
                    <a:pt x="44123" y="37963"/>
                    <a:pt x="43298" y="37963"/>
                    <a:pt x="42886" y="37963"/>
                  </a:cubicBezTo>
                  <a:cubicBezTo>
                    <a:pt x="42886" y="37963"/>
                    <a:pt x="42474" y="37963"/>
                    <a:pt x="42474" y="37963"/>
                  </a:cubicBezTo>
                  <a:cubicBezTo>
                    <a:pt x="42061" y="37963"/>
                    <a:pt x="42061" y="38181"/>
                    <a:pt x="42061" y="38181"/>
                  </a:cubicBezTo>
                  <a:cubicBezTo>
                    <a:pt x="41649" y="38400"/>
                    <a:pt x="41649" y="38400"/>
                    <a:pt x="41649" y="38400"/>
                  </a:cubicBezTo>
                  <a:cubicBezTo>
                    <a:pt x="41649" y="38400"/>
                    <a:pt x="42061" y="38618"/>
                    <a:pt x="42061" y="38836"/>
                  </a:cubicBezTo>
                  <a:cubicBezTo>
                    <a:pt x="42061" y="38836"/>
                    <a:pt x="42061" y="38836"/>
                    <a:pt x="41649" y="38836"/>
                  </a:cubicBezTo>
                  <a:cubicBezTo>
                    <a:pt x="41237" y="38836"/>
                    <a:pt x="41649" y="38618"/>
                    <a:pt x="40824" y="38836"/>
                  </a:cubicBezTo>
                  <a:cubicBezTo>
                    <a:pt x="40000" y="38836"/>
                    <a:pt x="40412" y="38400"/>
                    <a:pt x="40000" y="39054"/>
                  </a:cubicBezTo>
                  <a:cubicBezTo>
                    <a:pt x="39587" y="39709"/>
                    <a:pt x="39175" y="39709"/>
                    <a:pt x="39175" y="39709"/>
                  </a:cubicBezTo>
                  <a:cubicBezTo>
                    <a:pt x="39175" y="39709"/>
                    <a:pt x="39175" y="39709"/>
                    <a:pt x="39175" y="39927"/>
                  </a:cubicBezTo>
                  <a:cubicBezTo>
                    <a:pt x="39175" y="39927"/>
                    <a:pt x="39587" y="40145"/>
                    <a:pt x="40000" y="40363"/>
                  </a:cubicBezTo>
                  <a:cubicBezTo>
                    <a:pt x="40824" y="40581"/>
                    <a:pt x="41237" y="40800"/>
                    <a:pt x="41237" y="40800"/>
                  </a:cubicBezTo>
                  <a:cubicBezTo>
                    <a:pt x="41237" y="40800"/>
                    <a:pt x="40824" y="40800"/>
                    <a:pt x="40412" y="40800"/>
                  </a:cubicBezTo>
                  <a:cubicBezTo>
                    <a:pt x="39587" y="41018"/>
                    <a:pt x="39175" y="41018"/>
                    <a:pt x="38762" y="41236"/>
                  </a:cubicBezTo>
                  <a:cubicBezTo>
                    <a:pt x="38762" y="41236"/>
                    <a:pt x="38350" y="41454"/>
                    <a:pt x="37938" y="41454"/>
                  </a:cubicBezTo>
                  <a:cubicBezTo>
                    <a:pt x="37525" y="41454"/>
                    <a:pt x="36288" y="41236"/>
                    <a:pt x="35876" y="41454"/>
                  </a:cubicBezTo>
                  <a:cubicBezTo>
                    <a:pt x="35463" y="41454"/>
                    <a:pt x="35051" y="41454"/>
                    <a:pt x="34639" y="41672"/>
                  </a:cubicBezTo>
                  <a:cubicBezTo>
                    <a:pt x="34639" y="41672"/>
                    <a:pt x="34639" y="41890"/>
                    <a:pt x="34639" y="41890"/>
                  </a:cubicBezTo>
                  <a:cubicBezTo>
                    <a:pt x="34639" y="41890"/>
                    <a:pt x="34226" y="42109"/>
                    <a:pt x="34639" y="42109"/>
                  </a:cubicBezTo>
                  <a:cubicBezTo>
                    <a:pt x="35051" y="42109"/>
                    <a:pt x="36701" y="42109"/>
                    <a:pt x="36701" y="42109"/>
                  </a:cubicBezTo>
                  <a:cubicBezTo>
                    <a:pt x="37113" y="42109"/>
                    <a:pt x="37113" y="42327"/>
                    <a:pt x="37113" y="42327"/>
                  </a:cubicBezTo>
                  <a:cubicBezTo>
                    <a:pt x="36288" y="42327"/>
                    <a:pt x="36288" y="42327"/>
                    <a:pt x="36288" y="42327"/>
                  </a:cubicBezTo>
                  <a:cubicBezTo>
                    <a:pt x="36288" y="42327"/>
                    <a:pt x="35463" y="42327"/>
                    <a:pt x="35051" y="42327"/>
                  </a:cubicBezTo>
                  <a:cubicBezTo>
                    <a:pt x="35051" y="42327"/>
                    <a:pt x="33814" y="42545"/>
                    <a:pt x="33814" y="42545"/>
                  </a:cubicBezTo>
                  <a:cubicBezTo>
                    <a:pt x="33814" y="42545"/>
                    <a:pt x="32989" y="42981"/>
                    <a:pt x="32989" y="43200"/>
                  </a:cubicBezTo>
                  <a:cubicBezTo>
                    <a:pt x="32989" y="43200"/>
                    <a:pt x="32989" y="43418"/>
                    <a:pt x="33402" y="43854"/>
                  </a:cubicBezTo>
                  <a:cubicBezTo>
                    <a:pt x="34226" y="44072"/>
                    <a:pt x="34226" y="44290"/>
                    <a:pt x="34226" y="44509"/>
                  </a:cubicBezTo>
                  <a:cubicBezTo>
                    <a:pt x="34226" y="44509"/>
                    <a:pt x="34226" y="44509"/>
                    <a:pt x="34226" y="44727"/>
                  </a:cubicBezTo>
                  <a:cubicBezTo>
                    <a:pt x="33814" y="44727"/>
                    <a:pt x="32989" y="45163"/>
                    <a:pt x="32989" y="45163"/>
                  </a:cubicBezTo>
                  <a:cubicBezTo>
                    <a:pt x="32989" y="45163"/>
                    <a:pt x="32989" y="45163"/>
                    <a:pt x="32989" y="45600"/>
                  </a:cubicBezTo>
                  <a:cubicBezTo>
                    <a:pt x="32577" y="45818"/>
                    <a:pt x="31752" y="46472"/>
                    <a:pt x="32577" y="46472"/>
                  </a:cubicBezTo>
                  <a:cubicBezTo>
                    <a:pt x="33402" y="46690"/>
                    <a:pt x="32989" y="46909"/>
                    <a:pt x="33814" y="46690"/>
                  </a:cubicBezTo>
                  <a:cubicBezTo>
                    <a:pt x="35051" y="46472"/>
                    <a:pt x="33814" y="46254"/>
                    <a:pt x="35463" y="46472"/>
                  </a:cubicBezTo>
                  <a:cubicBezTo>
                    <a:pt x="37113" y="46690"/>
                    <a:pt x="37525" y="46472"/>
                    <a:pt x="37938" y="46472"/>
                  </a:cubicBezTo>
                  <a:cubicBezTo>
                    <a:pt x="38350" y="46254"/>
                    <a:pt x="38350" y="46254"/>
                    <a:pt x="38762" y="46036"/>
                  </a:cubicBezTo>
                  <a:cubicBezTo>
                    <a:pt x="38762" y="46036"/>
                    <a:pt x="37938" y="45818"/>
                    <a:pt x="39175" y="45818"/>
                  </a:cubicBezTo>
                  <a:cubicBezTo>
                    <a:pt x="40412" y="45600"/>
                    <a:pt x="40412" y="45600"/>
                    <a:pt x="40412" y="45600"/>
                  </a:cubicBezTo>
                  <a:cubicBezTo>
                    <a:pt x="40412" y="45600"/>
                    <a:pt x="39587" y="44945"/>
                    <a:pt x="40412" y="45381"/>
                  </a:cubicBezTo>
                  <a:cubicBezTo>
                    <a:pt x="41649" y="45818"/>
                    <a:pt x="41649" y="46036"/>
                    <a:pt x="41649" y="46036"/>
                  </a:cubicBezTo>
                  <a:cubicBezTo>
                    <a:pt x="40824" y="46472"/>
                    <a:pt x="40824" y="46472"/>
                    <a:pt x="40824" y="46472"/>
                  </a:cubicBezTo>
                  <a:cubicBezTo>
                    <a:pt x="40824" y="46690"/>
                    <a:pt x="40824" y="46690"/>
                    <a:pt x="40824" y="46690"/>
                  </a:cubicBezTo>
                  <a:cubicBezTo>
                    <a:pt x="40824" y="46690"/>
                    <a:pt x="40000" y="46690"/>
                    <a:pt x="39587" y="47127"/>
                  </a:cubicBezTo>
                  <a:cubicBezTo>
                    <a:pt x="39175" y="47563"/>
                    <a:pt x="37938" y="48218"/>
                    <a:pt x="37938" y="48436"/>
                  </a:cubicBezTo>
                  <a:cubicBezTo>
                    <a:pt x="37938" y="48436"/>
                    <a:pt x="38350" y="48218"/>
                    <a:pt x="37525" y="48654"/>
                  </a:cubicBezTo>
                  <a:cubicBezTo>
                    <a:pt x="36288" y="49090"/>
                    <a:pt x="35876" y="49090"/>
                    <a:pt x="35051" y="49309"/>
                  </a:cubicBezTo>
                  <a:cubicBezTo>
                    <a:pt x="34639" y="49745"/>
                    <a:pt x="34639" y="49527"/>
                    <a:pt x="34226" y="49745"/>
                  </a:cubicBezTo>
                  <a:cubicBezTo>
                    <a:pt x="34226" y="49963"/>
                    <a:pt x="33814" y="50181"/>
                    <a:pt x="33814" y="50181"/>
                  </a:cubicBezTo>
                  <a:cubicBezTo>
                    <a:pt x="33402" y="50618"/>
                    <a:pt x="33402" y="50618"/>
                    <a:pt x="33402" y="50618"/>
                  </a:cubicBezTo>
                  <a:cubicBezTo>
                    <a:pt x="32164" y="50836"/>
                    <a:pt x="32164" y="50836"/>
                    <a:pt x="32164" y="50836"/>
                  </a:cubicBezTo>
                  <a:cubicBezTo>
                    <a:pt x="30927" y="50618"/>
                    <a:pt x="30927" y="50618"/>
                    <a:pt x="30927" y="50618"/>
                  </a:cubicBezTo>
                  <a:cubicBezTo>
                    <a:pt x="30103" y="51054"/>
                    <a:pt x="30103" y="51054"/>
                    <a:pt x="30103" y="51054"/>
                  </a:cubicBezTo>
                  <a:cubicBezTo>
                    <a:pt x="30103" y="51054"/>
                    <a:pt x="28865" y="50836"/>
                    <a:pt x="28453" y="50836"/>
                  </a:cubicBezTo>
                  <a:cubicBezTo>
                    <a:pt x="28041" y="51054"/>
                    <a:pt x="27628" y="51272"/>
                    <a:pt x="27628" y="51272"/>
                  </a:cubicBezTo>
                  <a:cubicBezTo>
                    <a:pt x="27628" y="51272"/>
                    <a:pt x="27216" y="51272"/>
                    <a:pt x="27216" y="51709"/>
                  </a:cubicBezTo>
                  <a:cubicBezTo>
                    <a:pt x="27216" y="51927"/>
                    <a:pt x="26804" y="52581"/>
                    <a:pt x="26804" y="52581"/>
                  </a:cubicBezTo>
                  <a:cubicBezTo>
                    <a:pt x="25979" y="53018"/>
                    <a:pt x="25979" y="53018"/>
                    <a:pt x="25979" y="53018"/>
                  </a:cubicBezTo>
                  <a:cubicBezTo>
                    <a:pt x="25979" y="53018"/>
                    <a:pt x="25567" y="53454"/>
                    <a:pt x="26391" y="53236"/>
                  </a:cubicBezTo>
                  <a:cubicBezTo>
                    <a:pt x="27216" y="53018"/>
                    <a:pt x="27628" y="52800"/>
                    <a:pt x="28041" y="52581"/>
                  </a:cubicBezTo>
                  <a:cubicBezTo>
                    <a:pt x="28041" y="52581"/>
                    <a:pt x="28865" y="52363"/>
                    <a:pt x="28865" y="52363"/>
                  </a:cubicBezTo>
                  <a:cubicBezTo>
                    <a:pt x="28865" y="52800"/>
                    <a:pt x="28865" y="52800"/>
                    <a:pt x="28865" y="52800"/>
                  </a:cubicBezTo>
                  <a:cubicBezTo>
                    <a:pt x="28453" y="53672"/>
                    <a:pt x="28453" y="53672"/>
                    <a:pt x="28453" y="53672"/>
                  </a:cubicBezTo>
                  <a:cubicBezTo>
                    <a:pt x="28041" y="53890"/>
                    <a:pt x="28041" y="53890"/>
                    <a:pt x="28041" y="53890"/>
                  </a:cubicBezTo>
                  <a:cubicBezTo>
                    <a:pt x="27628" y="54109"/>
                    <a:pt x="27628" y="54109"/>
                    <a:pt x="27628" y="54109"/>
                  </a:cubicBezTo>
                  <a:cubicBezTo>
                    <a:pt x="27628" y="54109"/>
                    <a:pt x="26804" y="54981"/>
                    <a:pt x="27628" y="54981"/>
                  </a:cubicBezTo>
                  <a:cubicBezTo>
                    <a:pt x="28453" y="54763"/>
                    <a:pt x="28041" y="54763"/>
                    <a:pt x="28865" y="54545"/>
                  </a:cubicBezTo>
                  <a:cubicBezTo>
                    <a:pt x="29690" y="54545"/>
                    <a:pt x="29278" y="54327"/>
                    <a:pt x="30927" y="54109"/>
                  </a:cubicBezTo>
                  <a:cubicBezTo>
                    <a:pt x="32164" y="54109"/>
                    <a:pt x="32164" y="53672"/>
                    <a:pt x="32164" y="53454"/>
                  </a:cubicBezTo>
                  <a:cubicBezTo>
                    <a:pt x="32164" y="53454"/>
                    <a:pt x="32164" y="53236"/>
                    <a:pt x="32164" y="53018"/>
                  </a:cubicBezTo>
                  <a:cubicBezTo>
                    <a:pt x="32164" y="52800"/>
                    <a:pt x="31340" y="52581"/>
                    <a:pt x="32577" y="52363"/>
                  </a:cubicBezTo>
                  <a:cubicBezTo>
                    <a:pt x="33402" y="52363"/>
                    <a:pt x="32989" y="52581"/>
                    <a:pt x="33402" y="52363"/>
                  </a:cubicBezTo>
                  <a:cubicBezTo>
                    <a:pt x="33814" y="52145"/>
                    <a:pt x="33814" y="52581"/>
                    <a:pt x="33814" y="51927"/>
                  </a:cubicBezTo>
                  <a:cubicBezTo>
                    <a:pt x="33814" y="51490"/>
                    <a:pt x="33814" y="51490"/>
                    <a:pt x="34639" y="51272"/>
                  </a:cubicBezTo>
                  <a:cubicBezTo>
                    <a:pt x="35463" y="50836"/>
                    <a:pt x="35051" y="51054"/>
                    <a:pt x="35463" y="50836"/>
                  </a:cubicBezTo>
                  <a:cubicBezTo>
                    <a:pt x="35876" y="50618"/>
                    <a:pt x="35463" y="50618"/>
                    <a:pt x="35876" y="50400"/>
                  </a:cubicBezTo>
                  <a:cubicBezTo>
                    <a:pt x="36701" y="50181"/>
                    <a:pt x="36701" y="50181"/>
                    <a:pt x="36701" y="50181"/>
                  </a:cubicBezTo>
                  <a:cubicBezTo>
                    <a:pt x="36701" y="49963"/>
                    <a:pt x="37938" y="49527"/>
                    <a:pt x="37938" y="49527"/>
                  </a:cubicBezTo>
                  <a:cubicBezTo>
                    <a:pt x="37938" y="49090"/>
                    <a:pt x="37938" y="49090"/>
                    <a:pt x="37938" y="49090"/>
                  </a:cubicBezTo>
                  <a:cubicBezTo>
                    <a:pt x="39587" y="48654"/>
                    <a:pt x="39587" y="48654"/>
                    <a:pt x="39587" y="48654"/>
                  </a:cubicBezTo>
                  <a:cubicBezTo>
                    <a:pt x="39587" y="48654"/>
                    <a:pt x="40000" y="48436"/>
                    <a:pt x="40000" y="48654"/>
                  </a:cubicBezTo>
                  <a:cubicBezTo>
                    <a:pt x="39587" y="48872"/>
                    <a:pt x="39175" y="49309"/>
                    <a:pt x="39175" y="49309"/>
                  </a:cubicBezTo>
                  <a:cubicBezTo>
                    <a:pt x="39175" y="49745"/>
                    <a:pt x="39175" y="49745"/>
                    <a:pt x="39175" y="49745"/>
                  </a:cubicBezTo>
                  <a:cubicBezTo>
                    <a:pt x="37938" y="50181"/>
                    <a:pt x="37938" y="50181"/>
                    <a:pt x="37938" y="50181"/>
                  </a:cubicBezTo>
                  <a:cubicBezTo>
                    <a:pt x="37938" y="50181"/>
                    <a:pt x="38762" y="50400"/>
                    <a:pt x="38350" y="50618"/>
                  </a:cubicBezTo>
                  <a:cubicBezTo>
                    <a:pt x="37938" y="50836"/>
                    <a:pt x="37113" y="51054"/>
                    <a:pt x="37113" y="51054"/>
                  </a:cubicBezTo>
                  <a:cubicBezTo>
                    <a:pt x="37113" y="51490"/>
                    <a:pt x="37113" y="51490"/>
                    <a:pt x="37113" y="51490"/>
                  </a:cubicBezTo>
                  <a:cubicBezTo>
                    <a:pt x="37525" y="51709"/>
                    <a:pt x="37525" y="51709"/>
                    <a:pt x="37525" y="51709"/>
                  </a:cubicBezTo>
                  <a:cubicBezTo>
                    <a:pt x="36701" y="52581"/>
                    <a:pt x="36701" y="52581"/>
                    <a:pt x="36701" y="52581"/>
                  </a:cubicBezTo>
                  <a:cubicBezTo>
                    <a:pt x="37525" y="53018"/>
                    <a:pt x="37525" y="53018"/>
                    <a:pt x="37525" y="53018"/>
                  </a:cubicBezTo>
                  <a:cubicBezTo>
                    <a:pt x="37938" y="53454"/>
                    <a:pt x="37938" y="53454"/>
                    <a:pt x="37938" y="53454"/>
                  </a:cubicBezTo>
                  <a:cubicBezTo>
                    <a:pt x="37938" y="53454"/>
                    <a:pt x="37525" y="53672"/>
                    <a:pt x="37113" y="53890"/>
                  </a:cubicBezTo>
                  <a:cubicBezTo>
                    <a:pt x="36701" y="53890"/>
                    <a:pt x="35876" y="54545"/>
                    <a:pt x="35876" y="54545"/>
                  </a:cubicBezTo>
                  <a:cubicBezTo>
                    <a:pt x="35051" y="55200"/>
                    <a:pt x="35051" y="55200"/>
                    <a:pt x="35051" y="55200"/>
                  </a:cubicBezTo>
                  <a:cubicBezTo>
                    <a:pt x="34226" y="55854"/>
                    <a:pt x="34226" y="55854"/>
                    <a:pt x="34226" y="55854"/>
                  </a:cubicBezTo>
                  <a:cubicBezTo>
                    <a:pt x="34226" y="56509"/>
                    <a:pt x="34226" y="56509"/>
                    <a:pt x="34226" y="56509"/>
                  </a:cubicBezTo>
                  <a:cubicBezTo>
                    <a:pt x="33814" y="57381"/>
                    <a:pt x="33814" y="57381"/>
                    <a:pt x="33814" y="57381"/>
                  </a:cubicBezTo>
                  <a:cubicBezTo>
                    <a:pt x="32989" y="57600"/>
                    <a:pt x="32989" y="57600"/>
                    <a:pt x="32989" y="57600"/>
                  </a:cubicBezTo>
                  <a:cubicBezTo>
                    <a:pt x="32989" y="57600"/>
                    <a:pt x="32577" y="58254"/>
                    <a:pt x="33402" y="58254"/>
                  </a:cubicBezTo>
                  <a:cubicBezTo>
                    <a:pt x="34226" y="58472"/>
                    <a:pt x="34226" y="58472"/>
                    <a:pt x="34639" y="58472"/>
                  </a:cubicBezTo>
                  <a:cubicBezTo>
                    <a:pt x="35463" y="58472"/>
                    <a:pt x="35051" y="58472"/>
                    <a:pt x="35463" y="58472"/>
                  </a:cubicBezTo>
                  <a:cubicBezTo>
                    <a:pt x="35876" y="58472"/>
                    <a:pt x="36701" y="58472"/>
                    <a:pt x="36701" y="58036"/>
                  </a:cubicBezTo>
                  <a:cubicBezTo>
                    <a:pt x="36701" y="57600"/>
                    <a:pt x="36701" y="57163"/>
                    <a:pt x="36701" y="56945"/>
                  </a:cubicBezTo>
                  <a:cubicBezTo>
                    <a:pt x="36701" y="56945"/>
                    <a:pt x="37525" y="56290"/>
                    <a:pt x="37525" y="56290"/>
                  </a:cubicBezTo>
                  <a:cubicBezTo>
                    <a:pt x="37525" y="55418"/>
                    <a:pt x="37525" y="55418"/>
                    <a:pt x="37525" y="55418"/>
                  </a:cubicBezTo>
                  <a:cubicBezTo>
                    <a:pt x="37525" y="55418"/>
                    <a:pt x="37525" y="55200"/>
                    <a:pt x="38350" y="54763"/>
                  </a:cubicBezTo>
                  <a:cubicBezTo>
                    <a:pt x="39175" y="54545"/>
                    <a:pt x="38762" y="54545"/>
                    <a:pt x="39175" y="54545"/>
                  </a:cubicBezTo>
                  <a:cubicBezTo>
                    <a:pt x="39587" y="54327"/>
                    <a:pt x="39587" y="54109"/>
                    <a:pt x="39587" y="53890"/>
                  </a:cubicBezTo>
                  <a:cubicBezTo>
                    <a:pt x="40000" y="53672"/>
                    <a:pt x="40000" y="53672"/>
                    <a:pt x="40000" y="53672"/>
                  </a:cubicBezTo>
                  <a:cubicBezTo>
                    <a:pt x="40412" y="53236"/>
                    <a:pt x="40412" y="53236"/>
                    <a:pt x="40412" y="53236"/>
                  </a:cubicBezTo>
                  <a:cubicBezTo>
                    <a:pt x="40412" y="51490"/>
                    <a:pt x="40412" y="51490"/>
                    <a:pt x="40412" y="51490"/>
                  </a:cubicBezTo>
                  <a:cubicBezTo>
                    <a:pt x="40412" y="51490"/>
                    <a:pt x="40412" y="51054"/>
                    <a:pt x="40824" y="51054"/>
                  </a:cubicBezTo>
                  <a:cubicBezTo>
                    <a:pt x="41237" y="51054"/>
                    <a:pt x="41649" y="51054"/>
                    <a:pt x="41649" y="51054"/>
                  </a:cubicBezTo>
                  <a:cubicBezTo>
                    <a:pt x="41649" y="51054"/>
                    <a:pt x="41649" y="51272"/>
                    <a:pt x="41649" y="51709"/>
                  </a:cubicBezTo>
                  <a:cubicBezTo>
                    <a:pt x="41237" y="52145"/>
                    <a:pt x="41649" y="52800"/>
                    <a:pt x="41649" y="52800"/>
                  </a:cubicBezTo>
                  <a:cubicBezTo>
                    <a:pt x="44536" y="54109"/>
                    <a:pt x="44536" y="54109"/>
                    <a:pt x="44536" y="54109"/>
                  </a:cubicBezTo>
                  <a:cubicBezTo>
                    <a:pt x="44536" y="54109"/>
                    <a:pt x="45773" y="55200"/>
                    <a:pt x="45773" y="55418"/>
                  </a:cubicBezTo>
                  <a:cubicBezTo>
                    <a:pt x="45773" y="55418"/>
                    <a:pt x="47835" y="56290"/>
                    <a:pt x="47835" y="56290"/>
                  </a:cubicBezTo>
                  <a:cubicBezTo>
                    <a:pt x="47835" y="56290"/>
                    <a:pt x="48247" y="56509"/>
                    <a:pt x="47835" y="56727"/>
                  </a:cubicBezTo>
                  <a:cubicBezTo>
                    <a:pt x="47835" y="56945"/>
                    <a:pt x="48247" y="57163"/>
                    <a:pt x="48247" y="57381"/>
                  </a:cubicBezTo>
                  <a:cubicBezTo>
                    <a:pt x="47835" y="57600"/>
                    <a:pt x="47422" y="58254"/>
                    <a:pt x="47422" y="58254"/>
                  </a:cubicBezTo>
                  <a:cubicBezTo>
                    <a:pt x="46597" y="58472"/>
                    <a:pt x="46597" y="58472"/>
                    <a:pt x="46597" y="58472"/>
                  </a:cubicBezTo>
                  <a:cubicBezTo>
                    <a:pt x="45360" y="59127"/>
                    <a:pt x="45360" y="59127"/>
                    <a:pt x="45360" y="59127"/>
                  </a:cubicBezTo>
                  <a:cubicBezTo>
                    <a:pt x="44948" y="60000"/>
                    <a:pt x="44948" y="60000"/>
                    <a:pt x="44948" y="60000"/>
                  </a:cubicBezTo>
                  <a:cubicBezTo>
                    <a:pt x="44123" y="60654"/>
                    <a:pt x="44123" y="60654"/>
                    <a:pt x="44123" y="60654"/>
                  </a:cubicBezTo>
                  <a:cubicBezTo>
                    <a:pt x="42474" y="61090"/>
                    <a:pt x="42474" y="61090"/>
                    <a:pt x="42474" y="61090"/>
                  </a:cubicBezTo>
                  <a:cubicBezTo>
                    <a:pt x="40412" y="62181"/>
                    <a:pt x="40412" y="62181"/>
                    <a:pt x="40412" y="62181"/>
                  </a:cubicBezTo>
                  <a:cubicBezTo>
                    <a:pt x="39587" y="63054"/>
                    <a:pt x="39587" y="63054"/>
                    <a:pt x="39587" y="63054"/>
                  </a:cubicBezTo>
                  <a:cubicBezTo>
                    <a:pt x="38350" y="63927"/>
                    <a:pt x="38350" y="63927"/>
                    <a:pt x="38350" y="63927"/>
                  </a:cubicBezTo>
                  <a:cubicBezTo>
                    <a:pt x="38350" y="64581"/>
                    <a:pt x="38350" y="64581"/>
                    <a:pt x="38350" y="64581"/>
                  </a:cubicBezTo>
                  <a:cubicBezTo>
                    <a:pt x="38350" y="64581"/>
                    <a:pt x="39175" y="65454"/>
                    <a:pt x="39587" y="65454"/>
                  </a:cubicBezTo>
                  <a:cubicBezTo>
                    <a:pt x="39587" y="65454"/>
                    <a:pt x="40000" y="65672"/>
                    <a:pt x="40000" y="65672"/>
                  </a:cubicBezTo>
                  <a:cubicBezTo>
                    <a:pt x="40412" y="66763"/>
                    <a:pt x="40412" y="66763"/>
                    <a:pt x="40412" y="66763"/>
                  </a:cubicBezTo>
                  <a:cubicBezTo>
                    <a:pt x="40412" y="66763"/>
                    <a:pt x="40412" y="67418"/>
                    <a:pt x="40824" y="67418"/>
                  </a:cubicBezTo>
                  <a:cubicBezTo>
                    <a:pt x="41237" y="67200"/>
                    <a:pt x="41649" y="66545"/>
                    <a:pt x="41649" y="66545"/>
                  </a:cubicBezTo>
                  <a:cubicBezTo>
                    <a:pt x="41649" y="66545"/>
                    <a:pt x="40824" y="66109"/>
                    <a:pt x="40824" y="65672"/>
                  </a:cubicBezTo>
                  <a:cubicBezTo>
                    <a:pt x="40824" y="65236"/>
                    <a:pt x="41649" y="64581"/>
                    <a:pt x="41649" y="64581"/>
                  </a:cubicBezTo>
                  <a:cubicBezTo>
                    <a:pt x="42474" y="64363"/>
                    <a:pt x="42474" y="64363"/>
                    <a:pt x="42474" y="64363"/>
                  </a:cubicBezTo>
                  <a:cubicBezTo>
                    <a:pt x="42474" y="64363"/>
                    <a:pt x="42061" y="64363"/>
                    <a:pt x="42474" y="64581"/>
                  </a:cubicBezTo>
                  <a:cubicBezTo>
                    <a:pt x="42886" y="65018"/>
                    <a:pt x="42886" y="64800"/>
                    <a:pt x="43298" y="65018"/>
                  </a:cubicBezTo>
                  <a:cubicBezTo>
                    <a:pt x="43298" y="65236"/>
                    <a:pt x="44536" y="65890"/>
                    <a:pt x="44536" y="65890"/>
                  </a:cubicBezTo>
                  <a:cubicBezTo>
                    <a:pt x="44536" y="65890"/>
                    <a:pt x="45773" y="66545"/>
                    <a:pt x="46185" y="66763"/>
                  </a:cubicBezTo>
                  <a:cubicBezTo>
                    <a:pt x="46597" y="66981"/>
                    <a:pt x="47010" y="67418"/>
                    <a:pt x="47422" y="67418"/>
                  </a:cubicBezTo>
                  <a:cubicBezTo>
                    <a:pt x="47835" y="67200"/>
                    <a:pt x="48247" y="67418"/>
                    <a:pt x="48247" y="66981"/>
                  </a:cubicBezTo>
                  <a:cubicBezTo>
                    <a:pt x="48247" y="66545"/>
                    <a:pt x="48659" y="66545"/>
                    <a:pt x="48659" y="66109"/>
                  </a:cubicBezTo>
                  <a:cubicBezTo>
                    <a:pt x="48247" y="65890"/>
                    <a:pt x="48247" y="65236"/>
                    <a:pt x="48247" y="65236"/>
                  </a:cubicBezTo>
                  <a:cubicBezTo>
                    <a:pt x="48247" y="65236"/>
                    <a:pt x="48247" y="65018"/>
                    <a:pt x="48659" y="65018"/>
                  </a:cubicBezTo>
                  <a:cubicBezTo>
                    <a:pt x="49484" y="65018"/>
                    <a:pt x="49484" y="65454"/>
                    <a:pt x="49484" y="65454"/>
                  </a:cubicBezTo>
                  <a:cubicBezTo>
                    <a:pt x="49484" y="65454"/>
                    <a:pt x="49896" y="66109"/>
                    <a:pt x="50309" y="66327"/>
                  </a:cubicBezTo>
                  <a:cubicBezTo>
                    <a:pt x="50721" y="66327"/>
                    <a:pt x="51134" y="66327"/>
                    <a:pt x="51546" y="66545"/>
                  </a:cubicBezTo>
                  <a:cubicBezTo>
                    <a:pt x="51958" y="66981"/>
                    <a:pt x="54020" y="67200"/>
                    <a:pt x="54020" y="67200"/>
                  </a:cubicBezTo>
                  <a:cubicBezTo>
                    <a:pt x="54020" y="67200"/>
                    <a:pt x="54432" y="66981"/>
                    <a:pt x="54845" y="66763"/>
                  </a:cubicBezTo>
                  <a:cubicBezTo>
                    <a:pt x="54845" y="66545"/>
                    <a:pt x="55670" y="66545"/>
                    <a:pt x="55670" y="66545"/>
                  </a:cubicBezTo>
                  <a:cubicBezTo>
                    <a:pt x="55670" y="66545"/>
                    <a:pt x="55257" y="66109"/>
                    <a:pt x="56494" y="66327"/>
                  </a:cubicBezTo>
                  <a:cubicBezTo>
                    <a:pt x="57319" y="66327"/>
                    <a:pt x="57731" y="66545"/>
                    <a:pt x="57731" y="66327"/>
                  </a:cubicBezTo>
                  <a:cubicBezTo>
                    <a:pt x="58144" y="66109"/>
                    <a:pt x="58969" y="65236"/>
                    <a:pt x="58969" y="65236"/>
                  </a:cubicBezTo>
                  <a:cubicBezTo>
                    <a:pt x="58969" y="65236"/>
                    <a:pt x="58556" y="64581"/>
                    <a:pt x="59793" y="64800"/>
                  </a:cubicBezTo>
                  <a:cubicBezTo>
                    <a:pt x="60618" y="65236"/>
                    <a:pt x="65154" y="65672"/>
                    <a:pt x="65154" y="65672"/>
                  </a:cubicBezTo>
                  <a:cubicBezTo>
                    <a:pt x="64742" y="66109"/>
                    <a:pt x="64742" y="66109"/>
                    <a:pt x="64742" y="66109"/>
                  </a:cubicBezTo>
                  <a:cubicBezTo>
                    <a:pt x="63092" y="65890"/>
                    <a:pt x="63092" y="65890"/>
                    <a:pt x="63092" y="65890"/>
                  </a:cubicBezTo>
                  <a:cubicBezTo>
                    <a:pt x="61855" y="66109"/>
                    <a:pt x="61855" y="66109"/>
                    <a:pt x="61855" y="66109"/>
                  </a:cubicBezTo>
                  <a:cubicBezTo>
                    <a:pt x="61855" y="66109"/>
                    <a:pt x="61443" y="66109"/>
                    <a:pt x="61030" y="66545"/>
                  </a:cubicBezTo>
                  <a:cubicBezTo>
                    <a:pt x="61030" y="66763"/>
                    <a:pt x="61030" y="66981"/>
                    <a:pt x="60618" y="67200"/>
                  </a:cubicBezTo>
                  <a:cubicBezTo>
                    <a:pt x="60618" y="67418"/>
                    <a:pt x="60206" y="67636"/>
                    <a:pt x="59793" y="67636"/>
                  </a:cubicBezTo>
                  <a:cubicBezTo>
                    <a:pt x="59793" y="67854"/>
                    <a:pt x="58144" y="68509"/>
                    <a:pt x="58144" y="68509"/>
                  </a:cubicBezTo>
                  <a:cubicBezTo>
                    <a:pt x="57319" y="69163"/>
                    <a:pt x="57319" y="69163"/>
                    <a:pt x="57319" y="69163"/>
                  </a:cubicBezTo>
                  <a:cubicBezTo>
                    <a:pt x="56494" y="70254"/>
                    <a:pt x="56494" y="70254"/>
                    <a:pt x="56494" y="70254"/>
                  </a:cubicBezTo>
                  <a:cubicBezTo>
                    <a:pt x="56494" y="70254"/>
                    <a:pt x="56494" y="71127"/>
                    <a:pt x="56907" y="71127"/>
                  </a:cubicBezTo>
                  <a:cubicBezTo>
                    <a:pt x="57319" y="71345"/>
                    <a:pt x="58144" y="72000"/>
                    <a:pt x="58144" y="72000"/>
                  </a:cubicBezTo>
                  <a:cubicBezTo>
                    <a:pt x="58144" y="72000"/>
                    <a:pt x="58144" y="72436"/>
                    <a:pt x="58144" y="72654"/>
                  </a:cubicBezTo>
                  <a:cubicBezTo>
                    <a:pt x="58144" y="72872"/>
                    <a:pt x="58144" y="73090"/>
                    <a:pt x="58556" y="73527"/>
                  </a:cubicBezTo>
                  <a:cubicBezTo>
                    <a:pt x="58969" y="73745"/>
                    <a:pt x="59381" y="74618"/>
                    <a:pt x="59381" y="74618"/>
                  </a:cubicBezTo>
                  <a:cubicBezTo>
                    <a:pt x="59793" y="74618"/>
                    <a:pt x="59793" y="74618"/>
                    <a:pt x="59793" y="74618"/>
                  </a:cubicBezTo>
                  <a:cubicBezTo>
                    <a:pt x="59793" y="75272"/>
                    <a:pt x="59793" y="75272"/>
                    <a:pt x="59793" y="75272"/>
                  </a:cubicBezTo>
                  <a:cubicBezTo>
                    <a:pt x="59793" y="75272"/>
                    <a:pt x="59793" y="75927"/>
                    <a:pt x="60206" y="75927"/>
                  </a:cubicBezTo>
                  <a:cubicBezTo>
                    <a:pt x="61030" y="75927"/>
                    <a:pt x="62268" y="75490"/>
                    <a:pt x="62268" y="75490"/>
                  </a:cubicBezTo>
                  <a:cubicBezTo>
                    <a:pt x="65567" y="75054"/>
                    <a:pt x="65567" y="75054"/>
                    <a:pt x="65567" y="75054"/>
                  </a:cubicBezTo>
                  <a:cubicBezTo>
                    <a:pt x="65567" y="75054"/>
                    <a:pt x="65154" y="75927"/>
                    <a:pt x="65154" y="76145"/>
                  </a:cubicBezTo>
                  <a:cubicBezTo>
                    <a:pt x="65154" y="76363"/>
                    <a:pt x="64329" y="76363"/>
                    <a:pt x="63917" y="76581"/>
                  </a:cubicBezTo>
                  <a:cubicBezTo>
                    <a:pt x="63917" y="76800"/>
                    <a:pt x="63917" y="77018"/>
                    <a:pt x="63917" y="77018"/>
                  </a:cubicBezTo>
                  <a:cubicBezTo>
                    <a:pt x="63917" y="77018"/>
                    <a:pt x="63505" y="77672"/>
                    <a:pt x="63092" y="77672"/>
                  </a:cubicBezTo>
                  <a:cubicBezTo>
                    <a:pt x="62268" y="77672"/>
                    <a:pt x="61443" y="77890"/>
                    <a:pt x="61443" y="77890"/>
                  </a:cubicBezTo>
                  <a:cubicBezTo>
                    <a:pt x="61443" y="77890"/>
                    <a:pt x="61030" y="77454"/>
                    <a:pt x="61030" y="78109"/>
                  </a:cubicBezTo>
                  <a:cubicBezTo>
                    <a:pt x="60618" y="78545"/>
                    <a:pt x="60206" y="78981"/>
                    <a:pt x="60206" y="79200"/>
                  </a:cubicBezTo>
                  <a:cubicBezTo>
                    <a:pt x="60206" y="79418"/>
                    <a:pt x="59381" y="79636"/>
                    <a:pt x="60618" y="79854"/>
                  </a:cubicBezTo>
                  <a:cubicBezTo>
                    <a:pt x="61443" y="79854"/>
                    <a:pt x="61443" y="80509"/>
                    <a:pt x="61443" y="80509"/>
                  </a:cubicBezTo>
                  <a:cubicBezTo>
                    <a:pt x="61443" y="80509"/>
                    <a:pt x="60618" y="80945"/>
                    <a:pt x="60206" y="81163"/>
                  </a:cubicBezTo>
                  <a:cubicBezTo>
                    <a:pt x="59793" y="81381"/>
                    <a:pt x="59381" y="81163"/>
                    <a:pt x="59381" y="81381"/>
                  </a:cubicBezTo>
                  <a:cubicBezTo>
                    <a:pt x="59381" y="81600"/>
                    <a:pt x="60206" y="82690"/>
                    <a:pt x="60206" y="82690"/>
                  </a:cubicBezTo>
                  <a:cubicBezTo>
                    <a:pt x="60206" y="82690"/>
                    <a:pt x="60206" y="83345"/>
                    <a:pt x="59381" y="83345"/>
                  </a:cubicBezTo>
                  <a:cubicBezTo>
                    <a:pt x="58556" y="83345"/>
                    <a:pt x="58556" y="83345"/>
                    <a:pt x="58144" y="83345"/>
                  </a:cubicBezTo>
                  <a:cubicBezTo>
                    <a:pt x="57731" y="83345"/>
                    <a:pt x="57319" y="83345"/>
                    <a:pt x="57319" y="83345"/>
                  </a:cubicBezTo>
                  <a:cubicBezTo>
                    <a:pt x="57319" y="83345"/>
                    <a:pt x="57731" y="83563"/>
                    <a:pt x="57731" y="84000"/>
                  </a:cubicBezTo>
                  <a:cubicBezTo>
                    <a:pt x="57731" y="84436"/>
                    <a:pt x="57731" y="84872"/>
                    <a:pt x="57731" y="84872"/>
                  </a:cubicBezTo>
                  <a:cubicBezTo>
                    <a:pt x="56494" y="84654"/>
                    <a:pt x="56494" y="84654"/>
                    <a:pt x="56494" y="84654"/>
                  </a:cubicBezTo>
                  <a:cubicBezTo>
                    <a:pt x="55257" y="84000"/>
                    <a:pt x="55257" y="84000"/>
                    <a:pt x="55257" y="84000"/>
                  </a:cubicBezTo>
                  <a:cubicBezTo>
                    <a:pt x="55257" y="84000"/>
                    <a:pt x="54020" y="84000"/>
                    <a:pt x="53608" y="84000"/>
                  </a:cubicBezTo>
                  <a:cubicBezTo>
                    <a:pt x="53195" y="84218"/>
                    <a:pt x="51958" y="84218"/>
                    <a:pt x="51958" y="84218"/>
                  </a:cubicBezTo>
                  <a:cubicBezTo>
                    <a:pt x="51958" y="84218"/>
                    <a:pt x="49896" y="83781"/>
                    <a:pt x="49484" y="83563"/>
                  </a:cubicBezTo>
                  <a:cubicBezTo>
                    <a:pt x="49484" y="83345"/>
                    <a:pt x="49484" y="83345"/>
                    <a:pt x="49072" y="83563"/>
                  </a:cubicBezTo>
                  <a:cubicBezTo>
                    <a:pt x="49072" y="83563"/>
                    <a:pt x="49484" y="83563"/>
                    <a:pt x="49072" y="83563"/>
                  </a:cubicBezTo>
                  <a:cubicBezTo>
                    <a:pt x="48659" y="83781"/>
                    <a:pt x="49484" y="83781"/>
                    <a:pt x="47835" y="83781"/>
                  </a:cubicBezTo>
                  <a:cubicBezTo>
                    <a:pt x="46185" y="84000"/>
                    <a:pt x="44536" y="84218"/>
                    <a:pt x="44536" y="84218"/>
                  </a:cubicBezTo>
                  <a:cubicBezTo>
                    <a:pt x="44536" y="84218"/>
                    <a:pt x="45773" y="83563"/>
                    <a:pt x="45360" y="83345"/>
                  </a:cubicBezTo>
                  <a:cubicBezTo>
                    <a:pt x="44948" y="83127"/>
                    <a:pt x="45360" y="83345"/>
                    <a:pt x="44536" y="83127"/>
                  </a:cubicBezTo>
                  <a:cubicBezTo>
                    <a:pt x="44123" y="82909"/>
                    <a:pt x="43298" y="82472"/>
                    <a:pt x="43298" y="82254"/>
                  </a:cubicBezTo>
                  <a:cubicBezTo>
                    <a:pt x="43298" y="82036"/>
                    <a:pt x="43298" y="81600"/>
                    <a:pt x="42474" y="81600"/>
                  </a:cubicBezTo>
                  <a:cubicBezTo>
                    <a:pt x="42061" y="81600"/>
                    <a:pt x="41649" y="81163"/>
                    <a:pt x="40824" y="81600"/>
                  </a:cubicBezTo>
                  <a:cubicBezTo>
                    <a:pt x="40412" y="81818"/>
                    <a:pt x="40000" y="81818"/>
                    <a:pt x="40000" y="82036"/>
                  </a:cubicBezTo>
                  <a:cubicBezTo>
                    <a:pt x="39587" y="82254"/>
                    <a:pt x="37938" y="82472"/>
                    <a:pt x="37938" y="82472"/>
                  </a:cubicBezTo>
                  <a:cubicBezTo>
                    <a:pt x="37938" y="82472"/>
                    <a:pt x="39175" y="83345"/>
                    <a:pt x="39175" y="83563"/>
                  </a:cubicBezTo>
                  <a:cubicBezTo>
                    <a:pt x="39175" y="83781"/>
                    <a:pt x="40000" y="84654"/>
                    <a:pt x="40000" y="84654"/>
                  </a:cubicBezTo>
                  <a:cubicBezTo>
                    <a:pt x="42886" y="84654"/>
                    <a:pt x="42886" y="84654"/>
                    <a:pt x="42886" y="84654"/>
                  </a:cubicBezTo>
                  <a:cubicBezTo>
                    <a:pt x="42886" y="84654"/>
                    <a:pt x="40824" y="85090"/>
                    <a:pt x="40824" y="85527"/>
                  </a:cubicBezTo>
                  <a:cubicBezTo>
                    <a:pt x="40412" y="85745"/>
                    <a:pt x="40412" y="85963"/>
                    <a:pt x="40000" y="86181"/>
                  </a:cubicBezTo>
                  <a:cubicBezTo>
                    <a:pt x="39587" y="86400"/>
                    <a:pt x="39587" y="86618"/>
                    <a:pt x="38762" y="86836"/>
                  </a:cubicBezTo>
                  <a:cubicBezTo>
                    <a:pt x="37525" y="86836"/>
                    <a:pt x="36288" y="87054"/>
                    <a:pt x="35463" y="87272"/>
                  </a:cubicBezTo>
                  <a:cubicBezTo>
                    <a:pt x="35051" y="87490"/>
                    <a:pt x="34639" y="87490"/>
                    <a:pt x="34639" y="87709"/>
                  </a:cubicBezTo>
                  <a:cubicBezTo>
                    <a:pt x="34639" y="88145"/>
                    <a:pt x="32164" y="87927"/>
                    <a:pt x="34639" y="88363"/>
                  </a:cubicBezTo>
                  <a:cubicBezTo>
                    <a:pt x="37113" y="88581"/>
                    <a:pt x="37525" y="88800"/>
                    <a:pt x="37525" y="88800"/>
                  </a:cubicBezTo>
                  <a:cubicBezTo>
                    <a:pt x="37525" y="88800"/>
                    <a:pt x="38762" y="88145"/>
                    <a:pt x="39175" y="87927"/>
                  </a:cubicBezTo>
                  <a:cubicBezTo>
                    <a:pt x="40000" y="87490"/>
                    <a:pt x="40000" y="87490"/>
                    <a:pt x="41649" y="87490"/>
                  </a:cubicBezTo>
                  <a:cubicBezTo>
                    <a:pt x="43298" y="87709"/>
                    <a:pt x="43298" y="87490"/>
                    <a:pt x="43298" y="87709"/>
                  </a:cubicBezTo>
                  <a:cubicBezTo>
                    <a:pt x="43298" y="88145"/>
                    <a:pt x="43298" y="88363"/>
                    <a:pt x="43298" y="88800"/>
                  </a:cubicBezTo>
                  <a:cubicBezTo>
                    <a:pt x="42886" y="89236"/>
                    <a:pt x="42061" y="89454"/>
                    <a:pt x="42886" y="90109"/>
                  </a:cubicBezTo>
                  <a:cubicBezTo>
                    <a:pt x="43711" y="90545"/>
                    <a:pt x="42474" y="90981"/>
                    <a:pt x="42474" y="91200"/>
                  </a:cubicBezTo>
                  <a:cubicBezTo>
                    <a:pt x="42474" y="91200"/>
                    <a:pt x="41649" y="91854"/>
                    <a:pt x="42061" y="91854"/>
                  </a:cubicBezTo>
                  <a:cubicBezTo>
                    <a:pt x="42474" y="92072"/>
                    <a:pt x="42474" y="92072"/>
                    <a:pt x="42474" y="92072"/>
                  </a:cubicBezTo>
                  <a:cubicBezTo>
                    <a:pt x="42474" y="92072"/>
                    <a:pt x="41649" y="93163"/>
                    <a:pt x="41649" y="93381"/>
                  </a:cubicBezTo>
                  <a:cubicBezTo>
                    <a:pt x="41649" y="93381"/>
                    <a:pt x="40412" y="94690"/>
                    <a:pt x="40000" y="94690"/>
                  </a:cubicBezTo>
                  <a:cubicBezTo>
                    <a:pt x="39587" y="94909"/>
                    <a:pt x="40412" y="94909"/>
                    <a:pt x="37938" y="95345"/>
                  </a:cubicBezTo>
                  <a:cubicBezTo>
                    <a:pt x="35463" y="95563"/>
                    <a:pt x="34226" y="95781"/>
                    <a:pt x="34226" y="95781"/>
                  </a:cubicBezTo>
                  <a:cubicBezTo>
                    <a:pt x="32164" y="96218"/>
                    <a:pt x="32164" y="96218"/>
                    <a:pt x="32164" y="96218"/>
                  </a:cubicBezTo>
                  <a:cubicBezTo>
                    <a:pt x="30515" y="96872"/>
                    <a:pt x="30515" y="96872"/>
                    <a:pt x="30515" y="96872"/>
                  </a:cubicBezTo>
                  <a:cubicBezTo>
                    <a:pt x="29278" y="96872"/>
                    <a:pt x="29278" y="96872"/>
                    <a:pt x="29278" y="96872"/>
                  </a:cubicBezTo>
                  <a:cubicBezTo>
                    <a:pt x="27216" y="96654"/>
                    <a:pt x="27216" y="96654"/>
                    <a:pt x="27216" y="96654"/>
                  </a:cubicBezTo>
                  <a:cubicBezTo>
                    <a:pt x="27216" y="96654"/>
                    <a:pt x="25154" y="97309"/>
                    <a:pt x="25154" y="97527"/>
                  </a:cubicBezTo>
                  <a:cubicBezTo>
                    <a:pt x="25154" y="97527"/>
                    <a:pt x="23917" y="97745"/>
                    <a:pt x="23505" y="97963"/>
                  </a:cubicBezTo>
                  <a:cubicBezTo>
                    <a:pt x="23505" y="98181"/>
                    <a:pt x="25567" y="98618"/>
                    <a:pt x="25567" y="98618"/>
                  </a:cubicBezTo>
                  <a:cubicBezTo>
                    <a:pt x="25979" y="99272"/>
                    <a:pt x="25979" y="99272"/>
                    <a:pt x="25979" y="99272"/>
                  </a:cubicBezTo>
                  <a:cubicBezTo>
                    <a:pt x="25154" y="99272"/>
                    <a:pt x="25154" y="99272"/>
                    <a:pt x="25154" y="99272"/>
                  </a:cubicBezTo>
                  <a:cubicBezTo>
                    <a:pt x="23505" y="99490"/>
                    <a:pt x="23505" y="99490"/>
                    <a:pt x="23505" y="99490"/>
                  </a:cubicBezTo>
                  <a:cubicBezTo>
                    <a:pt x="23505" y="99927"/>
                    <a:pt x="23505" y="99927"/>
                    <a:pt x="23505" y="99927"/>
                  </a:cubicBezTo>
                  <a:cubicBezTo>
                    <a:pt x="24329" y="100145"/>
                    <a:pt x="24329" y="100145"/>
                    <a:pt x="24329" y="100145"/>
                  </a:cubicBezTo>
                  <a:cubicBezTo>
                    <a:pt x="24329" y="100145"/>
                    <a:pt x="24742" y="100363"/>
                    <a:pt x="25154" y="100363"/>
                  </a:cubicBezTo>
                  <a:cubicBezTo>
                    <a:pt x="25979" y="100363"/>
                    <a:pt x="27628" y="99927"/>
                    <a:pt x="27628" y="99927"/>
                  </a:cubicBezTo>
                  <a:cubicBezTo>
                    <a:pt x="25567" y="100581"/>
                    <a:pt x="25567" y="100581"/>
                    <a:pt x="25567" y="100581"/>
                  </a:cubicBezTo>
                  <a:cubicBezTo>
                    <a:pt x="25154" y="101236"/>
                    <a:pt x="25154" y="101236"/>
                    <a:pt x="25154" y="101236"/>
                  </a:cubicBezTo>
                  <a:cubicBezTo>
                    <a:pt x="25154" y="101236"/>
                    <a:pt x="24742" y="101672"/>
                    <a:pt x="25567" y="101672"/>
                  </a:cubicBezTo>
                  <a:cubicBezTo>
                    <a:pt x="26391" y="101672"/>
                    <a:pt x="27216" y="101672"/>
                    <a:pt x="27216" y="101672"/>
                  </a:cubicBezTo>
                  <a:cubicBezTo>
                    <a:pt x="27216" y="101672"/>
                    <a:pt x="27628" y="101236"/>
                    <a:pt x="28453" y="101236"/>
                  </a:cubicBezTo>
                  <a:cubicBezTo>
                    <a:pt x="29690" y="101454"/>
                    <a:pt x="29690" y="101454"/>
                    <a:pt x="29690" y="101454"/>
                  </a:cubicBezTo>
                  <a:cubicBezTo>
                    <a:pt x="29690" y="101454"/>
                    <a:pt x="30103" y="100800"/>
                    <a:pt x="30515" y="100800"/>
                  </a:cubicBezTo>
                  <a:cubicBezTo>
                    <a:pt x="30515" y="100800"/>
                    <a:pt x="30103" y="100800"/>
                    <a:pt x="31340" y="100800"/>
                  </a:cubicBezTo>
                  <a:cubicBezTo>
                    <a:pt x="32164" y="101018"/>
                    <a:pt x="35051" y="100800"/>
                    <a:pt x="35051" y="100800"/>
                  </a:cubicBezTo>
                  <a:cubicBezTo>
                    <a:pt x="35051" y="100800"/>
                    <a:pt x="35463" y="100800"/>
                    <a:pt x="35463" y="101018"/>
                  </a:cubicBezTo>
                  <a:cubicBezTo>
                    <a:pt x="35463" y="101454"/>
                    <a:pt x="36288" y="101454"/>
                    <a:pt x="36701" y="101890"/>
                  </a:cubicBezTo>
                  <a:cubicBezTo>
                    <a:pt x="37525" y="102109"/>
                    <a:pt x="39175" y="102327"/>
                    <a:pt x="39175" y="102327"/>
                  </a:cubicBezTo>
                  <a:cubicBezTo>
                    <a:pt x="37938" y="102545"/>
                    <a:pt x="37938" y="102545"/>
                    <a:pt x="37938" y="102545"/>
                  </a:cubicBezTo>
                  <a:cubicBezTo>
                    <a:pt x="36288" y="102327"/>
                    <a:pt x="36288" y="102327"/>
                    <a:pt x="36288" y="102327"/>
                  </a:cubicBezTo>
                  <a:cubicBezTo>
                    <a:pt x="36288" y="102327"/>
                    <a:pt x="35463" y="102109"/>
                    <a:pt x="35463" y="102327"/>
                  </a:cubicBezTo>
                  <a:cubicBezTo>
                    <a:pt x="35463" y="102763"/>
                    <a:pt x="35051" y="103418"/>
                    <a:pt x="35051" y="103418"/>
                  </a:cubicBezTo>
                  <a:cubicBezTo>
                    <a:pt x="35463" y="103418"/>
                    <a:pt x="37525" y="103636"/>
                    <a:pt x="37525" y="103636"/>
                  </a:cubicBezTo>
                  <a:cubicBezTo>
                    <a:pt x="39587" y="103636"/>
                    <a:pt x="39587" y="103636"/>
                    <a:pt x="39587" y="103636"/>
                  </a:cubicBezTo>
                  <a:cubicBezTo>
                    <a:pt x="40412" y="103418"/>
                    <a:pt x="40412" y="103418"/>
                    <a:pt x="40412" y="103418"/>
                  </a:cubicBezTo>
                  <a:cubicBezTo>
                    <a:pt x="41649" y="102981"/>
                    <a:pt x="41649" y="102981"/>
                    <a:pt x="41649" y="102981"/>
                  </a:cubicBezTo>
                  <a:cubicBezTo>
                    <a:pt x="41649" y="102981"/>
                    <a:pt x="42061" y="103418"/>
                    <a:pt x="41649" y="103418"/>
                  </a:cubicBezTo>
                  <a:cubicBezTo>
                    <a:pt x="41649" y="103636"/>
                    <a:pt x="42061" y="104072"/>
                    <a:pt x="42061" y="104072"/>
                  </a:cubicBezTo>
                  <a:cubicBezTo>
                    <a:pt x="42061" y="104072"/>
                    <a:pt x="42061" y="104727"/>
                    <a:pt x="42474" y="104727"/>
                  </a:cubicBezTo>
                  <a:cubicBezTo>
                    <a:pt x="42886" y="104727"/>
                    <a:pt x="43711" y="105381"/>
                    <a:pt x="43711" y="105381"/>
                  </a:cubicBezTo>
                  <a:cubicBezTo>
                    <a:pt x="44536" y="106036"/>
                    <a:pt x="44536" y="106036"/>
                    <a:pt x="44536" y="106036"/>
                  </a:cubicBezTo>
                  <a:cubicBezTo>
                    <a:pt x="46185" y="106254"/>
                    <a:pt x="46185" y="106254"/>
                    <a:pt x="46185" y="106254"/>
                  </a:cubicBezTo>
                  <a:cubicBezTo>
                    <a:pt x="46185" y="106254"/>
                    <a:pt x="47422" y="106254"/>
                    <a:pt x="47835" y="106254"/>
                  </a:cubicBezTo>
                  <a:cubicBezTo>
                    <a:pt x="48247" y="106472"/>
                    <a:pt x="49072" y="106690"/>
                    <a:pt x="49072" y="106472"/>
                  </a:cubicBezTo>
                  <a:cubicBezTo>
                    <a:pt x="49484" y="106254"/>
                    <a:pt x="50309" y="105818"/>
                    <a:pt x="50309" y="105818"/>
                  </a:cubicBezTo>
                  <a:cubicBezTo>
                    <a:pt x="51958" y="105163"/>
                    <a:pt x="51958" y="105163"/>
                    <a:pt x="51958" y="105163"/>
                  </a:cubicBezTo>
                  <a:cubicBezTo>
                    <a:pt x="51958" y="105163"/>
                    <a:pt x="52783" y="105163"/>
                    <a:pt x="53608" y="105163"/>
                  </a:cubicBezTo>
                  <a:cubicBezTo>
                    <a:pt x="54020" y="105163"/>
                    <a:pt x="56907" y="104945"/>
                    <a:pt x="56907" y="104945"/>
                  </a:cubicBezTo>
                  <a:cubicBezTo>
                    <a:pt x="56907" y="104945"/>
                    <a:pt x="57319" y="104509"/>
                    <a:pt x="58144" y="104290"/>
                  </a:cubicBezTo>
                  <a:cubicBezTo>
                    <a:pt x="58556" y="104072"/>
                    <a:pt x="60206" y="103636"/>
                    <a:pt x="60206" y="103636"/>
                  </a:cubicBezTo>
                  <a:cubicBezTo>
                    <a:pt x="63092" y="103200"/>
                    <a:pt x="63092" y="103200"/>
                    <a:pt x="63092" y="103200"/>
                  </a:cubicBezTo>
                  <a:cubicBezTo>
                    <a:pt x="60618" y="103636"/>
                    <a:pt x="60618" y="103636"/>
                    <a:pt x="60618" y="103636"/>
                  </a:cubicBezTo>
                  <a:cubicBezTo>
                    <a:pt x="59793" y="104072"/>
                    <a:pt x="59793" y="104072"/>
                    <a:pt x="59793" y="104072"/>
                  </a:cubicBezTo>
                  <a:cubicBezTo>
                    <a:pt x="58144" y="104727"/>
                    <a:pt x="58144" y="104727"/>
                    <a:pt x="58144" y="104727"/>
                  </a:cubicBezTo>
                  <a:cubicBezTo>
                    <a:pt x="57319" y="105163"/>
                    <a:pt x="57319" y="105163"/>
                    <a:pt x="57319" y="105163"/>
                  </a:cubicBezTo>
                  <a:cubicBezTo>
                    <a:pt x="57319" y="105163"/>
                    <a:pt x="56494" y="105381"/>
                    <a:pt x="56082" y="105600"/>
                  </a:cubicBezTo>
                  <a:cubicBezTo>
                    <a:pt x="56082" y="105600"/>
                    <a:pt x="54845" y="106690"/>
                    <a:pt x="54845" y="106690"/>
                  </a:cubicBezTo>
                  <a:cubicBezTo>
                    <a:pt x="53608" y="106909"/>
                    <a:pt x="53608" y="106909"/>
                    <a:pt x="53608" y="106909"/>
                  </a:cubicBezTo>
                  <a:cubicBezTo>
                    <a:pt x="53608" y="106909"/>
                    <a:pt x="52371" y="107345"/>
                    <a:pt x="51958" y="107781"/>
                  </a:cubicBezTo>
                  <a:cubicBezTo>
                    <a:pt x="51546" y="108000"/>
                    <a:pt x="51134" y="108218"/>
                    <a:pt x="51134" y="108218"/>
                  </a:cubicBezTo>
                  <a:cubicBezTo>
                    <a:pt x="51134" y="108218"/>
                    <a:pt x="51546" y="108654"/>
                    <a:pt x="49484" y="108654"/>
                  </a:cubicBezTo>
                  <a:cubicBezTo>
                    <a:pt x="47422" y="108436"/>
                    <a:pt x="45773" y="108218"/>
                    <a:pt x="45773" y="108218"/>
                  </a:cubicBezTo>
                  <a:cubicBezTo>
                    <a:pt x="45773" y="108218"/>
                    <a:pt x="43711" y="108000"/>
                    <a:pt x="43298" y="108000"/>
                  </a:cubicBezTo>
                  <a:cubicBezTo>
                    <a:pt x="42886" y="107781"/>
                    <a:pt x="42886" y="107781"/>
                    <a:pt x="41649" y="107781"/>
                  </a:cubicBezTo>
                  <a:cubicBezTo>
                    <a:pt x="40824" y="107781"/>
                    <a:pt x="36701" y="107127"/>
                    <a:pt x="36701" y="107127"/>
                  </a:cubicBezTo>
                  <a:cubicBezTo>
                    <a:pt x="36701" y="107127"/>
                    <a:pt x="35876" y="107127"/>
                    <a:pt x="35463" y="107345"/>
                  </a:cubicBezTo>
                  <a:cubicBezTo>
                    <a:pt x="35051" y="107563"/>
                    <a:pt x="34226" y="107563"/>
                    <a:pt x="34226" y="107781"/>
                  </a:cubicBezTo>
                  <a:cubicBezTo>
                    <a:pt x="34226" y="108218"/>
                    <a:pt x="34226" y="108436"/>
                    <a:pt x="34226" y="108436"/>
                  </a:cubicBezTo>
                  <a:cubicBezTo>
                    <a:pt x="33814" y="109090"/>
                    <a:pt x="33814" y="109090"/>
                    <a:pt x="33814" y="109090"/>
                  </a:cubicBezTo>
                  <a:cubicBezTo>
                    <a:pt x="32164" y="109309"/>
                    <a:pt x="32164" y="109309"/>
                    <a:pt x="32164" y="109309"/>
                  </a:cubicBezTo>
                  <a:cubicBezTo>
                    <a:pt x="30103" y="109309"/>
                    <a:pt x="30103" y="109309"/>
                    <a:pt x="30103" y="109309"/>
                  </a:cubicBezTo>
                  <a:close/>
                  <a:moveTo>
                    <a:pt x="17731" y="58036"/>
                  </a:moveTo>
                  <a:cubicBezTo>
                    <a:pt x="17731" y="58036"/>
                    <a:pt x="17731" y="58036"/>
                    <a:pt x="17731" y="58036"/>
                  </a:cubicBezTo>
                  <a:cubicBezTo>
                    <a:pt x="18144" y="58036"/>
                    <a:pt x="20618" y="58036"/>
                    <a:pt x="20618" y="58036"/>
                  </a:cubicBezTo>
                  <a:cubicBezTo>
                    <a:pt x="22268" y="58036"/>
                    <a:pt x="22268" y="58036"/>
                    <a:pt x="22268" y="58036"/>
                  </a:cubicBezTo>
                  <a:cubicBezTo>
                    <a:pt x="22268" y="58036"/>
                    <a:pt x="24329" y="58036"/>
                    <a:pt x="24742" y="58036"/>
                  </a:cubicBezTo>
                  <a:cubicBezTo>
                    <a:pt x="25154" y="58036"/>
                    <a:pt x="25567" y="58254"/>
                    <a:pt x="25567" y="58254"/>
                  </a:cubicBezTo>
                  <a:cubicBezTo>
                    <a:pt x="25567" y="58254"/>
                    <a:pt x="26391" y="57818"/>
                    <a:pt x="26804" y="58036"/>
                  </a:cubicBezTo>
                  <a:cubicBezTo>
                    <a:pt x="27216" y="58036"/>
                    <a:pt x="28041" y="58690"/>
                    <a:pt x="28041" y="58690"/>
                  </a:cubicBezTo>
                  <a:cubicBezTo>
                    <a:pt x="28865" y="59781"/>
                    <a:pt x="28865" y="59781"/>
                    <a:pt x="28865" y="59781"/>
                  </a:cubicBezTo>
                  <a:cubicBezTo>
                    <a:pt x="29278" y="61090"/>
                    <a:pt x="29278" y="61090"/>
                    <a:pt x="29278" y="61090"/>
                  </a:cubicBezTo>
                  <a:cubicBezTo>
                    <a:pt x="29690" y="62181"/>
                    <a:pt x="29690" y="62181"/>
                    <a:pt x="29690" y="62181"/>
                  </a:cubicBezTo>
                  <a:cubicBezTo>
                    <a:pt x="31340" y="63272"/>
                    <a:pt x="31340" y="63272"/>
                    <a:pt x="31340" y="63272"/>
                  </a:cubicBezTo>
                  <a:cubicBezTo>
                    <a:pt x="30515" y="63927"/>
                    <a:pt x="30515" y="63927"/>
                    <a:pt x="30515" y="63927"/>
                  </a:cubicBezTo>
                  <a:cubicBezTo>
                    <a:pt x="30515" y="63927"/>
                    <a:pt x="30515" y="64800"/>
                    <a:pt x="30515" y="64800"/>
                  </a:cubicBezTo>
                  <a:cubicBezTo>
                    <a:pt x="30103" y="64800"/>
                    <a:pt x="28865" y="65018"/>
                    <a:pt x="28865" y="65018"/>
                  </a:cubicBezTo>
                  <a:cubicBezTo>
                    <a:pt x="28453" y="65236"/>
                    <a:pt x="28041" y="65890"/>
                    <a:pt x="28041" y="65890"/>
                  </a:cubicBezTo>
                  <a:cubicBezTo>
                    <a:pt x="28041" y="65890"/>
                    <a:pt x="29690" y="65018"/>
                    <a:pt x="30103" y="65236"/>
                  </a:cubicBezTo>
                  <a:cubicBezTo>
                    <a:pt x="30515" y="65236"/>
                    <a:pt x="31752" y="65236"/>
                    <a:pt x="31752" y="65236"/>
                  </a:cubicBezTo>
                  <a:cubicBezTo>
                    <a:pt x="32577" y="65672"/>
                    <a:pt x="32577" y="65672"/>
                    <a:pt x="32577" y="65672"/>
                  </a:cubicBezTo>
                  <a:cubicBezTo>
                    <a:pt x="33402" y="66545"/>
                    <a:pt x="33402" y="66545"/>
                    <a:pt x="33402" y="66545"/>
                  </a:cubicBezTo>
                  <a:cubicBezTo>
                    <a:pt x="33402" y="67636"/>
                    <a:pt x="33402" y="67636"/>
                    <a:pt x="33402" y="67636"/>
                  </a:cubicBezTo>
                  <a:cubicBezTo>
                    <a:pt x="33402" y="67636"/>
                    <a:pt x="33402" y="68509"/>
                    <a:pt x="32989" y="68509"/>
                  </a:cubicBezTo>
                  <a:cubicBezTo>
                    <a:pt x="32989" y="68727"/>
                    <a:pt x="32577" y="68945"/>
                    <a:pt x="32164" y="68945"/>
                  </a:cubicBezTo>
                  <a:cubicBezTo>
                    <a:pt x="31752" y="68945"/>
                    <a:pt x="31340" y="68945"/>
                    <a:pt x="31752" y="68509"/>
                  </a:cubicBezTo>
                  <a:cubicBezTo>
                    <a:pt x="31752" y="68072"/>
                    <a:pt x="32164" y="67636"/>
                    <a:pt x="32164" y="67636"/>
                  </a:cubicBezTo>
                  <a:cubicBezTo>
                    <a:pt x="32164" y="67418"/>
                    <a:pt x="32577" y="66545"/>
                    <a:pt x="32164" y="66545"/>
                  </a:cubicBezTo>
                  <a:cubicBezTo>
                    <a:pt x="31340" y="66545"/>
                    <a:pt x="30927" y="66109"/>
                    <a:pt x="30927" y="66545"/>
                  </a:cubicBezTo>
                  <a:cubicBezTo>
                    <a:pt x="30515" y="66763"/>
                    <a:pt x="30927" y="67636"/>
                    <a:pt x="30927" y="67636"/>
                  </a:cubicBezTo>
                  <a:cubicBezTo>
                    <a:pt x="30927" y="67636"/>
                    <a:pt x="31340" y="67854"/>
                    <a:pt x="31340" y="68072"/>
                  </a:cubicBezTo>
                  <a:cubicBezTo>
                    <a:pt x="30927" y="68290"/>
                    <a:pt x="30927" y="68072"/>
                    <a:pt x="30515" y="68509"/>
                  </a:cubicBezTo>
                  <a:cubicBezTo>
                    <a:pt x="29690" y="68727"/>
                    <a:pt x="30927" y="68945"/>
                    <a:pt x="30927" y="68945"/>
                  </a:cubicBezTo>
                  <a:cubicBezTo>
                    <a:pt x="31340" y="69381"/>
                    <a:pt x="31340" y="69381"/>
                    <a:pt x="31340" y="69381"/>
                  </a:cubicBezTo>
                  <a:cubicBezTo>
                    <a:pt x="31340" y="69381"/>
                    <a:pt x="31340" y="70036"/>
                    <a:pt x="30927" y="70036"/>
                  </a:cubicBezTo>
                  <a:cubicBezTo>
                    <a:pt x="30515" y="70254"/>
                    <a:pt x="30515" y="70472"/>
                    <a:pt x="28865" y="70036"/>
                  </a:cubicBezTo>
                  <a:cubicBezTo>
                    <a:pt x="27216" y="69818"/>
                    <a:pt x="26804" y="69600"/>
                    <a:pt x="26804" y="69600"/>
                  </a:cubicBezTo>
                  <a:cubicBezTo>
                    <a:pt x="26391" y="70690"/>
                    <a:pt x="26391" y="70690"/>
                    <a:pt x="26391" y="70690"/>
                  </a:cubicBezTo>
                  <a:cubicBezTo>
                    <a:pt x="25567" y="71563"/>
                    <a:pt x="25567" y="71563"/>
                    <a:pt x="25567" y="71563"/>
                  </a:cubicBezTo>
                  <a:cubicBezTo>
                    <a:pt x="22680" y="72000"/>
                    <a:pt x="22680" y="72000"/>
                    <a:pt x="22680" y="72000"/>
                  </a:cubicBezTo>
                  <a:cubicBezTo>
                    <a:pt x="21030" y="70909"/>
                    <a:pt x="21030" y="70909"/>
                    <a:pt x="21030" y="70909"/>
                  </a:cubicBezTo>
                  <a:cubicBezTo>
                    <a:pt x="21030" y="70909"/>
                    <a:pt x="19793" y="71127"/>
                    <a:pt x="19381" y="71127"/>
                  </a:cubicBezTo>
                  <a:cubicBezTo>
                    <a:pt x="18969" y="70909"/>
                    <a:pt x="16907" y="70690"/>
                    <a:pt x="16907" y="70690"/>
                  </a:cubicBezTo>
                  <a:cubicBezTo>
                    <a:pt x="16494" y="69600"/>
                    <a:pt x="16494" y="69600"/>
                    <a:pt x="16494" y="69600"/>
                  </a:cubicBezTo>
                  <a:cubicBezTo>
                    <a:pt x="14432" y="68509"/>
                    <a:pt x="14432" y="68509"/>
                    <a:pt x="14432" y="68509"/>
                  </a:cubicBezTo>
                  <a:cubicBezTo>
                    <a:pt x="14845" y="67636"/>
                    <a:pt x="14845" y="67636"/>
                    <a:pt x="14845" y="67636"/>
                  </a:cubicBezTo>
                  <a:cubicBezTo>
                    <a:pt x="13608" y="66327"/>
                    <a:pt x="13608" y="66327"/>
                    <a:pt x="13608" y="66327"/>
                  </a:cubicBezTo>
                  <a:cubicBezTo>
                    <a:pt x="11134" y="66545"/>
                    <a:pt x="11134" y="66545"/>
                    <a:pt x="11134" y="66545"/>
                  </a:cubicBezTo>
                  <a:cubicBezTo>
                    <a:pt x="10309" y="67636"/>
                    <a:pt x="10309" y="67636"/>
                    <a:pt x="10309" y="67636"/>
                  </a:cubicBezTo>
                  <a:cubicBezTo>
                    <a:pt x="10309" y="67636"/>
                    <a:pt x="11134" y="68072"/>
                    <a:pt x="10309" y="68290"/>
                  </a:cubicBezTo>
                  <a:cubicBezTo>
                    <a:pt x="9484" y="68290"/>
                    <a:pt x="7835" y="68509"/>
                    <a:pt x="7835" y="68509"/>
                  </a:cubicBezTo>
                  <a:cubicBezTo>
                    <a:pt x="7835" y="68509"/>
                    <a:pt x="5773" y="68727"/>
                    <a:pt x="5360" y="68727"/>
                  </a:cubicBezTo>
                  <a:cubicBezTo>
                    <a:pt x="5360" y="68727"/>
                    <a:pt x="3711" y="67418"/>
                    <a:pt x="3711" y="67418"/>
                  </a:cubicBezTo>
                  <a:cubicBezTo>
                    <a:pt x="3711" y="67418"/>
                    <a:pt x="2886" y="67418"/>
                    <a:pt x="2474" y="67418"/>
                  </a:cubicBezTo>
                  <a:cubicBezTo>
                    <a:pt x="2061" y="67418"/>
                    <a:pt x="2061" y="67636"/>
                    <a:pt x="2061" y="67200"/>
                  </a:cubicBezTo>
                  <a:cubicBezTo>
                    <a:pt x="2061" y="66763"/>
                    <a:pt x="1649" y="66109"/>
                    <a:pt x="1649" y="66109"/>
                  </a:cubicBezTo>
                  <a:cubicBezTo>
                    <a:pt x="1649" y="66109"/>
                    <a:pt x="2886" y="66763"/>
                    <a:pt x="1649" y="65890"/>
                  </a:cubicBezTo>
                  <a:cubicBezTo>
                    <a:pt x="412" y="65018"/>
                    <a:pt x="0" y="64145"/>
                    <a:pt x="0" y="64145"/>
                  </a:cubicBezTo>
                  <a:cubicBezTo>
                    <a:pt x="2061" y="63490"/>
                    <a:pt x="2061" y="63490"/>
                    <a:pt x="2061" y="63490"/>
                  </a:cubicBezTo>
                  <a:cubicBezTo>
                    <a:pt x="2061" y="63490"/>
                    <a:pt x="4123" y="63490"/>
                    <a:pt x="4536" y="63709"/>
                  </a:cubicBezTo>
                  <a:cubicBezTo>
                    <a:pt x="4948" y="63709"/>
                    <a:pt x="5360" y="63272"/>
                    <a:pt x="5360" y="63272"/>
                  </a:cubicBezTo>
                  <a:cubicBezTo>
                    <a:pt x="5360" y="63272"/>
                    <a:pt x="6185" y="62836"/>
                    <a:pt x="5360" y="62618"/>
                  </a:cubicBezTo>
                  <a:cubicBezTo>
                    <a:pt x="4948" y="62618"/>
                    <a:pt x="4123" y="62181"/>
                    <a:pt x="4123" y="62181"/>
                  </a:cubicBezTo>
                  <a:cubicBezTo>
                    <a:pt x="4123" y="62181"/>
                    <a:pt x="3298" y="61745"/>
                    <a:pt x="4536" y="61527"/>
                  </a:cubicBezTo>
                  <a:cubicBezTo>
                    <a:pt x="5773" y="61527"/>
                    <a:pt x="5773" y="61527"/>
                    <a:pt x="6597" y="61527"/>
                  </a:cubicBezTo>
                  <a:cubicBezTo>
                    <a:pt x="7422" y="61745"/>
                    <a:pt x="7835" y="62400"/>
                    <a:pt x="8247" y="61527"/>
                  </a:cubicBezTo>
                  <a:cubicBezTo>
                    <a:pt x="8659" y="60872"/>
                    <a:pt x="7835" y="60872"/>
                    <a:pt x="9072" y="60654"/>
                  </a:cubicBezTo>
                  <a:cubicBezTo>
                    <a:pt x="10309" y="60654"/>
                    <a:pt x="11134" y="60436"/>
                    <a:pt x="11134" y="60218"/>
                  </a:cubicBezTo>
                  <a:cubicBezTo>
                    <a:pt x="11134" y="60000"/>
                    <a:pt x="11134" y="59127"/>
                    <a:pt x="11546" y="59127"/>
                  </a:cubicBezTo>
                  <a:cubicBezTo>
                    <a:pt x="11958" y="59127"/>
                    <a:pt x="14020" y="59345"/>
                    <a:pt x="14020" y="59345"/>
                  </a:cubicBezTo>
                  <a:cubicBezTo>
                    <a:pt x="14020" y="59345"/>
                    <a:pt x="14845" y="58909"/>
                    <a:pt x="15670" y="59127"/>
                  </a:cubicBezTo>
                  <a:cubicBezTo>
                    <a:pt x="16494" y="59127"/>
                    <a:pt x="16907" y="58909"/>
                    <a:pt x="16907" y="58909"/>
                  </a:cubicBezTo>
                  <a:cubicBezTo>
                    <a:pt x="16907" y="58909"/>
                    <a:pt x="17731" y="58036"/>
                    <a:pt x="17731" y="58036"/>
                  </a:cubicBezTo>
                  <a:close/>
                  <a:moveTo>
                    <a:pt x="30515" y="49527"/>
                  </a:moveTo>
                  <a:cubicBezTo>
                    <a:pt x="30515" y="49527"/>
                    <a:pt x="30515" y="49527"/>
                    <a:pt x="30515" y="49527"/>
                  </a:cubicBezTo>
                  <a:cubicBezTo>
                    <a:pt x="30515" y="49527"/>
                    <a:pt x="30103" y="48872"/>
                    <a:pt x="30515" y="48872"/>
                  </a:cubicBezTo>
                  <a:cubicBezTo>
                    <a:pt x="30927" y="48872"/>
                    <a:pt x="32164" y="48654"/>
                    <a:pt x="32164" y="48654"/>
                  </a:cubicBezTo>
                  <a:cubicBezTo>
                    <a:pt x="32164" y="48654"/>
                    <a:pt x="32577" y="48218"/>
                    <a:pt x="32577" y="48436"/>
                  </a:cubicBezTo>
                  <a:cubicBezTo>
                    <a:pt x="32989" y="48436"/>
                    <a:pt x="32989" y="48872"/>
                    <a:pt x="32577" y="48872"/>
                  </a:cubicBezTo>
                  <a:cubicBezTo>
                    <a:pt x="32577" y="48872"/>
                    <a:pt x="31752" y="49309"/>
                    <a:pt x="31752" y="49309"/>
                  </a:cubicBezTo>
                  <a:cubicBezTo>
                    <a:pt x="31752" y="49309"/>
                    <a:pt x="30927" y="49527"/>
                    <a:pt x="30927" y="49527"/>
                  </a:cubicBezTo>
                  <a:cubicBezTo>
                    <a:pt x="30515" y="49527"/>
                    <a:pt x="30515" y="49527"/>
                    <a:pt x="30515" y="49527"/>
                  </a:cubicBezTo>
                  <a:close/>
                  <a:moveTo>
                    <a:pt x="35876" y="54109"/>
                  </a:moveTo>
                  <a:cubicBezTo>
                    <a:pt x="35876" y="54109"/>
                    <a:pt x="35876" y="54109"/>
                    <a:pt x="35876" y="54109"/>
                  </a:cubicBezTo>
                  <a:cubicBezTo>
                    <a:pt x="35876" y="54109"/>
                    <a:pt x="35876" y="54327"/>
                    <a:pt x="35463" y="54327"/>
                  </a:cubicBezTo>
                  <a:cubicBezTo>
                    <a:pt x="35051" y="54327"/>
                    <a:pt x="34226" y="54327"/>
                    <a:pt x="34226" y="54109"/>
                  </a:cubicBezTo>
                  <a:cubicBezTo>
                    <a:pt x="34226" y="54109"/>
                    <a:pt x="34639" y="53672"/>
                    <a:pt x="35051" y="53672"/>
                  </a:cubicBezTo>
                  <a:cubicBezTo>
                    <a:pt x="35051" y="53672"/>
                    <a:pt x="35463" y="53454"/>
                    <a:pt x="35463" y="53454"/>
                  </a:cubicBezTo>
                  <a:cubicBezTo>
                    <a:pt x="35463" y="53454"/>
                    <a:pt x="35463" y="53236"/>
                    <a:pt x="35463" y="53236"/>
                  </a:cubicBezTo>
                  <a:cubicBezTo>
                    <a:pt x="35876" y="53236"/>
                    <a:pt x="36288" y="53672"/>
                    <a:pt x="36288" y="53672"/>
                  </a:cubicBezTo>
                  <a:cubicBezTo>
                    <a:pt x="35876" y="54109"/>
                    <a:pt x="35876" y="54109"/>
                    <a:pt x="35876" y="54109"/>
                  </a:cubicBezTo>
                  <a:close/>
                  <a:moveTo>
                    <a:pt x="39175" y="55636"/>
                  </a:moveTo>
                  <a:cubicBezTo>
                    <a:pt x="39175" y="55636"/>
                    <a:pt x="39175" y="55636"/>
                    <a:pt x="39175" y="55636"/>
                  </a:cubicBezTo>
                  <a:cubicBezTo>
                    <a:pt x="39175" y="55418"/>
                    <a:pt x="40000" y="54981"/>
                    <a:pt x="40000" y="54763"/>
                  </a:cubicBezTo>
                  <a:cubicBezTo>
                    <a:pt x="40412" y="54763"/>
                    <a:pt x="40412" y="54545"/>
                    <a:pt x="40412" y="54545"/>
                  </a:cubicBezTo>
                  <a:cubicBezTo>
                    <a:pt x="40824" y="54327"/>
                    <a:pt x="41237" y="54327"/>
                    <a:pt x="41649" y="54327"/>
                  </a:cubicBezTo>
                  <a:cubicBezTo>
                    <a:pt x="42474" y="54545"/>
                    <a:pt x="43298" y="54981"/>
                    <a:pt x="42886" y="54981"/>
                  </a:cubicBezTo>
                  <a:cubicBezTo>
                    <a:pt x="42886" y="55200"/>
                    <a:pt x="42474" y="54981"/>
                    <a:pt x="42474" y="55636"/>
                  </a:cubicBezTo>
                  <a:cubicBezTo>
                    <a:pt x="42474" y="56290"/>
                    <a:pt x="42474" y="56290"/>
                    <a:pt x="42474" y="56509"/>
                  </a:cubicBezTo>
                  <a:cubicBezTo>
                    <a:pt x="42886" y="56727"/>
                    <a:pt x="42474" y="57381"/>
                    <a:pt x="42474" y="57381"/>
                  </a:cubicBezTo>
                  <a:cubicBezTo>
                    <a:pt x="42474" y="57381"/>
                    <a:pt x="42061" y="57818"/>
                    <a:pt x="41649" y="57818"/>
                  </a:cubicBezTo>
                  <a:cubicBezTo>
                    <a:pt x="41649" y="57818"/>
                    <a:pt x="41649" y="57818"/>
                    <a:pt x="40824" y="57600"/>
                  </a:cubicBezTo>
                  <a:cubicBezTo>
                    <a:pt x="40412" y="57600"/>
                    <a:pt x="39175" y="57163"/>
                    <a:pt x="39175" y="57163"/>
                  </a:cubicBezTo>
                  <a:cubicBezTo>
                    <a:pt x="39175" y="57163"/>
                    <a:pt x="39175" y="56072"/>
                    <a:pt x="39175" y="56072"/>
                  </a:cubicBezTo>
                  <a:cubicBezTo>
                    <a:pt x="39175" y="55854"/>
                    <a:pt x="38762" y="55636"/>
                    <a:pt x="38762" y="55636"/>
                  </a:cubicBezTo>
                  <a:cubicBezTo>
                    <a:pt x="39175" y="55636"/>
                    <a:pt x="39175" y="55636"/>
                    <a:pt x="39175" y="55636"/>
                  </a:cubicBezTo>
                  <a:close/>
                  <a:moveTo>
                    <a:pt x="30515" y="45818"/>
                  </a:moveTo>
                  <a:cubicBezTo>
                    <a:pt x="30515" y="45818"/>
                    <a:pt x="30515" y="45818"/>
                    <a:pt x="30515" y="45818"/>
                  </a:cubicBezTo>
                  <a:cubicBezTo>
                    <a:pt x="30515" y="45818"/>
                    <a:pt x="30515" y="45600"/>
                    <a:pt x="31340" y="45600"/>
                  </a:cubicBezTo>
                  <a:cubicBezTo>
                    <a:pt x="31752" y="45818"/>
                    <a:pt x="31752" y="46036"/>
                    <a:pt x="31752" y="46254"/>
                  </a:cubicBezTo>
                  <a:cubicBezTo>
                    <a:pt x="31752" y="46472"/>
                    <a:pt x="32989" y="46472"/>
                    <a:pt x="32577" y="46690"/>
                  </a:cubicBezTo>
                  <a:cubicBezTo>
                    <a:pt x="31752" y="46909"/>
                    <a:pt x="31340" y="46909"/>
                    <a:pt x="31340" y="46909"/>
                  </a:cubicBezTo>
                  <a:cubicBezTo>
                    <a:pt x="31340" y="46690"/>
                    <a:pt x="30927" y="46909"/>
                    <a:pt x="30927" y="46690"/>
                  </a:cubicBezTo>
                  <a:cubicBezTo>
                    <a:pt x="30927" y="46472"/>
                    <a:pt x="30103" y="46254"/>
                    <a:pt x="30103" y="46254"/>
                  </a:cubicBezTo>
                  <a:cubicBezTo>
                    <a:pt x="30103" y="46254"/>
                    <a:pt x="30515" y="45818"/>
                    <a:pt x="30515" y="45818"/>
                  </a:cubicBezTo>
                  <a:close/>
                  <a:moveTo>
                    <a:pt x="25154" y="42763"/>
                  </a:moveTo>
                  <a:cubicBezTo>
                    <a:pt x="25154" y="42763"/>
                    <a:pt x="25154" y="42763"/>
                    <a:pt x="25154" y="42763"/>
                  </a:cubicBezTo>
                  <a:cubicBezTo>
                    <a:pt x="25979" y="42981"/>
                    <a:pt x="26391" y="42763"/>
                    <a:pt x="26391" y="42981"/>
                  </a:cubicBezTo>
                  <a:cubicBezTo>
                    <a:pt x="26804" y="42981"/>
                    <a:pt x="27216" y="43200"/>
                    <a:pt x="26804" y="43418"/>
                  </a:cubicBezTo>
                  <a:cubicBezTo>
                    <a:pt x="25979" y="43636"/>
                    <a:pt x="25979" y="43636"/>
                    <a:pt x="25154" y="43636"/>
                  </a:cubicBezTo>
                  <a:cubicBezTo>
                    <a:pt x="24742" y="43636"/>
                    <a:pt x="25567" y="43636"/>
                    <a:pt x="24742" y="43636"/>
                  </a:cubicBezTo>
                  <a:cubicBezTo>
                    <a:pt x="23917" y="43636"/>
                    <a:pt x="22680" y="44072"/>
                    <a:pt x="23505" y="43418"/>
                  </a:cubicBezTo>
                  <a:cubicBezTo>
                    <a:pt x="24329" y="42981"/>
                    <a:pt x="25154" y="42763"/>
                    <a:pt x="25154" y="42763"/>
                  </a:cubicBezTo>
                  <a:close/>
                  <a:moveTo>
                    <a:pt x="29690" y="41672"/>
                  </a:moveTo>
                  <a:cubicBezTo>
                    <a:pt x="29690" y="41672"/>
                    <a:pt x="29690" y="41672"/>
                    <a:pt x="29690" y="41672"/>
                  </a:cubicBezTo>
                  <a:cubicBezTo>
                    <a:pt x="30103" y="41672"/>
                    <a:pt x="30515" y="41236"/>
                    <a:pt x="30927" y="41454"/>
                  </a:cubicBezTo>
                  <a:cubicBezTo>
                    <a:pt x="31340" y="41672"/>
                    <a:pt x="32164" y="41890"/>
                    <a:pt x="31340" y="42109"/>
                  </a:cubicBezTo>
                  <a:cubicBezTo>
                    <a:pt x="30515" y="42327"/>
                    <a:pt x="30515" y="42327"/>
                    <a:pt x="30103" y="42545"/>
                  </a:cubicBezTo>
                  <a:cubicBezTo>
                    <a:pt x="29278" y="42763"/>
                    <a:pt x="28453" y="42981"/>
                    <a:pt x="28041" y="42981"/>
                  </a:cubicBezTo>
                  <a:cubicBezTo>
                    <a:pt x="27628" y="42981"/>
                    <a:pt x="27216" y="42545"/>
                    <a:pt x="27628" y="42545"/>
                  </a:cubicBezTo>
                  <a:cubicBezTo>
                    <a:pt x="28041" y="42545"/>
                    <a:pt x="28453" y="42327"/>
                    <a:pt x="28865" y="42327"/>
                  </a:cubicBezTo>
                  <a:cubicBezTo>
                    <a:pt x="28865" y="42109"/>
                    <a:pt x="29690" y="41672"/>
                    <a:pt x="29690" y="41672"/>
                  </a:cubicBezTo>
                  <a:close/>
                  <a:moveTo>
                    <a:pt x="32164" y="37309"/>
                  </a:moveTo>
                  <a:cubicBezTo>
                    <a:pt x="32164" y="37309"/>
                    <a:pt x="32164" y="37309"/>
                    <a:pt x="32164" y="37309"/>
                  </a:cubicBezTo>
                  <a:cubicBezTo>
                    <a:pt x="32164" y="37309"/>
                    <a:pt x="32164" y="36654"/>
                    <a:pt x="32577" y="36872"/>
                  </a:cubicBezTo>
                  <a:cubicBezTo>
                    <a:pt x="33402" y="36872"/>
                    <a:pt x="33402" y="36872"/>
                    <a:pt x="33402" y="37090"/>
                  </a:cubicBezTo>
                  <a:cubicBezTo>
                    <a:pt x="33402" y="37309"/>
                    <a:pt x="34226" y="37090"/>
                    <a:pt x="33402" y="37309"/>
                  </a:cubicBezTo>
                  <a:cubicBezTo>
                    <a:pt x="32989" y="37309"/>
                    <a:pt x="32164" y="37309"/>
                    <a:pt x="32164" y="37309"/>
                  </a:cubicBezTo>
                  <a:close/>
                  <a:moveTo>
                    <a:pt x="35876" y="39490"/>
                  </a:moveTo>
                  <a:cubicBezTo>
                    <a:pt x="35876" y="39490"/>
                    <a:pt x="35876" y="39490"/>
                    <a:pt x="35876" y="39490"/>
                  </a:cubicBezTo>
                  <a:cubicBezTo>
                    <a:pt x="35876" y="39490"/>
                    <a:pt x="36288" y="39054"/>
                    <a:pt x="36701" y="39054"/>
                  </a:cubicBezTo>
                  <a:cubicBezTo>
                    <a:pt x="36701" y="39054"/>
                    <a:pt x="37113" y="39054"/>
                    <a:pt x="37113" y="39272"/>
                  </a:cubicBezTo>
                  <a:cubicBezTo>
                    <a:pt x="37113" y="39490"/>
                    <a:pt x="37113" y="39927"/>
                    <a:pt x="36701" y="39927"/>
                  </a:cubicBezTo>
                  <a:cubicBezTo>
                    <a:pt x="36288" y="39927"/>
                    <a:pt x="36288" y="40145"/>
                    <a:pt x="35876" y="39927"/>
                  </a:cubicBezTo>
                  <a:cubicBezTo>
                    <a:pt x="35463" y="39927"/>
                    <a:pt x="35876" y="39490"/>
                    <a:pt x="35876" y="39490"/>
                  </a:cubicBezTo>
                  <a:close/>
                  <a:moveTo>
                    <a:pt x="33814" y="38618"/>
                  </a:moveTo>
                  <a:cubicBezTo>
                    <a:pt x="33814" y="38618"/>
                    <a:pt x="33814" y="38618"/>
                    <a:pt x="33814" y="38618"/>
                  </a:cubicBezTo>
                  <a:cubicBezTo>
                    <a:pt x="33814" y="38618"/>
                    <a:pt x="33402" y="37745"/>
                    <a:pt x="34226" y="37745"/>
                  </a:cubicBezTo>
                  <a:cubicBezTo>
                    <a:pt x="35051" y="37527"/>
                    <a:pt x="35463" y="37527"/>
                    <a:pt x="35463" y="37527"/>
                  </a:cubicBezTo>
                  <a:cubicBezTo>
                    <a:pt x="35463" y="37527"/>
                    <a:pt x="36701" y="38400"/>
                    <a:pt x="36701" y="38400"/>
                  </a:cubicBezTo>
                  <a:cubicBezTo>
                    <a:pt x="36288" y="38618"/>
                    <a:pt x="36288" y="38836"/>
                    <a:pt x="35463" y="38836"/>
                  </a:cubicBezTo>
                  <a:cubicBezTo>
                    <a:pt x="35051" y="38836"/>
                    <a:pt x="34639" y="39054"/>
                    <a:pt x="34639" y="38836"/>
                  </a:cubicBezTo>
                  <a:cubicBezTo>
                    <a:pt x="34226" y="38618"/>
                    <a:pt x="33814" y="38618"/>
                    <a:pt x="33814" y="38618"/>
                  </a:cubicBezTo>
                  <a:close/>
                  <a:moveTo>
                    <a:pt x="18556" y="37963"/>
                  </a:moveTo>
                  <a:cubicBezTo>
                    <a:pt x="18556" y="37963"/>
                    <a:pt x="18556" y="37963"/>
                    <a:pt x="18556" y="37963"/>
                  </a:cubicBezTo>
                  <a:cubicBezTo>
                    <a:pt x="18969" y="37963"/>
                    <a:pt x="18969" y="37745"/>
                    <a:pt x="18969" y="38181"/>
                  </a:cubicBezTo>
                  <a:cubicBezTo>
                    <a:pt x="18969" y="38400"/>
                    <a:pt x="18969" y="38618"/>
                    <a:pt x="18969" y="38618"/>
                  </a:cubicBezTo>
                  <a:cubicBezTo>
                    <a:pt x="18969" y="38618"/>
                    <a:pt x="18556" y="39054"/>
                    <a:pt x="18144" y="38836"/>
                  </a:cubicBezTo>
                  <a:cubicBezTo>
                    <a:pt x="17731" y="38618"/>
                    <a:pt x="17731" y="38400"/>
                    <a:pt x="17731" y="38400"/>
                  </a:cubicBezTo>
                  <a:cubicBezTo>
                    <a:pt x="18556" y="37963"/>
                    <a:pt x="18556" y="37963"/>
                    <a:pt x="18556" y="37963"/>
                  </a:cubicBezTo>
                  <a:close/>
                  <a:moveTo>
                    <a:pt x="21855" y="35781"/>
                  </a:moveTo>
                  <a:cubicBezTo>
                    <a:pt x="21855" y="35781"/>
                    <a:pt x="21855" y="35781"/>
                    <a:pt x="21855" y="35781"/>
                  </a:cubicBezTo>
                  <a:cubicBezTo>
                    <a:pt x="22268" y="36000"/>
                    <a:pt x="23092" y="36436"/>
                    <a:pt x="23092" y="36436"/>
                  </a:cubicBezTo>
                  <a:cubicBezTo>
                    <a:pt x="21855" y="37090"/>
                    <a:pt x="21855" y="37090"/>
                    <a:pt x="21855" y="37090"/>
                  </a:cubicBezTo>
                  <a:cubicBezTo>
                    <a:pt x="21855" y="37090"/>
                    <a:pt x="20618" y="37309"/>
                    <a:pt x="20618" y="37527"/>
                  </a:cubicBezTo>
                  <a:cubicBezTo>
                    <a:pt x="20206" y="37527"/>
                    <a:pt x="21030" y="38181"/>
                    <a:pt x="20206" y="37963"/>
                  </a:cubicBezTo>
                  <a:cubicBezTo>
                    <a:pt x="19381" y="37745"/>
                    <a:pt x="18969" y="37309"/>
                    <a:pt x="19381" y="37309"/>
                  </a:cubicBezTo>
                  <a:cubicBezTo>
                    <a:pt x="19793" y="37090"/>
                    <a:pt x="19793" y="37090"/>
                    <a:pt x="20206" y="36872"/>
                  </a:cubicBezTo>
                  <a:cubicBezTo>
                    <a:pt x="20618" y="36654"/>
                    <a:pt x="21443" y="36000"/>
                    <a:pt x="21443" y="36000"/>
                  </a:cubicBezTo>
                  <a:cubicBezTo>
                    <a:pt x="21855" y="35781"/>
                    <a:pt x="21855" y="35781"/>
                    <a:pt x="21855" y="35781"/>
                  </a:cubicBezTo>
                  <a:close/>
                  <a:moveTo>
                    <a:pt x="23917" y="32727"/>
                  </a:moveTo>
                  <a:cubicBezTo>
                    <a:pt x="23917" y="32727"/>
                    <a:pt x="23917" y="32727"/>
                    <a:pt x="23917" y="32727"/>
                  </a:cubicBezTo>
                  <a:cubicBezTo>
                    <a:pt x="23917" y="32727"/>
                    <a:pt x="24742" y="32727"/>
                    <a:pt x="25154" y="32945"/>
                  </a:cubicBezTo>
                  <a:cubicBezTo>
                    <a:pt x="25154" y="32945"/>
                    <a:pt x="25567" y="33600"/>
                    <a:pt x="25567" y="33600"/>
                  </a:cubicBezTo>
                  <a:cubicBezTo>
                    <a:pt x="25567" y="33600"/>
                    <a:pt x="25979" y="33818"/>
                    <a:pt x="25567" y="34036"/>
                  </a:cubicBezTo>
                  <a:cubicBezTo>
                    <a:pt x="25154" y="34254"/>
                    <a:pt x="24329" y="34472"/>
                    <a:pt x="24329" y="34472"/>
                  </a:cubicBezTo>
                  <a:cubicBezTo>
                    <a:pt x="24329" y="35563"/>
                    <a:pt x="24329" y="35563"/>
                    <a:pt x="24329" y="35563"/>
                  </a:cubicBezTo>
                  <a:cubicBezTo>
                    <a:pt x="23917" y="36000"/>
                    <a:pt x="23917" y="36000"/>
                    <a:pt x="23917" y="36000"/>
                  </a:cubicBezTo>
                  <a:cubicBezTo>
                    <a:pt x="22680" y="35781"/>
                    <a:pt x="22680" y="35781"/>
                    <a:pt x="22680" y="35781"/>
                  </a:cubicBezTo>
                  <a:cubicBezTo>
                    <a:pt x="22680" y="34472"/>
                    <a:pt x="22680" y="34472"/>
                    <a:pt x="22680" y="34472"/>
                  </a:cubicBezTo>
                  <a:cubicBezTo>
                    <a:pt x="22268" y="33818"/>
                    <a:pt x="22268" y="33818"/>
                    <a:pt x="22268" y="33818"/>
                  </a:cubicBezTo>
                  <a:cubicBezTo>
                    <a:pt x="23505" y="33163"/>
                    <a:pt x="23505" y="33163"/>
                    <a:pt x="23505" y="33163"/>
                  </a:cubicBezTo>
                  <a:cubicBezTo>
                    <a:pt x="23917" y="32727"/>
                    <a:pt x="23917" y="32727"/>
                    <a:pt x="23917" y="32727"/>
                  </a:cubicBezTo>
                  <a:close/>
                  <a:moveTo>
                    <a:pt x="24742" y="30981"/>
                  </a:moveTo>
                  <a:cubicBezTo>
                    <a:pt x="24742" y="30981"/>
                    <a:pt x="24742" y="30981"/>
                    <a:pt x="24742" y="30981"/>
                  </a:cubicBezTo>
                  <a:cubicBezTo>
                    <a:pt x="24742" y="30981"/>
                    <a:pt x="25567" y="30763"/>
                    <a:pt x="25979" y="30981"/>
                  </a:cubicBezTo>
                  <a:cubicBezTo>
                    <a:pt x="26391" y="31200"/>
                    <a:pt x="26391" y="30763"/>
                    <a:pt x="26804" y="31200"/>
                  </a:cubicBezTo>
                  <a:cubicBezTo>
                    <a:pt x="27216" y="31636"/>
                    <a:pt x="27628" y="31636"/>
                    <a:pt x="27216" y="31854"/>
                  </a:cubicBezTo>
                  <a:cubicBezTo>
                    <a:pt x="27216" y="32072"/>
                    <a:pt x="27216" y="32290"/>
                    <a:pt x="26804" y="32509"/>
                  </a:cubicBezTo>
                  <a:cubicBezTo>
                    <a:pt x="26391" y="32727"/>
                    <a:pt x="26804" y="32945"/>
                    <a:pt x="25979" y="32727"/>
                  </a:cubicBezTo>
                  <a:cubicBezTo>
                    <a:pt x="25154" y="32509"/>
                    <a:pt x="25154" y="32509"/>
                    <a:pt x="24742" y="32290"/>
                  </a:cubicBezTo>
                  <a:cubicBezTo>
                    <a:pt x="24329" y="32072"/>
                    <a:pt x="24329" y="32072"/>
                    <a:pt x="24329" y="32072"/>
                  </a:cubicBezTo>
                  <a:cubicBezTo>
                    <a:pt x="24742" y="30981"/>
                    <a:pt x="24742" y="30981"/>
                    <a:pt x="24742" y="30981"/>
                  </a:cubicBezTo>
                  <a:close/>
                  <a:moveTo>
                    <a:pt x="28453" y="28800"/>
                  </a:moveTo>
                  <a:cubicBezTo>
                    <a:pt x="28453" y="28800"/>
                    <a:pt x="28453" y="28800"/>
                    <a:pt x="28453" y="28800"/>
                  </a:cubicBezTo>
                  <a:cubicBezTo>
                    <a:pt x="28453" y="28800"/>
                    <a:pt x="28865" y="28581"/>
                    <a:pt x="28453" y="29018"/>
                  </a:cubicBezTo>
                  <a:cubicBezTo>
                    <a:pt x="27628" y="29672"/>
                    <a:pt x="27628" y="29890"/>
                    <a:pt x="28041" y="29890"/>
                  </a:cubicBezTo>
                  <a:cubicBezTo>
                    <a:pt x="28041" y="29890"/>
                    <a:pt x="28453" y="29890"/>
                    <a:pt x="28453" y="29890"/>
                  </a:cubicBezTo>
                  <a:cubicBezTo>
                    <a:pt x="28453" y="30763"/>
                    <a:pt x="28453" y="30763"/>
                    <a:pt x="28453" y="30763"/>
                  </a:cubicBezTo>
                  <a:cubicBezTo>
                    <a:pt x="28453" y="30763"/>
                    <a:pt x="28453" y="30981"/>
                    <a:pt x="27216" y="30763"/>
                  </a:cubicBezTo>
                  <a:cubicBezTo>
                    <a:pt x="25979" y="30763"/>
                    <a:pt x="25154" y="30545"/>
                    <a:pt x="25154" y="30545"/>
                  </a:cubicBezTo>
                  <a:cubicBezTo>
                    <a:pt x="23917" y="29890"/>
                    <a:pt x="23917" y="29890"/>
                    <a:pt x="23917" y="29890"/>
                  </a:cubicBezTo>
                  <a:cubicBezTo>
                    <a:pt x="23917" y="29890"/>
                    <a:pt x="23505" y="29672"/>
                    <a:pt x="24329" y="29236"/>
                  </a:cubicBezTo>
                  <a:cubicBezTo>
                    <a:pt x="24742" y="28800"/>
                    <a:pt x="25979" y="29018"/>
                    <a:pt x="25979" y="29018"/>
                  </a:cubicBezTo>
                  <a:cubicBezTo>
                    <a:pt x="25979" y="29018"/>
                    <a:pt x="26391" y="29454"/>
                    <a:pt x="26804" y="29018"/>
                  </a:cubicBezTo>
                  <a:cubicBezTo>
                    <a:pt x="27216" y="28581"/>
                    <a:pt x="27216" y="28145"/>
                    <a:pt x="27628" y="28363"/>
                  </a:cubicBezTo>
                  <a:cubicBezTo>
                    <a:pt x="28041" y="28581"/>
                    <a:pt x="28453" y="28800"/>
                    <a:pt x="28453" y="28800"/>
                  </a:cubicBezTo>
                  <a:close/>
                  <a:moveTo>
                    <a:pt x="31752" y="26400"/>
                  </a:moveTo>
                  <a:cubicBezTo>
                    <a:pt x="31752" y="26400"/>
                    <a:pt x="31752" y="26400"/>
                    <a:pt x="31752" y="26400"/>
                  </a:cubicBezTo>
                  <a:cubicBezTo>
                    <a:pt x="31340" y="26181"/>
                    <a:pt x="31340" y="25745"/>
                    <a:pt x="31340" y="25745"/>
                  </a:cubicBezTo>
                  <a:cubicBezTo>
                    <a:pt x="31752" y="25309"/>
                    <a:pt x="31752" y="25309"/>
                    <a:pt x="31752" y="25309"/>
                  </a:cubicBezTo>
                  <a:cubicBezTo>
                    <a:pt x="31752" y="25309"/>
                    <a:pt x="30927" y="24872"/>
                    <a:pt x="30927" y="24654"/>
                  </a:cubicBezTo>
                  <a:cubicBezTo>
                    <a:pt x="30927" y="24436"/>
                    <a:pt x="30927" y="24000"/>
                    <a:pt x="31752" y="23781"/>
                  </a:cubicBezTo>
                  <a:cubicBezTo>
                    <a:pt x="32164" y="23563"/>
                    <a:pt x="32577" y="23127"/>
                    <a:pt x="32989" y="23127"/>
                  </a:cubicBezTo>
                  <a:cubicBezTo>
                    <a:pt x="32989" y="23345"/>
                    <a:pt x="32989" y="23345"/>
                    <a:pt x="33402" y="23781"/>
                  </a:cubicBezTo>
                  <a:cubicBezTo>
                    <a:pt x="33814" y="24000"/>
                    <a:pt x="33814" y="24436"/>
                    <a:pt x="34226" y="24218"/>
                  </a:cubicBezTo>
                  <a:cubicBezTo>
                    <a:pt x="34639" y="24000"/>
                    <a:pt x="34639" y="23781"/>
                    <a:pt x="35051" y="23563"/>
                  </a:cubicBezTo>
                  <a:cubicBezTo>
                    <a:pt x="35463" y="23345"/>
                    <a:pt x="35876" y="22690"/>
                    <a:pt x="35876" y="22690"/>
                  </a:cubicBezTo>
                  <a:cubicBezTo>
                    <a:pt x="35876" y="22690"/>
                    <a:pt x="36701" y="22909"/>
                    <a:pt x="37113" y="22690"/>
                  </a:cubicBezTo>
                  <a:cubicBezTo>
                    <a:pt x="37938" y="22472"/>
                    <a:pt x="37113" y="22472"/>
                    <a:pt x="38350" y="22254"/>
                  </a:cubicBezTo>
                  <a:cubicBezTo>
                    <a:pt x="39587" y="22254"/>
                    <a:pt x="40000" y="22254"/>
                    <a:pt x="40412" y="21818"/>
                  </a:cubicBezTo>
                  <a:cubicBezTo>
                    <a:pt x="40824" y="21600"/>
                    <a:pt x="40824" y="21818"/>
                    <a:pt x="41237" y="21600"/>
                  </a:cubicBezTo>
                  <a:cubicBezTo>
                    <a:pt x="41649" y="21381"/>
                    <a:pt x="42061" y="21163"/>
                    <a:pt x="42474" y="21163"/>
                  </a:cubicBezTo>
                  <a:cubicBezTo>
                    <a:pt x="42886" y="21381"/>
                    <a:pt x="43298" y="21600"/>
                    <a:pt x="43298" y="21818"/>
                  </a:cubicBezTo>
                  <a:cubicBezTo>
                    <a:pt x="43298" y="22036"/>
                    <a:pt x="43711" y="22472"/>
                    <a:pt x="43298" y="22690"/>
                  </a:cubicBezTo>
                  <a:cubicBezTo>
                    <a:pt x="42886" y="22909"/>
                    <a:pt x="42886" y="23127"/>
                    <a:pt x="42474" y="23127"/>
                  </a:cubicBezTo>
                  <a:cubicBezTo>
                    <a:pt x="42061" y="23345"/>
                    <a:pt x="40824" y="23781"/>
                    <a:pt x="40824" y="23781"/>
                  </a:cubicBezTo>
                  <a:cubicBezTo>
                    <a:pt x="40824" y="23781"/>
                    <a:pt x="40824" y="24218"/>
                    <a:pt x="41237" y="24218"/>
                  </a:cubicBezTo>
                  <a:cubicBezTo>
                    <a:pt x="41649" y="24218"/>
                    <a:pt x="42474" y="23563"/>
                    <a:pt x="42474" y="24000"/>
                  </a:cubicBezTo>
                  <a:cubicBezTo>
                    <a:pt x="42061" y="24436"/>
                    <a:pt x="43298" y="24654"/>
                    <a:pt x="42061" y="24872"/>
                  </a:cubicBezTo>
                  <a:cubicBezTo>
                    <a:pt x="41237" y="24872"/>
                    <a:pt x="40412" y="24654"/>
                    <a:pt x="40412" y="24654"/>
                  </a:cubicBezTo>
                  <a:cubicBezTo>
                    <a:pt x="39587" y="25309"/>
                    <a:pt x="39587" y="25309"/>
                    <a:pt x="39587" y="25309"/>
                  </a:cubicBezTo>
                  <a:cubicBezTo>
                    <a:pt x="39587" y="25309"/>
                    <a:pt x="38762" y="25090"/>
                    <a:pt x="38762" y="25309"/>
                  </a:cubicBezTo>
                  <a:cubicBezTo>
                    <a:pt x="38762" y="25527"/>
                    <a:pt x="39175" y="25963"/>
                    <a:pt x="39175" y="25963"/>
                  </a:cubicBezTo>
                  <a:cubicBezTo>
                    <a:pt x="38350" y="26400"/>
                    <a:pt x="38350" y="26400"/>
                    <a:pt x="38350" y="26400"/>
                  </a:cubicBezTo>
                  <a:cubicBezTo>
                    <a:pt x="38350" y="26400"/>
                    <a:pt x="37113" y="26181"/>
                    <a:pt x="37113" y="26400"/>
                  </a:cubicBezTo>
                  <a:cubicBezTo>
                    <a:pt x="37525" y="26618"/>
                    <a:pt x="37938" y="27054"/>
                    <a:pt x="37938" y="27054"/>
                  </a:cubicBezTo>
                  <a:cubicBezTo>
                    <a:pt x="37938" y="27054"/>
                    <a:pt x="37938" y="27490"/>
                    <a:pt x="37113" y="27490"/>
                  </a:cubicBezTo>
                  <a:cubicBezTo>
                    <a:pt x="36288" y="27490"/>
                    <a:pt x="35463" y="27490"/>
                    <a:pt x="35051" y="27490"/>
                  </a:cubicBezTo>
                  <a:cubicBezTo>
                    <a:pt x="34639" y="27272"/>
                    <a:pt x="34639" y="27272"/>
                    <a:pt x="34639" y="27272"/>
                  </a:cubicBezTo>
                  <a:cubicBezTo>
                    <a:pt x="34226" y="27927"/>
                    <a:pt x="34226" y="27927"/>
                    <a:pt x="34226" y="27927"/>
                  </a:cubicBezTo>
                  <a:cubicBezTo>
                    <a:pt x="34226" y="27927"/>
                    <a:pt x="34639" y="28145"/>
                    <a:pt x="34226" y="28363"/>
                  </a:cubicBezTo>
                  <a:cubicBezTo>
                    <a:pt x="33814" y="28581"/>
                    <a:pt x="32577" y="28581"/>
                    <a:pt x="32577" y="28581"/>
                  </a:cubicBezTo>
                  <a:cubicBezTo>
                    <a:pt x="32577" y="28581"/>
                    <a:pt x="32164" y="28581"/>
                    <a:pt x="32164" y="28581"/>
                  </a:cubicBezTo>
                  <a:cubicBezTo>
                    <a:pt x="32164" y="28800"/>
                    <a:pt x="31752" y="29236"/>
                    <a:pt x="31340" y="29236"/>
                  </a:cubicBezTo>
                  <a:cubicBezTo>
                    <a:pt x="30927" y="29018"/>
                    <a:pt x="30103" y="28800"/>
                    <a:pt x="29690" y="28581"/>
                  </a:cubicBezTo>
                  <a:cubicBezTo>
                    <a:pt x="29690" y="28363"/>
                    <a:pt x="29278" y="27490"/>
                    <a:pt x="30103" y="27709"/>
                  </a:cubicBezTo>
                  <a:cubicBezTo>
                    <a:pt x="30927" y="27709"/>
                    <a:pt x="31752" y="27927"/>
                    <a:pt x="31752" y="27490"/>
                  </a:cubicBezTo>
                  <a:cubicBezTo>
                    <a:pt x="31752" y="27054"/>
                    <a:pt x="31340" y="26836"/>
                    <a:pt x="31340" y="26836"/>
                  </a:cubicBezTo>
                  <a:cubicBezTo>
                    <a:pt x="31752" y="26400"/>
                    <a:pt x="31752" y="26400"/>
                    <a:pt x="31752" y="26400"/>
                  </a:cubicBezTo>
                  <a:close/>
                  <a:moveTo>
                    <a:pt x="110103" y="3272"/>
                  </a:moveTo>
                  <a:cubicBezTo>
                    <a:pt x="110103" y="3272"/>
                    <a:pt x="110103" y="3272"/>
                    <a:pt x="110103" y="3272"/>
                  </a:cubicBezTo>
                  <a:cubicBezTo>
                    <a:pt x="110515" y="3272"/>
                    <a:pt x="111752" y="3490"/>
                    <a:pt x="111752" y="3272"/>
                  </a:cubicBezTo>
                  <a:cubicBezTo>
                    <a:pt x="111752" y="3272"/>
                    <a:pt x="112164" y="2836"/>
                    <a:pt x="112164" y="2836"/>
                  </a:cubicBezTo>
                  <a:cubicBezTo>
                    <a:pt x="111752" y="2618"/>
                    <a:pt x="111340" y="2400"/>
                    <a:pt x="110927" y="2618"/>
                  </a:cubicBezTo>
                  <a:cubicBezTo>
                    <a:pt x="110515" y="2618"/>
                    <a:pt x="110103" y="2836"/>
                    <a:pt x="110103" y="2836"/>
                  </a:cubicBezTo>
                  <a:cubicBezTo>
                    <a:pt x="110103" y="3054"/>
                    <a:pt x="110103" y="3272"/>
                    <a:pt x="110103" y="3272"/>
                  </a:cubicBezTo>
                  <a:close/>
                  <a:moveTo>
                    <a:pt x="96907" y="6981"/>
                  </a:moveTo>
                  <a:cubicBezTo>
                    <a:pt x="96907" y="6981"/>
                    <a:pt x="96907" y="6981"/>
                    <a:pt x="96907" y="6981"/>
                  </a:cubicBezTo>
                  <a:cubicBezTo>
                    <a:pt x="97319" y="6981"/>
                    <a:pt x="97731" y="6545"/>
                    <a:pt x="97731" y="6763"/>
                  </a:cubicBezTo>
                  <a:cubicBezTo>
                    <a:pt x="97731" y="7200"/>
                    <a:pt x="98144" y="7200"/>
                    <a:pt x="97731" y="7418"/>
                  </a:cubicBezTo>
                  <a:cubicBezTo>
                    <a:pt x="97319" y="7418"/>
                    <a:pt x="96494" y="7854"/>
                    <a:pt x="96082" y="7636"/>
                  </a:cubicBezTo>
                  <a:cubicBezTo>
                    <a:pt x="96082" y="7636"/>
                    <a:pt x="96494" y="6763"/>
                    <a:pt x="96494" y="6763"/>
                  </a:cubicBezTo>
                  <a:cubicBezTo>
                    <a:pt x="96907" y="6981"/>
                    <a:pt x="96907" y="6981"/>
                    <a:pt x="96907" y="6981"/>
                  </a:cubicBezTo>
                  <a:close/>
                  <a:moveTo>
                    <a:pt x="104742" y="7418"/>
                  </a:moveTo>
                  <a:cubicBezTo>
                    <a:pt x="104742" y="7418"/>
                    <a:pt x="104742" y="7418"/>
                    <a:pt x="104742" y="7418"/>
                  </a:cubicBezTo>
                  <a:cubicBezTo>
                    <a:pt x="104742" y="7418"/>
                    <a:pt x="104742" y="7636"/>
                    <a:pt x="103917" y="7418"/>
                  </a:cubicBezTo>
                  <a:cubicBezTo>
                    <a:pt x="102680" y="7418"/>
                    <a:pt x="102268" y="7636"/>
                    <a:pt x="102268" y="7200"/>
                  </a:cubicBezTo>
                  <a:cubicBezTo>
                    <a:pt x="102268" y="6981"/>
                    <a:pt x="102680" y="6763"/>
                    <a:pt x="101855" y="6545"/>
                  </a:cubicBezTo>
                  <a:cubicBezTo>
                    <a:pt x="101030" y="6545"/>
                    <a:pt x="101030" y="6545"/>
                    <a:pt x="101030" y="6545"/>
                  </a:cubicBezTo>
                  <a:cubicBezTo>
                    <a:pt x="101030" y="6545"/>
                    <a:pt x="100618" y="6109"/>
                    <a:pt x="101030" y="5890"/>
                  </a:cubicBezTo>
                  <a:cubicBezTo>
                    <a:pt x="101855" y="5454"/>
                    <a:pt x="101855" y="5672"/>
                    <a:pt x="102268" y="5672"/>
                  </a:cubicBezTo>
                  <a:cubicBezTo>
                    <a:pt x="103092" y="5672"/>
                    <a:pt x="102680" y="5672"/>
                    <a:pt x="103505" y="5890"/>
                  </a:cubicBezTo>
                  <a:cubicBezTo>
                    <a:pt x="104329" y="5890"/>
                    <a:pt x="104742" y="6109"/>
                    <a:pt x="104742" y="5672"/>
                  </a:cubicBezTo>
                  <a:cubicBezTo>
                    <a:pt x="104742" y="5454"/>
                    <a:pt x="105154" y="5454"/>
                    <a:pt x="104329" y="5018"/>
                  </a:cubicBezTo>
                  <a:cubicBezTo>
                    <a:pt x="103917" y="4581"/>
                    <a:pt x="103917" y="4800"/>
                    <a:pt x="103505" y="4581"/>
                  </a:cubicBezTo>
                  <a:cubicBezTo>
                    <a:pt x="103092" y="4145"/>
                    <a:pt x="102268" y="3709"/>
                    <a:pt x="102680" y="3490"/>
                  </a:cubicBezTo>
                  <a:cubicBezTo>
                    <a:pt x="102680" y="3272"/>
                    <a:pt x="102268" y="3272"/>
                    <a:pt x="103092" y="2836"/>
                  </a:cubicBezTo>
                  <a:cubicBezTo>
                    <a:pt x="104329" y="2618"/>
                    <a:pt x="105154" y="2181"/>
                    <a:pt x="105567" y="2181"/>
                  </a:cubicBezTo>
                  <a:cubicBezTo>
                    <a:pt x="105979" y="2181"/>
                    <a:pt x="106391" y="2181"/>
                    <a:pt x="106391" y="2400"/>
                  </a:cubicBezTo>
                  <a:cubicBezTo>
                    <a:pt x="106391" y="2836"/>
                    <a:pt x="106391" y="3054"/>
                    <a:pt x="105979" y="3272"/>
                  </a:cubicBezTo>
                  <a:cubicBezTo>
                    <a:pt x="105567" y="3272"/>
                    <a:pt x="105567" y="3490"/>
                    <a:pt x="105567" y="3490"/>
                  </a:cubicBezTo>
                  <a:cubicBezTo>
                    <a:pt x="105567" y="3490"/>
                    <a:pt x="105154" y="4145"/>
                    <a:pt x="105979" y="4145"/>
                  </a:cubicBezTo>
                  <a:cubicBezTo>
                    <a:pt x="106804" y="3927"/>
                    <a:pt x="107216" y="3490"/>
                    <a:pt x="107216" y="3272"/>
                  </a:cubicBezTo>
                  <a:cubicBezTo>
                    <a:pt x="107628" y="3054"/>
                    <a:pt x="108041" y="3272"/>
                    <a:pt x="107628" y="2836"/>
                  </a:cubicBezTo>
                  <a:cubicBezTo>
                    <a:pt x="107628" y="2400"/>
                    <a:pt x="107216" y="2181"/>
                    <a:pt x="107628" y="2181"/>
                  </a:cubicBezTo>
                  <a:cubicBezTo>
                    <a:pt x="108041" y="2181"/>
                    <a:pt x="108453" y="2618"/>
                    <a:pt x="108865" y="2181"/>
                  </a:cubicBezTo>
                  <a:cubicBezTo>
                    <a:pt x="109690" y="1527"/>
                    <a:pt x="109690" y="1309"/>
                    <a:pt x="109690" y="1309"/>
                  </a:cubicBezTo>
                  <a:cubicBezTo>
                    <a:pt x="109690" y="1309"/>
                    <a:pt x="109278" y="1309"/>
                    <a:pt x="110103" y="1090"/>
                  </a:cubicBezTo>
                  <a:cubicBezTo>
                    <a:pt x="110927" y="872"/>
                    <a:pt x="110515" y="654"/>
                    <a:pt x="110927" y="436"/>
                  </a:cubicBezTo>
                  <a:cubicBezTo>
                    <a:pt x="111340" y="218"/>
                    <a:pt x="110515" y="0"/>
                    <a:pt x="111752" y="0"/>
                  </a:cubicBezTo>
                  <a:cubicBezTo>
                    <a:pt x="112577" y="218"/>
                    <a:pt x="112577" y="218"/>
                    <a:pt x="112989" y="436"/>
                  </a:cubicBezTo>
                  <a:cubicBezTo>
                    <a:pt x="113402" y="436"/>
                    <a:pt x="112577" y="1309"/>
                    <a:pt x="112164" y="1309"/>
                  </a:cubicBezTo>
                  <a:cubicBezTo>
                    <a:pt x="111752" y="1309"/>
                    <a:pt x="111752" y="1090"/>
                    <a:pt x="110927" y="1309"/>
                  </a:cubicBezTo>
                  <a:cubicBezTo>
                    <a:pt x="110515" y="1527"/>
                    <a:pt x="111340" y="1963"/>
                    <a:pt x="110927" y="2181"/>
                  </a:cubicBezTo>
                  <a:cubicBezTo>
                    <a:pt x="110515" y="2400"/>
                    <a:pt x="110103" y="2181"/>
                    <a:pt x="109690" y="2400"/>
                  </a:cubicBezTo>
                  <a:cubicBezTo>
                    <a:pt x="109278" y="2618"/>
                    <a:pt x="109278" y="2618"/>
                    <a:pt x="109278" y="2836"/>
                  </a:cubicBezTo>
                  <a:cubicBezTo>
                    <a:pt x="109278" y="3054"/>
                    <a:pt x="108865" y="3272"/>
                    <a:pt x="108453" y="3490"/>
                  </a:cubicBezTo>
                  <a:cubicBezTo>
                    <a:pt x="108453" y="3490"/>
                    <a:pt x="107216" y="3054"/>
                    <a:pt x="108453" y="3490"/>
                  </a:cubicBezTo>
                  <a:cubicBezTo>
                    <a:pt x="109690" y="3927"/>
                    <a:pt x="110103" y="3927"/>
                    <a:pt x="109690" y="4145"/>
                  </a:cubicBezTo>
                  <a:cubicBezTo>
                    <a:pt x="109278" y="4145"/>
                    <a:pt x="108453" y="4145"/>
                    <a:pt x="108041" y="4363"/>
                  </a:cubicBezTo>
                  <a:cubicBezTo>
                    <a:pt x="107628" y="4363"/>
                    <a:pt x="107216" y="4581"/>
                    <a:pt x="108041" y="4800"/>
                  </a:cubicBezTo>
                  <a:cubicBezTo>
                    <a:pt x="108865" y="5018"/>
                    <a:pt x="108453" y="5018"/>
                    <a:pt x="108865" y="5018"/>
                  </a:cubicBezTo>
                  <a:cubicBezTo>
                    <a:pt x="109278" y="4800"/>
                    <a:pt x="111340" y="4800"/>
                    <a:pt x="111340" y="5018"/>
                  </a:cubicBezTo>
                  <a:cubicBezTo>
                    <a:pt x="110927" y="5454"/>
                    <a:pt x="111340" y="5454"/>
                    <a:pt x="110515" y="5672"/>
                  </a:cubicBezTo>
                  <a:cubicBezTo>
                    <a:pt x="109278" y="5890"/>
                    <a:pt x="108453" y="5672"/>
                    <a:pt x="108041" y="5454"/>
                  </a:cubicBezTo>
                  <a:cubicBezTo>
                    <a:pt x="107628" y="5454"/>
                    <a:pt x="107628" y="5018"/>
                    <a:pt x="107628" y="5672"/>
                  </a:cubicBezTo>
                  <a:cubicBezTo>
                    <a:pt x="108041" y="6327"/>
                    <a:pt x="108865" y="6327"/>
                    <a:pt x="108453" y="6327"/>
                  </a:cubicBezTo>
                  <a:cubicBezTo>
                    <a:pt x="107628" y="6327"/>
                    <a:pt x="106804" y="6327"/>
                    <a:pt x="106804" y="6327"/>
                  </a:cubicBezTo>
                  <a:cubicBezTo>
                    <a:pt x="106804" y="6327"/>
                    <a:pt x="106391" y="5890"/>
                    <a:pt x="106804" y="6545"/>
                  </a:cubicBezTo>
                  <a:cubicBezTo>
                    <a:pt x="107216" y="7200"/>
                    <a:pt x="107216" y="7200"/>
                    <a:pt x="107216" y="7200"/>
                  </a:cubicBezTo>
                  <a:cubicBezTo>
                    <a:pt x="107216" y="7200"/>
                    <a:pt x="106391" y="7418"/>
                    <a:pt x="106391" y="7418"/>
                  </a:cubicBezTo>
                  <a:cubicBezTo>
                    <a:pt x="106391" y="7636"/>
                    <a:pt x="106804" y="8072"/>
                    <a:pt x="107216" y="8290"/>
                  </a:cubicBezTo>
                  <a:cubicBezTo>
                    <a:pt x="107216" y="8290"/>
                    <a:pt x="106804" y="9163"/>
                    <a:pt x="106391" y="9163"/>
                  </a:cubicBezTo>
                  <a:cubicBezTo>
                    <a:pt x="106391" y="9163"/>
                    <a:pt x="106391" y="9381"/>
                    <a:pt x="105979" y="9600"/>
                  </a:cubicBezTo>
                  <a:cubicBezTo>
                    <a:pt x="105567" y="9818"/>
                    <a:pt x="105154" y="10036"/>
                    <a:pt x="105154" y="10036"/>
                  </a:cubicBezTo>
                  <a:cubicBezTo>
                    <a:pt x="104329" y="11345"/>
                    <a:pt x="104329" y="11345"/>
                    <a:pt x="104329" y="11345"/>
                  </a:cubicBezTo>
                  <a:cubicBezTo>
                    <a:pt x="104329" y="11345"/>
                    <a:pt x="103917" y="11781"/>
                    <a:pt x="103505" y="11345"/>
                  </a:cubicBezTo>
                  <a:cubicBezTo>
                    <a:pt x="103505" y="10909"/>
                    <a:pt x="103092" y="10909"/>
                    <a:pt x="103505" y="10690"/>
                  </a:cubicBezTo>
                  <a:cubicBezTo>
                    <a:pt x="103917" y="10690"/>
                    <a:pt x="103917" y="10254"/>
                    <a:pt x="104329" y="10036"/>
                  </a:cubicBezTo>
                  <a:cubicBezTo>
                    <a:pt x="104329" y="9818"/>
                    <a:pt x="104742" y="8945"/>
                    <a:pt x="104742" y="8945"/>
                  </a:cubicBezTo>
                  <a:cubicBezTo>
                    <a:pt x="104742" y="8945"/>
                    <a:pt x="105567" y="8945"/>
                    <a:pt x="105979" y="8727"/>
                  </a:cubicBezTo>
                  <a:cubicBezTo>
                    <a:pt x="105979" y="8727"/>
                    <a:pt x="105154" y="7854"/>
                    <a:pt x="105154" y="7854"/>
                  </a:cubicBezTo>
                  <a:cubicBezTo>
                    <a:pt x="105567" y="7418"/>
                    <a:pt x="105567" y="7418"/>
                    <a:pt x="105567" y="7418"/>
                  </a:cubicBezTo>
                  <a:cubicBezTo>
                    <a:pt x="104742" y="7418"/>
                    <a:pt x="104742" y="7418"/>
                    <a:pt x="104742" y="7418"/>
                  </a:cubicBezTo>
                  <a:close/>
                  <a:moveTo>
                    <a:pt x="98556" y="14618"/>
                  </a:moveTo>
                  <a:cubicBezTo>
                    <a:pt x="98556" y="14618"/>
                    <a:pt x="98556" y="14618"/>
                    <a:pt x="98556" y="14618"/>
                  </a:cubicBezTo>
                  <a:cubicBezTo>
                    <a:pt x="98556" y="14618"/>
                    <a:pt x="99793" y="13745"/>
                    <a:pt x="100206" y="13963"/>
                  </a:cubicBezTo>
                  <a:cubicBezTo>
                    <a:pt x="100206" y="13963"/>
                    <a:pt x="100206" y="14181"/>
                    <a:pt x="100206" y="14400"/>
                  </a:cubicBezTo>
                  <a:cubicBezTo>
                    <a:pt x="100206" y="14400"/>
                    <a:pt x="100618" y="14836"/>
                    <a:pt x="100206" y="14836"/>
                  </a:cubicBezTo>
                  <a:cubicBezTo>
                    <a:pt x="99793" y="14836"/>
                    <a:pt x="99381" y="14836"/>
                    <a:pt x="98969" y="14836"/>
                  </a:cubicBezTo>
                  <a:cubicBezTo>
                    <a:pt x="98969" y="14836"/>
                    <a:pt x="98556" y="14618"/>
                    <a:pt x="98556" y="14618"/>
                  </a:cubicBezTo>
                  <a:close/>
                  <a:moveTo>
                    <a:pt x="80824" y="21381"/>
                  </a:moveTo>
                  <a:cubicBezTo>
                    <a:pt x="80824" y="21381"/>
                    <a:pt x="80824" y="21381"/>
                    <a:pt x="80824" y="21381"/>
                  </a:cubicBezTo>
                  <a:cubicBezTo>
                    <a:pt x="81649" y="20945"/>
                    <a:pt x="81649" y="20945"/>
                    <a:pt x="81649" y="20945"/>
                  </a:cubicBezTo>
                  <a:cubicBezTo>
                    <a:pt x="82886" y="21163"/>
                    <a:pt x="82886" y="21163"/>
                    <a:pt x="82886" y="21163"/>
                  </a:cubicBezTo>
                  <a:cubicBezTo>
                    <a:pt x="82886" y="21163"/>
                    <a:pt x="83298" y="20727"/>
                    <a:pt x="83298" y="21163"/>
                  </a:cubicBezTo>
                  <a:cubicBezTo>
                    <a:pt x="82886" y="21600"/>
                    <a:pt x="82061" y="22254"/>
                    <a:pt x="82061" y="22254"/>
                  </a:cubicBezTo>
                  <a:cubicBezTo>
                    <a:pt x="82061" y="22254"/>
                    <a:pt x="82474" y="22254"/>
                    <a:pt x="81649" y="22472"/>
                  </a:cubicBezTo>
                  <a:cubicBezTo>
                    <a:pt x="80824" y="22690"/>
                    <a:pt x="80824" y="22909"/>
                    <a:pt x="80412" y="22472"/>
                  </a:cubicBezTo>
                  <a:cubicBezTo>
                    <a:pt x="80000" y="22254"/>
                    <a:pt x="79587" y="22254"/>
                    <a:pt x="79587" y="22036"/>
                  </a:cubicBezTo>
                  <a:cubicBezTo>
                    <a:pt x="80000" y="21818"/>
                    <a:pt x="80000" y="21381"/>
                    <a:pt x="80000" y="21381"/>
                  </a:cubicBezTo>
                  <a:cubicBezTo>
                    <a:pt x="80824" y="21381"/>
                    <a:pt x="80824" y="21381"/>
                    <a:pt x="80824" y="21381"/>
                  </a:cubicBezTo>
                  <a:close/>
                  <a:moveTo>
                    <a:pt x="89484" y="15709"/>
                  </a:moveTo>
                  <a:cubicBezTo>
                    <a:pt x="89484" y="15709"/>
                    <a:pt x="89484" y="15709"/>
                    <a:pt x="89484" y="15709"/>
                  </a:cubicBezTo>
                  <a:cubicBezTo>
                    <a:pt x="89484" y="15709"/>
                    <a:pt x="89896" y="15272"/>
                    <a:pt x="90309" y="15272"/>
                  </a:cubicBezTo>
                  <a:cubicBezTo>
                    <a:pt x="90721" y="15490"/>
                    <a:pt x="91134" y="15490"/>
                    <a:pt x="91134" y="15709"/>
                  </a:cubicBezTo>
                  <a:cubicBezTo>
                    <a:pt x="90721" y="15927"/>
                    <a:pt x="90309" y="16145"/>
                    <a:pt x="89896" y="16145"/>
                  </a:cubicBezTo>
                  <a:cubicBezTo>
                    <a:pt x="89484" y="16145"/>
                    <a:pt x="89484" y="15709"/>
                    <a:pt x="89484" y="15709"/>
                  </a:cubicBezTo>
                  <a:close/>
                  <a:moveTo>
                    <a:pt x="87835" y="16800"/>
                  </a:moveTo>
                  <a:cubicBezTo>
                    <a:pt x="87835" y="16800"/>
                    <a:pt x="87835" y="16800"/>
                    <a:pt x="87835" y="16800"/>
                  </a:cubicBezTo>
                  <a:cubicBezTo>
                    <a:pt x="87835" y="16800"/>
                    <a:pt x="88659" y="16363"/>
                    <a:pt x="89072" y="16581"/>
                  </a:cubicBezTo>
                  <a:cubicBezTo>
                    <a:pt x="89072" y="16581"/>
                    <a:pt x="89484" y="16581"/>
                    <a:pt x="89072" y="16800"/>
                  </a:cubicBezTo>
                  <a:cubicBezTo>
                    <a:pt x="89072" y="17018"/>
                    <a:pt x="89896" y="16800"/>
                    <a:pt x="88659" y="17018"/>
                  </a:cubicBezTo>
                  <a:cubicBezTo>
                    <a:pt x="87835" y="17454"/>
                    <a:pt x="88247" y="17672"/>
                    <a:pt x="87422" y="17454"/>
                  </a:cubicBezTo>
                  <a:cubicBezTo>
                    <a:pt x="87010" y="17236"/>
                    <a:pt x="87010" y="17018"/>
                    <a:pt x="87010" y="16800"/>
                  </a:cubicBezTo>
                  <a:cubicBezTo>
                    <a:pt x="87010" y="16800"/>
                    <a:pt x="87422" y="16363"/>
                    <a:pt x="87422" y="16363"/>
                  </a:cubicBezTo>
                  <a:cubicBezTo>
                    <a:pt x="87835" y="16581"/>
                    <a:pt x="87835" y="16800"/>
                    <a:pt x="87835" y="16800"/>
                  </a:cubicBezTo>
                  <a:close/>
                  <a:moveTo>
                    <a:pt x="84536" y="17454"/>
                  </a:moveTo>
                  <a:cubicBezTo>
                    <a:pt x="84536" y="17454"/>
                    <a:pt x="84536" y="17454"/>
                    <a:pt x="84536" y="17454"/>
                  </a:cubicBezTo>
                  <a:cubicBezTo>
                    <a:pt x="84536" y="17454"/>
                    <a:pt x="85360" y="17672"/>
                    <a:pt x="85360" y="17672"/>
                  </a:cubicBezTo>
                  <a:cubicBezTo>
                    <a:pt x="85773" y="17890"/>
                    <a:pt x="85773" y="17672"/>
                    <a:pt x="86185" y="17454"/>
                  </a:cubicBezTo>
                  <a:cubicBezTo>
                    <a:pt x="87010" y="17454"/>
                    <a:pt x="86185" y="17454"/>
                    <a:pt x="86597" y="17236"/>
                  </a:cubicBezTo>
                  <a:cubicBezTo>
                    <a:pt x="87010" y="16800"/>
                    <a:pt x="86597" y="17018"/>
                    <a:pt x="86597" y="16800"/>
                  </a:cubicBezTo>
                  <a:cubicBezTo>
                    <a:pt x="86185" y="16800"/>
                    <a:pt x="86185" y="16800"/>
                    <a:pt x="85773" y="16800"/>
                  </a:cubicBezTo>
                  <a:cubicBezTo>
                    <a:pt x="84948" y="16800"/>
                    <a:pt x="84536" y="17454"/>
                    <a:pt x="84536" y="17454"/>
                  </a:cubicBezTo>
                  <a:close/>
                  <a:moveTo>
                    <a:pt x="86185" y="18763"/>
                  </a:moveTo>
                  <a:cubicBezTo>
                    <a:pt x="86185" y="18763"/>
                    <a:pt x="86185" y="18763"/>
                    <a:pt x="86185" y="18763"/>
                  </a:cubicBezTo>
                  <a:cubicBezTo>
                    <a:pt x="86185" y="18763"/>
                    <a:pt x="86597" y="18109"/>
                    <a:pt x="87010" y="18109"/>
                  </a:cubicBezTo>
                  <a:cubicBezTo>
                    <a:pt x="87422" y="18327"/>
                    <a:pt x="87422" y="18109"/>
                    <a:pt x="87422" y="18327"/>
                  </a:cubicBezTo>
                  <a:cubicBezTo>
                    <a:pt x="87422" y="18545"/>
                    <a:pt x="87422" y="18981"/>
                    <a:pt x="87010" y="18981"/>
                  </a:cubicBezTo>
                  <a:cubicBezTo>
                    <a:pt x="86597" y="18981"/>
                    <a:pt x="86185" y="18763"/>
                    <a:pt x="86185" y="18763"/>
                  </a:cubicBezTo>
                  <a:close/>
                  <a:moveTo>
                    <a:pt x="82886" y="18763"/>
                  </a:moveTo>
                  <a:cubicBezTo>
                    <a:pt x="82886" y="18763"/>
                    <a:pt x="82886" y="18763"/>
                    <a:pt x="82886" y="18763"/>
                  </a:cubicBezTo>
                  <a:cubicBezTo>
                    <a:pt x="83298" y="18327"/>
                    <a:pt x="83298" y="18327"/>
                    <a:pt x="83298" y="18327"/>
                  </a:cubicBezTo>
                  <a:cubicBezTo>
                    <a:pt x="84123" y="18545"/>
                    <a:pt x="84123" y="18545"/>
                    <a:pt x="84123" y="18545"/>
                  </a:cubicBezTo>
                  <a:cubicBezTo>
                    <a:pt x="84123" y="18545"/>
                    <a:pt x="84536" y="18763"/>
                    <a:pt x="84123" y="18763"/>
                  </a:cubicBezTo>
                  <a:cubicBezTo>
                    <a:pt x="84123" y="18981"/>
                    <a:pt x="83711" y="18981"/>
                    <a:pt x="83711" y="19200"/>
                  </a:cubicBezTo>
                  <a:cubicBezTo>
                    <a:pt x="83298" y="19200"/>
                    <a:pt x="82886" y="18981"/>
                    <a:pt x="82886" y="18981"/>
                  </a:cubicBezTo>
                  <a:cubicBezTo>
                    <a:pt x="82886" y="18763"/>
                    <a:pt x="82886" y="18763"/>
                    <a:pt x="82886" y="18763"/>
                  </a:cubicBezTo>
                  <a:close/>
                  <a:moveTo>
                    <a:pt x="82886" y="15927"/>
                  </a:moveTo>
                  <a:cubicBezTo>
                    <a:pt x="82886" y="15927"/>
                    <a:pt x="82886" y="15927"/>
                    <a:pt x="82886" y="15927"/>
                  </a:cubicBezTo>
                  <a:cubicBezTo>
                    <a:pt x="82886" y="15927"/>
                    <a:pt x="83711" y="15272"/>
                    <a:pt x="83711" y="15272"/>
                  </a:cubicBezTo>
                  <a:cubicBezTo>
                    <a:pt x="84123" y="15272"/>
                    <a:pt x="84536" y="15054"/>
                    <a:pt x="84536" y="15490"/>
                  </a:cubicBezTo>
                  <a:cubicBezTo>
                    <a:pt x="84536" y="15927"/>
                    <a:pt x="85360" y="16363"/>
                    <a:pt x="84123" y="16363"/>
                  </a:cubicBezTo>
                  <a:cubicBezTo>
                    <a:pt x="83298" y="16363"/>
                    <a:pt x="82886" y="16581"/>
                    <a:pt x="82886" y="16363"/>
                  </a:cubicBezTo>
                  <a:cubicBezTo>
                    <a:pt x="82474" y="16145"/>
                    <a:pt x="82886" y="15927"/>
                    <a:pt x="82886" y="15927"/>
                  </a:cubicBezTo>
                  <a:close/>
                  <a:moveTo>
                    <a:pt x="81237" y="17236"/>
                  </a:moveTo>
                  <a:cubicBezTo>
                    <a:pt x="81237" y="17236"/>
                    <a:pt x="81237" y="17236"/>
                    <a:pt x="81237" y="17236"/>
                  </a:cubicBezTo>
                  <a:cubicBezTo>
                    <a:pt x="81237" y="17236"/>
                    <a:pt x="82061" y="16800"/>
                    <a:pt x="82474" y="16800"/>
                  </a:cubicBezTo>
                  <a:cubicBezTo>
                    <a:pt x="82886" y="17018"/>
                    <a:pt x="83298" y="17018"/>
                    <a:pt x="83298" y="17236"/>
                  </a:cubicBezTo>
                  <a:cubicBezTo>
                    <a:pt x="83298" y="17454"/>
                    <a:pt x="83298" y="17454"/>
                    <a:pt x="82886" y="17672"/>
                  </a:cubicBezTo>
                  <a:cubicBezTo>
                    <a:pt x="82886" y="17890"/>
                    <a:pt x="82474" y="17890"/>
                    <a:pt x="82061" y="17890"/>
                  </a:cubicBezTo>
                  <a:cubicBezTo>
                    <a:pt x="82061" y="17890"/>
                    <a:pt x="81237" y="17236"/>
                    <a:pt x="81237" y="17236"/>
                  </a:cubicBezTo>
                  <a:close/>
                  <a:moveTo>
                    <a:pt x="82474" y="19854"/>
                  </a:moveTo>
                  <a:cubicBezTo>
                    <a:pt x="82474" y="19854"/>
                    <a:pt x="82474" y="19854"/>
                    <a:pt x="82474" y="19854"/>
                  </a:cubicBezTo>
                  <a:cubicBezTo>
                    <a:pt x="82474" y="19854"/>
                    <a:pt x="82061" y="20509"/>
                    <a:pt x="82061" y="20727"/>
                  </a:cubicBezTo>
                  <a:cubicBezTo>
                    <a:pt x="82061" y="20945"/>
                    <a:pt x="83298" y="20945"/>
                    <a:pt x="83711" y="20727"/>
                  </a:cubicBezTo>
                  <a:cubicBezTo>
                    <a:pt x="83711" y="20727"/>
                    <a:pt x="84123" y="20290"/>
                    <a:pt x="84123" y="20290"/>
                  </a:cubicBezTo>
                  <a:cubicBezTo>
                    <a:pt x="84123" y="20290"/>
                    <a:pt x="83711" y="19854"/>
                    <a:pt x="83298" y="19636"/>
                  </a:cubicBezTo>
                  <a:cubicBezTo>
                    <a:pt x="82886" y="19418"/>
                    <a:pt x="82474" y="19854"/>
                    <a:pt x="82474" y="19854"/>
                  </a:cubicBezTo>
                  <a:close/>
                  <a:moveTo>
                    <a:pt x="78762" y="19200"/>
                  </a:moveTo>
                  <a:cubicBezTo>
                    <a:pt x="78762" y="19200"/>
                    <a:pt x="78762" y="19200"/>
                    <a:pt x="78762" y="19200"/>
                  </a:cubicBezTo>
                  <a:cubicBezTo>
                    <a:pt x="78762" y="19854"/>
                    <a:pt x="78762" y="19854"/>
                    <a:pt x="78762" y="19854"/>
                  </a:cubicBezTo>
                  <a:cubicBezTo>
                    <a:pt x="78762" y="19854"/>
                    <a:pt x="79587" y="20290"/>
                    <a:pt x="80000" y="20290"/>
                  </a:cubicBezTo>
                  <a:cubicBezTo>
                    <a:pt x="80412" y="20509"/>
                    <a:pt x="80412" y="20290"/>
                    <a:pt x="81237" y="20509"/>
                  </a:cubicBezTo>
                  <a:cubicBezTo>
                    <a:pt x="81649" y="20509"/>
                    <a:pt x="81649" y="20290"/>
                    <a:pt x="81649" y="20290"/>
                  </a:cubicBezTo>
                  <a:cubicBezTo>
                    <a:pt x="82061" y="20290"/>
                    <a:pt x="82061" y="20290"/>
                    <a:pt x="82061" y="20072"/>
                  </a:cubicBezTo>
                  <a:cubicBezTo>
                    <a:pt x="82061" y="20072"/>
                    <a:pt x="81237" y="19854"/>
                    <a:pt x="80824" y="19636"/>
                  </a:cubicBezTo>
                  <a:cubicBezTo>
                    <a:pt x="80824" y="19418"/>
                    <a:pt x="80824" y="19418"/>
                    <a:pt x="80824" y="19200"/>
                  </a:cubicBezTo>
                  <a:cubicBezTo>
                    <a:pt x="80824" y="19200"/>
                    <a:pt x="81237" y="18981"/>
                    <a:pt x="81649" y="18981"/>
                  </a:cubicBezTo>
                  <a:cubicBezTo>
                    <a:pt x="81649" y="18763"/>
                    <a:pt x="81649" y="18327"/>
                    <a:pt x="81649" y="18327"/>
                  </a:cubicBezTo>
                  <a:cubicBezTo>
                    <a:pt x="81649" y="18327"/>
                    <a:pt x="80824" y="18327"/>
                    <a:pt x="80824" y="18109"/>
                  </a:cubicBezTo>
                  <a:cubicBezTo>
                    <a:pt x="80824" y="18109"/>
                    <a:pt x="80412" y="17890"/>
                    <a:pt x="80000" y="17672"/>
                  </a:cubicBezTo>
                  <a:cubicBezTo>
                    <a:pt x="80000" y="17454"/>
                    <a:pt x="79175" y="17454"/>
                    <a:pt x="78762" y="17454"/>
                  </a:cubicBezTo>
                  <a:cubicBezTo>
                    <a:pt x="78762" y="17454"/>
                    <a:pt x="78350" y="18109"/>
                    <a:pt x="77938" y="18327"/>
                  </a:cubicBezTo>
                  <a:cubicBezTo>
                    <a:pt x="77938" y="18327"/>
                    <a:pt x="77525" y="18763"/>
                    <a:pt x="77525" y="18763"/>
                  </a:cubicBezTo>
                  <a:cubicBezTo>
                    <a:pt x="77525" y="18981"/>
                    <a:pt x="77525" y="19200"/>
                    <a:pt x="77938" y="19418"/>
                  </a:cubicBezTo>
                  <a:cubicBezTo>
                    <a:pt x="78350" y="19418"/>
                    <a:pt x="78762" y="19200"/>
                    <a:pt x="78762" y="19200"/>
                  </a:cubicBezTo>
                  <a:close/>
                  <a:moveTo>
                    <a:pt x="77525" y="20945"/>
                  </a:moveTo>
                  <a:cubicBezTo>
                    <a:pt x="77525" y="20945"/>
                    <a:pt x="77525" y="20945"/>
                    <a:pt x="77525" y="20945"/>
                  </a:cubicBezTo>
                  <a:cubicBezTo>
                    <a:pt x="77113" y="20945"/>
                    <a:pt x="76288" y="20509"/>
                    <a:pt x="76288" y="20509"/>
                  </a:cubicBezTo>
                  <a:cubicBezTo>
                    <a:pt x="76288" y="20509"/>
                    <a:pt x="77113" y="20290"/>
                    <a:pt x="77113" y="20072"/>
                  </a:cubicBezTo>
                  <a:cubicBezTo>
                    <a:pt x="77525" y="20072"/>
                    <a:pt x="77113" y="19854"/>
                    <a:pt x="77938" y="19854"/>
                  </a:cubicBezTo>
                  <a:cubicBezTo>
                    <a:pt x="78762" y="20072"/>
                    <a:pt x="78762" y="20290"/>
                    <a:pt x="78762" y="20290"/>
                  </a:cubicBezTo>
                  <a:cubicBezTo>
                    <a:pt x="78762" y="20290"/>
                    <a:pt x="79175" y="20727"/>
                    <a:pt x="79175" y="20945"/>
                  </a:cubicBezTo>
                  <a:cubicBezTo>
                    <a:pt x="79175" y="20945"/>
                    <a:pt x="79175" y="21163"/>
                    <a:pt x="79175" y="21163"/>
                  </a:cubicBezTo>
                  <a:cubicBezTo>
                    <a:pt x="79175" y="21381"/>
                    <a:pt x="80000" y="21600"/>
                    <a:pt x="78762" y="21600"/>
                  </a:cubicBezTo>
                  <a:cubicBezTo>
                    <a:pt x="77938" y="21600"/>
                    <a:pt x="77938" y="21600"/>
                    <a:pt x="77938" y="21600"/>
                  </a:cubicBezTo>
                  <a:lnTo>
                    <a:pt x="77525" y="20945"/>
                  </a:ln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57" name="Shape 2054">
              <a:extLst>
                <a:ext uri="{FF2B5EF4-FFF2-40B4-BE49-F238E27FC236}">
                  <a16:creationId xmlns:a16="http://schemas.microsoft.com/office/drawing/2014/main" id="{F6867A89-400D-4CC0-BF1E-074AA31A05E0}"/>
                </a:ext>
              </a:extLst>
            </p:cNvPr>
            <p:cNvSpPr/>
            <p:nvPr/>
          </p:nvSpPr>
          <p:spPr>
            <a:xfrm>
              <a:off x="3278971" y="3425810"/>
              <a:ext cx="1218169" cy="970595"/>
            </a:xfrm>
            <a:custGeom>
              <a:avLst/>
              <a:gdLst/>
              <a:ahLst/>
              <a:cxnLst/>
              <a:rect l="0" t="0" r="0" b="0"/>
              <a:pathLst>
                <a:path w="120000" h="120000" extrusionOk="0">
                  <a:moveTo>
                    <a:pt x="111460" y="43462"/>
                  </a:moveTo>
                  <a:cubicBezTo>
                    <a:pt x="110786" y="44009"/>
                    <a:pt x="110561" y="42642"/>
                    <a:pt x="110112" y="43462"/>
                  </a:cubicBezTo>
                  <a:cubicBezTo>
                    <a:pt x="109438" y="44555"/>
                    <a:pt x="111235" y="47015"/>
                    <a:pt x="110561" y="48382"/>
                  </a:cubicBezTo>
                  <a:cubicBezTo>
                    <a:pt x="109662" y="49749"/>
                    <a:pt x="107865" y="51662"/>
                    <a:pt x="105393" y="52209"/>
                  </a:cubicBezTo>
                  <a:cubicBezTo>
                    <a:pt x="104269" y="52482"/>
                    <a:pt x="103370" y="53849"/>
                    <a:pt x="102471" y="53576"/>
                  </a:cubicBezTo>
                  <a:cubicBezTo>
                    <a:pt x="101797" y="53576"/>
                    <a:pt x="100224" y="55489"/>
                    <a:pt x="100000" y="56036"/>
                  </a:cubicBezTo>
                  <a:cubicBezTo>
                    <a:pt x="99550" y="56856"/>
                    <a:pt x="98202" y="56036"/>
                    <a:pt x="97078" y="56856"/>
                  </a:cubicBezTo>
                  <a:cubicBezTo>
                    <a:pt x="95505" y="57676"/>
                    <a:pt x="96404" y="56583"/>
                    <a:pt x="90786" y="58496"/>
                  </a:cubicBezTo>
                  <a:cubicBezTo>
                    <a:pt x="89662" y="58769"/>
                    <a:pt x="88764" y="59316"/>
                    <a:pt x="87865" y="59589"/>
                  </a:cubicBezTo>
                  <a:cubicBezTo>
                    <a:pt x="86966" y="60136"/>
                    <a:pt x="86067" y="59863"/>
                    <a:pt x="86067" y="62050"/>
                  </a:cubicBezTo>
                  <a:cubicBezTo>
                    <a:pt x="86292" y="63143"/>
                    <a:pt x="87415" y="62323"/>
                    <a:pt x="87191" y="63416"/>
                  </a:cubicBezTo>
                  <a:cubicBezTo>
                    <a:pt x="87191" y="64236"/>
                    <a:pt x="85617" y="63963"/>
                    <a:pt x="84044" y="65056"/>
                  </a:cubicBezTo>
                  <a:cubicBezTo>
                    <a:pt x="83370" y="65603"/>
                    <a:pt x="82921" y="67517"/>
                    <a:pt x="82471" y="68063"/>
                  </a:cubicBezTo>
                  <a:cubicBezTo>
                    <a:pt x="80224" y="69703"/>
                    <a:pt x="78651" y="73257"/>
                    <a:pt x="78651" y="73257"/>
                  </a:cubicBezTo>
                  <a:cubicBezTo>
                    <a:pt x="77528" y="74624"/>
                    <a:pt x="76179" y="75717"/>
                    <a:pt x="75505" y="77357"/>
                  </a:cubicBezTo>
                  <a:cubicBezTo>
                    <a:pt x="73932" y="80911"/>
                    <a:pt x="73483" y="78997"/>
                    <a:pt x="74382" y="83371"/>
                  </a:cubicBezTo>
                  <a:cubicBezTo>
                    <a:pt x="74606" y="83917"/>
                    <a:pt x="74606" y="85831"/>
                    <a:pt x="75280" y="87198"/>
                  </a:cubicBezTo>
                  <a:cubicBezTo>
                    <a:pt x="76404" y="89111"/>
                    <a:pt x="78876" y="91025"/>
                    <a:pt x="78202" y="91571"/>
                  </a:cubicBezTo>
                  <a:cubicBezTo>
                    <a:pt x="77752" y="91845"/>
                    <a:pt x="75056" y="94031"/>
                    <a:pt x="74157" y="94031"/>
                  </a:cubicBezTo>
                  <a:cubicBezTo>
                    <a:pt x="72808" y="94305"/>
                    <a:pt x="72134" y="95398"/>
                    <a:pt x="70337" y="97858"/>
                  </a:cubicBezTo>
                  <a:cubicBezTo>
                    <a:pt x="69438" y="98678"/>
                    <a:pt x="69213" y="99498"/>
                    <a:pt x="68539" y="100592"/>
                  </a:cubicBezTo>
                  <a:cubicBezTo>
                    <a:pt x="67415" y="102232"/>
                    <a:pt x="67865" y="101958"/>
                    <a:pt x="66966" y="103872"/>
                  </a:cubicBezTo>
                  <a:cubicBezTo>
                    <a:pt x="66741" y="104419"/>
                    <a:pt x="66966" y="106332"/>
                    <a:pt x="66966" y="107152"/>
                  </a:cubicBezTo>
                  <a:cubicBezTo>
                    <a:pt x="64719" y="107425"/>
                    <a:pt x="64719" y="107425"/>
                    <a:pt x="64719" y="107425"/>
                  </a:cubicBezTo>
                  <a:cubicBezTo>
                    <a:pt x="60898" y="106059"/>
                    <a:pt x="60898" y="106059"/>
                    <a:pt x="60898" y="106059"/>
                  </a:cubicBezTo>
                  <a:cubicBezTo>
                    <a:pt x="58651" y="108519"/>
                    <a:pt x="58651" y="108519"/>
                    <a:pt x="58651" y="108519"/>
                  </a:cubicBezTo>
                  <a:cubicBezTo>
                    <a:pt x="57752" y="109339"/>
                    <a:pt x="56404" y="108792"/>
                    <a:pt x="55505" y="109612"/>
                  </a:cubicBezTo>
                  <a:cubicBezTo>
                    <a:pt x="55505" y="109612"/>
                    <a:pt x="54831" y="112072"/>
                    <a:pt x="54606" y="112619"/>
                  </a:cubicBezTo>
                  <a:cubicBezTo>
                    <a:pt x="54606" y="113439"/>
                    <a:pt x="53033" y="115626"/>
                    <a:pt x="53033" y="115626"/>
                  </a:cubicBezTo>
                  <a:cubicBezTo>
                    <a:pt x="52808" y="115899"/>
                    <a:pt x="51685" y="117266"/>
                    <a:pt x="51235" y="117539"/>
                  </a:cubicBezTo>
                  <a:cubicBezTo>
                    <a:pt x="50561" y="117813"/>
                    <a:pt x="50112" y="115626"/>
                    <a:pt x="49662" y="115626"/>
                  </a:cubicBezTo>
                  <a:cubicBezTo>
                    <a:pt x="48764" y="115626"/>
                    <a:pt x="48764" y="115353"/>
                    <a:pt x="47865" y="115079"/>
                  </a:cubicBezTo>
                  <a:cubicBezTo>
                    <a:pt x="46741" y="115079"/>
                    <a:pt x="46516" y="116993"/>
                    <a:pt x="45393" y="116993"/>
                  </a:cubicBezTo>
                  <a:cubicBezTo>
                    <a:pt x="43595" y="116719"/>
                    <a:pt x="40449" y="114533"/>
                    <a:pt x="40449" y="114533"/>
                  </a:cubicBezTo>
                  <a:cubicBezTo>
                    <a:pt x="39775" y="114259"/>
                    <a:pt x="39775" y="115353"/>
                    <a:pt x="39101" y="115353"/>
                  </a:cubicBezTo>
                  <a:cubicBezTo>
                    <a:pt x="37752" y="115079"/>
                    <a:pt x="35955" y="113986"/>
                    <a:pt x="34157" y="113439"/>
                  </a:cubicBezTo>
                  <a:cubicBezTo>
                    <a:pt x="32808" y="113166"/>
                    <a:pt x="30112" y="112619"/>
                    <a:pt x="30112" y="112619"/>
                  </a:cubicBezTo>
                  <a:cubicBezTo>
                    <a:pt x="29438" y="113166"/>
                    <a:pt x="28764" y="113166"/>
                    <a:pt x="28089" y="113439"/>
                  </a:cubicBezTo>
                  <a:cubicBezTo>
                    <a:pt x="27191" y="113986"/>
                    <a:pt x="26292" y="114806"/>
                    <a:pt x="25617" y="115079"/>
                  </a:cubicBezTo>
                  <a:cubicBezTo>
                    <a:pt x="24943" y="115353"/>
                    <a:pt x="23595" y="113986"/>
                    <a:pt x="21573" y="115353"/>
                  </a:cubicBezTo>
                  <a:cubicBezTo>
                    <a:pt x="20898" y="115626"/>
                    <a:pt x="20000" y="115353"/>
                    <a:pt x="19550" y="115899"/>
                  </a:cubicBezTo>
                  <a:cubicBezTo>
                    <a:pt x="18876" y="116719"/>
                    <a:pt x="18651" y="117813"/>
                    <a:pt x="17528" y="118359"/>
                  </a:cubicBezTo>
                  <a:cubicBezTo>
                    <a:pt x="16853" y="118633"/>
                    <a:pt x="15955" y="119726"/>
                    <a:pt x="15505" y="120000"/>
                  </a:cubicBezTo>
                  <a:cubicBezTo>
                    <a:pt x="14382" y="119179"/>
                    <a:pt x="12808" y="119179"/>
                    <a:pt x="12359" y="116993"/>
                  </a:cubicBezTo>
                  <a:cubicBezTo>
                    <a:pt x="12134" y="116173"/>
                    <a:pt x="11460" y="116993"/>
                    <a:pt x="11011" y="116173"/>
                  </a:cubicBezTo>
                  <a:cubicBezTo>
                    <a:pt x="10112" y="115079"/>
                    <a:pt x="9438" y="112619"/>
                    <a:pt x="9438" y="111526"/>
                  </a:cubicBezTo>
                  <a:cubicBezTo>
                    <a:pt x="9438" y="111526"/>
                    <a:pt x="10112" y="110432"/>
                    <a:pt x="9438" y="109339"/>
                  </a:cubicBezTo>
                  <a:cubicBezTo>
                    <a:pt x="8988" y="108246"/>
                    <a:pt x="8314" y="107972"/>
                    <a:pt x="8539" y="106879"/>
                  </a:cubicBezTo>
                  <a:cubicBezTo>
                    <a:pt x="9213" y="106879"/>
                    <a:pt x="8988" y="104965"/>
                    <a:pt x="8988" y="104965"/>
                  </a:cubicBezTo>
                  <a:cubicBezTo>
                    <a:pt x="8988" y="104419"/>
                    <a:pt x="7415" y="101138"/>
                    <a:pt x="6966" y="100592"/>
                  </a:cubicBezTo>
                  <a:cubicBezTo>
                    <a:pt x="5842" y="99772"/>
                    <a:pt x="4494" y="98678"/>
                    <a:pt x="3146" y="98405"/>
                  </a:cubicBezTo>
                  <a:cubicBezTo>
                    <a:pt x="0" y="97858"/>
                    <a:pt x="0" y="97858"/>
                    <a:pt x="0" y="97858"/>
                  </a:cubicBezTo>
                  <a:cubicBezTo>
                    <a:pt x="0" y="96765"/>
                    <a:pt x="0" y="96765"/>
                    <a:pt x="0" y="96765"/>
                  </a:cubicBezTo>
                  <a:cubicBezTo>
                    <a:pt x="0" y="96218"/>
                    <a:pt x="0" y="96218"/>
                    <a:pt x="0" y="96218"/>
                  </a:cubicBezTo>
                  <a:cubicBezTo>
                    <a:pt x="0" y="95945"/>
                    <a:pt x="0" y="95945"/>
                    <a:pt x="0" y="95945"/>
                  </a:cubicBezTo>
                  <a:cubicBezTo>
                    <a:pt x="224" y="95125"/>
                    <a:pt x="224" y="95125"/>
                    <a:pt x="224" y="95125"/>
                  </a:cubicBezTo>
                  <a:cubicBezTo>
                    <a:pt x="449" y="94578"/>
                    <a:pt x="449" y="94578"/>
                    <a:pt x="449" y="94578"/>
                  </a:cubicBezTo>
                  <a:cubicBezTo>
                    <a:pt x="224" y="94031"/>
                    <a:pt x="224" y="94031"/>
                    <a:pt x="224" y="94031"/>
                  </a:cubicBezTo>
                  <a:cubicBezTo>
                    <a:pt x="224" y="93485"/>
                    <a:pt x="224" y="93485"/>
                    <a:pt x="224" y="93485"/>
                  </a:cubicBezTo>
                  <a:cubicBezTo>
                    <a:pt x="224" y="92665"/>
                    <a:pt x="224" y="92665"/>
                    <a:pt x="224" y="92665"/>
                  </a:cubicBezTo>
                  <a:cubicBezTo>
                    <a:pt x="224" y="92665"/>
                    <a:pt x="0" y="92118"/>
                    <a:pt x="0" y="92118"/>
                  </a:cubicBezTo>
                  <a:cubicBezTo>
                    <a:pt x="0" y="92118"/>
                    <a:pt x="0" y="91571"/>
                    <a:pt x="0" y="91571"/>
                  </a:cubicBezTo>
                  <a:cubicBezTo>
                    <a:pt x="0" y="91571"/>
                    <a:pt x="449" y="91298"/>
                    <a:pt x="449" y="91298"/>
                  </a:cubicBezTo>
                  <a:cubicBezTo>
                    <a:pt x="449" y="91025"/>
                    <a:pt x="898" y="90751"/>
                    <a:pt x="898" y="90751"/>
                  </a:cubicBezTo>
                  <a:cubicBezTo>
                    <a:pt x="898" y="90751"/>
                    <a:pt x="1123" y="89931"/>
                    <a:pt x="1123" y="89658"/>
                  </a:cubicBezTo>
                  <a:cubicBezTo>
                    <a:pt x="1123" y="89658"/>
                    <a:pt x="1348" y="89384"/>
                    <a:pt x="1348" y="89384"/>
                  </a:cubicBezTo>
                  <a:cubicBezTo>
                    <a:pt x="2022" y="89111"/>
                    <a:pt x="2022" y="89111"/>
                    <a:pt x="2022" y="89111"/>
                  </a:cubicBezTo>
                  <a:cubicBezTo>
                    <a:pt x="2471" y="88564"/>
                    <a:pt x="2471" y="88564"/>
                    <a:pt x="2471" y="88564"/>
                  </a:cubicBezTo>
                  <a:cubicBezTo>
                    <a:pt x="2921" y="88291"/>
                    <a:pt x="2921" y="88291"/>
                    <a:pt x="2921" y="88291"/>
                  </a:cubicBezTo>
                  <a:cubicBezTo>
                    <a:pt x="3370" y="87744"/>
                    <a:pt x="3370" y="87744"/>
                    <a:pt x="3370" y="87744"/>
                  </a:cubicBezTo>
                  <a:cubicBezTo>
                    <a:pt x="3595" y="86651"/>
                    <a:pt x="3595" y="86651"/>
                    <a:pt x="3595" y="86651"/>
                  </a:cubicBezTo>
                  <a:cubicBezTo>
                    <a:pt x="3820" y="86378"/>
                    <a:pt x="3820" y="86378"/>
                    <a:pt x="3820" y="86378"/>
                  </a:cubicBezTo>
                  <a:cubicBezTo>
                    <a:pt x="3820" y="86378"/>
                    <a:pt x="4494" y="86378"/>
                    <a:pt x="4494" y="86378"/>
                  </a:cubicBezTo>
                  <a:cubicBezTo>
                    <a:pt x="4494" y="86378"/>
                    <a:pt x="4943" y="86378"/>
                    <a:pt x="4943" y="86378"/>
                  </a:cubicBezTo>
                  <a:cubicBezTo>
                    <a:pt x="4943" y="86104"/>
                    <a:pt x="4943" y="86104"/>
                    <a:pt x="4943" y="86104"/>
                  </a:cubicBezTo>
                  <a:cubicBezTo>
                    <a:pt x="5393" y="85831"/>
                    <a:pt x="5393" y="85831"/>
                    <a:pt x="5393" y="85831"/>
                  </a:cubicBezTo>
                  <a:cubicBezTo>
                    <a:pt x="5842" y="86378"/>
                    <a:pt x="5842" y="86378"/>
                    <a:pt x="5842" y="86378"/>
                  </a:cubicBezTo>
                  <a:cubicBezTo>
                    <a:pt x="5842" y="86378"/>
                    <a:pt x="6067" y="86378"/>
                    <a:pt x="6292" y="86378"/>
                  </a:cubicBezTo>
                  <a:cubicBezTo>
                    <a:pt x="6292" y="86378"/>
                    <a:pt x="6516" y="86378"/>
                    <a:pt x="6516" y="86378"/>
                  </a:cubicBezTo>
                  <a:cubicBezTo>
                    <a:pt x="6516" y="85558"/>
                    <a:pt x="6516" y="85558"/>
                    <a:pt x="6516" y="85558"/>
                  </a:cubicBezTo>
                  <a:cubicBezTo>
                    <a:pt x="7415" y="84464"/>
                    <a:pt x="7415" y="84464"/>
                    <a:pt x="7415" y="84464"/>
                  </a:cubicBezTo>
                  <a:cubicBezTo>
                    <a:pt x="7415" y="84464"/>
                    <a:pt x="7415" y="84191"/>
                    <a:pt x="7415" y="84191"/>
                  </a:cubicBezTo>
                  <a:cubicBezTo>
                    <a:pt x="7415" y="84191"/>
                    <a:pt x="7415" y="83917"/>
                    <a:pt x="7415" y="83917"/>
                  </a:cubicBezTo>
                  <a:cubicBezTo>
                    <a:pt x="7191" y="83644"/>
                    <a:pt x="6966" y="83917"/>
                    <a:pt x="6966" y="83917"/>
                  </a:cubicBezTo>
                  <a:cubicBezTo>
                    <a:pt x="6966" y="83917"/>
                    <a:pt x="6516" y="83917"/>
                    <a:pt x="6516" y="83917"/>
                  </a:cubicBezTo>
                  <a:cubicBezTo>
                    <a:pt x="6516" y="83917"/>
                    <a:pt x="6067" y="83917"/>
                    <a:pt x="5842" y="83917"/>
                  </a:cubicBezTo>
                  <a:cubicBezTo>
                    <a:pt x="5842" y="83917"/>
                    <a:pt x="5842" y="83644"/>
                    <a:pt x="5842" y="83644"/>
                  </a:cubicBezTo>
                  <a:cubicBezTo>
                    <a:pt x="5617" y="83097"/>
                    <a:pt x="5617" y="83097"/>
                    <a:pt x="5617" y="83097"/>
                  </a:cubicBezTo>
                  <a:cubicBezTo>
                    <a:pt x="5617" y="83097"/>
                    <a:pt x="5393" y="82551"/>
                    <a:pt x="5393" y="82277"/>
                  </a:cubicBezTo>
                  <a:cubicBezTo>
                    <a:pt x="5393" y="82004"/>
                    <a:pt x="5393" y="81731"/>
                    <a:pt x="5393" y="81457"/>
                  </a:cubicBezTo>
                  <a:cubicBezTo>
                    <a:pt x="5393" y="81457"/>
                    <a:pt x="5168" y="81184"/>
                    <a:pt x="5168" y="81184"/>
                  </a:cubicBezTo>
                  <a:cubicBezTo>
                    <a:pt x="5168" y="81184"/>
                    <a:pt x="4943" y="80911"/>
                    <a:pt x="4943" y="80637"/>
                  </a:cubicBezTo>
                  <a:cubicBezTo>
                    <a:pt x="4943" y="80637"/>
                    <a:pt x="4719" y="79817"/>
                    <a:pt x="4719" y="79817"/>
                  </a:cubicBezTo>
                  <a:cubicBezTo>
                    <a:pt x="4494" y="79544"/>
                    <a:pt x="4494" y="79544"/>
                    <a:pt x="4494" y="79544"/>
                  </a:cubicBezTo>
                  <a:cubicBezTo>
                    <a:pt x="4719" y="79271"/>
                    <a:pt x="4719" y="79271"/>
                    <a:pt x="4719" y="79271"/>
                  </a:cubicBezTo>
                  <a:cubicBezTo>
                    <a:pt x="4494" y="78724"/>
                    <a:pt x="4494" y="78724"/>
                    <a:pt x="4494" y="78724"/>
                  </a:cubicBezTo>
                  <a:cubicBezTo>
                    <a:pt x="4943" y="78724"/>
                    <a:pt x="4943" y="78724"/>
                    <a:pt x="4943" y="78724"/>
                  </a:cubicBezTo>
                  <a:cubicBezTo>
                    <a:pt x="4719" y="78451"/>
                    <a:pt x="4719" y="78451"/>
                    <a:pt x="4719" y="78451"/>
                  </a:cubicBezTo>
                  <a:cubicBezTo>
                    <a:pt x="4943" y="77904"/>
                    <a:pt x="4943" y="77904"/>
                    <a:pt x="4943" y="77904"/>
                  </a:cubicBezTo>
                  <a:cubicBezTo>
                    <a:pt x="4943" y="77904"/>
                    <a:pt x="5393" y="77630"/>
                    <a:pt x="5393" y="77630"/>
                  </a:cubicBezTo>
                  <a:cubicBezTo>
                    <a:pt x="5393" y="77630"/>
                    <a:pt x="5842" y="77084"/>
                    <a:pt x="5842" y="77084"/>
                  </a:cubicBezTo>
                  <a:cubicBezTo>
                    <a:pt x="5842" y="77084"/>
                    <a:pt x="5617" y="76810"/>
                    <a:pt x="5617" y="76810"/>
                  </a:cubicBezTo>
                  <a:cubicBezTo>
                    <a:pt x="5617" y="76810"/>
                    <a:pt x="5617" y="76264"/>
                    <a:pt x="5617" y="76264"/>
                  </a:cubicBezTo>
                  <a:cubicBezTo>
                    <a:pt x="6067" y="75170"/>
                    <a:pt x="6067" y="75170"/>
                    <a:pt x="6067" y="75170"/>
                  </a:cubicBezTo>
                  <a:cubicBezTo>
                    <a:pt x="6292" y="75170"/>
                    <a:pt x="6292" y="75170"/>
                    <a:pt x="6292" y="75170"/>
                  </a:cubicBezTo>
                  <a:cubicBezTo>
                    <a:pt x="6966" y="74897"/>
                    <a:pt x="6966" y="74897"/>
                    <a:pt x="6966" y="74897"/>
                  </a:cubicBezTo>
                  <a:cubicBezTo>
                    <a:pt x="7191" y="74624"/>
                    <a:pt x="7191" y="74624"/>
                    <a:pt x="7191" y="74624"/>
                  </a:cubicBezTo>
                  <a:cubicBezTo>
                    <a:pt x="7415" y="74624"/>
                    <a:pt x="7415" y="74624"/>
                    <a:pt x="7415" y="74624"/>
                  </a:cubicBezTo>
                  <a:cubicBezTo>
                    <a:pt x="7865" y="74350"/>
                    <a:pt x="7865" y="74350"/>
                    <a:pt x="7865" y="74350"/>
                  </a:cubicBezTo>
                  <a:cubicBezTo>
                    <a:pt x="8314" y="74077"/>
                    <a:pt x="8314" y="74077"/>
                    <a:pt x="8314" y="74077"/>
                  </a:cubicBezTo>
                  <a:cubicBezTo>
                    <a:pt x="8539" y="73804"/>
                    <a:pt x="8539" y="73804"/>
                    <a:pt x="8539" y="73804"/>
                  </a:cubicBezTo>
                  <a:cubicBezTo>
                    <a:pt x="8539" y="73257"/>
                    <a:pt x="8539" y="73257"/>
                    <a:pt x="8539" y="73257"/>
                  </a:cubicBezTo>
                  <a:cubicBezTo>
                    <a:pt x="8764" y="72984"/>
                    <a:pt x="8764" y="72984"/>
                    <a:pt x="8764" y="72984"/>
                  </a:cubicBezTo>
                  <a:cubicBezTo>
                    <a:pt x="9213" y="72437"/>
                    <a:pt x="9213" y="72437"/>
                    <a:pt x="9213" y="72437"/>
                  </a:cubicBezTo>
                  <a:cubicBezTo>
                    <a:pt x="9662" y="71890"/>
                    <a:pt x="9662" y="71890"/>
                    <a:pt x="9662" y="71890"/>
                  </a:cubicBezTo>
                  <a:cubicBezTo>
                    <a:pt x="9662" y="71343"/>
                    <a:pt x="9662" y="71343"/>
                    <a:pt x="9662" y="71343"/>
                  </a:cubicBezTo>
                  <a:cubicBezTo>
                    <a:pt x="9438" y="71070"/>
                    <a:pt x="9438" y="71070"/>
                    <a:pt x="9438" y="71070"/>
                  </a:cubicBezTo>
                  <a:cubicBezTo>
                    <a:pt x="9438" y="71070"/>
                    <a:pt x="9213" y="70523"/>
                    <a:pt x="9213" y="70250"/>
                  </a:cubicBezTo>
                  <a:cubicBezTo>
                    <a:pt x="9213" y="70250"/>
                    <a:pt x="8988" y="70250"/>
                    <a:pt x="8988" y="70250"/>
                  </a:cubicBezTo>
                  <a:cubicBezTo>
                    <a:pt x="8539" y="70523"/>
                    <a:pt x="8539" y="70523"/>
                    <a:pt x="8539" y="70523"/>
                  </a:cubicBezTo>
                  <a:cubicBezTo>
                    <a:pt x="8539" y="70523"/>
                    <a:pt x="8314" y="70250"/>
                    <a:pt x="8089" y="70250"/>
                  </a:cubicBezTo>
                  <a:cubicBezTo>
                    <a:pt x="8089" y="70250"/>
                    <a:pt x="8089" y="69977"/>
                    <a:pt x="8089" y="69977"/>
                  </a:cubicBezTo>
                  <a:cubicBezTo>
                    <a:pt x="8314" y="69703"/>
                    <a:pt x="8314" y="69703"/>
                    <a:pt x="8314" y="69703"/>
                  </a:cubicBezTo>
                  <a:cubicBezTo>
                    <a:pt x="8314" y="69157"/>
                    <a:pt x="8314" y="69157"/>
                    <a:pt x="8314" y="69157"/>
                  </a:cubicBezTo>
                  <a:cubicBezTo>
                    <a:pt x="7865" y="69157"/>
                    <a:pt x="7865" y="69157"/>
                    <a:pt x="7865" y="69157"/>
                  </a:cubicBezTo>
                  <a:cubicBezTo>
                    <a:pt x="7640" y="68610"/>
                    <a:pt x="7640" y="68610"/>
                    <a:pt x="7640" y="68610"/>
                  </a:cubicBezTo>
                  <a:cubicBezTo>
                    <a:pt x="7415" y="68063"/>
                    <a:pt x="7415" y="68063"/>
                    <a:pt x="7415" y="68063"/>
                  </a:cubicBezTo>
                  <a:cubicBezTo>
                    <a:pt x="7415" y="67517"/>
                    <a:pt x="7415" y="67517"/>
                    <a:pt x="7415" y="67517"/>
                  </a:cubicBezTo>
                  <a:cubicBezTo>
                    <a:pt x="7640" y="67243"/>
                    <a:pt x="7640" y="67243"/>
                    <a:pt x="7640" y="67243"/>
                  </a:cubicBezTo>
                  <a:cubicBezTo>
                    <a:pt x="7640" y="66970"/>
                    <a:pt x="7640" y="66970"/>
                    <a:pt x="7640" y="66970"/>
                  </a:cubicBezTo>
                  <a:cubicBezTo>
                    <a:pt x="7415" y="66697"/>
                    <a:pt x="7415" y="66697"/>
                    <a:pt x="7415" y="66697"/>
                  </a:cubicBezTo>
                  <a:cubicBezTo>
                    <a:pt x="7415" y="66150"/>
                    <a:pt x="7415" y="66150"/>
                    <a:pt x="7415" y="66150"/>
                  </a:cubicBezTo>
                  <a:cubicBezTo>
                    <a:pt x="7191" y="65603"/>
                    <a:pt x="7191" y="65603"/>
                    <a:pt x="7191" y="65603"/>
                  </a:cubicBezTo>
                  <a:cubicBezTo>
                    <a:pt x="7415" y="65330"/>
                    <a:pt x="7415" y="65330"/>
                    <a:pt x="7415" y="65330"/>
                  </a:cubicBezTo>
                  <a:cubicBezTo>
                    <a:pt x="7640" y="65056"/>
                    <a:pt x="7640" y="65056"/>
                    <a:pt x="7640" y="65056"/>
                  </a:cubicBezTo>
                  <a:cubicBezTo>
                    <a:pt x="7640" y="64510"/>
                    <a:pt x="7640" y="64510"/>
                    <a:pt x="7640" y="64510"/>
                  </a:cubicBezTo>
                  <a:cubicBezTo>
                    <a:pt x="7640" y="64510"/>
                    <a:pt x="7191" y="64236"/>
                    <a:pt x="7191" y="64236"/>
                  </a:cubicBezTo>
                  <a:cubicBezTo>
                    <a:pt x="7191" y="64236"/>
                    <a:pt x="6966" y="63690"/>
                    <a:pt x="6966" y="63690"/>
                  </a:cubicBezTo>
                  <a:cubicBezTo>
                    <a:pt x="6966" y="63416"/>
                    <a:pt x="6966" y="63416"/>
                    <a:pt x="6966" y="63416"/>
                  </a:cubicBezTo>
                  <a:cubicBezTo>
                    <a:pt x="6966" y="63416"/>
                    <a:pt x="6516" y="62870"/>
                    <a:pt x="6516" y="62870"/>
                  </a:cubicBezTo>
                  <a:cubicBezTo>
                    <a:pt x="6516" y="62870"/>
                    <a:pt x="6516" y="62323"/>
                    <a:pt x="6516" y="62323"/>
                  </a:cubicBezTo>
                  <a:cubicBezTo>
                    <a:pt x="6516" y="62323"/>
                    <a:pt x="6292" y="61776"/>
                    <a:pt x="6292" y="61776"/>
                  </a:cubicBezTo>
                  <a:cubicBezTo>
                    <a:pt x="6067" y="61503"/>
                    <a:pt x="6067" y="61230"/>
                    <a:pt x="6067" y="61230"/>
                  </a:cubicBezTo>
                  <a:cubicBezTo>
                    <a:pt x="6516" y="61230"/>
                    <a:pt x="6516" y="61230"/>
                    <a:pt x="6516" y="61230"/>
                  </a:cubicBezTo>
                  <a:cubicBezTo>
                    <a:pt x="6966" y="61230"/>
                    <a:pt x="6966" y="61230"/>
                    <a:pt x="6966" y="61230"/>
                  </a:cubicBezTo>
                  <a:cubicBezTo>
                    <a:pt x="7191" y="61776"/>
                    <a:pt x="7191" y="61776"/>
                    <a:pt x="7191" y="61776"/>
                  </a:cubicBezTo>
                  <a:cubicBezTo>
                    <a:pt x="7415" y="61503"/>
                    <a:pt x="7415" y="61503"/>
                    <a:pt x="7415" y="61503"/>
                  </a:cubicBezTo>
                  <a:cubicBezTo>
                    <a:pt x="7415" y="61776"/>
                    <a:pt x="7415" y="61776"/>
                    <a:pt x="7415" y="61776"/>
                  </a:cubicBezTo>
                  <a:cubicBezTo>
                    <a:pt x="7865" y="61776"/>
                    <a:pt x="7865" y="61776"/>
                    <a:pt x="7865" y="61776"/>
                  </a:cubicBezTo>
                  <a:cubicBezTo>
                    <a:pt x="8539" y="61776"/>
                    <a:pt x="8539" y="61776"/>
                    <a:pt x="8539" y="61776"/>
                  </a:cubicBezTo>
                  <a:cubicBezTo>
                    <a:pt x="8988" y="61776"/>
                    <a:pt x="8988" y="61776"/>
                    <a:pt x="8988" y="61776"/>
                  </a:cubicBezTo>
                  <a:cubicBezTo>
                    <a:pt x="9213" y="61776"/>
                    <a:pt x="9213" y="61776"/>
                    <a:pt x="9213" y="61776"/>
                  </a:cubicBezTo>
                  <a:cubicBezTo>
                    <a:pt x="9213" y="61776"/>
                    <a:pt x="9438" y="62050"/>
                    <a:pt x="9438" y="62050"/>
                  </a:cubicBezTo>
                  <a:cubicBezTo>
                    <a:pt x="9662" y="62323"/>
                    <a:pt x="9887" y="62050"/>
                    <a:pt x="9887" y="62050"/>
                  </a:cubicBezTo>
                  <a:cubicBezTo>
                    <a:pt x="9887" y="62323"/>
                    <a:pt x="10337" y="62323"/>
                    <a:pt x="10337" y="62323"/>
                  </a:cubicBezTo>
                  <a:cubicBezTo>
                    <a:pt x="10337" y="62323"/>
                    <a:pt x="10561" y="62050"/>
                    <a:pt x="10786" y="62050"/>
                  </a:cubicBezTo>
                  <a:cubicBezTo>
                    <a:pt x="10786" y="62050"/>
                    <a:pt x="11011" y="62050"/>
                    <a:pt x="11011" y="62050"/>
                  </a:cubicBezTo>
                  <a:cubicBezTo>
                    <a:pt x="11235" y="61776"/>
                    <a:pt x="11235" y="61776"/>
                    <a:pt x="11235" y="61776"/>
                  </a:cubicBezTo>
                  <a:cubicBezTo>
                    <a:pt x="11235" y="61230"/>
                    <a:pt x="11235" y="61230"/>
                    <a:pt x="11235" y="61230"/>
                  </a:cubicBezTo>
                  <a:cubicBezTo>
                    <a:pt x="11460" y="61230"/>
                    <a:pt x="11460" y="61230"/>
                    <a:pt x="11460" y="61230"/>
                  </a:cubicBezTo>
                  <a:cubicBezTo>
                    <a:pt x="11460" y="60956"/>
                    <a:pt x="11460" y="60956"/>
                    <a:pt x="11460" y="60956"/>
                  </a:cubicBezTo>
                  <a:cubicBezTo>
                    <a:pt x="11685" y="60410"/>
                    <a:pt x="11685" y="60410"/>
                    <a:pt x="11685" y="60410"/>
                  </a:cubicBezTo>
                  <a:cubicBezTo>
                    <a:pt x="11685" y="60136"/>
                    <a:pt x="11685" y="60136"/>
                    <a:pt x="11685" y="60136"/>
                  </a:cubicBezTo>
                  <a:cubicBezTo>
                    <a:pt x="12134" y="60136"/>
                    <a:pt x="12134" y="60136"/>
                    <a:pt x="12134" y="60136"/>
                  </a:cubicBezTo>
                  <a:cubicBezTo>
                    <a:pt x="12359" y="59863"/>
                    <a:pt x="12359" y="59863"/>
                    <a:pt x="12359" y="59863"/>
                  </a:cubicBezTo>
                  <a:cubicBezTo>
                    <a:pt x="12584" y="59316"/>
                    <a:pt x="12584" y="59316"/>
                    <a:pt x="12584" y="59316"/>
                  </a:cubicBezTo>
                  <a:cubicBezTo>
                    <a:pt x="12808" y="58769"/>
                    <a:pt x="12808" y="58769"/>
                    <a:pt x="12808" y="58769"/>
                  </a:cubicBezTo>
                  <a:cubicBezTo>
                    <a:pt x="12808" y="58769"/>
                    <a:pt x="13033" y="58223"/>
                    <a:pt x="13033" y="58223"/>
                  </a:cubicBezTo>
                  <a:cubicBezTo>
                    <a:pt x="13033" y="58223"/>
                    <a:pt x="13258" y="57676"/>
                    <a:pt x="13258" y="57676"/>
                  </a:cubicBezTo>
                  <a:cubicBezTo>
                    <a:pt x="13033" y="56856"/>
                    <a:pt x="13033" y="56856"/>
                    <a:pt x="13033" y="56856"/>
                  </a:cubicBezTo>
                  <a:cubicBezTo>
                    <a:pt x="12808" y="56309"/>
                    <a:pt x="12808" y="56309"/>
                    <a:pt x="12808" y="56309"/>
                  </a:cubicBezTo>
                  <a:cubicBezTo>
                    <a:pt x="12584" y="55763"/>
                    <a:pt x="12584" y="55763"/>
                    <a:pt x="12584" y="55763"/>
                  </a:cubicBezTo>
                  <a:cubicBezTo>
                    <a:pt x="12584" y="55763"/>
                    <a:pt x="12584" y="55489"/>
                    <a:pt x="12359" y="55489"/>
                  </a:cubicBezTo>
                  <a:cubicBezTo>
                    <a:pt x="12359" y="55489"/>
                    <a:pt x="12359" y="55216"/>
                    <a:pt x="12359" y="55216"/>
                  </a:cubicBezTo>
                  <a:cubicBezTo>
                    <a:pt x="12359" y="54669"/>
                    <a:pt x="12359" y="54669"/>
                    <a:pt x="12359" y="54669"/>
                  </a:cubicBezTo>
                  <a:cubicBezTo>
                    <a:pt x="12584" y="54396"/>
                    <a:pt x="12584" y="54396"/>
                    <a:pt x="12584" y="54396"/>
                  </a:cubicBezTo>
                  <a:cubicBezTo>
                    <a:pt x="12808" y="54396"/>
                    <a:pt x="12808" y="54396"/>
                    <a:pt x="12808" y="54396"/>
                  </a:cubicBezTo>
                  <a:cubicBezTo>
                    <a:pt x="13258" y="53849"/>
                    <a:pt x="13258" y="53849"/>
                    <a:pt x="13258" y="53849"/>
                  </a:cubicBezTo>
                  <a:cubicBezTo>
                    <a:pt x="13483" y="53849"/>
                    <a:pt x="13483" y="53849"/>
                    <a:pt x="13483" y="53849"/>
                  </a:cubicBezTo>
                  <a:cubicBezTo>
                    <a:pt x="13932" y="53849"/>
                    <a:pt x="13932" y="53849"/>
                    <a:pt x="13932" y="53849"/>
                  </a:cubicBezTo>
                  <a:cubicBezTo>
                    <a:pt x="14382" y="53302"/>
                    <a:pt x="14382" y="53302"/>
                    <a:pt x="14382" y="53302"/>
                  </a:cubicBezTo>
                  <a:cubicBezTo>
                    <a:pt x="14606" y="53302"/>
                    <a:pt x="14606" y="53302"/>
                    <a:pt x="14606" y="53302"/>
                  </a:cubicBezTo>
                  <a:cubicBezTo>
                    <a:pt x="14831" y="53029"/>
                    <a:pt x="14831" y="53029"/>
                    <a:pt x="14831" y="53029"/>
                  </a:cubicBezTo>
                  <a:cubicBezTo>
                    <a:pt x="15056" y="52482"/>
                    <a:pt x="15056" y="52482"/>
                    <a:pt x="15056" y="52482"/>
                  </a:cubicBezTo>
                  <a:cubicBezTo>
                    <a:pt x="14831" y="51936"/>
                    <a:pt x="14831" y="51936"/>
                    <a:pt x="14831" y="51936"/>
                  </a:cubicBezTo>
                  <a:cubicBezTo>
                    <a:pt x="14606" y="51662"/>
                    <a:pt x="14606" y="51662"/>
                    <a:pt x="14606" y="51662"/>
                  </a:cubicBezTo>
                  <a:cubicBezTo>
                    <a:pt x="14831" y="50842"/>
                    <a:pt x="14831" y="50842"/>
                    <a:pt x="14831" y="50842"/>
                  </a:cubicBezTo>
                  <a:cubicBezTo>
                    <a:pt x="15280" y="50569"/>
                    <a:pt x="15280" y="50569"/>
                    <a:pt x="15280" y="50569"/>
                  </a:cubicBezTo>
                  <a:cubicBezTo>
                    <a:pt x="15280" y="49749"/>
                    <a:pt x="15280" y="49749"/>
                    <a:pt x="15280" y="49749"/>
                  </a:cubicBezTo>
                  <a:cubicBezTo>
                    <a:pt x="15056" y="49476"/>
                    <a:pt x="15056" y="49476"/>
                    <a:pt x="15056" y="49476"/>
                  </a:cubicBezTo>
                  <a:cubicBezTo>
                    <a:pt x="15280" y="48929"/>
                    <a:pt x="15280" y="48929"/>
                    <a:pt x="15280" y="48929"/>
                  </a:cubicBezTo>
                  <a:cubicBezTo>
                    <a:pt x="15505" y="48656"/>
                    <a:pt x="15505" y="48656"/>
                    <a:pt x="15505" y="48656"/>
                  </a:cubicBezTo>
                  <a:cubicBezTo>
                    <a:pt x="15505" y="48656"/>
                    <a:pt x="15730" y="48109"/>
                    <a:pt x="15730" y="47835"/>
                  </a:cubicBezTo>
                  <a:cubicBezTo>
                    <a:pt x="15955" y="47835"/>
                    <a:pt x="15955" y="47015"/>
                    <a:pt x="15955" y="47015"/>
                  </a:cubicBezTo>
                  <a:cubicBezTo>
                    <a:pt x="15730" y="46469"/>
                    <a:pt x="15730" y="46469"/>
                    <a:pt x="15730" y="46469"/>
                  </a:cubicBezTo>
                  <a:cubicBezTo>
                    <a:pt x="15730" y="46195"/>
                    <a:pt x="15730" y="46195"/>
                    <a:pt x="15730" y="46195"/>
                  </a:cubicBezTo>
                  <a:cubicBezTo>
                    <a:pt x="15730" y="46195"/>
                    <a:pt x="16179" y="45922"/>
                    <a:pt x="16179" y="45922"/>
                  </a:cubicBezTo>
                  <a:cubicBezTo>
                    <a:pt x="16404" y="45922"/>
                    <a:pt x="16404" y="45102"/>
                    <a:pt x="16404" y="45102"/>
                  </a:cubicBezTo>
                  <a:cubicBezTo>
                    <a:pt x="15955" y="44829"/>
                    <a:pt x="15955" y="44829"/>
                    <a:pt x="15955" y="44829"/>
                  </a:cubicBezTo>
                  <a:cubicBezTo>
                    <a:pt x="15955" y="44829"/>
                    <a:pt x="15955" y="44282"/>
                    <a:pt x="15955" y="44009"/>
                  </a:cubicBezTo>
                  <a:cubicBezTo>
                    <a:pt x="15955" y="44009"/>
                    <a:pt x="15955" y="43462"/>
                    <a:pt x="15955" y="43462"/>
                  </a:cubicBezTo>
                  <a:cubicBezTo>
                    <a:pt x="15730" y="43462"/>
                    <a:pt x="15730" y="43462"/>
                    <a:pt x="15730" y="43462"/>
                  </a:cubicBezTo>
                  <a:cubicBezTo>
                    <a:pt x="15730" y="42915"/>
                    <a:pt x="15730" y="42915"/>
                    <a:pt x="15730" y="42915"/>
                  </a:cubicBezTo>
                  <a:cubicBezTo>
                    <a:pt x="15955" y="42642"/>
                    <a:pt x="15955" y="42642"/>
                    <a:pt x="15955" y="42642"/>
                  </a:cubicBezTo>
                  <a:cubicBezTo>
                    <a:pt x="16404" y="42915"/>
                    <a:pt x="16404" y="42915"/>
                    <a:pt x="16404" y="42915"/>
                  </a:cubicBezTo>
                  <a:cubicBezTo>
                    <a:pt x="16404" y="42915"/>
                    <a:pt x="16629" y="42642"/>
                    <a:pt x="16853" y="42642"/>
                  </a:cubicBezTo>
                  <a:cubicBezTo>
                    <a:pt x="16853" y="42369"/>
                    <a:pt x="17303" y="42369"/>
                    <a:pt x="17303" y="42369"/>
                  </a:cubicBezTo>
                  <a:cubicBezTo>
                    <a:pt x="17528" y="41548"/>
                    <a:pt x="17528" y="41548"/>
                    <a:pt x="17528" y="41548"/>
                  </a:cubicBezTo>
                  <a:cubicBezTo>
                    <a:pt x="18426" y="41002"/>
                    <a:pt x="18426" y="41002"/>
                    <a:pt x="18426" y="41002"/>
                  </a:cubicBezTo>
                  <a:cubicBezTo>
                    <a:pt x="18426" y="40728"/>
                    <a:pt x="18426" y="40728"/>
                    <a:pt x="18426" y="40728"/>
                  </a:cubicBezTo>
                  <a:cubicBezTo>
                    <a:pt x="19101" y="40455"/>
                    <a:pt x="19101" y="40455"/>
                    <a:pt x="19101" y="40455"/>
                  </a:cubicBezTo>
                  <a:cubicBezTo>
                    <a:pt x="19550" y="40728"/>
                    <a:pt x="19550" y="40728"/>
                    <a:pt x="19550" y="40728"/>
                  </a:cubicBezTo>
                  <a:cubicBezTo>
                    <a:pt x="20000" y="40182"/>
                    <a:pt x="20000" y="40182"/>
                    <a:pt x="20000" y="40182"/>
                  </a:cubicBezTo>
                  <a:cubicBezTo>
                    <a:pt x="20224" y="40182"/>
                    <a:pt x="20224" y="40182"/>
                    <a:pt x="20224" y="40182"/>
                  </a:cubicBezTo>
                  <a:cubicBezTo>
                    <a:pt x="20674" y="39908"/>
                    <a:pt x="20674" y="39908"/>
                    <a:pt x="20674" y="39908"/>
                  </a:cubicBezTo>
                  <a:cubicBezTo>
                    <a:pt x="21123" y="39635"/>
                    <a:pt x="21123" y="39635"/>
                    <a:pt x="21123" y="39635"/>
                  </a:cubicBezTo>
                  <a:cubicBezTo>
                    <a:pt x="21797" y="38815"/>
                    <a:pt x="21797" y="38815"/>
                    <a:pt x="21797" y="38815"/>
                  </a:cubicBezTo>
                  <a:cubicBezTo>
                    <a:pt x="22022" y="38815"/>
                    <a:pt x="22022" y="38815"/>
                    <a:pt x="22022" y="38815"/>
                  </a:cubicBezTo>
                  <a:cubicBezTo>
                    <a:pt x="22022" y="38815"/>
                    <a:pt x="22471" y="38542"/>
                    <a:pt x="22471" y="38542"/>
                  </a:cubicBezTo>
                  <a:cubicBezTo>
                    <a:pt x="22471" y="38542"/>
                    <a:pt x="22696" y="37995"/>
                    <a:pt x="22696" y="37995"/>
                  </a:cubicBezTo>
                  <a:cubicBezTo>
                    <a:pt x="23146" y="37722"/>
                    <a:pt x="23146" y="37722"/>
                    <a:pt x="23146" y="37722"/>
                  </a:cubicBezTo>
                  <a:cubicBezTo>
                    <a:pt x="23595" y="36902"/>
                    <a:pt x="23595" y="36902"/>
                    <a:pt x="23595" y="36902"/>
                  </a:cubicBezTo>
                  <a:cubicBezTo>
                    <a:pt x="24044" y="36355"/>
                    <a:pt x="24044" y="36355"/>
                    <a:pt x="24044" y="36355"/>
                  </a:cubicBezTo>
                  <a:cubicBezTo>
                    <a:pt x="23595" y="35535"/>
                    <a:pt x="23595" y="35535"/>
                    <a:pt x="23595" y="35535"/>
                  </a:cubicBezTo>
                  <a:cubicBezTo>
                    <a:pt x="23595" y="35535"/>
                    <a:pt x="23146" y="34988"/>
                    <a:pt x="22921" y="34988"/>
                  </a:cubicBezTo>
                  <a:cubicBezTo>
                    <a:pt x="22921" y="34715"/>
                    <a:pt x="22471" y="34441"/>
                    <a:pt x="22471" y="34441"/>
                  </a:cubicBezTo>
                  <a:cubicBezTo>
                    <a:pt x="22471" y="34441"/>
                    <a:pt x="21797" y="34168"/>
                    <a:pt x="21797" y="34168"/>
                  </a:cubicBezTo>
                  <a:cubicBezTo>
                    <a:pt x="21797" y="34168"/>
                    <a:pt x="21348" y="34441"/>
                    <a:pt x="21348" y="34441"/>
                  </a:cubicBezTo>
                  <a:cubicBezTo>
                    <a:pt x="21123" y="34168"/>
                    <a:pt x="21123" y="34168"/>
                    <a:pt x="21123" y="34168"/>
                  </a:cubicBezTo>
                  <a:cubicBezTo>
                    <a:pt x="21123" y="34168"/>
                    <a:pt x="20898" y="33621"/>
                    <a:pt x="21123" y="33621"/>
                  </a:cubicBezTo>
                  <a:cubicBezTo>
                    <a:pt x="21123" y="33621"/>
                    <a:pt x="21123" y="33348"/>
                    <a:pt x="21123" y="33348"/>
                  </a:cubicBezTo>
                  <a:cubicBezTo>
                    <a:pt x="21123" y="33075"/>
                    <a:pt x="21123" y="33075"/>
                    <a:pt x="21123" y="33075"/>
                  </a:cubicBezTo>
                  <a:cubicBezTo>
                    <a:pt x="21123" y="32801"/>
                    <a:pt x="21123" y="32801"/>
                    <a:pt x="21123" y="32801"/>
                  </a:cubicBezTo>
                  <a:cubicBezTo>
                    <a:pt x="21348" y="32528"/>
                    <a:pt x="21348" y="32528"/>
                    <a:pt x="21348" y="32528"/>
                  </a:cubicBezTo>
                  <a:cubicBezTo>
                    <a:pt x="21348" y="32528"/>
                    <a:pt x="21573" y="32255"/>
                    <a:pt x="21573" y="31981"/>
                  </a:cubicBezTo>
                  <a:cubicBezTo>
                    <a:pt x="21573" y="31981"/>
                    <a:pt x="21797" y="31435"/>
                    <a:pt x="21797" y="31435"/>
                  </a:cubicBezTo>
                  <a:cubicBezTo>
                    <a:pt x="21797" y="31435"/>
                    <a:pt x="21573" y="31161"/>
                    <a:pt x="21573" y="30888"/>
                  </a:cubicBezTo>
                  <a:cubicBezTo>
                    <a:pt x="21348" y="30888"/>
                    <a:pt x="21348" y="30888"/>
                    <a:pt x="21573" y="30615"/>
                  </a:cubicBezTo>
                  <a:cubicBezTo>
                    <a:pt x="21573" y="30615"/>
                    <a:pt x="21573" y="30341"/>
                    <a:pt x="21573" y="30341"/>
                  </a:cubicBezTo>
                  <a:cubicBezTo>
                    <a:pt x="21573" y="30341"/>
                    <a:pt x="21573" y="29794"/>
                    <a:pt x="21348" y="29794"/>
                  </a:cubicBezTo>
                  <a:cubicBezTo>
                    <a:pt x="21348" y="29794"/>
                    <a:pt x="20898" y="30068"/>
                    <a:pt x="20898" y="30068"/>
                  </a:cubicBezTo>
                  <a:cubicBezTo>
                    <a:pt x="20898" y="30068"/>
                    <a:pt x="20224" y="29794"/>
                    <a:pt x="20224" y="29794"/>
                  </a:cubicBezTo>
                  <a:cubicBezTo>
                    <a:pt x="20224" y="29794"/>
                    <a:pt x="20000" y="29521"/>
                    <a:pt x="20000" y="29521"/>
                  </a:cubicBezTo>
                  <a:cubicBezTo>
                    <a:pt x="20000" y="29521"/>
                    <a:pt x="20000" y="28974"/>
                    <a:pt x="19775" y="28974"/>
                  </a:cubicBezTo>
                  <a:cubicBezTo>
                    <a:pt x="19550" y="28701"/>
                    <a:pt x="19550" y="28974"/>
                    <a:pt x="19550" y="28974"/>
                  </a:cubicBezTo>
                  <a:cubicBezTo>
                    <a:pt x="19325" y="29521"/>
                    <a:pt x="19325" y="29521"/>
                    <a:pt x="19325" y="29521"/>
                  </a:cubicBezTo>
                  <a:cubicBezTo>
                    <a:pt x="19325" y="29521"/>
                    <a:pt x="18876" y="29521"/>
                    <a:pt x="18651" y="29248"/>
                  </a:cubicBezTo>
                  <a:cubicBezTo>
                    <a:pt x="18651" y="29248"/>
                    <a:pt x="18426" y="29248"/>
                    <a:pt x="18426" y="29248"/>
                  </a:cubicBezTo>
                  <a:cubicBezTo>
                    <a:pt x="18202" y="29248"/>
                    <a:pt x="18202" y="28974"/>
                    <a:pt x="18202" y="28701"/>
                  </a:cubicBezTo>
                  <a:cubicBezTo>
                    <a:pt x="17977" y="28428"/>
                    <a:pt x="17977" y="28701"/>
                    <a:pt x="17752" y="28701"/>
                  </a:cubicBezTo>
                  <a:cubicBezTo>
                    <a:pt x="17752" y="28701"/>
                    <a:pt x="17303" y="28701"/>
                    <a:pt x="17303" y="28701"/>
                  </a:cubicBezTo>
                  <a:cubicBezTo>
                    <a:pt x="17303" y="28701"/>
                    <a:pt x="16853" y="28154"/>
                    <a:pt x="16853" y="28154"/>
                  </a:cubicBezTo>
                  <a:cubicBezTo>
                    <a:pt x="16853" y="27881"/>
                    <a:pt x="16629" y="27881"/>
                    <a:pt x="16629" y="27881"/>
                  </a:cubicBezTo>
                  <a:cubicBezTo>
                    <a:pt x="16629" y="27881"/>
                    <a:pt x="16179" y="28154"/>
                    <a:pt x="16179" y="28154"/>
                  </a:cubicBezTo>
                  <a:cubicBezTo>
                    <a:pt x="16179" y="28428"/>
                    <a:pt x="16179" y="28428"/>
                    <a:pt x="16179" y="28428"/>
                  </a:cubicBezTo>
                  <a:cubicBezTo>
                    <a:pt x="15955" y="29248"/>
                    <a:pt x="15955" y="29248"/>
                    <a:pt x="15955" y="29248"/>
                  </a:cubicBezTo>
                  <a:cubicBezTo>
                    <a:pt x="15280" y="29794"/>
                    <a:pt x="15280" y="29794"/>
                    <a:pt x="15280" y="29794"/>
                  </a:cubicBezTo>
                  <a:cubicBezTo>
                    <a:pt x="15280" y="29794"/>
                    <a:pt x="14606" y="29794"/>
                    <a:pt x="14382" y="29521"/>
                  </a:cubicBezTo>
                  <a:cubicBezTo>
                    <a:pt x="14382" y="29521"/>
                    <a:pt x="14382" y="29521"/>
                    <a:pt x="14157" y="29521"/>
                  </a:cubicBezTo>
                  <a:cubicBezTo>
                    <a:pt x="13932" y="29521"/>
                    <a:pt x="13932" y="29521"/>
                    <a:pt x="13932" y="29521"/>
                  </a:cubicBezTo>
                  <a:cubicBezTo>
                    <a:pt x="13932" y="29521"/>
                    <a:pt x="13483" y="29794"/>
                    <a:pt x="13483" y="29794"/>
                  </a:cubicBezTo>
                  <a:cubicBezTo>
                    <a:pt x="13483" y="29794"/>
                    <a:pt x="13258" y="29248"/>
                    <a:pt x="13258" y="29248"/>
                  </a:cubicBezTo>
                  <a:cubicBezTo>
                    <a:pt x="13258" y="29248"/>
                    <a:pt x="12808" y="28974"/>
                    <a:pt x="12808" y="28701"/>
                  </a:cubicBezTo>
                  <a:cubicBezTo>
                    <a:pt x="12808" y="28701"/>
                    <a:pt x="12808" y="28974"/>
                    <a:pt x="12808" y="28974"/>
                  </a:cubicBezTo>
                  <a:cubicBezTo>
                    <a:pt x="12808" y="28974"/>
                    <a:pt x="12584" y="29248"/>
                    <a:pt x="12359" y="29248"/>
                  </a:cubicBezTo>
                  <a:cubicBezTo>
                    <a:pt x="12359" y="29248"/>
                    <a:pt x="12134" y="29521"/>
                    <a:pt x="12134" y="29521"/>
                  </a:cubicBezTo>
                  <a:cubicBezTo>
                    <a:pt x="11910" y="29521"/>
                    <a:pt x="12134" y="28974"/>
                    <a:pt x="12134" y="28974"/>
                  </a:cubicBezTo>
                  <a:cubicBezTo>
                    <a:pt x="12359" y="28428"/>
                    <a:pt x="12359" y="28428"/>
                    <a:pt x="12359" y="28428"/>
                  </a:cubicBezTo>
                  <a:cubicBezTo>
                    <a:pt x="12359" y="28428"/>
                    <a:pt x="11685" y="28154"/>
                    <a:pt x="11685" y="27881"/>
                  </a:cubicBezTo>
                  <a:cubicBezTo>
                    <a:pt x="11460" y="27881"/>
                    <a:pt x="11235" y="27608"/>
                    <a:pt x="11235" y="27608"/>
                  </a:cubicBezTo>
                  <a:cubicBezTo>
                    <a:pt x="11235" y="27608"/>
                    <a:pt x="10786" y="27608"/>
                    <a:pt x="10786" y="27608"/>
                  </a:cubicBezTo>
                  <a:cubicBezTo>
                    <a:pt x="10337" y="27608"/>
                    <a:pt x="10337" y="27608"/>
                    <a:pt x="10337" y="27608"/>
                  </a:cubicBezTo>
                  <a:cubicBezTo>
                    <a:pt x="10337" y="27608"/>
                    <a:pt x="10112" y="27608"/>
                    <a:pt x="9887" y="27881"/>
                  </a:cubicBezTo>
                  <a:cubicBezTo>
                    <a:pt x="9887" y="27881"/>
                    <a:pt x="9662" y="28154"/>
                    <a:pt x="9438" y="27881"/>
                  </a:cubicBezTo>
                  <a:cubicBezTo>
                    <a:pt x="9438" y="27881"/>
                    <a:pt x="9662" y="27334"/>
                    <a:pt x="9662" y="27334"/>
                  </a:cubicBezTo>
                  <a:cubicBezTo>
                    <a:pt x="9662" y="27334"/>
                    <a:pt x="9662" y="26788"/>
                    <a:pt x="9662" y="26788"/>
                  </a:cubicBezTo>
                  <a:cubicBezTo>
                    <a:pt x="9438" y="26514"/>
                    <a:pt x="9438" y="27061"/>
                    <a:pt x="9438" y="27061"/>
                  </a:cubicBezTo>
                  <a:cubicBezTo>
                    <a:pt x="9438" y="27061"/>
                    <a:pt x="8988" y="27334"/>
                    <a:pt x="8764" y="27608"/>
                  </a:cubicBezTo>
                  <a:cubicBezTo>
                    <a:pt x="8764" y="27608"/>
                    <a:pt x="8539" y="27608"/>
                    <a:pt x="8539" y="27608"/>
                  </a:cubicBezTo>
                  <a:cubicBezTo>
                    <a:pt x="8314" y="27608"/>
                    <a:pt x="8089" y="27881"/>
                    <a:pt x="7640" y="27881"/>
                  </a:cubicBezTo>
                  <a:cubicBezTo>
                    <a:pt x="7415" y="27881"/>
                    <a:pt x="7191" y="28154"/>
                    <a:pt x="7191" y="27881"/>
                  </a:cubicBezTo>
                  <a:cubicBezTo>
                    <a:pt x="6966" y="27881"/>
                    <a:pt x="6966" y="27608"/>
                    <a:pt x="6966" y="27608"/>
                  </a:cubicBezTo>
                  <a:cubicBezTo>
                    <a:pt x="6966" y="27061"/>
                    <a:pt x="6966" y="27061"/>
                    <a:pt x="6966" y="27061"/>
                  </a:cubicBezTo>
                  <a:cubicBezTo>
                    <a:pt x="6966" y="27061"/>
                    <a:pt x="6741" y="26788"/>
                    <a:pt x="6741" y="26514"/>
                  </a:cubicBezTo>
                  <a:cubicBezTo>
                    <a:pt x="6516" y="26241"/>
                    <a:pt x="6741" y="26241"/>
                    <a:pt x="6741" y="25968"/>
                  </a:cubicBezTo>
                  <a:cubicBezTo>
                    <a:pt x="6741" y="25968"/>
                    <a:pt x="7191" y="25694"/>
                    <a:pt x="7191" y="25694"/>
                  </a:cubicBezTo>
                  <a:cubicBezTo>
                    <a:pt x="7191" y="25421"/>
                    <a:pt x="7415" y="25421"/>
                    <a:pt x="7415" y="25421"/>
                  </a:cubicBezTo>
                  <a:cubicBezTo>
                    <a:pt x="8089" y="25148"/>
                    <a:pt x="8089" y="25148"/>
                    <a:pt x="8089" y="25148"/>
                  </a:cubicBezTo>
                  <a:cubicBezTo>
                    <a:pt x="8089" y="25148"/>
                    <a:pt x="8089" y="24328"/>
                    <a:pt x="8089" y="24054"/>
                  </a:cubicBezTo>
                  <a:cubicBezTo>
                    <a:pt x="8089" y="24054"/>
                    <a:pt x="8089" y="24054"/>
                    <a:pt x="7865" y="24054"/>
                  </a:cubicBezTo>
                  <a:cubicBezTo>
                    <a:pt x="7640" y="24054"/>
                    <a:pt x="7640" y="23781"/>
                    <a:pt x="7640" y="23781"/>
                  </a:cubicBezTo>
                  <a:cubicBezTo>
                    <a:pt x="7640" y="23781"/>
                    <a:pt x="7640" y="23234"/>
                    <a:pt x="7640" y="23234"/>
                  </a:cubicBezTo>
                  <a:cubicBezTo>
                    <a:pt x="7415" y="22687"/>
                    <a:pt x="7415" y="22687"/>
                    <a:pt x="7415" y="22687"/>
                  </a:cubicBezTo>
                  <a:cubicBezTo>
                    <a:pt x="6516" y="22961"/>
                    <a:pt x="6516" y="22961"/>
                    <a:pt x="6516" y="22961"/>
                  </a:cubicBezTo>
                  <a:cubicBezTo>
                    <a:pt x="6516" y="22961"/>
                    <a:pt x="6067" y="23234"/>
                    <a:pt x="5842" y="23234"/>
                  </a:cubicBezTo>
                  <a:cubicBezTo>
                    <a:pt x="5842" y="23234"/>
                    <a:pt x="5393" y="23234"/>
                    <a:pt x="5393" y="23234"/>
                  </a:cubicBezTo>
                  <a:cubicBezTo>
                    <a:pt x="5168" y="23234"/>
                    <a:pt x="4943" y="22961"/>
                    <a:pt x="4943" y="22961"/>
                  </a:cubicBezTo>
                  <a:cubicBezTo>
                    <a:pt x="4943" y="22961"/>
                    <a:pt x="4044" y="23234"/>
                    <a:pt x="4044" y="23234"/>
                  </a:cubicBezTo>
                  <a:cubicBezTo>
                    <a:pt x="4044" y="23234"/>
                    <a:pt x="3820" y="23234"/>
                    <a:pt x="3820" y="23234"/>
                  </a:cubicBezTo>
                  <a:cubicBezTo>
                    <a:pt x="3370" y="23234"/>
                    <a:pt x="3370" y="23234"/>
                    <a:pt x="3370" y="23234"/>
                  </a:cubicBezTo>
                  <a:cubicBezTo>
                    <a:pt x="2921" y="23507"/>
                    <a:pt x="2921" y="23507"/>
                    <a:pt x="2921" y="23507"/>
                  </a:cubicBezTo>
                  <a:cubicBezTo>
                    <a:pt x="2696" y="23781"/>
                    <a:pt x="2696" y="23781"/>
                    <a:pt x="2696" y="23781"/>
                  </a:cubicBezTo>
                  <a:cubicBezTo>
                    <a:pt x="2696" y="23781"/>
                    <a:pt x="2471" y="24054"/>
                    <a:pt x="2471" y="24054"/>
                  </a:cubicBezTo>
                  <a:cubicBezTo>
                    <a:pt x="2247" y="24054"/>
                    <a:pt x="2022" y="24054"/>
                    <a:pt x="1797" y="24054"/>
                  </a:cubicBezTo>
                  <a:cubicBezTo>
                    <a:pt x="1797" y="24054"/>
                    <a:pt x="1573" y="24328"/>
                    <a:pt x="1573" y="24328"/>
                  </a:cubicBezTo>
                  <a:cubicBezTo>
                    <a:pt x="1573" y="24328"/>
                    <a:pt x="1123" y="24601"/>
                    <a:pt x="898" y="24874"/>
                  </a:cubicBezTo>
                  <a:cubicBezTo>
                    <a:pt x="674" y="23507"/>
                    <a:pt x="674" y="23507"/>
                    <a:pt x="674" y="23507"/>
                  </a:cubicBezTo>
                  <a:cubicBezTo>
                    <a:pt x="1348" y="21047"/>
                    <a:pt x="1348" y="21047"/>
                    <a:pt x="1348" y="21047"/>
                  </a:cubicBezTo>
                  <a:cubicBezTo>
                    <a:pt x="2471" y="19954"/>
                    <a:pt x="2471" y="19954"/>
                    <a:pt x="2471" y="19954"/>
                  </a:cubicBezTo>
                  <a:cubicBezTo>
                    <a:pt x="2921" y="17767"/>
                    <a:pt x="2921" y="17767"/>
                    <a:pt x="2921" y="17767"/>
                  </a:cubicBezTo>
                  <a:cubicBezTo>
                    <a:pt x="2247" y="16947"/>
                    <a:pt x="2247" y="16947"/>
                    <a:pt x="2247" y="16947"/>
                  </a:cubicBezTo>
                  <a:cubicBezTo>
                    <a:pt x="2247" y="16127"/>
                    <a:pt x="4269" y="14487"/>
                    <a:pt x="4044" y="13667"/>
                  </a:cubicBezTo>
                  <a:cubicBezTo>
                    <a:pt x="3820" y="12847"/>
                    <a:pt x="1348" y="15307"/>
                    <a:pt x="1123" y="14487"/>
                  </a:cubicBezTo>
                  <a:cubicBezTo>
                    <a:pt x="898" y="12847"/>
                    <a:pt x="1573" y="13120"/>
                    <a:pt x="2696" y="11753"/>
                  </a:cubicBezTo>
                  <a:cubicBezTo>
                    <a:pt x="1348" y="11207"/>
                    <a:pt x="1348" y="11207"/>
                    <a:pt x="1348" y="11207"/>
                  </a:cubicBezTo>
                  <a:cubicBezTo>
                    <a:pt x="1348" y="9567"/>
                    <a:pt x="1348" y="9567"/>
                    <a:pt x="1348" y="9567"/>
                  </a:cubicBezTo>
                  <a:cubicBezTo>
                    <a:pt x="449" y="9020"/>
                    <a:pt x="449" y="9020"/>
                    <a:pt x="449" y="9020"/>
                  </a:cubicBezTo>
                  <a:cubicBezTo>
                    <a:pt x="449" y="9020"/>
                    <a:pt x="674" y="8200"/>
                    <a:pt x="674" y="7380"/>
                  </a:cubicBezTo>
                  <a:cubicBezTo>
                    <a:pt x="674" y="6560"/>
                    <a:pt x="1348" y="6287"/>
                    <a:pt x="1348" y="6287"/>
                  </a:cubicBezTo>
                  <a:cubicBezTo>
                    <a:pt x="2022" y="6013"/>
                    <a:pt x="2471" y="5466"/>
                    <a:pt x="3146" y="4920"/>
                  </a:cubicBezTo>
                  <a:cubicBezTo>
                    <a:pt x="3820" y="3826"/>
                    <a:pt x="4494" y="4373"/>
                    <a:pt x="4943" y="4100"/>
                  </a:cubicBezTo>
                  <a:cubicBezTo>
                    <a:pt x="5617" y="3553"/>
                    <a:pt x="5617" y="4100"/>
                    <a:pt x="7865" y="4646"/>
                  </a:cubicBezTo>
                  <a:cubicBezTo>
                    <a:pt x="8314" y="4373"/>
                    <a:pt x="9213" y="4373"/>
                    <a:pt x="9438" y="3826"/>
                  </a:cubicBezTo>
                  <a:cubicBezTo>
                    <a:pt x="9887" y="3280"/>
                    <a:pt x="10561" y="3553"/>
                    <a:pt x="10561" y="2460"/>
                  </a:cubicBezTo>
                  <a:cubicBezTo>
                    <a:pt x="10786" y="820"/>
                    <a:pt x="13258" y="1913"/>
                    <a:pt x="13258" y="1366"/>
                  </a:cubicBezTo>
                  <a:cubicBezTo>
                    <a:pt x="13707" y="1366"/>
                    <a:pt x="14157" y="0"/>
                    <a:pt x="15280" y="0"/>
                  </a:cubicBezTo>
                  <a:cubicBezTo>
                    <a:pt x="16179" y="273"/>
                    <a:pt x="16404" y="546"/>
                    <a:pt x="17078" y="820"/>
                  </a:cubicBezTo>
                  <a:cubicBezTo>
                    <a:pt x="19550" y="2733"/>
                    <a:pt x="18426" y="3826"/>
                    <a:pt x="21348" y="4920"/>
                  </a:cubicBezTo>
                  <a:cubicBezTo>
                    <a:pt x="23820" y="5740"/>
                    <a:pt x="26741" y="6560"/>
                    <a:pt x="29213" y="7107"/>
                  </a:cubicBezTo>
                  <a:cubicBezTo>
                    <a:pt x="31460" y="7380"/>
                    <a:pt x="33707" y="8473"/>
                    <a:pt x="35955" y="9567"/>
                  </a:cubicBezTo>
                  <a:cubicBezTo>
                    <a:pt x="35955" y="9567"/>
                    <a:pt x="44269" y="14214"/>
                    <a:pt x="44494" y="14487"/>
                  </a:cubicBezTo>
                  <a:cubicBezTo>
                    <a:pt x="44719" y="14487"/>
                    <a:pt x="49438" y="13394"/>
                    <a:pt x="49662" y="13394"/>
                  </a:cubicBezTo>
                  <a:cubicBezTo>
                    <a:pt x="49887" y="13394"/>
                    <a:pt x="51460" y="13667"/>
                    <a:pt x="52584" y="14487"/>
                  </a:cubicBezTo>
                  <a:cubicBezTo>
                    <a:pt x="53258" y="15307"/>
                    <a:pt x="55505" y="17220"/>
                    <a:pt x="55505" y="17220"/>
                  </a:cubicBezTo>
                  <a:cubicBezTo>
                    <a:pt x="55955" y="17494"/>
                    <a:pt x="58651" y="16947"/>
                    <a:pt x="58651" y="16947"/>
                  </a:cubicBezTo>
                  <a:cubicBezTo>
                    <a:pt x="60449" y="16947"/>
                    <a:pt x="62022" y="19407"/>
                    <a:pt x="62921" y="19681"/>
                  </a:cubicBezTo>
                  <a:cubicBezTo>
                    <a:pt x="64044" y="19954"/>
                    <a:pt x="66741" y="18314"/>
                    <a:pt x="67865" y="19681"/>
                  </a:cubicBezTo>
                  <a:cubicBezTo>
                    <a:pt x="67865" y="19681"/>
                    <a:pt x="70112" y="19954"/>
                    <a:pt x="70337" y="21321"/>
                  </a:cubicBezTo>
                  <a:cubicBezTo>
                    <a:pt x="70786" y="22687"/>
                    <a:pt x="71685" y="24874"/>
                    <a:pt x="71685" y="24874"/>
                  </a:cubicBezTo>
                  <a:cubicBezTo>
                    <a:pt x="74606" y="26241"/>
                    <a:pt x="74606" y="26241"/>
                    <a:pt x="74606" y="26241"/>
                  </a:cubicBezTo>
                  <a:cubicBezTo>
                    <a:pt x="74606" y="26241"/>
                    <a:pt x="76179" y="27881"/>
                    <a:pt x="76404" y="28428"/>
                  </a:cubicBezTo>
                  <a:cubicBezTo>
                    <a:pt x="76629" y="28701"/>
                    <a:pt x="80000" y="30068"/>
                    <a:pt x="80000" y="30068"/>
                  </a:cubicBezTo>
                  <a:cubicBezTo>
                    <a:pt x="82247" y="32528"/>
                    <a:pt x="82247" y="32528"/>
                    <a:pt x="82247" y="32528"/>
                  </a:cubicBezTo>
                  <a:cubicBezTo>
                    <a:pt x="85617" y="32528"/>
                    <a:pt x="85617" y="32528"/>
                    <a:pt x="85617" y="32528"/>
                  </a:cubicBezTo>
                  <a:cubicBezTo>
                    <a:pt x="87865" y="33075"/>
                    <a:pt x="87865" y="33075"/>
                    <a:pt x="87865" y="33075"/>
                  </a:cubicBezTo>
                  <a:cubicBezTo>
                    <a:pt x="88988" y="31435"/>
                    <a:pt x="88988" y="31435"/>
                    <a:pt x="88988" y="31435"/>
                  </a:cubicBezTo>
                  <a:cubicBezTo>
                    <a:pt x="88988" y="31435"/>
                    <a:pt x="94606" y="34715"/>
                    <a:pt x="94831" y="34715"/>
                  </a:cubicBezTo>
                  <a:cubicBezTo>
                    <a:pt x="95056" y="34715"/>
                    <a:pt x="95056" y="35535"/>
                    <a:pt x="95280" y="36355"/>
                  </a:cubicBezTo>
                  <a:cubicBezTo>
                    <a:pt x="95280" y="36628"/>
                    <a:pt x="95280" y="36628"/>
                    <a:pt x="95280" y="36628"/>
                  </a:cubicBezTo>
                  <a:cubicBezTo>
                    <a:pt x="95056" y="36628"/>
                    <a:pt x="95280" y="36628"/>
                    <a:pt x="95280" y="36628"/>
                  </a:cubicBezTo>
                  <a:cubicBezTo>
                    <a:pt x="95280" y="36628"/>
                    <a:pt x="95280" y="36628"/>
                    <a:pt x="95280" y="36628"/>
                  </a:cubicBezTo>
                  <a:cubicBezTo>
                    <a:pt x="95280" y="37175"/>
                    <a:pt x="95280" y="37175"/>
                    <a:pt x="95280" y="37175"/>
                  </a:cubicBezTo>
                  <a:cubicBezTo>
                    <a:pt x="95280" y="37448"/>
                    <a:pt x="95280" y="37448"/>
                    <a:pt x="95280" y="37448"/>
                  </a:cubicBezTo>
                  <a:cubicBezTo>
                    <a:pt x="95056" y="37448"/>
                    <a:pt x="95056" y="37448"/>
                    <a:pt x="95056" y="37448"/>
                  </a:cubicBezTo>
                  <a:cubicBezTo>
                    <a:pt x="95056" y="37448"/>
                    <a:pt x="95056" y="37448"/>
                    <a:pt x="95056" y="37448"/>
                  </a:cubicBezTo>
                  <a:cubicBezTo>
                    <a:pt x="95280" y="37722"/>
                    <a:pt x="95280" y="37722"/>
                    <a:pt x="95280" y="37722"/>
                  </a:cubicBezTo>
                  <a:cubicBezTo>
                    <a:pt x="95280" y="37722"/>
                    <a:pt x="95280" y="37722"/>
                    <a:pt x="95280" y="37722"/>
                  </a:cubicBezTo>
                  <a:cubicBezTo>
                    <a:pt x="95280" y="37722"/>
                    <a:pt x="95280" y="37722"/>
                    <a:pt x="95280" y="37995"/>
                  </a:cubicBezTo>
                  <a:cubicBezTo>
                    <a:pt x="95280" y="37995"/>
                    <a:pt x="95280" y="37995"/>
                    <a:pt x="95280" y="37995"/>
                  </a:cubicBezTo>
                  <a:cubicBezTo>
                    <a:pt x="95280" y="37995"/>
                    <a:pt x="95280" y="37995"/>
                    <a:pt x="95280" y="38268"/>
                  </a:cubicBezTo>
                  <a:cubicBezTo>
                    <a:pt x="95280" y="38268"/>
                    <a:pt x="95280" y="38268"/>
                    <a:pt x="95280" y="38268"/>
                  </a:cubicBezTo>
                  <a:cubicBezTo>
                    <a:pt x="95505" y="38268"/>
                    <a:pt x="95505" y="38268"/>
                    <a:pt x="95505" y="38268"/>
                  </a:cubicBezTo>
                  <a:cubicBezTo>
                    <a:pt x="95505" y="38268"/>
                    <a:pt x="95505" y="38268"/>
                    <a:pt x="95505" y="38268"/>
                  </a:cubicBezTo>
                  <a:cubicBezTo>
                    <a:pt x="95505" y="38268"/>
                    <a:pt x="95730" y="38542"/>
                    <a:pt x="95730" y="38542"/>
                  </a:cubicBezTo>
                  <a:cubicBezTo>
                    <a:pt x="95730" y="38542"/>
                    <a:pt x="95730" y="38542"/>
                    <a:pt x="95955" y="38542"/>
                  </a:cubicBezTo>
                  <a:cubicBezTo>
                    <a:pt x="95955" y="38542"/>
                    <a:pt x="95955" y="38542"/>
                    <a:pt x="96179" y="38542"/>
                  </a:cubicBezTo>
                  <a:cubicBezTo>
                    <a:pt x="96179" y="38542"/>
                    <a:pt x="96179" y="38542"/>
                    <a:pt x="96179" y="38542"/>
                  </a:cubicBezTo>
                  <a:cubicBezTo>
                    <a:pt x="96179" y="38542"/>
                    <a:pt x="96404" y="38542"/>
                    <a:pt x="96404" y="38268"/>
                  </a:cubicBezTo>
                  <a:cubicBezTo>
                    <a:pt x="99325" y="39088"/>
                    <a:pt x="99325" y="39088"/>
                    <a:pt x="99325" y="39088"/>
                  </a:cubicBezTo>
                  <a:cubicBezTo>
                    <a:pt x="100000" y="39362"/>
                    <a:pt x="100000" y="39908"/>
                    <a:pt x="100674" y="40455"/>
                  </a:cubicBezTo>
                  <a:cubicBezTo>
                    <a:pt x="102471" y="39635"/>
                    <a:pt x="102471" y="39635"/>
                    <a:pt x="102471" y="39635"/>
                  </a:cubicBezTo>
                  <a:cubicBezTo>
                    <a:pt x="104719" y="41548"/>
                    <a:pt x="104719" y="41548"/>
                    <a:pt x="104719" y="41548"/>
                  </a:cubicBezTo>
                  <a:cubicBezTo>
                    <a:pt x="106741" y="40728"/>
                    <a:pt x="106741" y="40728"/>
                    <a:pt x="106741" y="40728"/>
                  </a:cubicBezTo>
                  <a:cubicBezTo>
                    <a:pt x="108764" y="40728"/>
                    <a:pt x="108764" y="40728"/>
                    <a:pt x="108764" y="40728"/>
                  </a:cubicBezTo>
                  <a:cubicBezTo>
                    <a:pt x="108764" y="40182"/>
                    <a:pt x="113483" y="40728"/>
                    <a:pt x="111460" y="43462"/>
                  </a:cubicBezTo>
                  <a:close/>
                  <a:moveTo>
                    <a:pt x="113707" y="76810"/>
                  </a:moveTo>
                  <a:cubicBezTo>
                    <a:pt x="113707" y="76810"/>
                    <a:pt x="113707" y="76810"/>
                    <a:pt x="113707" y="76810"/>
                  </a:cubicBezTo>
                  <a:cubicBezTo>
                    <a:pt x="113707" y="78451"/>
                    <a:pt x="115955" y="77904"/>
                    <a:pt x="117078" y="78997"/>
                  </a:cubicBezTo>
                  <a:cubicBezTo>
                    <a:pt x="117528" y="79544"/>
                    <a:pt x="117078" y="80911"/>
                    <a:pt x="117752" y="81184"/>
                  </a:cubicBezTo>
                  <a:cubicBezTo>
                    <a:pt x="119325" y="82824"/>
                    <a:pt x="120000" y="79817"/>
                    <a:pt x="118651" y="76810"/>
                  </a:cubicBezTo>
                  <a:cubicBezTo>
                    <a:pt x="118202" y="76264"/>
                    <a:pt x="117528" y="76264"/>
                    <a:pt x="116853" y="76264"/>
                  </a:cubicBezTo>
                  <a:cubicBezTo>
                    <a:pt x="115730" y="76264"/>
                    <a:pt x="113483" y="75444"/>
                    <a:pt x="113707" y="76810"/>
                  </a:cubicBezTo>
                  <a:close/>
                  <a:moveTo>
                    <a:pt x="100674" y="82004"/>
                  </a:moveTo>
                  <a:cubicBezTo>
                    <a:pt x="100674" y="82004"/>
                    <a:pt x="100674" y="82004"/>
                    <a:pt x="100674" y="82004"/>
                  </a:cubicBezTo>
                  <a:cubicBezTo>
                    <a:pt x="101573" y="82277"/>
                    <a:pt x="102471" y="81184"/>
                    <a:pt x="103370" y="81731"/>
                  </a:cubicBezTo>
                  <a:cubicBezTo>
                    <a:pt x="103820" y="82277"/>
                    <a:pt x="103595" y="83371"/>
                    <a:pt x="103820" y="84191"/>
                  </a:cubicBezTo>
                  <a:cubicBezTo>
                    <a:pt x="102471" y="85831"/>
                    <a:pt x="106067" y="85558"/>
                    <a:pt x="106292" y="85558"/>
                  </a:cubicBezTo>
                  <a:cubicBezTo>
                    <a:pt x="106292" y="86104"/>
                    <a:pt x="106741" y="87471"/>
                    <a:pt x="107415" y="86924"/>
                  </a:cubicBezTo>
                  <a:cubicBezTo>
                    <a:pt x="111011" y="81731"/>
                    <a:pt x="111011" y="81731"/>
                    <a:pt x="111011" y="81731"/>
                  </a:cubicBezTo>
                  <a:cubicBezTo>
                    <a:pt x="111011" y="81184"/>
                    <a:pt x="110786" y="80637"/>
                    <a:pt x="110337" y="80637"/>
                  </a:cubicBezTo>
                  <a:cubicBezTo>
                    <a:pt x="109438" y="80091"/>
                    <a:pt x="108314" y="81184"/>
                    <a:pt x="107640" y="80637"/>
                  </a:cubicBezTo>
                  <a:cubicBezTo>
                    <a:pt x="106966" y="80091"/>
                    <a:pt x="108314" y="77904"/>
                    <a:pt x="107415" y="77084"/>
                  </a:cubicBezTo>
                  <a:cubicBezTo>
                    <a:pt x="105617" y="75444"/>
                    <a:pt x="104943" y="77357"/>
                    <a:pt x="103595" y="78724"/>
                  </a:cubicBezTo>
                  <a:cubicBezTo>
                    <a:pt x="102696" y="79544"/>
                    <a:pt x="101348" y="79817"/>
                    <a:pt x="100449" y="80911"/>
                  </a:cubicBezTo>
                  <a:cubicBezTo>
                    <a:pt x="100224" y="81184"/>
                    <a:pt x="100449" y="82004"/>
                    <a:pt x="100674" y="82004"/>
                  </a:cubicBezTo>
                  <a:close/>
                  <a:moveTo>
                    <a:pt x="87865" y="89931"/>
                  </a:moveTo>
                  <a:cubicBezTo>
                    <a:pt x="87865" y="89931"/>
                    <a:pt x="87865" y="89931"/>
                    <a:pt x="87865" y="89931"/>
                  </a:cubicBezTo>
                  <a:cubicBezTo>
                    <a:pt x="86966" y="90751"/>
                    <a:pt x="88764" y="92118"/>
                    <a:pt x="89213" y="92118"/>
                  </a:cubicBezTo>
                  <a:cubicBezTo>
                    <a:pt x="89662" y="92118"/>
                    <a:pt x="92359" y="89931"/>
                    <a:pt x="92359" y="89111"/>
                  </a:cubicBezTo>
                  <a:cubicBezTo>
                    <a:pt x="92134" y="88018"/>
                    <a:pt x="91011" y="87744"/>
                    <a:pt x="90337" y="87744"/>
                  </a:cubicBezTo>
                  <a:cubicBezTo>
                    <a:pt x="89438" y="88018"/>
                    <a:pt x="88539" y="89111"/>
                    <a:pt x="87865" y="89931"/>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58" name="Shape 2055">
              <a:extLst>
                <a:ext uri="{FF2B5EF4-FFF2-40B4-BE49-F238E27FC236}">
                  <a16:creationId xmlns:a16="http://schemas.microsoft.com/office/drawing/2014/main" id="{A03CE2C3-76ED-43FF-BF9E-F4A99825E9A3}"/>
                </a:ext>
              </a:extLst>
            </p:cNvPr>
            <p:cNvSpPr/>
            <p:nvPr/>
          </p:nvSpPr>
          <p:spPr>
            <a:xfrm>
              <a:off x="5979171" y="3676182"/>
              <a:ext cx="930118" cy="839550"/>
            </a:xfrm>
            <a:custGeom>
              <a:avLst/>
              <a:gdLst/>
              <a:ahLst/>
              <a:cxnLst/>
              <a:rect l="0" t="0" r="0" b="0"/>
              <a:pathLst>
                <a:path w="120000" h="120000" extrusionOk="0">
                  <a:moveTo>
                    <a:pt x="65294" y="10105"/>
                  </a:moveTo>
                  <a:cubicBezTo>
                    <a:pt x="66764" y="9473"/>
                    <a:pt x="66764" y="9473"/>
                    <a:pt x="66764" y="9473"/>
                  </a:cubicBezTo>
                  <a:cubicBezTo>
                    <a:pt x="66764" y="9473"/>
                    <a:pt x="68529" y="8842"/>
                    <a:pt x="68823" y="8842"/>
                  </a:cubicBezTo>
                  <a:cubicBezTo>
                    <a:pt x="69117" y="8842"/>
                    <a:pt x="70588" y="8526"/>
                    <a:pt x="70882" y="8210"/>
                  </a:cubicBezTo>
                  <a:cubicBezTo>
                    <a:pt x="71176" y="8210"/>
                    <a:pt x="72058" y="7578"/>
                    <a:pt x="72352" y="7263"/>
                  </a:cubicBezTo>
                  <a:cubicBezTo>
                    <a:pt x="72647" y="7263"/>
                    <a:pt x="73235" y="7263"/>
                    <a:pt x="73823" y="6631"/>
                  </a:cubicBezTo>
                  <a:cubicBezTo>
                    <a:pt x="74117" y="6315"/>
                    <a:pt x="74411" y="5368"/>
                    <a:pt x="74411" y="5052"/>
                  </a:cubicBezTo>
                  <a:cubicBezTo>
                    <a:pt x="74411" y="4736"/>
                    <a:pt x="74117" y="4736"/>
                    <a:pt x="73823" y="3789"/>
                  </a:cubicBezTo>
                  <a:cubicBezTo>
                    <a:pt x="73235" y="2842"/>
                    <a:pt x="72647" y="2210"/>
                    <a:pt x="72647" y="1894"/>
                  </a:cubicBezTo>
                  <a:cubicBezTo>
                    <a:pt x="72352" y="1263"/>
                    <a:pt x="72352" y="631"/>
                    <a:pt x="72647" y="631"/>
                  </a:cubicBezTo>
                  <a:cubicBezTo>
                    <a:pt x="72941" y="315"/>
                    <a:pt x="73823" y="0"/>
                    <a:pt x="74411" y="0"/>
                  </a:cubicBezTo>
                  <a:cubicBezTo>
                    <a:pt x="75000" y="315"/>
                    <a:pt x="76470" y="631"/>
                    <a:pt x="76764" y="631"/>
                  </a:cubicBezTo>
                  <a:cubicBezTo>
                    <a:pt x="77058" y="631"/>
                    <a:pt x="78529" y="1578"/>
                    <a:pt x="78529" y="1578"/>
                  </a:cubicBezTo>
                  <a:cubicBezTo>
                    <a:pt x="78529" y="1578"/>
                    <a:pt x="79117" y="3157"/>
                    <a:pt x="79117" y="3473"/>
                  </a:cubicBezTo>
                  <a:cubicBezTo>
                    <a:pt x="79117" y="3789"/>
                    <a:pt x="80588" y="5684"/>
                    <a:pt x="80000" y="5684"/>
                  </a:cubicBezTo>
                  <a:cubicBezTo>
                    <a:pt x="79705" y="5684"/>
                    <a:pt x="78529" y="6000"/>
                    <a:pt x="78529" y="6000"/>
                  </a:cubicBezTo>
                  <a:cubicBezTo>
                    <a:pt x="77941" y="6947"/>
                    <a:pt x="77941" y="6947"/>
                    <a:pt x="77941" y="6947"/>
                  </a:cubicBezTo>
                  <a:cubicBezTo>
                    <a:pt x="77941" y="6947"/>
                    <a:pt x="77352" y="8210"/>
                    <a:pt x="77352" y="8526"/>
                  </a:cubicBezTo>
                  <a:cubicBezTo>
                    <a:pt x="77352" y="8842"/>
                    <a:pt x="77058" y="10421"/>
                    <a:pt x="77058" y="10421"/>
                  </a:cubicBezTo>
                  <a:cubicBezTo>
                    <a:pt x="78529" y="13894"/>
                    <a:pt x="78529" y="13894"/>
                    <a:pt x="78529" y="13894"/>
                  </a:cubicBezTo>
                  <a:cubicBezTo>
                    <a:pt x="77058" y="16105"/>
                    <a:pt x="77058" y="16105"/>
                    <a:pt x="77058" y="16105"/>
                  </a:cubicBezTo>
                  <a:cubicBezTo>
                    <a:pt x="75882" y="17368"/>
                    <a:pt x="75882" y="17368"/>
                    <a:pt x="75882" y="17368"/>
                  </a:cubicBezTo>
                  <a:cubicBezTo>
                    <a:pt x="75882" y="17368"/>
                    <a:pt x="74117" y="17368"/>
                    <a:pt x="74117" y="17052"/>
                  </a:cubicBezTo>
                  <a:cubicBezTo>
                    <a:pt x="74117" y="16736"/>
                    <a:pt x="72941" y="16105"/>
                    <a:pt x="72941" y="16105"/>
                  </a:cubicBezTo>
                  <a:cubicBezTo>
                    <a:pt x="72941" y="16105"/>
                    <a:pt x="71176" y="16421"/>
                    <a:pt x="70882" y="16736"/>
                  </a:cubicBezTo>
                  <a:cubicBezTo>
                    <a:pt x="70588" y="16736"/>
                    <a:pt x="66470" y="17052"/>
                    <a:pt x="66470" y="17052"/>
                  </a:cubicBezTo>
                  <a:cubicBezTo>
                    <a:pt x="66470" y="17052"/>
                    <a:pt x="65588" y="16736"/>
                    <a:pt x="65294" y="16736"/>
                  </a:cubicBezTo>
                  <a:cubicBezTo>
                    <a:pt x="65000" y="16736"/>
                    <a:pt x="63529" y="16736"/>
                    <a:pt x="63529" y="16736"/>
                  </a:cubicBezTo>
                  <a:cubicBezTo>
                    <a:pt x="63235" y="15473"/>
                    <a:pt x="63235" y="15473"/>
                    <a:pt x="63235" y="15473"/>
                  </a:cubicBezTo>
                  <a:cubicBezTo>
                    <a:pt x="62058" y="15789"/>
                    <a:pt x="62058" y="15789"/>
                    <a:pt x="62058" y="15789"/>
                  </a:cubicBezTo>
                  <a:cubicBezTo>
                    <a:pt x="61764" y="17052"/>
                    <a:pt x="61764" y="17052"/>
                    <a:pt x="61764" y="17052"/>
                  </a:cubicBezTo>
                  <a:cubicBezTo>
                    <a:pt x="60294" y="18000"/>
                    <a:pt x="60294" y="18000"/>
                    <a:pt x="60294" y="18000"/>
                  </a:cubicBezTo>
                  <a:cubicBezTo>
                    <a:pt x="58823" y="18947"/>
                    <a:pt x="58823" y="18947"/>
                    <a:pt x="58823" y="18947"/>
                  </a:cubicBezTo>
                  <a:cubicBezTo>
                    <a:pt x="55882" y="18947"/>
                    <a:pt x="55882" y="18947"/>
                    <a:pt x="55882" y="18947"/>
                  </a:cubicBezTo>
                  <a:cubicBezTo>
                    <a:pt x="54117" y="18947"/>
                    <a:pt x="54117" y="18947"/>
                    <a:pt x="54117" y="18947"/>
                  </a:cubicBezTo>
                  <a:cubicBezTo>
                    <a:pt x="54117" y="19578"/>
                    <a:pt x="54117" y="19578"/>
                    <a:pt x="54117" y="19578"/>
                  </a:cubicBezTo>
                  <a:cubicBezTo>
                    <a:pt x="53235" y="21473"/>
                    <a:pt x="53235" y="21473"/>
                    <a:pt x="53235" y="21473"/>
                  </a:cubicBezTo>
                  <a:cubicBezTo>
                    <a:pt x="52058" y="22421"/>
                    <a:pt x="52058" y="22421"/>
                    <a:pt x="52058" y="22421"/>
                  </a:cubicBezTo>
                  <a:cubicBezTo>
                    <a:pt x="52058" y="22421"/>
                    <a:pt x="50294" y="23052"/>
                    <a:pt x="50000" y="23368"/>
                  </a:cubicBezTo>
                  <a:cubicBezTo>
                    <a:pt x="50000" y="23368"/>
                    <a:pt x="48823" y="23052"/>
                    <a:pt x="48823" y="23052"/>
                  </a:cubicBezTo>
                  <a:cubicBezTo>
                    <a:pt x="47352" y="24000"/>
                    <a:pt x="47352" y="24000"/>
                    <a:pt x="47352" y="24000"/>
                  </a:cubicBezTo>
                  <a:cubicBezTo>
                    <a:pt x="47058" y="24947"/>
                    <a:pt x="47058" y="24947"/>
                    <a:pt x="47058" y="24947"/>
                  </a:cubicBezTo>
                  <a:cubicBezTo>
                    <a:pt x="47647" y="25578"/>
                    <a:pt x="47647" y="25578"/>
                    <a:pt x="47647" y="25578"/>
                  </a:cubicBezTo>
                  <a:cubicBezTo>
                    <a:pt x="48823" y="26210"/>
                    <a:pt x="48823" y="26210"/>
                    <a:pt x="48823" y="26210"/>
                  </a:cubicBezTo>
                  <a:cubicBezTo>
                    <a:pt x="48823" y="26210"/>
                    <a:pt x="49705" y="26526"/>
                    <a:pt x="49705" y="26842"/>
                  </a:cubicBezTo>
                  <a:cubicBezTo>
                    <a:pt x="49705" y="26842"/>
                    <a:pt x="49411" y="27473"/>
                    <a:pt x="49411" y="27473"/>
                  </a:cubicBezTo>
                  <a:cubicBezTo>
                    <a:pt x="49411" y="29052"/>
                    <a:pt x="49411" y="29052"/>
                    <a:pt x="49411" y="29052"/>
                  </a:cubicBezTo>
                  <a:cubicBezTo>
                    <a:pt x="49411" y="29052"/>
                    <a:pt x="50294" y="29368"/>
                    <a:pt x="50588" y="29368"/>
                  </a:cubicBezTo>
                  <a:cubicBezTo>
                    <a:pt x="50588" y="29368"/>
                    <a:pt x="51470" y="28736"/>
                    <a:pt x="51470" y="28736"/>
                  </a:cubicBezTo>
                  <a:cubicBezTo>
                    <a:pt x="51470" y="28421"/>
                    <a:pt x="51764" y="28105"/>
                    <a:pt x="51764" y="28105"/>
                  </a:cubicBezTo>
                  <a:cubicBezTo>
                    <a:pt x="52352" y="28736"/>
                    <a:pt x="52352" y="28736"/>
                    <a:pt x="52352" y="28736"/>
                  </a:cubicBezTo>
                  <a:cubicBezTo>
                    <a:pt x="52352" y="28736"/>
                    <a:pt x="52647" y="29368"/>
                    <a:pt x="52941" y="29368"/>
                  </a:cubicBezTo>
                  <a:cubicBezTo>
                    <a:pt x="52941" y="29368"/>
                    <a:pt x="53823" y="29368"/>
                    <a:pt x="53823" y="29368"/>
                  </a:cubicBezTo>
                  <a:cubicBezTo>
                    <a:pt x="55000" y="30000"/>
                    <a:pt x="55000" y="30000"/>
                    <a:pt x="55000" y="30000"/>
                  </a:cubicBezTo>
                  <a:cubicBezTo>
                    <a:pt x="56470" y="31263"/>
                    <a:pt x="56470" y="31263"/>
                    <a:pt x="56470" y="31263"/>
                  </a:cubicBezTo>
                  <a:cubicBezTo>
                    <a:pt x="56470" y="31263"/>
                    <a:pt x="57647" y="31894"/>
                    <a:pt x="57352" y="32210"/>
                  </a:cubicBezTo>
                  <a:cubicBezTo>
                    <a:pt x="56764" y="32526"/>
                    <a:pt x="56176" y="32842"/>
                    <a:pt x="55882" y="32842"/>
                  </a:cubicBezTo>
                  <a:cubicBezTo>
                    <a:pt x="55882" y="32842"/>
                    <a:pt x="55294" y="32526"/>
                    <a:pt x="55294" y="32210"/>
                  </a:cubicBezTo>
                  <a:cubicBezTo>
                    <a:pt x="55294" y="31578"/>
                    <a:pt x="55000" y="31263"/>
                    <a:pt x="54705" y="31263"/>
                  </a:cubicBezTo>
                  <a:cubicBezTo>
                    <a:pt x="54411" y="31263"/>
                    <a:pt x="53823" y="30631"/>
                    <a:pt x="53823" y="30631"/>
                  </a:cubicBezTo>
                  <a:cubicBezTo>
                    <a:pt x="53529" y="30631"/>
                    <a:pt x="52941" y="30631"/>
                    <a:pt x="52647" y="30947"/>
                  </a:cubicBezTo>
                  <a:cubicBezTo>
                    <a:pt x="52352" y="30947"/>
                    <a:pt x="51764" y="30947"/>
                    <a:pt x="51764" y="30631"/>
                  </a:cubicBezTo>
                  <a:cubicBezTo>
                    <a:pt x="51470" y="30631"/>
                    <a:pt x="51176" y="29684"/>
                    <a:pt x="51176" y="29684"/>
                  </a:cubicBezTo>
                  <a:cubicBezTo>
                    <a:pt x="49705" y="29368"/>
                    <a:pt x="49705" y="29368"/>
                    <a:pt x="49705" y="29368"/>
                  </a:cubicBezTo>
                  <a:cubicBezTo>
                    <a:pt x="49705" y="29368"/>
                    <a:pt x="49411" y="29684"/>
                    <a:pt x="49411" y="30000"/>
                  </a:cubicBezTo>
                  <a:cubicBezTo>
                    <a:pt x="49411" y="30000"/>
                    <a:pt x="48823" y="30631"/>
                    <a:pt x="48823" y="30631"/>
                  </a:cubicBezTo>
                  <a:cubicBezTo>
                    <a:pt x="48529" y="30947"/>
                    <a:pt x="48529" y="30947"/>
                    <a:pt x="48529" y="30947"/>
                  </a:cubicBezTo>
                  <a:cubicBezTo>
                    <a:pt x="48529" y="31578"/>
                    <a:pt x="48529" y="31578"/>
                    <a:pt x="48529" y="31578"/>
                  </a:cubicBezTo>
                  <a:cubicBezTo>
                    <a:pt x="49117" y="32210"/>
                    <a:pt x="49117" y="32210"/>
                    <a:pt x="49117" y="32210"/>
                  </a:cubicBezTo>
                  <a:cubicBezTo>
                    <a:pt x="50294" y="33157"/>
                    <a:pt x="50294" y="33157"/>
                    <a:pt x="50294" y="33157"/>
                  </a:cubicBezTo>
                  <a:cubicBezTo>
                    <a:pt x="50294" y="33157"/>
                    <a:pt x="51764" y="33473"/>
                    <a:pt x="51764" y="33473"/>
                  </a:cubicBezTo>
                  <a:cubicBezTo>
                    <a:pt x="52058" y="33473"/>
                    <a:pt x="52647" y="34421"/>
                    <a:pt x="52647" y="34421"/>
                  </a:cubicBezTo>
                  <a:cubicBezTo>
                    <a:pt x="52647" y="35368"/>
                    <a:pt x="52647" y="35368"/>
                    <a:pt x="52647" y="35368"/>
                  </a:cubicBezTo>
                  <a:cubicBezTo>
                    <a:pt x="52352" y="36315"/>
                    <a:pt x="52352" y="36315"/>
                    <a:pt x="52352" y="36315"/>
                  </a:cubicBezTo>
                  <a:cubicBezTo>
                    <a:pt x="52352" y="36315"/>
                    <a:pt x="52352" y="36947"/>
                    <a:pt x="51764" y="36631"/>
                  </a:cubicBezTo>
                  <a:cubicBezTo>
                    <a:pt x="51176" y="36315"/>
                    <a:pt x="50882" y="36000"/>
                    <a:pt x="50882" y="36000"/>
                  </a:cubicBezTo>
                  <a:cubicBezTo>
                    <a:pt x="50000" y="35684"/>
                    <a:pt x="50000" y="35684"/>
                    <a:pt x="50000" y="35684"/>
                  </a:cubicBezTo>
                  <a:cubicBezTo>
                    <a:pt x="49705" y="34421"/>
                    <a:pt x="49705" y="34421"/>
                    <a:pt x="49705" y="34421"/>
                  </a:cubicBezTo>
                  <a:cubicBezTo>
                    <a:pt x="49705" y="34421"/>
                    <a:pt x="49117" y="33789"/>
                    <a:pt x="49117" y="33789"/>
                  </a:cubicBezTo>
                  <a:cubicBezTo>
                    <a:pt x="48823" y="33789"/>
                    <a:pt x="47352" y="32842"/>
                    <a:pt x="47352" y="32842"/>
                  </a:cubicBezTo>
                  <a:cubicBezTo>
                    <a:pt x="45588" y="32842"/>
                    <a:pt x="45588" y="32842"/>
                    <a:pt x="45588" y="32842"/>
                  </a:cubicBezTo>
                  <a:cubicBezTo>
                    <a:pt x="44411" y="32842"/>
                    <a:pt x="44411" y="32842"/>
                    <a:pt x="44411" y="32842"/>
                  </a:cubicBezTo>
                  <a:cubicBezTo>
                    <a:pt x="44117" y="33789"/>
                    <a:pt x="44117" y="33789"/>
                    <a:pt x="44117" y="33789"/>
                  </a:cubicBezTo>
                  <a:cubicBezTo>
                    <a:pt x="44117" y="33789"/>
                    <a:pt x="44117" y="34421"/>
                    <a:pt x="44411" y="34421"/>
                  </a:cubicBezTo>
                  <a:cubicBezTo>
                    <a:pt x="44411" y="34736"/>
                    <a:pt x="45294" y="35368"/>
                    <a:pt x="45294" y="35368"/>
                  </a:cubicBezTo>
                  <a:cubicBezTo>
                    <a:pt x="45294" y="35368"/>
                    <a:pt x="45882" y="35368"/>
                    <a:pt x="45882" y="35684"/>
                  </a:cubicBezTo>
                  <a:cubicBezTo>
                    <a:pt x="46176" y="36000"/>
                    <a:pt x="46764" y="36631"/>
                    <a:pt x="46764" y="36631"/>
                  </a:cubicBezTo>
                  <a:cubicBezTo>
                    <a:pt x="46764" y="36631"/>
                    <a:pt x="47058" y="36631"/>
                    <a:pt x="47352" y="36631"/>
                  </a:cubicBezTo>
                  <a:cubicBezTo>
                    <a:pt x="47941" y="36631"/>
                    <a:pt x="48529" y="36947"/>
                    <a:pt x="48529" y="36947"/>
                  </a:cubicBezTo>
                  <a:cubicBezTo>
                    <a:pt x="49411" y="37263"/>
                    <a:pt x="49411" y="37263"/>
                    <a:pt x="49411" y="37263"/>
                  </a:cubicBezTo>
                  <a:cubicBezTo>
                    <a:pt x="49705" y="37578"/>
                    <a:pt x="49705" y="37578"/>
                    <a:pt x="49705" y="37578"/>
                  </a:cubicBezTo>
                  <a:cubicBezTo>
                    <a:pt x="49705" y="37578"/>
                    <a:pt x="48823" y="37894"/>
                    <a:pt x="48529" y="37894"/>
                  </a:cubicBezTo>
                  <a:cubicBezTo>
                    <a:pt x="48235" y="38210"/>
                    <a:pt x="47352" y="38210"/>
                    <a:pt x="47352" y="38210"/>
                  </a:cubicBezTo>
                  <a:cubicBezTo>
                    <a:pt x="47352" y="38210"/>
                    <a:pt x="46764" y="37578"/>
                    <a:pt x="46470" y="37578"/>
                  </a:cubicBezTo>
                  <a:cubicBezTo>
                    <a:pt x="46470" y="37578"/>
                    <a:pt x="45588" y="37894"/>
                    <a:pt x="45588" y="37894"/>
                  </a:cubicBezTo>
                  <a:cubicBezTo>
                    <a:pt x="45588" y="37894"/>
                    <a:pt x="45000" y="38526"/>
                    <a:pt x="44705" y="37894"/>
                  </a:cubicBezTo>
                  <a:cubicBezTo>
                    <a:pt x="44411" y="37263"/>
                    <a:pt x="44117" y="36631"/>
                    <a:pt x="44117" y="36631"/>
                  </a:cubicBezTo>
                  <a:cubicBezTo>
                    <a:pt x="44117" y="36000"/>
                    <a:pt x="44117" y="36000"/>
                    <a:pt x="44117" y="36000"/>
                  </a:cubicBezTo>
                  <a:cubicBezTo>
                    <a:pt x="44117" y="35052"/>
                    <a:pt x="44117" y="35052"/>
                    <a:pt x="44117" y="35052"/>
                  </a:cubicBezTo>
                  <a:cubicBezTo>
                    <a:pt x="43823" y="34105"/>
                    <a:pt x="43823" y="34105"/>
                    <a:pt x="43823" y="34105"/>
                  </a:cubicBezTo>
                  <a:cubicBezTo>
                    <a:pt x="42647" y="33473"/>
                    <a:pt x="42647" y="33473"/>
                    <a:pt x="42647" y="33473"/>
                  </a:cubicBezTo>
                  <a:cubicBezTo>
                    <a:pt x="41176" y="33473"/>
                    <a:pt x="41176" y="33473"/>
                    <a:pt x="41176" y="33473"/>
                  </a:cubicBezTo>
                  <a:cubicBezTo>
                    <a:pt x="39705" y="32526"/>
                    <a:pt x="39705" y="32526"/>
                    <a:pt x="39705" y="32526"/>
                  </a:cubicBezTo>
                  <a:cubicBezTo>
                    <a:pt x="37941" y="31894"/>
                    <a:pt x="37941" y="31894"/>
                    <a:pt x="37941" y="31894"/>
                  </a:cubicBezTo>
                  <a:cubicBezTo>
                    <a:pt x="37352" y="30631"/>
                    <a:pt x="37352" y="30631"/>
                    <a:pt x="37352" y="30631"/>
                  </a:cubicBezTo>
                  <a:cubicBezTo>
                    <a:pt x="38529" y="29684"/>
                    <a:pt x="38529" y="29684"/>
                    <a:pt x="38529" y="29684"/>
                  </a:cubicBezTo>
                  <a:cubicBezTo>
                    <a:pt x="38235" y="28736"/>
                    <a:pt x="38235" y="28736"/>
                    <a:pt x="38235" y="28736"/>
                  </a:cubicBezTo>
                  <a:cubicBezTo>
                    <a:pt x="37647" y="28105"/>
                    <a:pt x="37647" y="28105"/>
                    <a:pt x="37647" y="28105"/>
                  </a:cubicBezTo>
                  <a:cubicBezTo>
                    <a:pt x="36176" y="29052"/>
                    <a:pt x="36176" y="29052"/>
                    <a:pt x="36176" y="29052"/>
                  </a:cubicBezTo>
                  <a:cubicBezTo>
                    <a:pt x="36176" y="30000"/>
                    <a:pt x="36176" y="30000"/>
                    <a:pt x="36176" y="30000"/>
                  </a:cubicBezTo>
                  <a:cubicBezTo>
                    <a:pt x="34705" y="30631"/>
                    <a:pt x="34705" y="30631"/>
                    <a:pt x="34705" y="30631"/>
                  </a:cubicBezTo>
                  <a:cubicBezTo>
                    <a:pt x="34117" y="31894"/>
                    <a:pt x="34117" y="31894"/>
                    <a:pt x="34117" y="31894"/>
                  </a:cubicBezTo>
                  <a:cubicBezTo>
                    <a:pt x="35000" y="32842"/>
                    <a:pt x="35000" y="32842"/>
                    <a:pt x="35000" y="32842"/>
                  </a:cubicBezTo>
                  <a:cubicBezTo>
                    <a:pt x="35000" y="34421"/>
                    <a:pt x="35000" y="34421"/>
                    <a:pt x="35000" y="34421"/>
                  </a:cubicBezTo>
                  <a:cubicBezTo>
                    <a:pt x="35000" y="34421"/>
                    <a:pt x="34705" y="36000"/>
                    <a:pt x="35000" y="36315"/>
                  </a:cubicBezTo>
                  <a:cubicBezTo>
                    <a:pt x="35000" y="36315"/>
                    <a:pt x="34705" y="37263"/>
                    <a:pt x="34705" y="37894"/>
                  </a:cubicBezTo>
                  <a:cubicBezTo>
                    <a:pt x="35000" y="38210"/>
                    <a:pt x="35000" y="38526"/>
                    <a:pt x="35588" y="38842"/>
                  </a:cubicBezTo>
                  <a:cubicBezTo>
                    <a:pt x="35882" y="39157"/>
                    <a:pt x="35882" y="39157"/>
                    <a:pt x="36470" y="39473"/>
                  </a:cubicBezTo>
                  <a:cubicBezTo>
                    <a:pt x="37058" y="39789"/>
                    <a:pt x="37352" y="40105"/>
                    <a:pt x="37352" y="40105"/>
                  </a:cubicBezTo>
                  <a:cubicBezTo>
                    <a:pt x="37941" y="41368"/>
                    <a:pt x="37941" y="41368"/>
                    <a:pt x="37941" y="41368"/>
                  </a:cubicBezTo>
                  <a:cubicBezTo>
                    <a:pt x="37941" y="41368"/>
                    <a:pt x="38235" y="41684"/>
                    <a:pt x="38529" y="41684"/>
                  </a:cubicBezTo>
                  <a:cubicBezTo>
                    <a:pt x="38823" y="42000"/>
                    <a:pt x="39705" y="42315"/>
                    <a:pt x="39705" y="42631"/>
                  </a:cubicBezTo>
                  <a:cubicBezTo>
                    <a:pt x="39705" y="43263"/>
                    <a:pt x="40000" y="43894"/>
                    <a:pt x="40000" y="43894"/>
                  </a:cubicBezTo>
                  <a:cubicBezTo>
                    <a:pt x="40000" y="43894"/>
                    <a:pt x="40294" y="44526"/>
                    <a:pt x="40294" y="44526"/>
                  </a:cubicBezTo>
                  <a:cubicBezTo>
                    <a:pt x="40588" y="44842"/>
                    <a:pt x="40882" y="44526"/>
                    <a:pt x="40882" y="44842"/>
                  </a:cubicBezTo>
                  <a:cubicBezTo>
                    <a:pt x="41176" y="45157"/>
                    <a:pt x="40882" y="45473"/>
                    <a:pt x="41470" y="45789"/>
                  </a:cubicBezTo>
                  <a:cubicBezTo>
                    <a:pt x="41764" y="46421"/>
                    <a:pt x="42352" y="46736"/>
                    <a:pt x="42352" y="46736"/>
                  </a:cubicBezTo>
                  <a:cubicBezTo>
                    <a:pt x="42647" y="46736"/>
                    <a:pt x="43235" y="47052"/>
                    <a:pt x="43235" y="47052"/>
                  </a:cubicBezTo>
                  <a:cubicBezTo>
                    <a:pt x="45000" y="48315"/>
                    <a:pt x="45000" y="48315"/>
                    <a:pt x="45000" y="48315"/>
                  </a:cubicBezTo>
                  <a:cubicBezTo>
                    <a:pt x="46176" y="49894"/>
                    <a:pt x="46176" y="49894"/>
                    <a:pt x="46176" y="49894"/>
                  </a:cubicBezTo>
                  <a:cubicBezTo>
                    <a:pt x="47058" y="50842"/>
                    <a:pt x="47058" y="50842"/>
                    <a:pt x="47058" y="50842"/>
                  </a:cubicBezTo>
                  <a:cubicBezTo>
                    <a:pt x="46764" y="52105"/>
                    <a:pt x="46764" y="52105"/>
                    <a:pt x="46764" y="52105"/>
                  </a:cubicBezTo>
                  <a:cubicBezTo>
                    <a:pt x="46470" y="52736"/>
                    <a:pt x="46470" y="52736"/>
                    <a:pt x="46470" y="52736"/>
                  </a:cubicBezTo>
                  <a:cubicBezTo>
                    <a:pt x="46470" y="52736"/>
                    <a:pt x="45882" y="53052"/>
                    <a:pt x="45588" y="53052"/>
                  </a:cubicBezTo>
                  <a:cubicBezTo>
                    <a:pt x="45588" y="53052"/>
                    <a:pt x="45000" y="53368"/>
                    <a:pt x="45000" y="53368"/>
                  </a:cubicBezTo>
                  <a:cubicBezTo>
                    <a:pt x="45000" y="53368"/>
                    <a:pt x="44705" y="53052"/>
                    <a:pt x="44705" y="53052"/>
                  </a:cubicBezTo>
                  <a:cubicBezTo>
                    <a:pt x="45000" y="52736"/>
                    <a:pt x="45882" y="52421"/>
                    <a:pt x="45882" y="52421"/>
                  </a:cubicBezTo>
                  <a:cubicBezTo>
                    <a:pt x="45882" y="52421"/>
                    <a:pt x="45882" y="51473"/>
                    <a:pt x="45588" y="51473"/>
                  </a:cubicBezTo>
                  <a:cubicBezTo>
                    <a:pt x="45294" y="51157"/>
                    <a:pt x="44411" y="50526"/>
                    <a:pt x="44411" y="50526"/>
                  </a:cubicBezTo>
                  <a:cubicBezTo>
                    <a:pt x="43823" y="49894"/>
                    <a:pt x="43823" y="49894"/>
                    <a:pt x="43823" y="49894"/>
                  </a:cubicBezTo>
                  <a:cubicBezTo>
                    <a:pt x="42941" y="49894"/>
                    <a:pt x="42941" y="49894"/>
                    <a:pt x="42941" y="49894"/>
                  </a:cubicBezTo>
                  <a:cubicBezTo>
                    <a:pt x="42941" y="49894"/>
                    <a:pt x="42352" y="49894"/>
                    <a:pt x="42352" y="50210"/>
                  </a:cubicBezTo>
                  <a:cubicBezTo>
                    <a:pt x="42058" y="50526"/>
                    <a:pt x="41176" y="51157"/>
                    <a:pt x="41176" y="51157"/>
                  </a:cubicBezTo>
                  <a:cubicBezTo>
                    <a:pt x="40588" y="52421"/>
                    <a:pt x="40588" y="52421"/>
                    <a:pt x="40588" y="52421"/>
                  </a:cubicBezTo>
                  <a:cubicBezTo>
                    <a:pt x="42058" y="52736"/>
                    <a:pt x="42058" y="52736"/>
                    <a:pt x="42058" y="52736"/>
                  </a:cubicBezTo>
                  <a:cubicBezTo>
                    <a:pt x="42058" y="52736"/>
                    <a:pt x="42647" y="53368"/>
                    <a:pt x="42647" y="53368"/>
                  </a:cubicBezTo>
                  <a:cubicBezTo>
                    <a:pt x="42647" y="53684"/>
                    <a:pt x="43235" y="54315"/>
                    <a:pt x="43235" y="54315"/>
                  </a:cubicBezTo>
                  <a:cubicBezTo>
                    <a:pt x="43823" y="54631"/>
                    <a:pt x="43823" y="54631"/>
                    <a:pt x="43823" y="54631"/>
                  </a:cubicBezTo>
                  <a:cubicBezTo>
                    <a:pt x="43823" y="55263"/>
                    <a:pt x="43823" y="55263"/>
                    <a:pt x="43823" y="55263"/>
                  </a:cubicBezTo>
                  <a:cubicBezTo>
                    <a:pt x="43529" y="56210"/>
                    <a:pt x="43529" y="56210"/>
                    <a:pt x="43529" y="56210"/>
                  </a:cubicBezTo>
                  <a:cubicBezTo>
                    <a:pt x="42647" y="57473"/>
                    <a:pt x="42647" y="57473"/>
                    <a:pt x="42647" y="57473"/>
                  </a:cubicBezTo>
                  <a:cubicBezTo>
                    <a:pt x="42647" y="57473"/>
                    <a:pt x="42058" y="57789"/>
                    <a:pt x="42058" y="57789"/>
                  </a:cubicBezTo>
                  <a:cubicBezTo>
                    <a:pt x="41764" y="57789"/>
                    <a:pt x="41176" y="58421"/>
                    <a:pt x="41176" y="58421"/>
                  </a:cubicBezTo>
                  <a:cubicBezTo>
                    <a:pt x="41176" y="58421"/>
                    <a:pt x="40882" y="58421"/>
                    <a:pt x="40882" y="58421"/>
                  </a:cubicBezTo>
                  <a:cubicBezTo>
                    <a:pt x="40588" y="58421"/>
                    <a:pt x="40000" y="58105"/>
                    <a:pt x="39705" y="58105"/>
                  </a:cubicBezTo>
                  <a:cubicBezTo>
                    <a:pt x="39705" y="58105"/>
                    <a:pt x="39117" y="58421"/>
                    <a:pt x="39117" y="58421"/>
                  </a:cubicBezTo>
                  <a:cubicBezTo>
                    <a:pt x="39117" y="58421"/>
                    <a:pt x="38235" y="59052"/>
                    <a:pt x="39411" y="59368"/>
                  </a:cubicBezTo>
                  <a:cubicBezTo>
                    <a:pt x="40588" y="59368"/>
                    <a:pt x="40882" y="59368"/>
                    <a:pt x="41176" y="59368"/>
                  </a:cubicBezTo>
                  <a:cubicBezTo>
                    <a:pt x="41176" y="59368"/>
                    <a:pt x="42352" y="59368"/>
                    <a:pt x="42352" y="59368"/>
                  </a:cubicBezTo>
                  <a:cubicBezTo>
                    <a:pt x="42352" y="59368"/>
                    <a:pt x="42647" y="59368"/>
                    <a:pt x="42941" y="59684"/>
                  </a:cubicBezTo>
                  <a:cubicBezTo>
                    <a:pt x="43529" y="59684"/>
                    <a:pt x="43823" y="59684"/>
                    <a:pt x="44117" y="60000"/>
                  </a:cubicBezTo>
                  <a:cubicBezTo>
                    <a:pt x="44411" y="60000"/>
                    <a:pt x="44705" y="60315"/>
                    <a:pt x="44705" y="60315"/>
                  </a:cubicBezTo>
                  <a:cubicBezTo>
                    <a:pt x="44705" y="60631"/>
                    <a:pt x="44705" y="60631"/>
                    <a:pt x="45000" y="60631"/>
                  </a:cubicBezTo>
                  <a:cubicBezTo>
                    <a:pt x="45294" y="60631"/>
                    <a:pt x="45588" y="60947"/>
                    <a:pt x="45588" y="60947"/>
                  </a:cubicBezTo>
                  <a:cubicBezTo>
                    <a:pt x="45882" y="60947"/>
                    <a:pt x="45882" y="60947"/>
                    <a:pt x="45882" y="60947"/>
                  </a:cubicBezTo>
                  <a:cubicBezTo>
                    <a:pt x="45882" y="60947"/>
                    <a:pt x="46176" y="60947"/>
                    <a:pt x="46470" y="60947"/>
                  </a:cubicBezTo>
                  <a:cubicBezTo>
                    <a:pt x="46764" y="60947"/>
                    <a:pt x="46764" y="60631"/>
                    <a:pt x="47058" y="60631"/>
                  </a:cubicBezTo>
                  <a:cubicBezTo>
                    <a:pt x="47352" y="60631"/>
                    <a:pt x="48235" y="60631"/>
                    <a:pt x="48235" y="60631"/>
                  </a:cubicBezTo>
                  <a:cubicBezTo>
                    <a:pt x="48823" y="61894"/>
                    <a:pt x="48823" y="61894"/>
                    <a:pt x="48823" y="61894"/>
                  </a:cubicBezTo>
                  <a:cubicBezTo>
                    <a:pt x="48823" y="61894"/>
                    <a:pt x="48823" y="62210"/>
                    <a:pt x="49117" y="62210"/>
                  </a:cubicBezTo>
                  <a:cubicBezTo>
                    <a:pt x="49117" y="62526"/>
                    <a:pt x="49705" y="62842"/>
                    <a:pt x="50000" y="62842"/>
                  </a:cubicBezTo>
                  <a:cubicBezTo>
                    <a:pt x="50294" y="62842"/>
                    <a:pt x="52647" y="62210"/>
                    <a:pt x="52647" y="62210"/>
                  </a:cubicBezTo>
                  <a:cubicBezTo>
                    <a:pt x="51470" y="61263"/>
                    <a:pt x="51470" y="61263"/>
                    <a:pt x="51470" y="61263"/>
                  </a:cubicBezTo>
                  <a:cubicBezTo>
                    <a:pt x="51470" y="61263"/>
                    <a:pt x="50882" y="60631"/>
                    <a:pt x="50588" y="60315"/>
                  </a:cubicBezTo>
                  <a:cubicBezTo>
                    <a:pt x="50588" y="60000"/>
                    <a:pt x="49117" y="59052"/>
                    <a:pt x="49117" y="59052"/>
                  </a:cubicBezTo>
                  <a:cubicBezTo>
                    <a:pt x="47647" y="58736"/>
                    <a:pt x="47647" y="58736"/>
                    <a:pt x="47647" y="58736"/>
                  </a:cubicBezTo>
                  <a:cubicBezTo>
                    <a:pt x="45882" y="57789"/>
                    <a:pt x="45882" y="57789"/>
                    <a:pt x="45882" y="57789"/>
                  </a:cubicBezTo>
                  <a:cubicBezTo>
                    <a:pt x="44117" y="57157"/>
                    <a:pt x="44117" y="57157"/>
                    <a:pt x="44117" y="57157"/>
                  </a:cubicBezTo>
                  <a:cubicBezTo>
                    <a:pt x="44117" y="57157"/>
                    <a:pt x="44705" y="55894"/>
                    <a:pt x="45000" y="55578"/>
                  </a:cubicBezTo>
                  <a:cubicBezTo>
                    <a:pt x="45000" y="55263"/>
                    <a:pt x="45000" y="54315"/>
                    <a:pt x="45294" y="54315"/>
                  </a:cubicBezTo>
                  <a:cubicBezTo>
                    <a:pt x="45588" y="54631"/>
                    <a:pt x="46176" y="54631"/>
                    <a:pt x="46470" y="54631"/>
                  </a:cubicBezTo>
                  <a:cubicBezTo>
                    <a:pt x="46764" y="54631"/>
                    <a:pt x="47352" y="54315"/>
                    <a:pt x="47647" y="54315"/>
                  </a:cubicBezTo>
                  <a:cubicBezTo>
                    <a:pt x="47941" y="54315"/>
                    <a:pt x="48529" y="54631"/>
                    <a:pt x="48529" y="54631"/>
                  </a:cubicBezTo>
                  <a:cubicBezTo>
                    <a:pt x="48529" y="54631"/>
                    <a:pt x="48823" y="55263"/>
                    <a:pt x="48823" y="55578"/>
                  </a:cubicBezTo>
                  <a:cubicBezTo>
                    <a:pt x="49117" y="55578"/>
                    <a:pt x="49117" y="56210"/>
                    <a:pt x="49411" y="56526"/>
                  </a:cubicBezTo>
                  <a:cubicBezTo>
                    <a:pt x="49705" y="56526"/>
                    <a:pt x="51176" y="57157"/>
                    <a:pt x="51176" y="57157"/>
                  </a:cubicBezTo>
                  <a:cubicBezTo>
                    <a:pt x="51176" y="57157"/>
                    <a:pt x="52941" y="57789"/>
                    <a:pt x="52941" y="57789"/>
                  </a:cubicBezTo>
                  <a:cubicBezTo>
                    <a:pt x="53235" y="57789"/>
                    <a:pt x="53823" y="57789"/>
                    <a:pt x="53823" y="57789"/>
                  </a:cubicBezTo>
                  <a:cubicBezTo>
                    <a:pt x="54705" y="58736"/>
                    <a:pt x="54705" y="58736"/>
                    <a:pt x="54705" y="58736"/>
                  </a:cubicBezTo>
                  <a:cubicBezTo>
                    <a:pt x="56470" y="58421"/>
                    <a:pt x="56470" y="58421"/>
                    <a:pt x="56470" y="58421"/>
                  </a:cubicBezTo>
                  <a:cubicBezTo>
                    <a:pt x="58235" y="58105"/>
                    <a:pt x="58235" y="58105"/>
                    <a:pt x="58235" y="58105"/>
                  </a:cubicBezTo>
                  <a:cubicBezTo>
                    <a:pt x="58529" y="58736"/>
                    <a:pt x="58529" y="58736"/>
                    <a:pt x="58529" y="58736"/>
                  </a:cubicBezTo>
                  <a:cubicBezTo>
                    <a:pt x="58529" y="58736"/>
                    <a:pt x="59411" y="59368"/>
                    <a:pt x="59411" y="59368"/>
                  </a:cubicBezTo>
                  <a:cubicBezTo>
                    <a:pt x="59411" y="59684"/>
                    <a:pt x="60000" y="60947"/>
                    <a:pt x="60000" y="60947"/>
                  </a:cubicBezTo>
                  <a:cubicBezTo>
                    <a:pt x="60000" y="60947"/>
                    <a:pt x="60000" y="61894"/>
                    <a:pt x="60000" y="61894"/>
                  </a:cubicBezTo>
                  <a:cubicBezTo>
                    <a:pt x="60000" y="62210"/>
                    <a:pt x="60588" y="63473"/>
                    <a:pt x="60588" y="63473"/>
                  </a:cubicBezTo>
                  <a:cubicBezTo>
                    <a:pt x="60882" y="63789"/>
                    <a:pt x="62058" y="65052"/>
                    <a:pt x="62058" y="65368"/>
                  </a:cubicBezTo>
                  <a:cubicBezTo>
                    <a:pt x="62058" y="65368"/>
                    <a:pt x="62647" y="66315"/>
                    <a:pt x="62941" y="66315"/>
                  </a:cubicBezTo>
                  <a:cubicBezTo>
                    <a:pt x="62941" y="66315"/>
                    <a:pt x="63235" y="66000"/>
                    <a:pt x="63235" y="66000"/>
                  </a:cubicBezTo>
                  <a:cubicBezTo>
                    <a:pt x="63529" y="66000"/>
                    <a:pt x="64411" y="65368"/>
                    <a:pt x="64411" y="65368"/>
                  </a:cubicBezTo>
                  <a:cubicBezTo>
                    <a:pt x="64411" y="65368"/>
                    <a:pt x="65294" y="65368"/>
                    <a:pt x="65294" y="65684"/>
                  </a:cubicBezTo>
                  <a:cubicBezTo>
                    <a:pt x="65294" y="66000"/>
                    <a:pt x="66470" y="66947"/>
                    <a:pt x="66470" y="66947"/>
                  </a:cubicBezTo>
                  <a:cubicBezTo>
                    <a:pt x="66470" y="66947"/>
                    <a:pt x="66764" y="68210"/>
                    <a:pt x="66764" y="68210"/>
                  </a:cubicBezTo>
                  <a:cubicBezTo>
                    <a:pt x="66470" y="68526"/>
                    <a:pt x="65588" y="68842"/>
                    <a:pt x="65588" y="69157"/>
                  </a:cubicBezTo>
                  <a:cubicBezTo>
                    <a:pt x="65294" y="69157"/>
                    <a:pt x="64411" y="69157"/>
                    <a:pt x="64411" y="69157"/>
                  </a:cubicBezTo>
                  <a:cubicBezTo>
                    <a:pt x="64117" y="69473"/>
                    <a:pt x="62941" y="69789"/>
                    <a:pt x="62941" y="69789"/>
                  </a:cubicBezTo>
                  <a:cubicBezTo>
                    <a:pt x="62941" y="68526"/>
                    <a:pt x="62941" y="68526"/>
                    <a:pt x="62941" y="68526"/>
                  </a:cubicBezTo>
                  <a:cubicBezTo>
                    <a:pt x="62941" y="68526"/>
                    <a:pt x="62941" y="68210"/>
                    <a:pt x="62647" y="68210"/>
                  </a:cubicBezTo>
                  <a:cubicBezTo>
                    <a:pt x="62647" y="68210"/>
                    <a:pt x="60882" y="67578"/>
                    <a:pt x="60882" y="67578"/>
                  </a:cubicBezTo>
                  <a:cubicBezTo>
                    <a:pt x="60588" y="66000"/>
                    <a:pt x="60588" y="66000"/>
                    <a:pt x="60588" y="66000"/>
                  </a:cubicBezTo>
                  <a:cubicBezTo>
                    <a:pt x="59705" y="65052"/>
                    <a:pt x="59705" y="65052"/>
                    <a:pt x="59705" y="65052"/>
                  </a:cubicBezTo>
                  <a:cubicBezTo>
                    <a:pt x="58823" y="64421"/>
                    <a:pt x="58823" y="64421"/>
                    <a:pt x="58823" y="64421"/>
                  </a:cubicBezTo>
                  <a:cubicBezTo>
                    <a:pt x="58235" y="63473"/>
                    <a:pt x="58235" y="63473"/>
                    <a:pt x="58235" y="63473"/>
                  </a:cubicBezTo>
                  <a:cubicBezTo>
                    <a:pt x="57058" y="63473"/>
                    <a:pt x="57058" y="63473"/>
                    <a:pt x="57058" y="63473"/>
                  </a:cubicBezTo>
                  <a:cubicBezTo>
                    <a:pt x="57058" y="63473"/>
                    <a:pt x="56470" y="63789"/>
                    <a:pt x="56470" y="63789"/>
                  </a:cubicBezTo>
                  <a:cubicBezTo>
                    <a:pt x="56176" y="64105"/>
                    <a:pt x="55000" y="63789"/>
                    <a:pt x="55000" y="63789"/>
                  </a:cubicBezTo>
                  <a:cubicBezTo>
                    <a:pt x="54117" y="64105"/>
                    <a:pt x="54117" y="64105"/>
                    <a:pt x="54117" y="64105"/>
                  </a:cubicBezTo>
                  <a:cubicBezTo>
                    <a:pt x="54117" y="64736"/>
                    <a:pt x="54117" y="64736"/>
                    <a:pt x="54117" y="64736"/>
                  </a:cubicBezTo>
                  <a:cubicBezTo>
                    <a:pt x="55588" y="64736"/>
                    <a:pt x="55588" y="64736"/>
                    <a:pt x="55588" y="64736"/>
                  </a:cubicBezTo>
                  <a:cubicBezTo>
                    <a:pt x="56764" y="65052"/>
                    <a:pt x="56764" y="65052"/>
                    <a:pt x="56764" y="65052"/>
                  </a:cubicBezTo>
                  <a:cubicBezTo>
                    <a:pt x="58529" y="65368"/>
                    <a:pt x="58529" y="65368"/>
                    <a:pt x="58529" y="65368"/>
                  </a:cubicBezTo>
                  <a:cubicBezTo>
                    <a:pt x="58529" y="66631"/>
                    <a:pt x="58529" y="66631"/>
                    <a:pt x="58529" y="66631"/>
                  </a:cubicBezTo>
                  <a:cubicBezTo>
                    <a:pt x="58529" y="66631"/>
                    <a:pt x="58823" y="67263"/>
                    <a:pt x="58823" y="67578"/>
                  </a:cubicBezTo>
                  <a:cubicBezTo>
                    <a:pt x="58823" y="67894"/>
                    <a:pt x="59411" y="69157"/>
                    <a:pt x="59411" y="69157"/>
                  </a:cubicBezTo>
                  <a:cubicBezTo>
                    <a:pt x="60000" y="71052"/>
                    <a:pt x="60000" y="71052"/>
                    <a:pt x="60000" y="71052"/>
                  </a:cubicBezTo>
                  <a:cubicBezTo>
                    <a:pt x="60588" y="72315"/>
                    <a:pt x="60588" y="72315"/>
                    <a:pt x="60588" y="72315"/>
                  </a:cubicBezTo>
                  <a:cubicBezTo>
                    <a:pt x="61176" y="72631"/>
                    <a:pt x="61176" y="72631"/>
                    <a:pt x="61176" y="72631"/>
                  </a:cubicBezTo>
                  <a:cubicBezTo>
                    <a:pt x="61176" y="73894"/>
                    <a:pt x="61176" y="73894"/>
                    <a:pt x="61176" y="73894"/>
                  </a:cubicBezTo>
                  <a:cubicBezTo>
                    <a:pt x="61764" y="74210"/>
                    <a:pt x="61764" y="74210"/>
                    <a:pt x="61764" y="74210"/>
                  </a:cubicBezTo>
                  <a:cubicBezTo>
                    <a:pt x="61764" y="74210"/>
                    <a:pt x="61470" y="74526"/>
                    <a:pt x="61470" y="74842"/>
                  </a:cubicBezTo>
                  <a:cubicBezTo>
                    <a:pt x="61470" y="74842"/>
                    <a:pt x="60882" y="75789"/>
                    <a:pt x="60882" y="75789"/>
                  </a:cubicBezTo>
                  <a:cubicBezTo>
                    <a:pt x="60882" y="75789"/>
                    <a:pt x="60294" y="75789"/>
                    <a:pt x="60000" y="75789"/>
                  </a:cubicBezTo>
                  <a:cubicBezTo>
                    <a:pt x="60000" y="75473"/>
                    <a:pt x="59705" y="74842"/>
                    <a:pt x="59411" y="74842"/>
                  </a:cubicBezTo>
                  <a:cubicBezTo>
                    <a:pt x="58823" y="74526"/>
                    <a:pt x="58823" y="73894"/>
                    <a:pt x="58529" y="73894"/>
                  </a:cubicBezTo>
                  <a:cubicBezTo>
                    <a:pt x="58235" y="73894"/>
                    <a:pt x="57352" y="73894"/>
                    <a:pt x="57352" y="73894"/>
                  </a:cubicBezTo>
                  <a:cubicBezTo>
                    <a:pt x="57352" y="73894"/>
                    <a:pt x="56764" y="72947"/>
                    <a:pt x="56470" y="72631"/>
                  </a:cubicBezTo>
                  <a:cubicBezTo>
                    <a:pt x="56470" y="72631"/>
                    <a:pt x="56176" y="72315"/>
                    <a:pt x="55882" y="72000"/>
                  </a:cubicBezTo>
                  <a:cubicBezTo>
                    <a:pt x="55588" y="71684"/>
                    <a:pt x="55000" y="70736"/>
                    <a:pt x="55000" y="71052"/>
                  </a:cubicBezTo>
                  <a:cubicBezTo>
                    <a:pt x="55000" y="71684"/>
                    <a:pt x="55294" y="72315"/>
                    <a:pt x="55000" y="72315"/>
                  </a:cubicBezTo>
                  <a:cubicBezTo>
                    <a:pt x="54411" y="72315"/>
                    <a:pt x="54117" y="72315"/>
                    <a:pt x="54117" y="72315"/>
                  </a:cubicBezTo>
                  <a:cubicBezTo>
                    <a:pt x="54117" y="72315"/>
                    <a:pt x="53529" y="72947"/>
                    <a:pt x="53235" y="73263"/>
                  </a:cubicBezTo>
                  <a:cubicBezTo>
                    <a:pt x="53235" y="73263"/>
                    <a:pt x="53529" y="73263"/>
                    <a:pt x="52941" y="73578"/>
                  </a:cubicBezTo>
                  <a:cubicBezTo>
                    <a:pt x="52647" y="73578"/>
                    <a:pt x="52058" y="73578"/>
                    <a:pt x="52058" y="73578"/>
                  </a:cubicBezTo>
                  <a:cubicBezTo>
                    <a:pt x="52058" y="73263"/>
                    <a:pt x="52058" y="73263"/>
                    <a:pt x="52058" y="72947"/>
                  </a:cubicBezTo>
                  <a:cubicBezTo>
                    <a:pt x="52352" y="72631"/>
                    <a:pt x="54117" y="71684"/>
                    <a:pt x="54117" y="71684"/>
                  </a:cubicBezTo>
                  <a:cubicBezTo>
                    <a:pt x="54117" y="71368"/>
                    <a:pt x="53529" y="70421"/>
                    <a:pt x="53529" y="70421"/>
                  </a:cubicBezTo>
                  <a:cubicBezTo>
                    <a:pt x="53235" y="70736"/>
                    <a:pt x="53235" y="70736"/>
                    <a:pt x="53235" y="70736"/>
                  </a:cubicBezTo>
                  <a:cubicBezTo>
                    <a:pt x="52352" y="71368"/>
                    <a:pt x="52352" y="71368"/>
                    <a:pt x="52352" y="71368"/>
                  </a:cubicBezTo>
                  <a:cubicBezTo>
                    <a:pt x="51176" y="72315"/>
                    <a:pt x="51176" y="72315"/>
                    <a:pt x="51176" y="72315"/>
                  </a:cubicBezTo>
                  <a:cubicBezTo>
                    <a:pt x="50294" y="72631"/>
                    <a:pt x="50294" y="72631"/>
                    <a:pt x="50294" y="72631"/>
                  </a:cubicBezTo>
                  <a:cubicBezTo>
                    <a:pt x="49411" y="73263"/>
                    <a:pt x="49411" y="73263"/>
                    <a:pt x="49411" y="73263"/>
                  </a:cubicBezTo>
                  <a:cubicBezTo>
                    <a:pt x="48235" y="73578"/>
                    <a:pt x="48235" y="73578"/>
                    <a:pt x="48235" y="73578"/>
                  </a:cubicBezTo>
                  <a:cubicBezTo>
                    <a:pt x="47058" y="73578"/>
                    <a:pt x="47058" y="73578"/>
                    <a:pt x="47058" y="73578"/>
                  </a:cubicBezTo>
                  <a:cubicBezTo>
                    <a:pt x="46470" y="73263"/>
                    <a:pt x="46470" y="73263"/>
                    <a:pt x="46470" y="73263"/>
                  </a:cubicBezTo>
                  <a:cubicBezTo>
                    <a:pt x="45882" y="72315"/>
                    <a:pt x="45882" y="72315"/>
                    <a:pt x="45882" y="72315"/>
                  </a:cubicBezTo>
                  <a:cubicBezTo>
                    <a:pt x="45588" y="72315"/>
                    <a:pt x="45588" y="72315"/>
                    <a:pt x="45588" y="72315"/>
                  </a:cubicBezTo>
                  <a:cubicBezTo>
                    <a:pt x="45588" y="72315"/>
                    <a:pt x="45294" y="71684"/>
                    <a:pt x="45588" y="71368"/>
                  </a:cubicBezTo>
                  <a:cubicBezTo>
                    <a:pt x="45588" y="71368"/>
                    <a:pt x="45882" y="71052"/>
                    <a:pt x="46470" y="71052"/>
                  </a:cubicBezTo>
                  <a:cubicBezTo>
                    <a:pt x="47058" y="71052"/>
                    <a:pt x="47352" y="71052"/>
                    <a:pt x="47647" y="71052"/>
                  </a:cubicBezTo>
                  <a:cubicBezTo>
                    <a:pt x="47941" y="71052"/>
                    <a:pt x="48235" y="70736"/>
                    <a:pt x="48235" y="70736"/>
                  </a:cubicBezTo>
                  <a:cubicBezTo>
                    <a:pt x="48235" y="70736"/>
                    <a:pt x="48529" y="70736"/>
                    <a:pt x="48529" y="70421"/>
                  </a:cubicBezTo>
                  <a:cubicBezTo>
                    <a:pt x="48529" y="70105"/>
                    <a:pt x="47647" y="68842"/>
                    <a:pt x="47647" y="68842"/>
                  </a:cubicBezTo>
                  <a:cubicBezTo>
                    <a:pt x="47647" y="68842"/>
                    <a:pt x="46470" y="68842"/>
                    <a:pt x="46176" y="69157"/>
                  </a:cubicBezTo>
                  <a:cubicBezTo>
                    <a:pt x="45588" y="69157"/>
                    <a:pt x="45588" y="69789"/>
                    <a:pt x="45000" y="69473"/>
                  </a:cubicBezTo>
                  <a:cubicBezTo>
                    <a:pt x="44411" y="69157"/>
                    <a:pt x="42941" y="68526"/>
                    <a:pt x="42941" y="68526"/>
                  </a:cubicBezTo>
                  <a:cubicBezTo>
                    <a:pt x="41764" y="67263"/>
                    <a:pt x="41764" y="67263"/>
                    <a:pt x="41764" y="67263"/>
                  </a:cubicBezTo>
                  <a:cubicBezTo>
                    <a:pt x="41176" y="67894"/>
                    <a:pt x="41176" y="67894"/>
                    <a:pt x="41176" y="67894"/>
                  </a:cubicBezTo>
                  <a:cubicBezTo>
                    <a:pt x="40294" y="68526"/>
                    <a:pt x="40294" y="68526"/>
                    <a:pt x="40294" y="68526"/>
                  </a:cubicBezTo>
                  <a:cubicBezTo>
                    <a:pt x="40294" y="68526"/>
                    <a:pt x="40294" y="69157"/>
                    <a:pt x="39705" y="68526"/>
                  </a:cubicBezTo>
                  <a:cubicBezTo>
                    <a:pt x="39117" y="67578"/>
                    <a:pt x="39117" y="66947"/>
                    <a:pt x="39117" y="66947"/>
                  </a:cubicBezTo>
                  <a:cubicBezTo>
                    <a:pt x="38235" y="66947"/>
                    <a:pt x="38235" y="66947"/>
                    <a:pt x="38235" y="66947"/>
                  </a:cubicBezTo>
                  <a:cubicBezTo>
                    <a:pt x="37941" y="67894"/>
                    <a:pt x="37941" y="67894"/>
                    <a:pt x="37941" y="67894"/>
                  </a:cubicBezTo>
                  <a:cubicBezTo>
                    <a:pt x="37941" y="67894"/>
                    <a:pt x="37352" y="68842"/>
                    <a:pt x="37352" y="68842"/>
                  </a:cubicBezTo>
                  <a:cubicBezTo>
                    <a:pt x="37058" y="68842"/>
                    <a:pt x="36176" y="68842"/>
                    <a:pt x="35882" y="69157"/>
                  </a:cubicBezTo>
                  <a:cubicBezTo>
                    <a:pt x="35882" y="69157"/>
                    <a:pt x="34411" y="69157"/>
                    <a:pt x="34411" y="69157"/>
                  </a:cubicBezTo>
                  <a:cubicBezTo>
                    <a:pt x="32352" y="68526"/>
                    <a:pt x="32352" y="68526"/>
                    <a:pt x="32352" y="68526"/>
                  </a:cubicBezTo>
                  <a:cubicBezTo>
                    <a:pt x="32352" y="68526"/>
                    <a:pt x="31764" y="68842"/>
                    <a:pt x="31764" y="68842"/>
                  </a:cubicBezTo>
                  <a:cubicBezTo>
                    <a:pt x="31470" y="69157"/>
                    <a:pt x="28529" y="69789"/>
                    <a:pt x="28529" y="69789"/>
                  </a:cubicBezTo>
                  <a:cubicBezTo>
                    <a:pt x="27058" y="70736"/>
                    <a:pt x="27058" y="70736"/>
                    <a:pt x="27058" y="70736"/>
                  </a:cubicBezTo>
                  <a:cubicBezTo>
                    <a:pt x="26176" y="70736"/>
                    <a:pt x="26176" y="70736"/>
                    <a:pt x="26176" y="70736"/>
                  </a:cubicBezTo>
                  <a:cubicBezTo>
                    <a:pt x="25294" y="69473"/>
                    <a:pt x="25294" y="69473"/>
                    <a:pt x="25294" y="69473"/>
                  </a:cubicBezTo>
                  <a:cubicBezTo>
                    <a:pt x="24705" y="68526"/>
                    <a:pt x="24705" y="68526"/>
                    <a:pt x="24705" y="68526"/>
                  </a:cubicBezTo>
                  <a:cubicBezTo>
                    <a:pt x="24705" y="69789"/>
                    <a:pt x="24705" y="69789"/>
                    <a:pt x="24705" y="69789"/>
                  </a:cubicBezTo>
                  <a:cubicBezTo>
                    <a:pt x="24411" y="70421"/>
                    <a:pt x="24411" y="70421"/>
                    <a:pt x="24411" y="70421"/>
                  </a:cubicBezTo>
                  <a:cubicBezTo>
                    <a:pt x="24411" y="70421"/>
                    <a:pt x="23235" y="71684"/>
                    <a:pt x="22941" y="72000"/>
                  </a:cubicBezTo>
                  <a:cubicBezTo>
                    <a:pt x="22941" y="72000"/>
                    <a:pt x="21470" y="70421"/>
                    <a:pt x="21470" y="70421"/>
                  </a:cubicBezTo>
                  <a:cubicBezTo>
                    <a:pt x="21176" y="68210"/>
                    <a:pt x="21176" y="68210"/>
                    <a:pt x="21176" y="68210"/>
                  </a:cubicBezTo>
                  <a:cubicBezTo>
                    <a:pt x="19705" y="66631"/>
                    <a:pt x="19705" y="66631"/>
                    <a:pt x="19705" y="66631"/>
                  </a:cubicBezTo>
                  <a:cubicBezTo>
                    <a:pt x="18823" y="66947"/>
                    <a:pt x="18823" y="66947"/>
                    <a:pt x="18823" y="66947"/>
                  </a:cubicBezTo>
                  <a:cubicBezTo>
                    <a:pt x="18529" y="65368"/>
                    <a:pt x="18529" y="65368"/>
                    <a:pt x="18529" y="65368"/>
                  </a:cubicBezTo>
                  <a:cubicBezTo>
                    <a:pt x="17941" y="64421"/>
                    <a:pt x="17941" y="64421"/>
                    <a:pt x="17941" y="64421"/>
                  </a:cubicBezTo>
                  <a:cubicBezTo>
                    <a:pt x="16764" y="64421"/>
                    <a:pt x="16764" y="64421"/>
                    <a:pt x="16764" y="64421"/>
                  </a:cubicBezTo>
                  <a:cubicBezTo>
                    <a:pt x="16470" y="65052"/>
                    <a:pt x="16470" y="65052"/>
                    <a:pt x="16470" y="65052"/>
                  </a:cubicBezTo>
                  <a:cubicBezTo>
                    <a:pt x="16176" y="66000"/>
                    <a:pt x="16176" y="66000"/>
                    <a:pt x="16176" y="66000"/>
                  </a:cubicBezTo>
                  <a:cubicBezTo>
                    <a:pt x="16176" y="66000"/>
                    <a:pt x="16470" y="66947"/>
                    <a:pt x="16470" y="66947"/>
                  </a:cubicBezTo>
                  <a:cubicBezTo>
                    <a:pt x="16470" y="67263"/>
                    <a:pt x="16176" y="67578"/>
                    <a:pt x="15882" y="67578"/>
                  </a:cubicBezTo>
                  <a:cubicBezTo>
                    <a:pt x="15882" y="67578"/>
                    <a:pt x="14411" y="68210"/>
                    <a:pt x="14411" y="68210"/>
                  </a:cubicBezTo>
                  <a:cubicBezTo>
                    <a:pt x="14411" y="68210"/>
                    <a:pt x="14117" y="67263"/>
                    <a:pt x="14117" y="66947"/>
                  </a:cubicBezTo>
                  <a:cubicBezTo>
                    <a:pt x="14117" y="66315"/>
                    <a:pt x="14117" y="65368"/>
                    <a:pt x="14117" y="65368"/>
                  </a:cubicBezTo>
                  <a:cubicBezTo>
                    <a:pt x="14117" y="65368"/>
                    <a:pt x="15294" y="64736"/>
                    <a:pt x="15294" y="64736"/>
                  </a:cubicBezTo>
                  <a:cubicBezTo>
                    <a:pt x="15294" y="64421"/>
                    <a:pt x="16176" y="62842"/>
                    <a:pt x="16176" y="62842"/>
                  </a:cubicBezTo>
                  <a:cubicBezTo>
                    <a:pt x="16176" y="61894"/>
                    <a:pt x="16176" y="61894"/>
                    <a:pt x="16176" y="61894"/>
                  </a:cubicBezTo>
                  <a:cubicBezTo>
                    <a:pt x="16176" y="61894"/>
                    <a:pt x="17352" y="61578"/>
                    <a:pt x="17647" y="61578"/>
                  </a:cubicBezTo>
                  <a:cubicBezTo>
                    <a:pt x="17941" y="61578"/>
                    <a:pt x="18529" y="61578"/>
                    <a:pt x="18823" y="61894"/>
                  </a:cubicBezTo>
                  <a:cubicBezTo>
                    <a:pt x="19411" y="62210"/>
                    <a:pt x="19117" y="62210"/>
                    <a:pt x="19705" y="62210"/>
                  </a:cubicBezTo>
                  <a:cubicBezTo>
                    <a:pt x="20294" y="61894"/>
                    <a:pt x="20882" y="61578"/>
                    <a:pt x="20882" y="61263"/>
                  </a:cubicBezTo>
                  <a:cubicBezTo>
                    <a:pt x="20882" y="60947"/>
                    <a:pt x="21176" y="59684"/>
                    <a:pt x="20294" y="59684"/>
                  </a:cubicBezTo>
                  <a:cubicBezTo>
                    <a:pt x="19705" y="59684"/>
                    <a:pt x="18823" y="60315"/>
                    <a:pt x="18529" y="60315"/>
                  </a:cubicBezTo>
                  <a:cubicBezTo>
                    <a:pt x="18235" y="60631"/>
                    <a:pt x="17941" y="60315"/>
                    <a:pt x="17352" y="60000"/>
                  </a:cubicBezTo>
                  <a:cubicBezTo>
                    <a:pt x="17058" y="60000"/>
                    <a:pt x="16470" y="59684"/>
                    <a:pt x="16470" y="59684"/>
                  </a:cubicBezTo>
                  <a:cubicBezTo>
                    <a:pt x="15588" y="60631"/>
                    <a:pt x="15588" y="60631"/>
                    <a:pt x="15588" y="60631"/>
                  </a:cubicBezTo>
                  <a:cubicBezTo>
                    <a:pt x="15588" y="60631"/>
                    <a:pt x="16176" y="61894"/>
                    <a:pt x="15000" y="60947"/>
                  </a:cubicBezTo>
                  <a:cubicBezTo>
                    <a:pt x="13823" y="60315"/>
                    <a:pt x="13823" y="60000"/>
                    <a:pt x="13823" y="60000"/>
                  </a:cubicBezTo>
                  <a:cubicBezTo>
                    <a:pt x="12647" y="58736"/>
                    <a:pt x="12647" y="58736"/>
                    <a:pt x="12647" y="58736"/>
                  </a:cubicBezTo>
                  <a:cubicBezTo>
                    <a:pt x="12058" y="56526"/>
                    <a:pt x="12058" y="56526"/>
                    <a:pt x="12058" y="56526"/>
                  </a:cubicBezTo>
                  <a:cubicBezTo>
                    <a:pt x="11176" y="55263"/>
                    <a:pt x="11176" y="55263"/>
                    <a:pt x="11176" y="55263"/>
                  </a:cubicBezTo>
                  <a:cubicBezTo>
                    <a:pt x="11176" y="55263"/>
                    <a:pt x="10882" y="55894"/>
                    <a:pt x="10588" y="56526"/>
                  </a:cubicBezTo>
                  <a:cubicBezTo>
                    <a:pt x="10294" y="56842"/>
                    <a:pt x="9705" y="56842"/>
                    <a:pt x="9411" y="56526"/>
                  </a:cubicBezTo>
                  <a:cubicBezTo>
                    <a:pt x="9411" y="55894"/>
                    <a:pt x="8529" y="54631"/>
                    <a:pt x="8529" y="54631"/>
                  </a:cubicBezTo>
                  <a:cubicBezTo>
                    <a:pt x="8823" y="53368"/>
                    <a:pt x="8823" y="53368"/>
                    <a:pt x="8823" y="53368"/>
                  </a:cubicBezTo>
                  <a:cubicBezTo>
                    <a:pt x="7647" y="53052"/>
                    <a:pt x="7647" y="53052"/>
                    <a:pt x="7647" y="53052"/>
                  </a:cubicBezTo>
                  <a:cubicBezTo>
                    <a:pt x="7647" y="53052"/>
                    <a:pt x="7058" y="52736"/>
                    <a:pt x="7058" y="52421"/>
                  </a:cubicBezTo>
                  <a:cubicBezTo>
                    <a:pt x="7352" y="51789"/>
                    <a:pt x="7941" y="50842"/>
                    <a:pt x="7941" y="50842"/>
                  </a:cubicBezTo>
                  <a:cubicBezTo>
                    <a:pt x="8529" y="49578"/>
                    <a:pt x="8529" y="49578"/>
                    <a:pt x="8529" y="49578"/>
                  </a:cubicBezTo>
                  <a:cubicBezTo>
                    <a:pt x="8529" y="49578"/>
                    <a:pt x="8529" y="48631"/>
                    <a:pt x="8235" y="48315"/>
                  </a:cubicBezTo>
                  <a:cubicBezTo>
                    <a:pt x="8235" y="48000"/>
                    <a:pt x="7941" y="43894"/>
                    <a:pt x="7941" y="43894"/>
                  </a:cubicBezTo>
                  <a:cubicBezTo>
                    <a:pt x="10294" y="42315"/>
                    <a:pt x="10294" y="42315"/>
                    <a:pt x="10294" y="42315"/>
                  </a:cubicBezTo>
                  <a:cubicBezTo>
                    <a:pt x="11764" y="39789"/>
                    <a:pt x="11764" y="39789"/>
                    <a:pt x="11764" y="39789"/>
                  </a:cubicBezTo>
                  <a:cubicBezTo>
                    <a:pt x="12352" y="36947"/>
                    <a:pt x="12352" y="36947"/>
                    <a:pt x="12352" y="36947"/>
                  </a:cubicBezTo>
                  <a:cubicBezTo>
                    <a:pt x="13235" y="34421"/>
                    <a:pt x="13235" y="34421"/>
                    <a:pt x="13235" y="34421"/>
                  </a:cubicBezTo>
                  <a:cubicBezTo>
                    <a:pt x="13235" y="34421"/>
                    <a:pt x="14411" y="33157"/>
                    <a:pt x="14411" y="33473"/>
                  </a:cubicBezTo>
                  <a:cubicBezTo>
                    <a:pt x="14705" y="33789"/>
                    <a:pt x="14411" y="30947"/>
                    <a:pt x="14411" y="30947"/>
                  </a:cubicBezTo>
                  <a:cubicBezTo>
                    <a:pt x="13529" y="30000"/>
                    <a:pt x="13529" y="30000"/>
                    <a:pt x="13529" y="30000"/>
                  </a:cubicBezTo>
                  <a:cubicBezTo>
                    <a:pt x="13529" y="28421"/>
                    <a:pt x="13529" y="28421"/>
                    <a:pt x="13529" y="28421"/>
                  </a:cubicBezTo>
                  <a:cubicBezTo>
                    <a:pt x="13529" y="28421"/>
                    <a:pt x="15000" y="28105"/>
                    <a:pt x="15294" y="28105"/>
                  </a:cubicBezTo>
                  <a:cubicBezTo>
                    <a:pt x="15588" y="28105"/>
                    <a:pt x="16176" y="27789"/>
                    <a:pt x="17058" y="27473"/>
                  </a:cubicBezTo>
                  <a:cubicBezTo>
                    <a:pt x="17647" y="27473"/>
                    <a:pt x="18235" y="26842"/>
                    <a:pt x="18823" y="26842"/>
                  </a:cubicBezTo>
                  <a:cubicBezTo>
                    <a:pt x="19117" y="26842"/>
                    <a:pt x="20588" y="26842"/>
                    <a:pt x="20588" y="26842"/>
                  </a:cubicBezTo>
                  <a:cubicBezTo>
                    <a:pt x="20588" y="26842"/>
                    <a:pt x="22058" y="25894"/>
                    <a:pt x="22352" y="25578"/>
                  </a:cubicBezTo>
                  <a:cubicBezTo>
                    <a:pt x="22647" y="25263"/>
                    <a:pt x="23529" y="24000"/>
                    <a:pt x="23529" y="24000"/>
                  </a:cubicBezTo>
                  <a:cubicBezTo>
                    <a:pt x="23529" y="24000"/>
                    <a:pt x="23823" y="22421"/>
                    <a:pt x="24411" y="22105"/>
                  </a:cubicBezTo>
                  <a:cubicBezTo>
                    <a:pt x="24705" y="22105"/>
                    <a:pt x="25588" y="21473"/>
                    <a:pt x="26176" y="21473"/>
                  </a:cubicBezTo>
                  <a:cubicBezTo>
                    <a:pt x="26764" y="21157"/>
                    <a:pt x="28235" y="20842"/>
                    <a:pt x="28529" y="20842"/>
                  </a:cubicBezTo>
                  <a:cubicBezTo>
                    <a:pt x="28823" y="20842"/>
                    <a:pt x="32352" y="20210"/>
                    <a:pt x="32352" y="20210"/>
                  </a:cubicBezTo>
                  <a:cubicBezTo>
                    <a:pt x="33823" y="18947"/>
                    <a:pt x="33823" y="18947"/>
                    <a:pt x="33823" y="18947"/>
                  </a:cubicBezTo>
                  <a:cubicBezTo>
                    <a:pt x="33529" y="16105"/>
                    <a:pt x="33529" y="16105"/>
                    <a:pt x="33529" y="16105"/>
                  </a:cubicBezTo>
                  <a:cubicBezTo>
                    <a:pt x="37941" y="15473"/>
                    <a:pt x="37941" y="15473"/>
                    <a:pt x="37941" y="15473"/>
                  </a:cubicBezTo>
                  <a:cubicBezTo>
                    <a:pt x="39705" y="14210"/>
                    <a:pt x="39705" y="14210"/>
                    <a:pt x="39705" y="14210"/>
                  </a:cubicBezTo>
                  <a:cubicBezTo>
                    <a:pt x="39705" y="14210"/>
                    <a:pt x="40588" y="13263"/>
                    <a:pt x="40882" y="13263"/>
                  </a:cubicBezTo>
                  <a:cubicBezTo>
                    <a:pt x="41176" y="13578"/>
                    <a:pt x="41764" y="13263"/>
                    <a:pt x="41764" y="13263"/>
                  </a:cubicBezTo>
                  <a:cubicBezTo>
                    <a:pt x="43823" y="12631"/>
                    <a:pt x="43823" y="12631"/>
                    <a:pt x="43823" y="12631"/>
                  </a:cubicBezTo>
                  <a:cubicBezTo>
                    <a:pt x="43823" y="12631"/>
                    <a:pt x="46470" y="11684"/>
                    <a:pt x="46764" y="11368"/>
                  </a:cubicBezTo>
                  <a:cubicBezTo>
                    <a:pt x="46764" y="11368"/>
                    <a:pt x="48235" y="10736"/>
                    <a:pt x="48235" y="10736"/>
                  </a:cubicBezTo>
                  <a:cubicBezTo>
                    <a:pt x="48823" y="9473"/>
                    <a:pt x="48823" y="9473"/>
                    <a:pt x="48823" y="9473"/>
                  </a:cubicBezTo>
                  <a:cubicBezTo>
                    <a:pt x="48823" y="9473"/>
                    <a:pt x="49411" y="8842"/>
                    <a:pt x="50294" y="8842"/>
                  </a:cubicBezTo>
                  <a:cubicBezTo>
                    <a:pt x="50882" y="8842"/>
                    <a:pt x="51470" y="8842"/>
                    <a:pt x="51764" y="8842"/>
                  </a:cubicBezTo>
                  <a:cubicBezTo>
                    <a:pt x="51764" y="8526"/>
                    <a:pt x="52058" y="7894"/>
                    <a:pt x="52352" y="7894"/>
                  </a:cubicBezTo>
                  <a:cubicBezTo>
                    <a:pt x="52647" y="7894"/>
                    <a:pt x="54411" y="7578"/>
                    <a:pt x="54411" y="7578"/>
                  </a:cubicBezTo>
                  <a:cubicBezTo>
                    <a:pt x="55294" y="9157"/>
                    <a:pt x="55294" y="9157"/>
                    <a:pt x="55294" y="9157"/>
                  </a:cubicBezTo>
                  <a:cubicBezTo>
                    <a:pt x="55294" y="9157"/>
                    <a:pt x="57058" y="10421"/>
                    <a:pt x="57352" y="10421"/>
                  </a:cubicBezTo>
                  <a:cubicBezTo>
                    <a:pt x="57647" y="10421"/>
                    <a:pt x="59117" y="9157"/>
                    <a:pt x="59117" y="9157"/>
                  </a:cubicBezTo>
                  <a:cubicBezTo>
                    <a:pt x="62058" y="10105"/>
                    <a:pt x="62058" y="10105"/>
                    <a:pt x="62058" y="10105"/>
                  </a:cubicBezTo>
                  <a:cubicBezTo>
                    <a:pt x="64411" y="10736"/>
                    <a:pt x="64411" y="10736"/>
                    <a:pt x="64411" y="10736"/>
                  </a:cubicBezTo>
                  <a:cubicBezTo>
                    <a:pt x="65294" y="10105"/>
                    <a:pt x="65294" y="10105"/>
                    <a:pt x="65294" y="10105"/>
                  </a:cubicBezTo>
                  <a:close/>
                  <a:moveTo>
                    <a:pt x="55294" y="47052"/>
                  </a:moveTo>
                  <a:cubicBezTo>
                    <a:pt x="55294" y="47052"/>
                    <a:pt x="55294" y="47052"/>
                    <a:pt x="55294" y="47052"/>
                  </a:cubicBezTo>
                  <a:cubicBezTo>
                    <a:pt x="55588" y="47368"/>
                    <a:pt x="55588" y="47368"/>
                    <a:pt x="55588" y="47368"/>
                  </a:cubicBezTo>
                  <a:cubicBezTo>
                    <a:pt x="55588" y="47368"/>
                    <a:pt x="56176" y="47368"/>
                    <a:pt x="56470" y="47052"/>
                  </a:cubicBezTo>
                  <a:cubicBezTo>
                    <a:pt x="56764" y="47052"/>
                    <a:pt x="56176" y="46736"/>
                    <a:pt x="56176" y="46736"/>
                  </a:cubicBezTo>
                  <a:cubicBezTo>
                    <a:pt x="55588" y="46736"/>
                    <a:pt x="55588" y="46736"/>
                    <a:pt x="55588" y="46736"/>
                  </a:cubicBezTo>
                  <a:cubicBezTo>
                    <a:pt x="55588" y="46736"/>
                    <a:pt x="55294" y="47052"/>
                    <a:pt x="55294" y="47052"/>
                  </a:cubicBezTo>
                  <a:close/>
                  <a:moveTo>
                    <a:pt x="54117" y="49578"/>
                  </a:moveTo>
                  <a:cubicBezTo>
                    <a:pt x="54117" y="49578"/>
                    <a:pt x="54117" y="49578"/>
                    <a:pt x="54117" y="49578"/>
                  </a:cubicBezTo>
                  <a:cubicBezTo>
                    <a:pt x="54411" y="49894"/>
                    <a:pt x="54411" y="49894"/>
                    <a:pt x="54411" y="49894"/>
                  </a:cubicBezTo>
                  <a:cubicBezTo>
                    <a:pt x="54411" y="49894"/>
                    <a:pt x="54705" y="48947"/>
                    <a:pt x="55000" y="48631"/>
                  </a:cubicBezTo>
                  <a:cubicBezTo>
                    <a:pt x="55294" y="48000"/>
                    <a:pt x="54705" y="48315"/>
                    <a:pt x="54705" y="48315"/>
                  </a:cubicBezTo>
                  <a:cubicBezTo>
                    <a:pt x="54411" y="48631"/>
                    <a:pt x="54411" y="48631"/>
                    <a:pt x="54411" y="48631"/>
                  </a:cubicBezTo>
                  <a:cubicBezTo>
                    <a:pt x="54411" y="48631"/>
                    <a:pt x="54117" y="49578"/>
                    <a:pt x="54117" y="49578"/>
                  </a:cubicBezTo>
                  <a:close/>
                  <a:moveTo>
                    <a:pt x="93529" y="72947"/>
                  </a:moveTo>
                  <a:cubicBezTo>
                    <a:pt x="93529" y="72947"/>
                    <a:pt x="93529" y="72947"/>
                    <a:pt x="93529" y="72947"/>
                  </a:cubicBezTo>
                  <a:cubicBezTo>
                    <a:pt x="93529" y="72947"/>
                    <a:pt x="94411" y="73578"/>
                    <a:pt x="94411" y="73578"/>
                  </a:cubicBezTo>
                  <a:cubicBezTo>
                    <a:pt x="93823" y="74842"/>
                    <a:pt x="93823" y="74842"/>
                    <a:pt x="93823" y="74842"/>
                  </a:cubicBezTo>
                  <a:cubicBezTo>
                    <a:pt x="92941" y="74210"/>
                    <a:pt x="92941" y="74210"/>
                    <a:pt x="92941" y="74210"/>
                  </a:cubicBezTo>
                  <a:cubicBezTo>
                    <a:pt x="93529" y="72947"/>
                    <a:pt x="93529" y="72947"/>
                    <a:pt x="93529" y="72947"/>
                  </a:cubicBezTo>
                  <a:close/>
                  <a:moveTo>
                    <a:pt x="100588" y="78947"/>
                  </a:moveTo>
                  <a:cubicBezTo>
                    <a:pt x="100588" y="78947"/>
                    <a:pt x="100588" y="78947"/>
                    <a:pt x="100588" y="78947"/>
                  </a:cubicBezTo>
                  <a:cubicBezTo>
                    <a:pt x="100588" y="78947"/>
                    <a:pt x="102058" y="79263"/>
                    <a:pt x="102058" y="78947"/>
                  </a:cubicBezTo>
                  <a:cubicBezTo>
                    <a:pt x="102058" y="78631"/>
                    <a:pt x="102352" y="78000"/>
                    <a:pt x="102352" y="78000"/>
                  </a:cubicBezTo>
                  <a:cubicBezTo>
                    <a:pt x="102058" y="77684"/>
                    <a:pt x="101176" y="77368"/>
                    <a:pt x="101176" y="77368"/>
                  </a:cubicBezTo>
                  <a:cubicBezTo>
                    <a:pt x="100882" y="77368"/>
                    <a:pt x="100588" y="77368"/>
                    <a:pt x="100294" y="77052"/>
                  </a:cubicBezTo>
                  <a:cubicBezTo>
                    <a:pt x="98529" y="74842"/>
                    <a:pt x="99705" y="77684"/>
                    <a:pt x="100588" y="78000"/>
                  </a:cubicBezTo>
                  <a:cubicBezTo>
                    <a:pt x="100588" y="78315"/>
                    <a:pt x="100588" y="78315"/>
                    <a:pt x="100588" y="78315"/>
                  </a:cubicBezTo>
                  <a:cubicBezTo>
                    <a:pt x="100588" y="78947"/>
                    <a:pt x="100588" y="78947"/>
                    <a:pt x="100588" y="78947"/>
                  </a:cubicBezTo>
                  <a:close/>
                  <a:moveTo>
                    <a:pt x="102647" y="81157"/>
                  </a:moveTo>
                  <a:cubicBezTo>
                    <a:pt x="102647" y="81157"/>
                    <a:pt x="102647" y="81157"/>
                    <a:pt x="102647" y="81157"/>
                  </a:cubicBezTo>
                  <a:cubicBezTo>
                    <a:pt x="103823" y="79578"/>
                    <a:pt x="103823" y="79578"/>
                    <a:pt x="103823" y="79578"/>
                  </a:cubicBezTo>
                  <a:cubicBezTo>
                    <a:pt x="103823" y="79578"/>
                    <a:pt x="104411" y="78947"/>
                    <a:pt x="104705" y="78947"/>
                  </a:cubicBezTo>
                  <a:cubicBezTo>
                    <a:pt x="105000" y="78947"/>
                    <a:pt x="106176" y="78631"/>
                    <a:pt x="106176" y="78631"/>
                  </a:cubicBezTo>
                  <a:cubicBezTo>
                    <a:pt x="106176" y="78631"/>
                    <a:pt x="107058" y="78947"/>
                    <a:pt x="106470" y="79263"/>
                  </a:cubicBezTo>
                  <a:cubicBezTo>
                    <a:pt x="106176" y="79578"/>
                    <a:pt x="105294" y="80210"/>
                    <a:pt x="105000" y="80210"/>
                  </a:cubicBezTo>
                  <a:cubicBezTo>
                    <a:pt x="104705" y="80526"/>
                    <a:pt x="104117" y="81473"/>
                    <a:pt x="104117" y="81473"/>
                  </a:cubicBezTo>
                  <a:cubicBezTo>
                    <a:pt x="102941" y="81789"/>
                    <a:pt x="102941" y="81789"/>
                    <a:pt x="102941" y="81789"/>
                  </a:cubicBezTo>
                  <a:cubicBezTo>
                    <a:pt x="101764" y="82421"/>
                    <a:pt x="101764" y="82421"/>
                    <a:pt x="101764" y="82421"/>
                  </a:cubicBezTo>
                  <a:cubicBezTo>
                    <a:pt x="102058" y="83684"/>
                    <a:pt x="102058" y="83684"/>
                    <a:pt x="102058" y="83684"/>
                  </a:cubicBezTo>
                  <a:cubicBezTo>
                    <a:pt x="102058" y="83684"/>
                    <a:pt x="101764" y="84000"/>
                    <a:pt x="101470" y="84000"/>
                  </a:cubicBezTo>
                  <a:cubicBezTo>
                    <a:pt x="101470" y="83684"/>
                    <a:pt x="100588" y="83052"/>
                    <a:pt x="100588" y="83052"/>
                  </a:cubicBezTo>
                  <a:cubicBezTo>
                    <a:pt x="100882" y="81473"/>
                    <a:pt x="100882" y="81473"/>
                    <a:pt x="100882" y="81473"/>
                  </a:cubicBezTo>
                  <a:cubicBezTo>
                    <a:pt x="102058" y="81473"/>
                    <a:pt x="102058" y="81473"/>
                    <a:pt x="102058" y="81473"/>
                  </a:cubicBezTo>
                  <a:cubicBezTo>
                    <a:pt x="102647" y="81157"/>
                    <a:pt x="102647" y="81157"/>
                    <a:pt x="102647" y="81157"/>
                  </a:cubicBezTo>
                  <a:close/>
                  <a:moveTo>
                    <a:pt x="114117" y="90315"/>
                  </a:moveTo>
                  <a:cubicBezTo>
                    <a:pt x="114117" y="90315"/>
                    <a:pt x="114117" y="90315"/>
                    <a:pt x="114117" y="90315"/>
                  </a:cubicBezTo>
                  <a:cubicBezTo>
                    <a:pt x="114117" y="90315"/>
                    <a:pt x="115294" y="91578"/>
                    <a:pt x="115294" y="91578"/>
                  </a:cubicBezTo>
                  <a:cubicBezTo>
                    <a:pt x="115000" y="93157"/>
                    <a:pt x="115000" y="93157"/>
                    <a:pt x="115000" y="93157"/>
                  </a:cubicBezTo>
                  <a:cubicBezTo>
                    <a:pt x="115000" y="93157"/>
                    <a:pt x="115000" y="93789"/>
                    <a:pt x="115588" y="93789"/>
                  </a:cubicBezTo>
                  <a:cubicBezTo>
                    <a:pt x="116176" y="94105"/>
                    <a:pt x="117058" y="94105"/>
                    <a:pt x="117058" y="93473"/>
                  </a:cubicBezTo>
                  <a:cubicBezTo>
                    <a:pt x="117058" y="92842"/>
                    <a:pt x="117352" y="92210"/>
                    <a:pt x="117647" y="91894"/>
                  </a:cubicBezTo>
                  <a:cubicBezTo>
                    <a:pt x="117941" y="91263"/>
                    <a:pt x="118529" y="90315"/>
                    <a:pt x="118529" y="90315"/>
                  </a:cubicBezTo>
                  <a:cubicBezTo>
                    <a:pt x="118529" y="90315"/>
                    <a:pt x="118823" y="90315"/>
                    <a:pt x="119117" y="90000"/>
                  </a:cubicBezTo>
                  <a:cubicBezTo>
                    <a:pt x="119411" y="90000"/>
                    <a:pt x="118823" y="89052"/>
                    <a:pt x="118823" y="89052"/>
                  </a:cubicBezTo>
                  <a:cubicBezTo>
                    <a:pt x="118823" y="89052"/>
                    <a:pt x="118529" y="89052"/>
                    <a:pt x="119117" y="87789"/>
                  </a:cubicBezTo>
                  <a:cubicBezTo>
                    <a:pt x="119705" y="86842"/>
                    <a:pt x="119705" y="86842"/>
                    <a:pt x="119705" y="86842"/>
                  </a:cubicBezTo>
                  <a:cubicBezTo>
                    <a:pt x="119705" y="86526"/>
                    <a:pt x="120000" y="85578"/>
                    <a:pt x="120000" y="85263"/>
                  </a:cubicBezTo>
                  <a:cubicBezTo>
                    <a:pt x="119705" y="84631"/>
                    <a:pt x="119411" y="83052"/>
                    <a:pt x="119411" y="83052"/>
                  </a:cubicBezTo>
                  <a:cubicBezTo>
                    <a:pt x="118823" y="83684"/>
                    <a:pt x="118823" y="83684"/>
                    <a:pt x="118823" y="83684"/>
                  </a:cubicBezTo>
                  <a:cubicBezTo>
                    <a:pt x="118823" y="83684"/>
                    <a:pt x="118235" y="84315"/>
                    <a:pt x="117647" y="84315"/>
                  </a:cubicBezTo>
                  <a:cubicBezTo>
                    <a:pt x="117058" y="84631"/>
                    <a:pt x="116470" y="84947"/>
                    <a:pt x="116470" y="85263"/>
                  </a:cubicBezTo>
                  <a:cubicBezTo>
                    <a:pt x="116470" y="85263"/>
                    <a:pt x="116470" y="86210"/>
                    <a:pt x="116176" y="86526"/>
                  </a:cubicBezTo>
                  <a:cubicBezTo>
                    <a:pt x="115882" y="86842"/>
                    <a:pt x="115000" y="87789"/>
                    <a:pt x="115000" y="87789"/>
                  </a:cubicBezTo>
                  <a:cubicBezTo>
                    <a:pt x="114411" y="89368"/>
                    <a:pt x="114411" y="89368"/>
                    <a:pt x="114411" y="89368"/>
                  </a:cubicBezTo>
                  <a:cubicBezTo>
                    <a:pt x="114411" y="89368"/>
                    <a:pt x="114117" y="90315"/>
                    <a:pt x="114117" y="90315"/>
                  </a:cubicBezTo>
                  <a:close/>
                  <a:moveTo>
                    <a:pt x="109705" y="104526"/>
                  </a:moveTo>
                  <a:cubicBezTo>
                    <a:pt x="109705" y="104526"/>
                    <a:pt x="109705" y="104526"/>
                    <a:pt x="109705" y="104526"/>
                  </a:cubicBezTo>
                  <a:cubicBezTo>
                    <a:pt x="109117" y="104210"/>
                    <a:pt x="108529" y="103578"/>
                    <a:pt x="108529" y="102947"/>
                  </a:cubicBezTo>
                  <a:cubicBezTo>
                    <a:pt x="108529" y="102631"/>
                    <a:pt x="108823" y="102000"/>
                    <a:pt x="108823" y="102000"/>
                  </a:cubicBezTo>
                  <a:cubicBezTo>
                    <a:pt x="108823" y="102000"/>
                    <a:pt x="108235" y="101684"/>
                    <a:pt x="108235" y="101368"/>
                  </a:cubicBezTo>
                  <a:cubicBezTo>
                    <a:pt x="108235" y="101368"/>
                    <a:pt x="108823" y="100105"/>
                    <a:pt x="108823" y="99473"/>
                  </a:cubicBezTo>
                  <a:cubicBezTo>
                    <a:pt x="108529" y="99157"/>
                    <a:pt x="108823" y="97263"/>
                    <a:pt x="108823" y="97263"/>
                  </a:cubicBezTo>
                  <a:cubicBezTo>
                    <a:pt x="108823" y="97263"/>
                    <a:pt x="109705" y="96947"/>
                    <a:pt x="109705" y="97263"/>
                  </a:cubicBezTo>
                  <a:cubicBezTo>
                    <a:pt x="109705" y="97578"/>
                    <a:pt x="109411" y="98526"/>
                    <a:pt x="109411" y="98842"/>
                  </a:cubicBezTo>
                  <a:cubicBezTo>
                    <a:pt x="109411" y="99157"/>
                    <a:pt x="109117" y="100421"/>
                    <a:pt x="109117" y="100736"/>
                  </a:cubicBezTo>
                  <a:cubicBezTo>
                    <a:pt x="109117" y="100736"/>
                    <a:pt x="109411" y="100421"/>
                    <a:pt x="110000" y="101052"/>
                  </a:cubicBezTo>
                  <a:cubicBezTo>
                    <a:pt x="110588" y="101684"/>
                    <a:pt x="110588" y="102631"/>
                    <a:pt x="110588" y="102631"/>
                  </a:cubicBezTo>
                  <a:cubicBezTo>
                    <a:pt x="110000" y="103263"/>
                    <a:pt x="110000" y="103263"/>
                    <a:pt x="110000" y="103263"/>
                  </a:cubicBezTo>
                  <a:cubicBezTo>
                    <a:pt x="109705" y="104526"/>
                    <a:pt x="109705" y="104526"/>
                    <a:pt x="109705" y="104526"/>
                  </a:cubicBezTo>
                  <a:close/>
                  <a:moveTo>
                    <a:pt x="106176" y="105157"/>
                  </a:moveTo>
                  <a:cubicBezTo>
                    <a:pt x="106176" y="105157"/>
                    <a:pt x="106176" y="105157"/>
                    <a:pt x="106176" y="105157"/>
                  </a:cubicBezTo>
                  <a:cubicBezTo>
                    <a:pt x="106176" y="105157"/>
                    <a:pt x="105882" y="106421"/>
                    <a:pt x="105882" y="106736"/>
                  </a:cubicBezTo>
                  <a:cubicBezTo>
                    <a:pt x="105882" y="106736"/>
                    <a:pt x="106176" y="106736"/>
                    <a:pt x="106470" y="106736"/>
                  </a:cubicBezTo>
                  <a:cubicBezTo>
                    <a:pt x="106764" y="106421"/>
                    <a:pt x="107058" y="106421"/>
                    <a:pt x="107352" y="106105"/>
                  </a:cubicBezTo>
                  <a:cubicBezTo>
                    <a:pt x="107647" y="105789"/>
                    <a:pt x="108529" y="105157"/>
                    <a:pt x="108823" y="105157"/>
                  </a:cubicBezTo>
                  <a:cubicBezTo>
                    <a:pt x="109117" y="104842"/>
                    <a:pt x="107647" y="104210"/>
                    <a:pt x="107647" y="104210"/>
                  </a:cubicBezTo>
                  <a:cubicBezTo>
                    <a:pt x="106176" y="105157"/>
                    <a:pt x="106176" y="105157"/>
                    <a:pt x="106176" y="105157"/>
                  </a:cubicBezTo>
                  <a:close/>
                  <a:moveTo>
                    <a:pt x="66176" y="41684"/>
                  </a:moveTo>
                  <a:cubicBezTo>
                    <a:pt x="66176" y="41684"/>
                    <a:pt x="66176" y="41684"/>
                    <a:pt x="66176" y="41684"/>
                  </a:cubicBezTo>
                  <a:cubicBezTo>
                    <a:pt x="66764" y="42000"/>
                    <a:pt x="66764" y="42000"/>
                    <a:pt x="66764" y="42000"/>
                  </a:cubicBezTo>
                  <a:cubicBezTo>
                    <a:pt x="66764" y="42000"/>
                    <a:pt x="67058" y="41684"/>
                    <a:pt x="67352" y="41368"/>
                  </a:cubicBezTo>
                  <a:cubicBezTo>
                    <a:pt x="67647" y="41052"/>
                    <a:pt x="67058" y="40736"/>
                    <a:pt x="67058" y="40736"/>
                  </a:cubicBezTo>
                  <a:cubicBezTo>
                    <a:pt x="66764" y="41052"/>
                    <a:pt x="66764" y="41052"/>
                    <a:pt x="66764" y="41052"/>
                  </a:cubicBezTo>
                  <a:cubicBezTo>
                    <a:pt x="66764" y="41052"/>
                    <a:pt x="66176" y="41684"/>
                    <a:pt x="66176" y="41684"/>
                  </a:cubicBezTo>
                  <a:close/>
                  <a:moveTo>
                    <a:pt x="48235" y="51789"/>
                  </a:moveTo>
                  <a:cubicBezTo>
                    <a:pt x="48235" y="51789"/>
                    <a:pt x="48235" y="51789"/>
                    <a:pt x="48235" y="51789"/>
                  </a:cubicBezTo>
                  <a:cubicBezTo>
                    <a:pt x="48529" y="52105"/>
                    <a:pt x="48529" y="52105"/>
                    <a:pt x="48529" y="52105"/>
                  </a:cubicBezTo>
                  <a:cubicBezTo>
                    <a:pt x="48529" y="52105"/>
                    <a:pt x="48823" y="51473"/>
                    <a:pt x="49411" y="51157"/>
                  </a:cubicBezTo>
                  <a:cubicBezTo>
                    <a:pt x="49705" y="50842"/>
                    <a:pt x="49117" y="50842"/>
                    <a:pt x="49117" y="50842"/>
                  </a:cubicBezTo>
                  <a:cubicBezTo>
                    <a:pt x="48529" y="51157"/>
                    <a:pt x="48529" y="51157"/>
                    <a:pt x="48529" y="51157"/>
                  </a:cubicBezTo>
                  <a:cubicBezTo>
                    <a:pt x="48529" y="51157"/>
                    <a:pt x="48235" y="51473"/>
                    <a:pt x="48235" y="51789"/>
                  </a:cubicBezTo>
                  <a:close/>
                  <a:moveTo>
                    <a:pt x="51176" y="51157"/>
                  </a:moveTo>
                  <a:cubicBezTo>
                    <a:pt x="51176" y="51157"/>
                    <a:pt x="51176" y="51157"/>
                    <a:pt x="51176" y="51157"/>
                  </a:cubicBezTo>
                  <a:cubicBezTo>
                    <a:pt x="51176" y="51789"/>
                    <a:pt x="51176" y="51789"/>
                    <a:pt x="51176" y="51789"/>
                  </a:cubicBezTo>
                  <a:cubicBezTo>
                    <a:pt x="51176" y="51789"/>
                    <a:pt x="52058" y="52105"/>
                    <a:pt x="52647" y="52421"/>
                  </a:cubicBezTo>
                  <a:cubicBezTo>
                    <a:pt x="53529" y="52736"/>
                    <a:pt x="52941" y="51789"/>
                    <a:pt x="52941" y="51789"/>
                  </a:cubicBezTo>
                  <a:cubicBezTo>
                    <a:pt x="52352" y="51157"/>
                    <a:pt x="52352" y="51157"/>
                    <a:pt x="52352" y="51157"/>
                  </a:cubicBezTo>
                  <a:cubicBezTo>
                    <a:pt x="52352" y="51157"/>
                    <a:pt x="51470" y="50842"/>
                    <a:pt x="51176" y="51157"/>
                  </a:cubicBezTo>
                  <a:close/>
                  <a:moveTo>
                    <a:pt x="62058" y="51789"/>
                  </a:moveTo>
                  <a:cubicBezTo>
                    <a:pt x="62058" y="51789"/>
                    <a:pt x="62058" y="51789"/>
                    <a:pt x="62058" y="51789"/>
                  </a:cubicBezTo>
                  <a:cubicBezTo>
                    <a:pt x="61764" y="52421"/>
                    <a:pt x="61764" y="52421"/>
                    <a:pt x="61764" y="52421"/>
                  </a:cubicBezTo>
                  <a:cubicBezTo>
                    <a:pt x="61764" y="52421"/>
                    <a:pt x="62352" y="53052"/>
                    <a:pt x="62647" y="53684"/>
                  </a:cubicBezTo>
                  <a:cubicBezTo>
                    <a:pt x="62941" y="53684"/>
                    <a:pt x="64117" y="54947"/>
                    <a:pt x="64705" y="54947"/>
                  </a:cubicBezTo>
                  <a:cubicBezTo>
                    <a:pt x="67058" y="55894"/>
                    <a:pt x="63235" y="52736"/>
                    <a:pt x="62941" y="52421"/>
                  </a:cubicBezTo>
                  <a:cubicBezTo>
                    <a:pt x="62941" y="52421"/>
                    <a:pt x="62058" y="51473"/>
                    <a:pt x="62058" y="51789"/>
                  </a:cubicBezTo>
                  <a:close/>
                  <a:moveTo>
                    <a:pt x="75882" y="56210"/>
                  </a:moveTo>
                  <a:cubicBezTo>
                    <a:pt x="75882" y="56210"/>
                    <a:pt x="75882" y="56210"/>
                    <a:pt x="75882" y="56210"/>
                  </a:cubicBezTo>
                  <a:cubicBezTo>
                    <a:pt x="76470" y="56842"/>
                    <a:pt x="76470" y="56842"/>
                    <a:pt x="76470" y="56842"/>
                  </a:cubicBezTo>
                  <a:cubicBezTo>
                    <a:pt x="76470" y="56842"/>
                    <a:pt x="77352" y="56526"/>
                    <a:pt x="77941" y="56210"/>
                  </a:cubicBezTo>
                  <a:cubicBezTo>
                    <a:pt x="78529" y="56210"/>
                    <a:pt x="77941" y="55578"/>
                    <a:pt x="77941" y="55578"/>
                  </a:cubicBezTo>
                  <a:cubicBezTo>
                    <a:pt x="77058" y="55578"/>
                    <a:pt x="77058" y="55578"/>
                    <a:pt x="77058" y="55578"/>
                  </a:cubicBezTo>
                  <a:cubicBezTo>
                    <a:pt x="77058" y="55578"/>
                    <a:pt x="75882" y="55894"/>
                    <a:pt x="75882" y="56210"/>
                  </a:cubicBezTo>
                  <a:close/>
                  <a:moveTo>
                    <a:pt x="70000" y="23052"/>
                  </a:moveTo>
                  <a:cubicBezTo>
                    <a:pt x="70000" y="23052"/>
                    <a:pt x="70000" y="23052"/>
                    <a:pt x="70000" y="23052"/>
                  </a:cubicBezTo>
                  <a:cubicBezTo>
                    <a:pt x="70000" y="23052"/>
                    <a:pt x="68823" y="23684"/>
                    <a:pt x="68823" y="23684"/>
                  </a:cubicBezTo>
                  <a:cubicBezTo>
                    <a:pt x="68529" y="23684"/>
                    <a:pt x="68823" y="24315"/>
                    <a:pt x="69117" y="24315"/>
                  </a:cubicBezTo>
                  <a:cubicBezTo>
                    <a:pt x="69411" y="24631"/>
                    <a:pt x="70294" y="24947"/>
                    <a:pt x="70294" y="24947"/>
                  </a:cubicBezTo>
                  <a:cubicBezTo>
                    <a:pt x="70588" y="24947"/>
                    <a:pt x="71470" y="24315"/>
                    <a:pt x="72058" y="23684"/>
                  </a:cubicBezTo>
                  <a:cubicBezTo>
                    <a:pt x="72647" y="23368"/>
                    <a:pt x="71470" y="23052"/>
                    <a:pt x="71470" y="23052"/>
                  </a:cubicBezTo>
                  <a:cubicBezTo>
                    <a:pt x="70000" y="23052"/>
                    <a:pt x="70000" y="23052"/>
                    <a:pt x="70000" y="23052"/>
                  </a:cubicBezTo>
                  <a:close/>
                  <a:moveTo>
                    <a:pt x="59411" y="20842"/>
                  </a:moveTo>
                  <a:cubicBezTo>
                    <a:pt x="59411" y="20842"/>
                    <a:pt x="59411" y="20842"/>
                    <a:pt x="59411" y="20842"/>
                  </a:cubicBezTo>
                  <a:cubicBezTo>
                    <a:pt x="59411" y="20842"/>
                    <a:pt x="58235" y="20842"/>
                    <a:pt x="57941" y="20842"/>
                  </a:cubicBezTo>
                  <a:cubicBezTo>
                    <a:pt x="57941" y="20842"/>
                    <a:pt x="57647" y="21157"/>
                    <a:pt x="57352" y="21473"/>
                  </a:cubicBezTo>
                  <a:cubicBezTo>
                    <a:pt x="57058" y="21789"/>
                    <a:pt x="57058" y="22421"/>
                    <a:pt x="56764" y="23052"/>
                  </a:cubicBezTo>
                  <a:cubicBezTo>
                    <a:pt x="56764" y="23684"/>
                    <a:pt x="57058" y="23684"/>
                    <a:pt x="57058" y="23684"/>
                  </a:cubicBezTo>
                  <a:cubicBezTo>
                    <a:pt x="57352" y="24000"/>
                    <a:pt x="57352" y="24000"/>
                    <a:pt x="57941" y="24631"/>
                  </a:cubicBezTo>
                  <a:cubicBezTo>
                    <a:pt x="58529" y="24947"/>
                    <a:pt x="59117" y="24315"/>
                    <a:pt x="59705" y="24000"/>
                  </a:cubicBezTo>
                  <a:cubicBezTo>
                    <a:pt x="60588" y="23684"/>
                    <a:pt x="60000" y="23368"/>
                    <a:pt x="60294" y="22736"/>
                  </a:cubicBezTo>
                  <a:cubicBezTo>
                    <a:pt x="60294" y="22421"/>
                    <a:pt x="60000" y="21473"/>
                    <a:pt x="60000" y="21473"/>
                  </a:cubicBezTo>
                  <a:cubicBezTo>
                    <a:pt x="60000" y="21157"/>
                    <a:pt x="59411" y="20842"/>
                    <a:pt x="59411" y="20842"/>
                  </a:cubicBezTo>
                  <a:close/>
                  <a:moveTo>
                    <a:pt x="69411" y="32526"/>
                  </a:moveTo>
                  <a:cubicBezTo>
                    <a:pt x="69411" y="32526"/>
                    <a:pt x="69411" y="32526"/>
                    <a:pt x="69411" y="32526"/>
                  </a:cubicBezTo>
                  <a:cubicBezTo>
                    <a:pt x="69411" y="32526"/>
                    <a:pt x="69117" y="33157"/>
                    <a:pt x="69117" y="33157"/>
                  </a:cubicBezTo>
                  <a:cubicBezTo>
                    <a:pt x="69117" y="33157"/>
                    <a:pt x="69117" y="33789"/>
                    <a:pt x="69117" y="33789"/>
                  </a:cubicBezTo>
                  <a:cubicBezTo>
                    <a:pt x="69117" y="33789"/>
                    <a:pt x="68823" y="34105"/>
                    <a:pt x="68529" y="34421"/>
                  </a:cubicBezTo>
                  <a:cubicBezTo>
                    <a:pt x="67941" y="35052"/>
                    <a:pt x="68529" y="35052"/>
                    <a:pt x="68823" y="35368"/>
                  </a:cubicBezTo>
                  <a:cubicBezTo>
                    <a:pt x="69117" y="36000"/>
                    <a:pt x="68823" y="35684"/>
                    <a:pt x="69117" y="35684"/>
                  </a:cubicBezTo>
                  <a:cubicBezTo>
                    <a:pt x="69117" y="36000"/>
                    <a:pt x="69411" y="35684"/>
                    <a:pt x="70000" y="35368"/>
                  </a:cubicBezTo>
                  <a:cubicBezTo>
                    <a:pt x="70588" y="35052"/>
                    <a:pt x="70294" y="35052"/>
                    <a:pt x="70294" y="35052"/>
                  </a:cubicBezTo>
                  <a:cubicBezTo>
                    <a:pt x="70294" y="35052"/>
                    <a:pt x="69705" y="34105"/>
                    <a:pt x="69705" y="34105"/>
                  </a:cubicBezTo>
                  <a:cubicBezTo>
                    <a:pt x="69705" y="34105"/>
                    <a:pt x="69705" y="33789"/>
                    <a:pt x="69705" y="33789"/>
                  </a:cubicBezTo>
                  <a:cubicBezTo>
                    <a:pt x="69705" y="33473"/>
                    <a:pt x="70000" y="33473"/>
                    <a:pt x="70294" y="33157"/>
                  </a:cubicBezTo>
                  <a:cubicBezTo>
                    <a:pt x="70588" y="32526"/>
                    <a:pt x="70588" y="32210"/>
                    <a:pt x="70588" y="32210"/>
                  </a:cubicBezTo>
                  <a:cubicBezTo>
                    <a:pt x="70588" y="31894"/>
                    <a:pt x="70000" y="31894"/>
                    <a:pt x="70000" y="31894"/>
                  </a:cubicBezTo>
                  <a:cubicBezTo>
                    <a:pt x="70000" y="31894"/>
                    <a:pt x="69411" y="32210"/>
                    <a:pt x="69411" y="32526"/>
                  </a:cubicBezTo>
                  <a:close/>
                  <a:moveTo>
                    <a:pt x="68529" y="33157"/>
                  </a:moveTo>
                  <a:cubicBezTo>
                    <a:pt x="68529" y="33157"/>
                    <a:pt x="68529" y="33157"/>
                    <a:pt x="68529" y="33157"/>
                  </a:cubicBezTo>
                  <a:cubicBezTo>
                    <a:pt x="68235" y="32526"/>
                    <a:pt x="68235" y="32526"/>
                    <a:pt x="68235" y="32526"/>
                  </a:cubicBezTo>
                  <a:cubicBezTo>
                    <a:pt x="68235" y="32526"/>
                    <a:pt x="67941" y="32210"/>
                    <a:pt x="67058" y="32210"/>
                  </a:cubicBezTo>
                  <a:cubicBezTo>
                    <a:pt x="66470" y="32210"/>
                    <a:pt x="66470" y="32526"/>
                    <a:pt x="65882" y="32526"/>
                  </a:cubicBezTo>
                  <a:cubicBezTo>
                    <a:pt x="65294" y="32526"/>
                    <a:pt x="65294" y="33157"/>
                    <a:pt x="65294" y="33473"/>
                  </a:cubicBezTo>
                  <a:cubicBezTo>
                    <a:pt x="65000" y="34105"/>
                    <a:pt x="65294" y="33789"/>
                    <a:pt x="65588" y="34105"/>
                  </a:cubicBezTo>
                  <a:cubicBezTo>
                    <a:pt x="65882" y="34421"/>
                    <a:pt x="65588" y="34421"/>
                    <a:pt x="65882" y="35368"/>
                  </a:cubicBezTo>
                  <a:cubicBezTo>
                    <a:pt x="65882" y="36000"/>
                    <a:pt x="66176" y="35684"/>
                    <a:pt x="66176" y="35684"/>
                  </a:cubicBezTo>
                  <a:cubicBezTo>
                    <a:pt x="66470" y="36000"/>
                    <a:pt x="66764" y="35684"/>
                    <a:pt x="67352" y="35368"/>
                  </a:cubicBezTo>
                  <a:cubicBezTo>
                    <a:pt x="67941" y="34736"/>
                    <a:pt x="67352" y="34736"/>
                    <a:pt x="67352" y="34736"/>
                  </a:cubicBezTo>
                  <a:cubicBezTo>
                    <a:pt x="67352" y="34736"/>
                    <a:pt x="67941" y="34421"/>
                    <a:pt x="68529" y="33789"/>
                  </a:cubicBezTo>
                  <a:cubicBezTo>
                    <a:pt x="68823" y="33157"/>
                    <a:pt x="68529" y="33157"/>
                    <a:pt x="68529" y="33157"/>
                  </a:cubicBezTo>
                  <a:close/>
                  <a:moveTo>
                    <a:pt x="83529" y="43894"/>
                  </a:moveTo>
                  <a:cubicBezTo>
                    <a:pt x="83529" y="43894"/>
                    <a:pt x="83529" y="43894"/>
                    <a:pt x="83529" y="43894"/>
                  </a:cubicBezTo>
                  <a:cubicBezTo>
                    <a:pt x="83235" y="43894"/>
                    <a:pt x="82941" y="44526"/>
                    <a:pt x="82941" y="44526"/>
                  </a:cubicBezTo>
                  <a:cubicBezTo>
                    <a:pt x="82941" y="44526"/>
                    <a:pt x="82647" y="44842"/>
                    <a:pt x="82647" y="45157"/>
                  </a:cubicBezTo>
                  <a:cubicBezTo>
                    <a:pt x="82352" y="45157"/>
                    <a:pt x="82058" y="45789"/>
                    <a:pt x="82058" y="45789"/>
                  </a:cubicBezTo>
                  <a:cubicBezTo>
                    <a:pt x="82058" y="45789"/>
                    <a:pt x="82352" y="46105"/>
                    <a:pt x="82647" y="46105"/>
                  </a:cubicBezTo>
                  <a:cubicBezTo>
                    <a:pt x="82941" y="46421"/>
                    <a:pt x="82941" y="46421"/>
                    <a:pt x="83235" y="46421"/>
                  </a:cubicBezTo>
                  <a:cubicBezTo>
                    <a:pt x="83529" y="46421"/>
                    <a:pt x="83529" y="46421"/>
                    <a:pt x="84411" y="46421"/>
                  </a:cubicBezTo>
                  <a:cubicBezTo>
                    <a:pt x="85588" y="46421"/>
                    <a:pt x="86470" y="46421"/>
                    <a:pt x="86764" y="46421"/>
                  </a:cubicBezTo>
                  <a:cubicBezTo>
                    <a:pt x="86764" y="46421"/>
                    <a:pt x="87352" y="46105"/>
                    <a:pt x="87352" y="46105"/>
                  </a:cubicBezTo>
                  <a:cubicBezTo>
                    <a:pt x="87352" y="45789"/>
                    <a:pt x="87352" y="45789"/>
                    <a:pt x="87058" y="45473"/>
                  </a:cubicBezTo>
                  <a:cubicBezTo>
                    <a:pt x="86764" y="44842"/>
                    <a:pt x="86176" y="44526"/>
                    <a:pt x="86176" y="44526"/>
                  </a:cubicBezTo>
                  <a:cubicBezTo>
                    <a:pt x="85882" y="44526"/>
                    <a:pt x="86176" y="43894"/>
                    <a:pt x="86470" y="44210"/>
                  </a:cubicBezTo>
                  <a:cubicBezTo>
                    <a:pt x="86470" y="44210"/>
                    <a:pt x="87352" y="45157"/>
                    <a:pt x="87352" y="45157"/>
                  </a:cubicBezTo>
                  <a:cubicBezTo>
                    <a:pt x="87647" y="45157"/>
                    <a:pt x="88235" y="45157"/>
                    <a:pt x="88235" y="44526"/>
                  </a:cubicBezTo>
                  <a:cubicBezTo>
                    <a:pt x="87941" y="44210"/>
                    <a:pt x="88529" y="43578"/>
                    <a:pt x="87647" y="43263"/>
                  </a:cubicBezTo>
                  <a:cubicBezTo>
                    <a:pt x="87058" y="42947"/>
                    <a:pt x="86764" y="42631"/>
                    <a:pt x="86470" y="42631"/>
                  </a:cubicBezTo>
                  <a:cubicBezTo>
                    <a:pt x="85882" y="42631"/>
                    <a:pt x="86764" y="42947"/>
                    <a:pt x="85588" y="42000"/>
                  </a:cubicBezTo>
                  <a:cubicBezTo>
                    <a:pt x="84411" y="41052"/>
                    <a:pt x="84411" y="41368"/>
                    <a:pt x="84411" y="41368"/>
                  </a:cubicBezTo>
                  <a:cubicBezTo>
                    <a:pt x="84411" y="41368"/>
                    <a:pt x="85000" y="40421"/>
                    <a:pt x="84705" y="40105"/>
                  </a:cubicBezTo>
                  <a:cubicBezTo>
                    <a:pt x="84705" y="40105"/>
                    <a:pt x="83529" y="39789"/>
                    <a:pt x="83529" y="39789"/>
                  </a:cubicBezTo>
                  <a:cubicBezTo>
                    <a:pt x="83529" y="39789"/>
                    <a:pt x="82058" y="40105"/>
                    <a:pt x="82058" y="40105"/>
                  </a:cubicBezTo>
                  <a:cubicBezTo>
                    <a:pt x="81764" y="40421"/>
                    <a:pt x="81470" y="40736"/>
                    <a:pt x="81470" y="40736"/>
                  </a:cubicBezTo>
                  <a:cubicBezTo>
                    <a:pt x="81470" y="41368"/>
                    <a:pt x="81470" y="41368"/>
                    <a:pt x="81470" y="41368"/>
                  </a:cubicBezTo>
                  <a:cubicBezTo>
                    <a:pt x="80882" y="41684"/>
                    <a:pt x="80882" y="41684"/>
                    <a:pt x="80882" y="41684"/>
                  </a:cubicBezTo>
                  <a:cubicBezTo>
                    <a:pt x="80882" y="41684"/>
                    <a:pt x="80588" y="42315"/>
                    <a:pt x="80588" y="42315"/>
                  </a:cubicBezTo>
                  <a:cubicBezTo>
                    <a:pt x="80294" y="42315"/>
                    <a:pt x="79705" y="42631"/>
                    <a:pt x="79705" y="42631"/>
                  </a:cubicBezTo>
                  <a:cubicBezTo>
                    <a:pt x="79411" y="42631"/>
                    <a:pt x="78823" y="42631"/>
                    <a:pt x="78823" y="42947"/>
                  </a:cubicBezTo>
                  <a:cubicBezTo>
                    <a:pt x="78529" y="43263"/>
                    <a:pt x="77647" y="43578"/>
                    <a:pt x="77647" y="43578"/>
                  </a:cubicBezTo>
                  <a:cubicBezTo>
                    <a:pt x="77647" y="43578"/>
                    <a:pt x="77352" y="43894"/>
                    <a:pt x="77941" y="44526"/>
                  </a:cubicBezTo>
                  <a:cubicBezTo>
                    <a:pt x="78529" y="44842"/>
                    <a:pt x="79117" y="44842"/>
                    <a:pt x="79117" y="45157"/>
                  </a:cubicBezTo>
                  <a:cubicBezTo>
                    <a:pt x="79411" y="45157"/>
                    <a:pt x="79411" y="45157"/>
                    <a:pt x="79705" y="45157"/>
                  </a:cubicBezTo>
                  <a:cubicBezTo>
                    <a:pt x="80000" y="45473"/>
                    <a:pt x="80000" y="45473"/>
                    <a:pt x="80588" y="45473"/>
                  </a:cubicBezTo>
                  <a:cubicBezTo>
                    <a:pt x="80882" y="45157"/>
                    <a:pt x="81470" y="45157"/>
                    <a:pt x="81470" y="44842"/>
                  </a:cubicBezTo>
                  <a:cubicBezTo>
                    <a:pt x="81764" y="44526"/>
                    <a:pt x="81764" y="44210"/>
                    <a:pt x="82058" y="43894"/>
                  </a:cubicBezTo>
                  <a:cubicBezTo>
                    <a:pt x="82058" y="43578"/>
                    <a:pt x="82058" y="43263"/>
                    <a:pt x="82647" y="43263"/>
                  </a:cubicBezTo>
                  <a:cubicBezTo>
                    <a:pt x="82941" y="43263"/>
                    <a:pt x="83529" y="42947"/>
                    <a:pt x="83529" y="42947"/>
                  </a:cubicBezTo>
                  <a:cubicBezTo>
                    <a:pt x="83529" y="42947"/>
                    <a:pt x="83529" y="43894"/>
                    <a:pt x="83529" y="43894"/>
                  </a:cubicBezTo>
                  <a:close/>
                  <a:moveTo>
                    <a:pt x="85000" y="57473"/>
                  </a:moveTo>
                  <a:cubicBezTo>
                    <a:pt x="85000" y="57473"/>
                    <a:pt x="85000" y="57473"/>
                    <a:pt x="85000" y="57473"/>
                  </a:cubicBezTo>
                  <a:cubicBezTo>
                    <a:pt x="84705" y="57157"/>
                    <a:pt x="84705" y="57157"/>
                    <a:pt x="84705" y="57157"/>
                  </a:cubicBezTo>
                  <a:cubicBezTo>
                    <a:pt x="84705" y="56842"/>
                    <a:pt x="84705" y="56842"/>
                    <a:pt x="84705" y="56842"/>
                  </a:cubicBezTo>
                  <a:cubicBezTo>
                    <a:pt x="83823" y="55894"/>
                    <a:pt x="83823" y="55894"/>
                    <a:pt x="83823" y="55894"/>
                  </a:cubicBezTo>
                  <a:cubicBezTo>
                    <a:pt x="83823" y="55894"/>
                    <a:pt x="85000" y="55578"/>
                    <a:pt x="85588" y="55263"/>
                  </a:cubicBezTo>
                  <a:cubicBezTo>
                    <a:pt x="86470" y="54947"/>
                    <a:pt x="85588" y="54631"/>
                    <a:pt x="85588" y="54315"/>
                  </a:cubicBezTo>
                  <a:cubicBezTo>
                    <a:pt x="85588" y="54315"/>
                    <a:pt x="85294" y="54315"/>
                    <a:pt x="84705" y="54315"/>
                  </a:cubicBezTo>
                  <a:cubicBezTo>
                    <a:pt x="84411" y="54315"/>
                    <a:pt x="84117" y="54315"/>
                    <a:pt x="83529" y="54631"/>
                  </a:cubicBezTo>
                  <a:cubicBezTo>
                    <a:pt x="83235" y="54631"/>
                    <a:pt x="82941" y="54000"/>
                    <a:pt x="82941" y="54000"/>
                  </a:cubicBezTo>
                  <a:cubicBezTo>
                    <a:pt x="82647" y="54000"/>
                    <a:pt x="81470" y="54000"/>
                    <a:pt x="81176" y="54000"/>
                  </a:cubicBezTo>
                  <a:cubicBezTo>
                    <a:pt x="81176" y="54000"/>
                    <a:pt x="80882" y="54631"/>
                    <a:pt x="80588" y="54947"/>
                  </a:cubicBezTo>
                  <a:cubicBezTo>
                    <a:pt x="80294" y="55263"/>
                    <a:pt x="80000" y="55578"/>
                    <a:pt x="79705" y="55578"/>
                  </a:cubicBezTo>
                  <a:cubicBezTo>
                    <a:pt x="79411" y="55894"/>
                    <a:pt x="80588" y="56526"/>
                    <a:pt x="80882" y="56526"/>
                  </a:cubicBezTo>
                  <a:cubicBezTo>
                    <a:pt x="80882" y="56842"/>
                    <a:pt x="81764" y="56842"/>
                    <a:pt x="81764" y="57157"/>
                  </a:cubicBezTo>
                  <a:cubicBezTo>
                    <a:pt x="82058" y="57157"/>
                    <a:pt x="82941" y="57789"/>
                    <a:pt x="83235" y="57789"/>
                  </a:cubicBezTo>
                  <a:cubicBezTo>
                    <a:pt x="83529" y="58105"/>
                    <a:pt x="82941" y="58421"/>
                    <a:pt x="82647" y="59052"/>
                  </a:cubicBezTo>
                  <a:cubicBezTo>
                    <a:pt x="82352" y="59684"/>
                    <a:pt x="82058" y="59684"/>
                    <a:pt x="81764" y="60000"/>
                  </a:cubicBezTo>
                  <a:cubicBezTo>
                    <a:pt x="81470" y="60315"/>
                    <a:pt x="82058" y="60631"/>
                    <a:pt x="82352" y="60947"/>
                  </a:cubicBezTo>
                  <a:cubicBezTo>
                    <a:pt x="82647" y="61263"/>
                    <a:pt x="83235" y="61578"/>
                    <a:pt x="83235" y="61578"/>
                  </a:cubicBezTo>
                  <a:cubicBezTo>
                    <a:pt x="83529" y="61578"/>
                    <a:pt x="84411" y="60947"/>
                    <a:pt x="84411" y="60947"/>
                  </a:cubicBezTo>
                  <a:cubicBezTo>
                    <a:pt x="84411" y="60947"/>
                    <a:pt x="84705" y="60000"/>
                    <a:pt x="84705" y="60000"/>
                  </a:cubicBezTo>
                  <a:cubicBezTo>
                    <a:pt x="84705" y="59684"/>
                    <a:pt x="85000" y="59052"/>
                    <a:pt x="85000" y="59052"/>
                  </a:cubicBezTo>
                  <a:cubicBezTo>
                    <a:pt x="85294" y="58736"/>
                    <a:pt x="85294" y="58736"/>
                    <a:pt x="85294" y="58736"/>
                  </a:cubicBezTo>
                  <a:cubicBezTo>
                    <a:pt x="85000" y="57473"/>
                    <a:pt x="85000" y="57473"/>
                    <a:pt x="85000" y="57473"/>
                  </a:cubicBezTo>
                  <a:close/>
                  <a:moveTo>
                    <a:pt x="92941" y="66000"/>
                  </a:moveTo>
                  <a:cubicBezTo>
                    <a:pt x="92941" y="66000"/>
                    <a:pt x="92941" y="66000"/>
                    <a:pt x="92941" y="66000"/>
                  </a:cubicBezTo>
                  <a:cubicBezTo>
                    <a:pt x="93235" y="65684"/>
                    <a:pt x="93823" y="65052"/>
                    <a:pt x="93823" y="64736"/>
                  </a:cubicBezTo>
                  <a:cubicBezTo>
                    <a:pt x="93823" y="64736"/>
                    <a:pt x="94411" y="64736"/>
                    <a:pt x="94705" y="64736"/>
                  </a:cubicBezTo>
                  <a:cubicBezTo>
                    <a:pt x="94705" y="64736"/>
                    <a:pt x="95882" y="65052"/>
                    <a:pt x="95882" y="65052"/>
                  </a:cubicBezTo>
                  <a:cubicBezTo>
                    <a:pt x="95882" y="65052"/>
                    <a:pt x="96764" y="65052"/>
                    <a:pt x="96764" y="65052"/>
                  </a:cubicBezTo>
                  <a:cubicBezTo>
                    <a:pt x="96764" y="65052"/>
                    <a:pt x="97647" y="64421"/>
                    <a:pt x="97647" y="64421"/>
                  </a:cubicBezTo>
                  <a:cubicBezTo>
                    <a:pt x="97941" y="64421"/>
                    <a:pt x="98823" y="65368"/>
                    <a:pt x="98823" y="65368"/>
                  </a:cubicBezTo>
                  <a:cubicBezTo>
                    <a:pt x="98823" y="65368"/>
                    <a:pt x="98235" y="66315"/>
                    <a:pt x="97941" y="66315"/>
                  </a:cubicBezTo>
                  <a:cubicBezTo>
                    <a:pt x="97647" y="66631"/>
                    <a:pt x="97352" y="66631"/>
                    <a:pt x="97058" y="66947"/>
                  </a:cubicBezTo>
                  <a:cubicBezTo>
                    <a:pt x="96764" y="67578"/>
                    <a:pt x="96764" y="67578"/>
                    <a:pt x="96764" y="67894"/>
                  </a:cubicBezTo>
                  <a:cubicBezTo>
                    <a:pt x="96470" y="67894"/>
                    <a:pt x="96176" y="68526"/>
                    <a:pt x="95588" y="67894"/>
                  </a:cubicBezTo>
                  <a:cubicBezTo>
                    <a:pt x="95000" y="67578"/>
                    <a:pt x="94411" y="66947"/>
                    <a:pt x="94411" y="66947"/>
                  </a:cubicBezTo>
                  <a:cubicBezTo>
                    <a:pt x="94411" y="66947"/>
                    <a:pt x="93823" y="67263"/>
                    <a:pt x="93529" y="67263"/>
                  </a:cubicBezTo>
                  <a:cubicBezTo>
                    <a:pt x="93235" y="67578"/>
                    <a:pt x="92647" y="67263"/>
                    <a:pt x="92647" y="67263"/>
                  </a:cubicBezTo>
                  <a:cubicBezTo>
                    <a:pt x="92941" y="66947"/>
                    <a:pt x="92647" y="66315"/>
                    <a:pt x="92941" y="66000"/>
                  </a:cubicBezTo>
                  <a:close/>
                  <a:moveTo>
                    <a:pt x="86764" y="72315"/>
                  </a:moveTo>
                  <a:cubicBezTo>
                    <a:pt x="86764" y="72315"/>
                    <a:pt x="86764" y="72315"/>
                    <a:pt x="86764" y="72315"/>
                  </a:cubicBezTo>
                  <a:cubicBezTo>
                    <a:pt x="86764" y="72315"/>
                    <a:pt x="85588" y="71684"/>
                    <a:pt x="85882" y="71368"/>
                  </a:cubicBezTo>
                  <a:cubicBezTo>
                    <a:pt x="86176" y="70736"/>
                    <a:pt x="87352" y="69473"/>
                    <a:pt x="87647" y="69157"/>
                  </a:cubicBezTo>
                  <a:cubicBezTo>
                    <a:pt x="87647" y="69157"/>
                    <a:pt x="88529" y="69473"/>
                    <a:pt x="88529" y="69473"/>
                  </a:cubicBezTo>
                  <a:cubicBezTo>
                    <a:pt x="88823" y="69473"/>
                    <a:pt x="89117" y="68526"/>
                    <a:pt x="89411" y="68526"/>
                  </a:cubicBezTo>
                  <a:cubicBezTo>
                    <a:pt x="89411" y="68526"/>
                    <a:pt x="90588" y="68526"/>
                    <a:pt x="90588" y="68526"/>
                  </a:cubicBezTo>
                  <a:cubicBezTo>
                    <a:pt x="90588" y="68526"/>
                    <a:pt x="90000" y="69789"/>
                    <a:pt x="89411" y="70105"/>
                  </a:cubicBezTo>
                  <a:cubicBezTo>
                    <a:pt x="88823" y="70421"/>
                    <a:pt x="88529" y="70421"/>
                    <a:pt x="88529" y="70736"/>
                  </a:cubicBezTo>
                  <a:cubicBezTo>
                    <a:pt x="88235" y="71052"/>
                    <a:pt x="87941" y="71368"/>
                    <a:pt x="87941" y="71684"/>
                  </a:cubicBezTo>
                  <a:cubicBezTo>
                    <a:pt x="87647" y="71684"/>
                    <a:pt x="86764" y="72315"/>
                    <a:pt x="86764" y="72315"/>
                  </a:cubicBezTo>
                  <a:close/>
                  <a:moveTo>
                    <a:pt x="82941" y="84631"/>
                  </a:moveTo>
                  <a:cubicBezTo>
                    <a:pt x="82941" y="84631"/>
                    <a:pt x="82941" y="84631"/>
                    <a:pt x="82941" y="84631"/>
                  </a:cubicBezTo>
                  <a:cubicBezTo>
                    <a:pt x="83235" y="84947"/>
                    <a:pt x="82647" y="86210"/>
                    <a:pt x="81764" y="85578"/>
                  </a:cubicBezTo>
                  <a:cubicBezTo>
                    <a:pt x="81764" y="85578"/>
                    <a:pt x="81470" y="84947"/>
                    <a:pt x="82058" y="84631"/>
                  </a:cubicBezTo>
                  <a:cubicBezTo>
                    <a:pt x="82352" y="84631"/>
                    <a:pt x="82941" y="84631"/>
                    <a:pt x="82941" y="84631"/>
                  </a:cubicBezTo>
                  <a:close/>
                  <a:moveTo>
                    <a:pt x="82058" y="92210"/>
                  </a:moveTo>
                  <a:cubicBezTo>
                    <a:pt x="82058" y="92210"/>
                    <a:pt x="82058" y="92210"/>
                    <a:pt x="82058" y="92210"/>
                  </a:cubicBezTo>
                  <a:cubicBezTo>
                    <a:pt x="82058" y="92210"/>
                    <a:pt x="82647" y="91578"/>
                    <a:pt x="82647" y="91578"/>
                  </a:cubicBezTo>
                  <a:cubicBezTo>
                    <a:pt x="82941" y="91578"/>
                    <a:pt x="83235" y="91894"/>
                    <a:pt x="83235" y="91894"/>
                  </a:cubicBezTo>
                  <a:cubicBezTo>
                    <a:pt x="83235" y="91894"/>
                    <a:pt x="84117" y="92526"/>
                    <a:pt x="84117" y="92526"/>
                  </a:cubicBezTo>
                  <a:cubicBezTo>
                    <a:pt x="84117" y="92842"/>
                    <a:pt x="84411" y="93473"/>
                    <a:pt x="84117" y="93473"/>
                  </a:cubicBezTo>
                  <a:cubicBezTo>
                    <a:pt x="83823" y="93789"/>
                    <a:pt x="83529" y="94105"/>
                    <a:pt x="83235" y="93789"/>
                  </a:cubicBezTo>
                  <a:cubicBezTo>
                    <a:pt x="82941" y="93789"/>
                    <a:pt x="82647" y="93789"/>
                    <a:pt x="82647" y="93473"/>
                  </a:cubicBezTo>
                  <a:cubicBezTo>
                    <a:pt x="82647" y="93157"/>
                    <a:pt x="82647" y="93157"/>
                    <a:pt x="82647" y="92842"/>
                  </a:cubicBezTo>
                  <a:cubicBezTo>
                    <a:pt x="82647" y="92842"/>
                    <a:pt x="82058" y="92842"/>
                    <a:pt x="82058" y="92842"/>
                  </a:cubicBezTo>
                  <a:cubicBezTo>
                    <a:pt x="82058" y="92210"/>
                    <a:pt x="82058" y="92210"/>
                    <a:pt x="82058" y="92210"/>
                  </a:cubicBezTo>
                  <a:close/>
                  <a:moveTo>
                    <a:pt x="70000" y="88105"/>
                  </a:moveTo>
                  <a:cubicBezTo>
                    <a:pt x="70000" y="88105"/>
                    <a:pt x="70000" y="88105"/>
                    <a:pt x="70000" y="88105"/>
                  </a:cubicBezTo>
                  <a:cubicBezTo>
                    <a:pt x="70294" y="88105"/>
                    <a:pt x="70882" y="87789"/>
                    <a:pt x="70882" y="88105"/>
                  </a:cubicBezTo>
                  <a:cubicBezTo>
                    <a:pt x="71176" y="88421"/>
                    <a:pt x="71470" y="88421"/>
                    <a:pt x="71470" y="88736"/>
                  </a:cubicBezTo>
                  <a:cubicBezTo>
                    <a:pt x="71470" y="88736"/>
                    <a:pt x="71764" y="89052"/>
                    <a:pt x="71176" y="89368"/>
                  </a:cubicBezTo>
                  <a:cubicBezTo>
                    <a:pt x="70588" y="89368"/>
                    <a:pt x="70294" y="89368"/>
                    <a:pt x="70294" y="89368"/>
                  </a:cubicBezTo>
                  <a:cubicBezTo>
                    <a:pt x="70588" y="90315"/>
                    <a:pt x="70588" y="90315"/>
                    <a:pt x="70588" y="90315"/>
                  </a:cubicBezTo>
                  <a:cubicBezTo>
                    <a:pt x="70588" y="90315"/>
                    <a:pt x="71176" y="90315"/>
                    <a:pt x="70294" y="90947"/>
                  </a:cubicBezTo>
                  <a:cubicBezTo>
                    <a:pt x="69705" y="91578"/>
                    <a:pt x="69117" y="91578"/>
                    <a:pt x="69117" y="91578"/>
                  </a:cubicBezTo>
                  <a:cubicBezTo>
                    <a:pt x="69117" y="91263"/>
                    <a:pt x="69117" y="91263"/>
                    <a:pt x="69117" y="91263"/>
                  </a:cubicBezTo>
                  <a:cubicBezTo>
                    <a:pt x="68235" y="91578"/>
                    <a:pt x="68235" y="91578"/>
                    <a:pt x="68235" y="91578"/>
                  </a:cubicBezTo>
                  <a:cubicBezTo>
                    <a:pt x="68235" y="91578"/>
                    <a:pt x="67941" y="91894"/>
                    <a:pt x="67941" y="91578"/>
                  </a:cubicBezTo>
                  <a:cubicBezTo>
                    <a:pt x="67647" y="90947"/>
                    <a:pt x="67352" y="90315"/>
                    <a:pt x="67941" y="90315"/>
                  </a:cubicBezTo>
                  <a:cubicBezTo>
                    <a:pt x="68529" y="90000"/>
                    <a:pt x="68529" y="89684"/>
                    <a:pt x="68823" y="90000"/>
                  </a:cubicBezTo>
                  <a:cubicBezTo>
                    <a:pt x="69117" y="90315"/>
                    <a:pt x="69117" y="90631"/>
                    <a:pt x="69117" y="90631"/>
                  </a:cubicBezTo>
                  <a:cubicBezTo>
                    <a:pt x="69411" y="89684"/>
                    <a:pt x="69411" y="89684"/>
                    <a:pt x="69411" y="89684"/>
                  </a:cubicBezTo>
                  <a:cubicBezTo>
                    <a:pt x="69411" y="89684"/>
                    <a:pt x="69117" y="89684"/>
                    <a:pt x="69117" y="89368"/>
                  </a:cubicBezTo>
                  <a:cubicBezTo>
                    <a:pt x="69411" y="89052"/>
                    <a:pt x="69411" y="89052"/>
                    <a:pt x="69705" y="88736"/>
                  </a:cubicBezTo>
                  <a:cubicBezTo>
                    <a:pt x="70000" y="88736"/>
                    <a:pt x="70294" y="89052"/>
                    <a:pt x="70294" y="89052"/>
                  </a:cubicBezTo>
                  <a:cubicBezTo>
                    <a:pt x="70000" y="88105"/>
                    <a:pt x="70000" y="88105"/>
                    <a:pt x="70000" y="88105"/>
                  </a:cubicBezTo>
                  <a:close/>
                  <a:moveTo>
                    <a:pt x="75882" y="90315"/>
                  </a:moveTo>
                  <a:cubicBezTo>
                    <a:pt x="75882" y="90315"/>
                    <a:pt x="75882" y="90315"/>
                    <a:pt x="75882" y="90315"/>
                  </a:cubicBezTo>
                  <a:cubicBezTo>
                    <a:pt x="75882" y="90315"/>
                    <a:pt x="76176" y="90315"/>
                    <a:pt x="76176" y="90631"/>
                  </a:cubicBezTo>
                  <a:cubicBezTo>
                    <a:pt x="76470" y="90947"/>
                    <a:pt x="76470" y="90947"/>
                    <a:pt x="76176" y="90947"/>
                  </a:cubicBezTo>
                  <a:cubicBezTo>
                    <a:pt x="76176" y="90947"/>
                    <a:pt x="75294" y="90947"/>
                    <a:pt x="75294" y="90947"/>
                  </a:cubicBezTo>
                  <a:cubicBezTo>
                    <a:pt x="75294" y="90947"/>
                    <a:pt x="75000" y="91263"/>
                    <a:pt x="75000" y="90631"/>
                  </a:cubicBezTo>
                  <a:cubicBezTo>
                    <a:pt x="75000" y="90315"/>
                    <a:pt x="75000" y="90000"/>
                    <a:pt x="75000" y="90000"/>
                  </a:cubicBezTo>
                  <a:cubicBezTo>
                    <a:pt x="75882" y="90315"/>
                    <a:pt x="75882" y="90315"/>
                    <a:pt x="75882" y="90315"/>
                  </a:cubicBezTo>
                  <a:close/>
                  <a:moveTo>
                    <a:pt x="77941" y="89052"/>
                  </a:moveTo>
                  <a:cubicBezTo>
                    <a:pt x="77941" y="89052"/>
                    <a:pt x="77941" y="89052"/>
                    <a:pt x="77941" y="89052"/>
                  </a:cubicBezTo>
                  <a:cubicBezTo>
                    <a:pt x="79117" y="88105"/>
                    <a:pt x="79117" y="88105"/>
                    <a:pt x="79117" y="88105"/>
                  </a:cubicBezTo>
                  <a:cubicBezTo>
                    <a:pt x="79117" y="88105"/>
                    <a:pt x="79411" y="89052"/>
                    <a:pt x="78823" y="89368"/>
                  </a:cubicBezTo>
                  <a:cubicBezTo>
                    <a:pt x="78529" y="89684"/>
                    <a:pt x="78235" y="89684"/>
                    <a:pt x="78235" y="89684"/>
                  </a:cubicBezTo>
                  <a:cubicBezTo>
                    <a:pt x="77647" y="89368"/>
                    <a:pt x="77647" y="89368"/>
                    <a:pt x="77647" y="89368"/>
                  </a:cubicBezTo>
                  <a:cubicBezTo>
                    <a:pt x="77941" y="89052"/>
                    <a:pt x="77941" y="89052"/>
                    <a:pt x="77941" y="89052"/>
                  </a:cubicBezTo>
                  <a:close/>
                  <a:moveTo>
                    <a:pt x="80294" y="86842"/>
                  </a:moveTo>
                  <a:cubicBezTo>
                    <a:pt x="80294" y="86842"/>
                    <a:pt x="80294" y="86842"/>
                    <a:pt x="80294" y="86842"/>
                  </a:cubicBezTo>
                  <a:cubicBezTo>
                    <a:pt x="80294" y="86842"/>
                    <a:pt x="80000" y="87789"/>
                    <a:pt x="80294" y="88421"/>
                  </a:cubicBezTo>
                  <a:cubicBezTo>
                    <a:pt x="80294" y="88736"/>
                    <a:pt x="80294" y="88736"/>
                    <a:pt x="80588" y="88736"/>
                  </a:cubicBezTo>
                  <a:cubicBezTo>
                    <a:pt x="80882" y="89052"/>
                    <a:pt x="81176" y="89052"/>
                    <a:pt x="81470" y="88736"/>
                  </a:cubicBezTo>
                  <a:cubicBezTo>
                    <a:pt x="81764" y="88736"/>
                    <a:pt x="81764" y="87789"/>
                    <a:pt x="81764" y="87789"/>
                  </a:cubicBezTo>
                  <a:cubicBezTo>
                    <a:pt x="81764" y="87789"/>
                    <a:pt x="81764" y="87473"/>
                    <a:pt x="81470" y="86842"/>
                  </a:cubicBezTo>
                  <a:cubicBezTo>
                    <a:pt x="81176" y="85894"/>
                    <a:pt x="80588" y="86842"/>
                    <a:pt x="80294" y="86842"/>
                  </a:cubicBezTo>
                  <a:close/>
                  <a:moveTo>
                    <a:pt x="80588" y="81789"/>
                  </a:moveTo>
                  <a:cubicBezTo>
                    <a:pt x="80588" y="81789"/>
                    <a:pt x="80588" y="81789"/>
                    <a:pt x="80588" y="81789"/>
                  </a:cubicBezTo>
                  <a:cubicBezTo>
                    <a:pt x="80588" y="81473"/>
                    <a:pt x="80588" y="80526"/>
                    <a:pt x="80882" y="80210"/>
                  </a:cubicBezTo>
                  <a:cubicBezTo>
                    <a:pt x="81176" y="80210"/>
                    <a:pt x="81176" y="79894"/>
                    <a:pt x="81470" y="79578"/>
                  </a:cubicBezTo>
                  <a:cubicBezTo>
                    <a:pt x="81470" y="79263"/>
                    <a:pt x="82647" y="79263"/>
                    <a:pt x="82647" y="79263"/>
                  </a:cubicBezTo>
                  <a:cubicBezTo>
                    <a:pt x="82941" y="79894"/>
                    <a:pt x="82941" y="79894"/>
                    <a:pt x="82941" y="79894"/>
                  </a:cubicBezTo>
                  <a:cubicBezTo>
                    <a:pt x="82941" y="79894"/>
                    <a:pt x="82941" y="80526"/>
                    <a:pt x="82941" y="80842"/>
                  </a:cubicBezTo>
                  <a:cubicBezTo>
                    <a:pt x="82941" y="81157"/>
                    <a:pt x="82941" y="81157"/>
                    <a:pt x="83235" y="81789"/>
                  </a:cubicBezTo>
                  <a:cubicBezTo>
                    <a:pt x="83235" y="82105"/>
                    <a:pt x="82941" y="82736"/>
                    <a:pt x="82941" y="83052"/>
                  </a:cubicBezTo>
                  <a:cubicBezTo>
                    <a:pt x="82647" y="83368"/>
                    <a:pt x="82647" y="83684"/>
                    <a:pt x="82352" y="83684"/>
                  </a:cubicBezTo>
                  <a:cubicBezTo>
                    <a:pt x="82058" y="84000"/>
                    <a:pt x="82058" y="84315"/>
                    <a:pt x="81764" y="84000"/>
                  </a:cubicBezTo>
                  <a:cubicBezTo>
                    <a:pt x="81470" y="83684"/>
                    <a:pt x="80588" y="83368"/>
                    <a:pt x="80588" y="83052"/>
                  </a:cubicBezTo>
                  <a:cubicBezTo>
                    <a:pt x="80588" y="83052"/>
                    <a:pt x="80588" y="82421"/>
                    <a:pt x="80588" y="82421"/>
                  </a:cubicBezTo>
                  <a:cubicBezTo>
                    <a:pt x="80588" y="81789"/>
                    <a:pt x="80588" y="81789"/>
                    <a:pt x="80588" y="81789"/>
                  </a:cubicBezTo>
                  <a:close/>
                  <a:moveTo>
                    <a:pt x="77058" y="83368"/>
                  </a:moveTo>
                  <a:cubicBezTo>
                    <a:pt x="77058" y="83368"/>
                    <a:pt x="77058" y="83368"/>
                    <a:pt x="77058" y="83368"/>
                  </a:cubicBezTo>
                  <a:cubicBezTo>
                    <a:pt x="77058" y="83052"/>
                    <a:pt x="77352" y="81789"/>
                    <a:pt x="77352" y="81789"/>
                  </a:cubicBezTo>
                  <a:cubicBezTo>
                    <a:pt x="77352" y="81789"/>
                    <a:pt x="77352" y="81157"/>
                    <a:pt x="77941" y="80842"/>
                  </a:cubicBezTo>
                  <a:cubicBezTo>
                    <a:pt x="78235" y="80842"/>
                    <a:pt x="78235" y="80526"/>
                    <a:pt x="78529" y="80842"/>
                  </a:cubicBezTo>
                  <a:cubicBezTo>
                    <a:pt x="78823" y="81157"/>
                    <a:pt x="79117" y="81473"/>
                    <a:pt x="79117" y="81473"/>
                  </a:cubicBezTo>
                  <a:cubicBezTo>
                    <a:pt x="79117" y="81473"/>
                    <a:pt x="78823" y="81473"/>
                    <a:pt x="78823" y="81789"/>
                  </a:cubicBezTo>
                  <a:cubicBezTo>
                    <a:pt x="78823" y="81789"/>
                    <a:pt x="79117" y="82421"/>
                    <a:pt x="79117" y="82421"/>
                  </a:cubicBezTo>
                  <a:cubicBezTo>
                    <a:pt x="78823" y="82736"/>
                    <a:pt x="78529" y="83052"/>
                    <a:pt x="78235" y="83368"/>
                  </a:cubicBezTo>
                  <a:cubicBezTo>
                    <a:pt x="78235" y="83684"/>
                    <a:pt x="77647" y="84000"/>
                    <a:pt x="77647" y="84000"/>
                  </a:cubicBezTo>
                  <a:cubicBezTo>
                    <a:pt x="76764" y="84631"/>
                    <a:pt x="76764" y="84631"/>
                    <a:pt x="76764" y="84631"/>
                  </a:cubicBezTo>
                  <a:cubicBezTo>
                    <a:pt x="76764" y="84947"/>
                    <a:pt x="76764" y="84947"/>
                    <a:pt x="76764" y="84947"/>
                  </a:cubicBezTo>
                  <a:cubicBezTo>
                    <a:pt x="76470" y="84947"/>
                    <a:pt x="76470" y="84947"/>
                    <a:pt x="76470" y="84947"/>
                  </a:cubicBezTo>
                  <a:cubicBezTo>
                    <a:pt x="75882" y="84000"/>
                    <a:pt x="75882" y="84000"/>
                    <a:pt x="75882" y="84000"/>
                  </a:cubicBezTo>
                  <a:cubicBezTo>
                    <a:pt x="76764" y="83368"/>
                    <a:pt x="76764" y="83368"/>
                    <a:pt x="76764" y="83368"/>
                  </a:cubicBezTo>
                  <a:cubicBezTo>
                    <a:pt x="77058" y="83368"/>
                    <a:pt x="77058" y="83368"/>
                    <a:pt x="77058" y="83368"/>
                  </a:cubicBezTo>
                  <a:close/>
                  <a:moveTo>
                    <a:pt x="71176" y="84631"/>
                  </a:moveTo>
                  <a:cubicBezTo>
                    <a:pt x="71176" y="84631"/>
                    <a:pt x="71176" y="84631"/>
                    <a:pt x="71176" y="84631"/>
                  </a:cubicBezTo>
                  <a:cubicBezTo>
                    <a:pt x="72058" y="84315"/>
                    <a:pt x="72058" y="84315"/>
                    <a:pt x="72058" y="84315"/>
                  </a:cubicBezTo>
                  <a:cubicBezTo>
                    <a:pt x="72941" y="84947"/>
                    <a:pt x="72941" y="84947"/>
                    <a:pt x="72941" y="84947"/>
                  </a:cubicBezTo>
                  <a:cubicBezTo>
                    <a:pt x="72941" y="85894"/>
                    <a:pt x="72941" y="85894"/>
                    <a:pt x="72941" y="85894"/>
                  </a:cubicBezTo>
                  <a:cubicBezTo>
                    <a:pt x="72941" y="85894"/>
                    <a:pt x="72352" y="87157"/>
                    <a:pt x="72058" y="86842"/>
                  </a:cubicBezTo>
                  <a:cubicBezTo>
                    <a:pt x="71764" y="86210"/>
                    <a:pt x="71764" y="85578"/>
                    <a:pt x="71764" y="85578"/>
                  </a:cubicBezTo>
                  <a:cubicBezTo>
                    <a:pt x="71176" y="84631"/>
                    <a:pt x="71176" y="84631"/>
                    <a:pt x="71176" y="84631"/>
                  </a:cubicBezTo>
                  <a:close/>
                  <a:moveTo>
                    <a:pt x="67352" y="82105"/>
                  </a:moveTo>
                  <a:cubicBezTo>
                    <a:pt x="67352" y="82105"/>
                    <a:pt x="67352" y="82105"/>
                    <a:pt x="67352" y="82105"/>
                  </a:cubicBezTo>
                  <a:cubicBezTo>
                    <a:pt x="67352" y="82105"/>
                    <a:pt x="68823" y="81789"/>
                    <a:pt x="68823" y="82105"/>
                  </a:cubicBezTo>
                  <a:cubicBezTo>
                    <a:pt x="68823" y="82105"/>
                    <a:pt x="68823" y="82736"/>
                    <a:pt x="69117" y="82736"/>
                  </a:cubicBezTo>
                  <a:cubicBezTo>
                    <a:pt x="69117" y="83052"/>
                    <a:pt x="68235" y="84000"/>
                    <a:pt x="67941" y="84000"/>
                  </a:cubicBezTo>
                  <a:cubicBezTo>
                    <a:pt x="67941" y="84000"/>
                    <a:pt x="67647" y="83684"/>
                    <a:pt x="67647" y="83684"/>
                  </a:cubicBezTo>
                  <a:cubicBezTo>
                    <a:pt x="67352" y="82105"/>
                    <a:pt x="67352" y="82105"/>
                    <a:pt x="67352" y="82105"/>
                  </a:cubicBezTo>
                  <a:close/>
                  <a:moveTo>
                    <a:pt x="66176" y="78000"/>
                  </a:moveTo>
                  <a:cubicBezTo>
                    <a:pt x="66176" y="78000"/>
                    <a:pt x="66176" y="78000"/>
                    <a:pt x="66176" y="78000"/>
                  </a:cubicBezTo>
                  <a:cubicBezTo>
                    <a:pt x="66176" y="78000"/>
                    <a:pt x="66470" y="77684"/>
                    <a:pt x="66764" y="77684"/>
                  </a:cubicBezTo>
                  <a:cubicBezTo>
                    <a:pt x="67058" y="78000"/>
                    <a:pt x="67058" y="78947"/>
                    <a:pt x="67058" y="78947"/>
                  </a:cubicBezTo>
                  <a:cubicBezTo>
                    <a:pt x="66764" y="79894"/>
                    <a:pt x="66764" y="79894"/>
                    <a:pt x="66764" y="79894"/>
                  </a:cubicBezTo>
                  <a:cubicBezTo>
                    <a:pt x="66764" y="79894"/>
                    <a:pt x="66176" y="80842"/>
                    <a:pt x="66176" y="80842"/>
                  </a:cubicBezTo>
                  <a:cubicBezTo>
                    <a:pt x="66176" y="80526"/>
                    <a:pt x="65882" y="78947"/>
                    <a:pt x="65882" y="78947"/>
                  </a:cubicBezTo>
                  <a:cubicBezTo>
                    <a:pt x="66176" y="78000"/>
                    <a:pt x="66176" y="78000"/>
                    <a:pt x="66176" y="78000"/>
                  </a:cubicBezTo>
                  <a:close/>
                  <a:moveTo>
                    <a:pt x="64411" y="75473"/>
                  </a:moveTo>
                  <a:cubicBezTo>
                    <a:pt x="64411" y="75473"/>
                    <a:pt x="64411" y="75473"/>
                    <a:pt x="64411" y="75473"/>
                  </a:cubicBezTo>
                  <a:cubicBezTo>
                    <a:pt x="64411" y="75473"/>
                    <a:pt x="64117" y="76421"/>
                    <a:pt x="64117" y="76736"/>
                  </a:cubicBezTo>
                  <a:cubicBezTo>
                    <a:pt x="64117" y="76736"/>
                    <a:pt x="64411" y="77368"/>
                    <a:pt x="64411" y="77368"/>
                  </a:cubicBezTo>
                  <a:cubicBezTo>
                    <a:pt x="64411" y="77684"/>
                    <a:pt x="64411" y="77368"/>
                    <a:pt x="64705" y="77052"/>
                  </a:cubicBezTo>
                  <a:cubicBezTo>
                    <a:pt x="65000" y="76736"/>
                    <a:pt x="65000" y="76421"/>
                    <a:pt x="65000" y="76421"/>
                  </a:cubicBezTo>
                  <a:cubicBezTo>
                    <a:pt x="65000" y="76421"/>
                    <a:pt x="65588" y="76105"/>
                    <a:pt x="65588" y="75789"/>
                  </a:cubicBezTo>
                  <a:cubicBezTo>
                    <a:pt x="65882" y="75789"/>
                    <a:pt x="65882" y="74842"/>
                    <a:pt x="65882" y="74842"/>
                  </a:cubicBezTo>
                  <a:cubicBezTo>
                    <a:pt x="65882" y="74842"/>
                    <a:pt x="65000" y="74210"/>
                    <a:pt x="65000" y="74526"/>
                  </a:cubicBezTo>
                  <a:cubicBezTo>
                    <a:pt x="64705" y="74526"/>
                    <a:pt x="64411" y="75473"/>
                    <a:pt x="64411" y="75473"/>
                  </a:cubicBezTo>
                  <a:close/>
                  <a:moveTo>
                    <a:pt x="68529" y="74842"/>
                  </a:moveTo>
                  <a:cubicBezTo>
                    <a:pt x="68529" y="74842"/>
                    <a:pt x="68529" y="74842"/>
                    <a:pt x="68529" y="74842"/>
                  </a:cubicBezTo>
                  <a:cubicBezTo>
                    <a:pt x="68823" y="74842"/>
                    <a:pt x="68823" y="74842"/>
                    <a:pt x="68823" y="74842"/>
                  </a:cubicBezTo>
                  <a:cubicBezTo>
                    <a:pt x="68823" y="75157"/>
                    <a:pt x="68823" y="75157"/>
                    <a:pt x="68823" y="75157"/>
                  </a:cubicBezTo>
                  <a:cubicBezTo>
                    <a:pt x="68823" y="75157"/>
                    <a:pt x="69705" y="74842"/>
                    <a:pt x="70000" y="74842"/>
                  </a:cubicBezTo>
                  <a:cubicBezTo>
                    <a:pt x="70294" y="74526"/>
                    <a:pt x="70000" y="74210"/>
                    <a:pt x="70000" y="73894"/>
                  </a:cubicBezTo>
                  <a:cubicBezTo>
                    <a:pt x="69705" y="73578"/>
                    <a:pt x="68529" y="74842"/>
                    <a:pt x="68529" y="74842"/>
                  </a:cubicBezTo>
                  <a:close/>
                  <a:moveTo>
                    <a:pt x="72647" y="76105"/>
                  </a:moveTo>
                  <a:cubicBezTo>
                    <a:pt x="72647" y="76105"/>
                    <a:pt x="72647" y="76105"/>
                    <a:pt x="72647" y="76105"/>
                  </a:cubicBezTo>
                  <a:cubicBezTo>
                    <a:pt x="72058" y="75789"/>
                    <a:pt x="72058" y="75789"/>
                    <a:pt x="72058" y="75789"/>
                  </a:cubicBezTo>
                  <a:cubicBezTo>
                    <a:pt x="72058" y="76421"/>
                    <a:pt x="72058" y="76421"/>
                    <a:pt x="72058" y="76421"/>
                  </a:cubicBezTo>
                  <a:cubicBezTo>
                    <a:pt x="72058" y="76421"/>
                    <a:pt x="72352" y="77052"/>
                    <a:pt x="72647" y="77368"/>
                  </a:cubicBezTo>
                  <a:cubicBezTo>
                    <a:pt x="72647" y="77368"/>
                    <a:pt x="72058" y="78000"/>
                    <a:pt x="72058" y="78000"/>
                  </a:cubicBezTo>
                  <a:cubicBezTo>
                    <a:pt x="72647" y="78947"/>
                    <a:pt x="72647" y="78947"/>
                    <a:pt x="72647" y="78947"/>
                  </a:cubicBezTo>
                  <a:cubicBezTo>
                    <a:pt x="73529" y="77368"/>
                    <a:pt x="73529" y="77368"/>
                    <a:pt x="73529" y="77368"/>
                  </a:cubicBezTo>
                  <a:cubicBezTo>
                    <a:pt x="73529" y="77368"/>
                    <a:pt x="73235" y="76736"/>
                    <a:pt x="73235" y="76736"/>
                  </a:cubicBezTo>
                  <a:cubicBezTo>
                    <a:pt x="73235" y="76421"/>
                    <a:pt x="72647" y="76105"/>
                    <a:pt x="72647" y="76105"/>
                  </a:cubicBezTo>
                  <a:close/>
                  <a:moveTo>
                    <a:pt x="76764" y="76105"/>
                  </a:moveTo>
                  <a:cubicBezTo>
                    <a:pt x="76764" y="76105"/>
                    <a:pt x="76764" y="76105"/>
                    <a:pt x="76764" y="76105"/>
                  </a:cubicBezTo>
                  <a:cubicBezTo>
                    <a:pt x="77058" y="76736"/>
                    <a:pt x="77058" y="76736"/>
                    <a:pt x="77058" y="76736"/>
                  </a:cubicBezTo>
                  <a:cubicBezTo>
                    <a:pt x="77058" y="76736"/>
                    <a:pt x="76764" y="77368"/>
                    <a:pt x="76470" y="77368"/>
                  </a:cubicBezTo>
                  <a:cubicBezTo>
                    <a:pt x="76470" y="77368"/>
                    <a:pt x="76176" y="77052"/>
                    <a:pt x="76176" y="77052"/>
                  </a:cubicBezTo>
                  <a:cubicBezTo>
                    <a:pt x="76764" y="76105"/>
                    <a:pt x="76764" y="76105"/>
                    <a:pt x="76764" y="76105"/>
                  </a:cubicBezTo>
                  <a:close/>
                  <a:moveTo>
                    <a:pt x="77647" y="75157"/>
                  </a:moveTo>
                  <a:cubicBezTo>
                    <a:pt x="77647" y="75157"/>
                    <a:pt x="77647" y="75157"/>
                    <a:pt x="77647" y="75157"/>
                  </a:cubicBezTo>
                  <a:cubicBezTo>
                    <a:pt x="77941" y="75789"/>
                    <a:pt x="77941" y="75789"/>
                    <a:pt x="77941" y="75789"/>
                  </a:cubicBezTo>
                  <a:cubicBezTo>
                    <a:pt x="77941" y="75789"/>
                    <a:pt x="78823" y="75473"/>
                    <a:pt x="79411" y="75157"/>
                  </a:cubicBezTo>
                  <a:cubicBezTo>
                    <a:pt x="80294" y="74842"/>
                    <a:pt x="79411" y="74526"/>
                    <a:pt x="79411" y="74526"/>
                  </a:cubicBezTo>
                  <a:cubicBezTo>
                    <a:pt x="78529" y="74526"/>
                    <a:pt x="78529" y="74526"/>
                    <a:pt x="78529" y="74526"/>
                  </a:cubicBezTo>
                  <a:cubicBezTo>
                    <a:pt x="78529" y="74526"/>
                    <a:pt x="77647" y="74842"/>
                    <a:pt x="77647" y="75157"/>
                  </a:cubicBezTo>
                  <a:close/>
                  <a:moveTo>
                    <a:pt x="72647" y="72631"/>
                  </a:moveTo>
                  <a:cubicBezTo>
                    <a:pt x="72647" y="72631"/>
                    <a:pt x="72647" y="72631"/>
                    <a:pt x="72647" y="72631"/>
                  </a:cubicBezTo>
                  <a:cubicBezTo>
                    <a:pt x="73529" y="73578"/>
                    <a:pt x="73529" y="73578"/>
                    <a:pt x="73529" y="73578"/>
                  </a:cubicBezTo>
                  <a:cubicBezTo>
                    <a:pt x="73529" y="73578"/>
                    <a:pt x="74705" y="74210"/>
                    <a:pt x="75000" y="74210"/>
                  </a:cubicBezTo>
                  <a:cubicBezTo>
                    <a:pt x="75000" y="74526"/>
                    <a:pt x="75588" y="74210"/>
                    <a:pt x="76176" y="74210"/>
                  </a:cubicBezTo>
                  <a:cubicBezTo>
                    <a:pt x="76470" y="73894"/>
                    <a:pt x="76470" y="73894"/>
                    <a:pt x="76470" y="73578"/>
                  </a:cubicBezTo>
                  <a:cubicBezTo>
                    <a:pt x="76470" y="73578"/>
                    <a:pt x="76176" y="73263"/>
                    <a:pt x="76176" y="73263"/>
                  </a:cubicBezTo>
                  <a:cubicBezTo>
                    <a:pt x="76176" y="73263"/>
                    <a:pt x="75882" y="72631"/>
                    <a:pt x="75000" y="72631"/>
                  </a:cubicBezTo>
                  <a:cubicBezTo>
                    <a:pt x="74411" y="72947"/>
                    <a:pt x="74411" y="72631"/>
                    <a:pt x="74411" y="72631"/>
                  </a:cubicBezTo>
                  <a:cubicBezTo>
                    <a:pt x="74411" y="72631"/>
                    <a:pt x="74117" y="72631"/>
                    <a:pt x="73235" y="72315"/>
                  </a:cubicBezTo>
                  <a:cubicBezTo>
                    <a:pt x="72647" y="72315"/>
                    <a:pt x="72941" y="72631"/>
                    <a:pt x="72647" y="72631"/>
                  </a:cubicBezTo>
                  <a:close/>
                  <a:moveTo>
                    <a:pt x="72058" y="72315"/>
                  </a:moveTo>
                  <a:cubicBezTo>
                    <a:pt x="72058" y="72315"/>
                    <a:pt x="72058" y="72315"/>
                    <a:pt x="72058" y="72315"/>
                  </a:cubicBezTo>
                  <a:cubicBezTo>
                    <a:pt x="72352" y="72000"/>
                    <a:pt x="72352" y="72000"/>
                    <a:pt x="72352" y="72000"/>
                  </a:cubicBezTo>
                  <a:cubicBezTo>
                    <a:pt x="72352" y="72000"/>
                    <a:pt x="72352" y="71368"/>
                    <a:pt x="72352" y="70421"/>
                  </a:cubicBezTo>
                  <a:cubicBezTo>
                    <a:pt x="72352" y="69789"/>
                    <a:pt x="72058" y="70105"/>
                    <a:pt x="72058" y="70105"/>
                  </a:cubicBezTo>
                  <a:cubicBezTo>
                    <a:pt x="72058" y="69789"/>
                    <a:pt x="72058" y="69473"/>
                    <a:pt x="71764" y="68842"/>
                  </a:cubicBezTo>
                  <a:cubicBezTo>
                    <a:pt x="71470" y="68526"/>
                    <a:pt x="71470" y="68842"/>
                    <a:pt x="71176" y="68842"/>
                  </a:cubicBezTo>
                  <a:cubicBezTo>
                    <a:pt x="71176" y="68842"/>
                    <a:pt x="70882" y="69157"/>
                    <a:pt x="70294" y="69157"/>
                  </a:cubicBezTo>
                  <a:cubicBezTo>
                    <a:pt x="69705" y="69157"/>
                    <a:pt x="70000" y="68526"/>
                    <a:pt x="69705" y="68210"/>
                  </a:cubicBezTo>
                  <a:cubicBezTo>
                    <a:pt x="69411" y="67894"/>
                    <a:pt x="68823" y="67894"/>
                    <a:pt x="68823" y="67894"/>
                  </a:cubicBezTo>
                  <a:cubicBezTo>
                    <a:pt x="68529" y="67894"/>
                    <a:pt x="67941" y="68842"/>
                    <a:pt x="67941" y="69157"/>
                  </a:cubicBezTo>
                  <a:cubicBezTo>
                    <a:pt x="67941" y="69473"/>
                    <a:pt x="68235" y="69473"/>
                    <a:pt x="69117" y="70421"/>
                  </a:cubicBezTo>
                  <a:cubicBezTo>
                    <a:pt x="70000" y="71052"/>
                    <a:pt x="70294" y="71052"/>
                    <a:pt x="70588" y="71052"/>
                  </a:cubicBezTo>
                  <a:cubicBezTo>
                    <a:pt x="70882" y="71368"/>
                    <a:pt x="71764" y="72000"/>
                    <a:pt x="72058" y="72315"/>
                  </a:cubicBezTo>
                  <a:close/>
                  <a:moveTo>
                    <a:pt x="63529" y="113684"/>
                  </a:moveTo>
                  <a:cubicBezTo>
                    <a:pt x="63529" y="113684"/>
                    <a:pt x="63529" y="113684"/>
                    <a:pt x="63529" y="113684"/>
                  </a:cubicBezTo>
                  <a:cubicBezTo>
                    <a:pt x="63823" y="112736"/>
                    <a:pt x="63823" y="112736"/>
                    <a:pt x="63823" y="112736"/>
                  </a:cubicBezTo>
                  <a:cubicBezTo>
                    <a:pt x="63235" y="111789"/>
                    <a:pt x="63235" y="111789"/>
                    <a:pt x="63235" y="111789"/>
                  </a:cubicBezTo>
                  <a:cubicBezTo>
                    <a:pt x="63235" y="110526"/>
                    <a:pt x="63235" y="110526"/>
                    <a:pt x="63235" y="110526"/>
                  </a:cubicBezTo>
                  <a:cubicBezTo>
                    <a:pt x="63529" y="110210"/>
                    <a:pt x="63529" y="110210"/>
                    <a:pt x="63529" y="110210"/>
                  </a:cubicBezTo>
                  <a:cubicBezTo>
                    <a:pt x="63529" y="110210"/>
                    <a:pt x="64117" y="110842"/>
                    <a:pt x="64117" y="111157"/>
                  </a:cubicBezTo>
                  <a:cubicBezTo>
                    <a:pt x="64117" y="111473"/>
                    <a:pt x="64117" y="112105"/>
                    <a:pt x="64117" y="112105"/>
                  </a:cubicBezTo>
                  <a:cubicBezTo>
                    <a:pt x="64117" y="112105"/>
                    <a:pt x="65000" y="112736"/>
                    <a:pt x="65000" y="112736"/>
                  </a:cubicBezTo>
                  <a:cubicBezTo>
                    <a:pt x="65294" y="112736"/>
                    <a:pt x="67058" y="112421"/>
                    <a:pt x="67058" y="112421"/>
                  </a:cubicBezTo>
                  <a:cubicBezTo>
                    <a:pt x="67058" y="112421"/>
                    <a:pt x="67647" y="111473"/>
                    <a:pt x="67647" y="111473"/>
                  </a:cubicBezTo>
                  <a:cubicBezTo>
                    <a:pt x="67941" y="111157"/>
                    <a:pt x="68823" y="110526"/>
                    <a:pt x="68823" y="110526"/>
                  </a:cubicBezTo>
                  <a:cubicBezTo>
                    <a:pt x="68823" y="110526"/>
                    <a:pt x="68823" y="110210"/>
                    <a:pt x="69411" y="110842"/>
                  </a:cubicBezTo>
                  <a:cubicBezTo>
                    <a:pt x="70000" y="111157"/>
                    <a:pt x="69411" y="112105"/>
                    <a:pt x="69411" y="112105"/>
                  </a:cubicBezTo>
                  <a:cubicBezTo>
                    <a:pt x="69117" y="112105"/>
                    <a:pt x="69117" y="112421"/>
                    <a:pt x="69117" y="112421"/>
                  </a:cubicBezTo>
                  <a:cubicBezTo>
                    <a:pt x="69705" y="113052"/>
                    <a:pt x="69705" y="113052"/>
                    <a:pt x="69705" y="113052"/>
                  </a:cubicBezTo>
                  <a:cubicBezTo>
                    <a:pt x="69705" y="113052"/>
                    <a:pt x="69705" y="112421"/>
                    <a:pt x="70000" y="112421"/>
                  </a:cubicBezTo>
                  <a:cubicBezTo>
                    <a:pt x="70294" y="112421"/>
                    <a:pt x="70294" y="112105"/>
                    <a:pt x="70588" y="112105"/>
                  </a:cubicBezTo>
                  <a:cubicBezTo>
                    <a:pt x="70588" y="112421"/>
                    <a:pt x="71176" y="113052"/>
                    <a:pt x="71176" y="113052"/>
                  </a:cubicBezTo>
                  <a:cubicBezTo>
                    <a:pt x="71176" y="113052"/>
                    <a:pt x="71176" y="114000"/>
                    <a:pt x="71470" y="114000"/>
                  </a:cubicBezTo>
                  <a:cubicBezTo>
                    <a:pt x="71764" y="113684"/>
                    <a:pt x="72352" y="114000"/>
                    <a:pt x="72647" y="113684"/>
                  </a:cubicBezTo>
                  <a:cubicBezTo>
                    <a:pt x="72941" y="113684"/>
                    <a:pt x="75882" y="112736"/>
                    <a:pt x="75882" y="112736"/>
                  </a:cubicBezTo>
                  <a:cubicBezTo>
                    <a:pt x="76764" y="112105"/>
                    <a:pt x="76764" y="112105"/>
                    <a:pt x="76764" y="112105"/>
                  </a:cubicBezTo>
                  <a:cubicBezTo>
                    <a:pt x="76764" y="112105"/>
                    <a:pt x="77352" y="111789"/>
                    <a:pt x="77941" y="111789"/>
                  </a:cubicBezTo>
                  <a:cubicBezTo>
                    <a:pt x="78235" y="111789"/>
                    <a:pt x="80000" y="111157"/>
                    <a:pt x="80000" y="111157"/>
                  </a:cubicBezTo>
                  <a:cubicBezTo>
                    <a:pt x="80000" y="111157"/>
                    <a:pt x="80882" y="110526"/>
                    <a:pt x="81470" y="110842"/>
                  </a:cubicBezTo>
                  <a:cubicBezTo>
                    <a:pt x="81764" y="111473"/>
                    <a:pt x="82941" y="112421"/>
                    <a:pt x="82941" y="112421"/>
                  </a:cubicBezTo>
                  <a:cubicBezTo>
                    <a:pt x="84705" y="112105"/>
                    <a:pt x="84705" y="112105"/>
                    <a:pt x="84705" y="112105"/>
                  </a:cubicBezTo>
                  <a:cubicBezTo>
                    <a:pt x="84705" y="112105"/>
                    <a:pt x="85294" y="111789"/>
                    <a:pt x="85294" y="111789"/>
                  </a:cubicBezTo>
                  <a:cubicBezTo>
                    <a:pt x="85588" y="112105"/>
                    <a:pt x="87352" y="111789"/>
                    <a:pt x="87352" y="111789"/>
                  </a:cubicBezTo>
                  <a:cubicBezTo>
                    <a:pt x="87352" y="111789"/>
                    <a:pt x="88235" y="110842"/>
                    <a:pt x="88529" y="110842"/>
                  </a:cubicBezTo>
                  <a:cubicBezTo>
                    <a:pt x="88529" y="110842"/>
                    <a:pt x="90588" y="110210"/>
                    <a:pt x="90588" y="110210"/>
                  </a:cubicBezTo>
                  <a:cubicBezTo>
                    <a:pt x="90588" y="110210"/>
                    <a:pt x="90882" y="110210"/>
                    <a:pt x="90882" y="110842"/>
                  </a:cubicBezTo>
                  <a:cubicBezTo>
                    <a:pt x="90882" y="111473"/>
                    <a:pt x="90882" y="112421"/>
                    <a:pt x="90882" y="112736"/>
                  </a:cubicBezTo>
                  <a:cubicBezTo>
                    <a:pt x="91176" y="113052"/>
                    <a:pt x="90882" y="113684"/>
                    <a:pt x="91470" y="113684"/>
                  </a:cubicBezTo>
                  <a:cubicBezTo>
                    <a:pt x="92058" y="113368"/>
                    <a:pt x="92647" y="113052"/>
                    <a:pt x="92647" y="113052"/>
                  </a:cubicBezTo>
                  <a:cubicBezTo>
                    <a:pt x="92647" y="113052"/>
                    <a:pt x="92058" y="113052"/>
                    <a:pt x="93235" y="112421"/>
                  </a:cubicBezTo>
                  <a:cubicBezTo>
                    <a:pt x="94117" y="111789"/>
                    <a:pt x="94411" y="111473"/>
                    <a:pt x="94705" y="111473"/>
                  </a:cubicBezTo>
                  <a:cubicBezTo>
                    <a:pt x="95000" y="111473"/>
                    <a:pt x="95000" y="111157"/>
                    <a:pt x="95294" y="111157"/>
                  </a:cubicBezTo>
                  <a:cubicBezTo>
                    <a:pt x="95882" y="111157"/>
                    <a:pt x="95882" y="111157"/>
                    <a:pt x="96176" y="111157"/>
                  </a:cubicBezTo>
                  <a:cubicBezTo>
                    <a:pt x="96470" y="110842"/>
                    <a:pt x="97058" y="109894"/>
                    <a:pt x="97058" y="109894"/>
                  </a:cubicBezTo>
                  <a:cubicBezTo>
                    <a:pt x="97058" y="109894"/>
                    <a:pt x="97352" y="109263"/>
                    <a:pt x="97647" y="109263"/>
                  </a:cubicBezTo>
                  <a:cubicBezTo>
                    <a:pt x="97647" y="109263"/>
                    <a:pt x="98235" y="108947"/>
                    <a:pt x="98235" y="108947"/>
                  </a:cubicBezTo>
                  <a:cubicBezTo>
                    <a:pt x="97941" y="109894"/>
                    <a:pt x="97941" y="109894"/>
                    <a:pt x="97941" y="109894"/>
                  </a:cubicBezTo>
                  <a:cubicBezTo>
                    <a:pt x="97941" y="109894"/>
                    <a:pt x="98529" y="111157"/>
                    <a:pt x="98529" y="111473"/>
                  </a:cubicBezTo>
                  <a:cubicBezTo>
                    <a:pt x="98529" y="111473"/>
                    <a:pt x="98529" y="111789"/>
                    <a:pt x="98235" y="112105"/>
                  </a:cubicBezTo>
                  <a:cubicBezTo>
                    <a:pt x="98235" y="112736"/>
                    <a:pt x="98235" y="113052"/>
                    <a:pt x="98235" y="113052"/>
                  </a:cubicBezTo>
                  <a:cubicBezTo>
                    <a:pt x="97941" y="113368"/>
                    <a:pt x="97941" y="113684"/>
                    <a:pt x="97941" y="114000"/>
                  </a:cubicBezTo>
                  <a:cubicBezTo>
                    <a:pt x="97647" y="114000"/>
                    <a:pt x="96764" y="114631"/>
                    <a:pt x="96764" y="114631"/>
                  </a:cubicBezTo>
                  <a:cubicBezTo>
                    <a:pt x="95294" y="114315"/>
                    <a:pt x="95294" y="114315"/>
                    <a:pt x="95294" y="114315"/>
                  </a:cubicBezTo>
                  <a:cubicBezTo>
                    <a:pt x="95294" y="114315"/>
                    <a:pt x="94705" y="114631"/>
                    <a:pt x="94411" y="114947"/>
                  </a:cubicBezTo>
                  <a:cubicBezTo>
                    <a:pt x="93823" y="114947"/>
                    <a:pt x="92941" y="115894"/>
                    <a:pt x="92647" y="115894"/>
                  </a:cubicBezTo>
                  <a:cubicBezTo>
                    <a:pt x="92352" y="115894"/>
                    <a:pt x="91470" y="115894"/>
                    <a:pt x="90588" y="115894"/>
                  </a:cubicBezTo>
                  <a:cubicBezTo>
                    <a:pt x="89705" y="116210"/>
                    <a:pt x="87352" y="116842"/>
                    <a:pt x="87352" y="116842"/>
                  </a:cubicBezTo>
                  <a:cubicBezTo>
                    <a:pt x="87352" y="116842"/>
                    <a:pt x="87058" y="117157"/>
                    <a:pt x="86764" y="117473"/>
                  </a:cubicBezTo>
                  <a:cubicBezTo>
                    <a:pt x="86176" y="117473"/>
                    <a:pt x="85000" y="118105"/>
                    <a:pt x="84705" y="118105"/>
                  </a:cubicBezTo>
                  <a:cubicBezTo>
                    <a:pt x="84411" y="118421"/>
                    <a:pt x="83529" y="119052"/>
                    <a:pt x="83235" y="119052"/>
                  </a:cubicBezTo>
                  <a:cubicBezTo>
                    <a:pt x="82941" y="119052"/>
                    <a:pt x="82647" y="119368"/>
                    <a:pt x="81470" y="119368"/>
                  </a:cubicBezTo>
                  <a:cubicBezTo>
                    <a:pt x="80000" y="119684"/>
                    <a:pt x="79705" y="120000"/>
                    <a:pt x="79705" y="120000"/>
                  </a:cubicBezTo>
                  <a:cubicBezTo>
                    <a:pt x="78823" y="120000"/>
                    <a:pt x="78823" y="120000"/>
                    <a:pt x="78823" y="120000"/>
                  </a:cubicBezTo>
                  <a:cubicBezTo>
                    <a:pt x="78823" y="117789"/>
                    <a:pt x="78823" y="117789"/>
                    <a:pt x="78823" y="117789"/>
                  </a:cubicBezTo>
                  <a:cubicBezTo>
                    <a:pt x="78823" y="117789"/>
                    <a:pt x="78823" y="116842"/>
                    <a:pt x="77941" y="117157"/>
                  </a:cubicBezTo>
                  <a:cubicBezTo>
                    <a:pt x="77058" y="117473"/>
                    <a:pt x="78235" y="117157"/>
                    <a:pt x="76470" y="117473"/>
                  </a:cubicBezTo>
                  <a:cubicBezTo>
                    <a:pt x="75000" y="117789"/>
                    <a:pt x="74117" y="116842"/>
                    <a:pt x="74117" y="116842"/>
                  </a:cubicBezTo>
                  <a:cubicBezTo>
                    <a:pt x="74117" y="116842"/>
                    <a:pt x="72647" y="116842"/>
                    <a:pt x="72058" y="117157"/>
                  </a:cubicBezTo>
                  <a:cubicBezTo>
                    <a:pt x="71470" y="117157"/>
                    <a:pt x="70588" y="117157"/>
                    <a:pt x="70294" y="117157"/>
                  </a:cubicBezTo>
                  <a:cubicBezTo>
                    <a:pt x="70000" y="117473"/>
                    <a:pt x="70000" y="117157"/>
                    <a:pt x="69117" y="117473"/>
                  </a:cubicBezTo>
                  <a:cubicBezTo>
                    <a:pt x="68235" y="117473"/>
                    <a:pt x="67352" y="117789"/>
                    <a:pt x="67352" y="117789"/>
                  </a:cubicBezTo>
                  <a:cubicBezTo>
                    <a:pt x="66470" y="117157"/>
                    <a:pt x="66470" y="117157"/>
                    <a:pt x="66470" y="117157"/>
                  </a:cubicBezTo>
                  <a:cubicBezTo>
                    <a:pt x="66470" y="117157"/>
                    <a:pt x="65588" y="117157"/>
                    <a:pt x="65294" y="117473"/>
                  </a:cubicBezTo>
                  <a:cubicBezTo>
                    <a:pt x="64705" y="117789"/>
                    <a:pt x="65000" y="118105"/>
                    <a:pt x="64411" y="118105"/>
                  </a:cubicBezTo>
                  <a:cubicBezTo>
                    <a:pt x="63823" y="118105"/>
                    <a:pt x="64117" y="118421"/>
                    <a:pt x="63529" y="118105"/>
                  </a:cubicBezTo>
                  <a:cubicBezTo>
                    <a:pt x="62647" y="117789"/>
                    <a:pt x="62058" y="117473"/>
                    <a:pt x="62058" y="117473"/>
                  </a:cubicBezTo>
                  <a:cubicBezTo>
                    <a:pt x="61764" y="115578"/>
                    <a:pt x="61764" y="115578"/>
                    <a:pt x="61764" y="115578"/>
                  </a:cubicBezTo>
                  <a:cubicBezTo>
                    <a:pt x="61764" y="115578"/>
                    <a:pt x="61764" y="115578"/>
                    <a:pt x="61764" y="114631"/>
                  </a:cubicBezTo>
                  <a:cubicBezTo>
                    <a:pt x="61470" y="114000"/>
                    <a:pt x="61176" y="112736"/>
                    <a:pt x="61176" y="112736"/>
                  </a:cubicBezTo>
                  <a:cubicBezTo>
                    <a:pt x="61764" y="111789"/>
                    <a:pt x="61764" y="111789"/>
                    <a:pt x="61764" y="111789"/>
                  </a:cubicBezTo>
                  <a:cubicBezTo>
                    <a:pt x="61764" y="111789"/>
                    <a:pt x="62058" y="112421"/>
                    <a:pt x="62058" y="112736"/>
                  </a:cubicBezTo>
                  <a:cubicBezTo>
                    <a:pt x="62058" y="112736"/>
                    <a:pt x="62058" y="113684"/>
                    <a:pt x="62352" y="113684"/>
                  </a:cubicBezTo>
                  <a:cubicBezTo>
                    <a:pt x="62941" y="113684"/>
                    <a:pt x="63529" y="113684"/>
                    <a:pt x="63529" y="113684"/>
                  </a:cubicBezTo>
                  <a:close/>
                  <a:moveTo>
                    <a:pt x="50588" y="100736"/>
                  </a:moveTo>
                  <a:cubicBezTo>
                    <a:pt x="50588" y="100736"/>
                    <a:pt x="50588" y="100736"/>
                    <a:pt x="50588" y="100736"/>
                  </a:cubicBezTo>
                  <a:cubicBezTo>
                    <a:pt x="51470" y="100421"/>
                    <a:pt x="51470" y="100421"/>
                    <a:pt x="51470" y="100421"/>
                  </a:cubicBezTo>
                  <a:cubicBezTo>
                    <a:pt x="51764" y="101368"/>
                    <a:pt x="51764" y="101368"/>
                    <a:pt x="51764" y="101368"/>
                  </a:cubicBezTo>
                  <a:cubicBezTo>
                    <a:pt x="52647" y="101684"/>
                    <a:pt x="52647" y="101684"/>
                    <a:pt x="52647" y="101684"/>
                  </a:cubicBezTo>
                  <a:cubicBezTo>
                    <a:pt x="52647" y="101684"/>
                    <a:pt x="53823" y="102315"/>
                    <a:pt x="53823" y="102631"/>
                  </a:cubicBezTo>
                  <a:cubicBezTo>
                    <a:pt x="53823" y="102631"/>
                    <a:pt x="53235" y="103578"/>
                    <a:pt x="53235" y="103578"/>
                  </a:cubicBezTo>
                  <a:cubicBezTo>
                    <a:pt x="53235" y="103578"/>
                    <a:pt x="53235" y="104210"/>
                    <a:pt x="53235" y="104526"/>
                  </a:cubicBezTo>
                  <a:cubicBezTo>
                    <a:pt x="53235" y="104526"/>
                    <a:pt x="52647" y="104526"/>
                    <a:pt x="52352" y="104526"/>
                  </a:cubicBezTo>
                  <a:cubicBezTo>
                    <a:pt x="52058" y="104210"/>
                    <a:pt x="51176" y="103894"/>
                    <a:pt x="51176" y="103894"/>
                  </a:cubicBezTo>
                  <a:cubicBezTo>
                    <a:pt x="51176" y="102631"/>
                    <a:pt x="51176" y="102631"/>
                    <a:pt x="51176" y="102631"/>
                  </a:cubicBezTo>
                  <a:cubicBezTo>
                    <a:pt x="50294" y="101684"/>
                    <a:pt x="50294" y="101684"/>
                    <a:pt x="50294" y="101684"/>
                  </a:cubicBezTo>
                  <a:cubicBezTo>
                    <a:pt x="50588" y="100736"/>
                    <a:pt x="50588" y="100736"/>
                    <a:pt x="50588" y="100736"/>
                  </a:cubicBezTo>
                  <a:close/>
                  <a:moveTo>
                    <a:pt x="27058" y="73263"/>
                  </a:moveTo>
                  <a:cubicBezTo>
                    <a:pt x="27058" y="73263"/>
                    <a:pt x="27058" y="73263"/>
                    <a:pt x="27058" y="73263"/>
                  </a:cubicBezTo>
                  <a:cubicBezTo>
                    <a:pt x="27058" y="73263"/>
                    <a:pt x="26470" y="73263"/>
                    <a:pt x="26470" y="73263"/>
                  </a:cubicBezTo>
                  <a:cubicBezTo>
                    <a:pt x="26176" y="73263"/>
                    <a:pt x="25882" y="73263"/>
                    <a:pt x="25588" y="73263"/>
                  </a:cubicBezTo>
                  <a:cubicBezTo>
                    <a:pt x="25294" y="73263"/>
                    <a:pt x="25588" y="73894"/>
                    <a:pt x="25588" y="74210"/>
                  </a:cubicBezTo>
                  <a:cubicBezTo>
                    <a:pt x="25588" y="74210"/>
                    <a:pt x="25588" y="74842"/>
                    <a:pt x="25588" y="75157"/>
                  </a:cubicBezTo>
                  <a:cubicBezTo>
                    <a:pt x="25294" y="75473"/>
                    <a:pt x="25000" y="75789"/>
                    <a:pt x="25000" y="76105"/>
                  </a:cubicBezTo>
                  <a:cubicBezTo>
                    <a:pt x="25000" y="76105"/>
                    <a:pt x="25000" y="76736"/>
                    <a:pt x="25000" y="77052"/>
                  </a:cubicBezTo>
                  <a:cubicBezTo>
                    <a:pt x="24705" y="77052"/>
                    <a:pt x="24117" y="77684"/>
                    <a:pt x="23823" y="77684"/>
                  </a:cubicBezTo>
                  <a:cubicBezTo>
                    <a:pt x="23529" y="78000"/>
                    <a:pt x="22941" y="78315"/>
                    <a:pt x="22941" y="78315"/>
                  </a:cubicBezTo>
                  <a:cubicBezTo>
                    <a:pt x="23529" y="79894"/>
                    <a:pt x="23529" y="79894"/>
                    <a:pt x="23529" y="79894"/>
                  </a:cubicBezTo>
                  <a:cubicBezTo>
                    <a:pt x="23529" y="79894"/>
                    <a:pt x="24117" y="79578"/>
                    <a:pt x="24411" y="79894"/>
                  </a:cubicBezTo>
                  <a:cubicBezTo>
                    <a:pt x="24705" y="80210"/>
                    <a:pt x="25588" y="80842"/>
                    <a:pt x="25882" y="80842"/>
                  </a:cubicBezTo>
                  <a:cubicBezTo>
                    <a:pt x="25882" y="80842"/>
                    <a:pt x="26470" y="82736"/>
                    <a:pt x="26470" y="82736"/>
                  </a:cubicBezTo>
                  <a:cubicBezTo>
                    <a:pt x="26764" y="83052"/>
                    <a:pt x="27058" y="82736"/>
                    <a:pt x="27058" y="82736"/>
                  </a:cubicBezTo>
                  <a:cubicBezTo>
                    <a:pt x="27058" y="82736"/>
                    <a:pt x="27647" y="83052"/>
                    <a:pt x="27941" y="83368"/>
                  </a:cubicBezTo>
                  <a:cubicBezTo>
                    <a:pt x="28235" y="83368"/>
                    <a:pt x="28823" y="83684"/>
                    <a:pt x="29117" y="84000"/>
                  </a:cubicBezTo>
                  <a:cubicBezTo>
                    <a:pt x="29411" y="84000"/>
                    <a:pt x="30000" y="84947"/>
                    <a:pt x="30294" y="84947"/>
                  </a:cubicBezTo>
                  <a:cubicBezTo>
                    <a:pt x="30588" y="85263"/>
                    <a:pt x="31176" y="85894"/>
                    <a:pt x="31176" y="85894"/>
                  </a:cubicBezTo>
                  <a:cubicBezTo>
                    <a:pt x="31176" y="85894"/>
                    <a:pt x="31764" y="86842"/>
                    <a:pt x="32058" y="87473"/>
                  </a:cubicBezTo>
                  <a:cubicBezTo>
                    <a:pt x="32058" y="87789"/>
                    <a:pt x="32058" y="87789"/>
                    <a:pt x="31764" y="88105"/>
                  </a:cubicBezTo>
                  <a:cubicBezTo>
                    <a:pt x="31470" y="88421"/>
                    <a:pt x="31470" y="88736"/>
                    <a:pt x="31176" y="89368"/>
                  </a:cubicBezTo>
                  <a:cubicBezTo>
                    <a:pt x="30882" y="90000"/>
                    <a:pt x="31470" y="90631"/>
                    <a:pt x="31470" y="90631"/>
                  </a:cubicBezTo>
                  <a:cubicBezTo>
                    <a:pt x="31470" y="92210"/>
                    <a:pt x="31470" y="92210"/>
                    <a:pt x="31470" y="92210"/>
                  </a:cubicBezTo>
                  <a:cubicBezTo>
                    <a:pt x="31764" y="92842"/>
                    <a:pt x="31764" y="92842"/>
                    <a:pt x="31764" y="92842"/>
                  </a:cubicBezTo>
                  <a:cubicBezTo>
                    <a:pt x="31764" y="92842"/>
                    <a:pt x="32058" y="93157"/>
                    <a:pt x="32352" y="93157"/>
                  </a:cubicBezTo>
                  <a:cubicBezTo>
                    <a:pt x="32647" y="93473"/>
                    <a:pt x="32647" y="93473"/>
                    <a:pt x="32647" y="93473"/>
                  </a:cubicBezTo>
                  <a:cubicBezTo>
                    <a:pt x="32647" y="93473"/>
                    <a:pt x="33235" y="94105"/>
                    <a:pt x="33529" y="94421"/>
                  </a:cubicBezTo>
                  <a:cubicBezTo>
                    <a:pt x="33529" y="94736"/>
                    <a:pt x="33235" y="95052"/>
                    <a:pt x="33235" y="95368"/>
                  </a:cubicBezTo>
                  <a:cubicBezTo>
                    <a:pt x="33235" y="95684"/>
                    <a:pt x="33529" y="96947"/>
                    <a:pt x="33529" y="96947"/>
                  </a:cubicBezTo>
                  <a:cubicBezTo>
                    <a:pt x="33529" y="96947"/>
                    <a:pt x="34117" y="96631"/>
                    <a:pt x="34705" y="96315"/>
                  </a:cubicBezTo>
                  <a:cubicBezTo>
                    <a:pt x="35000" y="96315"/>
                    <a:pt x="35294" y="96631"/>
                    <a:pt x="35588" y="96631"/>
                  </a:cubicBezTo>
                  <a:cubicBezTo>
                    <a:pt x="35882" y="96947"/>
                    <a:pt x="35882" y="97263"/>
                    <a:pt x="35882" y="97263"/>
                  </a:cubicBezTo>
                  <a:cubicBezTo>
                    <a:pt x="35882" y="97263"/>
                    <a:pt x="36764" y="96631"/>
                    <a:pt x="36764" y="96315"/>
                  </a:cubicBezTo>
                  <a:cubicBezTo>
                    <a:pt x="36764" y="96315"/>
                    <a:pt x="36764" y="95684"/>
                    <a:pt x="36764" y="95684"/>
                  </a:cubicBezTo>
                  <a:cubicBezTo>
                    <a:pt x="36764" y="95684"/>
                    <a:pt x="36764" y="94421"/>
                    <a:pt x="36764" y="94105"/>
                  </a:cubicBezTo>
                  <a:cubicBezTo>
                    <a:pt x="36764" y="93789"/>
                    <a:pt x="36470" y="92842"/>
                    <a:pt x="36470" y="92526"/>
                  </a:cubicBezTo>
                  <a:cubicBezTo>
                    <a:pt x="36470" y="92526"/>
                    <a:pt x="36764" y="91894"/>
                    <a:pt x="36764" y="91894"/>
                  </a:cubicBezTo>
                  <a:cubicBezTo>
                    <a:pt x="36764" y="91894"/>
                    <a:pt x="37647" y="91578"/>
                    <a:pt x="37941" y="91578"/>
                  </a:cubicBezTo>
                  <a:cubicBezTo>
                    <a:pt x="38235" y="91578"/>
                    <a:pt x="38529" y="91894"/>
                    <a:pt x="38823" y="92210"/>
                  </a:cubicBezTo>
                  <a:cubicBezTo>
                    <a:pt x="38823" y="92526"/>
                    <a:pt x="38823" y="93789"/>
                    <a:pt x="38823" y="93789"/>
                  </a:cubicBezTo>
                  <a:cubicBezTo>
                    <a:pt x="40588" y="94105"/>
                    <a:pt x="40588" y="94105"/>
                    <a:pt x="40588" y="94105"/>
                  </a:cubicBezTo>
                  <a:cubicBezTo>
                    <a:pt x="40588" y="94105"/>
                    <a:pt x="41176" y="94421"/>
                    <a:pt x="41176" y="94421"/>
                  </a:cubicBezTo>
                  <a:cubicBezTo>
                    <a:pt x="41176" y="94736"/>
                    <a:pt x="41470" y="95368"/>
                    <a:pt x="41764" y="95684"/>
                  </a:cubicBezTo>
                  <a:cubicBezTo>
                    <a:pt x="42058" y="96000"/>
                    <a:pt x="42352" y="96315"/>
                    <a:pt x="42352" y="96315"/>
                  </a:cubicBezTo>
                  <a:cubicBezTo>
                    <a:pt x="42352" y="96315"/>
                    <a:pt x="42941" y="97894"/>
                    <a:pt x="43235" y="98210"/>
                  </a:cubicBezTo>
                  <a:cubicBezTo>
                    <a:pt x="43235" y="98526"/>
                    <a:pt x="43235" y="99157"/>
                    <a:pt x="43235" y="99789"/>
                  </a:cubicBezTo>
                  <a:cubicBezTo>
                    <a:pt x="43235" y="100421"/>
                    <a:pt x="43235" y="100421"/>
                    <a:pt x="43235" y="100421"/>
                  </a:cubicBezTo>
                  <a:cubicBezTo>
                    <a:pt x="43235" y="100421"/>
                    <a:pt x="44117" y="100736"/>
                    <a:pt x="44411" y="101052"/>
                  </a:cubicBezTo>
                  <a:cubicBezTo>
                    <a:pt x="45000" y="101368"/>
                    <a:pt x="44705" y="101052"/>
                    <a:pt x="45000" y="100736"/>
                  </a:cubicBezTo>
                  <a:cubicBezTo>
                    <a:pt x="45294" y="100421"/>
                    <a:pt x="45000" y="100105"/>
                    <a:pt x="45000" y="99789"/>
                  </a:cubicBezTo>
                  <a:cubicBezTo>
                    <a:pt x="45000" y="99473"/>
                    <a:pt x="45000" y="98842"/>
                    <a:pt x="44705" y="98210"/>
                  </a:cubicBezTo>
                  <a:cubicBezTo>
                    <a:pt x="44705" y="97894"/>
                    <a:pt x="44705" y="97578"/>
                    <a:pt x="44705" y="97578"/>
                  </a:cubicBezTo>
                  <a:cubicBezTo>
                    <a:pt x="44705" y="97578"/>
                    <a:pt x="45000" y="96947"/>
                    <a:pt x="45000" y="96631"/>
                  </a:cubicBezTo>
                  <a:cubicBezTo>
                    <a:pt x="45000" y="96631"/>
                    <a:pt x="45000" y="96000"/>
                    <a:pt x="45000" y="95684"/>
                  </a:cubicBezTo>
                  <a:cubicBezTo>
                    <a:pt x="45000" y="95368"/>
                    <a:pt x="45588" y="95052"/>
                    <a:pt x="45588" y="95052"/>
                  </a:cubicBezTo>
                  <a:cubicBezTo>
                    <a:pt x="45588" y="95052"/>
                    <a:pt x="45588" y="94736"/>
                    <a:pt x="45882" y="94105"/>
                  </a:cubicBezTo>
                  <a:cubicBezTo>
                    <a:pt x="46176" y="93789"/>
                    <a:pt x="45882" y="94105"/>
                    <a:pt x="46176" y="94105"/>
                  </a:cubicBezTo>
                  <a:cubicBezTo>
                    <a:pt x="46470" y="93789"/>
                    <a:pt x="46764" y="93789"/>
                    <a:pt x="47352" y="93789"/>
                  </a:cubicBezTo>
                  <a:cubicBezTo>
                    <a:pt x="47647" y="93789"/>
                    <a:pt x="47941" y="94105"/>
                    <a:pt x="47941" y="94105"/>
                  </a:cubicBezTo>
                  <a:cubicBezTo>
                    <a:pt x="48529" y="95052"/>
                    <a:pt x="48529" y="95052"/>
                    <a:pt x="48529" y="95052"/>
                  </a:cubicBezTo>
                  <a:cubicBezTo>
                    <a:pt x="48529" y="95052"/>
                    <a:pt x="48529" y="95052"/>
                    <a:pt x="48529" y="95368"/>
                  </a:cubicBezTo>
                  <a:cubicBezTo>
                    <a:pt x="48529" y="95684"/>
                    <a:pt x="49117" y="96315"/>
                    <a:pt x="49117" y="96315"/>
                  </a:cubicBezTo>
                  <a:cubicBezTo>
                    <a:pt x="50294" y="97263"/>
                    <a:pt x="50294" y="97263"/>
                    <a:pt x="50294" y="97263"/>
                  </a:cubicBezTo>
                  <a:cubicBezTo>
                    <a:pt x="50294" y="97263"/>
                    <a:pt x="50294" y="97578"/>
                    <a:pt x="50294" y="97578"/>
                  </a:cubicBezTo>
                  <a:cubicBezTo>
                    <a:pt x="50294" y="97894"/>
                    <a:pt x="50588" y="98526"/>
                    <a:pt x="50882" y="98842"/>
                  </a:cubicBezTo>
                  <a:cubicBezTo>
                    <a:pt x="51176" y="99473"/>
                    <a:pt x="50882" y="98526"/>
                    <a:pt x="51176" y="98526"/>
                  </a:cubicBezTo>
                  <a:cubicBezTo>
                    <a:pt x="51176" y="98210"/>
                    <a:pt x="51470" y="97894"/>
                    <a:pt x="51470" y="97894"/>
                  </a:cubicBezTo>
                  <a:cubicBezTo>
                    <a:pt x="52058" y="98842"/>
                    <a:pt x="52058" y="98842"/>
                    <a:pt x="52058" y="98842"/>
                  </a:cubicBezTo>
                  <a:cubicBezTo>
                    <a:pt x="52058" y="98842"/>
                    <a:pt x="53235" y="99157"/>
                    <a:pt x="53529" y="99157"/>
                  </a:cubicBezTo>
                  <a:cubicBezTo>
                    <a:pt x="53823" y="98842"/>
                    <a:pt x="54117" y="98526"/>
                    <a:pt x="54117" y="98526"/>
                  </a:cubicBezTo>
                  <a:cubicBezTo>
                    <a:pt x="53529" y="97894"/>
                    <a:pt x="53529" y="97894"/>
                    <a:pt x="53529" y="97894"/>
                  </a:cubicBezTo>
                  <a:cubicBezTo>
                    <a:pt x="52941" y="96947"/>
                    <a:pt x="52941" y="96947"/>
                    <a:pt x="52941" y="96947"/>
                  </a:cubicBezTo>
                  <a:cubicBezTo>
                    <a:pt x="52941" y="96947"/>
                    <a:pt x="52058" y="96000"/>
                    <a:pt x="51764" y="96000"/>
                  </a:cubicBezTo>
                  <a:cubicBezTo>
                    <a:pt x="51470" y="95684"/>
                    <a:pt x="51176" y="95368"/>
                    <a:pt x="51176" y="95052"/>
                  </a:cubicBezTo>
                  <a:cubicBezTo>
                    <a:pt x="50882" y="94736"/>
                    <a:pt x="50882" y="94105"/>
                    <a:pt x="50882" y="94105"/>
                  </a:cubicBezTo>
                  <a:cubicBezTo>
                    <a:pt x="51176" y="93789"/>
                    <a:pt x="51176" y="93157"/>
                    <a:pt x="51470" y="92526"/>
                  </a:cubicBezTo>
                  <a:cubicBezTo>
                    <a:pt x="51764" y="91894"/>
                    <a:pt x="51176" y="92526"/>
                    <a:pt x="51176" y="92526"/>
                  </a:cubicBezTo>
                  <a:cubicBezTo>
                    <a:pt x="51176" y="92526"/>
                    <a:pt x="50588" y="91578"/>
                    <a:pt x="50882" y="91263"/>
                  </a:cubicBezTo>
                  <a:cubicBezTo>
                    <a:pt x="50882" y="91263"/>
                    <a:pt x="49705" y="89368"/>
                    <a:pt x="49705" y="89368"/>
                  </a:cubicBezTo>
                  <a:cubicBezTo>
                    <a:pt x="49705" y="89368"/>
                    <a:pt x="49411" y="88736"/>
                    <a:pt x="49411" y="88736"/>
                  </a:cubicBezTo>
                  <a:cubicBezTo>
                    <a:pt x="49411" y="88736"/>
                    <a:pt x="48529" y="88105"/>
                    <a:pt x="48235" y="88105"/>
                  </a:cubicBezTo>
                  <a:cubicBezTo>
                    <a:pt x="47941" y="87789"/>
                    <a:pt x="47647" y="87473"/>
                    <a:pt x="47647" y="87473"/>
                  </a:cubicBezTo>
                  <a:cubicBezTo>
                    <a:pt x="47647" y="87157"/>
                    <a:pt x="47647" y="86526"/>
                    <a:pt x="47647" y="86210"/>
                  </a:cubicBezTo>
                  <a:cubicBezTo>
                    <a:pt x="47352" y="85894"/>
                    <a:pt x="47058" y="85263"/>
                    <a:pt x="46764" y="84947"/>
                  </a:cubicBezTo>
                  <a:cubicBezTo>
                    <a:pt x="46470" y="84631"/>
                    <a:pt x="46176" y="84000"/>
                    <a:pt x="45882" y="83368"/>
                  </a:cubicBezTo>
                  <a:cubicBezTo>
                    <a:pt x="45588" y="83052"/>
                    <a:pt x="45294" y="82421"/>
                    <a:pt x="45294" y="82421"/>
                  </a:cubicBezTo>
                  <a:cubicBezTo>
                    <a:pt x="45000" y="81157"/>
                    <a:pt x="45000" y="81157"/>
                    <a:pt x="45000" y="81157"/>
                  </a:cubicBezTo>
                  <a:cubicBezTo>
                    <a:pt x="45000" y="80526"/>
                    <a:pt x="45000" y="80526"/>
                    <a:pt x="45000" y="80526"/>
                  </a:cubicBezTo>
                  <a:cubicBezTo>
                    <a:pt x="45882" y="81157"/>
                    <a:pt x="45882" y="81157"/>
                    <a:pt x="45882" y="81157"/>
                  </a:cubicBezTo>
                  <a:cubicBezTo>
                    <a:pt x="45882" y="81157"/>
                    <a:pt x="46470" y="80842"/>
                    <a:pt x="46764" y="80842"/>
                  </a:cubicBezTo>
                  <a:cubicBezTo>
                    <a:pt x="47058" y="80842"/>
                    <a:pt x="47941" y="81157"/>
                    <a:pt x="47941" y="81157"/>
                  </a:cubicBezTo>
                  <a:cubicBezTo>
                    <a:pt x="47941" y="81157"/>
                    <a:pt x="48529" y="81473"/>
                    <a:pt x="48823" y="81473"/>
                  </a:cubicBezTo>
                  <a:cubicBezTo>
                    <a:pt x="48823" y="81473"/>
                    <a:pt x="49117" y="81789"/>
                    <a:pt x="49411" y="81473"/>
                  </a:cubicBezTo>
                  <a:cubicBezTo>
                    <a:pt x="49705" y="81473"/>
                    <a:pt x="50000" y="82105"/>
                    <a:pt x="50000" y="82421"/>
                  </a:cubicBezTo>
                  <a:cubicBezTo>
                    <a:pt x="50000" y="82736"/>
                    <a:pt x="49705" y="83052"/>
                    <a:pt x="49705" y="83052"/>
                  </a:cubicBezTo>
                  <a:cubicBezTo>
                    <a:pt x="49705" y="83368"/>
                    <a:pt x="49705" y="83684"/>
                    <a:pt x="49705" y="83684"/>
                  </a:cubicBezTo>
                  <a:cubicBezTo>
                    <a:pt x="49705" y="83684"/>
                    <a:pt x="50294" y="84000"/>
                    <a:pt x="50588" y="84000"/>
                  </a:cubicBezTo>
                  <a:cubicBezTo>
                    <a:pt x="50588" y="84315"/>
                    <a:pt x="50294" y="84631"/>
                    <a:pt x="50294" y="84631"/>
                  </a:cubicBezTo>
                  <a:cubicBezTo>
                    <a:pt x="50294" y="84631"/>
                    <a:pt x="50294" y="85263"/>
                    <a:pt x="50294" y="85578"/>
                  </a:cubicBezTo>
                  <a:cubicBezTo>
                    <a:pt x="50588" y="85578"/>
                    <a:pt x="50882" y="84947"/>
                    <a:pt x="50882" y="84947"/>
                  </a:cubicBezTo>
                  <a:cubicBezTo>
                    <a:pt x="50882" y="84947"/>
                    <a:pt x="51176" y="84315"/>
                    <a:pt x="51176" y="84000"/>
                  </a:cubicBezTo>
                  <a:cubicBezTo>
                    <a:pt x="51176" y="83684"/>
                    <a:pt x="51764" y="83368"/>
                    <a:pt x="51764" y="83368"/>
                  </a:cubicBezTo>
                  <a:cubicBezTo>
                    <a:pt x="52352" y="82105"/>
                    <a:pt x="52352" y="82105"/>
                    <a:pt x="52352" y="82105"/>
                  </a:cubicBezTo>
                  <a:cubicBezTo>
                    <a:pt x="52941" y="81473"/>
                    <a:pt x="52941" y="81473"/>
                    <a:pt x="52941" y="81473"/>
                  </a:cubicBezTo>
                  <a:cubicBezTo>
                    <a:pt x="52941" y="81473"/>
                    <a:pt x="54117" y="81157"/>
                    <a:pt x="54411" y="80842"/>
                  </a:cubicBezTo>
                  <a:cubicBezTo>
                    <a:pt x="54705" y="80526"/>
                    <a:pt x="54705" y="80842"/>
                    <a:pt x="54705" y="80526"/>
                  </a:cubicBezTo>
                  <a:cubicBezTo>
                    <a:pt x="55000" y="80526"/>
                    <a:pt x="55000" y="79894"/>
                    <a:pt x="55000" y="79894"/>
                  </a:cubicBezTo>
                  <a:cubicBezTo>
                    <a:pt x="54411" y="79263"/>
                    <a:pt x="54411" y="79263"/>
                    <a:pt x="54411" y="79263"/>
                  </a:cubicBezTo>
                  <a:cubicBezTo>
                    <a:pt x="53235" y="79578"/>
                    <a:pt x="53235" y="79578"/>
                    <a:pt x="53235" y="79578"/>
                  </a:cubicBezTo>
                  <a:cubicBezTo>
                    <a:pt x="52941" y="78947"/>
                    <a:pt x="52941" y="78947"/>
                    <a:pt x="52941" y="78947"/>
                  </a:cubicBezTo>
                  <a:cubicBezTo>
                    <a:pt x="52941" y="78947"/>
                    <a:pt x="52941" y="78947"/>
                    <a:pt x="53235" y="78947"/>
                  </a:cubicBezTo>
                  <a:cubicBezTo>
                    <a:pt x="53235" y="78947"/>
                    <a:pt x="53235" y="77684"/>
                    <a:pt x="53235" y="77684"/>
                  </a:cubicBezTo>
                  <a:cubicBezTo>
                    <a:pt x="53235" y="77684"/>
                    <a:pt x="52647" y="78000"/>
                    <a:pt x="52352" y="78000"/>
                  </a:cubicBezTo>
                  <a:cubicBezTo>
                    <a:pt x="52058" y="78000"/>
                    <a:pt x="52352" y="78947"/>
                    <a:pt x="52352" y="78947"/>
                  </a:cubicBezTo>
                  <a:cubicBezTo>
                    <a:pt x="52352" y="78947"/>
                    <a:pt x="50882" y="78631"/>
                    <a:pt x="50588" y="78631"/>
                  </a:cubicBezTo>
                  <a:cubicBezTo>
                    <a:pt x="50294" y="78315"/>
                    <a:pt x="50294" y="78000"/>
                    <a:pt x="50294" y="78000"/>
                  </a:cubicBezTo>
                  <a:cubicBezTo>
                    <a:pt x="50000" y="77684"/>
                    <a:pt x="50588" y="76736"/>
                    <a:pt x="50588" y="76736"/>
                  </a:cubicBezTo>
                  <a:cubicBezTo>
                    <a:pt x="50882" y="75473"/>
                    <a:pt x="50882" y="75473"/>
                    <a:pt x="50882" y="75473"/>
                  </a:cubicBezTo>
                  <a:cubicBezTo>
                    <a:pt x="50882" y="75473"/>
                    <a:pt x="49411" y="75157"/>
                    <a:pt x="49411" y="74842"/>
                  </a:cubicBezTo>
                  <a:cubicBezTo>
                    <a:pt x="49411" y="74526"/>
                    <a:pt x="47941" y="75473"/>
                    <a:pt x="47352" y="74842"/>
                  </a:cubicBezTo>
                  <a:cubicBezTo>
                    <a:pt x="47058" y="74210"/>
                    <a:pt x="47058" y="74210"/>
                    <a:pt x="47058" y="74210"/>
                  </a:cubicBezTo>
                  <a:cubicBezTo>
                    <a:pt x="46470" y="73578"/>
                    <a:pt x="46470" y="73578"/>
                    <a:pt x="46470" y="73578"/>
                  </a:cubicBezTo>
                  <a:cubicBezTo>
                    <a:pt x="45882" y="73578"/>
                    <a:pt x="45882" y="73578"/>
                    <a:pt x="45882" y="73578"/>
                  </a:cubicBezTo>
                  <a:cubicBezTo>
                    <a:pt x="45882" y="73578"/>
                    <a:pt x="45000" y="73894"/>
                    <a:pt x="44705" y="73894"/>
                  </a:cubicBezTo>
                  <a:cubicBezTo>
                    <a:pt x="44411" y="73894"/>
                    <a:pt x="44411" y="73263"/>
                    <a:pt x="44411" y="73263"/>
                  </a:cubicBezTo>
                  <a:cubicBezTo>
                    <a:pt x="42941" y="72631"/>
                    <a:pt x="42941" y="72631"/>
                    <a:pt x="42941" y="72631"/>
                  </a:cubicBezTo>
                  <a:cubicBezTo>
                    <a:pt x="41470" y="72315"/>
                    <a:pt x="41470" y="72315"/>
                    <a:pt x="41470" y="72315"/>
                  </a:cubicBezTo>
                  <a:cubicBezTo>
                    <a:pt x="41470" y="72315"/>
                    <a:pt x="39705" y="72000"/>
                    <a:pt x="39117" y="71684"/>
                  </a:cubicBezTo>
                  <a:cubicBezTo>
                    <a:pt x="38823" y="71684"/>
                    <a:pt x="37352" y="71368"/>
                    <a:pt x="36764" y="71368"/>
                  </a:cubicBezTo>
                  <a:cubicBezTo>
                    <a:pt x="36176" y="71368"/>
                    <a:pt x="35588" y="71368"/>
                    <a:pt x="35000" y="71052"/>
                  </a:cubicBezTo>
                  <a:cubicBezTo>
                    <a:pt x="34705" y="70736"/>
                    <a:pt x="33823" y="70421"/>
                    <a:pt x="33823" y="70421"/>
                  </a:cubicBezTo>
                  <a:cubicBezTo>
                    <a:pt x="33823" y="70421"/>
                    <a:pt x="32058" y="69789"/>
                    <a:pt x="32058" y="69789"/>
                  </a:cubicBezTo>
                  <a:cubicBezTo>
                    <a:pt x="31764" y="69789"/>
                    <a:pt x="31470" y="69789"/>
                    <a:pt x="31470" y="69789"/>
                  </a:cubicBezTo>
                  <a:cubicBezTo>
                    <a:pt x="31176" y="69789"/>
                    <a:pt x="30588" y="70736"/>
                    <a:pt x="30000" y="71052"/>
                  </a:cubicBezTo>
                  <a:cubicBezTo>
                    <a:pt x="29705" y="71052"/>
                    <a:pt x="29705" y="72000"/>
                    <a:pt x="29411" y="72315"/>
                  </a:cubicBezTo>
                  <a:cubicBezTo>
                    <a:pt x="29411" y="72947"/>
                    <a:pt x="29117" y="73263"/>
                    <a:pt x="28823" y="73263"/>
                  </a:cubicBezTo>
                  <a:cubicBezTo>
                    <a:pt x="28823" y="73578"/>
                    <a:pt x="27058" y="72947"/>
                    <a:pt x="27058" y="73263"/>
                  </a:cubicBezTo>
                  <a:close/>
                  <a:moveTo>
                    <a:pt x="17647" y="79578"/>
                  </a:moveTo>
                  <a:cubicBezTo>
                    <a:pt x="17647" y="79578"/>
                    <a:pt x="17647" y="79578"/>
                    <a:pt x="17647" y="79578"/>
                  </a:cubicBezTo>
                  <a:cubicBezTo>
                    <a:pt x="17647" y="79578"/>
                    <a:pt x="18235" y="79263"/>
                    <a:pt x="18235" y="79578"/>
                  </a:cubicBezTo>
                  <a:cubicBezTo>
                    <a:pt x="18235" y="79578"/>
                    <a:pt x="18529" y="79894"/>
                    <a:pt x="18529" y="80210"/>
                  </a:cubicBezTo>
                  <a:cubicBezTo>
                    <a:pt x="18823" y="80210"/>
                    <a:pt x="19411" y="80842"/>
                    <a:pt x="19705" y="80842"/>
                  </a:cubicBezTo>
                  <a:cubicBezTo>
                    <a:pt x="20000" y="80842"/>
                    <a:pt x="20882" y="80842"/>
                    <a:pt x="20882" y="80842"/>
                  </a:cubicBezTo>
                  <a:cubicBezTo>
                    <a:pt x="21764" y="81789"/>
                    <a:pt x="21764" y="81789"/>
                    <a:pt x="21764" y="81789"/>
                  </a:cubicBezTo>
                  <a:cubicBezTo>
                    <a:pt x="21764" y="81789"/>
                    <a:pt x="22647" y="82105"/>
                    <a:pt x="22647" y="82421"/>
                  </a:cubicBezTo>
                  <a:cubicBezTo>
                    <a:pt x="22647" y="82421"/>
                    <a:pt x="21176" y="83368"/>
                    <a:pt x="21176" y="83368"/>
                  </a:cubicBezTo>
                  <a:cubicBezTo>
                    <a:pt x="20882" y="83684"/>
                    <a:pt x="20882" y="83684"/>
                    <a:pt x="20882" y="83684"/>
                  </a:cubicBezTo>
                  <a:cubicBezTo>
                    <a:pt x="20882" y="83684"/>
                    <a:pt x="20882" y="84315"/>
                    <a:pt x="20294" y="84000"/>
                  </a:cubicBezTo>
                  <a:cubicBezTo>
                    <a:pt x="20000" y="84000"/>
                    <a:pt x="19705" y="84000"/>
                    <a:pt x="19411" y="83684"/>
                  </a:cubicBezTo>
                  <a:cubicBezTo>
                    <a:pt x="19411" y="83368"/>
                    <a:pt x="19411" y="83368"/>
                    <a:pt x="19117" y="83052"/>
                  </a:cubicBezTo>
                  <a:cubicBezTo>
                    <a:pt x="18529" y="82736"/>
                    <a:pt x="17352" y="81789"/>
                    <a:pt x="17352" y="81789"/>
                  </a:cubicBezTo>
                  <a:cubicBezTo>
                    <a:pt x="17352" y="80842"/>
                    <a:pt x="17352" y="80842"/>
                    <a:pt x="17352" y="80842"/>
                  </a:cubicBezTo>
                  <a:cubicBezTo>
                    <a:pt x="17352" y="80210"/>
                    <a:pt x="17352" y="80210"/>
                    <a:pt x="17352" y="80210"/>
                  </a:cubicBezTo>
                  <a:cubicBezTo>
                    <a:pt x="17647" y="79578"/>
                    <a:pt x="17647" y="79578"/>
                    <a:pt x="17647" y="79578"/>
                  </a:cubicBezTo>
                  <a:close/>
                  <a:moveTo>
                    <a:pt x="14117" y="73894"/>
                  </a:moveTo>
                  <a:cubicBezTo>
                    <a:pt x="14117" y="73894"/>
                    <a:pt x="14117" y="73894"/>
                    <a:pt x="14117" y="73894"/>
                  </a:cubicBezTo>
                  <a:cubicBezTo>
                    <a:pt x="13235" y="72631"/>
                    <a:pt x="13235" y="72631"/>
                    <a:pt x="13235" y="72631"/>
                  </a:cubicBezTo>
                  <a:cubicBezTo>
                    <a:pt x="12647" y="73894"/>
                    <a:pt x="12647" y="73894"/>
                    <a:pt x="12647" y="73894"/>
                  </a:cubicBezTo>
                  <a:cubicBezTo>
                    <a:pt x="12352" y="75157"/>
                    <a:pt x="12352" y="75157"/>
                    <a:pt x="12352" y="75157"/>
                  </a:cubicBezTo>
                  <a:cubicBezTo>
                    <a:pt x="13235" y="75789"/>
                    <a:pt x="13235" y="75789"/>
                    <a:pt x="13235" y="75789"/>
                  </a:cubicBezTo>
                  <a:cubicBezTo>
                    <a:pt x="13529" y="75789"/>
                    <a:pt x="13529" y="75789"/>
                    <a:pt x="13529" y="75789"/>
                  </a:cubicBezTo>
                  <a:cubicBezTo>
                    <a:pt x="14117" y="74842"/>
                    <a:pt x="14117" y="74842"/>
                    <a:pt x="14117" y="74842"/>
                  </a:cubicBezTo>
                  <a:cubicBezTo>
                    <a:pt x="14705" y="75789"/>
                    <a:pt x="14705" y="75789"/>
                    <a:pt x="14705" y="75789"/>
                  </a:cubicBezTo>
                  <a:cubicBezTo>
                    <a:pt x="15294" y="77052"/>
                    <a:pt x="15294" y="77052"/>
                    <a:pt x="15294" y="77052"/>
                  </a:cubicBezTo>
                  <a:cubicBezTo>
                    <a:pt x="15294" y="77052"/>
                    <a:pt x="15882" y="76421"/>
                    <a:pt x="16176" y="76105"/>
                  </a:cubicBezTo>
                  <a:cubicBezTo>
                    <a:pt x="16470" y="76105"/>
                    <a:pt x="17647" y="77052"/>
                    <a:pt x="17647" y="77052"/>
                  </a:cubicBezTo>
                  <a:cubicBezTo>
                    <a:pt x="17647" y="77052"/>
                    <a:pt x="18823" y="76421"/>
                    <a:pt x="19117" y="76421"/>
                  </a:cubicBezTo>
                  <a:cubicBezTo>
                    <a:pt x="19411" y="76421"/>
                    <a:pt x="18529" y="75473"/>
                    <a:pt x="18529" y="75473"/>
                  </a:cubicBezTo>
                  <a:cubicBezTo>
                    <a:pt x="17647" y="74526"/>
                    <a:pt x="17647" y="74526"/>
                    <a:pt x="17647" y="74526"/>
                  </a:cubicBezTo>
                  <a:cubicBezTo>
                    <a:pt x="17058" y="73894"/>
                    <a:pt x="17058" y="73894"/>
                    <a:pt x="17058" y="73894"/>
                  </a:cubicBezTo>
                  <a:cubicBezTo>
                    <a:pt x="15882" y="73263"/>
                    <a:pt x="15882" y="73263"/>
                    <a:pt x="15882" y="73263"/>
                  </a:cubicBezTo>
                  <a:cubicBezTo>
                    <a:pt x="15882" y="72947"/>
                    <a:pt x="15882" y="72947"/>
                    <a:pt x="15882" y="72947"/>
                  </a:cubicBezTo>
                  <a:cubicBezTo>
                    <a:pt x="16176" y="72315"/>
                    <a:pt x="16176" y="72315"/>
                    <a:pt x="16176" y="72315"/>
                  </a:cubicBezTo>
                  <a:cubicBezTo>
                    <a:pt x="16176" y="72315"/>
                    <a:pt x="16176" y="72947"/>
                    <a:pt x="16764" y="72631"/>
                  </a:cubicBezTo>
                  <a:cubicBezTo>
                    <a:pt x="17352" y="72631"/>
                    <a:pt x="17352" y="72631"/>
                    <a:pt x="17352" y="72315"/>
                  </a:cubicBezTo>
                  <a:cubicBezTo>
                    <a:pt x="17647" y="72315"/>
                    <a:pt x="17352" y="72000"/>
                    <a:pt x="17352" y="72000"/>
                  </a:cubicBezTo>
                  <a:cubicBezTo>
                    <a:pt x="16470" y="71368"/>
                    <a:pt x="16470" y="71368"/>
                    <a:pt x="16470" y="71368"/>
                  </a:cubicBezTo>
                  <a:cubicBezTo>
                    <a:pt x="16764" y="70421"/>
                    <a:pt x="16764" y="70421"/>
                    <a:pt x="16764" y="70421"/>
                  </a:cubicBezTo>
                  <a:cubicBezTo>
                    <a:pt x="15882" y="69789"/>
                    <a:pt x="15882" y="69789"/>
                    <a:pt x="15882" y="69789"/>
                  </a:cubicBezTo>
                  <a:cubicBezTo>
                    <a:pt x="15588" y="70736"/>
                    <a:pt x="15588" y="70736"/>
                    <a:pt x="15588" y="70736"/>
                  </a:cubicBezTo>
                  <a:cubicBezTo>
                    <a:pt x="14705" y="70421"/>
                    <a:pt x="14705" y="70421"/>
                    <a:pt x="14705" y="70421"/>
                  </a:cubicBezTo>
                  <a:cubicBezTo>
                    <a:pt x="14705" y="70421"/>
                    <a:pt x="14411" y="71052"/>
                    <a:pt x="14411" y="71052"/>
                  </a:cubicBezTo>
                  <a:cubicBezTo>
                    <a:pt x="14411" y="71368"/>
                    <a:pt x="14705" y="72315"/>
                    <a:pt x="14705" y="72315"/>
                  </a:cubicBezTo>
                  <a:cubicBezTo>
                    <a:pt x="14117" y="73894"/>
                    <a:pt x="14117" y="73894"/>
                    <a:pt x="14117" y="73894"/>
                  </a:cubicBezTo>
                  <a:close/>
                  <a:moveTo>
                    <a:pt x="3235" y="50842"/>
                  </a:moveTo>
                  <a:cubicBezTo>
                    <a:pt x="3235" y="50842"/>
                    <a:pt x="3235" y="50842"/>
                    <a:pt x="3235" y="50842"/>
                  </a:cubicBezTo>
                  <a:cubicBezTo>
                    <a:pt x="2647" y="50842"/>
                    <a:pt x="2647" y="50842"/>
                    <a:pt x="2647" y="50842"/>
                  </a:cubicBezTo>
                  <a:cubicBezTo>
                    <a:pt x="2647" y="50842"/>
                    <a:pt x="2647" y="51157"/>
                    <a:pt x="2941" y="51473"/>
                  </a:cubicBezTo>
                  <a:cubicBezTo>
                    <a:pt x="3235" y="51789"/>
                    <a:pt x="3823" y="53684"/>
                    <a:pt x="3823" y="53684"/>
                  </a:cubicBezTo>
                  <a:cubicBezTo>
                    <a:pt x="4411" y="54000"/>
                    <a:pt x="4411" y="54000"/>
                    <a:pt x="4411" y="54000"/>
                  </a:cubicBezTo>
                  <a:cubicBezTo>
                    <a:pt x="5588" y="54631"/>
                    <a:pt x="5588" y="54631"/>
                    <a:pt x="5588" y="54631"/>
                  </a:cubicBezTo>
                  <a:cubicBezTo>
                    <a:pt x="6470" y="55578"/>
                    <a:pt x="6470" y="55578"/>
                    <a:pt x="6470" y="55578"/>
                  </a:cubicBezTo>
                  <a:cubicBezTo>
                    <a:pt x="6470" y="55578"/>
                    <a:pt x="7058" y="56526"/>
                    <a:pt x="6176" y="56210"/>
                  </a:cubicBezTo>
                  <a:cubicBezTo>
                    <a:pt x="5294" y="55894"/>
                    <a:pt x="4411" y="55263"/>
                    <a:pt x="4117" y="54947"/>
                  </a:cubicBezTo>
                  <a:cubicBezTo>
                    <a:pt x="3529" y="54947"/>
                    <a:pt x="2941" y="54631"/>
                    <a:pt x="2941" y="54631"/>
                  </a:cubicBezTo>
                  <a:cubicBezTo>
                    <a:pt x="2941" y="54631"/>
                    <a:pt x="2647" y="53052"/>
                    <a:pt x="2647" y="52736"/>
                  </a:cubicBezTo>
                  <a:cubicBezTo>
                    <a:pt x="2352" y="52736"/>
                    <a:pt x="1764" y="52421"/>
                    <a:pt x="1764" y="52421"/>
                  </a:cubicBezTo>
                  <a:cubicBezTo>
                    <a:pt x="0" y="51473"/>
                    <a:pt x="0" y="51473"/>
                    <a:pt x="0" y="51473"/>
                  </a:cubicBezTo>
                  <a:cubicBezTo>
                    <a:pt x="0" y="51473"/>
                    <a:pt x="0" y="50210"/>
                    <a:pt x="294" y="49894"/>
                  </a:cubicBezTo>
                  <a:cubicBezTo>
                    <a:pt x="294" y="49894"/>
                    <a:pt x="294" y="49263"/>
                    <a:pt x="882" y="49263"/>
                  </a:cubicBezTo>
                  <a:cubicBezTo>
                    <a:pt x="1176" y="48947"/>
                    <a:pt x="2058" y="48947"/>
                    <a:pt x="2058" y="48947"/>
                  </a:cubicBezTo>
                  <a:cubicBezTo>
                    <a:pt x="2058" y="48947"/>
                    <a:pt x="2058" y="48000"/>
                    <a:pt x="2352" y="48315"/>
                  </a:cubicBezTo>
                  <a:cubicBezTo>
                    <a:pt x="2647" y="48631"/>
                    <a:pt x="3235" y="49578"/>
                    <a:pt x="3235" y="49578"/>
                  </a:cubicBezTo>
                  <a:lnTo>
                    <a:pt x="3235" y="50842"/>
                  </a:ln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59" name="Shape 2056">
              <a:extLst>
                <a:ext uri="{FF2B5EF4-FFF2-40B4-BE49-F238E27FC236}">
                  <a16:creationId xmlns:a16="http://schemas.microsoft.com/office/drawing/2014/main" id="{6C271EE9-1DF4-497E-AFAE-BE6B522A20EE}"/>
                </a:ext>
              </a:extLst>
            </p:cNvPr>
            <p:cNvSpPr/>
            <p:nvPr/>
          </p:nvSpPr>
          <p:spPr>
            <a:xfrm>
              <a:off x="6551975" y="3312876"/>
              <a:ext cx="1810761" cy="943960"/>
            </a:xfrm>
            <a:custGeom>
              <a:avLst/>
              <a:gdLst/>
              <a:ahLst/>
              <a:cxnLst/>
              <a:rect l="0" t="0" r="0" b="0"/>
              <a:pathLst>
                <a:path w="120000" h="120000" extrusionOk="0">
                  <a:moveTo>
                    <a:pt x="109874" y="22482"/>
                  </a:moveTo>
                  <a:cubicBezTo>
                    <a:pt x="108362" y="23606"/>
                    <a:pt x="108362" y="23606"/>
                    <a:pt x="108362" y="23606"/>
                  </a:cubicBezTo>
                  <a:cubicBezTo>
                    <a:pt x="108362" y="24168"/>
                    <a:pt x="108362" y="24168"/>
                    <a:pt x="108362" y="24168"/>
                  </a:cubicBezTo>
                  <a:cubicBezTo>
                    <a:pt x="109269" y="26135"/>
                    <a:pt x="109269" y="26135"/>
                    <a:pt x="109269" y="26135"/>
                  </a:cubicBezTo>
                  <a:cubicBezTo>
                    <a:pt x="110176" y="26697"/>
                    <a:pt x="110176" y="26697"/>
                    <a:pt x="110176" y="26697"/>
                  </a:cubicBezTo>
                  <a:cubicBezTo>
                    <a:pt x="110780" y="29508"/>
                    <a:pt x="110780" y="29508"/>
                    <a:pt x="110780" y="29508"/>
                  </a:cubicBezTo>
                  <a:cubicBezTo>
                    <a:pt x="112141" y="32599"/>
                    <a:pt x="112141" y="32599"/>
                    <a:pt x="112141" y="32599"/>
                  </a:cubicBezTo>
                  <a:cubicBezTo>
                    <a:pt x="113047" y="36252"/>
                    <a:pt x="113047" y="36252"/>
                    <a:pt x="113047" y="36252"/>
                  </a:cubicBezTo>
                  <a:cubicBezTo>
                    <a:pt x="114256" y="36533"/>
                    <a:pt x="114256" y="36533"/>
                    <a:pt x="114256" y="36533"/>
                  </a:cubicBezTo>
                  <a:cubicBezTo>
                    <a:pt x="114559" y="37939"/>
                    <a:pt x="114256" y="35971"/>
                    <a:pt x="114256" y="38220"/>
                  </a:cubicBezTo>
                  <a:cubicBezTo>
                    <a:pt x="113954" y="41592"/>
                    <a:pt x="113803" y="39344"/>
                    <a:pt x="114256" y="43278"/>
                  </a:cubicBezTo>
                  <a:cubicBezTo>
                    <a:pt x="114256" y="44402"/>
                    <a:pt x="116523" y="43840"/>
                    <a:pt x="116675" y="43840"/>
                  </a:cubicBezTo>
                  <a:cubicBezTo>
                    <a:pt x="116523" y="44121"/>
                    <a:pt x="117430" y="44964"/>
                    <a:pt x="117128" y="46370"/>
                  </a:cubicBezTo>
                  <a:cubicBezTo>
                    <a:pt x="116826" y="47494"/>
                    <a:pt x="118337" y="46932"/>
                    <a:pt x="117884" y="48618"/>
                  </a:cubicBezTo>
                  <a:cubicBezTo>
                    <a:pt x="117732" y="49180"/>
                    <a:pt x="118942" y="48618"/>
                    <a:pt x="119546" y="49180"/>
                  </a:cubicBezTo>
                  <a:cubicBezTo>
                    <a:pt x="120000" y="49461"/>
                    <a:pt x="120000" y="50866"/>
                    <a:pt x="119848" y="51147"/>
                  </a:cubicBezTo>
                  <a:cubicBezTo>
                    <a:pt x="119546" y="51990"/>
                    <a:pt x="119395" y="51428"/>
                    <a:pt x="118790" y="52552"/>
                  </a:cubicBezTo>
                  <a:cubicBezTo>
                    <a:pt x="117884" y="53676"/>
                    <a:pt x="118337" y="54519"/>
                    <a:pt x="118337" y="54800"/>
                  </a:cubicBezTo>
                  <a:cubicBezTo>
                    <a:pt x="118186" y="55644"/>
                    <a:pt x="117884" y="55925"/>
                    <a:pt x="117732" y="56206"/>
                  </a:cubicBezTo>
                  <a:cubicBezTo>
                    <a:pt x="116675" y="55081"/>
                    <a:pt x="116675" y="55081"/>
                    <a:pt x="116675" y="55081"/>
                  </a:cubicBezTo>
                  <a:cubicBezTo>
                    <a:pt x="116372" y="52833"/>
                    <a:pt x="116372" y="52833"/>
                    <a:pt x="116372" y="52833"/>
                  </a:cubicBezTo>
                  <a:cubicBezTo>
                    <a:pt x="115012" y="52833"/>
                    <a:pt x="115012" y="52833"/>
                    <a:pt x="115012" y="52833"/>
                  </a:cubicBezTo>
                  <a:cubicBezTo>
                    <a:pt x="114408" y="55081"/>
                    <a:pt x="114408" y="55081"/>
                    <a:pt x="114408" y="55081"/>
                  </a:cubicBezTo>
                  <a:cubicBezTo>
                    <a:pt x="111385" y="55644"/>
                    <a:pt x="111385" y="55644"/>
                    <a:pt x="111385" y="55644"/>
                  </a:cubicBezTo>
                  <a:cubicBezTo>
                    <a:pt x="110327" y="57049"/>
                    <a:pt x="109722" y="54519"/>
                    <a:pt x="109118" y="56768"/>
                  </a:cubicBezTo>
                  <a:cubicBezTo>
                    <a:pt x="107758" y="57049"/>
                    <a:pt x="108967" y="57611"/>
                    <a:pt x="107607" y="57330"/>
                  </a:cubicBezTo>
                  <a:cubicBezTo>
                    <a:pt x="107304" y="57330"/>
                    <a:pt x="107455" y="60702"/>
                    <a:pt x="106700" y="61545"/>
                  </a:cubicBezTo>
                  <a:cubicBezTo>
                    <a:pt x="106246" y="61826"/>
                    <a:pt x="106246" y="62388"/>
                    <a:pt x="105642" y="62388"/>
                  </a:cubicBezTo>
                  <a:cubicBezTo>
                    <a:pt x="104735" y="62107"/>
                    <a:pt x="105340" y="60983"/>
                    <a:pt x="105188" y="60983"/>
                  </a:cubicBezTo>
                  <a:cubicBezTo>
                    <a:pt x="104282" y="60702"/>
                    <a:pt x="104282" y="60702"/>
                    <a:pt x="104282" y="60702"/>
                  </a:cubicBezTo>
                  <a:cubicBezTo>
                    <a:pt x="103526" y="64074"/>
                    <a:pt x="103526" y="64074"/>
                    <a:pt x="103526" y="64074"/>
                  </a:cubicBezTo>
                  <a:cubicBezTo>
                    <a:pt x="101259" y="65761"/>
                    <a:pt x="101259" y="65761"/>
                    <a:pt x="101259" y="65761"/>
                  </a:cubicBezTo>
                  <a:cubicBezTo>
                    <a:pt x="99596" y="67447"/>
                    <a:pt x="99596" y="67447"/>
                    <a:pt x="99596" y="67447"/>
                  </a:cubicBezTo>
                  <a:cubicBezTo>
                    <a:pt x="96423" y="69133"/>
                    <a:pt x="96423" y="69133"/>
                    <a:pt x="96423" y="69133"/>
                  </a:cubicBezTo>
                  <a:cubicBezTo>
                    <a:pt x="94760" y="71943"/>
                    <a:pt x="94760" y="71943"/>
                    <a:pt x="94760" y="71943"/>
                  </a:cubicBezTo>
                  <a:cubicBezTo>
                    <a:pt x="92191" y="73348"/>
                    <a:pt x="94458" y="73348"/>
                    <a:pt x="92040" y="77564"/>
                  </a:cubicBezTo>
                  <a:cubicBezTo>
                    <a:pt x="90377" y="80655"/>
                    <a:pt x="87657" y="81498"/>
                    <a:pt x="85239" y="82903"/>
                  </a:cubicBezTo>
                  <a:cubicBezTo>
                    <a:pt x="83274" y="80936"/>
                    <a:pt x="83274" y="80936"/>
                    <a:pt x="83274" y="80936"/>
                  </a:cubicBezTo>
                  <a:cubicBezTo>
                    <a:pt x="83274" y="80936"/>
                    <a:pt x="82367" y="81498"/>
                    <a:pt x="81914" y="81498"/>
                  </a:cubicBezTo>
                  <a:cubicBezTo>
                    <a:pt x="81460" y="81779"/>
                    <a:pt x="79949" y="84871"/>
                    <a:pt x="79949" y="84871"/>
                  </a:cubicBezTo>
                  <a:cubicBezTo>
                    <a:pt x="77984" y="88243"/>
                    <a:pt x="77984" y="88243"/>
                    <a:pt x="77984" y="88243"/>
                  </a:cubicBezTo>
                  <a:cubicBezTo>
                    <a:pt x="77229" y="89086"/>
                    <a:pt x="76322" y="89929"/>
                    <a:pt x="75264" y="89929"/>
                  </a:cubicBezTo>
                  <a:cubicBezTo>
                    <a:pt x="73904" y="88243"/>
                    <a:pt x="73904" y="88243"/>
                    <a:pt x="73904" y="88243"/>
                  </a:cubicBezTo>
                  <a:cubicBezTo>
                    <a:pt x="72544" y="88243"/>
                    <a:pt x="71939" y="89648"/>
                    <a:pt x="72695" y="91615"/>
                  </a:cubicBezTo>
                  <a:cubicBezTo>
                    <a:pt x="72997" y="92459"/>
                    <a:pt x="72695" y="93021"/>
                    <a:pt x="72846" y="93864"/>
                  </a:cubicBezTo>
                  <a:cubicBezTo>
                    <a:pt x="72846" y="95269"/>
                    <a:pt x="74206" y="95831"/>
                    <a:pt x="74055" y="96955"/>
                  </a:cubicBezTo>
                  <a:cubicBezTo>
                    <a:pt x="73904" y="97517"/>
                    <a:pt x="73148" y="97517"/>
                    <a:pt x="72544" y="98360"/>
                  </a:cubicBezTo>
                  <a:cubicBezTo>
                    <a:pt x="72090" y="98922"/>
                    <a:pt x="72997" y="102014"/>
                    <a:pt x="72695" y="102014"/>
                  </a:cubicBezTo>
                  <a:cubicBezTo>
                    <a:pt x="72695" y="102014"/>
                    <a:pt x="71939" y="105386"/>
                    <a:pt x="71335" y="104824"/>
                  </a:cubicBezTo>
                  <a:cubicBezTo>
                    <a:pt x="71032" y="104262"/>
                    <a:pt x="70579" y="103419"/>
                    <a:pt x="70277" y="102295"/>
                  </a:cubicBezTo>
                  <a:cubicBezTo>
                    <a:pt x="69974" y="101451"/>
                    <a:pt x="68916" y="100608"/>
                    <a:pt x="68765" y="99484"/>
                  </a:cubicBezTo>
                  <a:cubicBezTo>
                    <a:pt x="68312" y="98360"/>
                    <a:pt x="70277" y="93864"/>
                    <a:pt x="70125" y="93583"/>
                  </a:cubicBezTo>
                  <a:cubicBezTo>
                    <a:pt x="70277" y="92740"/>
                    <a:pt x="70277" y="92740"/>
                    <a:pt x="69974" y="91053"/>
                  </a:cubicBezTo>
                  <a:cubicBezTo>
                    <a:pt x="69974" y="90210"/>
                    <a:pt x="68614" y="89929"/>
                    <a:pt x="68312" y="89086"/>
                  </a:cubicBezTo>
                  <a:cubicBezTo>
                    <a:pt x="67405" y="92177"/>
                    <a:pt x="67405" y="92177"/>
                    <a:pt x="67405" y="92177"/>
                  </a:cubicBezTo>
                  <a:cubicBezTo>
                    <a:pt x="66196" y="93583"/>
                    <a:pt x="66196" y="93583"/>
                    <a:pt x="66196" y="93583"/>
                  </a:cubicBezTo>
                  <a:cubicBezTo>
                    <a:pt x="64987" y="93864"/>
                    <a:pt x="66952" y="96393"/>
                    <a:pt x="66045" y="96112"/>
                  </a:cubicBezTo>
                  <a:cubicBezTo>
                    <a:pt x="65894" y="95831"/>
                    <a:pt x="64836" y="97517"/>
                    <a:pt x="63929" y="96674"/>
                  </a:cubicBezTo>
                  <a:cubicBezTo>
                    <a:pt x="62871" y="95550"/>
                    <a:pt x="61511" y="95269"/>
                    <a:pt x="61057" y="95269"/>
                  </a:cubicBezTo>
                  <a:cubicBezTo>
                    <a:pt x="59697" y="96393"/>
                    <a:pt x="59697" y="96393"/>
                    <a:pt x="59697" y="96393"/>
                  </a:cubicBezTo>
                  <a:cubicBezTo>
                    <a:pt x="59244" y="97798"/>
                    <a:pt x="59093" y="99484"/>
                    <a:pt x="58790" y="100327"/>
                  </a:cubicBezTo>
                  <a:cubicBezTo>
                    <a:pt x="57581" y="103419"/>
                    <a:pt x="57581" y="103419"/>
                    <a:pt x="57581" y="103419"/>
                  </a:cubicBezTo>
                  <a:cubicBezTo>
                    <a:pt x="55919" y="104543"/>
                    <a:pt x="57279" y="105386"/>
                    <a:pt x="56523" y="105948"/>
                  </a:cubicBezTo>
                  <a:cubicBezTo>
                    <a:pt x="56221" y="106229"/>
                    <a:pt x="55768" y="108196"/>
                    <a:pt x="54710" y="108758"/>
                  </a:cubicBezTo>
                  <a:cubicBezTo>
                    <a:pt x="54105" y="109039"/>
                    <a:pt x="53198" y="110444"/>
                    <a:pt x="52443" y="110444"/>
                  </a:cubicBezTo>
                  <a:cubicBezTo>
                    <a:pt x="52141" y="110444"/>
                    <a:pt x="50478" y="112693"/>
                    <a:pt x="50327" y="113255"/>
                  </a:cubicBezTo>
                  <a:cubicBezTo>
                    <a:pt x="49118" y="112693"/>
                    <a:pt x="45793" y="111007"/>
                    <a:pt x="45491" y="108758"/>
                  </a:cubicBezTo>
                  <a:cubicBezTo>
                    <a:pt x="45188" y="106791"/>
                    <a:pt x="44130" y="109601"/>
                    <a:pt x="43224" y="107634"/>
                  </a:cubicBezTo>
                  <a:cubicBezTo>
                    <a:pt x="40957" y="106229"/>
                    <a:pt x="40957" y="106229"/>
                    <a:pt x="40957" y="106229"/>
                  </a:cubicBezTo>
                  <a:cubicBezTo>
                    <a:pt x="39445" y="106229"/>
                    <a:pt x="39445" y="106229"/>
                    <a:pt x="39445" y="106229"/>
                  </a:cubicBezTo>
                  <a:cubicBezTo>
                    <a:pt x="38841" y="106229"/>
                    <a:pt x="36120" y="106791"/>
                    <a:pt x="35516" y="107353"/>
                  </a:cubicBezTo>
                  <a:cubicBezTo>
                    <a:pt x="35969" y="110444"/>
                    <a:pt x="35818" y="108196"/>
                    <a:pt x="35818" y="111850"/>
                  </a:cubicBezTo>
                  <a:cubicBezTo>
                    <a:pt x="34911" y="112131"/>
                    <a:pt x="35969" y="115784"/>
                    <a:pt x="35214" y="116908"/>
                  </a:cubicBezTo>
                  <a:cubicBezTo>
                    <a:pt x="32644" y="118032"/>
                    <a:pt x="32644" y="118032"/>
                    <a:pt x="32644" y="118032"/>
                  </a:cubicBezTo>
                  <a:cubicBezTo>
                    <a:pt x="31133" y="119718"/>
                    <a:pt x="31133" y="119718"/>
                    <a:pt x="31133" y="119718"/>
                  </a:cubicBezTo>
                  <a:cubicBezTo>
                    <a:pt x="28413" y="119718"/>
                    <a:pt x="28413" y="119718"/>
                    <a:pt x="28413" y="119718"/>
                  </a:cubicBezTo>
                  <a:cubicBezTo>
                    <a:pt x="28413" y="120000"/>
                    <a:pt x="27052" y="118313"/>
                    <a:pt x="26901" y="117189"/>
                  </a:cubicBezTo>
                  <a:cubicBezTo>
                    <a:pt x="26146" y="113536"/>
                    <a:pt x="26599" y="114098"/>
                    <a:pt x="25994" y="113536"/>
                  </a:cubicBezTo>
                  <a:cubicBezTo>
                    <a:pt x="24937" y="112974"/>
                    <a:pt x="24937" y="113817"/>
                    <a:pt x="24634" y="113536"/>
                  </a:cubicBezTo>
                  <a:cubicBezTo>
                    <a:pt x="24634" y="113255"/>
                    <a:pt x="24030" y="113536"/>
                    <a:pt x="23123" y="114941"/>
                  </a:cubicBezTo>
                  <a:cubicBezTo>
                    <a:pt x="22821" y="115784"/>
                    <a:pt x="22216" y="118032"/>
                    <a:pt x="21914" y="118313"/>
                  </a:cubicBezTo>
                  <a:cubicBezTo>
                    <a:pt x="21612" y="118875"/>
                    <a:pt x="21612" y="116908"/>
                    <a:pt x="21309" y="117189"/>
                  </a:cubicBezTo>
                  <a:cubicBezTo>
                    <a:pt x="20705" y="117751"/>
                    <a:pt x="20856" y="116065"/>
                    <a:pt x="19647" y="117470"/>
                  </a:cubicBezTo>
                  <a:cubicBezTo>
                    <a:pt x="19193" y="118032"/>
                    <a:pt x="17682" y="117189"/>
                    <a:pt x="19496" y="116065"/>
                  </a:cubicBezTo>
                  <a:cubicBezTo>
                    <a:pt x="19798" y="116065"/>
                    <a:pt x="22216" y="112693"/>
                    <a:pt x="22216" y="112412"/>
                  </a:cubicBezTo>
                  <a:cubicBezTo>
                    <a:pt x="22367" y="111850"/>
                    <a:pt x="20705" y="110444"/>
                    <a:pt x="20554" y="110444"/>
                  </a:cubicBezTo>
                  <a:cubicBezTo>
                    <a:pt x="20403" y="110444"/>
                    <a:pt x="19647" y="112693"/>
                    <a:pt x="18891" y="113255"/>
                  </a:cubicBezTo>
                  <a:cubicBezTo>
                    <a:pt x="17682" y="113817"/>
                    <a:pt x="17682" y="114098"/>
                    <a:pt x="17078" y="114379"/>
                  </a:cubicBezTo>
                  <a:cubicBezTo>
                    <a:pt x="16624" y="114660"/>
                    <a:pt x="16473" y="113536"/>
                    <a:pt x="16171" y="113817"/>
                  </a:cubicBezTo>
                  <a:cubicBezTo>
                    <a:pt x="15717" y="114098"/>
                    <a:pt x="15717" y="114660"/>
                    <a:pt x="15415" y="114660"/>
                  </a:cubicBezTo>
                  <a:cubicBezTo>
                    <a:pt x="14659" y="114660"/>
                    <a:pt x="15113" y="112693"/>
                    <a:pt x="15113" y="112693"/>
                  </a:cubicBezTo>
                  <a:cubicBezTo>
                    <a:pt x="15717" y="112131"/>
                    <a:pt x="15566" y="112693"/>
                    <a:pt x="16473" y="112131"/>
                  </a:cubicBezTo>
                  <a:cubicBezTo>
                    <a:pt x="16775" y="111850"/>
                    <a:pt x="17682" y="111288"/>
                    <a:pt x="17682" y="110444"/>
                  </a:cubicBezTo>
                  <a:cubicBezTo>
                    <a:pt x="17229" y="107353"/>
                    <a:pt x="16473" y="110163"/>
                    <a:pt x="16171" y="109039"/>
                  </a:cubicBezTo>
                  <a:cubicBezTo>
                    <a:pt x="15869" y="107915"/>
                    <a:pt x="15415" y="108477"/>
                    <a:pt x="15264" y="107915"/>
                  </a:cubicBezTo>
                  <a:cubicBezTo>
                    <a:pt x="14962" y="106510"/>
                    <a:pt x="14962" y="111850"/>
                    <a:pt x="14357" y="107915"/>
                  </a:cubicBezTo>
                  <a:cubicBezTo>
                    <a:pt x="14055" y="105948"/>
                    <a:pt x="14811" y="105948"/>
                    <a:pt x="13148" y="105105"/>
                  </a:cubicBezTo>
                  <a:cubicBezTo>
                    <a:pt x="13148" y="105105"/>
                    <a:pt x="12846" y="104824"/>
                    <a:pt x="12695" y="104824"/>
                  </a:cubicBezTo>
                  <a:cubicBezTo>
                    <a:pt x="12695" y="104543"/>
                    <a:pt x="12846" y="104262"/>
                    <a:pt x="12846" y="104262"/>
                  </a:cubicBezTo>
                  <a:cubicBezTo>
                    <a:pt x="12846" y="104262"/>
                    <a:pt x="12392" y="103419"/>
                    <a:pt x="12241" y="103419"/>
                  </a:cubicBezTo>
                  <a:cubicBezTo>
                    <a:pt x="12241" y="103419"/>
                    <a:pt x="11788" y="103981"/>
                    <a:pt x="11788" y="103981"/>
                  </a:cubicBezTo>
                  <a:cubicBezTo>
                    <a:pt x="11788" y="103981"/>
                    <a:pt x="11637" y="103981"/>
                    <a:pt x="11486" y="103981"/>
                  </a:cubicBezTo>
                  <a:cubicBezTo>
                    <a:pt x="11486" y="103700"/>
                    <a:pt x="11939" y="103700"/>
                    <a:pt x="12544" y="103138"/>
                  </a:cubicBezTo>
                  <a:cubicBezTo>
                    <a:pt x="12846" y="103138"/>
                    <a:pt x="12997" y="103981"/>
                    <a:pt x="13299" y="103981"/>
                  </a:cubicBezTo>
                  <a:cubicBezTo>
                    <a:pt x="13602" y="104262"/>
                    <a:pt x="14206" y="103981"/>
                    <a:pt x="14206" y="103700"/>
                  </a:cubicBezTo>
                  <a:cubicBezTo>
                    <a:pt x="14357" y="103419"/>
                    <a:pt x="13602" y="102576"/>
                    <a:pt x="13753" y="101170"/>
                  </a:cubicBezTo>
                  <a:cubicBezTo>
                    <a:pt x="13753" y="100608"/>
                    <a:pt x="14055" y="100608"/>
                    <a:pt x="13753" y="100327"/>
                  </a:cubicBezTo>
                  <a:cubicBezTo>
                    <a:pt x="13450" y="100046"/>
                    <a:pt x="13450" y="99765"/>
                    <a:pt x="13450" y="99765"/>
                  </a:cubicBezTo>
                  <a:cubicBezTo>
                    <a:pt x="11486" y="99484"/>
                    <a:pt x="11486" y="99484"/>
                    <a:pt x="11486" y="99484"/>
                  </a:cubicBezTo>
                  <a:cubicBezTo>
                    <a:pt x="11486" y="99484"/>
                    <a:pt x="11486" y="99484"/>
                    <a:pt x="11183" y="99203"/>
                  </a:cubicBezTo>
                  <a:cubicBezTo>
                    <a:pt x="10881" y="98922"/>
                    <a:pt x="10579" y="98641"/>
                    <a:pt x="10579" y="98641"/>
                  </a:cubicBezTo>
                  <a:cubicBezTo>
                    <a:pt x="9974" y="97798"/>
                    <a:pt x="9974" y="97798"/>
                    <a:pt x="9974" y="97798"/>
                  </a:cubicBezTo>
                  <a:cubicBezTo>
                    <a:pt x="9974" y="97798"/>
                    <a:pt x="9370" y="98079"/>
                    <a:pt x="9219" y="98079"/>
                  </a:cubicBezTo>
                  <a:cubicBezTo>
                    <a:pt x="9219" y="98079"/>
                    <a:pt x="9370" y="99203"/>
                    <a:pt x="9370" y="99203"/>
                  </a:cubicBezTo>
                  <a:cubicBezTo>
                    <a:pt x="9219" y="99484"/>
                    <a:pt x="9219" y="100608"/>
                    <a:pt x="8614" y="99765"/>
                  </a:cubicBezTo>
                  <a:cubicBezTo>
                    <a:pt x="8463" y="99484"/>
                    <a:pt x="8010" y="98641"/>
                    <a:pt x="7858" y="98641"/>
                  </a:cubicBezTo>
                  <a:cubicBezTo>
                    <a:pt x="7707" y="98922"/>
                    <a:pt x="7103" y="98641"/>
                    <a:pt x="7103" y="98360"/>
                  </a:cubicBezTo>
                  <a:cubicBezTo>
                    <a:pt x="6952" y="98079"/>
                    <a:pt x="6498" y="97798"/>
                    <a:pt x="6498" y="97798"/>
                  </a:cubicBezTo>
                  <a:cubicBezTo>
                    <a:pt x="6498" y="97798"/>
                    <a:pt x="6952" y="96674"/>
                    <a:pt x="6801" y="96393"/>
                  </a:cubicBezTo>
                  <a:cubicBezTo>
                    <a:pt x="6649" y="96393"/>
                    <a:pt x="7556" y="96955"/>
                    <a:pt x="7556" y="96955"/>
                  </a:cubicBezTo>
                  <a:cubicBezTo>
                    <a:pt x="7556" y="96955"/>
                    <a:pt x="7556" y="95550"/>
                    <a:pt x="7707" y="95550"/>
                  </a:cubicBezTo>
                  <a:cubicBezTo>
                    <a:pt x="7858" y="95269"/>
                    <a:pt x="7405" y="95269"/>
                    <a:pt x="7254" y="94988"/>
                  </a:cubicBezTo>
                  <a:cubicBezTo>
                    <a:pt x="7103" y="94707"/>
                    <a:pt x="6952" y="93864"/>
                    <a:pt x="6952" y="93864"/>
                  </a:cubicBezTo>
                  <a:cubicBezTo>
                    <a:pt x="6952" y="93864"/>
                    <a:pt x="6649" y="93583"/>
                    <a:pt x="6649" y="93302"/>
                  </a:cubicBezTo>
                  <a:cubicBezTo>
                    <a:pt x="6498" y="92177"/>
                    <a:pt x="6952" y="91334"/>
                    <a:pt x="7103" y="91334"/>
                  </a:cubicBezTo>
                  <a:cubicBezTo>
                    <a:pt x="7254" y="91615"/>
                    <a:pt x="7254" y="91615"/>
                    <a:pt x="7405" y="91615"/>
                  </a:cubicBezTo>
                  <a:cubicBezTo>
                    <a:pt x="7707" y="91896"/>
                    <a:pt x="7707" y="91896"/>
                    <a:pt x="7707" y="91896"/>
                  </a:cubicBezTo>
                  <a:cubicBezTo>
                    <a:pt x="7707" y="91896"/>
                    <a:pt x="8010" y="92740"/>
                    <a:pt x="8010" y="92740"/>
                  </a:cubicBezTo>
                  <a:cubicBezTo>
                    <a:pt x="8161" y="92740"/>
                    <a:pt x="8614" y="93583"/>
                    <a:pt x="8614" y="93583"/>
                  </a:cubicBezTo>
                  <a:cubicBezTo>
                    <a:pt x="8614" y="93583"/>
                    <a:pt x="8916" y="94707"/>
                    <a:pt x="9068" y="94988"/>
                  </a:cubicBezTo>
                  <a:cubicBezTo>
                    <a:pt x="9219" y="94988"/>
                    <a:pt x="9219" y="94426"/>
                    <a:pt x="9521" y="94426"/>
                  </a:cubicBezTo>
                  <a:cubicBezTo>
                    <a:pt x="9823" y="94707"/>
                    <a:pt x="10125" y="95269"/>
                    <a:pt x="10277" y="94988"/>
                  </a:cubicBezTo>
                  <a:cubicBezTo>
                    <a:pt x="10428" y="94988"/>
                    <a:pt x="10579" y="93583"/>
                    <a:pt x="10579" y="93583"/>
                  </a:cubicBezTo>
                  <a:cubicBezTo>
                    <a:pt x="10579" y="93583"/>
                    <a:pt x="9672" y="92459"/>
                    <a:pt x="9521" y="92459"/>
                  </a:cubicBezTo>
                  <a:cubicBezTo>
                    <a:pt x="9521" y="92177"/>
                    <a:pt x="9219" y="91896"/>
                    <a:pt x="9219" y="91615"/>
                  </a:cubicBezTo>
                  <a:cubicBezTo>
                    <a:pt x="9068" y="91615"/>
                    <a:pt x="8765" y="91334"/>
                    <a:pt x="8765" y="91334"/>
                  </a:cubicBezTo>
                  <a:cubicBezTo>
                    <a:pt x="8765" y="91334"/>
                    <a:pt x="8614" y="90491"/>
                    <a:pt x="8614" y="90491"/>
                  </a:cubicBezTo>
                  <a:cubicBezTo>
                    <a:pt x="8463" y="90210"/>
                    <a:pt x="8614" y="89648"/>
                    <a:pt x="8614" y="89648"/>
                  </a:cubicBezTo>
                  <a:cubicBezTo>
                    <a:pt x="8765" y="89367"/>
                    <a:pt x="9068" y="89086"/>
                    <a:pt x="9219" y="89086"/>
                  </a:cubicBezTo>
                  <a:cubicBezTo>
                    <a:pt x="9370" y="89086"/>
                    <a:pt x="9823" y="88805"/>
                    <a:pt x="9823" y="88805"/>
                  </a:cubicBezTo>
                  <a:cubicBezTo>
                    <a:pt x="9974" y="87400"/>
                    <a:pt x="9974" y="87400"/>
                    <a:pt x="9974" y="87400"/>
                  </a:cubicBezTo>
                  <a:cubicBezTo>
                    <a:pt x="9974" y="87400"/>
                    <a:pt x="10277" y="86276"/>
                    <a:pt x="10277" y="86276"/>
                  </a:cubicBezTo>
                  <a:cubicBezTo>
                    <a:pt x="10125" y="86276"/>
                    <a:pt x="9068" y="87119"/>
                    <a:pt x="9068" y="86838"/>
                  </a:cubicBezTo>
                  <a:cubicBezTo>
                    <a:pt x="8916" y="86838"/>
                    <a:pt x="8614" y="86838"/>
                    <a:pt x="8614" y="86557"/>
                  </a:cubicBezTo>
                  <a:cubicBezTo>
                    <a:pt x="8463" y="86276"/>
                    <a:pt x="8463" y="85714"/>
                    <a:pt x="8463" y="85433"/>
                  </a:cubicBezTo>
                  <a:cubicBezTo>
                    <a:pt x="8463" y="85152"/>
                    <a:pt x="8614" y="84590"/>
                    <a:pt x="8614" y="84590"/>
                  </a:cubicBezTo>
                  <a:cubicBezTo>
                    <a:pt x="8614" y="84590"/>
                    <a:pt x="8463" y="84028"/>
                    <a:pt x="8312" y="84028"/>
                  </a:cubicBezTo>
                  <a:cubicBezTo>
                    <a:pt x="8312" y="83747"/>
                    <a:pt x="8161" y="83185"/>
                    <a:pt x="8161" y="83185"/>
                  </a:cubicBezTo>
                  <a:cubicBezTo>
                    <a:pt x="8161" y="83185"/>
                    <a:pt x="7103" y="82060"/>
                    <a:pt x="7103" y="82060"/>
                  </a:cubicBezTo>
                  <a:cubicBezTo>
                    <a:pt x="7103" y="81779"/>
                    <a:pt x="7103" y="80936"/>
                    <a:pt x="7254" y="80936"/>
                  </a:cubicBezTo>
                  <a:cubicBezTo>
                    <a:pt x="7254" y="80655"/>
                    <a:pt x="7103" y="80093"/>
                    <a:pt x="7405" y="79531"/>
                  </a:cubicBezTo>
                  <a:cubicBezTo>
                    <a:pt x="7858" y="78969"/>
                    <a:pt x="8161" y="77283"/>
                    <a:pt x="8161" y="77283"/>
                  </a:cubicBezTo>
                  <a:cubicBezTo>
                    <a:pt x="8161" y="77283"/>
                    <a:pt x="7103" y="77002"/>
                    <a:pt x="7103" y="77002"/>
                  </a:cubicBezTo>
                  <a:cubicBezTo>
                    <a:pt x="6952" y="77002"/>
                    <a:pt x="6498" y="78126"/>
                    <a:pt x="6498" y="78126"/>
                  </a:cubicBezTo>
                  <a:cubicBezTo>
                    <a:pt x="6498" y="78126"/>
                    <a:pt x="5894" y="78407"/>
                    <a:pt x="5894" y="78688"/>
                  </a:cubicBezTo>
                  <a:cubicBezTo>
                    <a:pt x="5743" y="78688"/>
                    <a:pt x="4987" y="78969"/>
                    <a:pt x="4987" y="79250"/>
                  </a:cubicBezTo>
                  <a:cubicBezTo>
                    <a:pt x="4836" y="79250"/>
                    <a:pt x="4534" y="79812"/>
                    <a:pt x="4382" y="79812"/>
                  </a:cubicBezTo>
                  <a:cubicBezTo>
                    <a:pt x="4231" y="80093"/>
                    <a:pt x="3627" y="80655"/>
                    <a:pt x="3627" y="80655"/>
                  </a:cubicBezTo>
                  <a:cubicBezTo>
                    <a:pt x="3627" y="80655"/>
                    <a:pt x="3022" y="80655"/>
                    <a:pt x="3022" y="80655"/>
                  </a:cubicBezTo>
                  <a:cubicBezTo>
                    <a:pt x="3022" y="80374"/>
                    <a:pt x="3022" y="78407"/>
                    <a:pt x="3022" y="78407"/>
                  </a:cubicBezTo>
                  <a:cubicBezTo>
                    <a:pt x="3022" y="78407"/>
                    <a:pt x="3324" y="78126"/>
                    <a:pt x="3324" y="77845"/>
                  </a:cubicBezTo>
                  <a:cubicBezTo>
                    <a:pt x="3324" y="77845"/>
                    <a:pt x="3173" y="76721"/>
                    <a:pt x="3022" y="76440"/>
                  </a:cubicBezTo>
                  <a:cubicBezTo>
                    <a:pt x="3022" y="76440"/>
                    <a:pt x="3022" y="75035"/>
                    <a:pt x="3022" y="74754"/>
                  </a:cubicBezTo>
                  <a:cubicBezTo>
                    <a:pt x="3022" y="74192"/>
                    <a:pt x="2871" y="73348"/>
                    <a:pt x="2871" y="73348"/>
                  </a:cubicBezTo>
                  <a:cubicBezTo>
                    <a:pt x="2720" y="71943"/>
                    <a:pt x="2720" y="71943"/>
                    <a:pt x="2720" y="71943"/>
                  </a:cubicBezTo>
                  <a:cubicBezTo>
                    <a:pt x="2871" y="70819"/>
                    <a:pt x="2871" y="70819"/>
                    <a:pt x="2871" y="70819"/>
                  </a:cubicBezTo>
                  <a:cubicBezTo>
                    <a:pt x="3022" y="70257"/>
                    <a:pt x="3022" y="70257"/>
                    <a:pt x="3022" y="70257"/>
                  </a:cubicBezTo>
                  <a:cubicBezTo>
                    <a:pt x="3022" y="70257"/>
                    <a:pt x="3324" y="69133"/>
                    <a:pt x="3324" y="69133"/>
                  </a:cubicBezTo>
                  <a:cubicBezTo>
                    <a:pt x="3324" y="68852"/>
                    <a:pt x="3627" y="67728"/>
                    <a:pt x="3627" y="67728"/>
                  </a:cubicBezTo>
                  <a:cubicBezTo>
                    <a:pt x="3778" y="67447"/>
                    <a:pt x="4685" y="65761"/>
                    <a:pt x="4685" y="65761"/>
                  </a:cubicBezTo>
                  <a:cubicBezTo>
                    <a:pt x="5138" y="64637"/>
                    <a:pt x="5138" y="64637"/>
                    <a:pt x="5138" y="64637"/>
                  </a:cubicBezTo>
                  <a:cubicBezTo>
                    <a:pt x="5138" y="64637"/>
                    <a:pt x="5743" y="64637"/>
                    <a:pt x="5894" y="64637"/>
                  </a:cubicBezTo>
                  <a:cubicBezTo>
                    <a:pt x="5894" y="64637"/>
                    <a:pt x="6498" y="63793"/>
                    <a:pt x="6498" y="63793"/>
                  </a:cubicBezTo>
                  <a:cubicBezTo>
                    <a:pt x="6649" y="63231"/>
                    <a:pt x="6649" y="63231"/>
                    <a:pt x="6649" y="63231"/>
                  </a:cubicBezTo>
                  <a:cubicBezTo>
                    <a:pt x="7103" y="63231"/>
                    <a:pt x="7103" y="63231"/>
                    <a:pt x="7103" y="63231"/>
                  </a:cubicBezTo>
                  <a:cubicBezTo>
                    <a:pt x="7103" y="63231"/>
                    <a:pt x="7405" y="62669"/>
                    <a:pt x="7556" y="62669"/>
                  </a:cubicBezTo>
                  <a:cubicBezTo>
                    <a:pt x="7556" y="62669"/>
                    <a:pt x="7858" y="62669"/>
                    <a:pt x="8161" y="62669"/>
                  </a:cubicBezTo>
                  <a:cubicBezTo>
                    <a:pt x="8463" y="62669"/>
                    <a:pt x="8614" y="62388"/>
                    <a:pt x="8765" y="62388"/>
                  </a:cubicBezTo>
                  <a:cubicBezTo>
                    <a:pt x="8765" y="62669"/>
                    <a:pt x="9370" y="63793"/>
                    <a:pt x="9370" y="63793"/>
                  </a:cubicBezTo>
                  <a:cubicBezTo>
                    <a:pt x="11183" y="63231"/>
                    <a:pt x="11183" y="63231"/>
                    <a:pt x="11183" y="63231"/>
                  </a:cubicBezTo>
                  <a:cubicBezTo>
                    <a:pt x="11939" y="62669"/>
                    <a:pt x="11939" y="62669"/>
                    <a:pt x="11939" y="62669"/>
                  </a:cubicBezTo>
                  <a:cubicBezTo>
                    <a:pt x="11939" y="62669"/>
                    <a:pt x="11939" y="61826"/>
                    <a:pt x="11939" y="61826"/>
                  </a:cubicBezTo>
                  <a:cubicBezTo>
                    <a:pt x="11788" y="61545"/>
                    <a:pt x="11032" y="61264"/>
                    <a:pt x="11032" y="61264"/>
                  </a:cubicBezTo>
                  <a:cubicBezTo>
                    <a:pt x="11032" y="61264"/>
                    <a:pt x="10881" y="61264"/>
                    <a:pt x="11032" y="61264"/>
                  </a:cubicBezTo>
                  <a:cubicBezTo>
                    <a:pt x="11032" y="60983"/>
                    <a:pt x="11335" y="59859"/>
                    <a:pt x="11335" y="59859"/>
                  </a:cubicBezTo>
                  <a:cubicBezTo>
                    <a:pt x="11486" y="59859"/>
                    <a:pt x="11637" y="59859"/>
                    <a:pt x="11939" y="59859"/>
                  </a:cubicBezTo>
                  <a:cubicBezTo>
                    <a:pt x="12241" y="59859"/>
                    <a:pt x="12846" y="59859"/>
                    <a:pt x="12846" y="59859"/>
                  </a:cubicBezTo>
                  <a:cubicBezTo>
                    <a:pt x="12846" y="59859"/>
                    <a:pt x="13148" y="60421"/>
                    <a:pt x="12846" y="60702"/>
                  </a:cubicBezTo>
                  <a:cubicBezTo>
                    <a:pt x="12695" y="60983"/>
                    <a:pt x="12544" y="60983"/>
                    <a:pt x="12544" y="61264"/>
                  </a:cubicBezTo>
                  <a:cubicBezTo>
                    <a:pt x="12544" y="61264"/>
                    <a:pt x="12544" y="61826"/>
                    <a:pt x="12695" y="61826"/>
                  </a:cubicBezTo>
                  <a:cubicBezTo>
                    <a:pt x="12695" y="61826"/>
                    <a:pt x="13450" y="61545"/>
                    <a:pt x="13450" y="61545"/>
                  </a:cubicBezTo>
                  <a:cubicBezTo>
                    <a:pt x="13450" y="61545"/>
                    <a:pt x="13602" y="60983"/>
                    <a:pt x="13904" y="60983"/>
                  </a:cubicBezTo>
                  <a:cubicBezTo>
                    <a:pt x="14055" y="60702"/>
                    <a:pt x="14508" y="60421"/>
                    <a:pt x="14508" y="60421"/>
                  </a:cubicBezTo>
                  <a:cubicBezTo>
                    <a:pt x="16020" y="60140"/>
                    <a:pt x="16020" y="60140"/>
                    <a:pt x="16020" y="60140"/>
                  </a:cubicBezTo>
                  <a:cubicBezTo>
                    <a:pt x="17078" y="59578"/>
                    <a:pt x="17078" y="59578"/>
                    <a:pt x="17078" y="59578"/>
                  </a:cubicBezTo>
                  <a:cubicBezTo>
                    <a:pt x="17078" y="59578"/>
                    <a:pt x="18287" y="58173"/>
                    <a:pt x="18589" y="58173"/>
                  </a:cubicBezTo>
                  <a:cubicBezTo>
                    <a:pt x="19042" y="58454"/>
                    <a:pt x="19345" y="58454"/>
                    <a:pt x="19496" y="58173"/>
                  </a:cubicBezTo>
                  <a:cubicBezTo>
                    <a:pt x="19647" y="57892"/>
                    <a:pt x="19949" y="57049"/>
                    <a:pt x="19949" y="57049"/>
                  </a:cubicBezTo>
                  <a:cubicBezTo>
                    <a:pt x="19647" y="56768"/>
                    <a:pt x="19647" y="56768"/>
                    <a:pt x="19647" y="56768"/>
                  </a:cubicBezTo>
                  <a:cubicBezTo>
                    <a:pt x="18891" y="56768"/>
                    <a:pt x="18891" y="56768"/>
                    <a:pt x="18891" y="56768"/>
                  </a:cubicBezTo>
                  <a:cubicBezTo>
                    <a:pt x="18891" y="56768"/>
                    <a:pt x="18136" y="57049"/>
                    <a:pt x="18136" y="57049"/>
                  </a:cubicBezTo>
                  <a:cubicBezTo>
                    <a:pt x="17984" y="56768"/>
                    <a:pt x="17531" y="56768"/>
                    <a:pt x="17682" y="56487"/>
                  </a:cubicBezTo>
                  <a:cubicBezTo>
                    <a:pt x="17833" y="55925"/>
                    <a:pt x="17833" y="55925"/>
                    <a:pt x="18136" y="55362"/>
                  </a:cubicBezTo>
                  <a:cubicBezTo>
                    <a:pt x="18287" y="55081"/>
                    <a:pt x="18438" y="54800"/>
                    <a:pt x="18589" y="54519"/>
                  </a:cubicBezTo>
                  <a:cubicBezTo>
                    <a:pt x="18891" y="54519"/>
                    <a:pt x="18891" y="54238"/>
                    <a:pt x="19193" y="53957"/>
                  </a:cubicBezTo>
                  <a:cubicBezTo>
                    <a:pt x="19496" y="53676"/>
                    <a:pt x="19496" y="53676"/>
                    <a:pt x="20100" y="53114"/>
                  </a:cubicBezTo>
                  <a:cubicBezTo>
                    <a:pt x="20705" y="52833"/>
                    <a:pt x="21914" y="51147"/>
                    <a:pt x="22065" y="51147"/>
                  </a:cubicBezTo>
                  <a:cubicBezTo>
                    <a:pt x="22216" y="51147"/>
                    <a:pt x="22367" y="51428"/>
                    <a:pt x="22972" y="50866"/>
                  </a:cubicBezTo>
                  <a:cubicBezTo>
                    <a:pt x="23727" y="50585"/>
                    <a:pt x="24181" y="49742"/>
                    <a:pt x="24030" y="49742"/>
                  </a:cubicBezTo>
                  <a:cubicBezTo>
                    <a:pt x="23879" y="49742"/>
                    <a:pt x="23576" y="49461"/>
                    <a:pt x="23274" y="49742"/>
                  </a:cubicBezTo>
                  <a:cubicBezTo>
                    <a:pt x="22821" y="50023"/>
                    <a:pt x="23123" y="49461"/>
                    <a:pt x="22518" y="50023"/>
                  </a:cubicBezTo>
                  <a:cubicBezTo>
                    <a:pt x="21763" y="50866"/>
                    <a:pt x="20705" y="51428"/>
                    <a:pt x="20403" y="51428"/>
                  </a:cubicBezTo>
                  <a:cubicBezTo>
                    <a:pt x="20100" y="51147"/>
                    <a:pt x="19798" y="50866"/>
                    <a:pt x="19496" y="50304"/>
                  </a:cubicBezTo>
                  <a:cubicBezTo>
                    <a:pt x="19042" y="49742"/>
                    <a:pt x="18136" y="49742"/>
                    <a:pt x="18136" y="49461"/>
                  </a:cubicBezTo>
                  <a:cubicBezTo>
                    <a:pt x="17984" y="49461"/>
                    <a:pt x="16775" y="50304"/>
                    <a:pt x="16775" y="50304"/>
                  </a:cubicBezTo>
                  <a:cubicBezTo>
                    <a:pt x="16775" y="50304"/>
                    <a:pt x="15113" y="50585"/>
                    <a:pt x="14659" y="50585"/>
                  </a:cubicBezTo>
                  <a:cubicBezTo>
                    <a:pt x="14357" y="50585"/>
                    <a:pt x="13450" y="50304"/>
                    <a:pt x="13299" y="50304"/>
                  </a:cubicBezTo>
                  <a:cubicBezTo>
                    <a:pt x="13299" y="50304"/>
                    <a:pt x="12392" y="50866"/>
                    <a:pt x="12392" y="50866"/>
                  </a:cubicBezTo>
                  <a:cubicBezTo>
                    <a:pt x="12241" y="50866"/>
                    <a:pt x="11637" y="52552"/>
                    <a:pt x="11335" y="52833"/>
                  </a:cubicBezTo>
                  <a:cubicBezTo>
                    <a:pt x="11032" y="53114"/>
                    <a:pt x="10277" y="52833"/>
                    <a:pt x="10277" y="52833"/>
                  </a:cubicBezTo>
                  <a:cubicBezTo>
                    <a:pt x="10277" y="52833"/>
                    <a:pt x="9974" y="53395"/>
                    <a:pt x="9672" y="53676"/>
                  </a:cubicBezTo>
                  <a:cubicBezTo>
                    <a:pt x="9370" y="53957"/>
                    <a:pt x="8916" y="54519"/>
                    <a:pt x="8614" y="54800"/>
                  </a:cubicBezTo>
                  <a:cubicBezTo>
                    <a:pt x="8312" y="55081"/>
                    <a:pt x="8161" y="57330"/>
                    <a:pt x="8161" y="57611"/>
                  </a:cubicBezTo>
                  <a:cubicBezTo>
                    <a:pt x="8010" y="58173"/>
                    <a:pt x="7254" y="60140"/>
                    <a:pt x="7254" y="60140"/>
                  </a:cubicBezTo>
                  <a:cubicBezTo>
                    <a:pt x="6498" y="61545"/>
                    <a:pt x="6498" y="61545"/>
                    <a:pt x="6498" y="61545"/>
                  </a:cubicBezTo>
                  <a:cubicBezTo>
                    <a:pt x="6498" y="61545"/>
                    <a:pt x="5894" y="62669"/>
                    <a:pt x="5743" y="62669"/>
                  </a:cubicBezTo>
                  <a:cubicBezTo>
                    <a:pt x="5591" y="62950"/>
                    <a:pt x="4685" y="64637"/>
                    <a:pt x="4685" y="64637"/>
                  </a:cubicBezTo>
                  <a:cubicBezTo>
                    <a:pt x="4685" y="64637"/>
                    <a:pt x="4382" y="64355"/>
                    <a:pt x="4382" y="64355"/>
                  </a:cubicBezTo>
                  <a:cubicBezTo>
                    <a:pt x="4382" y="64355"/>
                    <a:pt x="3778" y="66042"/>
                    <a:pt x="3778" y="66042"/>
                  </a:cubicBezTo>
                  <a:cubicBezTo>
                    <a:pt x="3778" y="66042"/>
                    <a:pt x="3476" y="67447"/>
                    <a:pt x="3324" y="67728"/>
                  </a:cubicBezTo>
                  <a:cubicBezTo>
                    <a:pt x="3324" y="68009"/>
                    <a:pt x="2720" y="69695"/>
                    <a:pt x="2720" y="69695"/>
                  </a:cubicBezTo>
                  <a:cubicBezTo>
                    <a:pt x="2569" y="70257"/>
                    <a:pt x="2569" y="70257"/>
                    <a:pt x="2569" y="70257"/>
                  </a:cubicBezTo>
                  <a:cubicBezTo>
                    <a:pt x="2418" y="71381"/>
                    <a:pt x="2418" y="71381"/>
                    <a:pt x="2418" y="71381"/>
                  </a:cubicBezTo>
                  <a:cubicBezTo>
                    <a:pt x="2418" y="71381"/>
                    <a:pt x="2115" y="71943"/>
                    <a:pt x="2115" y="71662"/>
                  </a:cubicBezTo>
                  <a:cubicBezTo>
                    <a:pt x="2115" y="71381"/>
                    <a:pt x="2115" y="70257"/>
                    <a:pt x="2267" y="69976"/>
                  </a:cubicBezTo>
                  <a:cubicBezTo>
                    <a:pt x="2418" y="69695"/>
                    <a:pt x="2418" y="69133"/>
                    <a:pt x="2418" y="69133"/>
                  </a:cubicBezTo>
                  <a:cubicBezTo>
                    <a:pt x="2267" y="67728"/>
                    <a:pt x="2267" y="67728"/>
                    <a:pt x="2267" y="67728"/>
                  </a:cubicBezTo>
                  <a:cubicBezTo>
                    <a:pt x="2267" y="67728"/>
                    <a:pt x="2115" y="68290"/>
                    <a:pt x="2267" y="67447"/>
                  </a:cubicBezTo>
                  <a:cubicBezTo>
                    <a:pt x="2418" y="66604"/>
                    <a:pt x="2267" y="66604"/>
                    <a:pt x="2418" y="66323"/>
                  </a:cubicBezTo>
                  <a:cubicBezTo>
                    <a:pt x="2720" y="66042"/>
                    <a:pt x="2569" y="66042"/>
                    <a:pt x="3022" y="65480"/>
                  </a:cubicBezTo>
                  <a:cubicBezTo>
                    <a:pt x="3324" y="64918"/>
                    <a:pt x="3173" y="64637"/>
                    <a:pt x="3324" y="64637"/>
                  </a:cubicBezTo>
                  <a:cubicBezTo>
                    <a:pt x="3627" y="64355"/>
                    <a:pt x="3627" y="64355"/>
                    <a:pt x="3929" y="64074"/>
                  </a:cubicBezTo>
                  <a:cubicBezTo>
                    <a:pt x="4382" y="63512"/>
                    <a:pt x="4534" y="63231"/>
                    <a:pt x="4685" y="62950"/>
                  </a:cubicBezTo>
                  <a:cubicBezTo>
                    <a:pt x="4685" y="62669"/>
                    <a:pt x="5440" y="62107"/>
                    <a:pt x="5289" y="61826"/>
                  </a:cubicBezTo>
                  <a:cubicBezTo>
                    <a:pt x="5289" y="61545"/>
                    <a:pt x="5440" y="60983"/>
                    <a:pt x="4987" y="60983"/>
                  </a:cubicBezTo>
                  <a:cubicBezTo>
                    <a:pt x="4685" y="60983"/>
                    <a:pt x="4080" y="61545"/>
                    <a:pt x="3778" y="61826"/>
                  </a:cubicBezTo>
                  <a:cubicBezTo>
                    <a:pt x="3324" y="62107"/>
                    <a:pt x="2871" y="62669"/>
                    <a:pt x="2871" y="62669"/>
                  </a:cubicBezTo>
                  <a:cubicBezTo>
                    <a:pt x="2871" y="62669"/>
                    <a:pt x="1813" y="63231"/>
                    <a:pt x="1662" y="63231"/>
                  </a:cubicBezTo>
                  <a:cubicBezTo>
                    <a:pt x="1511" y="62950"/>
                    <a:pt x="1209" y="63231"/>
                    <a:pt x="1057" y="63231"/>
                  </a:cubicBezTo>
                  <a:cubicBezTo>
                    <a:pt x="755" y="63512"/>
                    <a:pt x="151" y="62950"/>
                    <a:pt x="151" y="62950"/>
                  </a:cubicBezTo>
                  <a:cubicBezTo>
                    <a:pt x="0" y="60983"/>
                    <a:pt x="0" y="60983"/>
                    <a:pt x="0" y="60983"/>
                  </a:cubicBezTo>
                  <a:cubicBezTo>
                    <a:pt x="0" y="60983"/>
                    <a:pt x="0" y="60983"/>
                    <a:pt x="0" y="60983"/>
                  </a:cubicBezTo>
                  <a:cubicBezTo>
                    <a:pt x="151" y="60983"/>
                    <a:pt x="151" y="61264"/>
                    <a:pt x="151" y="61264"/>
                  </a:cubicBezTo>
                  <a:cubicBezTo>
                    <a:pt x="151" y="61264"/>
                    <a:pt x="151" y="61264"/>
                    <a:pt x="151" y="61264"/>
                  </a:cubicBezTo>
                  <a:cubicBezTo>
                    <a:pt x="302" y="61545"/>
                    <a:pt x="1057" y="61545"/>
                    <a:pt x="1057" y="61545"/>
                  </a:cubicBezTo>
                  <a:cubicBezTo>
                    <a:pt x="1662" y="60421"/>
                    <a:pt x="1662" y="60421"/>
                    <a:pt x="1662" y="60421"/>
                  </a:cubicBezTo>
                  <a:cubicBezTo>
                    <a:pt x="2418" y="58454"/>
                    <a:pt x="2418" y="58454"/>
                    <a:pt x="2418" y="58454"/>
                  </a:cubicBezTo>
                  <a:cubicBezTo>
                    <a:pt x="1662" y="55362"/>
                    <a:pt x="1662" y="55362"/>
                    <a:pt x="1662" y="55362"/>
                  </a:cubicBezTo>
                  <a:cubicBezTo>
                    <a:pt x="1662" y="55362"/>
                    <a:pt x="1662" y="55362"/>
                    <a:pt x="1662" y="55362"/>
                  </a:cubicBezTo>
                  <a:cubicBezTo>
                    <a:pt x="1662" y="55362"/>
                    <a:pt x="1662" y="55362"/>
                    <a:pt x="1662" y="55362"/>
                  </a:cubicBezTo>
                  <a:cubicBezTo>
                    <a:pt x="1662" y="55362"/>
                    <a:pt x="1662" y="55362"/>
                    <a:pt x="1662" y="55362"/>
                  </a:cubicBezTo>
                  <a:cubicBezTo>
                    <a:pt x="1662" y="55081"/>
                    <a:pt x="1813" y="53957"/>
                    <a:pt x="1813" y="53676"/>
                  </a:cubicBezTo>
                  <a:cubicBezTo>
                    <a:pt x="1813" y="53395"/>
                    <a:pt x="2115" y="52271"/>
                    <a:pt x="2115" y="52271"/>
                  </a:cubicBezTo>
                  <a:cubicBezTo>
                    <a:pt x="2418" y="51428"/>
                    <a:pt x="2418" y="51428"/>
                    <a:pt x="2418" y="51428"/>
                  </a:cubicBezTo>
                  <a:cubicBezTo>
                    <a:pt x="2418" y="51428"/>
                    <a:pt x="3022" y="51147"/>
                    <a:pt x="3173" y="51147"/>
                  </a:cubicBezTo>
                  <a:cubicBezTo>
                    <a:pt x="3476" y="51147"/>
                    <a:pt x="2720" y="49461"/>
                    <a:pt x="2720" y="49180"/>
                  </a:cubicBezTo>
                  <a:cubicBezTo>
                    <a:pt x="2720" y="48899"/>
                    <a:pt x="2418" y="47494"/>
                    <a:pt x="2418" y="47494"/>
                  </a:cubicBezTo>
                  <a:cubicBezTo>
                    <a:pt x="2418" y="47494"/>
                    <a:pt x="1662" y="46651"/>
                    <a:pt x="1511" y="46651"/>
                  </a:cubicBezTo>
                  <a:cubicBezTo>
                    <a:pt x="1360" y="46651"/>
                    <a:pt x="604" y="46370"/>
                    <a:pt x="302" y="46088"/>
                  </a:cubicBezTo>
                  <a:cubicBezTo>
                    <a:pt x="302" y="46088"/>
                    <a:pt x="302" y="46088"/>
                    <a:pt x="302" y="46088"/>
                  </a:cubicBezTo>
                  <a:cubicBezTo>
                    <a:pt x="302" y="46088"/>
                    <a:pt x="302" y="46088"/>
                    <a:pt x="302" y="46088"/>
                  </a:cubicBezTo>
                  <a:cubicBezTo>
                    <a:pt x="302" y="46088"/>
                    <a:pt x="151" y="45807"/>
                    <a:pt x="151" y="45526"/>
                  </a:cubicBezTo>
                  <a:cubicBezTo>
                    <a:pt x="151" y="45526"/>
                    <a:pt x="151" y="45526"/>
                    <a:pt x="151" y="45526"/>
                  </a:cubicBezTo>
                  <a:cubicBezTo>
                    <a:pt x="151" y="45526"/>
                    <a:pt x="151" y="45526"/>
                    <a:pt x="151" y="45526"/>
                  </a:cubicBezTo>
                  <a:cubicBezTo>
                    <a:pt x="151" y="45245"/>
                    <a:pt x="151" y="45245"/>
                    <a:pt x="151" y="45245"/>
                  </a:cubicBezTo>
                  <a:cubicBezTo>
                    <a:pt x="151" y="45245"/>
                    <a:pt x="151" y="45245"/>
                    <a:pt x="151" y="45245"/>
                  </a:cubicBezTo>
                  <a:cubicBezTo>
                    <a:pt x="151" y="45245"/>
                    <a:pt x="151" y="45245"/>
                    <a:pt x="151" y="45245"/>
                  </a:cubicBezTo>
                  <a:cubicBezTo>
                    <a:pt x="151" y="45245"/>
                    <a:pt x="151" y="45245"/>
                    <a:pt x="151" y="45245"/>
                  </a:cubicBezTo>
                  <a:cubicBezTo>
                    <a:pt x="151" y="45245"/>
                    <a:pt x="151" y="45245"/>
                    <a:pt x="151" y="45245"/>
                  </a:cubicBezTo>
                  <a:cubicBezTo>
                    <a:pt x="302" y="44683"/>
                    <a:pt x="755" y="44402"/>
                    <a:pt x="755" y="44402"/>
                  </a:cubicBezTo>
                  <a:cubicBezTo>
                    <a:pt x="1360" y="43559"/>
                    <a:pt x="1360" y="43559"/>
                    <a:pt x="1360" y="43559"/>
                  </a:cubicBezTo>
                  <a:cubicBezTo>
                    <a:pt x="1209" y="42435"/>
                    <a:pt x="1209" y="42435"/>
                    <a:pt x="1209" y="42435"/>
                  </a:cubicBezTo>
                  <a:cubicBezTo>
                    <a:pt x="1209" y="42435"/>
                    <a:pt x="1813" y="41592"/>
                    <a:pt x="1964" y="41311"/>
                  </a:cubicBezTo>
                  <a:cubicBezTo>
                    <a:pt x="2267" y="41030"/>
                    <a:pt x="3324" y="40468"/>
                    <a:pt x="3324" y="40468"/>
                  </a:cubicBezTo>
                  <a:cubicBezTo>
                    <a:pt x="3778" y="39063"/>
                    <a:pt x="3778" y="39063"/>
                    <a:pt x="3778" y="39063"/>
                  </a:cubicBezTo>
                  <a:cubicBezTo>
                    <a:pt x="4534" y="38782"/>
                    <a:pt x="4534" y="38782"/>
                    <a:pt x="4534" y="38782"/>
                  </a:cubicBezTo>
                  <a:cubicBezTo>
                    <a:pt x="4836" y="37939"/>
                    <a:pt x="4836" y="37939"/>
                    <a:pt x="4836" y="37939"/>
                  </a:cubicBezTo>
                  <a:cubicBezTo>
                    <a:pt x="5591" y="38220"/>
                    <a:pt x="5591" y="38220"/>
                    <a:pt x="5591" y="38220"/>
                  </a:cubicBezTo>
                  <a:cubicBezTo>
                    <a:pt x="6801" y="39625"/>
                    <a:pt x="6801" y="39625"/>
                    <a:pt x="6801" y="39625"/>
                  </a:cubicBezTo>
                  <a:cubicBezTo>
                    <a:pt x="6801" y="39625"/>
                    <a:pt x="7707" y="38782"/>
                    <a:pt x="7858" y="38501"/>
                  </a:cubicBezTo>
                  <a:cubicBezTo>
                    <a:pt x="8161" y="38220"/>
                    <a:pt x="8463" y="38220"/>
                    <a:pt x="8463" y="38220"/>
                  </a:cubicBezTo>
                  <a:cubicBezTo>
                    <a:pt x="8916" y="37658"/>
                    <a:pt x="8916" y="37658"/>
                    <a:pt x="8916" y="37658"/>
                  </a:cubicBezTo>
                  <a:cubicBezTo>
                    <a:pt x="8916" y="37658"/>
                    <a:pt x="9672" y="37096"/>
                    <a:pt x="9823" y="36814"/>
                  </a:cubicBezTo>
                  <a:cubicBezTo>
                    <a:pt x="9823" y="36814"/>
                    <a:pt x="9823" y="36814"/>
                    <a:pt x="9823" y="36814"/>
                  </a:cubicBezTo>
                  <a:cubicBezTo>
                    <a:pt x="9823" y="36814"/>
                    <a:pt x="9823" y="36814"/>
                    <a:pt x="9823" y="36814"/>
                  </a:cubicBezTo>
                  <a:cubicBezTo>
                    <a:pt x="10125" y="42154"/>
                    <a:pt x="9370" y="39344"/>
                    <a:pt x="10881" y="41311"/>
                  </a:cubicBezTo>
                  <a:cubicBezTo>
                    <a:pt x="11032" y="41592"/>
                    <a:pt x="10881" y="41873"/>
                    <a:pt x="11032" y="42154"/>
                  </a:cubicBezTo>
                  <a:cubicBezTo>
                    <a:pt x="11032" y="42716"/>
                    <a:pt x="12090" y="43559"/>
                    <a:pt x="12090" y="43559"/>
                  </a:cubicBezTo>
                  <a:cubicBezTo>
                    <a:pt x="12090" y="43559"/>
                    <a:pt x="12997" y="43559"/>
                    <a:pt x="12997" y="43840"/>
                  </a:cubicBezTo>
                  <a:cubicBezTo>
                    <a:pt x="13148" y="44121"/>
                    <a:pt x="14055" y="44964"/>
                    <a:pt x="14055" y="44964"/>
                  </a:cubicBezTo>
                  <a:cubicBezTo>
                    <a:pt x="16020" y="44121"/>
                    <a:pt x="16020" y="44121"/>
                    <a:pt x="16020" y="44121"/>
                  </a:cubicBezTo>
                  <a:cubicBezTo>
                    <a:pt x="16926" y="45807"/>
                    <a:pt x="16926" y="45807"/>
                    <a:pt x="16926" y="45807"/>
                  </a:cubicBezTo>
                  <a:cubicBezTo>
                    <a:pt x="17984" y="45245"/>
                    <a:pt x="17984" y="45245"/>
                    <a:pt x="17984" y="45245"/>
                  </a:cubicBezTo>
                  <a:cubicBezTo>
                    <a:pt x="17984" y="45245"/>
                    <a:pt x="18438" y="45526"/>
                    <a:pt x="18740" y="45807"/>
                  </a:cubicBezTo>
                  <a:cubicBezTo>
                    <a:pt x="19042" y="46088"/>
                    <a:pt x="19949" y="45807"/>
                    <a:pt x="20251" y="45526"/>
                  </a:cubicBezTo>
                  <a:cubicBezTo>
                    <a:pt x="20554" y="45526"/>
                    <a:pt x="21309" y="44683"/>
                    <a:pt x="21612" y="44964"/>
                  </a:cubicBezTo>
                  <a:cubicBezTo>
                    <a:pt x="21914" y="44964"/>
                    <a:pt x="23274" y="44402"/>
                    <a:pt x="23274" y="44402"/>
                  </a:cubicBezTo>
                  <a:cubicBezTo>
                    <a:pt x="24030" y="43278"/>
                    <a:pt x="24030" y="43278"/>
                    <a:pt x="24030" y="43278"/>
                  </a:cubicBezTo>
                  <a:cubicBezTo>
                    <a:pt x="25541" y="41873"/>
                    <a:pt x="25541" y="41873"/>
                    <a:pt x="25541" y="41873"/>
                  </a:cubicBezTo>
                  <a:cubicBezTo>
                    <a:pt x="27204" y="45245"/>
                    <a:pt x="27204" y="45245"/>
                    <a:pt x="27204" y="45245"/>
                  </a:cubicBezTo>
                  <a:cubicBezTo>
                    <a:pt x="27204" y="45245"/>
                    <a:pt x="28866" y="44683"/>
                    <a:pt x="29017" y="44683"/>
                  </a:cubicBezTo>
                  <a:cubicBezTo>
                    <a:pt x="29319" y="44683"/>
                    <a:pt x="30528" y="43840"/>
                    <a:pt x="30528" y="43840"/>
                  </a:cubicBezTo>
                  <a:cubicBezTo>
                    <a:pt x="30528" y="43840"/>
                    <a:pt x="30831" y="42997"/>
                    <a:pt x="30680" y="42154"/>
                  </a:cubicBezTo>
                  <a:cubicBezTo>
                    <a:pt x="30680" y="41592"/>
                    <a:pt x="30528" y="41030"/>
                    <a:pt x="30528" y="41030"/>
                  </a:cubicBezTo>
                  <a:cubicBezTo>
                    <a:pt x="30528" y="41030"/>
                    <a:pt x="30226" y="40468"/>
                    <a:pt x="30680" y="40187"/>
                  </a:cubicBezTo>
                  <a:cubicBezTo>
                    <a:pt x="31133" y="39906"/>
                    <a:pt x="31284" y="39344"/>
                    <a:pt x="31586" y="39063"/>
                  </a:cubicBezTo>
                  <a:cubicBezTo>
                    <a:pt x="32040" y="38501"/>
                    <a:pt x="32342" y="37658"/>
                    <a:pt x="32493" y="37377"/>
                  </a:cubicBezTo>
                  <a:cubicBezTo>
                    <a:pt x="32644" y="37377"/>
                    <a:pt x="32947" y="36252"/>
                    <a:pt x="33098" y="36252"/>
                  </a:cubicBezTo>
                  <a:cubicBezTo>
                    <a:pt x="33098" y="35971"/>
                    <a:pt x="33400" y="35128"/>
                    <a:pt x="33400" y="34847"/>
                  </a:cubicBezTo>
                  <a:cubicBezTo>
                    <a:pt x="33551" y="34847"/>
                    <a:pt x="34307" y="33442"/>
                    <a:pt x="34307" y="33442"/>
                  </a:cubicBezTo>
                  <a:cubicBezTo>
                    <a:pt x="34609" y="32599"/>
                    <a:pt x="34609" y="32599"/>
                    <a:pt x="34609" y="32599"/>
                  </a:cubicBezTo>
                  <a:cubicBezTo>
                    <a:pt x="34609" y="32599"/>
                    <a:pt x="35214" y="30351"/>
                    <a:pt x="35516" y="30070"/>
                  </a:cubicBezTo>
                  <a:cubicBezTo>
                    <a:pt x="35818" y="30070"/>
                    <a:pt x="37481" y="27540"/>
                    <a:pt x="37783" y="27822"/>
                  </a:cubicBezTo>
                  <a:cubicBezTo>
                    <a:pt x="38085" y="27822"/>
                    <a:pt x="39143" y="26135"/>
                    <a:pt x="39445" y="25573"/>
                  </a:cubicBezTo>
                  <a:cubicBezTo>
                    <a:pt x="39748" y="25292"/>
                    <a:pt x="39748" y="24730"/>
                    <a:pt x="40503" y="24449"/>
                  </a:cubicBezTo>
                  <a:cubicBezTo>
                    <a:pt x="41108" y="24449"/>
                    <a:pt x="45340" y="23325"/>
                    <a:pt x="45340" y="23325"/>
                  </a:cubicBezTo>
                  <a:cubicBezTo>
                    <a:pt x="47758" y="21920"/>
                    <a:pt x="47758" y="21920"/>
                    <a:pt x="47758" y="21920"/>
                  </a:cubicBezTo>
                  <a:cubicBezTo>
                    <a:pt x="48967" y="20234"/>
                    <a:pt x="48967" y="20234"/>
                    <a:pt x="48967" y="20234"/>
                  </a:cubicBezTo>
                  <a:cubicBezTo>
                    <a:pt x="49118" y="19391"/>
                    <a:pt x="49118" y="19391"/>
                    <a:pt x="49118" y="19391"/>
                  </a:cubicBezTo>
                  <a:cubicBezTo>
                    <a:pt x="50478" y="19391"/>
                    <a:pt x="50478" y="19391"/>
                    <a:pt x="50478" y="19391"/>
                  </a:cubicBezTo>
                  <a:cubicBezTo>
                    <a:pt x="50478" y="19391"/>
                    <a:pt x="50327" y="20515"/>
                    <a:pt x="50327" y="20515"/>
                  </a:cubicBezTo>
                  <a:cubicBezTo>
                    <a:pt x="50327" y="20796"/>
                    <a:pt x="50176" y="21077"/>
                    <a:pt x="50629" y="21358"/>
                  </a:cubicBezTo>
                  <a:cubicBezTo>
                    <a:pt x="51083" y="21920"/>
                    <a:pt x="51536" y="22482"/>
                    <a:pt x="51687" y="22482"/>
                  </a:cubicBezTo>
                  <a:cubicBezTo>
                    <a:pt x="51838" y="22482"/>
                    <a:pt x="52141" y="22763"/>
                    <a:pt x="52292" y="22763"/>
                  </a:cubicBezTo>
                  <a:cubicBezTo>
                    <a:pt x="52443" y="23044"/>
                    <a:pt x="53198" y="23325"/>
                    <a:pt x="53198" y="23325"/>
                  </a:cubicBezTo>
                  <a:cubicBezTo>
                    <a:pt x="53198" y="23325"/>
                    <a:pt x="54105" y="22763"/>
                    <a:pt x="54105" y="22763"/>
                  </a:cubicBezTo>
                  <a:cubicBezTo>
                    <a:pt x="54105" y="22482"/>
                    <a:pt x="54559" y="22201"/>
                    <a:pt x="54861" y="21920"/>
                  </a:cubicBezTo>
                  <a:cubicBezTo>
                    <a:pt x="55163" y="21639"/>
                    <a:pt x="56372" y="21077"/>
                    <a:pt x="56372" y="21077"/>
                  </a:cubicBezTo>
                  <a:cubicBezTo>
                    <a:pt x="56372" y="21077"/>
                    <a:pt x="56675" y="21920"/>
                    <a:pt x="56826" y="21920"/>
                  </a:cubicBezTo>
                  <a:cubicBezTo>
                    <a:pt x="56826" y="22201"/>
                    <a:pt x="57430" y="22763"/>
                    <a:pt x="57279" y="23325"/>
                  </a:cubicBezTo>
                  <a:cubicBezTo>
                    <a:pt x="57279" y="23606"/>
                    <a:pt x="57279" y="24449"/>
                    <a:pt x="57279" y="24449"/>
                  </a:cubicBezTo>
                  <a:cubicBezTo>
                    <a:pt x="58186" y="25292"/>
                    <a:pt x="58186" y="25292"/>
                    <a:pt x="58186" y="25292"/>
                  </a:cubicBezTo>
                  <a:cubicBezTo>
                    <a:pt x="58186" y="25292"/>
                    <a:pt x="58790" y="25854"/>
                    <a:pt x="58942" y="26135"/>
                  </a:cubicBezTo>
                  <a:cubicBezTo>
                    <a:pt x="59093" y="26135"/>
                    <a:pt x="60000" y="26416"/>
                    <a:pt x="60000" y="26416"/>
                  </a:cubicBezTo>
                  <a:cubicBezTo>
                    <a:pt x="60151" y="24449"/>
                    <a:pt x="60151" y="24449"/>
                    <a:pt x="60151" y="24449"/>
                  </a:cubicBezTo>
                  <a:cubicBezTo>
                    <a:pt x="60151" y="24449"/>
                    <a:pt x="60453" y="23887"/>
                    <a:pt x="60906" y="23887"/>
                  </a:cubicBezTo>
                  <a:cubicBezTo>
                    <a:pt x="61360" y="23887"/>
                    <a:pt x="62115" y="23887"/>
                    <a:pt x="62115" y="23887"/>
                  </a:cubicBezTo>
                  <a:cubicBezTo>
                    <a:pt x="62115" y="23887"/>
                    <a:pt x="62720" y="24168"/>
                    <a:pt x="62720" y="24449"/>
                  </a:cubicBezTo>
                  <a:cubicBezTo>
                    <a:pt x="62720" y="24730"/>
                    <a:pt x="63476" y="25573"/>
                    <a:pt x="63476" y="25573"/>
                  </a:cubicBezTo>
                  <a:cubicBezTo>
                    <a:pt x="64534" y="25011"/>
                    <a:pt x="64534" y="25011"/>
                    <a:pt x="64534" y="25011"/>
                  </a:cubicBezTo>
                  <a:cubicBezTo>
                    <a:pt x="64987" y="25292"/>
                    <a:pt x="64987" y="25292"/>
                    <a:pt x="64987" y="25292"/>
                  </a:cubicBezTo>
                  <a:cubicBezTo>
                    <a:pt x="66347" y="25573"/>
                    <a:pt x="66347" y="25573"/>
                    <a:pt x="66347" y="25573"/>
                  </a:cubicBezTo>
                  <a:cubicBezTo>
                    <a:pt x="66347" y="25573"/>
                    <a:pt x="66649" y="25573"/>
                    <a:pt x="66649" y="25292"/>
                  </a:cubicBezTo>
                  <a:cubicBezTo>
                    <a:pt x="66801" y="25011"/>
                    <a:pt x="66801" y="24168"/>
                    <a:pt x="66801" y="24168"/>
                  </a:cubicBezTo>
                  <a:cubicBezTo>
                    <a:pt x="66801" y="24168"/>
                    <a:pt x="66649" y="24168"/>
                    <a:pt x="67103" y="23887"/>
                  </a:cubicBezTo>
                  <a:cubicBezTo>
                    <a:pt x="67556" y="23887"/>
                    <a:pt x="67405" y="23606"/>
                    <a:pt x="67556" y="23887"/>
                  </a:cubicBezTo>
                  <a:cubicBezTo>
                    <a:pt x="67707" y="24168"/>
                    <a:pt x="68312" y="24168"/>
                    <a:pt x="68614" y="24449"/>
                  </a:cubicBezTo>
                  <a:cubicBezTo>
                    <a:pt x="68765" y="24449"/>
                    <a:pt x="69370" y="24730"/>
                    <a:pt x="69521" y="24730"/>
                  </a:cubicBezTo>
                  <a:cubicBezTo>
                    <a:pt x="69672" y="24730"/>
                    <a:pt x="71183" y="24449"/>
                    <a:pt x="71183" y="24449"/>
                  </a:cubicBezTo>
                  <a:cubicBezTo>
                    <a:pt x="71183" y="24449"/>
                    <a:pt x="70881" y="24730"/>
                    <a:pt x="71486" y="24168"/>
                  </a:cubicBezTo>
                  <a:cubicBezTo>
                    <a:pt x="72090" y="23606"/>
                    <a:pt x="72846" y="22763"/>
                    <a:pt x="72846" y="22763"/>
                  </a:cubicBezTo>
                  <a:cubicBezTo>
                    <a:pt x="72846" y="22763"/>
                    <a:pt x="72846" y="22763"/>
                    <a:pt x="73299" y="22482"/>
                  </a:cubicBezTo>
                  <a:cubicBezTo>
                    <a:pt x="73753" y="22201"/>
                    <a:pt x="73753" y="21077"/>
                    <a:pt x="73753" y="21077"/>
                  </a:cubicBezTo>
                  <a:cubicBezTo>
                    <a:pt x="73753" y="21077"/>
                    <a:pt x="73753" y="21077"/>
                    <a:pt x="74055" y="21077"/>
                  </a:cubicBezTo>
                  <a:cubicBezTo>
                    <a:pt x="74206" y="20796"/>
                    <a:pt x="75113" y="20515"/>
                    <a:pt x="75113" y="20515"/>
                  </a:cubicBezTo>
                  <a:cubicBezTo>
                    <a:pt x="75113" y="20515"/>
                    <a:pt x="75264" y="19953"/>
                    <a:pt x="75415" y="19672"/>
                  </a:cubicBezTo>
                  <a:cubicBezTo>
                    <a:pt x="75566" y="19672"/>
                    <a:pt x="75869" y="19110"/>
                    <a:pt x="75869" y="19110"/>
                  </a:cubicBezTo>
                  <a:cubicBezTo>
                    <a:pt x="76020" y="19110"/>
                    <a:pt x="76020" y="19110"/>
                    <a:pt x="76020" y="19110"/>
                  </a:cubicBezTo>
                  <a:cubicBezTo>
                    <a:pt x="76624" y="18829"/>
                    <a:pt x="76624" y="18829"/>
                    <a:pt x="76624" y="18829"/>
                  </a:cubicBezTo>
                  <a:cubicBezTo>
                    <a:pt x="76775" y="18266"/>
                    <a:pt x="76775" y="18266"/>
                    <a:pt x="76775" y="18266"/>
                  </a:cubicBezTo>
                  <a:cubicBezTo>
                    <a:pt x="77984" y="18829"/>
                    <a:pt x="77984" y="18829"/>
                    <a:pt x="77984" y="18829"/>
                  </a:cubicBezTo>
                  <a:cubicBezTo>
                    <a:pt x="77984" y="18829"/>
                    <a:pt x="79042" y="19110"/>
                    <a:pt x="79193" y="18829"/>
                  </a:cubicBezTo>
                  <a:cubicBezTo>
                    <a:pt x="79496" y="18829"/>
                    <a:pt x="79949" y="17423"/>
                    <a:pt x="80251" y="17704"/>
                  </a:cubicBezTo>
                  <a:cubicBezTo>
                    <a:pt x="80403" y="17704"/>
                    <a:pt x="80705" y="18266"/>
                    <a:pt x="80856" y="17985"/>
                  </a:cubicBezTo>
                  <a:cubicBezTo>
                    <a:pt x="81007" y="17985"/>
                    <a:pt x="81158" y="18548"/>
                    <a:pt x="81612" y="17985"/>
                  </a:cubicBezTo>
                  <a:cubicBezTo>
                    <a:pt x="82216" y="17142"/>
                    <a:pt x="82670" y="16018"/>
                    <a:pt x="82670" y="16018"/>
                  </a:cubicBezTo>
                  <a:cubicBezTo>
                    <a:pt x="82670" y="16018"/>
                    <a:pt x="82518" y="15456"/>
                    <a:pt x="82972" y="15175"/>
                  </a:cubicBezTo>
                  <a:cubicBezTo>
                    <a:pt x="83425" y="14613"/>
                    <a:pt x="83425" y="14332"/>
                    <a:pt x="83727" y="14332"/>
                  </a:cubicBezTo>
                  <a:cubicBezTo>
                    <a:pt x="84030" y="14051"/>
                    <a:pt x="84030" y="14332"/>
                    <a:pt x="84181" y="13770"/>
                  </a:cubicBezTo>
                  <a:cubicBezTo>
                    <a:pt x="84181" y="13208"/>
                    <a:pt x="84181" y="12646"/>
                    <a:pt x="84332" y="12365"/>
                  </a:cubicBezTo>
                  <a:cubicBezTo>
                    <a:pt x="84483" y="12365"/>
                    <a:pt x="84634" y="11803"/>
                    <a:pt x="84937" y="11803"/>
                  </a:cubicBezTo>
                  <a:cubicBezTo>
                    <a:pt x="85088" y="11522"/>
                    <a:pt x="85390" y="11241"/>
                    <a:pt x="85390" y="10679"/>
                  </a:cubicBezTo>
                  <a:cubicBezTo>
                    <a:pt x="85541" y="10117"/>
                    <a:pt x="85239" y="10398"/>
                    <a:pt x="85541" y="10117"/>
                  </a:cubicBezTo>
                  <a:cubicBezTo>
                    <a:pt x="85843" y="9555"/>
                    <a:pt x="85994" y="9274"/>
                    <a:pt x="86297" y="8711"/>
                  </a:cubicBezTo>
                  <a:cubicBezTo>
                    <a:pt x="86599" y="8430"/>
                    <a:pt x="86750" y="8149"/>
                    <a:pt x="86901" y="7587"/>
                  </a:cubicBezTo>
                  <a:cubicBezTo>
                    <a:pt x="86901" y="7025"/>
                    <a:pt x="86901" y="6744"/>
                    <a:pt x="87052" y="5901"/>
                  </a:cubicBezTo>
                  <a:cubicBezTo>
                    <a:pt x="87355" y="5058"/>
                    <a:pt x="87052" y="4496"/>
                    <a:pt x="87506" y="4496"/>
                  </a:cubicBezTo>
                  <a:cubicBezTo>
                    <a:pt x="87657" y="4496"/>
                    <a:pt x="87657" y="4496"/>
                    <a:pt x="87808" y="4496"/>
                  </a:cubicBezTo>
                  <a:cubicBezTo>
                    <a:pt x="87808" y="5058"/>
                    <a:pt x="88110" y="5339"/>
                    <a:pt x="88413" y="5620"/>
                  </a:cubicBezTo>
                  <a:cubicBezTo>
                    <a:pt x="88866" y="5901"/>
                    <a:pt x="90075" y="4777"/>
                    <a:pt x="90075" y="4777"/>
                  </a:cubicBezTo>
                  <a:cubicBezTo>
                    <a:pt x="90831" y="4215"/>
                    <a:pt x="90831" y="4215"/>
                    <a:pt x="90831" y="4215"/>
                  </a:cubicBezTo>
                  <a:cubicBezTo>
                    <a:pt x="91586" y="3934"/>
                    <a:pt x="91586" y="3934"/>
                    <a:pt x="91586" y="3934"/>
                  </a:cubicBezTo>
                  <a:cubicBezTo>
                    <a:pt x="91586" y="3934"/>
                    <a:pt x="93400" y="3653"/>
                    <a:pt x="93702" y="3372"/>
                  </a:cubicBezTo>
                  <a:cubicBezTo>
                    <a:pt x="94156" y="2810"/>
                    <a:pt x="94156" y="2248"/>
                    <a:pt x="94156" y="2248"/>
                  </a:cubicBezTo>
                  <a:cubicBezTo>
                    <a:pt x="94005" y="1405"/>
                    <a:pt x="94005" y="1405"/>
                    <a:pt x="94005" y="1405"/>
                  </a:cubicBezTo>
                  <a:cubicBezTo>
                    <a:pt x="94005" y="1405"/>
                    <a:pt x="94911" y="562"/>
                    <a:pt x="95365" y="281"/>
                  </a:cubicBezTo>
                  <a:cubicBezTo>
                    <a:pt x="95667" y="0"/>
                    <a:pt x="95969" y="562"/>
                    <a:pt x="95969" y="562"/>
                  </a:cubicBezTo>
                  <a:cubicBezTo>
                    <a:pt x="96423" y="1405"/>
                    <a:pt x="96423" y="1405"/>
                    <a:pt x="96423" y="1405"/>
                  </a:cubicBezTo>
                  <a:cubicBezTo>
                    <a:pt x="97027" y="2529"/>
                    <a:pt x="97027" y="2529"/>
                    <a:pt x="97027" y="2529"/>
                  </a:cubicBezTo>
                  <a:cubicBezTo>
                    <a:pt x="97783" y="2810"/>
                    <a:pt x="97783" y="2810"/>
                    <a:pt x="97783" y="2810"/>
                  </a:cubicBezTo>
                  <a:cubicBezTo>
                    <a:pt x="97783" y="2810"/>
                    <a:pt x="98236" y="3653"/>
                    <a:pt x="98387" y="3934"/>
                  </a:cubicBezTo>
                  <a:cubicBezTo>
                    <a:pt x="98387" y="4496"/>
                    <a:pt x="98387" y="4496"/>
                    <a:pt x="98387" y="4496"/>
                  </a:cubicBezTo>
                  <a:cubicBezTo>
                    <a:pt x="99294" y="4496"/>
                    <a:pt x="99294" y="4496"/>
                    <a:pt x="99294" y="4496"/>
                  </a:cubicBezTo>
                  <a:cubicBezTo>
                    <a:pt x="100050" y="3934"/>
                    <a:pt x="100050" y="3934"/>
                    <a:pt x="100050" y="3934"/>
                  </a:cubicBezTo>
                  <a:cubicBezTo>
                    <a:pt x="100806" y="4777"/>
                    <a:pt x="100806" y="4777"/>
                    <a:pt x="100806" y="4777"/>
                  </a:cubicBezTo>
                  <a:cubicBezTo>
                    <a:pt x="101410" y="4496"/>
                    <a:pt x="101410" y="4496"/>
                    <a:pt x="101410" y="4496"/>
                  </a:cubicBezTo>
                  <a:cubicBezTo>
                    <a:pt x="101561" y="4496"/>
                    <a:pt x="101561" y="4777"/>
                    <a:pt x="101712" y="4777"/>
                  </a:cubicBezTo>
                  <a:cubicBezTo>
                    <a:pt x="101712" y="5058"/>
                    <a:pt x="101712" y="5339"/>
                    <a:pt x="101712" y="5620"/>
                  </a:cubicBezTo>
                  <a:cubicBezTo>
                    <a:pt x="101863" y="6182"/>
                    <a:pt x="102015" y="6182"/>
                    <a:pt x="102015" y="6182"/>
                  </a:cubicBezTo>
                  <a:cubicBezTo>
                    <a:pt x="102317" y="7025"/>
                    <a:pt x="102317" y="7025"/>
                    <a:pt x="102317" y="7025"/>
                  </a:cubicBezTo>
                  <a:cubicBezTo>
                    <a:pt x="102468" y="7868"/>
                    <a:pt x="102468" y="7868"/>
                    <a:pt x="102468" y="7868"/>
                  </a:cubicBezTo>
                  <a:cubicBezTo>
                    <a:pt x="102317" y="9274"/>
                    <a:pt x="102317" y="9274"/>
                    <a:pt x="102317" y="9274"/>
                  </a:cubicBezTo>
                  <a:cubicBezTo>
                    <a:pt x="102317" y="9274"/>
                    <a:pt x="102015" y="10679"/>
                    <a:pt x="101863" y="11241"/>
                  </a:cubicBezTo>
                  <a:cubicBezTo>
                    <a:pt x="101712" y="11803"/>
                    <a:pt x="102166" y="12365"/>
                    <a:pt x="102166" y="12365"/>
                  </a:cubicBezTo>
                  <a:cubicBezTo>
                    <a:pt x="102317" y="12927"/>
                    <a:pt x="102317" y="12927"/>
                    <a:pt x="102317" y="12927"/>
                  </a:cubicBezTo>
                  <a:cubicBezTo>
                    <a:pt x="102317" y="12927"/>
                    <a:pt x="102468" y="13770"/>
                    <a:pt x="102619" y="14051"/>
                  </a:cubicBezTo>
                  <a:cubicBezTo>
                    <a:pt x="102619" y="14332"/>
                    <a:pt x="102619" y="14332"/>
                    <a:pt x="102619" y="14332"/>
                  </a:cubicBezTo>
                  <a:cubicBezTo>
                    <a:pt x="102619" y="14332"/>
                    <a:pt x="103073" y="14894"/>
                    <a:pt x="103224" y="15175"/>
                  </a:cubicBezTo>
                  <a:cubicBezTo>
                    <a:pt x="103375" y="15175"/>
                    <a:pt x="103375" y="15456"/>
                    <a:pt x="103526" y="15737"/>
                  </a:cubicBezTo>
                  <a:cubicBezTo>
                    <a:pt x="103677" y="16018"/>
                    <a:pt x="103526" y="16580"/>
                    <a:pt x="103526" y="16580"/>
                  </a:cubicBezTo>
                  <a:cubicBezTo>
                    <a:pt x="103073" y="17423"/>
                    <a:pt x="103073" y="17423"/>
                    <a:pt x="103073" y="17423"/>
                  </a:cubicBezTo>
                  <a:cubicBezTo>
                    <a:pt x="103073" y="17423"/>
                    <a:pt x="103828" y="17423"/>
                    <a:pt x="104130" y="17423"/>
                  </a:cubicBezTo>
                  <a:cubicBezTo>
                    <a:pt x="104433" y="17423"/>
                    <a:pt x="104433" y="17423"/>
                    <a:pt x="104584" y="17423"/>
                  </a:cubicBezTo>
                  <a:cubicBezTo>
                    <a:pt x="104735" y="17423"/>
                    <a:pt x="105340" y="17704"/>
                    <a:pt x="105340" y="17704"/>
                  </a:cubicBezTo>
                  <a:cubicBezTo>
                    <a:pt x="105340" y="17704"/>
                    <a:pt x="105642" y="17423"/>
                    <a:pt x="105793" y="17423"/>
                  </a:cubicBezTo>
                  <a:cubicBezTo>
                    <a:pt x="106095" y="17142"/>
                    <a:pt x="106397" y="17142"/>
                    <a:pt x="106397" y="17142"/>
                  </a:cubicBezTo>
                  <a:cubicBezTo>
                    <a:pt x="107002" y="16299"/>
                    <a:pt x="107002" y="16299"/>
                    <a:pt x="107002" y="16299"/>
                  </a:cubicBezTo>
                  <a:cubicBezTo>
                    <a:pt x="107002" y="16299"/>
                    <a:pt x="107758" y="16580"/>
                    <a:pt x="108060" y="16580"/>
                  </a:cubicBezTo>
                  <a:cubicBezTo>
                    <a:pt x="108211" y="16580"/>
                    <a:pt x="108664" y="16580"/>
                    <a:pt x="108816" y="16299"/>
                  </a:cubicBezTo>
                  <a:cubicBezTo>
                    <a:pt x="108967" y="16299"/>
                    <a:pt x="109571" y="16861"/>
                    <a:pt x="109571" y="16861"/>
                  </a:cubicBezTo>
                  <a:cubicBezTo>
                    <a:pt x="109571" y="16861"/>
                    <a:pt x="109874" y="17423"/>
                    <a:pt x="110025" y="17704"/>
                  </a:cubicBezTo>
                  <a:cubicBezTo>
                    <a:pt x="109874" y="18548"/>
                    <a:pt x="109722" y="19110"/>
                    <a:pt x="109722" y="19391"/>
                  </a:cubicBezTo>
                  <a:cubicBezTo>
                    <a:pt x="109874" y="19672"/>
                    <a:pt x="110327" y="20234"/>
                    <a:pt x="110478" y="20796"/>
                  </a:cubicBezTo>
                  <a:cubicBezTo>
                    <a:pt x="110478" y="21077"/>
                    <a:pt x="109874" y="22482"/>
                    <a:pt x="109874" y="22482"/>
                  </a:cubicBezTo>
                  <a:close/>
                  <a:moveTo>
                    <a:pt x="0" y="46088"/>
                  </a:moveTo>
                  <a:cubicBezTo>
                    <a:pt x="0" y="46088"/>
                    <a:pt x="0" y="46088"/>
                    <a:pt x="0" y="46088"/>
                  </a:cubicBezTo>
                  <a:cubicBezTo>
                    <a:pt x="0" y="46088"/>
                    <a:pt x="0" y="46088"/>
                    <a:pt x="0" y="46088"/>
                  </a:cubicBezTo>
                  <a:cubicBezTo>
                    <a:pt x="0" y="46088"/>
                    <a:pt x="0" y="46088"/>
                    <a:pt x="0" y="46088"/>
                  </a:cubicBezTo>
                  <a:cubicBezTo>
                    <a:pt x="0" y="46088"/>
                    <a:pt x="0" y="46088"/>
                    <a:pt x="0" y="46088"/>
                  </a:cubicBezTo>
                  <a:cubicBezTo>
                    <a:pt x="0" y="46088"/>
                    <a:pt x="0" y="46088"/>
                    <a:pt x="0" y="46088"/>
                  </a:cubicBezTo>
                  <a:close/>
                </a:path>
              </a:pathLst>
            </a:custGeom>
            <a:solidFill>
              <a:srgbClr val="FF0000"/>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60" name="Shape 2057">
              <a:extLst>
                <a:ext uri="{FF2B5EF4-FFF2-40B4-BE49-F238E27FC236}">
                  <a16:creationId xmlns:a16="http://schemas.microsoft.com/office/drawing/2014/main" id="{B9E15227-EE87-47CE-95EB-46511167F5C3}"/>
                </a:ext>
              </a:extLst>
            </p:cNvPr>
            <p:cNvSpPr/>
            <p:nvPr/>
          </p:nvSpPr>
          <p:spPr>
            <a:xfrm>
              <a:off x="5477832" y="363797"/>
              <a:ext cx="722325" cy="1278502"/>
            </a:xfrm>
            <a:custGeom>
              <a:avLst/>
              <a:gdLst/>
              <a:ahLst/>
              <a:cxnLst/>
              <a:rect l="0" t="0" r="0" b="0"/>
              <a:pathLst>
                <a:path w="120000" h="120000" extrusionOk="0">
                  <a:moveTo>
                    <a:pt x="7570" y="20761"/>
                  </a:moveTo>
                  <a:cubicBezTo>
                    <a:pt x="6435" y="19723"/>
                    <a:pt x="6435" y="19723"/>
                    <a:pt x="6435" y="19723"/>
                  </a:cubicBezTo>
                  <a:cubicBezTo>
                    <a:pt x="4921" y="19307"/>
                    <a:pt x="4921" y="19307"/>
                    <a:pt x="4921" y="19307"/>
                  </a:cubicBezTo>
                  <a:cubicBezTo>
                    <a:pt x="3028" y="18892"/>
                    <a:pt x="3028" y="18892"/>
                    <a:pt x="3028" y="18892"/>
                  </a:cubicBezTo>
                  <a:cubicBezTo>
                    <a:pt x="3028" y="18062"/>
                    <a:pt x="3028" y="18062"/>
                    <a:pt x="3028" y="18062"/>
                  </a:cubicBezTo>
                  <a:cubicBezTo>
                    <a:pt x="378" y="17231"/>
                    <a:pt x="378" y="17231"/>
                    <a:pt x="378" y="17231"/>
                  </a:cubicBezTo>
                  <a:cubicBezTo>
                    <a:pt x="378" y="17231"/>
                    <a:pt x="0" y="16816"/>
                    <a:pt x="378" y="16816"/>
                  </a:cubicBezTo>
                  <a:cubicBezTo>
                    <a:pt x="757" y="16608"/>
                    <a:pt x="2271" y="16608"/>
                    <a:pt x="2649" y="16608"/>
                  </a:cubicBezTo>
                  <a:cubicBezTo>
                    <a:pt x="2649" y="16401"/>
                    <a:pt x="2649" y="16401"/>
                    <a:pt x="2649" y="16401"/>
                  </a:cubicBezTo>
                  <a:cubicBezTo>
                    <a:pt x="3028" y="16401"/>
                    <a:pt x="3028" y="16401"/>
                    <a:pt x="3028" y="16401"/>
                  </a:cubicBezTo>
                  <a:cubicBezTo>
                    <a:pt x="3406" y="16401"/>
                    <a:pt x="3406" y="16193"/>
                    <a:pt x="3406" y="16193"/>
                  </a:cubicBezTo>
                  <a:cubicBezTo>
                    <a:pt x="3406" y="16193"/>
                    <a:pt x="2271" y="14948"/>
                    <a:pt x="3028" y="14325"/>
                  </a:cubicBezTo>
                  <a:cubicBezTo>
                    <a:pt x="3028" y="14117"/>
                    <a:pt x="3028" y="14117"/>
                    <a:pt x="3028" y="14117"/>
                  </a:cubicBezTo>
                  <a:cubicBezTo>
                    <a:pt x="3028" y="14117"/>
                    <a:pt x="3028" y="14117"/>
                    <a:pt x="3028" y="14117"/>
                  </a:cubicBezTo>
                  <a:cubicBezTo>
                    <a:pt x="3785" y="13702"/>
                    <a:pt x="5299" y="13702"/>
                    <a:pt x="6056" y="14117"/>
                  </a:cubicBezTo>
                  <a:cubicBezTo>
                    <a:pt x="7570" y="14325"/>
                    <a:pt x="7570" y="14325"/>
                    <a:pt x="7570" y="14325"/>
                  </a:cubicBezTo>
                  <a:cubicBezTo>
                    <a:pt x="10220" y="15986"/>
                    <a:pt x="10220" y="15986"/>
                    <a:pt x="10220" y="15986"/>
                  </a:cubicBezTo>
                  <a:cubicBezTo>
                    <a:pt x="12492" y="17439"/>
                    <a:pt x="12492" y="17439"/>
                    <a:pt x="12492" y="17439"/>
                  </a:cubicBezTo>
                  <a:cubicBezTo>
                    <a:pt x="12492" y="17439"/>
                    <a:pt x="15899" y="18892"/>
                    <a:pt x="16656" y="19100"/>
                  </a:cubicBezTo>
                  <a:cubicBezTo>
                    <a:pt x="17413" y="19307"/>
                    <a:pt x="21577" y="19723"/>
                    <a:pt x="21955" y="19930"/>
                  </a:cubicBezTo>
                  <a:cubicBezTo>
                    <a:pt x="23091" y="19100"/>
                    <a:pt x="23091" y="19100"/>
                    <a:pt x="23091" y="19100"/>
                  </a:cubicBezTo>
                  <a:cubicBezTo>
                    <a:pt x="24605" y="18477"/>
                    <a:pt x="24605" y="18477"/>
                    <a:pt x="24605" y="18477"/>
                  </a:cubicBezTo>
                  <a:cubicBezTo>
                    <a:pt x="24227" y="18062"/>
                    <a:pt x="24227" y="18062"/>
                    <a:pt x="24227" y="18062"/>
                  </a:cubicBezTo>
                  <a:cubicBezTo>
                    <a:pt x="26119" y="17439"/>
                    <a:pt x="26119" y="17439"/>
                    <a:pt x="26119" y="17439"/>
                  </a:cubicBezTo>
                  <a:cubicBezTo>
                    <a:pt x="27634" y="18062"/>
                    <a:pt x="27634" y="18062"/>
                    <a:pt x="27634" y="18062"/>
                  </a:cubicBezTo>
                  <a:cubicBezTo>
                    <a:pt x="31419" y="18477"/>
                    <a:pt x="31419" y="18477"/>
                    <a:pt x="31419" y="18477"/>
                  </a:cubicBezTo>
                  <a:cubicBezTo>
                    <a:pt x="32933" y="19100"/>
                    <a:pt x="32933" y="19100"/>
                    <a:pt x="32933" y="19100"/>
                  </a:cubicBezTo>
                  <a:cubicBezTo>
                    <a:pt x="32933" y="19100"/>
                    <a:pt x="33312" y="19100"/>
                    <a:pt x="33690" y="18892"/>
                  </a:cubicBezTo>
                  <a:cubicBezTo>
                    <a:pt x="33690" y="18892"/>
                    <a:pt x="33690" y="18892"/>
                    <a:pt x="33690" y="18892"/>
                  </a:cubicBezTo>
                  <a:cubicBezTo>
                    <a:pt x="34069" y="18892"/>
                    <a:pt x="34069" y="18892"/>
                    <a:pt x="34447" y="18685"/>
                  </a:cubicBezTo>
                  <a:cubicBezTo>
                    <a:pt x="34447" y="18685"/>
                    <a:pt x="34447" y="18685"/>
                    <a:pt x="34447" y="18685"/>
                  </a:cubicBezTo>
                  <a:cubicBezTo>
                    <a:pt x="34447" y="18685"/>
                    <a:pt x="34447" y="18685"/>
                    <a:pt x="34447" y="18685"/>
                  </a:cubicBezTo>
                  <a:cubicBezTo>
                    <a:pt x="34447" y="18685"/>
                    <a:pt x="34447" y="18685"/>
                    <a:pt x="34447" y="18685"/>
                  </a:cubicBezTo>
                  <a:cubicBezTo>
                    <a:pt x="34447" y="18685"/>
                    <a:pt x="34447" y="18685"/>
                    <a:pt x="34447" y="18685"/>
                  </a:cubicBezTo>
                  <a:cubicBezTo>
                    <a:pt x="34447" y="18685"/>
                    <a:pt x="34447" y="18685"/>
                    <a:pt x="34447" y="18685"/>
                  </a:cubicBezTo>
                  <a:cubicBezTo>
                    <a:pt x="34447" y="18477"/>
                    <a:pt x="34447" y="18477"/>
                    <a:pt x="34447" y="18477"/>
                  </a:cubicBezTo>
                  <a:cubicBezTo>
                    <a:pt x="34447" y="18269"/>
                    <a:pt x="34447" y="17024"/>
                    <a:pt x="34447" y="17024"/>
                  </a:cubicBezTo>
                  <a:cubicBezTo>
                    <a:pt x="34447" y="17024"/>
                    <a:pt x="33312" y="16608"/>
                    <a:pt x="34447" y="16193"/>
                  </a:cubicBezTo>
                  <a:cubicBezTo>
                    <a:pt x="35583" y="15570"/>
                    <a:pt x="37097" y="14948"/>
                    <a:pt x="37097" y="14948"/>
                  </a:cubicBezTo>
                  <a:cubicBezTo>
                    <a:pt x="37097" y="14948"/>
                    <a:pt x="37854" y="14740"/>
                    <a:pt x="37854" y="14117"/>
                  </a:cubicBezTo>
                  <a:cubicBezTo>
                    <a:pt x="37854" y="13494"/>
                    <a:pt x="37097" y="11833"/>
                    <a:pt x="37097" y="11833"/>
                  </a:cubicBezTo>
                  <a:cubicBezTo>
                    <a:pt x="37097" y="11833"/>
                    <a:pt x="36340" y="10795"/>
                    <a:pt x="36340" y="10380"/>
                  </a:cubicBezTo>
                  <a:cubicBezTo>
                    <a:pt x="37097" y="7889"/>
                    <a:pt x="35205" y="6020"/>
                    <a:pt x="36340" y="5813"/>
                  </a:cubicBezTo>
                  <a:cubicBezTo>
                    <a:pt x="36340" y="5813"/>
                    <a:pt x="36340" y="5813"/>
                    <a:pt x="36340" y="5813"/>
                  </a:cubicBezTo>
                  <a:cubicBezTo>
                    <a:pt x="37097" y="5605"/>
                    <a:pt x="37097" y="5605"/>
                    <a:pt x="37097" y="5605"/>
                  </a:cubicBezTo>
                  <a:cubicBezTo>
                    <a:pt x="38233" y="5190"/>
                    <a:pt x="38233" y="5190"/>
                    <a:pt x="38233" y="5190"/>
                  </a:cubicBezTo>
                  <a:cubicBezTo>
                    <a:pt x="38233" y="5190"/>
                    <a:pt x="38233" y="4982"/>
                    <a:pt x="38233" y="4982"/>
                  </a:cubicBezTo>
                  <a:cubicBezTo>
                    <a:pt x="38233" y="3944"/>
                    <a:pt x="35962" y="2906"/>
                    <a:pt x="38611" y="2698"/>
                  </a:cubicBezTo>
                  <a:cubicBezTo>
                    <a:pt x="39747" y="2283"/>
                    <a:pt x="39747" y="2283"/>
                    <a:pt x="39747" y="2283"/>
                  </a:cubicBezTo>
                  <a:cubicBezTo>
                    <a:pt x="43154" y="2283"/>
                    <a:pt x="43154" y="2283"/>
                    <a:pt x="43154" y="2283"/>
                  </a:cubicBezTo>
                  <a:cubicBezTo>
                    <a:pt x="43911" y="1038"/>
                    <a:pt x="43911" y="1038"/>
                    <a:pt x="43911" y="1038"/>
                  </a:cubicBezTo>
                  <a:cubicBezTo>
                    <a:pt x="45425" y="207"/>
                    <a:pt x="45425" y="207"/>
                    <a:pt x="45425" y="207"/>
                  </a:cubicBezTo>
                  <a:cubicBezTo>
                    <a:pt x="46561" y="207"/>
                    <a:pt x="48075" y="0"/>
                    <a:pt x="48832" y="207"/>
                  </a:cubicBezTo>
                  <a:cubicBezTo>
                    <a:pt x="49589" y="830"/>
                    <a:pt x="49589" y="1245"/>
                    <a:pt x="51104" y="1453"/>
                  </a:cubicBezTo>
                  <a:cubicBezTo>
                    <a:pt x="55646" y="2283"/>
                    <a:pt x="55646" y="2283"/>
                    <a:pt x="55646" y="2283"/>
                  </a:cubicBezTo>
                  <a:cubicBezTo>
                    <a:pt x="58296" y="2491"/>
                    <a:pt x="58296" y="2491"/>
                    <a:pt x="58296" y="2491"/>
                  </a:cubicBezTo>
                  <a:cubicBezTo>
                    <a:pt x="59053" y="2906"/>
                    <a:pt x="59053" y="2906"/>
                    <a:pt x="59053" y="2906"/>
                  </a:cubicBezTo>
                  <a:cubicBezTo>
                    <a:pt x="59053" y="2906"/>
                    <a:pt x="59053" y="2906"/>
                    <a:pt x="59053" y="2906"/>
                  </a:cubicBezTo>
                  <a:cubicBezTo>
                    <a:pt x="59053" y="3321"/>
                    <a:pt x="59053" y="3737"/>
                    <a:pt x="59432" y="3944"/>
                  </a:cubicBezTo>
                  <a:cubicBezTo>
                    <a:pt x="59432" y="4359"/>
                    <a:pt x="59810" y="4982"/>
                    <a:pt x="59810" y="4982"/>
                  </a:cubicBezTo>
                  <a:cubicBezTo>
                    <a:pt x="59810" y="4982"/>
                    <a:pt x="59432" y="5605"/>
                    <a:pt x="59432" y="6020"/>
                  </a:cubicBezTo>
                  <a:cubicBezTo>
                    <a:pt x="59053" y="6228"/>
                    <a:pt x="59053" y="6851"/>
                    <a:pt x="59053" y="7058"/>
                  </a:cubicBezTo>
                  <a:cubicBezTo>
                    <a:pt x="59053" y="7266"/>
                    <a:pt x="59053" y="7474"/>
                    <a:pt x="59053" y="7681"/>
                  </a:cubicBezTo>
                  <a:cubicBezTo>
                    <a:pt x="59053" y="8096"/>
                    <a:pt x="59432" y="8719"/>
                    <a:pt x="59810" y="8927"/>
                  </a:cubicBezTo>
                  <a:cubicBezTo>
                    <a:pt x="59810" y="9134"/>
                    <a:pt x="61703" y="9757"/>
                    <a:pt x="61703" y="9757"/>
                  </a:cubicBezTo>
                  <a:cubicBezTo>
                    <a:pt x="61703" y="9757"/>
                    <a:pt x="61703" y="9965"/>
                    <a:pt x="59810" y="10795"/>
                  </a:cubicBezTo>
                  <a:cubicBezTo>
                    <a:pt x="58296" y="11833"/>
                    <a:pt x="58296" y="11833"/>
                    <a:pt x="58296" y="11833"/>
                  </a:cubicBezTo>
                  <a:cubicBezTo>
                    <a:pt x="60946" y="12249"/>
                    <a:pt x="60946" y="12249"/>
                    <a:pt x="60946" y="12249"/>
                  </a:cubicBezTo>
                  <a:cubicBezTo>
                    <a:pt x="60946" y="13287"/>
                    <a:pt x="60946" y="13287"/>
                    <a:pt x="60946" y="13287"/>
                  </a:cubicBezTo>
                  <a:cubicBezTo>
                    <a:pt x="60946" y="14117"/>
                    <a:pt x="60946" y="14117"/>
                    <a:pt x="60946" y="14117"/>
                  </a:cubicBezTo>
                  <a:cubicBezTo>
                    <a:pt x="60567" y="15363"/>
                    <a:pt x="60567" y="15363"/>
                    <a:pt x="60567" y="15363"/>
                  </a:cubicBezTo>
                  <a:cubicBezTo>
                    <a:pt x="59432" y="16193"/>
                    <a:pt x="59432" y="16193"/>
                    <a:pt x="59432" y="16193"/>
                  </a:cubicBezTo>
                  <a:cubicBezTo>
                    <a:pt x="60946" y="17439"/>
                    <a:pt x="60946" y="17439"/>
                    <a:pt x="60946" y="17439"/>
                  </a:cubicBezTo>
                  <a:cubicBezTo>
                    <a:pt x="62839" y="19100"/>
                    <a:pt x="62839" y="19100"/>
                    <a:pt x="62839" y="19100"/>
                  </a:cubicBezTo>
                  <a:cubicBezTo>
                    <a:pt x="65488" y="19930"/>
                    <a:pt x="65488" y="19930"/>
                    <a:pt x="65488" y="19930"/>
                  </a:cubicBezTo>
                  <a:cubicBezTo>
                    <a:pt x="65488" y="19930"/>
                    <a:pt x="65867" y="19723"/>
                    <a:pt x="68517" y="19930"/>
                  </a:cubicBezTo>
                  <a:cubicBezTo>
                    <a:pt x="71167" y="20346"/>
                    <a:pt x="71924" y="21591"/>
                    <a:pt x="71924" y="21591"/>
                  </a:cubicBezTo>
                  <a:cubicBezTo>
                    <a:pt x="73438" y="22629"/>
                    <a:pt x="73438" y="22629"/>
                    <a:pt x="73438" y="22629"/>
                  </a:cubicBezTo>
                  <a:cubicBezTo>
                    <a:pt x="75709" y="23460"/>
                    <a:pt x="75709" y="23460"/>
                    <a:pt x="75709" y="23460"/>
                  </a:cubicBezTo>
                  <a:cubicBezTo>
                    <a:pt x="76845" y="24083"/>
                    <a:pt x="76845" y="24083"/>
                    <a:pt x="76845" y="24083"/>
                  </a:cubicBezTo>
                  <a:cubicBezTo>
                    <a:pt x="76466" y="25951"/>
                    <a:pt x="76466" y="25951"/>
                    <a:pt x="76466" y="25951"/>
                  </a:cubicBezTo>
                  <a:cubicBezTo>
                    <a:pt x="76466" y="25951"/>
                    <a:pt x="75331" y="26989"/>
                    <a:pt x="75709" y="27820"/>
                  </a:cubicBezTo>
                  <a:cubicBezTo>
                    <a:pt x="75709" y="28858"/>
                    <a:pt x="74574" y="30311"/>
                    <a:pt x="74574" y="30726"/>
                  </a:cubicBezTo>
                  <a:cubicBezTo>
                    <a:pt x="74574" y="30934"/>
                    <a:pt x="73817" y="32595"/>
                    <a:pt x="73817" y="32595"/>
                  </a:cubicBezTo>
                  <a:cubicBezTo>
                    <a:pt x="74952" y="34048"/>
                    <a:pt x="74952" y="34048"/>
                    <a:pt x="74952" y="34048"/>
                  </a:cubicBezTo>
                  <a:cubicBezTo>
                    <a:pt x="76466" y="34878"/>
                    <a:pt x="76466" y="34878"/>
                    <a:pt x="76466" y="34878"/>
                  </a:cubicBezTo>
                  <a:cubicBezTo>
                    <a:pt x="78738" y="36332"/>
                    <a:pt x="78738" y="36332"/>
                    <a:pt x="78738" y="36332"/>
                  </a:cubicBezTo>
                  <a:cubicBezTo>
                    <a:pt x="81766" y="38200"/>
                    <a:pt x="81766" y="38200"/>
                    <a:pt x="81766" y="38200"/>
                  </a:cubicBezTo>
                  <a:cubicBezTo>
                    <a:pt x="82902" y="39653"/>
                    <a:pt x="82902" y="39653"/>
                    <a:pt x="82902" y="39653"/>
                  </a:cubicBezTo>
                  <a:cubicBezTo>
                    <a:pt x="82902" y="39653"/>
                    <a:pt x="85930" y="40692"/>
                    <a:pt x="85930" y="40899"/>
                  </a:cubicBezTo>
                  <a:cubicBezTo>
                    <a:pt x="85930" y="41107"/>
                    <a:pt x="87066" y="42145"/>
                    <a:pt x="87066" y="42145"/>
                  </a:cubicBezTo>
                  <a:cubicBezTo>
                    <a:pt x="88580" y="43598"/>
                    <a:pt x="88580" y="43598"/>
                    <a:pt x="88580" y="43598"/>
                  </a:cubicBezTo>
                  <a:cubicBezTo>
                    <a:pt x="88201" y="44636"/>
                    <a:pt x="88201" y="44636"/>
                    <a:pt x="88201" y="44636"/>
                  </a:cubicBezTo>
                  <a:cubicBezTo>
                    <a:pt x="87066" y="45674"/>
                    <a:pt x="87066" y="45674"/>
                    <a:pt x="87066" y="45674"/>
                  </a:cubicBezTo>
                  <a:cubicBezTo>
                    <a:pt x="87066" y="46297"/>
                    <a:pt x="87066" y="46297"/>
                    <a:pt x="87066" y="46297"/>
                  </a:cubicBezTo>
                  <a:cubicBezTo>
                    <a:pt x="88201" y="47128"/>
                    <a:pt x="88201" y="47128"/>
                    <a:pt x="88201" y="47128"/>
                  </a:cubicBezTo>
                  <a:cubicBezTo>
                    <a:pt x="87823" y="47958"/>
                    <a:pt x="87823" y="47958"/>
                    <a:pt x="87823" y="47958"/>
                  </a:cubicBezTo>
                  <a:cubicBezTo>
                    <a:pt x="88958" y="49204"/>
                    <a:pt x="88958" y="49204"/>
                    <a:pt x="88958" y="49204"/>
                  </a:cubicBezTo>
                  <a:cubicBezTo>
                    <a:pt x="88201" y="50034"/>
                    <a:pt x="88201" y="50034"/>
                    <a:pt x="88201" y="50034"/>
                  </a:cubicBezTo>
                  <a:cubicBezTo>
                    <a:pt x="90094" y="50449"/>
                    <a:pt x="90094" y="50449"/>
                    <a:pt x="90094" y="50449"/>
                  </a:cubicBezTo>
                  <a:cubicBezTo>
                    <a:pt x="90094" y="50449"/>
                    <a:pt x="90473" y="50657"/>
                    <a:pt x="90094" y="51072"/>
                  </a:cubicBezTo>
                  <a:cubicBezTo>
                    <a:pt x="89716" y="51280"/>
                    <a:pt x="89337" y="52733"/>
                    <a:pt x="89337" y="52733"/>
                  </a:cubicBezTo>
                  <a:cubicBezTo>
                    <a:pt x="91230" y="54394"/>
                    <a:pt x="91230" y="54394"/>
                    <a:pt x="91230" y="54394"/>
                  </a:cubicBezTo>
                  <a:cubicBezTo>
                    <a:pt x="93880" y="54602"/>
                    <a:pt x="93880" y="54602"/>
                    <a:pt x="93880" y="54602"/>
                  </a:cubicBezTo>
                  <a:cubicBezTo>
                    <a:pt x="93880" y="54602"/>
                    <a:pt x="95394" y="54602"/>
                    <a:pt x="95394" y="54809"/>
                  </a:cubicBezTo>
                  <a:cubicBezTo>
                    <a:pt x="95772" y="55017"/>
                    <a:pt x="96151" y="55640"/>
                    <a:pt x="96151" y="55640"/>
                  </a:cubicBezTo>
                  <a:cubicBezTo>
                    <a:pt x="95015" y="56885"/>
                    <a:pt x="95015" y="56885"/>
                    <a:pt x="95015" y="56885"/>
                  </a:cubicBezTo>
                  <a:cubicBezTo>
                    <a:pt x="95015" y="56885"/>
                    <a:pt x="95394" y="57508"/>
                    <a:pt x="96529" y="57923"/>
                  </a:cubicBezTo>
                  <a:cubicBezTo>
                    <a:pt x="97287" y="58131"/>
                    <a:pt x="98044" y="58131"/>
                    <a:pt x="98044" y="58546"/>
                  </a:cubicBezTo>
                  <a:cubicBezTo>
                    <a:pt x="98422" y="58961"/>
                    <a:pt x="98422" y="59584"/>
                    <a:pt x="98801" y="59377"/>
                  </a:cubicBezTo>
                  <a:cubicBezTo>
                    <a:pt x="99558" y="59377"/>
                    <a:pt x="101072" y="59584"/>
                    <a:pt x="101072" y="59584"/>
                  </a:cubicBezTo>
                  <a:cubicBezTo>
                    <a:pt x="102208" y="60622"/>
                    <a:pt x="102208" y="60622"/>
                    <a:pt x="102208" y="60622"/>
                  </a:cubicBezTo>
                  <a:cubicBezTo>
                    <a:pt x="102965" y="61453"/>
                    <a:pt x="102965" y="61453"/>
                    <a:pt x="102965" y="61453"/>
                  </a:cubicBezTo>
                  <a:cubicBezTo>
                    <a:pt x="102965" y="61453"/>
                    <a:pt x="102965" y="62076"/>
                    <a:pt x="102965" y="62283"/>
                  </a:cubicBezTo>
                  <a:cubicBezTo>
                    <a:pt x="102965" y="62698"/>
                    <a:pt x="102586" y="63944"/>
                    <a:pt x="102586" y="63944"/>
                  </a:cubicBezTo>
                  <a:cubicBezTo>
                    <a:pt x="100694" y="65605"/>
                    <a:pt x="100694" y="65605"/>
                    <a:pt x="100694" y="65605"/>
                  </a:cubicBezTo>
                  <a:cubicBezTo>
                    <a:pt x="100694" y="65605"/>
                    <a:pt x="102208" y="66643"/>
                    <a:pt x="103343" y="67058"/>
                  </a:cubicBezTo>
                  <a:cubicBezTo>
                    <a:pt x="104479" y="67474"/>
                    <a:pt x="105993" y="68096"/>
                    <a:pt x="106372" y="68096"/>
                  </a:cubicBezTo>
                  <a:cubicBezTo>
                    <a:pt x="106750" y="68096"/>
                    <a:pt x="108643" y="68304"/>
                    <a:pt x="109400" y="68512"/>
                  </a:cubicBezTo>
                  <a:cubicBezTo>
                    <a:pt x="109779" y="68512"/>
                    <a:pt x="111293" y="68927"/>
                    <a:pt x="111671" y="69134"/>
                  </a:cubicBezTo>
                  <a:cubicBezTo>
                    <a:pt x="112050" y="69342"/>
                    <a:pt x="114700" y="70173"/>
                    <a:pt x="114700" y="70173"/>
                  </a:cubicBezTo>
                  <a:cubicBezTo>
                    <a:pt x="116971" y="70795"/>
                    <a:pt x="116971" y="70795"/>
                    <a:pt x="116971" y="70795"/>
                  </a:cubicBezTo>
                  <a:cubicBezTo>
                    <a:pt x="119242" y="71833"/>
                    <a:pt x="119242" y="71833"/>
                    <a:pt x="119242" y="71833"/>
                  </a:cubicBezTo>
                  <a:cubicBezTo>
                    <a:pt x="120000" y="74325"/>
                    <a:pt x="120000" y="74325"/>
                    <a:pt x="120000" y="74325"/>
                  </a:cubicBezTo>
                  <a:cubicBezTo>
                    <a:pt x="120000" y="74325"/>
                    <a:pt x="119242" y="78062"/>
                    <a:pt x="118864" y="78477"/>
                  </a:cubicBezTo>
                  <a:cubicBezTo>
                    <a:pt x="118864" y="78892"/>
                    <a:pt x="117728" y="80761"/>
                    <a:pt x="117350" y="80968"/>
                  </a:cubicBezTo>
                  <a:cubicBezTo>
                    <a:pt x="116593" y="81176"/>
                    <a:pt x="115835" y="81384"/>
                    <a:pt x="115835" y="81799"/>
                  </a:cubicBezTo>
                  <a:cubicBezTo>
                    <a:pt x="115835" y="82214"/>
                    <a:pt x="114700" y="84498"/>
                    <a:pt x="114700" y="84498"/>
                  </a:cubicBezTo>
                  <a:cubicBezTo>
                    <a:pt x="114700" y="84498"/>
                    <a:pt x="113564" y="85951"/>
                    <a:pt x="113564" y="86366"/>
                  </a:cubicBezTo>
                  <a:cubicBezTo>
                    <a:pt x="113564" y="86782"/>
                    <a:pt x="112429" y="88027"/>
                    <a:pt x="112429" y="88442"/>
                  </a:cubicBezTo>
                  <a:cubicBezTo>
                    <a:pt x="112050" y="88650"/>
                    <a:pt x="111293" y="90311"/>
                    <a:pt x="111293" y="90311"/>
                  </a:cubicBezTo>
                  <a:cubicBezTo>
                    <a:pt x="106372" y="95709"/>
                    <a:pt x="106372" y="95709"/>
                    <a:pt x="106372" y="95709"/>
                  </a:cubicBezTo>
                  <a:cubicBezTo>
                    <a:pt x="105236" y="97785"/>
                    <a:pt x="105236" y="97785"/>
                    <a:pt x="105236" y="97785"/>
                  </a:cubicBezTo>
                  <a:cubicBezTo>
                    <a:pt x="105236" y="97785"/>
                    <a:pt x="104100" y="97993"/>
                    <a:pt x="103722" y="98408"/>
                  </a:cubicBezTo>
                  <a:cubicBezTo>
                    <a:pt x="103343" y="99031"/>
                    <a:pt x="102965" y="99446"/>
                    <a:pt x="102586" y="100069"/>
                  </a:cubicBezTo>
                  <a:cubicBezTo>
                    <a:pt x="102586" y="100484"/>
                    <a:pt x="100694" y="102352"/>
                    <a:pt x="100694" y="102352"/>
                  </a:cubicBezTo>
                  <a:cubicBezTo>
                    <a:pt x="99936" y="103391"/>
                    <a:pt x="99936" y="103391"/>
                    <a:pt x="99936" y="103391"/>
                  </a:cubicBezTo>
                  <a:cubicBezTo>
                    <a:pt x="98422" y="104429"/>
                    <a:pt x="98422" y="104429"/>
                    <a:pt x="98422" y="104429"/>
                  </a:cubicBezTo>
                  <a:cubicBezTo>
                    <a:pt x="98422" y="104429"/>
                    <a:pt x="97287" y="104844"/>
                    <a:pt x="97287" y="104844"/>
                  </a:cubicBezTo>
                  <a:cubicBezTo>
                    <a:pt x="97287" y="104844"/>
                    <a:pt x="96529" y="104844"/>
                    <a:pt x="96529" y="104844"/>
                  </a:cubicBezTo>
                  <a:cubicBezTo>
                    <a:pt x="94637" y="104844"/>
                    <a:pt x="94637" y="104844"/>
                    <a:pt x="94637" y="104844"/>
                  </a:cubicBezTo>
                  <a:cubicBezTo>
                    <a:pt x="93501" y="104429"/>
                    <a:pt x="93501" y="104429"/>
                    <a:pt x="93501" y="104429"/>
                  </a:cubicBezTo>
                  <a:cubicBezTo>
                    <a:pt x="93501" y="104429"/>
                    <a:pt x="92365" y="104844"/>
                    <a:pt x="92365" y="104844"/>
                  </a:cubicBezTo>
                  <a:cubicBezTo>
                    <a:pt x="92365" y="105051"/>
                    <a:pt x="91608" y="105259"/>
                    <a:pt x="91608" y="105467"/>
                  </a:cubicBezTo>
                  <a:cubicBezTo>
                    <a:pt x="91608" y="105467"/>
                    <a:pt x="91230" y="105882"/>
                    <a:pt x="90851" y="105882"/>
                  </a:cubicBezTo>
                  <a:cubicBezTo>
                    <a:pt x="90473" y="106089"/>
                    <a:pt x="90094" y="106297"/>
                    <a:pt x="89716" y="106297"/>
                  </a:cubicBezTo>
                  <a:cubicBezTo>
                    <a:pt x="89716" y="106505"/>
                    <a:pt x="88958" y="106505"/>
                    <a:pt x="88958" y="106505"/>
                  </a:cubicBezTo>
                  <a:cubicBezTo>
                    <a:pt x="88958" y="106505"/>
                    <a:pt x="88958" y="106712"/>
                    <a:pt x="88580" y="106920"/>
                  </a:cubicBezTo>
                  <a:cubicBezTo>
                    <a:pt x="88580" y="106920"/>
                    <a:pt x="87444" y="106920"/>
                    <a:pt x="87066" y="106712"/>
                  </a:cubicBezTo>
                  <a:cubicBezTo>
                    <a:pt x="86687" y="106505"/>
                    <a:pt x="85930" y="106297"/>
                    <a:pt x="86309" y="106297"/>
                  </a:cubicBezTo>
                  <a:cubicBezTo>
                    <a:pt x="86309" y="106505"/>
                    <a:pt x="85930" y="106920"/>
                    <a:pt x="85930" y="106920"/>
                  </a:cubicBezTo>
                  <a:cubicBezTo>
                    <a:pt x="85930" y="107128"/>
                    <a:pt x="85173" y="107750"/>
                    <a:pt x="84794" y="107750"/>
                  </a:cubicBezTo>
                  <a:cubicBezTo>
                    <a:pt x="84416" y="107750"/>
                    <a:pt x="83659" y="107543"/>
                    <a:pt x="83280" y="107335"/>
                  </a:cubicBezTo>
                  <a:cubicBezTo>
                    <a:pt x="82902" y="107335"/>
                    <a:pt x="82523" y="107335"/>
                    <a:pt x="82523" y="107335"/>
                  </a:cubicBezTo>
                  <a:cubicBezTo>
                    <a:pt x="82523" y="107543"/>
                    <a:pt x="82523" y="108166"/>
                    <a:pt x="82523" y="108373"/>
                  </a:cubicBezTo>
                  <a:cubicBezTo>
                    <a:pt x="82523" y="108373"/>
                    <a:pt x="82523" y="108581"/>
                    <a:pt x="82523" y="108788"/>
                  </a:cubicBezTo>
                  <a:cubicBezTo>
                    <a:pt x="82145" y="108788"/>
                    <a:pt x="81388" y="108996"/>
                    <a:pt x="81388" y="108996"/>
                  </a:cubicBezTo>
                  <a:cubicBezTo>
                    <a:pt x="81388" y="108996"/>
                    <a:pt x="81766" y="109411"/>
                    <a:pt x="81388" y="109411"/>
                  </a:cubicBezTo>
                  <a:cubicBezTo>
                    <a:pt x="81009" y="109619"/>
                    <a:pt x="80630" y="109826"/>
                    <a:pt x="80252" y="109826"/>
                  </a:cubicBezTo>
                  <a:cubicBezTo>
                    <a:pt x="80252" y="109619"/>
                    <a:pt x="79495" y="109411"/>
                    <a:pt x="79495" y="109411"/>
                  </a:cubicBezTo>
                  <a:cubicBezTo>
                    <a:pt x="79116" y="109619"/>
                    <a:pt x="78738" y="110034"/>
                    <a:pt x="78738" y="110034"/>
                  </a:cubicBezTo>
                  <a:cubicBezTo>
                    <a:pt x="78738" y="110242"/>
                    <a:pt x="78359" y="110449"/>
                    <a:pt x="78359" y="110449"/>
                  </a:cubicBezTo>
                  <a:cubicBezTo>
                    <a:pt x="78359" y="110449"/>
                    <a:pt x="75709" y="112110"/>
                    <a:pt x="75709" y="112110"/>
                  </a:cubicBezTo>
                  <a:cubicBezTo>
                    <a:pt x="75331" y="112110"/>
                    <a:pt x="74574" y="111487"/>
                    <a:pt x="74574" y="111487"/>
                  </a:cubicBezTo>
                  <a:cubicBezTo>
                    <a:pt x="74574" y="111695"/>
                    <a:pt x="74574" y="112110"/>
                    <a:pt x="74574" y="112110"/>
                  </a:cubicBezTo>
                  <a:cubicBezTo>
                    <a:pt x="74195" y="112318"/>
                    <a:pt x="73438" y="112525"/>
                    <a:pt x="73438" y="112525"/>
                  </a:cubicBezTo>
                  <a:cubicBezTo>
                    <a:pt x="73438" y="112733"/>
                    <a:pt x="73059" y="112525"/>
                    <a:pt x="72681" y="112525"/>
                  </a:cubicBezTo>
                  <a:cubicBezTo>
                    <a:pt x="72681" y="112733"/>
                    <a:pt x="72302" y="112733"/>
                    <a:pt x="72302" y="112941"/>
                  </a:cubicBezTo>
                  <a:cubicBezTo>
                    <a:pt x="72302" y="113148"/>
                    <a:pt x="71924" y="113356"/>
                    <a:pt x="71924" y="113356"/>
                  </a:cubicBezTo>
                  <a:cubicBezTo>
                    <a:pt x="71924" y="113356"/>
                    <a:pt x="71167" y="113564"/>
                    <a:pt x="71167" y="113771"/>
                  </a:cubicBezTo>
                  <a:cubicBezTo>
                    <a:pt x="70788" y="113979"/>
                    <a:pt x="70031" y="114186"/>
                    <a:pt x="70031" y="114186"/>
                  </a:cubicBezTo>
                  <a:cubicBezTo>
                    <a:pt x="70031" y="114186"/>
                    <a:pt x="69652" y="114394"/>
                    <a:pt x="69274" y="114186"/>
                  </a:cubicBezTo>
                  <a:cubicBezTo>
                    <a:pt x="68895" y="114186"/>
                    <a:pt x="68138" y="113564"/>
                    <a:pt x="68138" y="113564"/>
                  </a:cubicBezTo>
                  <a:cubicBezTo>
                    <a:pt x="68138" y="113564"/>
                    <a:pt x="67381" y="113564"/>
                    <a:pt x="67381" y="113771"/>
                  </a:cubicBezTo>
                  <a:cubicBezTo>
                    <a:pt x="67003" y="113979"/>
                    <a:pt x="67003" y="114186"/>
                    <a:pt x="66624" y="114186"/>
                  </a:cubicBezTo>
                  <a:cubicBezTo>
                    <a:pt x="66246" y="114394"/>
                    <a:pt x="65867" y="114394"/>
                    <a:pt x="65488" y="114394"/>
                  </a:cubicBezTo>
                  <a:cubicBezTo>
                    <a:pt x="65110" y="114602"/>
                    <a:pt x="64353" y="114602"/>
                    <a:pt x="64353" y="114809"/>
                  </a:cubicBezTo>
                  <a:cubicBezTo>
                    <a:pt x="63974" y="114809"/>
                    <a:pt x="63596" y="115224"/>
                    <a:pt x="63596" y="115432"/>
                  </a:cubicBezTo>
                  <a:cubicBezTo>
                    <a:pt x="63596" y="115640"/>
                    <a:pt x="64353" y="115640"/>
                    <a:pt x="63596" y="115640"/>
                  </a:cubicBezTo>
                  <a:cubicBezTo>
                    <a:pt x="62839" y="115847"/>
                    <a:pt x="61703" y="115847"/>
                    <a:pt x="61703" y="115847"/>
                  </a:cubicBezTo>
                  <a:cubicBezTo>
                    <a:pt x="61703" y="115847"/>
                    <a:pt x="60946" y="116055"/>
                    <a:pt x="60946" y="116262"/>
                  </a:cubicBezTo>
                  <a:cubicBezTo>
                    <a:pt x="60567" y="116470"/>
                    <a:pt x="60946" y="116470"/>
                    <a:pt x="60189" y="116678"/>
                  </a:cubicBezTo>
                  <a:cubicBezTo>
                    <a:pt x="59810" y="116678"/>
                    <a:pt x="59432" y="116885"/>
                    <a:pt x="59432" y="116885"/>
                  </a:cubicBezTo>
                  <a:cubicBezTo>
                    <a:pt x="58675" y="116470"/>
                    <a:pt x="58675" y="116470"/>
                    <a:pt x="58675" y="116470"/>
                  </a:cubicBezTo>
                  <a:cubicBezTo>
                    <a:pt x="59053" y="116055"/>
                    <a:pt x="59053" y="116055"/>
                    <a:pt x="59053" y="116055"/>
                  </a:cubicBezTo>
                  <a:cubicBezTo>
                    <a:pt x="59053" y="116055"/>
                    <a:pt x="58675" y="115640"/>
                    <a:pt x="58675" y="115847"/>
                  </a:cubicBezTo>
                  <a:cubicBezTo>
                    <a:pt x="58296" y="116262"/>
                    <a:pt x="58675" y="116470"/>
                    <a:pt x="58675" y="116470"/>
                  </a:cubicBezTo>
                  <a:cubicBezTo>
                    <a:pt x="58675" y="116470"/>
                    <a:pt x="58296" y="116470"/>
                    <a:pt x="58296" y="116678"/>
                  </a:cubicBezTo>
                  <a:cubicBezTo>
                    <a:pt x="57917" y="116885"/>
                    <a:pt x="58296" y="116885"/>
                    <a:pt x="57917" y="117093"/>
                  </a:cubicBezTo>
                  <a:cubicBezTo>
                    <a:pt x="57917" y="117301"/>
                    <a:pt x="57539" y="117508"/>
                    <a:pt x="57160" y="117508"/>
                  </a:cubicBezTo>
                  <a:cubicBezTo>
                    <a:pt x="57160" y="117716"/>
                    <a:pt x="56782" y="117716"/>
                    <a:pt x="56403" y="117716"/>
                  </a:cubicBezTo>
                  <a:cubicBezTo>
                    <a:pt x="56403" y="117716"/>
                    <a:pt x="55646" y="117716"/>
                    <a:pt x="55646" y="117716"/>
                  </a:cubicBezTo>
                  <a:cubicBezTo>
                    <a:pt x="55268" y="117716"/>
                    <a:pt x="54889" y="117508"/>
                    <a:pt x="55268" y="117508"/>
                  </a:cubicBezTo>
                  <a:cubicBezTo>
                    <a:pt x="55268" y="117508"/>
                    <a:pt x="56025" y="117301"/>
                    <a:pt x="56025" y="117301"/>
                  </a:cubicBezTo>
                  <a:cubicBezTo>
                    <a:pt x="56025" y="117301"/>
                    <a:pt x="56403" y="117093"/>
                    <a:pt x="56025" y="117093"/>
                  </a:cubicBezTo>
                  <a:cubicBezTo>
                    <a:pt x="55646" y="116885"/>
                    <a:pt x="55268" y="116678"/>
                    <a:pt x="55268" y="116678"/>
                  </a:cubicBezTo>
                  <a:cubicBezTo>
                    <a:pt x="55268" y="116678"/>
                    <a:pt x="55646" y="116885"/>
                    <a:pt x="54511" y="116885"/>
                  </a:cubicBezTo>
                  <a:cubicBezTo>
                    <a:pt x="53753" y="117093"/>
                    <a:pt x="53375" y="117093"/>
                    <a:pt x="53375" y="116885"/>
                  </a:cubicBezTo>
                  <a:cubicBezTo>
                    <a:pt x="53375" y="116885"/>
                    <a:pt x="52618" y="116885"/>
                    <a:pt x="52996" y="116678"/>
                  </a:cubicBezTo>
                  <a:cubicBezTo>
                    <a:pt x="53753" y="116470"/>
                    <a:pt x="53753" y="116262"/>
                    <a:pt x="54132" y="116262"/>
                  </a:cubicBezTo>
                  <a:cubicBezTo>
                    <a:pt x="54511" y="116262"/>
                    <a:pt x="54511" y="115847"/>
                    <a:pt x="54511" y="115640"/>
                  </a:cubicBezTo>
                  <a:cubicBezTo>
                    <a:pt x="54511" y="115640"/>
                    <a:pt x="55268" y="116055"/>
                    <a:pt x="54132" y="115640"/>
                  </a:cubicBezTo>
                  <a:cubicBezTo>
                    <a:pt x="53375" y="115017"/>
                    <a:pt x="53375" y="115017"/>
                    <a:pt x="53375" y="115017"/>
                  </a:cubicBezTo>
                  <a:cubicBezTo>
                    <a:pt x="53375" y="115017"/>
                    <a:pt x="52996" y="115224"/>
                    <a:pt x="52996" y="115432"/>
                  </a:cubicBezTo>
                  <a:cubicBezTo>
                    <a:pt x="53375" y="115640"/>
                    <a:pt x="54132" y="115847"/>
                    <a:pt x="52996" y="116055"/>
                  </a:cubicBezTo>
                  <a:cubicBezTo>
                    <a:pt x="51861" y="116055"/>
                    <a:pt x="51861" y="116055"/>
                    <a:pt x="51861" y="116055"/>
                  </a:cubicBezTo>
                  <a:cubicBezTo>
                    <a:pt x="51482" y="116262"/>
                    <a:pt x="50347" y="116262"/>
                    <a:pt x="50347" y="116262"/>
                  </a:cubicBezTo>
                  <a:cubicBezTo>
                    <a:pt x="50347" y="116262"/>
                    <a:pt x="49589" y="116262"/>
                    <a:pt x="49968" y="116470"/>
                  </a:cubicBezTo>
                  <a:cubicBezTo>
                    <a:pt x="49968" y="116678"/>
                    <a:pt x="50725" y="116885"/>
                    <a:pt x="50725" y="116885"/>
                  </a:cubicBezTo>
                  <a:cubicBezTo>
                    <a:pt x="50725" y="116885"/>
                    <a:pt x="50725" y="117093"/>
                    <a:pt x="49968" y="117093"/>
                  </a:cubicBezTo>
                  <a:cubicBezTo>
                    <a:pt x="49589" y="117301"/>
                    <a:pt x="48832" y="117301"/>
                    <a:pt x="48832" y="117301"/>
                  </a:cubicBezTo>
                  <a:cubicBezTo>
                    <a:pt x="48454" y="117508"/>
                    <a:pt x="48454" y="117508"/>
                    <a:pt x="48454" y="117508"/>
                  </a:cubicBezTo>
                  <a:cubicBezTo>
                    <a:pt x="48454" y="117508"/>
                    <a:pt x="48075" y="117508"/>
                    <a:pt x="48075" y="117301"/>
                  </a:cubicBezTo>
                  <a:cubicBezTo>
                    <a:pt x="48075" y="117301"/>
                    <a:pt x="48454" y="117093"/>
                    <a:pt x="48454" y="116885"/>
                  </a:cubicBezTo>
                  <a:cubicBezTo>
                    <a:pt x="48454" y="116678"/>
                    <a:pt x="48832" y="116885"/>
                    <a:pt x="48454" y="116678"/>
                  </a:cubicBezTo>
                  <a:cubicBezTo>
                    <a:pt x="48075" y="116262"/>
                    <a:pt x="47697" y="116262"/>
                    <a:pt x="47697" y="116055"/>
                  </a:cubicBezTo>
                  <a:cubicBezTo>
                    <a:pt x="48075" y="115847"/>
                    <a:pt x="48832" y="115640"/>
                    <a:pt x="48832" y="115640"/>
                  </a:cubicBezTo>
                  <a:cubicBezTo>
                    <a:pt x="48832" y="115432"/>
                    <a:pt x="48832" y="115224"/>
                    <a:pt x="48832" y="115224"/>
                  </a:cubicBezTo>
                  <a:cubicBezTo>
                    <a:pt x="48832" y="115224"/>
                    <a:pt x="48454" y="115224"/>
                    <a:pt x="48832" y="115017"/>
                  </a:cubicBezTo>
                  <a:cubicBezTo>
                    <a:pt x="49211" y="114602"/>
                    <a:pt x="49589" y="114394"/>
                    <a:pt x="49589" y="114394"/>
                  </a:cubicBezTo>
                  <a:cubicBezTo>
                    <a:pt x="49589" y="114186"/>
                    <a:pt x="49211" y="113979"/>
                    <a:pt x="48832" y="113979"/>
                  </a:cubicBezTo>
                  <a:cubicBezTo>
                    <a:pt x="48832" y="113979"/>
                    <a:pt x="48454" y="114394"/>
                    <a:pt x="48454" y="114602"/>
                  </a:cubicBezTo>
                  <a:cubicBezTo>
                    <a:pt x="48454" y="114602"/>
                    <a:pt x="48832" y="115017"/>
                    <a:pt x="47697" y="114809"/>
                  </a:cubicBezTo>
                  <a:cubicBezTo>
                    <a:pt x="46561" y="114809"/>
                    <a:pt x="45804" y="114809"/>
                    <a:pt x="45425" y="114602"/>
                  </a:cubicBezTo>
                  <a:cubicBezTo>
                    <a:pt x="45425" y="114394"/>
                    <a:pt x="44668" y="114186"/>
                    <a:pt x="45804" y="114186"/>
                  </a:cubicBezTo>
                  <a:cubicBezTo>
                    <a:pt x="46940" y="113979"/>
                    <a:pt x="46940" y="113979"/>
                    <a:pt x="46940" y="113979"/>
                  </a:cubicBezTo>
                  <a:cubicBezTo>
                    <a:pt x="47318" y="113771"/>
                    <a:pt x="47318" y="113564"/>
                    <a:pt x="47318" y="113356"/>
                  </a:cubicBezTo>
                  <a:cubicBezTo>
                    <a:pt x="46940" y="113356"/>
                    <a:pt x="46561" y="112941"/>
                    <a:pt x="46561" y="113148"/>
                  </a:cubicBezTo>
                  <a:cubicBezTo>
                    <a:pt x="46182" y="113564"/>
                    <a:pt x="46182" y="113771"/>
                    <a:pt x="46182" y="113771"/>
                  </a:cubicBezTo>
                  <a:cubicBezTo>
                    <a:pt x="46182" y="113771"/>
                    <a:pt x="44668" y="113771"/>
                    <a:pt x="44668" y="113771"/>
                  </a:cubicBezTo>
                  <a:cubicBezTo>
                    <a:pt x="44668" y="113771"/>
                    <a:pt x="44290" y="113564"/>
                    <a:pt x="44290" y="113356"/>
                  </a:cubicBezTo>
                  <a:cubicBezTo>
                    <a:pt x="44290" y="113356"/>
                    <a:pt x="44668" y="112525"/>
                    <a:pt x="44668" y="112525"/>
                  </a:cubicBezTo>
                  <a:cubicBezTo>
                    <a:pt x="44668" y="112525"/>
                    <a:pt x="45425" y="112318"/>
                    <a:pt x="45047" y="112318"/>
                  </a:cubicBezTo>
                  <a:cubicBezTo>
                    <a:pt x="45047" y="112318"/>
                    <a:pt x="44290" y="112110"/>
                    <a:pt x="44290" y="112318"/>
                  </a:cubicBezTo>
                  <a:cubicBezTo>
                    <a:pt x="43911" y="112318"/>
                    <a:pt x="44290" y="112525"/>
                    <a:pt x="44290" y="112733"/>
                  </a:cubicBezTo>
                  <a:cubicBezTo>
                    <a:pt x="44290" y="112941"/>
                    <a:pt x="44290" y="113148"/>
                    <a:pt x="43911" y="113148"/>
                  </a:cubicBezTo>
                  <a:cubicBezTo>
                    <a:pt x="43533" y="113356"/>
                    <a:pt x="42018" y="113356"/>
                    <a:pt x="42018" y="113356"/>
                  </a:cubicBezTo>
                  <a:cubicBezTo>
                    <a:pt x="42018" y="113148"/>
                    <a:pt x="41640" y="113148"/>
                    <a:pt x="42018" y="112941"/>
                  </a:cubicBezTo>
                  <a:cubicBezTo>
                    <a:pt x="42018" y="112733"/>
                    <a:pt x="42018" y="112525"/>
                    <a:pt x="42018" y="112525"/>
                  </a:cubicBezTo>
                  <a:cubicBezTo>
                    <a:pt x="42018" y="112525"/>
                    <a:pt x="41640" y="112110"/>
                    <a:pt x="41640" y="112318"/>
                  </a:cubicBezTo>
                  <a:cubicBezTo>
                    <a:pt x="41261" y="112318"/>
                    <a:pt x="40883" y="112318"/>
                    <a:pt x="40883" y="112318"/>
                  </a:cubicBezTo>
                  <a:cubicBezTo>
                    <a:pt x="40883" y="111903"/>
                    <a:pt x="40883" y="111903"/>
                    <a:pt x="40883" y="111903"/>
                  </a:cubicBezTo>
                  <a:cubicBezTo>
                    <a:pt x="40126" y="111903"/>
                    <a:pt x="40126" y="111903"/>
                    <a:pt x="40126" y="111903"/>
                  </a:cubicBezTo>
                  <a:cubicBezTo>
                    <a:pt x="39747" y="111903"/>
                    <a:pt x="39747" y="111903"/>
                    <a:pt x="39747" y="111903"/>
                  </a:cubicBezTo>
                  <a:cubicBezTo>
                    <a:pt x="39747" y="111903"/>
                    <a:pt x="39369" y="111695"/>
                    <a:pt x="39369" y="111695"/>
                  </a:cubicBezTo>
                  <a:cubicBezTo>
                    <a:pt x="38990" y="111695"/>
                    <a:pt x="38990" y="111695"/>
                    <a:pt x="38990" y="111903"/>
                  </a:cubicBezTo>
                  <a:cubicBezTo>
                    <a:pt x="38611" y="111903"/>
                    <a:pt x="37476" y="112110"/>
                    <a:pt x="37476" y="112110"/>
                  </a:cubicBezTo>
                  <a:cubicBezTo>
                    <a:pt x="37476" y="112110"/>
                    <a:pt x="37476" y="111695"/>
                    <a:pt x="37097" y="112110"/>
                  </a:cubicBezTo>
                  <a:cubicBezTo>
                    <a:pt x="37097" y="112318"/>
                    <a:pt x="35205" y="112318"/>
                    <a:pt x="35205" y="112318"/>
                  </a:cubicBezTo>
                  <a:cubicBezTo>
                    <a:pt x="35205" y="112318"/>
                    <a:pt x="34826" y="111903"/>
                    <a:pt x="34826" y="111695"/>
                  </a:cubicBezTo>
                  <a:cubicBezTo>
                    <a:pt x="34826" y="111695"/>
                    <a:pt x="35205" y="111072"/>
                    <a:pt x="35205" y="111072"/>
                  </a:cubicBezTo>
                  <a:cubicBezTo>
                    <a:pt x="35583" y="110865"/>
                    <a:pt x="35583" y="110865"/>
                    <a:pt x="35583" y="110865"/>
                  </a:cubicBezTo>
                  <a:cubicBezTo>
                    <a:pt x="35205" y="110657"/>
                    <a:pt x="35205" y="110657"/>
                    <a:pt x="35205" y="110657"/>
                  </a:cubicBezTo>
                  <a:cubicBezTo>
                    <a:pt x="35205" y="110657"/>
                    <a:pt x="34069" y="110657"/>
                    <a:pt x="34447" y="110657"/>
                  </a:cubicBezTo>
                  <a:cubicBezTo>
                    <a:pt x="34447" y="110449"/>
                    <a:pt x="35205" y="110034"/>
                    <a:pt x="35205" y="110034"/>
                  </a:cubicBezTo>
                  <a:cubicBezTo>
                    <a:pt x="35205" y="110034"/>
                    <a:pt x="35583" y="109826"/>
                    <a:pt x="35583" y="109826"/>
                  </a:cubicBezTo>
                  <a:cubicBezTo>
                    <a:pt x="35962" y="109619"/>
                    <a:pt x="36719" y="109619"/>
                    <a:pt x="36340" y="109411"/>
                  </a:cubicBezTo>
                  <a:cubicBezTo>
                    <a:pt x="35962" y="109411"/>
                    <a:pt x="35583" y="109204"/>
                    <a:pt x="35583" y="109204"/>
                  </a:cubicBezTo>
                  <a:cubicBezTo>
                    <a:pt x="35583" y="109204"/>
                    <a:pt x="35205" y="109204"/>
                    <a:pt x="35205" y="108996"/>
                  </a:cubicBezTo>
                  <a:cubicBezTo>
                    <a:pt x="35205" y="108996"/>
                    <a:pt x="35583" y="108581"/>
                    <a:pt x="35583" y="108373"/>
                  </a:cubicBezTo>
                  <a:cubicBezTo>
                    <a:pt x="35583" y="108166"/>
                    <a:pt x="35205" y="107958"/>
                    <a:pt x="35205" y="107958"/>
                  </a:cubicBezTo>
                  <a:cubicBezTo>
                    <a:pt x="34826" y="107958"/>
                    <a:pt x="35205" y="108166"/>
                    <a:pt x="34447" y="108166"/>
                  </a:cubicBezTo>
                  <a:cubicBezTo>
                    <a:pt x="34069" y="108373"/>
                    <a:pt x="32933" y="108788"/>
                    <a:pt x="32933" y="108788"/>
                  </a:cubicBezTo>
                  <a:cubicBezTo>
                    <a:pt x="32933" y="108581"/>
                    <a:pt x="32933" y="108373"/>
                    <a:pt x="32933" y="108166"/>
                  </a:cubicBezTo>
                  <a:cubicBezTo>
                    <a:pt x="33312" y="107958"/>
                    <a:pt x="34447" y="107958"/>
                    <a:pt x="34826" y="107750"/>
                  </a:cubicBezTo>
                  <a:cubicBezTo>
                    <a:pt x="34826" y="107543"/>
                    <a:pt x="34069" y="106920"/>
                    <a:pt x="34069" y="106920"/>
                  </a:cubicBezTo>
                  <a:cubicBezTo>
                    <a:pt x="34069" y="106920"/>
                    <a:pt x="34826" y="107128"/>
                    <a:pt x="34447" y="106712"/>
                  </a:cubicBezTo>
                  <a:cubicBezTo>
                    <a:pt x="33690" y="106505"/>
                    <a:pt x="33690" y="106505"/>
                    <a:pt x="33690" y="106505"/>
                  </a:cubicBezTo>
                  <a:cubicBezTo>
                    <a:pt x="33690" y="106297"/>
                    <a:pt x="33690" y="106089"/>
                    <a:pt x="34069" y="105882"/>
                  </a:cubicBezTo>
                  <a:cubicBezTo>
                    <a:pt x="34447" y="105467"/>
                    <a:pt x="34826" y="105467"/>
                    <a:pt x="34826" y="105259"/>
                  </a:cubicBezTo>
                  <a:cubicBezTo>
                    <a:pt x="34826" y="105259"/>
                    <a:pt x="33690" y="105051"/>
                    <a:pt x="33690" y="104844"/>
                  </a:cubicBezTo>
                  <a:cubicBezTo>
                    <a:pt x="33690" y="104636"/>
                    <a:pt x="32933" y="104636"/>
                    <a:pt x="33690" y="104221"/>
                  </a:cubicBezTo>
                  <a:cubicBezTo>
                    <a:pt x="34069" y="104013"/>
                    <a:pt x="34447" y="104013"/>
                    <a:pt x="34447" y="104013"/>
                  </a:cubicBezTo>
                  <a:cubicBezTo>
                    <a:pt x="34447" y="104013"/>
                    <a:pt x="34447" y="103391"/>
                    <a:pt x="34447" y="103183"/>
                  </a:cubicBezTo>
                  <a:cubicBezTo>
                    <a:pt x="34447" y="102975"/>
                    <a:pt x="34826" y="102975"/>
                    <a:pt x="34826" y="102768"/>
                  </a:cubicBezTo>
                  <a:cubicBezTo>
                    <a:pt x="34447" y="102560"/>
                    <a:pt x="34069" y="102560"/>
                    <a:pt x="33690" y="102145"/>
                  </a:cubicBezTo>
                  <a:cubicBezTo>
                    <a:pt x="33690" y="101937"/>
                    <a:pt x="33690" y="101937"/>
                    <a:pt x="33690" y="101730"/>
                  </a:cubicBezTo>
                  <a:cubicBezTo>
                    <a:pt x="34069" y="101730"/>
                    <a:pt x="34447" y="101522"/>
                    <a:pt x="34069" y="101522"/>
                  </a:cubicBezTo>
                  <a:cubicBezTo>
                    <a:pt x="34069" y="101314"/>
                    <a:pt x="34069" y="101107"/>
                    <a:pt x="34069" y="101107"/>
                  </a:cubicBezTo>
                  <a:cubicBezTo>
                    <a:pt x="34069" y="101107"/>
                    <a:pt x="34069" y="101107"/>
                    <a:pt x="33690" y="100692"/>
                  </a:cubicBezTo>
                  <a:cubicBezTo>
                    <a:pt x="33312" y="100484"/>
                    <a:pt x="33312" y="100069"/>
                    <a:pt x="33312" y="99861"/>
                  </a:cubicBezTo>
                  <a:cubicBezTo>
                    <a:pt x="33312" y="99653"/>
                    <a:pt x="33690" y="98823"/>
                    <a:pt x="33690" y="98823"/>
                  </a:cubicBezTo>
                  <a:cubicBezTo>
                    <a:pt x="33690" y="98823"/>
                    <a:pt x="33690" y="98200"/>
                    <a:pt x="32933" y="97993"/>
                  </a:cubicBezTo>
                  <a:cubicBezTo>
                    <a:pt x="32555" y="97577"/>
                    <a:pt x="31798" y="97370"/>
                    <a:pt x="31798" y="97370"/>
                  </a:cubicBezTo>
                  <a:cubicBezTo>
                    <a:pt x="31798" y="97370"/>
                    <a:pt x="31798" y="96955"/>
                    <a:pt x="31798" y="96747"/>
                  </a:cubicBezTo>
                  <a:cubicBezTo>
                    <a:pt x="31798" y="96747"/>
                    <a:pt x="31041" y="96539"/>
                    <a:pt x="31041" y="96332"/>
                  </a:cubicBezTo>
                  <a:cubicBezTo>
                    <a:pt x="31041" y="96124"/>
                    <a:pt x="30662" y="95709"/>
                    <a:pt x="30662" y="95709"/>
                  </a:cubicBezTo>
                  <a:cubicBezTo>
                    <a:pt x="30662" y="95709"/>
                    <a:pt x="30283" y="95709"/>
                    <a:pt x="30662" y="95294"/>
                  </a:cubicBezTo>
                  <a:cubicBezTo>
                    <a:pt x="30662" y="94671"/>
                    <a:pt x="30662" y="94463"/>
                    <a:pt x="30662" y="94256"/>
                  </a:cubicBezTo>
                  <a:cubicBezTo>
                    <a:pt x="30283" y="94048"/>
                    <a:pt x="29905" y="93633"/>
                    <a:pt x="29905" y="93425"/>
                  </a:cubicBezTo>
                  <a:cubicBezTo>
                    <a:pt x="29905" y="93217"/>
                    <a:pt x="29905" y="92802"/>
                    <a:pt x="29905" y="92802"/>
                  </a:cubicBezTo>
                  <a:cubicBezTo>
                    <a:pt x="29905" y="92802"/>
                    <a:pt x="29905" y="92595"/>
                    <a:pt x="29526" y="92387"/>
                  </a:cubicBezTo>
                  <a:cubicBezTo>
                    <a:pt x="29148" y="92179"/>
                    <a:pt x="28012" y="91141"/>
                    <a:pt x="28012" y="91141"/>
                  </a:cubicBezTo>
                  <a:cubicBezTo>
                    <a:pt x="28012" y="91141"/>
                    <a:pt x="27634" y="91141"/>
                    <a:pt x="27634" y="90726"/>
                  </a:cubicBezTo>
                  <a:cubicBezTo>
                    <a:pt x="27255" y="90311"/>
                    <a:pt x="27255" y="89896"/>
                    <a:pt x="27255" y="89896"/>
                  </a:cubicBezTo>
                  <a:cubicBezTo>
                    <a:pt x="27255" y="89896"/>
                    <a:pt x="27255" y="89273"/>
                    <a:pt x="27255" y="89273"/>
                  </a:cubicBezTo>
                  <a:cubicBezTo>
                    <a:pt x="26119" y="88650"/>
                    <a:pt x="26119" y="88650"/>
                    <a:pt x="26119" y="88650"/>
                  </a:cubicBezTo>
                  <a:cubicBezTo>
                    <a:pt x="26498" y="87820"/>
                    <a:pt x="26498" y="87820"/>
                    <a:pt x="26498" y="87820"/>
                  </a:cubicBezTo>
                  <a:cubicBezTo>
                    <a:pt x="26498" y="86989"/>
                    <a:pt x="26498" y="86989"/>
                    <a:pt x="26498" y="86989"/>
                  </a:cubicBezTo>
                  <a:cubicBezTo>
                    <a:pt x="26498" y="86989"/>
                    <a:pt x="26498" y="85951"/>
                    <a:pt x="26876" y="85951"/>
                  </a:cubicBezTo>
                  <a:cubicBezTo>
                    <a:pt x="27255" y="85951"/>
                    <a:pt x="28012" y="85328"/>
                    <a:pt x="28012" y="85328"/>
                  </a:cubicBezTo>
                  <a:cubicBezTo>
                    <a:pt x="28012" y="85328"/>
                    <a:pt x="28769" y="84705"/>
                    <a:pt x="28391" y="84498"/>
                  </a:cubicBezTo>
                  <a:cubicBezTo>
                    <a:pt x="28391" y="84290"/>
                    <a:pt x="28012" y="83460"/>
                    <a:pt x="28012" y="83460"/>
                  </a:cubicBezTo>
                  <a:cubicBezTo>
                    <a:pt x="28012" y="83460"/>
                    <a:pt x="28769" y="82837"/>
                    <a:pt x="28391" y="82837"/>
                  </a:cubicBezTo>
                  <a:cubicBezTo>
                    <a:pt x="28391" y="82629"/>
                    <a:pt x="27634" y="81799"/>
                    <a:pt x="27634" y="81799"/>
                  </a:cubicBezTo>
                  <a:cubicBezTo>
                    <a:pt x="26498" y="82422"/>
                    <a:pt x="26498" y="82422"/>
                    <a:pt x="26498" y="82422"/>
                  </a:cubicBezTo>
                  <a:cubicBezTo>
                    <a:pt x="25741" y="82214"/>
                    <a:pt x="25741" y="82214"/>
                    <a:pt x="25741" y="82214"/>
                  </a:cubicBezTo>
                  <a:cubicBezTo>
                    <a:pt x="26119" y="81384"/>
                    <a:pt x="26119" y="81384"/>
                    <a:pt x="26119" y="81384"/>
                  </a:cubicBezTo>
                  <a:cubicBezTo>
                    <a:pt x="26119" y="81384"/>
                    <a:pt x="25362" y="80968"/>
                    <a:pt x="25362" y="80761"/>
                  </a:cubicBezTo>
                  <a:cubicBezTo>
                    <a:pt x="25362" y="80553"/>
                    <a:pt x="26119" y="80138"/>
                    <a:pt x="26119" y="80138"/>
                  </a:cubicBezTo>
                  <a:cubicBezTo>
                    <a:pt x="26119" y="80138"/>
                    <a:pt x="26876" y="80968"/>
                    <a:pt x="26876" y="81176"/>
                  </a:cubicBezTo>
                  <a:cubicBezTo>
                    <a:pt x="26876" y="81384"/>
                    <a:pt x="27634" y="81591"/>
                    <a:pt x="27634" y="81591"/>
                  </a:cubicBezTo>
                  <a:cubicBezTo>
                    <a:pt x="28012" y="81384"/>
                    <a:pt x="28012" y="80968"/>
                    <a:pt x="28391" y="80968"/>
                  </a:cubicBezTo>
                  <a:cubicBezTo>
                    <a:pt x="28769" y="80968"/>
                    <a:pt x="29148" y="81176"/>
                    <a:pt x="29148" y="81384"/>
                  </a:cubicBezTo>
                  <a:cubicBezTo>
                    <a:pt x="29148" y="81384"/>
                    <a:pt x="30662" y="81176"/>
                    <a:pt x="30662" y="81176"/>
                  </a:cubicBezTo>
                  <a:cubicBezTo>
                    <a:pt x="30662" y="81176"/>
                    <a:pt x="30283" y="80968"/>
                    <a:pt x="31419" y="80968"/>
                  </a:cubicBezTo>
                  <a:cubicBezTo>
                    <a:pt x="32555" y="81176"/>
                    <a:pt x="32555" y="80968"/>
                    <a:pt x="32555" y="80553"/>
                  </a:cubicBezTo>
                  <a:cubicBezTo>
                    <a:pt x="32555" y="80346"/>
                    <a:pt x="31419" y="79515"/>
                    <a:pt x="32176" y="79515"/>
                  </a:cubicBezTo>
                  <a:cubicBezTo>
                    <a:pt x="33312" y="79515"/>
                    <a:pt x="33690" y="79723"/>
                    <a:pt x="33690" y="79723"/>
                  </a:cubicBezTo>
                  <a:cubicBezTo>
                    <a:pt x="33690" y="79723"/>
                    <a:pt x="33690" y="79930"/>
                    <a:pt x="33690" y="80138"/>
                  </a:cubicBezTo>
                  <a:cubicBezTo>
                    <a:pt x="33690" y="80553"/>
                    <a:pt x="34826" y="80968"/>
                    <a:pt x="34826" y="80553"/>
                  </a:cubicBezTo>
                  <a:cubicBezTo>
                    <a:pt x="35205" y="80138"/>
                    <a:pt x="35205" y="80346"/>
                    <a:pt x="35205" y="79930"/>
                  </a:cubicBezTo>
                  <a:cubicBezTo>
                    <a:pt x="35205" y="79515"/>
                    <a:pt x="34447" y="79515"/>
                    <a:pt x="34069" y="79100"/>
                  </a:cubicBezTo>
                  <a:cubicBezTo>
                    <a:pt x="34069" y="78892"/>
                    <a:pt x="33690" y="79307"/>
                    <a:pt x="33690" y="78685"/>
                  </a:cubicBezTo>
                  <a:cubicBezTo>
                    <a:pt x="34069" y="78062"/>
                    <a:pt x="34069" y="77854"/>
                    <a:pt x="34447" y="77854"/>
                  </a:cubicBezTo>
                  <a:cubicBezTo>
                    <a:pt x="35205" y="77647"/>
                    <a:pt x="34447" y="77854"/>
                    <a:pt x="35205" y="77647"/>
                  </a:cubicBezTo>
                  <a:cubicBezTo>
                    <a:pt x="35962" y="77647"/>
                    <a:pt x="36340" y="77231"/>
                    <a:pt x="35962" y="76608"/>
                  </a:cubicBezTo>
                  <a:cubicBezTo>
                    <a:pt x="35962" y="76193"/>
                    <a:pt x="35583" y="75986"/>
                    <a:pt x="35962" y="75778"/>
                  </a:cubicBezTo>
                  <a:cubicBezTo>
                    <a:pt x="36719" y="75570"/>
                    <a:pt x="36340" y="75363"/>
                    <a:pt x="37097" y="75570"/>
                  </a:cubicBezTo>
                  <a:cubicBezTo>
                    <a:pt x="37854" y="75778"/>
                    <a:pt x="37476" y="75778"/>
                    <a:pt x="38233" y="75778"/>
                  </a:cubicBezTo>
                  <a:cubicBezTo>
                    <a:pt x="38611" y="75570"/>
                    <a:pt x="38611" y="74532"/>
                    <a:pt x="38611" y="74532"/>
                  </a:cubicBezTo>
                  <a:cubicBezTo>
                    <a:pt x="38233" y="74740"/>
                    <a:pt x="37476" y="74325"/>
                    <a:pt x="37476" y="74325"/>
                  </a:cubicBezTo>
                  <a:cubicBezTo>
                    <a:pt x="37097" y="74325"/>
                    <a:pt x="37097" y="73910"/>
                    <a:pt x="37476" y="73702"/>
                  </a:cubicBezTo>
                  <a:cubicBezTo>
                    <a:pt x="37476" y="73702"/>
                    <a:pt x="37476" y="73287"/>
                    <a:pt x="37854" y="73287"/>
                  </a:cubicBezTo>
                  <a:cubicBezTo>
                    <a:pt x="38611" y="73287"/>
                    <a:pt x="38611" y="73494"/>
                    <a:pt x="39369" y="73287"/>
                  </a:cubicBezTo>
                  <a:cubicBezTo>
                    <a:pt x="39747" y="73079"/>
                    <a:pt x="39747" y="73079"/>
                    <a:pt x="40126" y="72871"/>
                  </a:cubicBezTo>
                  <a:cubicBezTo>
                    <a:pt x="40504" y="72664"/>
                    <a:pt x="40883" y="72664"/>
                    <a:pt x="41261" y="72249"/>
                  </a:cubicBezTo>
                  <a:cubicBezTo>
                    <a:pt x="41261" y="72041"/>
                    <a:pt x="41640" y="70795"/>
                    <a:pt x="41640" y="70795"/>
                  </a:cubicBezTo>
                  <a:cubicBezTo>
                    <a:pt x="41261" y="70588"/>
                    <a:pt x="42018" y="70795"/>
                    <a:pt x="42776" y="70588"/>
                  </a:cubicBezTo>
                  <a:cubicBezTo>
                    <a:pt x="43154" y="70380"/>
                    <a:pt x="43533" y="69134"/>
                    <a:pt x="43911" y="68927"/>
                  </a:cubicBezTo>
                  <a:cubicBezTo>
                    <a:pt x="44290" y="68512"/>
                    <a:pt x="45425" y="67681"/>
                    <a:pt x="45425" y="67474"/>
                  </a:cubicBezTo>
                  <a:cubicBezTo>
                    <a:pt x="45425" y="67266"/>
                    <a:pt x="46561" y="65813"/>
                    <a:pt x="46561" y="65813"/>
                  </a:cubicBezTo>
                  <a:cubicBezTo>
                    <a:pt x="48075" y="64359"/>
                    <a:pt x="48075" y="64359"/>
                    <a:pt x="48075" y="64359"/>
                  </a:cubicBezTo>
                  <a:cubicBezTo>
                    <a:pt x="48075" y="64359"/>
                    <a:pt x="48075" y="63944"/>
                    <a:pt x="47697" y="63529"/>
                  </a:cubicBezTo>
                  <a:cubicBezTo>
                    <a:pt x="47697" y="63321"/>
                    <a:pt x="47318" y="62491"/>
                    <a:pt x="47697" y="62283"/>
                  </a:cubicBezTo>
                  <a:cubicBezTo>
                    <a:pt x="48075" y="62283"/>
                    <a:pt x="48454" y="61660"/>
                    <a:pt x="48454" y="61660"/>
                  </a:cubicBezTo>
                  <a:cubicBezTo>
                    <a:pt x="48454" y="60830"/>
                    <a:pt x="48454" y="60830"/>
                    <a:pt x="48454" y="60830"/>
                  </a:cubicBezTo>
                  <a:cubicBezTo>
                    <a:pt x="48454" y="60830"/>
                    <a:pt x="50347" y="60207"/>
                    <a:pt x="50347" y="60207"/>
                  </a:cubicBezTo>
                  <a:cubicBezTo>
                    <a:pt x="52618" y="60000"/>
                    <a:pt x="51104" y="59377"/>
                    <a:pt x="53753" y="60000"/>
                  </a:cubicBezTo>
                  <a:cubicBezTo>
                    <a:pt x="53753" y="60000"/>
                    <a:pt x="55268" y="59792"/>
                    <a:pt x="54889" y="59584"/>
                  </a:cubicBezTo>
                  <a:cubicBezTo>
                    <a:pt x="54889" y="59584"/>
                    <a:pt x="53375" y="58754"/>
                    <a:pt x="53375" y="58754"/>
                  </a:cubicBezTo>
                  <a:cubicBezTo>
                    <a:pt x="54132" y="58131"/>
                    <a:pt x="54132" y="58131"/>
                    <a:pt x="54132" y="58131"/>
                  </a:cubicBezTo>
                  <a:cubicBezTo>
                    <a:pt x="54132" y="58131"/>
                    <a:pt x="55268" y="57716"/>
                    <a:pt x="54132" y="57508"/>
                  </a:cubicBezTo>
                  <a:cubicBezTo>
                    <a:pt x="53375" y="57301"/>
                    <a:pt x="52618" y="57093"/>
                    <a:pt x="52618" y="56885"/>
                  </a:cubicBezTo>
                  <a:cubicBezTo>
                    <a:pt x="52618" y="56885"/>
                    <a:pt x="52239" y="56055"/>
                    <a:pt x="52239" y="55847"/>
                  </a:cubicBezTo>
                  <a:cubicBezTo>
                    <a:pt x="52239" y="55640"/>
                    <a:pt x="51861" y="55017"/>
                    <a:pt x="51861" y="55017"/>
                  </a:cubicBezTo>
                  <a:cubicBezTo>
                    <a:pt x="51861" y="55017"/>
                    <a:pt x="51861" y="54186"/>
                    <a:pt x="51861" y="53979"/>
                  </a:cubicBezTo>
                  <a:cubicBezTo>
                    <a:pt x="51861" y="53771"/>
                    <a:pt x="51482" y="53148"/>
                    <a:pt x="51104" y="52941"/>
                  </a:cubicBezTo>
                  <a:cubicBezTo>
                    <a:pt x="50725" y="52733"/>
                    <a:pt x="49211" y="52110"/>
                    <a:pt x="49211" y="52110"/>
                  </a:cubicBezTo>
                  <a:cubicBezTo>
                    <a:pt x="46561" y="51487"/>
                    <a:pt x="46561" y="51487"/>
                    <a:pt x="46561" y="51487"/>
                  </a:cubicBezTo>
                  <a:cubicBezTo>
                    <a:pt x="45804" y="51903"/>
                    <a:pt x="45804" y="51903"/>
                    <a:pt x="45804" y="51903"/>
                  </a:cubicBezTo>
                  <a:cubicBezTo>
                    <a:pt x="43911" y="50865"/>
                    <a:pt x="43911" y="50865"/>
                    <a:pt x="43911" y="50865"/>
                  </a:cubicBezTo>
                  <a:cubicBezTo>
                    <a:pt x="42397" y="50657"/>
                    <a:pt x="42397" y="50657"/>
                    <a:pt x="42397" y="50657"/>
                  </a:cubicBezTo>
                  <a:cubicBezTo>
                    <a:pt x="40883" y="50657"/>
                    <a:pt x="40883" y="50657"/>
                    <a:pt x="40883" y="50657"/>
                  </a:cubicBezTo>
                  <a:cubicBezTo>
                    <a:pt x="38233" y="47543"/>
                    <a:pt x="38233" y="47543"/>
                    <a:pt x="38233" y="47543"/>
                  </a:cubicBezTo>
                  <a:cubicBezTo>
                    <a:pt x="35962" y="46920"/>
                    <a:pt x="35962" y="46920"/>
                    <a:pt x="35962" y="46920"/>
                  </a:cubicBezTo>
                  <a:cubicBezTo>
                    <a:pt x="34447" y="46089"/>
                    <a:pt x="34447" y="46089"/>
                    <a:pt x="34447" y="46089"/>
                  </a:cubicBezTo>
                  <a:cubicBezTo>
                    <a:pt x="34447" y="45051"/>
                    <a:pt x="34447" y="45051"/>
                    <a:pt x="34447" y="45051"/>
                  </a:cubicBezTo>
                  <a:cubicBezTo>
                    <a:pt x="33312" y="44221"/>
                    <a:pt x="33312" y="44221"/>
                    <a:pt x="33312" y="44221"/>
                  </a:cubicBezTo>
                  <a:cubicBezTo>
                    <a:pt x="33312" y="44221"/>
                    <a:pt x="33690" y="43598"/>
                    <a:pt x="33690" y="43391"/>
                  </a:cubicBezTo>
                  <a:cubicBezTo>
                    <a:pt x="34069" y="43183"/>
                    <a:pt x="34826" y="42145"/>
                    <a:pt x="34826" y="42145"/>
                  </a:cubicBezTo>
                  <a:cubicBezTo>
                    <a:pt x="34826" y="42145"/>
                    <a:pt x="34447" y="41314"/>
                    <a:pt x="34447" y="41107"/>
                  </a:cubicBezTo>
                  <a:cubicBezTo>
                    <a:pt x="34447" y="40899"/>
                    <a:pt x="34826" y="39861"/>
                    <a:pt x="34826" y="39861"/>
                  </a:cubicBezTo>
                  <a:cubicBezTo>
                    <a:pt x="34447" y="38823"/>
                    <a:pt x="34447" y="38823"/>
                    <a:pt x="34447" y="38823"/>
                  </a:cubicBezTo>
                  <a:cubicBezTo>
                    <a:pt x="29905" y="35916"/>
                    <a:pt x="29905" y="35916"/>
                    <a:pt x="29905" y="35916"/>
                  </a:cubicBezTo>
                  <a:cubicBezTo>
                    <a:pt x="30283" y="34671"/>
                    <a:pt x="30283" y="34671"/>
                    <a:pt x="30283" y="34671"/>
                  </a:cubicBezTo>
                  <a:cubicBezTo>
                    <a:pt x="29905" y="34048"/>
                    <a:pt x="29905" y="34048"/>
                    <a:pt x="29905" y="34048"/>
                  </a:cubicBezTo>
                  <a:cubicBezTo>
                    <a:pt x="29526" y="33425"/>
                    <a:pt x="29526" y="33425"/>
                    <a:pt x="29905" y="33010"/>
                  </a:cubicBezTo>
                  <a:cubicBezTo>
                    <a:pt x="29905" y="32802"/>
                    <a:pt x="29905" y="32802"/>
                    <a:pt x="29905" y="32802"/>
                  </a:cubicBezTo>
                  <a:cubicBezTo>
                    <a:pt x="28391" y="33010"/>
                    <a:pt x="28391" y="33010"/>
                    <a:pt x="28391" y="33010"/>
                  </a:cubicBezTo>
                  <a:cubicBezTo>
                    <a:pt x="27255" y="32179"/>
                    <a:pt x="27255" y="32179"/>
                    <a:pt x="27255" y="32179"/>
                  </a:cubicBezTo>
                  <a:cubicBezTo>
                    <a:pt x="27634" y="31141"/>
                    <a:pt x="27634" y="31141"/>
                    <a:pt x="27634" y="31141"/>
                  </a:cubicBezTo>
                  <a:cubicBezTo>
                    <a:pt x="26876" y="28650"/>
                    <a:pt x="26876" y="28650"/>
                    <a:pt x="26876" y="28650"/>
                  </a:cubicBezTo>
                  <a:cubicBezTo>
                    <a:pt x="27634" y="27404"/>
                    <a:pt x="27634" y="27404"/>
                    <a:pt x="27634" y="27404"/>
                  </a:cubicBezTo>
                  <a:cubicBezTo>
                    <a:pt x="25362" y="26782"/>
                    <a:pt x="25362" y="26782"/>
                    <a:pt x="25362" y="26782"/>
                  </a:cubicBezTo>
                  <a:cubicBezTo>
                    <a:pt x="23848" y="25536"/>
                    <a:pt x="23848" y="25536"/>
                    <a:pt x="23848" y="25536"/>
                  </a:cubicBezTo>
                  <a:cubicBezTo>
                    <a:pt x="23848" y="25536"/>
                    <a:pt x="23470" y="25951"/>
                    <a:pt x="23091" y="25743"/>
                  </a:cubicBezTo>
                  <a:cubicBezTo>
                    <a:pt x="22712" y="25536"/>
                    <a:pt x="20820" y="23875"/>
                    <a:pt x="20820" y="23875"/>
                  </a:cubicBezTo>
                  <a:cubicBezTo>
                    <a:pt x="17413" y="23252"/>
                    <a:pt x="17413" y="23252"/>
                    <a:pt x="17413" y="23252"/>
                  </a:cubicBezTo>
                  <a:cubicBezTo>
                    <a:pt x="15899" y="22837"/>
                    <a:pt x="15899" y="22837"/>
                    <a:pt x="15899" y="22837"/>
                  </a:cubicBezTo>
                  <a:cubicBezTo>
                    <a:pt x="14006" y="22629"/>
                    <a:pt x="14006" y="22629"/>
                    <a:pt x="14006" y="22629"/>
                  </a:cubicBezTo>
                  <a:cubicBezTo>
                    <a:pt x="14006" y="22629"/>
                    <a:pt x="13627" y="23044"/>
                    <a:pt x="13249" y="22629"/>
                  </a:cubicBezTo>
                  <a:cubicBezTo>
                    <a:pt x="12870" y="22214"/>
                    <a:pt x="12113" y="21799"/>
                    <a:pt x="12113" y="21799"/>
                  </a:cubicBezTo>
                  <a:cubicBezTo>
                    <a:pt x="10599" y="22006"/>
                    <a:pt x="10599" y="22006"/>
                    <a:pt x="10599" y="22006"/>
                  </a:cubicBezTo>
                  <a:cubicBezTo>
                    <a:pt x="9463" y="21176"/>
                    <a:pt x="9463" y="21176"/>
                    <a:pt x="9463" y="21176"/>
                  </a:cubicBezTo>
                  <a:cubicBezTo>
                    <a:pt x="9463" y="21176"/>
                    <a:pt x="9085" y="21176"/>
                    <a:pt x="8706" y="21176"/>
                  </a:cubicBezTo>
                  <a:cubicBezTo>
                    <a:pt x="8328" y="20968"/>
                    <a:pt x="7570" y="20761"/>
                    <a:pt x="7570" y="20761"/>
                  </a:cubicBezTo>
                  <a:close/>
                  <a:moveTo>
                    <a:pt x="53753" y="117923"/>
                  </a:moveTo>
                  <a:cubicBezTo>
                    <a:pt x="53753" y="117923"/>
                    <a:pt x="53753" y="117923"/>
                    <a:pt x="53753" y="117923"/>
                  </a:cubicBezTo>
                  <a:cubicBezTo>
                    <a:pt x="53753" y="117923"/>
                    <a:pt x="53753" y="118131"/>
                    <a:pt x="53753" y="118339"/>
                  </a:cubicBezTo>
                  <a:cubicBezTo>
                    <a:pt x="53753" y="118339"/>
                    <a:pt x="54132" y="118546"/>
                    <a:pt x="54511" y="118546"/>
                  </a:cubicBezTo>
                  <a:cubicBezTo>
                    <a:pt x="54511" y="118546"/>
                    <a:pt x="55268" y="118339"/>
                    <a:pt x="55646" y="118131"/>
                  </a:cubicBezTo>
                  <a:cubicBezTo>
                    <a:pt x="56403" y="117923"/>
                    <a:pt x="55646" y="118131"/>
                    <a:pt x="55646" y="118131"/>
                  </a:cubicBezTo>
                  <a:cubicBezTo>
                    <a:pt x="54889" y="117716"/>
                    <a:pt x="54889" y="117716"/>
                    <a:pt x="54889" y="117716"/>
                  </a:cubicBezTo>
                  <a:cubicBezTo>
                    <a:pt x="54889" y="117716"/>
                    <a:pt x="54132" y="117923"/>
                    <a:pt x="53753" y="117923"/>
                  </a:cubicBezTo>
                  <a:close/>
                  <a:moveTo>
                    <a:pt x="48832" y="117923"/>
                  </a:moveTo>
                  <a:cubicBezTo>
                    <a:pt x="48832" y="117923"/>
                    <a:pt x="48832" y="117923"/>
                    <a:pt x="48832" y="117923"/>
                  </a:cubicBezTo>
                  <a:cubicBezTo>
                    <a:pt x="48832" y="117923"/>
                    <a:pt x="48832" y="118339"/>
                    <a:pt x="48832" y="118339"/>
                  </a:cubicBezTo>
                  <a:cubicBezTo>
                    <a:pt x="48832" y="118546"/>
                    <a:pt x="49211" y="118546"/>
                    <a:pt x="49589" y="118339"/>
                  </a:cubicBezTo>
                  <a:cubicBezTo>
                    <a:pt x="49589" y="118339"/>
                    <a:pt x="49968" y="118339"/>
                    <a:pt x="50347" y="118131"/>
                  </a:cubicBezTo>
                  <a:cubicBezTo>
                    <a:pt x="50725" y="117923"/>
                    <a:pt x="50347" y="117716"/>
                    <a:pt x="49968" y="117716"/>
                  </a:cubicBezTo>
                  <a:cubicBezTo>
                    <a:pt x="49968" y="117508"/>
                    <a:pt x="49589" y="117716"/>
                    <a:pt x="49589" y="117716"/>
                  </a:cubicBezTo>
                  <a:cubicBezTo>
                    <a:pt x="49211" y="117716"/>
                    <a:pt x="48832" y="117923"/>
                    <a:pt x="48832" y="117923"/>
                  </a:cubicBezTo>
                  <a:close/>
                  <a:moveTo>
                    <a:pt x="39747" y="115432"/>
                  </a:moveTo>
                  <a:cubicBezTo>
                    <a:pt x="39747" y="115432"/>
                    <a:pt x="39747" y="115432"/>
                    <a:pt x="39747" y="115432"/>
                  </a:cubicBezTo>
                  <a:cubicBezTo>
                    <a:pt x="39369" y="115640"/>
                    <a:pt x="39369" y="115640"/>
                    <a:pt x="39369" y="115640"/>
                  </a:cubicBezTo>
                  <a:cubicBezTo>
                    <a:pt x="39369" y="115640"/>
                    <a:pt x="38990" y="115847"/>
                    <a:pt x="39369" y="116055"/>
                  </a:cubicBezTo>
                  <a:cubicBezTo>
                    <a:pt x="39369" y="116470"/>
                    <a:pt x="39747" y="116470"/>
                    <a:pt x="39747" y="116470"/>
                  </a:cubicBezTo>
                  <a:cubicBezTo>
                    <a:pt x="39747" y="116470"/>
                    <a:pt x="40126" y="116262"/>
                    <a:pt x="40883" y="116262"/>
                  </a:cubicBezTo>
                  <a:cubicBezTo>
                    <a:pt x="41261" y="116262"/>
                    <a:pt x="42018" y="115847"/>
                    <a:pt x="42018" y="115640"/>
                  </a:cubicBezTo>
                  <a:cubicBezTo>
                    <a:pt x="42397" y="115640"/>
                    <a:pt x="42397" y="115224"/>
                    <a:pt x="42776" y="115224"/>
                  </a:cubicBezTo>
                  <a:cubicBezTo>
                    <a:pt x="43154" y="115224"/>
                    <a:pt x="44290" y="115432"/>
                    <a:pt x="44668" y="115432"/>
                  </a:cubicBezTo>
                  <a:cubicBezTo>
                    <a:pt x="45047" y="115432"/>
                    <a:pt x="44290" y="114809"/>
                    <a:pt x="44290" y="114809"/>
                  </a:cubicBezTo>
                  <a:cubicBezTo>
                    <a:pt x="44290" y="114602"/>
                    <a:pt x="43154" y="114809"/>
                    <a:pt x="43154" y="114809"/>
                  </a:cubicBezTo>
                  <a:cubicBezTo>
                    <a:pt x="43154" y="114809"/>
                    <a:pt x="42397" y="114809"/>
                    <a:pt x="42018" y="114602"/>
                  </a:cubicBezTo>
                  <a:cubicBezTo>
                    <a:pt x="41640" y="114602"/>
                    <a:pt x="41640" y="114602"/>
                    <a:pt x="41640" y="114602"/>
                  </a:cubicBezTo>
                  <a:cubicBezTo>
                    <a:pt x="41261" y="114809"/>
                    <a:pt x="41261" y="115017"/>
                    <a:pt x="40883" y="115224"/>
                  </a:cubicBezTo>
                  <a:cubicBezTo>
                    <a:pt x="40504" y="115432"/>
                    <a:pt x="40504" y="115224"/>
                    <a:pt x="40504" y="115017"/>
                  </a:cubicBezTo>
                  <a:cubicBezTo>
                    <a:pt x="40504" y="115017"/>
                    <a:pt x="39747" y="114809"/>
                    <a:pt x="39369" y="115017"/>
                  </a:cubicBezTo>
                  <a:cubicBezTo>
                    <a:pt x="39369" y="115017"/>
                    <a:pt x="39747" y="115224"/>
                    <a:pt x="39747" y="115432"/>
                  </a:cubicBezTo>
                  <a:close/>
                  <a:moveTo>
                    <a:pt x="36719" y="115432"/>
                  </a:moveTo>
                  <a:cubicBezTo>
                    <a:pt x="36719" y="115432"/>
                    <a:pt x="36719" y="115432"/>
                    <a:pt x="36719" y="115432"/>
                  </a:cubicBezTo>
                  <a:cubicBezTo>
                    <a:pt x="36719" y="115432"/>
                    <a:pt x="37476" y="115640"/>
                    <a:pt x="38233" y="115640"/>
                  </a:cubicBezTo>
                  <a:cubicBezTo>
                    <a:pt x="38611" y="115640"/>
                    <a:pt x="38233" y="115432"/>
                    <a:pt x="38611" y="115224"/>
                  </a:cubicBezTo>
                  <a:cubicBezTo>
                    <a:pt x="38611" y="115017"/>
                    <a:pt x="38233" y="115224"/>
                    <a:pt x="37854" y="115017"/>
                  </a:cubicBezTo>
                  <a:cubicBezTo>
                    <a:pt x="37476" y="115017"/>
                    <a:pt x="37476" y="115017"/>
                    <a:pt x="37097" y="115017"/>
                  </a:cubicBezTo>
                  <a:cubicBezTo>
                    <a:pt x="36340" y="115017"/>
                    <a:pt x="36719" y="115432"/>
                    <a:pt x="36719" y="115432"/>
                  </a:cubicBezTo>
                  <a:close/>
                  <a:moveTo>
                    <a:pt x="33312" y="113148"/>
                  </a:moveTo>
                  <a:cubicBezTo>
                    <a:pt x="33312" y="113148"/>
                    <a:pt x="33312" y="113148"/>
                    <a:pt x="33312" y="113148"/>
                  </a:cubicBezTo>
                  <a:cubicBezTo>
                    <a:pt x="32933" y="114186"/>
                    <a:pt x="34826" y="113564"/>
                    <a:pt x="34826" y="112941"/>
                  </a:cubicBezTo>
                  <a:cubicBezTo>
                    <a:pt x="34447" y="112525"/>
                    <a:pt x="34826" y="112525"/>
                    <a:pt x="34069" y="112110"/>
                  </a:cubicBezTo>
                  <a:cubicBezTo>
                    <a:pt x="33690" y="111487"/>
                    <a:pt x="33690" y="112110"/>
                    <a:pt x="33312" y="112318"/>
                  </a:cubicBezTo>
                  <a:cubicBezTo>
                    <a:pt x="32933" y="112733"/>
                    <a:pt x="33690" y="112733"/>
                    <a:pt x="33690" y="112941"/>
                  </a:cubicBezTo>
                  <a:cubicBezTo>
                    <a:pt x="33690" y="113148"/>
                    <a:pt x="33312" y="112941"/>
                    <a:pt x="33312" y="113148"/>
                  </a:cubicBezTo>
                  <a:close/>
                  <a:moveTo>
                    <a:pt x="30283" y="115640"/>
                  </a:moveTo>
                  <a:cubicBezTo>
                    <a:pt x="30283" y="115640"/>
                    <a:pt x="30283" y="115640"/>
                    <a:pt x="30283" y="115640"/>
                  </a:cubicBezTo>
                  <a:cubicBezTo>
                    <a:pt x="30283" y="115640"/>
                    <a:pt x="29905" y="115847"/>
                    <a:pt x="30283" y="116262"/>
                  </a:cubicBezTo>
                  <a:cubicBezTo>
                    <a:pt x="30283" y="116470"/>
                    <a:pt x="30283" y="116262"/>
                    <a:pt x="31419" y="115847"/>
                  </a:cubicBezTo>
                  <a:cubicBezTo>
                    <a:pt x="32176" y="115432"/>
                    <a:pt x="31041" y="115640"/>
                    <a:pt x="31041" y="115640"/>
                  </a:cubicBezTo>
                  <a:cubicBezTo>
                    <a:pt x="31041" y="115432"/>
                    <a:pt x="30662" y="115640"/>
                    <a:pt x="30283" y="115640"/>
                  </a:cubicBezTo>
                  <a:close/>
                  <a:moveTo>
                    <a:pt x="30283" y="116885"/>
                  </a:moveTo>
                  <a:cubicBezTo>
                    <a:pt x="30283" y="116885"/>
                    <a:pt x="30283" y="116885"/>
                    <a:pt x="30283" y="116885"/>
                  </a:cubicBezTo>
                  <a:cubicBezTo>
                    <a:pt x="30283" y="116885"/>
                    <a:pt x="30283" y="117301"/>
                    <a:pt x="30662" y="117301"/>
                  </a:cubicBezTo>
                  <a:cubicBezTo>
                    <a:pt x="31041" y="117301"/>
                    <a:pt x="31041" y="117093"/>
                    <a:pt x="31419" y="116885"/>
                  </a:cubicBezTo>
                  <a:cubicBezTo>
                    <a:pt x="31419" y="116678"/>
                    <a:pt x="31041" y="116678"/>
                    <a:pt x="31041" y="116470"/>
                  </a:cubicBezTo>
                  <a:cubicBezTo>
                    <a:pt x="30662" y="116470"/>
                    <a:pt x="30283" y="116678"/>
                    <a:pt x="30283" y="116885"/>
                  </a:cubicBezTo>
                  <a:close/>
                  <a:moveTo>
                    <a:pt x="29148" y="117923"/>
                  </a:moveTo>
                  <a:cubicBezTo>
                    <a:pt x="29148" y="117923"/>
                    <a:pt x="29148" y="117923"/>
                    <a:pt x="29148" y="117923"/>
                  </a:cubicBezTo>
                  <a:cubicBezTo>
                    <a:pt x="28391" y="117923"/>
                    <a:pt x="28391" y="117923"/>
                    <a:pt x="28391" y="117923"/>
                  </a:cubicBezTo>
                  <a:cubicBezTo>
                    <a:pt x="28391" y="117923"/>
                    <a:pt x="28391" y="117923"/>
                    <a:pt x="27255" y="118339"/>
                  </a:cubicBezTo>
                  <a:cubicBezTo>
                    <a:pt x="26119" y="118546"/>
                    <a:pt x="26876" y="118754"/>
                    <a:pt x="26876" y="118961"/>
                  </a:cubicBezTo>
                  <a:cubicBezTo>
                    <a:pt x="26876" y="119377"/>
                    <a:pt x="28012" y="118961"/>
                    <a:pt x="28769" y="118754"/>
                  </a:cubicBezTo>
                  <a:cubicBezTo>
                    <a:pt x="29148" y="118754"/>
                    <a:pt x="28769" y="118546"/>
                    <a:pt x="29148" y="118546"/>
                  </a:cubicBezTo>
                  <a:cubicBezTo>
                    <a:pt x="29148" y="118546"/>
                    <a:pt x="29148" y="118546"/>
                    <a:pt x="29905" y="118339"/>
                  </a:cubicBezTo>
                  <a:cubicBezTo>
                    <a:pt x="30662" y="118131"/>
                    <a:pt x="30283" y="118131"/>
                    <a:pt x="30283" y="117923"/>
                  </a:cubicBezTo>
                  <a:cubicBezTo>
                    <a:pt x="30283" y="117923"/>
                    <a:pt x="29526" y="117716"/>
                    <a:pt x="29148" y="117923"/>
                  </a:cubicBezTo>
                  <a:close/>
                  <a:moveTo>
                    <a:pt x="19305" y="118961"/>
                  </a:moveTo>
                  <a:cubicBezTo>
                    <a:pt x="19305" y="118961"/>
                    <a:pt x="19305" y="118961"/>
                    <a:pt x="19305" y="118961"/>
                  </a:cubicBezTo>
                  <a:cubicBezTo>
                    <a:pt x="19684" y="118961"/>
                    <a:pt x="20063" y="118754"/>
                    <a:pt x="20441" y="118961"/>
                  </a:cubicBezTo>
                  <a:cubicBezTo>
                    <a:pt x="20820" y="119169"/>
                    <a:pt x="20441" y="119584"/>
                    <a:pt x="20441" y="119584"/>
                  </a:cubicBezTo>
                  <a:cubicBezTo>
                    <a:pt x="20063" y="119792"/>
                    <a:pt x="19684" y="120000"/>
                    <a:pt x="19305" y="120000"/>
                  </a:cubicBezTo>
                  <a:cubicBezTo>
                    <a:pt x="18927" y="120000"/>
                    <a:pt x="18548" y="120000"/>
                    <a:pt x="18170" y="119792"/>
                  </a:cubicBezTo>
                  <a:cubicBezTo>
                    <a:pt x="18170" y="119584"/>
                    <a:pt x="18170" y="118961"/>
                    <a:pt x="18170" y="118961"/>
                  </a:cubicBezTo>
                  <a:cubicBezTo>
                    <a:pt x="18548" y="118961"/>
                    <a:pt x="19305" y="118961"/>
                    <a:pt x="19305" y="118961"/>
                  </a:cubicBezTo>
                  <a:close/>
                  <a:moveTo>
                    <a:pt x="22334" y="115847"/>
                  </a:moveTo>
                  <a:cubicBezTo>
                    <a:pt x="22334" y="115847"/>
                    <a:pt x="22334" y="115847"/>
                    <a:pt x="22334" y="115847"/>
                  </a:cubicBezTo>
                  <a:cubicBezTo>
                    <a:pt x="22334" y="115847"/>
                    <a:pt x="22334" y="115847"/>
                    <a:pt x="22334" y="115847"/>
                  </a:cubicBezTo>
                  <a:cubicBezTo>
                    <a:pt x="22334" y="115847"/>
                    <a:pt x="22334" y="116262"/>
                    <a:pt x="21955" y="116262"/>
                  </a:cubicBezTo>
                  <a:cubicBezTo>
                    <a:pt x="21198" y="116470"/>
                    <a:pt x="21577" y="115847"/>
                    <a:pt x="21577" y="115640"/>
                  </a:cubicBezTo>
                  <a:cubicBezTo>
                    <a:pt x="21577" y="115432"/>
                    <a:pt x="20063" y="115847"/>
                    <a:pt x="20063" y="115847"/>
                  </a:cubicBezTo>
                  <a:cubicBezTo>
                    <a:pt x="20063" y="115847"/>
                    <a:pt x="20063" y="116470"/>
                    <a:pt x="19684" y="116678"/>
                  </a:cubicBezTo>
                  <a:cubicBezTo>
                    <a:pt x="19305" y="116678"/>
                    <a:pt x="19305" y="116678"/>
                    <a:pt x="18927" y="116885"/>
                  </a:cubicBezTo>
                  <a:cubicBezTo>
                    <a:pt x="18548" y="117093"/>
                    <a:pt x="18548" y="117508"/>
                    <a:pt x="18548" y="117508"/>
                  </a:cubicBezTo>
                  <a:cubicBezTo>
                    <a:pt x="18927" y="117716"/>
                    <a:pt x="19684" y="117716"/>
                    <a:pt x="19684" y="117716"/>
                  </a:cubicBezTo>
                  <a:cubicBezTo>
                    <a:pt x="20063" y="117716"/>
                    <a:pt x="20063" y="117716"/>
                    <a:pt x="21198" y="118131"/>
                  </a:cubicBezTo>
                  <a:cubicBezTo>
                    <a:pt x="22712" y="118339"/>
                    <a:pt x="21577" y="118131"/>
                    <a:pt x="22712" y="118131"/>
                  </a:cubicBezTo>
                  <a:cubicBezTo>
                    <a:pt x="23470" y="118131"/>
                    <a:pt x="23091" y="118339"/>
                    <a:pt x="23470" y="118339"/>
                  </a:cubicBezTo>
                  <a:cubicBezTo>
                    <a:pt x="23848" y="118339"/>
                    <a:pt x="24227" y="118754"/>
                    <a:pt x="24605" y="118961"/>
                  </a:cubicBezTo>
                  <a:cubicBezTo>
                    <a:pt x="25362" y="119169"/>
                    <a:pt x="25741" y="118754"/>
                    <a:pt x="26119" y="118754"/>
                  </a:cubicBezTo>
                  <a:cubicBezTo>
                    <a:pt x="26119" y="118546"/>
                    <a:pt x="26876" y="117923"/>
                    <a:pt x="26876" y="117923"/>
                  </a:cubicBezTo>
                  <a:cubicBezTo>
                    <a:pt x="26876" y="117923"/>
                    <a:pt x="24605" y="117508"/>
                    <a:pt x="24605" y="117508"/>
                  </a:cubicBezTo>
                  <a:cubicBezTo>
                    <a:pt x="24227" y="117508"/>
                    <a:pt x="23848" y="116885"/>
                    <a:pt x="24605" y="116885"/>
                  </a:cubicBezTo>
                  <a:cubicBezTo>
                    <a:pt x="24984" y="116885"/>
                    <a:pt x="24984" y="117093"/>
                    <a:pt x="25362" y="117301"/>
                  </a:cubicBezTo>
                  <a:cubicBezTo>
                    <a:pt x="25362" y="117508"/>
                    <a:pt x="25741" y="117508"/>
                    <a:pt x="26119" y="117508"/>
                  </a:cubicBezTo>
                  <a:cubicBezTo>
                    <a:pt x="26498" y="117508"/>
                    <a:pt x="26876" y="117301"/>
                    <a:pt x="26876" y="117093"/>
                  </a:cubicBezTo>
                  <a:cubicBezTo>
                    <a:pt x="26876" y="116885"/>
                    <a:pt x="26498" y="117093"/>
                    <a:pt x="25741" y="116470"/>
                  </a:cubicBezTo>
                  <a:cubicBezTo>
                    <a:pt x="24605" y="115847"/>
                    <a:pt x="25741" y="116055"/>
                    <a:pt x="26119" y="116055"/>
                  </a:cubicBezTo>
                  <a:cubicBezTo>
                    <a:pt x="26119" y="115847"/>
                    <a:pt x="26876" y="115432"/>
                    <a:pt x="26876" y="115432"/>
                  </a:cubicBezTo>
                  <a:cubicBezTo>
                    <a:pt x="27255" y="115224"/>
                    <a:pt x="26119" y="115224"/>
                    <a:pt x="25741" y="115017"/>
                  </a:cubicBezTo>
                  <a:cubicBezTo>
                    <a:pt x="25362" y="115017"/>
                    <a:pt x="25362" y="115017"/>
                    <a:pt x="25362" y="115017"/>
                  </a:cubicBezTo>
                  <a:cubicBezTo>
                    <a:pt x="25362" y="115224"/>
                    <a:pt x="24227" y="115017"/>
                    <a:pt x="23848" y="114809"/>
                  </a:cubicBezTo>
                  <a:cubicBezTo>
                    <a:pt x="23848" y="114809"/>
                    <a:pt x="23848" y="114394"/>
                    <a:pt x="23470" y="114186"/>
                  </a:cubicBezTo>
                  <a:cubicBezTo>
                    <a:pt x="23470" y="114186"/>
                    <a:pt x="22712" y="114186"/>
                    <a:pt x="21955" y="114186"/>
                  </a:cubicBezTo>
                  <a:cubicBezTo>
                    <a:pt x="21198" y="114186"/>
                    <a:pt x="21577" y="114809"/>
                    <a:pt x="21577" y="114809"/>
                  </a:cubicBezTo>
                  <a:cubicBezTo>
                    <a:pt x="21577" y="114809"/>
                    <a:pt x="21955" y="115224"/>
                    <a:pt x="22334" y="115432"/>
                  </a:cubicBezTo>
                  <a:cubicBezTo>
                    <a:pt x="22334" y="115432"/>
                    <a:pt x="22334" y="115847"/>
                    <a:pt x="22334" y="115847"/>
                  </a:cubicBezTo>
                  <a:close/>
                </a:path>
              </a:pathLst>
            </a:custGeom>
            <a:solidFill>
              <a:srgbClr val="3829FF"/>
            </a:solid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sp>
          <p:nvSpPr>
            <p:cNvPr id="61" name="Shape 2058">
              <a:extLst>
                <a:ext uri="{FF2B5EF4-FFF2-40B4-BE49-F238E27FC236}">
                  <a16:creationId xmlns:a16="http://schemas.microsoft.com/office/drawing/2014/main" id="{71F5BC07-183A-4524-A3A4-752162695289}"/>
                </a:ext>
              </a:extLst>
            </p:cNvPr>
            <p:cNvSpPr/>
            <p:nvPr/>
          </p:nvSpPr>
          <p:spPr>
            <a:xfrm>
              <a:off x="8031807" y="1593291"/>
              <a:ext cx="1169793" cy="1439380"/>
            </a:xfrm>
            <a:custGeom>
              <a:avLst/>
              <a:gdLst/>
              <a:ahLst/>
              <a:cxnLst/>
              <a:rect l="0" t="0" r="0" b="0"/>
              <a:pathLst>
                <a:path w="120000" h="120000" extrusionOk="0">
                  <a:moveTo>
                    <a:pt x="35321" y="81290"/>
                  </a:moveTo>
                  <a:cubicBezTo>
                    <a:pt x="42339" y="77788"/>
                    <a:pt x="42339" y="77788"/>
                    <a:pt x="42339" y="77788"/>
                  </a:cubicBezTo>
                  <a:cubicBezTo>
                    <a:pt x="50760" y="72811"/>
                    <a:pt x="50760" y="72811"/>
                    <a:pt x="50760" y="72811"/>
                  </a:cubicBezTo>
                  <a:cubicBezTo>
                    <a:pt x="59883" y="72442"/>
                    <a:pt x="59883" y="72442"/>
                    <a:pt x="59883" y="72442"/>
                  </a:cubicBezTo>
                  <a:cubicBezTo>
                    <a:pt x="62222" y="72811"/>
                    <a:pt x="62923" y="74101"/>
                    <a:pt x="67134" y="71520"/>
                  </a:cubicBezTo>
                  <a:cubicBezTo>
                    <a:pt x="71578" y="73917"/>
                    <a:pt x="71578" y="73917"/>
                    <a:pt x="71578" y="73917"/>
                  </a:cubicBezTo>
                  <a:cubicBezTo>
                    <a:pt x="74385" y="78341"/>
                    <a:pt x="74385" y="78341"/>
                    <a:pt x="74385" y="78341"/>
                  </a:cubicBezTo>
                  <a:cubicBezTo>
                    <a:pt x="75789" y="84792"/>
                    <a:pt x="75789" y="84792"/>
                    <a:pt x="75789" y="84792"/>
                  </a:cubicBezTo>
                  <a:cubicBezTo>
                    <a:pt x="82339" y="84792"/>
                    <a:pt x="82339" y="84792"/>
                    <a:pt x="82339" y="84792"/>
                  </a:cubicBezTo>
                  <a:cubicBezTo>
                    <a:pt x="86783" y="83317"/>
                    <a:pt x="86783" y="83317"/>
                    <a:pt x="86783" y="83317"/>
                  </a:cubicBezTo>
                  <a:cubicBezTo>
                    <a:pt x="89824" y="85345"/>
                    <a:pt x="89122" y="84608"/>
                    <a:pt x="89824" y="86267"/>
                  </a:cubicBezTo>
                  <a:cubicBezTo>
                    <a:pt x="87017" y="88110"/>
                    <a:pt x="87485" y="87741"/>
                    <a:pt x="84210" y="89216"/>
                  </a:cubicBezTo>
                  <a:cubicBezTo>
                    <a:pt x="82807" y="93640"/>
                    <a:pt x="82807" y="93640"/>
                    <a:pt x="82807" y="93640"/>
                  </a:cubicBezTo>
                  <a:cubicBezTo>
                    <a:pt x="81169" y="93824"/>
                    <a:pt x="81169" y="93824"/>
                    <a:pt x="81169" y="93824"/>
                  </a:cubicBezTo>
                  <a:cubicBezTo>
                    <a:pt x="81169" y="89400"/>
                    <a:pt x="80701" y="91059"/>
                    <a:pt x="83274" y="87004"/>
                  </a:cubicBezTo>
                  <a:cubicBezTo>
                    <a:pt x="81871" y="86451"/>
                    <a:pt x="81871" y="86451"/>
                    <a:pt x="81871" y="86451"/>
                  </a:cubicBezTo>
                  <a:cubicBezTo>
                    <a:pt x="74853" y="86451"/>
                    <a:pt x="74853" y="86451"/>
                    <a:pt x="74853" y="86451"/>
                  </a:cubicBezTo>
                  <a:cubicBezTo>
                    <a:pt x="68538" y="86451"/>
                    <a:pt x="71578" y="86082"/>
                    <a:pt x="64795" y="87373"/>
                  </a:cubicBezTo>
                  <a:cubicBezTo>
                    <a:pt x="64561" y="87926"/>
                    <a:pt x="61988" y="87188"/>
                    <a:pt x="61520" y="87741"/>
                  </a:cubicBezTo>
                  <a:cubicBezTo>
                    <a:pt x="58479" y="91612"/>
                    <a:pt x="57309" y="92534"/>
                    <a:pt x="65029" y="94377"/>
                  </a:cubicBezTo>
                  <a:cubicBezTo>
                    <a:pt x="64093" y="96405"/>
                    <a:pt x="64093" y="96405"/>
                    <a:pt x="64093" y="96405"/>
                  </a:cubicBezTo>
                  <a:cubicBezTo>
                    <a:pt x="60818" y="94930"/>
                    <a:pt x="62456" y="95299"/>
                    <a:pt x="57309" y="95483"/>
                  </a:cubicBezTo>
                  <a:cubicBezTo>
                    <a:pt x="54035" y="95668"/>
                    <a:pt x="54035" y="95668"/>
                    <a:pt x="54035" y="95668"/>
                  </a:cubicBezTo>
                  <a:cubicBezTo>
                    <a:pt x="54035" y="97880"/>
                    <a:pt x="54035" y="97880"/>
                    <a:pt x="54035" y="97880"/>
                  </a:cubicBezTo>
                  <a:cubicBezTo>
                    <a:pt x="57543" y="97695"/>
                    <a:pt x="57543" y="97695"/>
                    <a:pt x="57543" y="97695"/>
                  </a:cubicBezTo>
                  <a:cubicBezTo>
                    <a:pt x="60818" y="99170"/>
                    <a:pt x="60818" y="99170"/>
                    <a:pt x="60818" y="99170"/>
                  </a:cubicBezTo>
                  <a:cubicBezTo>
                    <a:pt x="62923" y="101013"/>
                    <a:pt x="62923" y="101013"/>
                    <a:pt x="62923" y="101013"/>
                  </a:cubicBezTo>
                  <a:cubicBezTo>
                    <a:pt x="68070" y="104700"/>
                    <a:pt x="68070" y="104700"/>
                    <a:pt x="68070" y="104700"/>
                  </a:cubicBezTo>
                  <a:cubicBezTo>
                    <a:pt x="68771" y="108018"/>
                    <a:pt x="68771" y="108018"/>
                    <a:pt x="68771" y="108018"/>
                  </a:cubicBezTo>
                  <a:cubicBezTo>
                    <a:pt x="71578" y="107649"/>
                    <a:pt x="71345" y="107465"/>
                    <a:pt x="73918" y="108387"/>
                  </a:cubicBezTo>
                  <a:cubicBezTo>
                    <a:pt x="78128" y="109861"/>
                    <a:pt x="78830" y="109308"/>
                    <a:pt x="83742" y="108571"/>
                  </a:cubicBezTo>
                  <a:cubicBezTo>
                    <a:pt x="84678" y="110230"/>
                    <a:pt x="84678" y="110230"/>
                    <a:pt x="84678" y="110230"/>
                  </a:cubicBezTo>
                  <a:cubicBezTo>
                    <a:pt x="84678" y="113917"/>
                    <a:pt x="84678" y="113917"/>
                    <a:pt x="84678" y="113917"/>
                  </a:cubicBezTo>
                  <a:cubicBezTo>
                    <a:pt x="85380" y="117235"/>
                    <a:pt x="85380" y="117235"/>
                    <a:pt x="85380" y="117235"/>
                  </a:cubicBezTo>
                  <a:cubicBezTo>
                    <a:pt x="89122" y="115391"/>
                    <a:pt x="89122" y="115391"/>
                    <a:pt x="89122" y="115391"/>
                  </a:cubicBezTo>
                  <a:cubicBezTo>
                    <a:pt x="90760" y="113364"/>
                    <a:pt x="90760" y="113364"/>
                    <a:pt x="90760" y="113364"/>
                  </a:cubicBezTo>
                  <a:cubicBezTo>
                    <a:pt x="96608" y="111889"/>
                    <a:pt x="96608" y="111889"/>
                    <a:pt x="96608" y="111889"/>
                  </a:cubicBezTo>
                  <a:cubicBezTo>
                    <a:pt x="103391" y="112258"/>
                    <a:pt x="103391" y="112258"/>
                    <a:pt x="103391" y="112258"/>
                  </a:cubicBezTo>
                  <a:cubicBezTo>
                    <a:pt x="103391" y="112442"/>
                    <a:pt x="111578" y="116497"/>
                    <a:pt x="112748" y="117419"/>
                  </a:cubicBezTo>
                  <a:cubicBezTo>
                    <a:pt x="113684" y="118341"/>
                    <a:pt x="115087" y="120000"/>
                    <a:pt x="115087" y="120000"/>
                  </a:cubicBezTo>
                  <a:cubicBezTo>
                    <a:pt x="119532" y="119078"/>
                    <a:pt x="119532" y="119078"/>
                    <a:pt x="119532" y="119078"/>
                  </a:cubicBezTo>
                  <a:cubicBezTo>
                    <a:pt x="120000" y="118709"/>
                    <a:pt x="120000" y="118709"/>
                    <a:pt x="120000" y="118709"/>
                  </a:cubicBezTo>
                  <a:cubicBezTo>
                    <a:pt x="120000" y="113917"/>
                    <a:pt x="120000" y="113917"/>
                    <a:pt x="120000" y="113917"/>
                  </a:cubicBezTo>
                  <a:cubicBezTo>
                    <a:pt x="105029" y="85714"/>
                    <a:pt x="105029" y="85714"/>
                    <a:pt x="105029" y="85714"/>
                  </a:cubicBezTo>
                  <a:cubicBezTo>
                    <a:pt x="120000" y="80368"/>
                    <a:pt x="120000" y="80368"/>
                    <a:pt x="120000" y="80368"/>
                  </a:cubicBezTo>
                  <a:cubicBezTo>
                    <a:pt x="120000" y="30046"/>
                    <a:pt x="120000" y="30046"/>
                    <a:pt x="120000" y="30046"/>
                  </a:cubicBezTo>
                  <a:cubicBezTo>
                    <a:pt x="119298" y="30046"/>
                    <a:pt x="118362" y="30230"/>
                    <a:pt x="117192" y="30230"/>
                  </a:cubicBezTo>
                  <a:cubicBezTo>
                    <a:pt x="115555" y="32442"/>
                    <a:pt x="115555" y="32442"/>
                    <a:pt x="115555" y="32442"/>
                  </a:cubicBezTo>
                  <a:cubicBezTo>
                    <a:pt x="103625" y="30783"/>
                    <a:pt x="103625" y="30783"/>
                    <a:pt x="103625" y="30783"/>
                  </a:cubicBezTo>
                  <a:cubicBezTo>
                    <a:pt x="99649" y="28940"/>
                    <a:pt x="99649" y="28940"/>
                    <a:pt x="99649" y="28940"/>
                  </a:cubicBezTo>
                  <a:cubicBezTo>
                    <a:pt x="96608" y="30599"/>
                    <a:pt x="97309" y="29861"/>
                    <a:pt x="94736" y="32073"/>
                  </a:cubicBezTo>
                  <a:cubicBezTo>
                    <a:pt x="87719" y="30599"/>
                    <a:pt x="87719" y="30599"/>
                    <a:pt x="87719" y="30599"/>
                  </a:cubicBezTo>
                  <a:cubicBezTo>
                    <a:pt x="83274" y="32258"/>
                    <a:pt x="83274" y="32258"/>
                    <a:pt x="83274" y="32258"/>
                  </a:cubicBezTo>
                  <a:cubicBezTo>
                    <a:pt x="78128" y="36313"/>
                    <a:pt x="78128" y="36313"/>
                    <a:pt x="78128" y="36313"/>
                  </a:cubicBezTo>
                  <a:cubicBezTo>
                    <a:pt x="69473" y="35944"/>
                    <a:pt x="69473" y="35944"/>
                    <a:pt x="69473" y="35944"/>
                  </a:cubicBezTo>
                  <a:cubicBezTo>
                    <a:pt x="67602" y="33917"/>
                    <a:pt x="67602" y="33917"/>
                    <a:pt x="67602" y="33917"/>
                  </a:cubicBezTo>
                  <a:cubicBezTo>
                    <a:pt x="67134" y="35760"/>
                    <a:pt x="67134" y="35760"/>
                    <a:pt x="67134" y="35760"/>
                  </a:cubicBezTo>
                  <a:cubicBezTo>
                    <a:pt x="69005" y="37603"/>
                    <a:pt x="69005" y="37603"/>
                    <a:pt x="69005" y="37603"/>
                  </a:cubicBezTo>
                  <a:cubicBezTo>
                    <a:pt x="65730" y="38894"/>
                    <a:pt x="65730" y="38894"/>
                    <a:pt x="65730" y="38894"/>
                  </a:cubicBezTo>
                  <a:cubicBezTo>
                    <a:pt x="64561" y="36313"/>
                    <a:pt x="64561" y="36313"/>
                    <a:pt x="64561" y="36313"/>
                  </a:cubicBezTo>
                  <a:cubicBezTo>
                    <a:pt x="61754" y="33548"/>
                    <a:pt x="61754" y="33548"/>
                    <a:pt x="61754" y="33548"/>
                  </a:cubicBezTo>
                  <a:cubicBezTo>
                    <a:pt x="57543" y="32811"/>
                    <a:pt x="57543" y="32811"/>
                    <a:pt x="57543" y="32811"/>
                  </a:cubicBezTo>
                  <a:cubicBezTo>
                    <a:pt x="55204" y="31520"/>
                    <a:pt x="55204" y="31520"/>
                    <a:pt x="55204" y="31520"/>
                  </a:cubicBezTo>
                  <a:cubicBezTo>
                    <a:pt x="54736" y="31336"/>
                    <a:pt x="46081" y="32073"/>
                    <a:pt x="44444" y="32258"/>
                  </a:cubicBezTo>
                  <a:cubicBezTo>
                    <a:pt x="42339" y="31152"/>
                    <a:pt x="42105" y="31152"/>
                    <a:pt x="39766" y="30230"/>
                  </a:cubicBezTo>
                  <a:cubicBezTo>
                    <a:pt x="37426" y="31705"/>
                    <a:pt x="37426" y="31705"/>
                    <a:pt x="37426" y="31705"/>
                  </a:cubicBezTo>
                  <a:cubicBezTo>
                    <a:pt x="37426" y="31705"/>
                    <a:pt x="36257" y="33364"/>
                    <a:pt x="34385" y="33364"/>
                  </a:cubicBezTo>
                  <a:cubicBezTo>
                    <a:pt x="32280" y="33364"/>
                    <a:pt x="32514" y="31152"/>
                    <a:pt x="32514" y="31152"/>
                  </a:cubicBezTo>
                  <a:cubicBezTo>
                    <a:pt x="29473" y="31520"/>
                    <a:pt x="29473" y="31520"/>
                    <a:pt x="29473" y="31520"/>
                  </a:cubicBezTo>
                  <a:cubicBezTo>
                    <a:pt x="25497" y="35944"/>
                    <a:pt x="25497" y="35944"/>
                    <a:pt x="25497" y="35944"/>
                  </a:cubicBezTo>
                  <a:cubicBezTo>
                    <a:pt x="20584" y="39262"/>
                    <a:pt x="20584" y="39262"/>
                    <a:pt x="20584" y="39262"/>
                  </a:cubicBezTo>
                  <a:cubicBezTo>
                    <a:pt x="17777" y="42580"/>
                    <a:pt x="17777" y="42580"/>
                    <a:pt x="17777" y="42580"/>
                  </a:cubicBezTo>
                  <a:cubicBezTo>
                    <a:pt x="12397" y="44239"/>
                    <a:pt x="12397" y="44239"/>
                    <a:pt x="12397" y="44239"/>
                  </a:cubicBezTo>
                  <a:cubicBezTo>
                    <a:pt x="12631" y="45714"/>
                    <a:pt x="12631" y="45714"/>
                    <a:pt x="12631" y="45714"/>
                  </a:cubicBezTo>
                  <a:cubicBezTo>
                    <a:pt x="18011" y="49400"/>
                    <a:pt x="18011" y="49400"/>
                    <a:pt x="18011" y="49400"/>
                  </a:cubicBezTo>
                  <a:cubicBezTo>
                    <a:pt x="14269" y="51428"/>
                    <a:pt x="14269" y="51428"/>
                    <a:pt x="14269" y="51428"/>
                  </a:cubicBezTo>
                  <a:cubicBezTo>
                    <a:pt x="8654" y="46820"/>
                    <a:pt x="10760" y="50322"/>
                    <a:pt x="3742" y="46082"/>
                  </a:cubicBezTo>
                  <a:cubicBezTo>
                    <a:pt x="2573" y="49400"/>
                    <a:pt x="2339" y="48479"/>
                    <a:pt x="3040" y="51244"/>
                  </a:cubicBezTo>
                  <a:cubicBezTo>
                    <a:pt x="0" y="52903"/>
                    <a:pt x="0" y="52903"/>
                    <a:pt x="0" y="52903"/>
                  </a:cubicBezTo>
                  <a:cubicBezTo>
                    <a:pt x="1637" y="57880"/>
                    <a:pt x="467" y="56221"/>
                    <a:pt x="4444" y="59539"/>
                  </a:cubicBezTo>
                  <a:cubicBezTo>
                    <a:pt x="2105" y="63410"/>
                    <a:pt x="2573" y="61751"/>
                    <a:pt x="2807" y="66359"/>
                  </a:cubicBezTo>
                  <a:cubicBezTo>
                    <a:pt x="8187" y="67649"/>
                    <a:pt x="8187" y="67649"/>
                    <a:pt x="8187" y="67649"/>
                  </a:cubicBezTo>
                  <a:cubicBezTo>
                    <a:pt x="9590" y="70230"/>
                    <a:pt x="9590" y="70230"/>
                    <a:pt x="9590" y="70230"/>
                  </a:cubicBezTo>
                  <a:cubicBezTo>
                    <a:pt x="13099" y="71520"/>
                    <a:pt x="13099" y="71520"/>
                    <a:pt x="13099" y="71520"/>
                  </a:cubicBezTo>
                  <a:cubicBezTo>
                    <a:pt x="16608" y="69677"/>
                    <a:pt x="16608" y="69677"/>
                    <a:pt x="16608" y="69677"/>
                  </a:cubicBezTo>
                  <a:cubicBezTo>
                    <a:pt x="21754" y="71705"/>
                    <a:pt x="21754" y="71705"/>
                    <a:pt x="21754" y="71705"/>
                  </a:cubicBezTo>
                  <a:cubicBezTo>
                    <a:pt x="28538" y="75760"/>
                    <a:pt x="28538" y="75760"/>
                    <a:pt x="28538" y="75760"/>
                  </a:cubicBezTo>
                  <a:cubicBezTo>
                    <a:pt x="32514" y="79631"/>
                    <a:pt x="32514" y="79631"/>
                    <a:pt x="32514" y="79631"/>
                  </a:cubicBezTo>
                  <a:cubicBezTo>
                    <a:pt x="30175" y="78156"/>
                    <a:pt x="30175" y="78156"/>
                    <a:pt x="30175" y="78156"/>
                  </a:cubicBezTo>
                  <a:cubicBezTo>
                    <a:pt x="28771" y="78709"/>
                    <a:pt x="28771" y="78709"/>
                    <a:pt x="28771" y="78709"/>
                  </a:cubicBezTo>
                  <a:cubicBezTo>
                    <a:pt x="29707" y="80000"/>
                    <a:pt x="29707" y="80000"/>
                    <a:pt x="29707" y="80000"/>
                  </a:cubicBezTo>
                  <a:cubicBezTo>
                    <a:pt x="35321" y="81290"/>
                    <a:pt x="35321" y="81290"/>
                    <a:pt x="35321" y="81290"/>
                  </a:cubicBezTo>
                  <a:close/>
                  <a:moveTo>
                    <a:pt x="120000" y="0"/>
                  </a:moveTo>
                  <a:cubicBezTo>
                    <a:pt x="120000" y="0"/>
                    <a:pt x="120000" y="0"/>
                    <a:pt x="120000" y="0"/>
                  </a:cubicBezTo>
                  <a:cubicBezTo>
                    <a:pt x="116725" y="921"/>
                    <a:pt x="116725" y="921"/>
                    <a:pt x="116725" y="921"/>
                  </a:cubicBezTo>
                  <a:cubicBezTo>
                    <a:pt x="116257" y="921"/>
                    <a:pt x="109707" y="184"/>
                    <a:pt x="109941" y="1843"/>
                  </a:cubicBezTo>
                  <a:cubicBezTo>
                    <a:pt x="110175" y="2764"/>
                    <a:pt x="111345" y="2949"/>
                    <a:pt x="111345" y="2949"/>
                  </a:cubicBezTo>
                  <a:cubicBezTo>
                    <a:pt x="114385" y="5161"/>
                    <a:pt x="114385" y="5161"/>
                    <a:pt x="114385" y="5161"/>
                  </a:cubicBezTo>
                  <a:cubicBezTo>
                    <a:pt x="114152" y="6451"/>
                    <a:pt x="114152" y="6451"/>
                    <a:pt x="114152" y="6451"/>
                  </a:cubicBezTo>
                  <a:cubicBezTo>
                    <a:pt x="116023" y="6820"/>
                    <a:pt x="116023" y="6820"/>
                    <a:pt x="116023" y="6820"/>
                  </a:cubicBezTo>
                  <a:cubicBezTo>
                    <a:pt x="120000" y="6820"/>
                    <a:pt x="120000" y="6820"/>
                    <a:pt x="120000" y="6820"/>
                  </a:cubicBezTo>
                  <a:cubicBezTo>
                    <a:pt x="120000" y="0"/>
                    <a:pt x="120000" y="0"/>
                    <a:pt x="120000" y="0"/>
                  </a:cubicBezTo>
                  <a:close/>
                  <a:moveTo>
                    <a:pt x="120000" y="9032"/>
                  </a:moveTo>
                  <a:cubicBezTo>
                    <a:pt x="120000" y="9032"/>
                    <a:pt x="120000" y="9032"/>
                    <a:pt x="120000" y="9032"/>
                  </a:cubicBezTo>
                  <a:cubicBezTo>
                    <a:pt x="117660" y="9216"/>
                    <a:pt x="115087" y="9585"/>
                    <a:pt x="114619" y="9769"/>
                  </a:cubicBezTo>
                  <a:cubicBezTo>
                    <a:pt x="112046" y="11981"/>
                    <a:pt x="112046" y="11981"/>
                    <a:pt x="112046" y="11981"/>
                  </a:cubicBezTo>
                  <a:cubicBezTo>
                    <a:pt x="115087" y="15115"/>
                    <a:pt x="115087" y="15115"/>
                    <a:pt x="115087" y="15115"/>
                  </a:cubicBezTo>
                  <a:cubicBezTo>
                    <a:pt x="114853" y="17142"/>
                    <a:pt x="114853" y="17142"/>
                    <a:pt x="114853" y="17142"/>
                  </a:cubicBezTo>
                  <a:cubicBezTo>
                    <a:pt x="112280" y="18617"/>
                    <a:pt x="112280" y="18617"/>
                    <a:pt x="112280" y="18617"/>
                  </a:cubicBezTo>
                  <a:cubicBezTo>
                    <a:pt x="114385" y="20276"/>
                    <a:pt x="114385" y="20276"/>
                    <a:pt x="114385" y="20276"/>
                  </a:cubicBezTo>
                  <a:cubicBezTo>
                    <a:pt x="118128" y="20276"/>
                    <a:pt x="118128" y="20276"/>
                    <a:pt x="118128" y="20276"/>
                  </a:cubicBezTo>
                  <a:cubicBezTo>
                    <a:pt x="120000" y="21382"/>
                    <a:pt x="120000" y="21382"/>
                    <a:pt x="120000" y="21382"/>
                  </a:cubicBezTo>
                  <a:lnTo>
                    <a:pt x="120000" y="9032"/>
                  </a:lnTo>
                  <a:close/>
                </a:path>
              </a:pathLst>
            </a:custGeom>
            <a:grpFill/>
            <a:ln w="3175" cap="flat" cmpd="sng">
              <a:solidFill>
                <a:srgbClr val="FFFFFF"/>
              </a:solidFill>
              <a:prstDash val="solid"/>
              <a:miter/>
              <a:headEnd type="none" w="med" len="med"/>
              <a:tailEnd type="none" w="med" len="med"/>
            </a:ln>
          </p:spPr>
          <p:txBody>
            <a:bodyPr lIns="48355" tIns="24170" rIns="48355" bIns="24170" anchor="t" anchorCtr="0">
              <a:noAutofit/>
            </a:bodyPr>
            <a:lstStyle/>
            <a:p>
              <a:pPr defTabSz="483626"/>
              <a:endParaRPr sz="1904" kern="0">
                <a:solidFill>
                  <a:srgbClr val="7F7F7F"/>
                </a:solidFill>
                <a:latin typeface="Myriad Pro"/>
                <a:ea typeface="Source Sans Pro"/>
                <a:cs typeface="Calibri" panose="020F0502020204030204" pitchFamily="34" charset="0"/>
                <a:sym typeface="Source Sans Pro"/>
              </a:endParaRPr>
            </a:p>
          </p:txBody>
        </p:sp>
      </p:grpSp>
      <p:sp>
        <p:nvSpPr>
          <p:cNvPr id="63" name="Metin Kutusu 3">
            <a:extLst>
              <a:ext uri="{FF2B5EF4-FFF2-40B4-BE49-F238E27FC236}">
                <a16:creationId xmlns:a16="http://schemas.microsoft.com/office/drawing/2014/main" id="{6927688E-C4ED-4B9B-9DE3-111DC6BD73F0}"/>
              </a:ext>
            </a:extLst>
          </p:cNvPr>
          <p:cNvSpPr txBox="1"/>
          <p:nvPr/>
        </p:nvSpPr>
        <p:spPr>
          <a:xfrm>
            <a:off x="918169" y="1451307"/>
            <a:ext cx="3206758"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481" b="1" dirty="0">
                <a:solidFill>
                  <a:srgbClr val="3829FF"/>
                </a:solidFill>
                <a:latin typeface="Myriad Pro"/>
                <a:ea typeface="Calibri" panose="020F0502020204030204" pitchFamily="34" charset="0"/>
                <a:cs typeface="Times New Roman" panose="02020603050405020304" pitchFamily="18" charset="0"/>
              </a:rPr>
              <a:t>27 ülke (lacivert ile gösterilenler) </a:t>
            </a:r>
            <a:r>
              <a:rPr lang="tr-TR" sz="1481" dirty="0">
                <a:latin typeface="Myriad Pro"/>
                <a:ea typeface="Calibri" panose="020F0502020204030204" pitchFamily="34" charset="0"/>
                <a:cs typeface="Times New Roman" panose="02020603050405020304" pitchFamily="18" charset="0"/>
              </a:rPr>
              <a:t>AB Ülkeleri</a:t>
            </a:r>
          </a:p>
        </p:txBody>
      </p:sp>
      <p:sp>
        <p:nvSpPr>
          <p:cNvPr id="64" name="Metin Kutusu 3">
            <a:extLst>
              <a:ext uri="{FF2B5EF4-FFF2-40B4-BE49-F238E27FC236}">
                <a16:creationId xmlns:a16="http://schemas.microsoft.com/office/drawing/2014/main" id="{A0DCB21C-0EEB-4508-8F6A-9D76F0E98D8C}"/>
              </a:ext>
            </a:extLst>
          </p:cNvPr>
          <p:cNvSpPr txBox="1"/>
          <p:nvPr/>
        </p:nvSpPr>
        <p:spPr>
          <a:xfrm>
            <a:off x="852458" y="4511020"/>
            <a:ext cx="3147662" cy="1300630"/>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375" b="1" i="1" dirty="0">
                <a:solidFill>
                  <a:srgbClr val="0D122F"/>
                </a:solidFill>
                <a:latin typeface="Myriad Pro"/>
                <a:ea typeface="Calibri" panose="020F0502020204030204" pitchFamily="34" charset="0"/>
                <a:cs typeface="Times New Roman" panose="02020603050405020304" pitchFamily="18" charset="0"/>
              </a:rPr>
              <a:t>4 ülke (siyah ile gösterilenler)                </a:t>
            </a:r>
            <a:r>
              <a:rPr lang="tr-TR" sz="1375" i="1" dirty="0">
                <a:latin typeface="Myriad Pro"/>
                <a:ea typeface="Calibri" panose="020F0502020204030204" pitchFamily="34" charset="0"/>
                <a:cs typeface="Times New Roman" panose="02020603050405020304" pitchFamily="18" charset="0"/>
              </a:rPr>
              <a:t>Ortak Transit Sözleşmesine taraf olma isteğinde bulunan ülkeler </a:t>
            </a:r>
          </a:p>
          <a:p>
            <a:pPr algn="ctr">
              <a:lnSpc>
                <a:spcPct val="107000"/>
              </a:lnSpc>
              <a:spcAft>
                <a:spcPts val="846"/>
              </a:spcAft>
            </a:pPr>
            <a:r>
              <a:rPr lang="tr-TR" sz="1100" i="1" dirty="0">
                <a:latin typeface="Myriad Pro"/>
                <a:ea typeface="Calibri" panose="020F0502020204030204" pitchFamily="34" charset="0"/>
                <a:cs typeface="Times New Roman" panose="02020603050405020304" pitchFamily="18" charset="0"/>
              </a:rPr>
              <a:t>(Arnavutluk, Azerbaycan, Bosna Hersek, Ermenistan)    </a:t>
            </a:r>
          </a:p>
        </p:txBody>
      </p:sp>
      <p:sp>
        <p:nvSpPr>
          <p:cNvPr id="65" name="Metin kutusu 64">
            <a:extLst>
              <a:ext uri="{FF2B5EF4-FFF2-40B4-BE49-F238E27FC236}">
                <a16:creationId xmlns:a16="http://schemas.microsoft.com/office/drawing/2014/main" id="{104897E5-CD69-4D48-A3CB-A79C00BB2E55}"/>
              </a:ext>
            </a:extLst>
          </p:cNvPr>
          <p:cNvSpPr txBox="1"/>
          <p:nvPr/>
        </p:nvSpPr>
        <p:spPr>
          <a:xfrm>
            <a:off x="1535090" y="6164715"/>
            <a:ext cx="10248305" cy="849207"/>
          </a:xfrm>
          <a:prstGeom prst="rect">
            <a:avLst/>
          </a:prstGeom>
          <a:noFill/>
        </p:spPr>
        <p:txBody>
          <a:bodyPr wrap="square" rtlCol="0">
            <a:spAutoFit/>
          </a:bodyPr>
          <a:lstStyle/>
          <a:p>
            <a:pPr algn="ctr"/>
            <a:r>
              <a:rPr lang="tr-TR" sz="1269" b="1" i="1" dirty="0">
                <a:latin typeface="Myriad Pro"/>
              </a:rPr>
              <a:t>*</a:t>
            </a:r>
            <a:r>
              <a:rPr lang="tr-TR" sz="1269" i="1" dirty="0">
                <a:latin typeface="Myriad Pro"/>
              </a:rPr>
              <a:t> EFTA ülkesi olan </a:t>
            </a:r>
            <a:r>
              <a:rPr lang="tr-TR" sz="1269" b="1" i="1" dirty="0">
                <a:latin typeface="Myriad Pro"/>
              </a:rPr>
              <a:t>Lihtenştayn</a:t>
            </a:r>
            <a:r>
              <a:rPr lang="tr-TR" sz="1269" i="1" dirty="0">
                <a:latin typeface="Myriad Pro"/>
              </a:rPr>
              <a:t>, İsviçre ile olan Gümrük Birliği anlaşması nedeniyle Ortak Transit Sisteminde yer almaktadır.</a:t>
            </a:r>
          </a:p>
          <a:p>
            <a:pPr algn="ctr"/>
            <a:r>
              <a:rPr lang="tr-TR" sz="1269" b="1" i="1" dirty="0">
                <a:latin typeface="Myriad Pro"/>
              </a:rPr>
              <a:t>** Andorra </a:t>
            </a:r>
            <a:r>
              <a:rPr lang="tr-TR" sz="1269" i="1" dirty="0">
                <a:latin typeface="Myriad Pro"/>
              </a:rPr>
              <a:t>ve </a:t>
            </a:r>
            <a:r>
              <a:rPr lang="tr-TR" sz="1269" b="1" i="1" dirty="0">
                <a:latin typeface="Myriad Pro"/>
              </a:rPr>
              <a:t>San Marino</a:t>
            </a:r>
            <a:r>
              <a:rPr lang="tr-TR" sz="1269" i="1" dirty="0">
                <a:latin typeface="Myriad Pro"/>
              </a:rPr>
              <a:t> AB ile olan Gümrük Birliği anlaşması nedeniyle, </a:t>
            </a:r>
            <a:r>
              <a:rPr lang="tr-TR" sz="1269" i="1" dirty="0">
                <a:solidFill>
                  <a:srgbClr val="FF0000"/>
                </a:solidFill>
                <a:latin typeface="Myriad Pro"/>
              </a:rPr>
              <a:t>üye olmasalar da </a:t>
            </a:r>
            <a:r>
              <a:rPr lang="tr-TR" sz="1269" i="1" dirty="0">
                <a:latin typeface="Myriad Pro"/>
              </a:rPr>
              <a:t>OTS kapsamında AB ülkelerinden kendilerine taşıma açılabilmektedir.</a:t>
            </a:r>
          </a:p>
          <a:p>
            <a:endParaRPr lang="tr-TR" sz="1111" dirty="0">
              <a:latin typeface="Myriad Pro"/>
            </a:endParaRPr>
          </a:p>
        </p:txBody>
      </p:sp>
      <p:pic>
        <p:nvPicPr>
          <p:cNvPr id="66" name="Resim 65">
            <a:extLst>
              <a:ext uri="{FF2B5EF4-FFF2-40B4-BE49-F238E27FC236}">
                <a16:creationId xmlns:a16="http://schemas.microsoft.com/office/drawing/2014/main" id="{7EDF1D42-D26B-4FD1-A5CB-0EEC546590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2650" y="2130281"/>
            <a:ext cx="589055" cy="427654"/>
          </a:xfrm>
          <a:prstGeom prst="rect">
            <a:avLst/>
          </a:prstGeom>
        </p:spPr>
      </p:pic>
      <p:pic>
        <p:nvPicPr>
          <p:cNvPr id="67" name="Resim 66">
            <a:extLst>
              <a:ext uri="{FF2B5EF4-FFF2-40B4-BE49-F238E27FC236}">
                <a16:creationId xmlns:a16="http://schemas.microsoft.com/office/drawing/2014/main" id="{70AE48D8-077D-4939-BDC2-08C1DAFD9F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562" y="1451307"/>
            <a:ext cx="494695" cy="330457"/>
          </a:xfrm>
          <a:prstGeom prst="rect">
            <a:avLst/>
          </a:prstGeom>
        </p:spPr>
      </p:pic>
      <p:sp>
        <p:nvSpPr>
          <p:cNvPr id="68" name="Metin Kutusu 3">
            <a:extLst>
              <a:ext uri="{FF2B5EF4-FFF2-40B4-BE49-F238E27FC236}">
                <a16:creationId xmlns:a16="http://schemas.microsoft.com/office/drawing/2014/main" id="{5BEE3A1F-4DA8-42AC-AF44-72A6E4AB33DC}"/>
              </a:ext>
            </a:extLst>
          </p:cNvPr>
          <p:cNvSpPr txBox="1"/>
          <p:nvPr/>
        </p:nvSpPr>
        <p:spPr>
          <a:xfrm>
            <a:off x="1104396" y="2147620"/>
            <a:ext cx="2834304"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481" b="1" dirty="0">
                <a:solidFill>
                  <a:srgbClr val="00B050"/>
                </a:solidFill>
                <a:latin typeface="Myriad Pro"/>
                <a:ea typeface="Calibri" panose="020F0502020204030204" pitchFamily="34" charset="0"/>
                <a:cs typeface="Times New Roman" panose="02020603050405020304" pitchFamily="18" charset="0"/>
              </a:rPr>
              <a:t>4 ülke (yeşil ile gösterilenler) </a:t>
            </a:r>
            <a:r>
              <a:rPr lang="tr-TR" sz="1481" dirty="0">
                <a:latin typeface="Myriad Pro"/>
                <a:ea typeface="Calibri" panose="020F0502020204030204" pitchFamily="34" charset="0"/>
                <a:cs typeface="Times New Roman" panose="02020603050405020304" pitchFamily="18" charset="0"/>
              </a:rPr>
              <a:t>EFTA Ülkeleri</a:t>
            </a:r>
          </a:p>
          <a:p>
            <a:pPr algn="ctr">
              <a:lnSpc>
                <a:spcPct val="107000"/>
              </a:lnSpc>
              <a:spcAft>
                <a:spcPts val="846"/>
              </a:spcAft>
            </a:pPr>
            <a:r>
              <a:rPr lang="tr-TR" sz="1100" i="1" dirty="0">
                <a:latin typeface="Myriad Pro"/>
                <a:ea typeface="Calibri" panose="020F0502020204030204" pitchFamily="34" charset="0"/>
                <a:cs typeface="Times New Roman" panose="02020603050405020304" pitchFamily="18" charset="0"/>
              </a:rPr>
              <a:t>(İsviçre, İzlanda, Lihtenştayn, Norveç)</a:t>
            </a:r>
          </a:p>
          <a:p>
            <a:pPr algn="ctr">
              <a:lnSpc>
                <a:spcPct val="107000"/>
              </a:lnSpc>
              <a:spcAft>
                <a:spcPts val="846"/>
              </a:spcAft>
            </a:pPr>
            <a:endParaRPr lang="tr-TR" sz="1481" i="1" dirty="0">
              <a:latin typeface="Myriad Pro"/>
              <a:ea typeface="Calibri" panose="020F0502020204030204" pitchFamily="34" charset="0"/>
              <a:cs typeface="Times New Roman" panose="02020603050405020304" pitchFamily="18" charset="0"/>
            </a:endParaRPr>
          </a:p>
        </p:txBody>
      </p:sp>
      <p:sp>
        <p:nvSpPr>
          <p:cNvPr id="69" name="Metin Kutusu 3">
            <a:extLst>
              <a:ext uri="{FF2B5EF4-FFF2-40B4-BE49-F238E27FC236}">
                <a16:creationId xmlns:a16="http://schemas.microsoft.com/office/drawing/2014/main" id="{0F3C043B-2608-4B8B-99C6-ADE1A2207A99}"/>
              </a:ext>
            </a:extLst>
          </p:cNvPr>
          <p:cNvSpPr txBox="1"/>
          <p:nvPr/>
        </p:nvSpPr>
        <p:spPr>
          <a:xfrm>
            <a:off x="899303" y="3209798"/>
            <a:ext cx="3053972"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481" b="1" dirty="0">
                <a:solidFill>
                  <a:srgbClr val="FF0000"/>
                </a:solidFill>
                <a:latin typeface="Myriad Pro"/>
                <a:ea typeface="Calibri" panose="020F0502020204030204" pitchFamily="34" charset="0"/>
                <a:cs typeface="Times New Roman" panose="02020603050405020304" pitchFamily="18" charset="0"/>
              </a:rPr>
              <a:t>8 ülke (kırmızı ile gösterilenler) </a:t>
            </a:r>
            <a:r>
              <a:rPr lang="tr-TR" sz="1481" dirty="0">
                <a:latin typeface="Myriad Pro"/>
                <a:ea typeface="Calibri" panose="020F0502020204030204" pitchFamily="34" charset="0"/>
                <a:cs typeface="Times New Roman" panose="02020603050405020304" pitchFamily="18" charset="0"/>
              </a:rPr>
              <a:t>Sözleşmeye taraf diğer ülkeler</a:t>
            </a:r>
          </a:p>
          <a:p>
            <a:pPr algn="ctr">
              <a:lnSpc>
                <a:spcPct val="107000"/>
              </a:lnSpc>
              <a:spcAft>
                <a:spcPts val="846"/>
              </a:spcAft>
            </a:pPr>
            <a:r>
              <a:rPr lang="tr-TR" sz="1100" i="1" dirty="0">
                <a:latin typeface="Myriad Pro"/>
                <a:ea typeface="Calibri" panose="020F0502020204030204" pitchFamily="34" charset="0"/>
                <a:cs typeface="Times New Roman" panose="02020603050405020304" pitchFamily="18" charset="0"/>
              </a:rPr>
              <a:t>(Türkiye, Birleşik Krallık, Gürcistan, Karadağ, Makedonya, Moldova, Sırbistan, Ukrayna)</a:t>
            </a:r>
          </a:p>
          <a:p>
            <a:pPr algn="ctr">
              <a:lnSpc>
                <a:spcPct val="107000"/>
              </a:lnSpc>
              <a:spcAft>
                <a:spcPts val="846"/>
              </a:spcAft>
            </a:pPr>
            <a:r>
              <a:rPr lang="tr-TR" sz="1100" dirty="0">
                <a:latin typeface="Myriad Pro"/>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60568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par>
                                <p:cTn id="13" presetID="10" presetClass="entr" presetSubtype="0" fill="hold" nodeType="with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fade">
                                      <p:cBhvr>
                                        <p:cTn id="15" dur="500"/>
                                        <p:tgtEl>
                                          <p:spTgt spid="6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8"/>
                                        </p:tgtEl>
                                        <p:attrNameLst>
                                          <p:attrName>style.visibility</p:attrName>
                                        </p:attrNameLst>
                                      </p:cBhvr>
                                      <p:to>
                                        <p:strVal val="visible"/>
                                      </p:to>
                                    </p:set>
                                    <p:animEffect transition="in" filter="fade">
                                      <p:cBhvr>
                                        <p:cTn id="20" dur="500"/>
                                        <p:tgtEl>
                                          <p:spTgt spid="68"/>
                                        </p:tgtEl>
                                      </p:cBhvr>
                                    </p:animEffect>
                                  </p:childTnLst>
                                </p:cTn>
                              </p:par>
                              <p:par>
                                <p:cTn id="21" presetID="10" presetClass="entr" presetSubtype="0" fill="hold" nodeType="with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fade">
                                      <p:cBhvr>
                                        <p:cTn id="23" dur="500"/>
                                        <p:tgtEl>
                                          <p:spTgt spid="6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5">
                                            <p:txEl>
                                              <p:pRg st="0" end="0"/>
                                            </p:txEl>
                                          </p:spTgt>
                                        </p:tgtEl>
                                        <p:attrNameLst>
                                          <p:attrName>style.visibility</p:attrName>
                                        </p:attrNameLst>
                                      </p:cBhvr>
                                      <p:to>
                                        <p:strVal val="visible"/>
                                      </p:to>
                                    </p:set>
                                    <p:animEffect transition="in" filter="fade">
                                      <p:cBhvr>
                                        <p:cTn id="28" dur="500"/>
                                        <p:tgtEl>
                                          <p:spTgt spid="6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fade">
                                      <p:cBhvr>
                                        <p:cTn id="33" dur="500"/>
                                        <p:tgtEl>
                                          <p:spTgt spid="6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5">
                                            <p:txEl>
                                              <p:pRg st="1" end="1"/>
                                            </p:txEl>
                                          </p:spTgt>
                                        </p:tgtEl>
                                        <p:attrNameLst>
                                          <p:attrName>style.visibility</p:attrName>
                                        </p:attrNameLst>
                                      </p:cBhvr>
                                      <p:to>
                                        <p:strVal val="visible"/>
                                      </p:to>
                                    </p:set>
                                    <p:animEffect transition="in" filter="fade">
                                      <p:cBhvr>
                                        <p:cTn id="38" dur="500"/>
                                        <p:tgtEl>
                                          <p:spTgt spid="6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4">
                                            <p:txEl>
                                              <p:pRg st="0" end="0"/>
                                            </p:txEl>
                                          </p:spTgt>
                                        </p:tgtEl>
                                        <p:attrNameLst>
                                          <p:attrName>style.visibility</p:attrName>
                                        </p:attrNameLst>
                                      </p:cBhvr>
                                      <p:to>
                                        <p:strVal val="visible"/>
                                      </p:to>
                                    </p:set>
                                    <p:animEffect transition="in" filter="fade">
                                      <p:cBhvr>
                                        <p:cTn id="43" dur="500"/>
                                        <p:tgtEl>
                                          <p:spTgt spid="64">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4">
                                            <p:txEl>
                                              <p:pRg st="1" end="1"/>
                                            </p:txEl>
                                          </p:spTgt>
                                        </p:tgtEl>
                                        <p:attrNameLst>
                                          <p:attrName>style.visibility</p:attrName>
                                        </p:attrNameLst>
                                      </p:cBhvr>
                                      <p:to>
                                        <p:strVal val="visible"/>
                                      </p:to>
                                    </p:set>
                                    <p:animEffect transition="in" filter="fade">
                                      <p:cBhvr>
                                        <p:cTn id="48" dur="500"/>
                                        <p:tgtEl>
                                          <p:spTgt spid="6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8" grpId="0"/>
      <p:bldP spid="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121">
            <a:extLst>
              <a:ext uri="{FF2B5EF4-FFF2-40B4-BE49-F238E27FC236}">
                <a16:creationId xmlns:a16="http://schemas.microsoft.com/office/drawing/2014/main" id="{4A9E5AEC-A39D-456E-B6D0-F5B4FCEB25AE}"/>
              </a:ext>
            </a:extLst>
          </p:cNvPr>
          <p:cNvSpPr>
            <a:spLocks/>
          </p:cNvSpPr>
          <p:nvPr/>
        </p:nvSpPr>
        <p:spPr bwMode="auto">
          <a:xfrm>
            <a:off x="1662439" y="2835226"/>
            <a:ext cx="831915" cy="1061592"/>
          </a:xfrm>
          <a:custGeom>
            <a:avLst/>
            <a:gdLst/>
            <a:ahLst/>
            <a:cxnLst>
              <a:cxn ang="0">
                <a:pos x="227" y="5"/>
              </a:cxn>
              <a:cxn ang="0">
                <a:pos x="318" y="2"/>
              </a:cxn>
              <a:cxn ang="0">
                <a:pos x="341" y="23"/>
              </a:cxn>
              <a:cxn ang="0">
                <a:pos x="354" y="40"/>
              </a:cxn>
              <a:cxn ang="0">
                <a:pos x="371" y="110"/>
              </a:cxn>
              <a:cxn ang="0">
                <a:pos x="422" y="125"/>
              </a:cxn>
              <a:cxn ang="0">
                <a:pos x="445" y="223"/>
              </a:cxn>
              <a:cxn ang="0">
                <a:pos x="477" y="250"/>
              </a:cxn>
              <a:cxn ang="0">
                <a:pos x="534" y="240"/>
              </a:cxn>
              <a:cxn ang="0">
                <a:pos x="574" y="295"/>
              </a:cxn>
              <a:cxn ang="0">
                <a:pos x="570" y="341"/>
              </a:cxn>
              <a:cxn ang="0">
                <a:pos x="563" y="365"/>
              </a:cxn>
              <a:cxn ang="0">
                <a:pos x="580" y="434"/>
              </a:cxn>
              <a:cxn ang="0">
                <a:pos x="619" y="462"/>
              </a:cxn>
              <a:cxn ang="0">
                <a:pos x="564" y="547"/>
              </a:cxn>
              <a:cxn ang="0">
                <a:pos x="559" y="650"/>
              </a:cxn>
              <a:cxn ang="0">
                <a:pos x="513" y="672"/>
              </a:cxn>
              <a:cxn ang="0">
                <a:pos x="456" y="684"/>
              </a:cxn>
              <a:cxn ang="0">
                <a:pos x="388" y="699"/>
              </a:cxn>
              <a:cxn ang="0">
                <a:pos x="337" y="667"/>
              </a:cxn>
              <a:cxn ang="0">
                <a:pos x="290" y="644"/>
              </a:cxn>
              <a:cxn ang="0">
                <a:pos x="256" y="614"/>
              </a:cxn>
              <a:cxn ang="0">
                <a:pos x="199" y="614"/>
              </a:cxn>
              <a:cxn ang="0">
                <a:pos x="172" y="678"/>
              </a:cxn>
              <a:cxn ang="0">
                <a:pos x="24" y="604"/>
              </a:cxn>
              <a:cxn ang="0">
                <a:pos x="34" y="536"/>
              </a:cxn>
              <a:cxn ang="0">
                <a:pos x="62" y="479"/>
              </a:cxn>
              <a:cxn ang="0">
                <a:pos x="104" y="432"/>
              </a:cxn>
              <a:cxn ang="0">
                <a:pos x="142" y="383"/>
              </a:cxn>
              <a:cxn ang="0">
                <a:pos x="159" y="335"/>
              </a:cxn>
              <a:cxn ang="0">
                <a:pos x="161" y="233"/>
              </a:cxn>
              <a:cxn ang="0">
                <a:pos x="136" y="149"/>
              </a:cxn>
              <a:cxn ang="0">
                <a:pos x="104" y="51"/>
              </a:cxn>
            </a:cxnLst>
            <a:rect l="0" t="0" r="r" b="b"/>
            <a:pathLst>
              <a:path w="619" h="733">
                <a:moveTo>
                  <a:pt x="104" y="51"/>
                </a:moveTo>
                <a:lnTo>
                  <a:pt x="227" y="5"/>
                </a:lnTo>
                <a:lnTo>
                  <a:pt x="284" y="0"/>
                </a:lnTo>
                <a:lnTo>
                  <a:pt x="318" y="2"/>
                </a:lnTo>
                <a:lnTo>
                  <a:pt x="331" y="11"/>
                </a:lnTo>
                <a:lnTo>
                  <a:pt x="341" y="23"/>
                </a:lnTo>
                <a:lnTo>
                  <a:pt x="343" y="36"/>
                </a:lnTo>
                <a:lnTo>
                  <a:pt x="354" y="40"/>
                </a:lnTo>
                <a:lnTo>
                  <a:pt x="369" y="68"/>
                </a:lnTo>
                <a:lnTo>
                  <a:pt x="371" y="110"/>
                </a:lnTo>
                <a:lnTo>
                  <a:pt x="386" y="125"/>
                </a:lnTo>
                <a:lnTo>
                  <a:pt x="422" y="125"/>
                </a:lnTo>
                <a:lnTo>
                  <a:pt x="445" y="184"/>
                </a:lnTo>
                <a:lnTo>
                  <a:pt x="445" y="223"/>
                </a:lnTo>
                <a:lnTo>
                  <a:pt x="460" y="250"/>
                </a:lnTo>
                <a:lnTo>
                  <a:pt x="477" y="250"/>
                </a:lnTo>
                <a:lnTo>
                  <a:pt x="513" y="223"/>
                </a:lnTo>
                <a:lnTo>
                  <a:pt x="534" y="240"/>
                </a:lnTo>
                <a:lnTo>
                  <a:pt x="536" y="275"/>
                </a:lnTo>
                <a:lnTo>
                  <a:pt x="574" y="295"/>
                </a:lnTo>
                <a:lnTo>
                  <a:pt x="568" y="331"/>
                </a:lnTo>
                <a:lnTo>
                  <a:pt x="570" y="341"/>
                </a:lnTo>
                <a:lnTo>
                  <a:pt x="576" y="347"/>
                </a:lnTo>
                <a:lnTo>
                  <a:pt x="563" y="365"/>
                </a:lnTo>
                <a:lnTo>
                  <a:pt x="559" y="388"/>
                </a:lnTo>
                <a:lnTo>
                  <a:pt x="580" y="434"/>
                </a:lnTo>
                <a:lnTo>
                  <a:pt x="610" y="439"/>
                </a:lnTo>
                <a:lnTo>
                  <a:pt x="619" y="462"/>
                </a:lnTo>
                <a:lnTo>
                  <a:pt x="610" y="508"/>
                </a:lnTo>
                <a:lnTo>
                  <a:pt x="564" y="547"/>
                </a:lnTo>
                <a:lnTo>
                  <a:pt x="576" y="619"/>
                </a:lnTo>
                <a:lnTo>
                  <a:pt x="559" y="650"/>
                </a:lnTo>
                <a:lnTo>
                  <a:pt x="570" y="684"/>
                </a:lnTo>
                <a:lnTo>
                  <a:pt x="513" y="672"/>
                </a:lnTo>
                <a:lnTo>
                  <a:pt x="485" y="684"/>
                </a:lnTo>
                <a:lnTo>
                  <a:pt x="456" y="684"/>
                </a:lnTo>
                <a:lnTo>
                  <a:pt x="422" y="693"/>
                </a:lnTo>
                <a:lnTo>
                  <a:pt x="388" y="699"/>
                </a:lnTo>
                <a:lnTo>
                  <a:pt x="335" y="733"/>
                </a:lnTo>
                <a:lnTo>
                  <a:pt x="337" y="667"/>
                </a:lnTo>
                <a:lnTo>
                  <a:pt x="326" y="650"/>
                </a:lnTo>
                <a:lnTo>
                  <a:pt x="290" y="644"/>
                </a:lnTo>
                <a:lnTo>
                  <a:pt x="278" y="616"/>
                </a:lnTo>
                <a:lnTo>
                  <a:pt x="256" y="614"/>
                </a:lnTo>
                <a:lnTo>
                  <a:pt x="246" y="621"/>
                </a:lnTo>
                <a:lnTo>
                  <a:pt x="199" y="614"/>
                </a:lnTo>
                <a:lnTo>
                  <a:pt x="182" y="627"/>
                </a:lnTo>
                <a:lnTo>
                  <a:pt x="172" y="678"/>
                </a:lnTo>
                <a:lnTo>
                  <a:pt x="153" y="718"/>
                </a:lnTo>
                <a:lnTo>
                  <a:pt x="24" y="604"/>
                </a:lnTo>
                <a:lnTo>
                  <a:pt x="0" y="551"/>
                </a:lnTo>
                <a:lnTo>
                  <a:pt x="34" y="536"/>
                </a:lnTo>
                <a:lnTo>
                  <a:pt x="62" y="523"/>
                </a:lnTo>
                <a:lnTo>
                  <a:pt x="62" y="479"/>
                </a:lnTo>
                <a:lnTo>
                  <a:pt x="91" y="462"/>
                </a:lnTo>
                <a:lnTo>
                  <a:pt x="104" y="432"/>
                </a:lnTo>
                <a:lnTo>
                  <a:pt x="136" y="411"/>
                </a:lnTo>
                <a:lnTo>
                  <a:pt x="142" y="383"/>
                </a:lnTo>
                <a:lnTo>
                  <a:pt x="138" y="352"/>
                </a:lnTo>
                <a:lnTo>
                  <a:pt x="159" y="335"/>
                </a:lnTo>
                <a:lnTo>
                  <a:pt x="131" y="292"/>
                </a:lnTo>
                <a:lnTo>
                  <a:pt x="161" y="233"/>
                </a:lnTo>
                <a:lnTo>
                  <a:pt x="127" y="193"/>
                </a:lnTo>
                <a:lnTo>
                  <a:pt x="136" y="149"/>
                </a:lnTo>
                <a:lnTo>
                  <a:pt x="104" y="110"/>
                </a:lnTo>
                <a:lnTo>
                  <a:pt x="104" y="51"/>
                </a:lnTo>
                <a:close/>
              </a:path>
            </a:pathLst>
          </a:custGeom>
          <a:solidFill>
            <a:srgbClr val="FF0000"/>
          </a:solidFill>
          <a:ln w="6350">
            <a:solidFill>
              <a:srgbClr val="FFFFFF"/>
            </a:solidFill>
            <a:prstDash val="solid"/>
            <a:round/>
            <a:headEnd/>
            <a:tailEnd/>
          </a:ln>
        </p:spPr>
        <p:txBody>
          <a:bodyPr/>
          <a:lstStyle/>
          <a:p>
            <a:endParaRPr lang="tr-TR" sz="1904" dirty="0">
              <a:latin typeface="Myriad Pro"/>
            </a:endParaRPr>
          </a:p>
        </p:txBody>
      </p:sp>
      <p:sp>
        <p:nvSpPr>
          <p:cNvPr id="22" name="2 Serbest Form">
            <a:extLst>
              <a:ext uri="{FF2B5EF4-FFF2-40B4-BE49-F238E27FC236}">
                <a16:creationId xmlns:a16="http://schemas.microsoft.com/office/drawing/2014/main" id="{779586F0-2E30-4EE2-86AF-4451E382109E}"/>
              </a:ext>
            </a:extLst>
          </p:cNvPr>
          <p:cNvSpPr/>
          <p:nvPr/>
        </p:nvSpPr>
        <p:spPr>
          <a:xfrm>
            <a:off x="1672930" y="3434791"/>
            <a:ext cx="381556" cy="474683"/>
          </a:xfrm>
          <a:custGeom>
            <a:avLst/>
            <a:gdLst>
              <a:gd name="connsiteX0" fmla="*/ 120481 w 262313"/>
              <a:gd name="connsiteY0" fmla="*/ 4055 h 268120"/>
              <a:gd name="connsiteX1" fmla="*/ 120481 w 262313"/>
              <a:gd name="connsiteY1" fmla="*/ 4055 h 268120"/>
              <a:gd name="connsiteX2" fmla="*/ 131367 w 262313"/>
              <a:gd name="connsiteY2" fmla="*/ 28548 h 268120"/>
              <a:gd name="connsiteX3" fmla="*/ 139531 w 262313"/>
              <a:gd name="connsiteY3" fmla="*/ 36712 h 268120"/>
              <a:gd name="connsiteX4" fmla="*/ 144974 w 262313"/>
              <a:gd name="connsiteY4" fmla="*/ 53041 h 268120"/>
              <a:gd name="connsiteX5" fmla="*/ 153139 w 262313"/>
              <a:gd name="connsiteY5" fmla="*/ 63927 h 268120"/>
              <a:gd name="connsiteX6" fmla="*/ 158581 w 262313"/>
              <a:gd name="connsiteY6" fmla="*/ 72091 h 268120"/>
              <a:gd name="connsiteX7" fmla="*/ 174910 w 262313"/>
              <a:gd name="connsiteY7" fmla="*/ 80255 h 268120"/>
              <a:gd name="connsiteX8" fmla="*/ 183074 w 262313"/>
              <a:gd name="connsiteY8" fmla="*/ 85698 h 268120"/>
              <a:gd name="connsiteX9" fmla="*/ 188517 w 262313"/>
              <a:gd name="connsiteY9" fmla="*/ 93862 h 268120"/>
              <a:gd name="connsiteX10" fmla="*/ 196681 w 262313"/>
              <a:gd name="connsiteY10" fmla="*/ 96584 h 268120"/>
              <a:gd name="connsiteX11" fmla="*/ 215731 w 262313"/>
              <a:gd name="connsiteY11" fmla="*/ 104748 h 268120"/>
              <a:gd name="connsiteX12" fmla="*/ 240224 w 262313"/>
              <a:gd name="connsiteY12" fmla="*/ 115634 h 268120"/>
              <a:gd name="connsiteX13" fmla="*/ 259274 w 262313"/>
              <a:gd name="connsiteY13" fmla="*/ 121077 h 268120"/>
              <a:gd name="connsiteX14" fmla="*/ 261996 w 262313"/>
              <a:gd name="connsiteY14" fmla="*/ 129241 h 268120"/>
              <a:gd name="connsiteX15" fmla="*/ 256553 w 262313"/>
              <a:gd name="connsiteY15" fmla="*/ 145569 h 268120"/>
              <a:gd name="connsiteX16" fmla="*/ 253831 w 262313"/>
              <a:gd name="connsiteY16" fmla="*/ 180948 h 268120"/>
              <a:gd name="connsiteX17" fmla="*/ 234781 w 262313"/>
              <a:gd name="connsiteY17" fmla="*/ 205441 h 268120"/>
              <a:gd name="connsiteX18" fmla="*/ 218453 w 262313"/>
              <a:gd name="connsiteY18" fmla="*/ 216327 h 268120"/>
              <a:gd name="connsiteX19" fmla="*/ 202124 w 262313"/>
              <a:gd name="connsiteY19" fmla="*/ 221769 h 268120"/>
              <a:gd name="connsiteX20" fmla="*/ 185796 w 262313"/>
              <a:gd name="connsiteY20" fmla="*/ 235377 h 268120"/>
              <a:gd name="connsiteX21" fmla="*/ 177631 w 262313"/>
              <a:gd name="connsiteY21" fmla="*/ 238098 h 268120"/>
              <a:gd name="connsiteX22" fmla="*/ 169467 w 262313"/>
              <a:gd name="connsiteY22" fmla="*/ 246262 h 268120"/>
              <a:gd name="connsiteX23" fmla="*/ 158581 w 262313"/>
              <a:gd name="connsiteY23" fmla="*/ 265312 h 268120"/>
              <a:gd name="connsiteX24" fmla="*/ 136810 w 262313"/>
              <a:gd name="connsiteY24" fmla="*/ 246262 h 268120"/>
              <a:gd name="connsiteX25" fmla="*/ 136810 w 262313"/>
              <a:gd name="connsiteY25" fmla="*/ 246262 h 268120"/>
              <a:gd name="connsiteX26" fmla="*/ 128646 w 262313"/>
              <a:gd name="connsiteY26" fmla="*/ 243541 h 268120"/>
              <a:gd name="connsiteX27" fmla="*/ 101431 w 262313"/>
              <a:gd name="connsiteY27" fmla="*/ 238098 h 268120"/>
              <a:gd name="connsiteX28" fmla="*/ 93267 w 262313"/>
              <a:gd name="connsiteY28" fmla="*/ 232655 h 268120"/>
              <a:gd name="connsiteX29" fmla="*/ 82381 w 262313"/>
              <a:gd name="connsiteY29" fmla="*/ 221769 h 268120"/>
              <a:gd name="connsiteX30" fmla="*/ 66053 w 262313"/>
              <a:gd name="connsiteY30" fmla="*/ 219048 h 268120"/>
              <a:gd name="connsiteX31" fmla="*/ 49724 w 262313"/>
              <a:gd name="connsiteY31" fmla="*/ 213605 h 268120"/>
              <a:gd name="connsiteX32" fmla="*/ 30674 w 262313"/>
              <a:gd name="connsiteY32" fmla="*/ 191834 h 268120"/>
              <a:gd name="connsiteX33" fmla="*/ 25231 w 262313"/>
              <a:gd name="connsiteY33" fmla="*/ 183669 h 268120"/>
              <a:gd name="connsiteX34" fmla="*/ 17067 w 262313"/>
              <a:gd name="connsiteY34" fmla="*/ 156455 h 268120"/>
              <a:gd name="connsiteX35" fmla="*/ 11624 w 262313"/>
              <a:gd name="connsiteY35" fmla="*/ 140127 h 268120"/>
              <a:gd name="connsiteX36" fmla="*/ 3460 w 262313"/>
              <a:gd name="connsiteY36" fmla="*/ 137405 h 268120"/>
              <a:gd name="connsiteX37" fmla="*/ 14346 w 262313"/>
              <a:gd name="connsiteY37" fmla="*/ 102027 h 268120"/>
              <a:gd name="connsiteX38" fmla="*/ 22510 w 262313"/>
              <a:gd name="connsiteY38" fmla="*/ 96584 h 268120"/>
              <a:gd name="connsiteX39" fmla="*/ 30674 w 262313"/>
              <a:gd name="connsiteY39" fmla="*/ 80255 h 268120"/>
              <a:gd name="connsiteX40" fmla="*/ 38839 w 262313"/>
              <a:gd name="connsiteY40" fmla="*/ 63927 h 268120"/>
              <a:gd name="connsiteX41" fmla="*/ 55167 w 262313"/>
              <a:gd name="connsiteY41" fmla="*/ 58484 h 268120"/>
              <a:gd name="connsiteX42" fmla="*/ 63331 w 262313"/>
              <a:gd name="connsiteY42" fmla="*/ 53041 h 268120"/>
              <a:gd name="connsiteX43" fmla="*/ 71496 w 262313"/>
              <a:gd name="connsiteY43" fmla="*/ 36712 h 268120"/>
              <a:gd name="connsiteX44" fmla="*/ 79660 w 262313"/>
              <a:gd name="connsiteY44" fmla="*/ 33991 h 268120"/>
              <a:gd name="connsiteX45" fmla="*/ 87824 w 262313"/>
              <a:gd name="connsiteY45" fmla="*/ 25827 h 268120"/>
              <a:gd name="connsiteX46" fmla="*/ 98710 w 262313"/>
              <a:gd name="connsiteY46" fmla="*/ 12219 h 268120"/>
              <a:gd name="connsiteX47" fmla="*/ 120481 w 262313"/>
              <a:gd name="connsiteY47" fmla="*/ 4055 h 26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62313" h="268120">
                <a:moveTo>
                  <a:pt x="120481" y="4055"/>
                </a:moveTo>
                <a:lnTo>
                  <a:pt x="120481" y="4055"/>
                </a:lnTo>
                <a:cubicBezTo>
                  <a:pt x="124110" y="12219"/>
                  <a:pt x="126865" y="20831"/>
                  <a:pt x="131367" y="28548"/>
                </a:cubicBezTo>
                <a:cubicBezTo>
                  <a:pt x="133306" y="31872"/>
                  <a:pt x="137662" y="33348"/>
                  <a:pt x="139531" y="36712"/>
                </a:cubicBezTo>
                <a:cubicBezTo>
                  <a:pt x="142317" y="41727"/>
                  <a:pt x="142408" y="47909"/>
                  <a:pt x="144974" y="53041"/>
                </a:cubicBezTo>
                <a:cubicBezTo>
                  <a:pt x="147003" y="57098"/>
                  <a:pt x="150503" y="60236"/>
                  <a:pt x="153139" y="63927"/>
                </a:cubicBezTo>
                <a:cubicBezTo>
                  <a:pt x="155040" y="66588"/>
                  <a:pt x="156268" y="69778"/>
                  <a:pt x="158581" y="72091"/>
                </a:cubicBezTo>
                <a:cubicBezTo>
                  <a:pt x="163857" y="77367"/>
                  <a:pt x="168270" y="78042"/>
                  <a:pt x="174910" y="80255"/>
                </a:cubicBezTo>
                <a:cubicBezTo>
                  <a:pt x="177631" y="82069"/>
                  <a:pt x="180761" y="83385"/>
                  <a:pt x="183074" y="85698"/>
                </a:cubicBezTo>
                <a:cubicBezTo>
                  <a:pt x="185387" y="88011"/>
                  <a:pt x="185963" y="91819"/>
                  <a:pt x="188517" y="93862"/>
                </a:cubicBezTo>
                <a:cubicBezTo>
                  <a:pt x="190757" y="95654"/>
                  <a:pt x="194115" y="95301"/>
                  <a:pt x="196681" y="96584"/>
                </a:cubicBezTo>
                <a:cubicBezTo>
                  <a:pt x="220424" y="108456"/>
                  <a:pt x="187419" y="96255"/>
                  <a:pt x="215731" y="104748"/>
                </a:cubicBezTo>
                <a:cubicBezTo>
                  <a:pt x="250846" y="115282"/>
                  <a:pt x="218346" y="104696"/>
                  <a:pt x="240224" y="115634"/>
                </a:cubicBezTo>
                <a:cubicBezTo>
                  <a:pt x="244123" y="117583"/>
                  <a:pt x="255793" y="120207"/>
                  <a:pt x="259274" y="121077"/>
                </a:cubicBezTo>
                <a:cubicBezTo>
                  <a:pt x="260181" y="123798"/>
                  <a:pt x="262313" y="126390"/>
                  <a:pt x="261996" y="129241"/>
                </a:cubicBezTo>
                <a:cubicBezTo>
                  <a:pt x="261363" y="134943"/>
                  <a:pt x="256553" y="145569"/>
                  <a:pt x="256553" y="145569"/>
                </a:cubicBezTo>
                <a:cubicBezTo>
                  <a:pt x="255646" y="157362"/>
                  <a:pt x="256841" y="169510"/>
                  <a:pt x="253831" y="180948"/>
                </a:cubicBezTo>
                <a:cubicBezTo>
                  <a:pt x="252317" y="186702"/>
                  <a:pt x="240802" y="200758"/>
                  <a:pt x="234781" y="205441"/>
                </a:cubicBezTo>
                <a:cubicBezTo>
                  <a:pt x="229618" y="209457"/>
                  <a:pt x="224659" y="214259"/>
                  <a:pt x="218453" y="216327"/>
                </a:cubicBezTo>
                <a:lnTo>
                  <a:pt x="202124" y="221769"/>
                </a:lnTo>
                <a:cubicBezTo>
                  <a:pt x="196106" y="227787"/>
                  <a:pt x="193373" y="231589"/>
                  <a:pt x="185796" y="235377"/>
                </a:cubicBezTo>
                <a:cubicBezTo>
                  <a:pt x="183230" y="236660"/>
                  <a:pt x="180353" y="237191"/>
                  <a:pt x="177631" y="238098"/>
                </a:cubicBezTo>
                <a:cubicBezTo>
                  <a:pt x="174910" y="240819"/>
                  <a:pt x="171188" y="242820"/>
                  <a:pt x="169467" y="246262"/>
                </a:cubicBezTo>
                <a:cubicBezTo>
                  <a:pt x="158538" y="268120"/>
                  <a:pt x="175945" y="253737"/>
                  <a:pt x="158581" y="265312"/>
                </a:cubicBezTo>
                <a:cubicBezTo>
                  <a:pt x="141350" y="261005"/>
                  <a:pt x="149771" y="265703"/>
                  <a:pt x="136810" y="246262"/>
                </a:cubicBezTo>
                <a:lnTo>
                  <a:pt x="136810" y="246262"/>
                </a:lnTo>
                <a:cubicBezTo>
                  <a:pt x="134089" y="245355"/>
                  <a:pt x="131441" y="244186"/>
                  <a:pt x="128646" y="243541"/>
                </a:cubicBezTo>
                <a:cubicBezTo>
                  <a:pt x="119632" y="241461"/>
                  <a:pt x="101431" y="238098"/>
                  <a:pt x="101431" y="238098"/>
                </a:cubicBezTo>
                <a:cubicBezTo>
                  <a:pt x="98710" y="236284"/>
                  <a:pt x="95310" y="235209"/>
                  <a:pt x="93267" y="232655"/>
                </a:cubicBezTo>
                <a:cubicBezTo>
                  <a:pt x="82711" y="219460"/>
                  <a:pt x="100196" y="227708"/>
                  <a:pt x="82381" y="221769"/>
                </a:cubicBezTo>
                <a:cubicBezTo>
                  <a:pt x="68470" y="226407"/>
                  <a:pt x="79618" y="225077"/>
                  <a:pt x="66053" y="219048"/>
                </a:cubicBezTo>
                <a:cubicBezTo>
                  <a:pt x="60810" y="216718"/>
                  <a:pt x="49724" y="213605"/>
                  <a:pt x="49724" y="213605"/>
                </a:cubicBezTo>
                <a:cubicBezTo>
                  <a:pt x="37025" y="194555"/>
                  <a:pt x="44282" y="200905"/>
                  <a:pt x="30674" y="191834"/>
                </a:cubicBezTo>
                <a:cubicBezTo>
                  <a:pt x="28860" y="189112"/>
                  <a:pt x="26559" y="186658"/>
                  <a:pt x="25231" y="183669"/>
                </a:cubicBezTo>
                <a:cubicBezTo>
                  <a:pt x="19314" y="170354"/>
                  <a:pt x="20719" y="168629"/>
                  <a:pt x="17067" y="156455"/>
                </a:cubicBezTo>
                <a:cubicBezTo>
                  <a:pt x="15418" y="150960"/>
                  <a:pt x="17067" y="141942"/>
                  <a:pt x="11624" y="140127"/>
                </a:cubicBezTo>
                <a:lnTo>
                  <a:pt x="3460" y="137405"/>
                </a:lnTo>
                <a:cubicBezTo>
                  <a:pt x="5935" y="112651"/>
                  <a:pt x="0" y="113982"/>
                  <a:pt x="14346" y="102027"/>
                </a:cubicBezTo>
                <a:cubicBezTo>
                  <a:pt x="16859" y="99933"/>
                  <a:pt x="19789" y="98398"/>
                  <a:pt x="22510" y="96584"/>
                </a:cubicBezTo>
                <a:cubicBezTo>
                  <a:pt x="29346" y="76071"/>
                  <a:pt x="20127" y="101347"/>
                  <a:pt x="30674" y="80255"/>
                </a:cubicBezTo>
                <a:cubicBezTo>
                  <a:pt x="33235" y="75133"/>
                  <a:pt x="33167" y="67472"/>
                  <a:pt x="38839" y="63927"/>
                </a:cubicBezTo>
                <a:cubicBezTo>
                  <a:pt x="43704" y="60886"/>
                  <a:pt x="55167" y="58484"/>
                  <a:pt x="55167" y="58484"/>
                </a:cubicBezTo>
                <a:cubicBezTo>
                  <a:pt x="57888" y="56670"/>
                  <a:pt x="61288" y="55595"/>
                  <a:pt x="63331" y="53041"/>
                </a:cubicBezTo>
                <a:cubicBezTo>
                  <a:pt x="72095" y="42087"/>
                  <a:pt x="58752" y="46907"/>
                  <a:pt x="71496" y="36712"/>
                </a:cubicBezTo>
                <a:cubicBezTo>
                  <a:pt x="73736" y="34920"/>
                  <a:pt x="76939" y="34898"/>
                  <a:pt x="79660" y="33991"/>
                </a:cubicBezTo>
                <a:cubicBezTo>
                  <a:pt x="82381" y="31270"/>
                  <a:pt x="85689" y="29029"/>
                  <a:pt x="87824" y="25827"/>
                </a:cubicBezTo>
                <a:cubicBezTo>
                  <a:pt x="93764" y="16917"/>
                  <a:pt x="85669" y="16566"/>
                  <a:pt x="98710" y="12219"/>
                </a:cubicBezTo>
                <a:cubicBezTo>
                  <a:pt x="135369" y="0"/>
                  <a:pt x="116853" y="5416"/>
                  <a:pt x="120481" y="4055"/>
                </a:cubicBezTo>
                <a:close/>
              </a:path>
            </a:pathLst>
          </a:custGeom>
          <a:solidFill>
            <a:srgbClr val="C0C0C0"/>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3" name="Freeform 19">
            <a:extLst>
              <a:ext uri="{FF2B5EF4-FFF2-40B4-BE49-F238E27FC236}">
                <a16:creationId xmlns:a16="http://schemas.microsoft.com/office/drawing/2014/main" id="{BCA82B73-914B-4689-8DCF-21F0C471E14A}"/>
              </a:ext>
            </a:extLst>
          </p:cNvPr>
          <p:cNvSpPr>
            <a:spLocks/>
          </p:cNvSpPr>
          <p:nvPr/>
        </p:nvSpPr>
        <p:spPr bwMode="auto">
          <a:xfrm>
            <a:off x="932500" y="2670346"/>
            <a:ext cx="501831" cy="315294"/>
          </a:xfrm>
          <a:custGeom>
            <a:avLst/>
            <a:gdLst/>
            <a:ahLst/>
            <a:cxnLst>
              <a:cxn ang="0">
                <a:pos x="32" y="119"/>
              </a:cxn>
              <a:cxn ang="0">
                <a:pos x="70" y="157"/>
              </a:cxn>
              <a:cxn ang="0">
                <a:pos x="59" y="176"/>
              </a:cxn>
              <a:cxn ang="0">
                <a:pos x="42" y="190"/>
              </a:cxn>
              <a:cxn ang="0">
                <a:pos x="21" y="193"/>
              </a:cxn>
              <a:cxn ang="0">
                <a:pos x="0" y="197"/>
              </a:cxn>
              <a:cxn ang="0">
                <a:pos x="38" y="214"/>
              </a:cxn>
              <a:cxn ang="0">
                <a:pos x="53" y="218"/>
              </a:cxn>
              <a:cxn ang="0">
                <a:pos x="101" y="190"/>
              </a:cxn>
              <a:cxn ang="0">
                <a:pos x="205" y="216"/>
              </a:cxn>
              <a:cxn ang="0">
                <a:pos x="273" y="140"/>
              </a:cxn>
              <a:cxn ang="0">
                <a:pos x="286" y="108"/>
              </a:cxn>
              <a:cxn ang="0">
                <a:pos x="300" y="99"/>
              </a:cxn>
              <a:cxn ang="0">
                <a:pos x="337" y="102"/>
              </a:cxn>
              <a:cxn ang="0">
                <a:pos x="375" y="57"/>
              </a:cxn>
              <a:cxn ang="0">
                <a:pos x="372" y="29"/>
              </a:cxn>
              <a:cxn ang="0">
                <a:pos x="345" y="0"/>
              </a:cxn>
              <a:cxn ang="0">
                <a:pos x="328" y="4"/>
              </a:cxn>
              <a:cxn ang="0">
                <a:pos x="309" y="10"/>
              </a:cxn>
              <a:cxn ang="0">
                <a:pos x="275" y="2"/>
              </a:cxn>
              <a:cxn ang="0">
                <a:pos x="241" y="4"/>
              </a:cxn>
              <a:cxn ang="0">
                <a:pos x="207" y="13"/>
              </a:cxn>
              <a:cxn ang="0">
                <a:pos x="159" y="10"/>
              </a:cxn>
              <a:cxn ang="0">
                <a:pos x="139" y="38"/>
              </a:cxn>
              <a:cxn ang="0">
                <a:pos x="59" y="13"/>
              </a:cxn>
              <a:cxn ang="0">
                <a:pos x="29" y="13"/>
              </a:cxn>
              <a:cxn ang="0">
                <a:pos x="29" y="61"/>
              </a:cxn>
              <a:cxn ang="0">
                <a:pos x="32" y="119"/>
              </a:cxn>
            </a:cxnLst>
            <a:rect l="0" t="0" r="r" b="b"/>
            <a:pathLst>
              <a:path w="375" h="218">
                <a:moveTo>
                  <a:pt x="32" y="119"/>
                </a:moveTo>
                <a:lnTo>
                  <a:pt x="70" y="157"/>
                </a:lnTo>
                <a:lnTo>
                  <a:pt x="59" y="176"/>
                </a:lnTo>
                <a:lnTo>
                  <a:pt x="42" y="190"/>
                </a:lnTo>
                <a:lnTo>
                  <a:pt x="21" y="193"/>
                </a:lnTo>
                <a:lnTo>
                  <a:pt x="0" y="197"/>
                </a:lnTo>
                <a:lnTo>
                  <a:pt x="38" y="214"/>
                </a:lnTo>
                <a:lnTo>
                  <a:pt x="53" y="218"/>
                </a:lnTo>
                <a:lnTo>
                  <a:pt x="101" y="190"/>
                </a:lnTo>
                <a:lnTo>
                  <a:pt x="205" y="216"/>
                </a:lnTo>
                <a:lnTo>
                  <a:pt x="273" y="140"/>
                </a:lnTo>
                <a:lnTo>
                  <a:pt x="286" y="108"/>
                </a:lnTo>
                <a:lnTo>
                  <a:pt x="300" y="99"/>
                </a:lnTo>
                <a:lnTo>
                  <a:pt x="337" y="102"/>
                </a:lnTo>
                <a:lnTo>
                  <a:pt x="375" y="57"/>
                </a:lnTo>
                <a:lnTo>
                  <a:pt x="372" y="29"/>
                </a:lnTo>
                <a:lnTo>
                  <a:pt x="345" y="0"/>
                </a:lnTo>
                <a:lnTo>
                  <a:pt x="328" y="4"/>
                </a:lnTo>
                <a:lnTo>
                  <a:pt x="309" y="10"/>
                </a:lnTo>
                <a:lnTo>
                  <a:pt x="275" y="2"/>
                </a:lnTo>
                <a:lnTo>
                  <a:pt x="241" y="4"/>
                </a:lnTo>
                <a:lnTo>
                  <a:pt x="207" y="13"/>
                </a:lnTo>
                <a:lnTo>
                  <a:pt x="159" y="10"/>
                </a:lnTo>
                <a:lnTo>
                  <a:pt x="139" y="38"/>
                </a:lnTo>
                <a:lnTo>
                  <a:pt x="59" y="13"/>
                </a:lnTo>
                <a:lnTo>
                  <a:pt x="29" y="13"/>
                </a:lnTo>
                <a:lnTo>
                  <a:pt x="29" y="61"/>
                </a:lnTo>
                <a:lnTo>
                  <a:pt x="32" y="119"/>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24" name="Freeform 20">
            <a:extLst>
              <a:ext uri="{FF2B5EF4-FFF2-40B4-BE49-F238E27FC236}">
                <a16:creationId xmlns:a16="http://schemas.microsoft.com/office/drawing/2014/main" id="{70F8BED0-5DC9-448B-9BD4-7B394CBB9B89}"/>
              </a:ext>
            </a:extLst>
          </p:cNvPr>
          <p:cNvSpPr>
            <a:spLocks/>
          </p:cNvSpPr>
          <p:nvPr/>
        </p:nvSpPr>
        <p:spPr bwMode="auto">
          <a:xfrm>
            <a:off x="2411163" y="3245977"/>
            <a:ext cx="974147" cy="766544"/>
          </a:xfrm>
          <a:custGeom>
            <a:avLst/>
            <a:gdLst/>
            <a:ahLst/>
            <a:cxnLst>
              <a:cxn ang="0">
                <a:pos x="13" y="74"/>
              </a:cxn>
              <a:cxn ang="0">
                <a:pos x="4" y="112"/>
              </a:cxn>
              <a:cxn ang="0">
                <a:pos x="53" y="155"/>
              </a:cxn>
              <a:cxn ang="0">
                <a:pos x="57" y="218"/>
              </a:cxn>
              <a:cxn ang="0">
                <a:pos x="11" y="254"/>
              </a:cxn>
              <a:cxn ang="0">
                <a:pos x="17" y="299"/>
              </a:cxn>
              <a:cxn ang="0">
                <a:pos x="11" y="351"/>
              </a:cxn>
              <a:cxn ang="0">
                <a:pos x="17" y="394"/>
              </a:cxn>
              <a:cxn ang="0">
                <a:pos x="57" y="419"/>
              </a:cxn>
              <a:cxn ang="0">
                <a:pos x="59" y="481"/>
              </a:cxn>
              <a:cxn ang="0">
                <a:pos x="83" y="531"/>
              </a:cxn>
              <a:cxn ang="0">
                <a:pos x="206" y="498"/>
              </a:cxn>
              <a:cxn ang="0">
                <a:pos x="280" y="445"/>
              </a:cxn>
              <a:cxn ang="0">
                <a:pos x="337" y="478"/>
              </a:cxn>
              <a:cxn ang="0">
                <a:pos x="392" y="495"/>
              </a:cxn>
              <a:cxn ang="0">
                <a:pos x="458" y="470"/>
              </a:cxn>
              <a:cxn ang="0">
                <a:pos x="462" y="415"/>
              </a:cxn>
              <a:cxn ang="0">
                <a:pos x="511" y="415"/>
              </a:cxn>
              <a:cxn ang="0">
                <a:pos x="536" y="400"/>
              </a:cxn>
              <a:cxn ang="0">
                <a:pos x="634" y="370"/>
              </a:cxn>
              <a:cxn ang="0">
                <a:pos x="669" y="330"/>
              </a:cxn>
              <a:cxn ang="0">
                <a:pos x="619" y="277"/>
              </a:cxn>
              <a:cxn ang="0">
                <a:pos x="642" y="235"/>
              </a:cxn>
              <a:cxn ang="0">
                <a:pos x="659" y="210"/>
              </a:cxn>
              <a:cxn ang="0">
                <a:pos x="672" y="155"/>
              </a:cxn>
              <a:cxn ang="0">
                <a:pos x="688" y="99"/>
              </a:cxn>
              <a:cxn ang="0">
                <a:pos x="725" y="74"/>
              </a:cxn>
              <a:cxn ang="0">
                <a:pos x="705" y="17"/>
              </a:cxn>
              <a:cxn ang="0">
                <a:pos x="606" y="4"/>
              </a:cxn>
              <a:cxn ang="0">
                <a:pos x="502" y="11"/>
              </a:cxn>
              <a:cxn ang="0">
                <a:pos x="403" y="61"/>
              </a:cxn>
              <a:cxn ang="0">
                <a:pos x="326" y="95"/>
              </a:cxn>
              <a:cxn ang="0">
                <a:pos x="223" y="102"/>
              </a:cxn>
              <a:cxn ang="0">
                <a:pos x="157" y="99"/>
              </a:cxn>
              <a:cxn ang="0">
                <a:pos x="77" y="70"/>
              </a:cxn>
              <a:cxn ang="0">
                <a:pos x="17" y="63"/>
              </a:cxn>
            </a:cxnLst>
            <a:rect l="0" t="0" r="r" b="b"/>
            <a:pathLst>
              <a:path w="725" h="531">
                <a:moveTo>
                  <a:pt x="17" y="63"/>
                </a:moveTo>
                <a:lnTo>
                  <a:pt x="13" y="74"/>
                </a:lnTo>
                <a:lnTo>
                  <a:pt x="0" y="87"/>
                </a:lnTo>
                <a:lnTo>
                  <a:pt x="4" y="112"/>
                </a:lnTo>
                <a:lnTo>
                  <a:pt x="24" y="152"/>
                </a:lnTo>
                <a:lnTo>
                  <a:pt x="53" y="155"/>
                </a:lnTo>
                <a:lnTo>
                  <a:pt x="59" y="172"/>
                </a:lnTo>
                <a:lnTo>
                  <a:pt x="57" y="218"/>
                </a:lnTo>
                <a:lnTo>
                  <a:pt x="45" y="231"/>
                </a:lnTo>
                <a:lnTo>
                  <a:pt x="11" y="254"/>
                </a:lnTo>
                <a:lnTo>
                  <a:pt x="7" y="265"/>
                </a:lnTo>
                <a:lnTo>
                  <a:pt x="17" y="299"/>
                </a:lnTo>
                <a:lnTo>
                  <a:pt x="21" y="326"/>
                </a:lnTo>
                <a:lnTo>
                  <a:pt x="11" y="351"/>
                </a:lnTo>
                <a:lnTo>
                  <a:pt x="0" y="370"/>
                </a:lnTo>
                <a:lnTo>
                  <a:pt x="17" y="394"/>
                </a:lnTo>
                <a:lnTo>
                  <a:pt x="32" y="390"/>
                </a:lnTo>
                <a:lnTo>
                  <a:pt x="57" y="419"/>
                </a:lnTo>
                <a:lnTo>
                  <a:pt x="59" y="445"/>
                </a:lnTo>
                <a:lnTo>
                  <a:pt x="59" y="481"/>
                </a:lnTo>
                <a:lnTo>
                  <a:pt x="57" y="498"/>
                </a:lnTo>
                <a:lnTo>
                  <a:pt x="83" y="531"/>
                </a:lnTo>
                <a:lnTo>
                  <a:pt x="140" y="519"/>
                </a:lnTo>
                <a:lnTo>
                  <a:pt x="206" y="498"/>
                </a:lnTo>
                <a:lnTo>
                  <a:pt x="256" y="468"/>
                </a:lnTo>
                <a:lnTo>
                  <a:pt x="280" y="445"/>
                </a:lnTo>
                <a:lnTo>
                  <a:pt x="312" y="489"/>
                </a:lnTo>
                <a:lnTo>
                  <a:pt x="337" y="478"/>
                </a:lnTo>
                <a:lnTo>
                  <a:pt x="371" y="489"/>
                </a:lnTo>
                <a:lnTo>
                  <a:pt x="392" y="495"/>
                </a:lnTo>
                <a:lnTo>
                  <a:pt x="434" y="478"/>
                </a:lnTo>
                <a:lnTo>
                  <a:pt x="458" y="470"/>
                </a:lnTo>
                <a:lnTo>
                  <a:pt x="458" y="449"/>
                </a:lnTo>
                <a:lnTo>
                  <a:pt x="462" y="415"/>
                </a:lnTo>
                <a:lnTo>
                  <a:pt x="483" y="404"/>
                </a:lnTo>
                <a:lnTo>
                  <a:pt x="511" y="415"/>
                </a:lnTo>
                <a:lnTo>
                  <a:pt x="515" y="428"/>
                </a:lnTo>
                <a:lnTo>
                  <a:pt x="536" y="400"/>
                </a:lnTo>
                <a:lnTo>
                  <a:pt x="589" y="375"/>
                </a:lnTo>
                <a:lnTo>
                  <a:pt x="634" y="370"/>
                </a:lnTo>
                <a:lnTo>
                  <a:pt x="676" y="370"/>
                </a:lnTo>
                <a:lnTo>
                  <a:pt x="669" y="330"/>
                </a:lnTo>
                <a:lnTo>
                  <a:pt x="663" y="309"/>
                </a:lnTo>
                <a:lnTo>
                  <a:pt x="619" y="277"/>
                </a:lnTo>
                <a:lnTo>
                  <a:pt x="617" y="267"/>
                </a:lnTo>
                <a:lnTo>
                  <a:pt x="642" y="235"/>
                </a:lnTo>
                <a:lnTo>
                  <a:pt x="667" y="229"/>
                </a:lnTo>
                <a:lnTo>
                  <a:pt x="659" y="210"/>
                </a:lnTo>
                <a:lnTo>
                  <a:pt x="672" y="176"/>
                </a:lnTo>
                <a:lnTo>
                  <a:pt x="672" y="155"/>
                </a:lnTo>
                <a:lnTo>
                  <a:pt x="680" y="116"/>
                </a:lnTo>
                <a:lnTo>
                  <a:pt x="688" y="99"/>
                </a:lnTo>
                <a:lnTo>
                  <a:pt x="712" y="102"/>
                </a:lnTo>
                <a:lnTo>
                  <a:pt x="725" y="74"/>
                </a:lnTo>
                <a:lnTo>
                  <a:pt x="712" y="49"/>
                </a:lnTo>
                <a:lnTo>
                  <a:pt x="705" y="17"/>
                </a:lnTo>
                <a:lnTo>
                  <a:pt x="688" y="21"/>
                </a:lnTo>
                <a:lnTo>
                  <a:pt x="606" y="4"/>
                </a:lnTo>
                <a:lnTo>
                  <a:pt x="553" y="0"/>
                </a:lnTo>
                <a:lnTo>
                  <a:pt x="502" y="11"/>
                </a:lnTo>
                <a:lnTo>
                  <a:pt x="456" y="32"/>
                </a:lnTo>
                <a:lnTo>
                  <a:pt x="403" y="61"/>
                </a:lnTo>
                <a:lnTo>
                  <a:pt x="364" y="91"/>
                </a:lnTo>
                <a:lnTo>
                  <a:pt x="326" y="95"/>
                </a:lnTo>
                <a:lnTo>
                  <a:pt x="273" y="85"/>
                </a:lnTo>
                <a:lnTo>
                  <a:pt x="223" y="102"/>
                </a:lnTo>
                <a:lnTo>
                  <a:pt x="193" y="110"/>
                </a:lnTo>
                <a:lnTo>
                  <a:pt x="157" y="99"/>
                </a:lnTo>
                <a:lnTo>
                  <a:pt x="106" y="78"/>
                </a:lnTo>
                <a:lnTo>
                  <a:pt x="77" y="70"/>
                </a:lnTo>
                <a:lnTo>
                  <a:pt x="38" y="63"/>
                </a:lnTo>
                <a:lnTo>
                  <a:pt x="17" y="63"/>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25" name="Freeform 22">
            <a:extLst>
              <a:ext uri="{FF2B5EF4-FFF2-40B4-BE49-F238E27FC236}">
                <a16:creationId xmlns:a16="http://schemas.microsoft.com/office/drawing/2014/main" id="{7C25A656-8B18-4450-8B4E-C3A32D7207B4}"/>
              </a:ext>
            </a:extLst>
          </p:cNvPr>
          <p:cNvSpPr>
            <a:spLocks/>
          </p:cNvSpPr>
          <p:nvPr/>
        </p:nvSpPr>
        <p:spPr bwMode="auto">
          <a:xfrm>
            <a:off x="2126702" y="2297198"/>
            <a:ext cx="1395471" cy="1102089"/>
          </a:xfrm>
          <a:custGeom>
            <a:avLst/>
            <a:gdLst/>
            <a:ahLst/>
            <a:cxnLst>
              <a:cxn ang="0">
                <a:pos x="231" y="88"/>
              </a:cxn>
              <a:cxn ang="0">
                <a:pos x="193" y="108"/>
              </a:cxn>
              <a:cxn ang="0">
                <a:pos x="180" y="247"/>
              </a:cxn>
              <a:cxn ang="0">
                <a:pos x="117" y="321"/>
              </a:cxn>
              <a:cxn ang="0">
                <a:pos x="36" y="359"/>
              </a:cxn>
              <a:cxn ang="0">
                <a:pos x="0" y="408"/>
              </a:cxn>
              <a:cxn ang="0">
                <a:pos x="32" y="449"/>
              </a:cxn>
              <a:cxn ang="0">
                <a:pos x="32" y="489"/>
              </a:cxn>
              <a:cxn ang="0">
                <a:pos x="77" y="499"/>
              </a:cxn>
              <a:cxn ang="0">
                <a:pos x="98" y="559"/>
              </a:cxn>
              <a:cxn ang="0">
                <a:pos x="111" y="614"/>
              </a:cxn>
              <a:cxn ang="0">
                <a:pos x="144" y="614"/>
              </a:cxn>
              <a:cxn ang="0">
                <a:pos x="197" y="618"/>
              </a:cxn>
              <a:cxn ang="0">
                <a:pos x="197" y="650"/>
              </a:cxn>
              <a:cxn ang="0">
                <a:pos x="231" y="679"/>
              </a:cxn>
              <a:cxn ang="0">
                <a:pos x="231" y="717"/>
              </a:cxn>
              <a:cxn ang="0">
                <a:pos x="303" y="734"/>
              </a:cxn>
              <a:cxn ang="0">
                <a:pos x="403" y="762"/>
              </a:cxn>
              <a:cxn ang="0">
                <a:pos x="477" y="741"/>
              </a:cxn>
              <a:cxn ang="0">
                <a:pos x="562" y="749"/>
              </a:cxn>
              <a:cxn ang="0">
                <a:pos x="612" y="720"/>
              </a:cxn>
              <a:cxn ang="0">
                <a:pos x="752" y="656"/>
              </a:cxn>
              <a:cxn ang="0">
                <a:pos x="833" y="664"/>
              </a:cxn>
              <a:cxn ang="0">
                <a:pos x="896" y="675"/>
              </a:cxn>
              <a:cxn ang="0">
                <a:pos x="934" y="643"/>
              </a:cxn>
              <a:cxn ang="0">
                <a:pos x="937" y="535"/>
              </a:cxn>
              <a:cxn ang="0">
                <a:pos x="973" y="499"/>
              </a:cxn>
              <a:cxn ang="0">
                <a:pos x="1007" y="499"/>
              </a:cxn>
              <a:cxn ang="0">
                <a:pos x="1015" y="470"/>
              </a:cxn>
              <a:cxn ang="0">
                <a:pos x="1040" y="446"/>
              </a:cxn>
              <a:cxn ang="0">
                <a:pos x="987" y="429"/>
              </a:cxn>
              <a:cxn ang="0">
                <a:pos x="924" y="442"/>
              </a:cxn>
              <a:cxn ang="0">
                <a:pos x="864" y="429"/>
              </a:cxn>
              <a:cxn ang="0">
                <a:pos x="854" y="379"/>
              </a:cxn>
              <a:cxn ang="0">
                <a:pos x="833" y="330"/>
              </a:cxn>
              <a:cxn ang="0">
                <a:pos x="822" y="281"/>
              </a:cxn>
              <a:cxn ang="0">
                <a:pos x="826" y="235"/>
              </a:cxn>
              <a:cxn ang="0">
                <a:pos x="780" y="165"/>
              </a:cxn>
              <a:cxn ang="0">
                <a:pos x="765" y="116"/>
              </a:cxn>
              <a:cxn ang="0">
                <a:pos x="720" y="78"/>
              </a:cxn>
              <a:cxn ang="0">
                <a:pos x="689" y="17"/>
              </a:cxn>
              <a:cxn ang="0">
                <a:pos x="657" y="0"/>
              </a:cxn>
              <a:cxn ang="0">
                <a:pos x="621" y="25"/>
              </a:cxn>
              <a:cxn ang="0">
                <a:pos x="579" y="29"/>
              </a:cxn>
              <a:cxn ang="0">
                <a:pos x="543" y="50"/>
              </a:cxn>
              <a:cxn ang="0">
                <a:pos x="488" y="57"/>
              </a:cxn>
              <a:cxn ang="0">
                <a:pos x="443" y="25"/>
              </a:cxn>
              <a:cxn ang="0">
                <a:pos x="386" y="46"/>
              </a:cxn>
              <a:cxn ang="0">
                <a:pos x="341" y="42"/>
              </a:cxn>
              <a:cxn ang="0">
                <a:pos x="284" y="38"/>
              </a:cxn>
              <a:cxn ang="0">
                <a:pos x="255" y="53"/>
              </a:cxn>
              <a:cxn ang="0">
                <a:pos x="242" y="59"/>
              </a:cxn>
            </a:cxnLst>
            <a:rect l="0" t="0" r="r" b="b"/>
            <a:pathLst>
              <a:path w="1040" h="762">
                <a:moveTo>
                  <a:pt x="250" y="67"/>
                </a:moveTo>
                <a:lnTo>
                  <a:pt x="231" y="88"/>
                </a:lnTo>
                <a:lnTo>
                  <a:pt x="218" y="103"/>
                </a:lnTo>
                <a:lnTo>
                  <a:pt x="193" y="108"/>
                </a:lnTo>
                <a:lnTo>
                  <a:pt x="182" y="226"/>
                </a:lnTo>
                <a:lnTo>
                  <a:pt x="180" y="247"/>
                </a:lnTo>
                <a:lnTo>
                  <a:pt x="151" y="292"/>
                </a:lnTo>
                <a:lnTo>
                  <a:pt x="117" y="321"/>
                </a:lnTo>
                <a:lnTo>
                  <a:pt x="94" y="345"/>
                </a:lnTo>
                <a:lnTo>
                  <a:pt x="36" y="359"/>
                </a:lnTo>
                <a:lnTo>
                  <a:pt x="5" y="385"/>
                </a:lnTo>
                <a:lnTo>
                  <a:pt x="0" y="408"/>
                </a:lnTo>
                <a:lnTo>
                  <a:pt x="20" y="425"/>
                </a:lnTo>
                <a:lnTo>
                  <a:pt x="32" y="449"/>
                </a:lnTo>
                <a:lnTo>
                  <a:pt x="28" y="467"/>
                </a:lnTo>
                <a:lnTo>
                  <a:pt x="32" y="489"/>
                </a:lnTo>
                <a:lnTo>
                  <a:pt x="49" y="499"/>
                </a:lnTo>
                <a:lnTo>
                  <a:pt x="77" y="499"/>
                </a:lnTo>
                <a:lnTo>
                  <a:pt x="87" y="520"/>
                </a:lnTo>
                <a:lnTo>
                  <a:pt x="98" y="559"/>
                </a:lnTo>
                <a:lnTo>
                  <a:pt x="102" y="590"/>
                </a:lnTo>
                <a:lnTo>
                  <a:pt x="111" y="614"/>
                </a:lnTo>
                <a:lnTo>
                  <a:pt x="130" y="622"/>
                </a:lnTo>
                <a:lnTo>
                  <a:pt x="144" y="614"/>
                </a:lnTo>
                <a:lnTo>
                  <a:pt x="168" y="597"/>
                </a:lnTo>
                <a:lnTo>
                  <a:pt x="197" y="618"/>
                </a:lnTo>
                <a:lnTo>
                  <a:pt x="193" y="639"/>
                </a:lnTo>
                <a:lnTo>
                  <a:pt x="197" y="650"/>
                </a:lnTo>
                <a:lnTo>
                  <a:pt x="210" y="656"/>
                </a:lnTo>
                <a:lnTo>
                  <a:pt x="231" y="679"/>
                </a:lnTo>
                <a:lnTo>
                  <a:pt x="225" y="703"/>
                </a:lnTo>
                <a:lnTo>
                  <a:pt x="231" y="717"/>
                </a:lnTo>
                <a:lnTo>
                  <a:pt x="263" y="717"/>
                </a:lnTo>
                <a:lnTo>
                  <a:pt x="303" y="734"/>
                </a:lnTo>
                <a:lnTo>
                  <a:pt x="375" y="762"/>
                </a:lnTo>
                <a:lnTo>
                  <a:pt x="403" y="762"/>
                </a:lnTo>
                <a:lnTo>
                  <a:pt x="443" y="755"/>
                </a:lnTo>
                <a:lnTo>
                  <a:pt x="477" y="741"/>
                </a:lnTo>
                <a:lnTo>
                  <a:pt x="534" y="751"/>
                </a:lnTo>
                <a:lnTo>
                  <a:pt x="562" y="749"/>
                </a:lnTo>
                <a:lnTo>
                  <a:pt x="576" y="745"/>
                </a:lnTo>
                <a:lnTo>
                  <a:pt x="612" y="720"/>
                </a:lnTo>
                <a:lnTo>
                  <a:pt x="691" y="675"/>
                </a:lnTo>
                <a:lnTo>
                  <a:pt x="752" y="656"/>
                </a:lnTo>
                <a:lnTo>
                  <a:pt x="784" y="654"/>
                </a:lnTo>
                <a:lnTo>
                  <a:pt x="833" y="664"/>
                </a:lnTo>
                <a:lnTo>
                  <a:pt x="875" y="667"/>
                </a:lnTo>
                <a:lnTo>
                  <a:pt x="896" y="675"/>
                </a:lnTo>
                <a:lnTo>
                  <a:pt x="928" y="671"/>
                </a:lnTo>
                <a:lnTo>
                  <a:pt x="934" y="643"/>
                </a:lnTo>
                <a:lnTo>
                  <a:pt x="934" y="590"/>
                </a:lnTo>
                <a:lnTo>
                  <a:pt x="937" y="535"/>
                </a:lnTo>
                <a:lnTo>
                  <a:pt x="954" y="506"/>
                </a:lnTo>
                <a:lnTo>
                  <a:pt x="973" y="499"/>
                </a:lnTo>
                <a:lnTo>
                  <a:pt x="990" y="510"/>
                </a:lnTo>
                <a:lnTo>
                  <a:pt x="1007" y="499"/>
                </a:lnTo>
                <a:lnTo>
                  <a:pt x="1019" y="485"/>
                </a:lnTo>
                <a:lnTo>
                  <a:pt x="1015" y="470"/>
                </a:lnTo>
                <a:lnTo>
                  <a:pt x="1036" y="465"/>
                </a:lnTo>
                <a:lnTo>
                  <a:pt x="1040" y="446"/>
                </a:lnTo>
                <a:lnTo>
                  <a:pt x="1019" y="436"/>
                </a:lnTo>
                <a:lnTo>
                  <a:pt x="987" y="429"/>
                </a:lnTo>
                <a:lnTo>
                  <a:pt x="962" y="436"/>
                </a:lnTo>
                <a:lnTo>
                  <a:pt x="924" y="442"/>
                </a:lnTo>
                <a:lnTo>
                  <a:pt x="888" y="442"/>
                </a:lnTo>
                <a:lnTo>
                  <a:pt x="864" y="429"/>
                </a:lnTo>
                <a:lnTo>
                  <a:pt x="854" y="408"/>
                </a:lnTo>
                <a:lnTo>
                  <a:pt x="854" y="379"/>
                </a:lnTo>
                <a:lnTo>
                  <a:pt x="850" y="351"/>
                </a:lnTo>
                <a:lnTo>
                  <a:pt x="833" y="330"/>
                </a:lnTo>
                <a:lnTo>
                  <a:pt x="822" y="309"/>
                </a:lnTo>
                <a:lnTo>
                  <a:pt x="822" y="281"/>
                </a:lnTo>
                <a:lnTo>
                  <a:pt x="826" y="252"/>
                </a:lnTo>
                <a:lnTo>
                  <a:pt x="826" y="235"/>
                </a:lnTo>
                <a:lnTo>
                  <a:pt x="809" y="194"/>
                </a:lnTo>
                <a:lnTo>
                  <a:pt x="780" y="165"/>
                </a:lnTo>
                <a:lnTo>
                  <a:pt x="769" y="137"/>
                </a:lnTo>
                <a:lnTo>
                  <a:pt x="765" y="116"/>
                </a:lnTo>
                <a:lnTo>
                  <a:pt x="759" y="107"/>
                </a:lnTo>
                <a:lnTo>
                  <a:pt x="720" y="78"/>
                </a:lnTo>
                <a:lnTo>
                  <a:pt x="706" y="53"/>
                </a:lnTo>
                <a:lnTo>
                  <a:pt x="689" y="17"/>
                </a:lnTo>
                <a:lnTo>
                  <a:pt x="674" y="4"/>
                </a:lnTo>
                <a:lnTo>
                  <a:pt x="657" y="0"/>
                </a:lnTo>
                <a:lnTo>
                  <a:pt x="640" y="8"/>
                </a:lnTo>
                <a:lnTo>
                  <a:pt x="621" y="25"/>
                </a:lnTo>
                <a:lnTo>
                  <a:pt x="612" y="29"/>
                </a:lnTo>
                <a:lnTo>
                  <a:pt x="579" y="29"/>
                </a:lnTo>
                <a:lnTo>
                  <a:pt x="559" y="33"/>
                </a:lnTo>
                <a:lnTo>
                  <a:pt x="543" y="50"/>
                </a:lnTo>
                <a:lnTo>
                  <a:pt x="517" y="59"/>
                </a:lnTo>
                <a:lnTo>
                  <a:pt x="488" y="57"/>
                </a:lnTo>
                <a:lnTo>
                  <a:pt x="473" y="42"/>
                </a:lnTo>
                <a:lnTo>
                  <a:pt x="443" y="25"/>
                </a:lnTo>
                <a:lnTo>
                  <a:pt x="418" y="33"/>
                </a:lnTo>
                <a:lnTo>
                  <a:pt x="386" y="46"/>
                </a:lnTo>
                <a:lnTo>
                  <a:pt x="361" y="50"/>
                </a:lnTo>
                <a:lnTo>
                  <a:pt x="341" y="42"/>
                </a:lnTo>
                <a:lnTo>
                  <a:pt x="316" y="29"/>
                </a:lnTo>
                <a:lnTo>
                  <a:pt x="284" y="38"/>
                </a:lnTo>
                <a:lnTo>
                  <a:pt x="263" y="50"/>
                </a:lnTo>
                <a:lnTo>
                  <a:pt x="255" y="53"/>
                </a:lnTo>
                <a:lnTo>
                  <a:pt x="250" y="57"/>
                </a:lnTo>
                <a:lnTo>
                  <a:pt x="242" y="59"/>
                </a:lnTo>
                <a:lnTo>
                  <a:pt x="250" y="67"/>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26" name="Freeform 61">
            <a:extLst>
              <a:ext uri="{FF2B5EF4-FFF2-40B4-BE49-F238E27FC236}">
                <a16:creationId xmlns:a16="http://schemas.microsoft.com/office/drawing/2014/main" id="{07636F51-2841-4769-A34D-D6F38F7C382E}"/>
              </a:ext>
            </a:extLst>
          </p:cNvPr>
          <p:cNvSpPr>
            <a:spLocks/>
          </p:cNvSpPr>
          <p:nvPr/>
        </p:nvSpPr>
        <p:spPr bwMode="auto">
          <a:xfrm>
            <a:off x="932500" y="2745553"/>
            <a:ext cx="920473" cy="974812"/>
          </a:xfrm>
          <a:custGeom>
            <a:avLst/>
            <a:gdLst/>
            <a:ahLst/>
            <a:cxnLst>
              <a:cxn ang="0">
                <a:pos x="14" y="194"/>
              </a:cxn>
              <a:cxn ang="0">
                <a:pos x="42" y="247"/>
              </a:cxn>
              <a:cxn ang="0">
                <a:pos x="78" y="239"/>
              </a:cxn>
              <a:cxn ang="0">
                <a:pos x="106" y="186"/>
              </a:cxn>
              <a:cxn ang="0">
                <a:pos x="156" y="211"/>
              </a:cxn>
              <a:cxn ang="0">
                <a:pos x="169" y="256"/>
              </a:cxn>
              <a:cxn ang="0">
                <a:pos x="193" y="317"/>
              </a:cxn>
              <a:cxn ang="0">
                <a:pos x="218" y="358"/>
              </a:cxn>
              <a:cxn ang="0">
                <a:pos x="201" y="377"/>
              </a:cxn>
              <a:cxn ang="0">
                <a:pos x="305" y="493"/>
              </a:cxn>
              <a:cxn ang="0">
                <a:pos x="355" y="499"/>
              </a:cxn>
              <a:cxn ang="0">
                <a:pos x="432" y="552"/>
              </a:cxn>
              <a:cxn ang="0">
                <a:pos x="453" y="593"/>
              </a:cxn>
              <a:cxn ang="0">
                <a:pos x="474" y="591"/>
              </a:cxn>
              <a:cxn ang="0">
                <a:pos x="519" y="616"/>
              </a:cxn>
              <a:cxn ang="0">
                <a:pos x="550" y="614"/>
              </a:cxn>
              <a:cxn ang="0">
                <a:pos x="548" y="571"/>
              </a:cxn>
              <a:cxn ang="0">
                <a:pos x="514" y="521"/>
              </a:cxn>
              <a:cxn ang="0">
                <a:pos x="432" y="440"/>
              </a:cxn>
              <a:cxn ang="0">
                <a:pos x="404" y="432"/>
              </a:cxn>
              <a:cxn ang="0">
                <a:pos x="375" y="411"/>
              </a:cxn>
              <a:cxn ang="0">
                <a:pos x="355" y="374"/>
              </a:cxn>
              <a:cxn ang="0">
                <a:pos x="320" y="313"/>
              </a:cxn>
              <a:cxn ang="0">
                <a:pos x="260" y="239"/>
              </a:cxn>
              <a:cxn ang="0">
                <a:pos x="292" y="226"/>
              </a:cxn>
              <a:cxn ang="0">
                <a:pos x="421" y="194"/>
              </a:cxn>
              <a:cxn ang="0">
                <a:pos x="481" y="231"/>
              </a:cxn>
              <a:cxn ang="0">
                <a:pos x="506" y="231"/>
              </a:cxn>
              <a:cxn ang="0">
                <a:pos x="559" y="235"/>
              </a:cxn>
              <a:cxn ang="0">
                <a:pos x="629" y="231"/>
              </a:cxn>
              <a:cxn ang="0">
                <a:pos x="675" y="256"/>
              </a:cxn>
              <a:cxn ang="0">
                <a:pos x="688" y="211"/>
              </a:cxn>
              <a:cxn ang="0">
                <a:pos x="652" y="173"/>
              </a:cxn>
              <a:cxn ang="0">
                <a:pos x="650" y="131"/>
              </a:cxn>
              <a:cxn ang="0">
                <a:pos x="622" y="103"/>
              </a:cxn>
              <a:cxn ang="0">
                <a:pos x="591" y="110"/>
              </a:cxn>
              <a:cxn ang="0">
                <a:pos x="555" y="123"/>
              </a:cxn>
              <a:cxn ang="0">
                <a:pos x="502" y="82"/>
              </a:cxn>
              <a:cxn ang="0">
                <a:pos x="457" y="63"/>
              </a:cxn>
              <a:cxn ang="0">
                <a:pos x="375" y="0"/>
              </a:cxn>
              <a:cxn ang="0">
                <a:pos x="298" y="46"/>
              </a:cxn>
              <a:cxn ang="0">
                <a:pos x="275" y="86"/>
              </a:cxn>
              <a:cxn ang="0">
                <a:pos x="152" y="152"/>
              </a:cxn>
              <a:cxn ang="0">
                <a:pos x="78" y="152"/>
              </a:cxn>
              <a:cxn ang="0">
                <a:pos x="0" y="152"/>
              </a:cxn>
            </a:cxnLst>
            <a:rect l="0" t="0" r="r" b="b"/>
            <a:pathLst>
              <a:path w="688" h="675">
                <a:moveTo>
                  <a:pt x="0" y="152"/>
                </a:moveTo>
                <a:lnTo>
                  <a:pt x="14" y="194"/>
                </a:lnTo>
                <a:lnTo>
                  <a:pt x="29" y="226"/>
                </a:lnTo>
                <a:lnTo>
                  <a:pt x="42" y="247"/>
                </a:lnTo>
                <a:lnTo>
                  <a:pt x="59" y="250"/>
                </a:lnTo>
                <a:lnTo>
                  <a:pt x="78" y="239"/>
                </a:lnTo>
                <a:lnTo>
                  <a:pt x="87" y="218"/>
                </a:lnTo>
                <a:lnTo>
                  <a:pt x="106" y="186"/>
                </a:lnTo>
                <a:lnTo>
                  <a:pt x="131" y="205"/>
                </a:lnTo>
                <a:lnTo>
                  <a:pt x="156" y="211"/>
                </a:lnTo>
                <a:lnTo>
                  <a:pt x="173" y="222"/>
                </a:lnTo>
                <a:lnTo>
                  <a:pt x="169" y="256"/>
                </a:lnTo>
                <a:lnTo>
                  <a:pt x="169" y="279"/>
                </a:lnTo>
                <a:lnTo>
                  <a:pt x="193" y="317"/>
                </a:lnTo>
                <a:lnTo>
                  <a:pt x="222" y="349"/>
                </a:lnTo>
                <a:lnTo>
                  <a:pt x="218" y="358"/>
                </a:lnTo>
                <a:lnTo>
                  <a:pt x="186" y="358"/>
                </a:lnTo>
                <a:lnTo>
                  <a:pt x="201" y="377"/>
                </a:lnTo>
                <a:lnTo>
                  <a:pt x="296" y="485"/>
                </a:lnTo>
                <a:lnTo>
                  <a:pt x="305" y="493"/>
                </a:lnTo>
                <a:lnTo>
                  <a:pt x="334" y="493"/>
                </a:lnTo>
                <a:lnTo>
                  <a:pt x="355" y="499"/>
                </a:lnTo>
                <a:lnTo>
                  <a:pt x="396" y="518"/>
                </a:lnTo>
                <a:lnTo>
                  <a:pt x="432" y="552"/>
                </a:lnTo>
                <a:lnTo>
                  <a:pt x="440" y="567"/>
                </a:lnTo>
                <a:lnTo>
                  <a:pt x="453" y="593"/>
                </a:lnTo>
                <a:lnTo>
                  <a:pt x="464" y="591"/>
                </a:lnTo>
                <a:lnTo>
                  <a:pt x="474" y="591"/>
                </a:lnTo>
                <a:lnTo>
                  <a:pt x="502" y="603"/>
                </a:lnTo>
                <a:lnTo>
                  <a:pt x="519" y="616"/>
                </a:lnTo>
                <a:lnTo>
                  <a:pt x="572" y="675"/>
                </a:lnTo>
                <a:lnTo>
                  <a:pt x="550" y="614"/>
                </a:lnTo>
                <a:lnTo>
                  <a:pt x="536" y="591"/>
                </a:lnTo>
                <a:lnTo>
                  <a:pt x="548" y="571"/>
                </a:lnTo>
                <a:lnTo>
                  <a:pt x="540" y="552"/>
                </a:lnTo>
                <a:lnTo>
                  <a:pt x="514" y="521"/>
                </a:lnTo>
                <a:lnTo>
                  <a:pt x="464" y="464"/>
                </a:lnTo>
                <a:lnTo>
                  <a:pt x="432" y="440"/>
                </a:lnTo>
                <a:lnTo>
                  <a:pt x="421" y="428"/>
                </a:lnTo>
                <a:lnTo>
                  <a:pt x="404" y="432"/>
                </a:lnTo>
                <a:lnTo>
                  <a:pt x="379" y="411"/>
                </a:lnTo>
                <a:lnTo>
                  <a:pt x="375" y="411"/>
                </a:lnTo>
                <a:lnTo>
                  <a:pt x="362" y="398"/>
                </a:lnTo>
                <a:lnTo>
                  <a:pt x="355" y="374"/>
                </a:lnTo>
                <a:lnTo>
                  <a:pt x="347" y="349"/>
                </a:lnTo>
                <a:lnTo>
                  <a:pt x="320" y="313"/>
                </a:lnTo>
                <a:lnTo>
                  <a:pt x="264" y="254"/>
                </a:lnTo>
                <a:lnTo>
                  <a:pt x="260" y="239"/>
                </a:lnTo>
                <a:lnTo>
                  <a:pt x="264" y="231"/>
                </a:lnTo>
                <a:lnTo>
                  <a:pt x="292" y="226"/>
                </a:lnTo>
                <a:lnTo>
                  <a:pt x="370" y="250"/>
                </a:lnTo>
                <a:lnTo>
                  <a:pt x="421" y="194"/>
                </a:lnTo>
                <a:lnTo>
                  <a:pt x="464" y="230"/>
                </a:lnTo>
                <a:lnTo>
                  <a:pt x="481" y="231"/>
                </a:lnTo>
                <a:lnTo>
                  <a:pt x="491" y="247"/>
                </a:lnTo>
                <a:lnTo>
                  <a:pt x="506" y="231"/>
                </a:lnTo>
                <a:lnTo>
                  <a:pt x="534" y="231"/>
                </a:lnTo>
                <a:lnTo>
                  <a:pt x="559" y="235"/>
                </a:lnTo>
                <a:lnTo>
                  <a:pt x="593" y="218"/>
                </a:lnTo>
                <a:lnTo>
                  <a:pt x="629" y="231"/>
                </a:lnTo>
                <a:lnTo>
                  <a:pt x="650" y="250"/>
                </a:lnTo>
                <a:lnTo>
                  <a:pt x="675" y="256"/>
                </a:lnTo>
                <a:lnTo>
                  <a:pt x="677" y="239"/>
                </a:lnTo>
                <a:lnTo>
                  <a:pt x="688" y="211"/>
                </a:lnTo>
                <a:lnTo>
                  <a:pt x="675" y="197"/>
                </a:lnTo>
                <a:lnTo>
                  <a:pt x="652" y="173"/>
                </a:lnTo>
                <a:lnTo>
                  <a:pt x="650" y="148"/>
                </a:lnTo>
                <a:lnTo>
                  <a:pt x="650" y="131"/>
                </a:lnTo>
                <a:lnTo>
                  <a:pt x="652" y="110"/>
                </a:lnTo>
                <a:lnTo>
                  <a:pt x="622" y="103"/>
                </a:lnTo>
                <a:lnTo>
                  <a:pt x="606" y="99"/>
                </a:lnTo>
                <a:lnTo>
                  <a:pt x="591" y="110"/>
                </a:lnTo>
                <a:lnTo>
                  <a:pt x="572" y="123"/>
                </a:lnTo>
                <a:lnTo>
                  <a:pt x="555" y="123"/>
                </a:lnTo>
                <a:lnTo>
                  <a:pt x="527" y="95"/>
                </a:lnTo>
                <a:lnTo>
                  <a:pt x="502" y="82"/>
                </a:lnTo>
                <a:lnTo>
                  <a:pt x="478" y="86"/>
                </a:lnTo>
                <a:lnTo>
                  <a:pt x="457" y="63"/>
                </a:lnTo>
                <a:lnTo>
                  <a:pt x="400" y="4"/>
                </a:lnTo>
                <a:lnTo>
                  <a:pt x="375" y="0"/>
                </a:lnTo>
                <a:lnTo>
                  <a:pt x="337" y="50"/>
                </a:lnTo>
                <a:lnTo>
                  <a:pt x="298" y="46"/>
                </a:lnTo>
                <a:lnTo>
                  <a:pt x="281" y="63"/>
                </a:lnTo>
                <a:lnTo>
                  <a:pt x="275" y="86"/>
                </a:lnTo>
                <a:lnTo>
                  <a:pt x="201" y="165"/>
                </a:lnTo>
                <a:lnTo>
                  <a:pt x="152" y="152"/>
                </a:lnTo>
                <a:lnTo>
                  <a:pt x="103" y="140"/>
                </a:lnTo>
                <a:lnTo>
                  <a:pt x="78" y="152"/>
                </a:lnTo>
                <a:lnTo>
                  <a:pt x="46" y="165"/>
                </a:lnTo>
                <a:lnTo>
                  <a:pt x="0" y="152"/>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grpSp>
        <p:nvGrpSpPr>
          <p:cNvPr id="27" name="Group 71">
            <a:extLst>
              <a:ext uri="{FF2B5EF4-FFF2-40B4-BE49-F238E27FC236}">
                <a16:creationId xmlns:a16="http://schemas.microsoft.com/office/drawing/2014/main" id="{2F389D56-2BED-457E-82F0-DD9C9A52465A}"/>
              </a:ext>
            </a:extLst>
          </p:cNvPr>
          <p:cNvGrpSpPr>
            <a:grpSpLocks/>
          </p:cNvGrpSpPr>
          <p:nvPr/>
        </p:nvGrpSpPr>
        <p:grpSpPr bwMode="auto">
          <a:xfrm>
            <a:off x="2008623" y="3836070"/>
            <a:ext cx="1486714" cy="1671933"/>
            <a:chOff x="2702" y="3296"/>
            <a:chExt cx="554" cy="578"/>
          </a:xfrm>
          <a:solidFill>
            <a:srgbClr val="3829FF"/>
          </a:solidFill>
        </p:grpSpPr>
        <p:sp>
          <p:nvSpPr>
            <p:cNvPr id="28" name="Freeform 62">
              <a:extLst>
                <a:ext uri="{FF2B5EF4-FFF2-40B4-BE49-F238E27FC236}">
                  <a16:creationId xmlns:a16="http://schemas.microsoft.com/office/drawing/2014/main" id="{8376916B-C729-4B9B-93DD-59142676BB13}"/>
                </a:ext>
              </a:extLst>
            </p:cNvPr>
            <p:cNvSpPr>
              <a:spLocks/>
            </p:cNvSpPr>
            <p:nvPr/>
          </p:nvSpPr>
          <p:spPr bwMode="auto">
            <a:xfrm>
              <a:off x="2715" y="3599"/>
              <a:ext cx="22" cy="24"/>
            </a:xfrm>
            <a:custGeom>
              <a:avLst/>
              <a:gdLst/>
              <a:ahLst/>
              <a:cxnLst>
                <a:cxn ang="0">
                  <a:pos x="34" y="0"/>
                </a:cxn>
                <a:cxn ang="0">
                  <a:pos x="46" y="13"/>
                </a:cxn>
                <a:cxn ang="0">
                  <a:pos x="42" y="30"/>
                </a:cxn>
                <a:cxn ang="0">
                  <a:pos x="46" y="43"/>
                </a:cxn>
                <a:cxn ang="0">
                  <a:pos x="34" y="47"/>
                </a:cxn>
                <a:cxn ang="0">
                  <a:pos x="13" y="43"/>
                </a:cxn>
                <a:cxn ang="0">
                  <a:pos x="0" y="26"/>
                </a:cxn>
                <a:cxn ang="0">
                  <a:pos x="34" y="0"/>
                </a:cxn>
              </a:cxnLst>
              <a:rect l="0" t="0" r="r" b="b"/>
              <a:pathLst>
                <a:path w="46" h="47">
                  <a:moveTo>
                    <a:pt x="34" y="0"/>
                  </a:moveTo>
                  <a:lnTo>
                    <a:pt x="46" y="13"/>
                  </a:lnTo>
                  <a:lnTo>
                    <a:pt x="42" y="30"/>
                  </a:lnTo>
                  <a:lnTo>
                    <a:pt x="46" y="43"/>
                  </a:lnTo>
                  <a:lnTo>
                    <a:pt x="34" y="47"/>
                  </a:lnTo>
                  <a:lnTo>
                    <a:pt x="13" y="43"/>
                  </a:lnTo>
                  <a:lnTo>
                    <a:pt x="0" y="26"/>
                  </a:lnTo>
                  <a:lnTo>
                    <a:pt x="34"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29" name="Freeform 63">
              <a:extLst>
                <a:ext uri="{FF2B5EF4-FFF2-40B4-BE49-F238E27FC236}">
                  <a16:creationId xmlns:a16="http://schemas.microsoft.com/office/drawing/2014/main" id="{A2C4F46F-258C-4611-84D2-9CEBF39BD0C6}"/>
                </a:ext>
              </a:extLst>
            </p:cNvPr>
            <p:cNvSpPr>
              <a:spLocks/>
            </p:cNvSpPr>
            <p:nvPr/>
          </p:nvSpPr>
          <p:spPr bwMode="auto">
            <a:xfrm>
              <a:off x="2761" y="3608"/>
              <a:ext cx="174" cy="154"/>
            </a:xfrm>
            <a:custGeom>
              <a:avLst/>
              <a:gdLst/>
              <a:ahLst/>
              <a:cxnLst>
                <a:cxn ang="0">
                  <a:pos x="49" y="13"/>
                </a:cxn>
                <a:cxn ang="0">
                  <a:pos x="32" y="21"/>
                </a:cxn>
                <a:cxn ang="0">
                  <a:pos x="38" y="38"/>
                </a:cxn>
                <a:cxn ang="0">
                  <a:pos x="21" y="58"/>
                </a:cxn>
                <a:cxn ang="0">
                  <a:pos x="8" y="57"/>
                </a:cxn>
                <a:cxn ang="0">
                  <a:pos x="0" y="66"/>
                </a:cxn>
                <a:cxn ang="0">
                  <a:pos x="4" y="87"/>
                </a:cxn>
                <a:cxn ang="0">
                  <a:pos x="61" y="108"/>
                </a:cxn>
                <a:cxn ang="0">
                  <a:pos x="74" y="155"/>
                </a:cxn>
                <a:cxn ang="0">
                  <a:pos x="91" y="214"/>
                </a:cxn>
                <a:cxn ang="0">
                  <a:pos x="112" y="246"/>
                </a:cxn>
                <a:cxn ang="0">
                  <a:pos x="136" y="225"/>
                </a:cxn>
                <a:cxn ang="0">
                  <a:pos x="169" y="267"/>
                </a:cxn>
                <a:cxn ang="0">
                  <a:pos x="201" y="307"/>
                </a:cxn>
                <a:cxn ang="0">
                  <a:pos x="214" y="276"/>
                </a:cxn>
                <a:cxn ang="0">
                  <a:pos x="205" y="255"/>
                </a:cxn>
                <a:cxn ang="0">
                  <a:pos x="218" y="246"/>
                </a:cxn>
                <a:cxn ang="0">
                  <a:pos x="267" y="284"/>
                </a:cxn>
                <a:cxn ang="0">
                  <a:pos x="282" y="273"/>
                </a:cxn>
                <a:cxn ang="0">
                  <a:pos x="286" y="259"/>
                </a:cxn>
                <a:cxn ang="0">
                  <a:pos x="261" y="210"/>
                </a:cxn>
                <a:cxn ang="0">
                  <a:pos x="261" y="201"/>
                </a:cxn>
                <a:cxn ang="0">
                  <a:pos x="239" y="161"/>
                </a:cxn>
                <a:cxn ang="0">
                  <a:pos x="229" y="132"/>
                </a:cxn>
                <a:cxn ang="0">
                  <a:pos x="239" y="130"/>
                </a:cxn>
                <a:cxn ang="0">
                  <a:pos x="267" y="136"/>
                </a:cxn>
                <a:cxn ang="0">
                  <a:pos x="299" y="165"/>
                </a:cxn>
                <a:cxn ang="0">
                  <a:pos x="316" y="144"/>
                </a:cxn>
                <a:cxn ang="0">
                  <a:pos x="345" y="147"/>
                </a:cxn>
                <a:cxn ang="0">
                  <a:pos x="349" y="140"/>
                </a:cxn>
                <a:cxn ang="0">
                  <a:pos x="313" y="94"/>
                </a:cxn>
                <a:cxn ang="0">
                  <a:pos x="286" y="98"/>
                </a:cxn>
                <a:cxn ang="0">
                  <a:pos x="278" y="83"/>
                </a:cxn>
                <a:cxn ang="0">
                  <a:pos x="261" y="49"/>
                </a:cxn>
                <a:cxn ang="0">
                  <a:pos x="246" y="62"/>
                </a:cxn>
                <a:cxn ang="0">
                  <a:pos x="212" y="49"/>
                </a:cxn>
                <a:cxn ang="0">
                  <a:pos x="189" y="13"/>
                </a:cxn>
                <a:cxn ang="0">
                  <a:pos x="148" y="17"/>
                </a:cxn>
                <a:cxn ang="0">
                  <a:pos x="116" y="21"/>
                </a:cxn>
                <a:cxn ang="0">
                  <a:pos x="95" y="0"/>
                </a:cxn>
                <a:cxn ang="0">
                  <a:pos x="78" y="11"/>
                </a:cxn>
                <a:cxn ang="0">
                  <a:pos x="49" y="13"/>
                </a:cxn>
              </a:cxnLst>
              <a:rect l="0" t="0" r="r" b="b"/>
              <a:pathLst>
                <a:path w="349" h="307">
                  <a:moveTo>
                    <a:pt x="49" y="13"/>
                  </a:moveTo>
                  <a:lnTo>
                    <a:pt x="32" y="21"/>
                  </a:lnTo>
                  <a:lnTo>
                    <a:pt x="38" y="38"/>
                  </a:lnTo>
                  <a:lnTo>
                    <a:pt x="21" y="58"/>
                  </a:lnTo>
                  <a:lnTo>
                    <a:pt x="8" y="57"/>
                  </a:lnTo>
                  <a:lnTo>
                    <a:pt x="0" y="66"/>
                  </a:lnTo>
                  <a:lnTo>
                    <a:pt x="4" y="87"/>
                  </a:lnTo>
                  <a:lnTo>
                    <a:pt x="61" y="108"/>
                  </a:lnTo>
                  <a:lnTo>
                    <a:pt x="74" y="155"/>
                  </a:lnTo>
                  <a:lnTo>
                    <a:pt x="91" y="214"/>
                  </a:lnTo>
                  <a:lnTo>
                    <a:pt x="112" y="246"/>
                  </a:lnTo>
                  <a:lnTo>
                    <a:pt x="136" y="225"/>
                  </a:lnTo>
                  <a:lnTo>
                    <a:pt x="169" y="267"/>
                  </a:lnTo>
                  <a:lnTo>
                    <a:pt x="201" y="307"/>
                  </a:lnTo>
                  <a:lnTo>
                    <a:pt x="214" y="276"/>
                  </a:lnTo>
                  <a:lnTo>
                    <a:pt x="205" y="255"/>
                  </a:lnTo>
                  <a:lnTo>
                    <a:pt x="218" y="246"/>
                  </a:lnTo>
                  <a:lnTo>
                    <a:pt x="267" y="284"/>
                  </a:lnTo>
                  <a:lnTo>
                    <a:pt x="282" y="273"/>
                  </a:lnTo>
                  <a:lnTo>
                    <a:pt x="286" y="259"/>
                  </a:lnTo>
                  <a:lnTo>
                    <a:pt x="261" y="210"/>
                  </a:lnTo>
                  <a:lnTo>
                    <a:pt x="261" y="201"/>
                  </a:lnTo>
                  <a:lnTo>
                    <a:pt x="239" y="161"/>
                  </a:lnTo>
                  <a:lnTo>
                    <a:pt x="229" y="132"/>
                  </a:lnTo>
                  <a:lnTo>
                    <a:pt x="239" y="130"/>
                  </a:lnTo>
                  <a:lnTo>
                    <a:pt x="267" y="136"/>
                  </a:lnTo>
                  <a:lnTo>
                    <a:pt x="299" y="165"/>
                  </a:lnTo>
                  <a:lnTo>
                    <a:pt x="316" y="144"/>
                  </a:lnTo>
                  <a:lnTo>
                    <a:pt x="345" y="147"/>
                  </a:lnTo>
                  <a:lnTo>
                    <a:pt x="349" y="140"/>
                  </a:lnTo>
                  <a:lnTo>
                    <a:pt x="313" y="94"/>
                  </a:lnTo>
                  <a:lnTo>
                    <a:pt x="286" y="98"/>
                  </a:lnTo>
                  <a:lnTo>
                    <a:pt x="278" y="83"/>
                  </a:lnTo>
                  <a:lnTo>
                    <a:pt x="261" y="49"/>
                  </a:lnTo>
                  <a:lnTo>
                    <a:pt x="246" y="62"/>
                  </a:lnTo>
                  <a:lnTo>
                    <a:pt x="212" y="49"/>
                  </a:lnTo>
                  <a:lnTo>
                    <a:pt x="189" y="13"/>
                  </a:lnTo>
                  <a:lnTo>
                    <a:pt x="148" y="17"/>
                  </a:lnTo>
                  <a:lnTo>
                    <a:pt x="116" y="21"/>
                  </a:lnTo>
                  <a:lnTo>
                    <a:pt x="95" y="0"/>
                  </a:lnTo>
                  <a:lnTo>
                    <a:pt x="78" y="11"/>
                  </a:lnTo>
                  <a:lnTo>
                    <a:pt x="49" y="13"/>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0" name="Freeform 64">
              <a:extLst>
                <a:ext uri="{FF2B5EF4-FFF2-40B4-BE49-F238E27FC236}">
                  <a16:creationId xmlns:a16="http://schemas.microsoft.com/office/drawing/2014/main" id="{B5086BE9-9274-4546-A7CD-3284B8C987C7}"/>
                </a:ext>
              </a:extLst>
            </p:cNvPr>
            <p:cNvSpPr>
              <a:spLocks/>
            </p:cNvSpPr>
            <p:nvPr/>
          </p:nvSpPr>
          <p:spPr bwMode="auto">
            <a:xfrm>
              <a:off x="2702" y="3296"/>
              <a:ext cx="407" cy="365"/>
            </a:xfrm>
            <a:custGeom>
              <a:avLst/>
              <a:gdLst/>
              <a:ahLst/>
              <a:cxnLst>
                <a:cxn ang="0">
                  <a:pos x="148" y="194"/>
                </a:cxn>
                <a:cxn ang="0">
                  <a:pos x="105" y="317"/>
                </a:cxn>
                <a:cxn ang="0">
                  <a:pos x="84" y="345"/>
                </a:cxn>
                <a:cxn ang="0">
                  <a:pos x="46" y="379"/>
                </a:cxn>
                <a:cxn ang="0">
                  <a:pos x="0" y="387"/>
                </a:cxn>
                <a:cxn ang="0">
                  <a:pos x="59" y="493"/>
                </a:cxn>
                <a:cxn ang="0">
                  <a:pos x="108" y="493"/>
                </a:cxn>
                <a:cxn ang="0">
                  <a:pos x="91" y="527"/>
                </a:cxn>
                <a:cxn ang="0">
                  <a:pos x="108" y="584"/>
                </a:cxn>
                <a:cxn ang="0">
                  <a:pos x="144" y="626"/>
                </a:cxn>
                <a:cxn ang="0">
                  <a:pos x="173" y="601"/>
                </a:cxn>
                <a:cxn ang="0">
                  <a:pos x="203" y="605"/>
                </a:cxn>
                <a:cxn ang="0">
                  <a:pos x="302" y="616"/>
                </a:cxn>
                <a:cxn ang="0">
                  <a:pos x="360" y="647"/>
                </a:cxn>
                <a:cxn ang="0">
                  <a:pos x="393" y="686"/>
                </a:cxn>
                <a:cxn ang="0">
                  <a:pos x="434" y="669"/>
                </a:cxn>
                <a:cxn ang="0">
                  <a:pos x="512" y="732"/>
                </a:cxn>
                <a:cxn ang="0">
                  <a:pos x="525" y="696"/>
                </a:cxn>
                <a:cxn ang="0">
                  <a:pos x="523" y="637"/>
                </a:cxn>
                <a:cxn ang="0">
                  <a:pos x="491" y="612"/>
                </a:cxn>
                <a:cxn ang="0">
                  <a:pos x="408" y="559"/>
                </a:cxn>
                <a:cxn ang="0">
                  <a:pos x="359" y="542"/>
                </a:cxn>
                <a:cxn ang="0">
                  <a:pos x="340" y="518"/>
                </a:cxn>
                <a:cxn ang="0">
                  <a:pos x="368" y="489"/>
                </a:cxn>
                <a:cxn ang="0">
                  <a:pos x="347" y="448"/>
                </a:cxn>
                <a:cxn ang="0">
                  <a:pos x="383" y="465"/>
                </a:cxn>
                <a:cxn ang="0">
                  <a:pos x="408" y="451"/>
                </a:cxn>
                <a:cxn ang="0">
                  <a:pos x="360" y="383"/>
                </a:cxn>
                <a:cxn ang="0">
                  <a:pos x="323" y="304"/>
                </a:cxn>
                <a:cxn ang="0">
                  <a:pos x="313" y="254"/>
                </a:cxn>
                <a:cxn ang="0">
                  <a:pos x="334" y="222"/>
                </a:cxn>
                <a:cxn ang="0">
                  <a:pos x="351" y="264"/>
                </a:cxn>
                <a:cxn ang="0">
                  <a:pos x="360" y="279"/>
                </a:cxn>
                <a:cxn ang="0">
                  <a:pos x="431" y="334"/>
                </a:cxn>
                <a:cxn ang="0">
                  <a:pos x="438" y="296"/>
                </a:cxn>
                <a:cxn ang="0">
                  <a:pos x="487" y="334"/>
                </a:cxn>
                <a:cxn ang="0">
                  <a:pos x="467" y="288"/>
                </a:cxn>
                <a:cxn ang="0">
                  <a:pos x="487" y="268"/>
                </a:cxn>
                <a:cxn ang="0">
                  <a:pos x="544" y="281"/>
                </a:cxn>
                <a:cxn ang="0">
                  <a:pos x="520" y="247"/>
                </a:cxn>
                <a:cxn ang="0">
                  <a:pos x="467" y="215"/>
                </a:cxn>
                <a:cxn ang="0">
                  <a:pos x="470" y="186"/>
                </a:cxn>
                <a:cxn ang="0">
                  <a:pos x="565" y="165"/>
                </a:cxn>
                <a:cxn ang="0">
                  <a:pos x="662" y="156"/>
                </a:cxn>
                <a:cxn ang="0">
                  <a:pos x="715" y="165"/>
                </a:cxn>
                <a:cxn ang="0">
                  <a:pos x="768" y="144"/>
                </a:cxn>
                <a:cxn ang="0">
                  <a:pos x="809" y="91"/>
                </a:cxn>
                <a:cxn ang="0">
                  <a:pos x="809" y="12"/>
                </a:cxn>
                <a:cxn ang="0">
                  <a:pos x="772" y="0"/>
                </a:cxn>
                <a:cxn ang="0">
                  <a:pos x="760" y="38"/>
                </a:cxn>
                <a:cxn ang="0">
                  <a:pos x="736" y="67"/>
                </a:cxn>
                <a:cxn ang="0">
                  <a:pos x="701" y="86"/>
                </a:cxn>
                <a:cxn ang="0">
                  <a:pos x="639" y="63"/>
                </a:cxn>
                <a:cxn ang="0">
                  <a:pos x="578" y="38"/>
                </a:cxn>
                <a:cxn ang="0">
                  <a:pos x="512" y="86"/>
                </a:cxn>
                <a:cxn ang="0">
                  <a:pos x="438" y="107"/>
                </a:cxn>
                <a:cxn ang="0">
                  <a:pos x="383" y="116"/>
                </a:cxn>
                <a:cxn ang="0">
                  <a:pos x="347" y="148"/>
                </a:cxn>
                <a:cxn ang="0">
                  <a:pos x="290" y="156"/>
                </a:cxn>
                <a:cxn ang="0">
                  <a:pos x="239" y="184"/>
                </a:cxn>
                <a:cxn ang="0">
                  <a:pos x="186" y="184"/>
                </a:cxn>
              </a:cxnLst>
              <a:rect l="0" t="0" r="r" b="b"/>
              <a:pathLst>
                <a:path w="813" h="732">
                  <a:moveTo>
                    <a:pt x="165" y="180"/>
                  </a:moveTo>
                  <a:lnTo>
                    <a:pt x="148" y="194"/>
                  </a:lnTo>
                  <a:lnTo>
                    <a:pt x="129" y="256"/>
                  </a:lnTo>
                  <a:lnTo>
                    <a:pt x="105" y="317"/>
                  </a:lnTo>
                  <a:lnTo>
                    <a:pt x="95" y="324"/>
                  </a:lnTo>
                  <a:lnTo>
                    <a:pt x="84" y="345"/>
                  </a:lnTo>
                  <a:lnTo>
                    <a:pt x="71" y="366"/>
                  </a:lnTo>
                  <a:lnTo>
                    <a:pt x="46" y="379"/>
                  </a:lnTo>
                  <a:lnTo>
                    <a:pt x="25" y="387"/>
                  </a:lnTo>
                  <a:lnTo>
                    <a:pt x="0" y="387"/>
                  </a:lnTo>
                  <a:lnTo>
                    <a:pt x="33" y="457"/>
                  </a:lnTo>
                  <a:lnTo>
                    <a:pt x="59" y="493"/>
                  </a:lnTo>
                  <a:lnTo>
                    <a:pt x="84" y="493"/>
                  </a:lnTo>
                  <a:lnTo>
                    <a:pt x="108" y="493"/>
                  </a:lnTo>
                  <a:lnTo>
                    <a:pt x="116" y="510"/>
                  </a:lnTo>
                  <a:lnTo>
                    <a:pt x="91" y="527"/>
                  </a:lnTo>
                  <a:lnTo>
                    <a:pt x="91" y="550"/>
                  </a:lnTo>
                  <a:lnTo>
                    <a:pt x="108" y="584"/>
                  </a:lnTo>
                  <a:lnTo>
                    <a:pt x="129" y="612"/>
                  </a:lnTo>
                  <a:lnTo>
                    <a:pt x="144" y="626"/>
                  </a:lnTo>
                  <a:lnTo>
                    <a:pt x="152" y="605"/>
                  </a:lnTo>
                  <a:lnTo>
                    <a:pt x="173" y="601"/>
                  </a:lnTo>
                  <a:lnTo>
                    <a:pt x="198" y="622"/>
                  </a:lnTo>
                  <a:lnTo>
                    <a:pt x="203" y="605"/>
                  </a:lnTo>
                  <a:lnTo>
                    <a:pt x="243" y="609"/>
                  </a:lnTo>
                  <a:lnTo>
                    <a:pt x="302" y="616"/>
                  </a:lnTo>
                  <a:lnTo>
                    <a:pt x="343" y="629"/>
                  </a:lnTo>
                  <a:lnTo>
                    <a:pt x="360" y="647"/>
                  </a:lnTo>
                  <a:lnTo>
                    <a:pt x="379" y="671"/>
                  </a:lnTo>
                  <a:lnTo>
                    <a:pt x="393" y="686"/>
                  </a:lnTo>
                  <a:lnTo>
                    <a:pt x="410" y="671"/>
                  </a:lnTo>
                  <a:lnTo>
                    <a:pt x="434" y="669"/>
                  </a:lnTo>
                  <a:lnTo>
                    <a:pt x="470" y="694"/>
                  </a:lnTo>
                  <a:lnTo>
                    <a:pt x="512" y="732"/>
                  </a:lnTo>
                  <a:lnTo>
                    <a:pt x="523" y="724"/>
                  </a:lnTo>
                  <a:lnTo>
                    <a:pt x="525" y="696"/>
                  </a:lnTo>
                  <a:lnTo>
                    <a:pt x="525" y="665"/>
                  </a:lnTo>
                  <a:lnTo>
                    <a:pt x="523" y="637"/>
                  </a:lnTo>
                  <a:lnTo>
                    <a:pt x="504" y="605"/>
                  </a:lnTo>
                  <a:lnTo>
                    <a:pt x="491" y="612"/>
                  </a:lnTo>
                  <a:lnTo>
                    <a:pt x="459" y="597"/>
                  </a:lnTo>
                  <a:lnTo>
                    <a:pt x="408" y="559"/>
                  </a:lnTo>
                  <a:lnTo>
                    <a:pt x="393" y="546"/>
                  </a:lnTo>
                  <a:lnTo>
                    <a:pt x="359" y="542"/>
                  </a:lnTo>
                  <a:lnTo>
                    <a:pt x="340" y="531"/>
                  </a:lnTo>
                  <a:lnTo>
                    <a:pt x="340" y="518"/>
                  </a:lnTo>
                  <a:lnTo>
                    <a:pt x="360" y="497"/>
                  </a:lnTo>
                  <a:lnTo>
                    <a:pt x="368" y="489"/>
                  </a:lnTo>
                  <a:lnTo>
                    <a:pt x="355" y="472"/>
                  </a:lnTo>
                  <a:lnTo>
                    <a:pt x="347" y="448"/>
                  </a:lnTo>
                  <a:lnTo>
                    <a:pt x="355" y="436"/>
                  </a:lnTo>
                  <a:lnTo>
                    <a:pt x="383" y="465"/>
                  </a:lnTo>
                  <a:lnTo>
                    <a:pt x="408" y="476"/>
                  </a:lnTo>
                  <a:lnTo>
                    <a:pt x="408" y="451"/>
                  </a:lnTo>
                  <a:lnTo>
                    <a:pt x="393" y="423"/>
                  </a:lnTo>
                  <a:lnTo>
                    <a:pt x="360" y="383"/>
                  </a:lnTo>
                  <a:lnTo>
                    <a:pt x="326" y="330"/>
                  </a:lnTo>
                  <a:lnTo>
                    <a:pt x="323" y="304"/>
                  </a:lnTo>
                  <a:lnTo>
                    <a:pt x="319" y="279"/>
                  </a:lnTo>
                  <a:lnTo>
                    <a:pt x="313" y="254"/>
                  </a:lnTo>
                  <a:lnTo>
                    <a:pt x="309" y="230"/>
                  </a:lnTo>
                  <a:lnTo>
                    <a:pt x="334" y="222"/>
                  </a:lnTo>
                  <a:lnTo>
                    <a:pt x="330" y="239"/>
                  </a:lnTo>
                  <a:lnTo>
                    <a:pt x="351" y="264"/>
                  </a:lnTo>
                  <a:lnTo>
                    <a:pt x="364" y="264"/>
                  </a:lnTo>
                  <a:lnTo>
                    <a:pt x="360" y="279"/>
                  </a:lnTo>
                  <a:lnTo>
                    <a:pt x="429" y="345"/>
                  </a:lnTo>
                  <a:lnTo>
                    <a:pt x="431" y="334"/>
                  </a:lnTo>
                  <a:lnTo>
                    <a:pt x="417" y="304"/>
                  </a:lnTo>
                  <a:lnTo>
                    <a:pt x="438" y="296"/>
                  </a:lnTo>
                  <a:lnTo>
                    <a:pt x="470" y="309"/>
                  </a:lnTo>
                  <a:lnTo>
                    <a:pt x="487" y="334"/>
                  </a:lnTo>
                  <a:lnTo>
                    <a:pt x="491" y="317"/>
                  </a:lnTo>
                  <a:lnTo>
                    <a:pt x="467" y="288"/>
                  </a:lnTo>
                  <a:lnTo>
                    <a:pt x="470" y="275"/>
                  </a:lnTo>
                  <a:lnTo>
                    <a:pt x="487" y="268"/>
                  </a:lnTo>
                  <a:lnTo>
                    <a:pt x="533" y="288"/>
                  </a:lnTo>
                  <a:lnTo>
                    <a:pt x="544" y="281"/>
                  </a:lnTo>
                  <a:lnTo>
                    <a:pt x="540" y="260"/>
                  </a:lnTo>
                  <a:lnTo>
                    <a:pt x="520" y="247"/>
                  </a:lnTo>
                  <a:lnTo>
                    <a:pt x="487" y="232"/>
                  </a:lnTo>
                  <a:lnTo>
                    <a:pt x="467" y="215"/>
                  </a:lnTo>
                  <a:lnTo>
                    <a:pt x="463" y="201"/>
                  </a:lnTo>
                  <a:lnTo>
                    <a:pt x="470" y="186"/>
                  </a:lnTo>
                  <a:lnTo>
                    <a:pt x="516" y="180"/>
                  </a:lnTo>
                  <a:lnTo>
                    <a:pt x="565" y="165"/>
                  </a:lnTo>
                  <a:lnTo>
                    <a:pt x="599" y="169"/>
                  </a:lnTo>
                  <a:lnTo>
                    <a:pt x="662" y="156"/>
                  </a:lnTo>
                  <a:lnTo>
                    <a:pt x="673" y="148"/>
                  </a:lnTo>
                  <a:lnTo>
                    <a:pt x="715" y="165"/>
                  </a:lnTo>
                  <a:lnTo>
                    <a:pt x="751" y="184"/>
                  </a:lnTo>
                  <a:lnTo>
                    <a:pt x="768" y="144"/>
                  </a:lnTo>
                  <a:lnTo>
                    <a:pt x="800" y="103"/>
                  </a:lnTo>
                  <a:lnTo>
                    <a:pt x="809" y="91"/>
                  </a:lnTo>
                  <a:lnTo>
                    <a:pt x="813" y="17"/>
                  </a:lnTo>
                  <a:lnTo>
                    <a:pt x="809" y="12"/>
                  </a:lnTo>
                  <a:lnTo>
                    <a:pt x="792" y="0"/>
                  </a:lnTo>
                  <a:lnTo>
                    <a:pt x="772" y="0"/>
                  </a:lnTo>
                  <a:lnTo>
                    <a:pt x="760" y="12"/>
                  </a:lnTo>
                  <a:lnTo>
                    <a:pt x="760" y="38"/>
                  </a:lnTo>
                  <a:lnTo>
                    <a:pt x="764" y="61"/>
                  </a:lnTo>
                  <a:lnTo>
                    <a:pt x="736" y="67"/>
                  </a:lnTo>
                  <a:lnTo>
                    <a:pt x="715" y="82"/>
                  </a:lnTo>
                  <a:lnTo>
                    <a:pt x="701" y="86"/>
                  </a:lnTo>
                  <a:lnTo>
                    <a:pt x="656" y="74"/>
                  </a:lnTo>
                  <a:lnTo>
                    <a:pt x="639" y="63"/>
                  </a:lnTo>
                  <a:lnTo>
                    <a:pt x="614" y="78"/>
                  </a:lnTo>
                  <a:lnTo>
                    <a:pt x="578" y="38"/>
                  </a:lnTo>
                  <a:lnTo>
                    <a:pt x="540" y="67"/>
                  </a:lnTo>
                  <a:lnTo>
                    <a:pt x="512" y="86"/>
                  </a:lnTo>
                  <a:lnTo>
                    <a:pt x="484" y="99"/>
                  </a:lnTo>
                  <a:lnTo>
                    <a:pt x="438" y="107"/>
                  </a:lnTo>
                  <a:lnTo>
                    <a:pt x="408" y="116"/>
                  </a:lnTo>
                  <a:lnTo>
                    <a:pt x="383" y="116"/>
                  </a:lnTo>
                  <a:lnTo>
                    <a:pt x="372" y="120"/>
                  </a:lnTo>
                  <a:lnTo>
                    <a:pt x="347" y="148"/>
                  </a:lnTo>
                  <a:lnTo>
                    <a:pt x="326" y="148"/>
                  </a:lnTo>
                  <a:lnTo>
                    <a:pt x="290" y="156"/>
                  </a:lnTo>
                  <a:lnTo>
                    <a:pt x="256" y="152"/>
                  </a:lnTo>
                  <a:lnTo>
                    <a:pt x="239" y="184"/>
                  </a:lnTo>
                  <a:lnTo>
                    <a:pt x="211" y="186"/>
                  </a:lnTo>
                  <a:lnTo>
                    <a:pt x="186" y="184"/>
                  </a:lnTo>
                  <a:lnTo>
                    <a:pt x="165" y="18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1" name="Freeform 65">
              <a:extLst>
                <a:ext uri="{FF2B5EF4-FFF2-40B4-BE49-F238E27FC236}">
                  <a16:creationId xmlns:a16="http://schemas.microsoft.com/office/drawing/2014/main" id="{DCEC4E83-5CC2-4E60-95F7-2DD8C47FEC34}"/>
                </a:ext>
              </a:extLst>
            </p:cNvPr>
            <p:cNvSpPr>
              <a:spLocks/>
            </p:cNvSpPr>
            <p:nvPr/>
          </p:nvSpPr>
          <p:spPr bwMode="auto">
            <a:xfrm>
              <a:off x="2905" y="3547"/>
              <a:ext cx="100" cy="82"/>
            </a:xfrm>
            <a:custGeom>
              <a:avLst/>
              <a:gdLst/>
              <a:ahLst/>
              <a:cxnLst>
                <a:cxn ang="0">
                  <a:pos x="17" y="0"/>
                </a:cxn>
                <a:cxn ang="0">
                  <a:pos x="0" y="13"/>
                </a:cxn>
                <a:cxn ang="0">
                  <a:pos x="21" y="49"/>
                </a:cxn>
                <a:cxn ang="0">
                  <a:pos x="45" y="56"/>
                </a:cxn>
                <a:cxn ang="0">
                  <a:pos x="74" y="87"/>
                </a:cxn>
                <a:cxn ang="0">
                  <a:pos x="98" y="102"/>
                </a:cxn>
                <a:cxn ang="0">
                  <a:pos x="138" y="132"/>
                </a:cxn>
                <a:cxn ang="0">
                  <a:pos x="163" y="144"/>
                </a:cxn>
                <a:cxn ang="0">
                  <a:pos x="193" y="164"/>
                </a:cxn>
                <a:cxn ang="0">
                  <a:pos x="201" y="153"/>
                </a:cxn>
                <a:cxn ang="0">
                  <a:pos x="138" y="106"/>
                </a:cxn>
                <a:cxn ang="0">
                  <a:pos x="134" y="83"/>
                </a:cxn>
                <a:cxn ang="0">
                  <a:pos x="127" y="62"/>
                </a:cxn>
                <a:cxn ang="0">
                  <a:pos x="102" y="37"/>
                </a:cxn>
                <a:cxn ang="0">
                  <a:pos x="95" y="41"/>
                </a:cxn>
                <a:cxn ang="0">
                  <a:pos x="61" y="17"/>
                </a:cxn>
                <a:cxn ang="0">
                  <a:pos x="42" y="7"/>
                </a:cxn>
                <a:cxn ang="0">
                  <a:pos x="17" y="0"/>
                </a:cxn>
              </a:cxnLst>
              <a:rect l="0" t="0" r="r" b="b"/>
              <a:pathLst>
                <a:path w="201" h="164">
                  <a:moveTo>
                    <a:pt x="17" y="0"/>
                  </a:moveTo>
                  <a:lnTo>
                    <a:pt x="0" y="13"/>
                  </a:lnTo>
                  <a:lnTo>
                    <a:pt x="21" y="49"/>
                  </a:lnTo>
                  <a:lnTo>
                    <a:pt x="45" y="56"/>
                  </a:lnTo>
                  <a:lnTo>
                    <a:pt x="74" y="87"/>
                  </a:lnTo>
                  <a:lnTo>
                    <a:pt x="98" y="102"/>
                  </a:lnTo>
                  <a:lnTo>
                    <a:pt x="138" y="132"/>
                  </a:lnTo>
                  <a:lnTo>
                    <a:pt x="163" y="144"/>
                  </a:lnTo>
                  <a:lnTo>
                    <a:pt x="193" y="164"/>
                  </a:lnTo>
                  <a:lnTo>
                    <a:pt x="201" y="153"/>
                  </a:lnTo>
                  <a:lnTo>
                    <a:pt x="138" y="106"/>
                  </a:lnTo>
                  <a:lnTo>
                    <a:pt x="134" y="83"/>
                  </a:lnTo>
                  <a:lnTo>
                    <a:pt x="127" y="62"/>
                  </a:lnTo>
                  <a:lnTo>
                    <a:pt x="102" y="37"/>
                  </a:lnTo>
                  <a:lnTo>
                    <a:pt x="95" y="41"/>
                  </a:lnTo>
                  <a:lnTo>
                    <a:pt x="61" y="17"/>
                  </a:lnTo>
                  <a:lnTo>
                    <a:pt x="42" y="7"/>
                  </a:lnTo>
                  <a:lnTo>
                    <a:pt x="17"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2" name="Freeform 66">
              <a:extLst>
                <a:ext uri="{FF2B5EF4-FFF2-40B4-BE49-F238E27FC236}">
                  <a16:creationId xmlns:a16="http://schemas.microsoft.com/office/drawing/2014/main" id="{2D556746-F624-45D0-9676-3E0E4ED40DB6}"/>
                </a:ext>
              </a:extLst>
            </p:cNvPr>
            <p:cNvSpPr>
              <a:spLocks/>
            </p:cNvSpPr>
            <p:nvPr/>
          </p:nvSpPr>
          <p:spPr bwMode="auto">
            <a:xfrm>
              <a:off x="2937" y="3822"/>
              <a:ext cx="190" cy="52"/>
            </a:xfrm>
            <a:custGeom>
              <a:avLst/>
              <a:gdLst/>
              <a:ahLst/>
              <a:cxnLst>
                <a:cxn ang="0">
                  <a:pos x="78" y="21"/>
                </a:cxn>
                <a:cxn ang="0">
                  <a:pos x="106" y="8"/>
                </a:cxn>
                <a:cxn ang="0">
                  <a:pos x="120" y="21"/>
                </a:cxn>
                <a:cxn ang="0">
                  <a:pos x="131" y="25"/>
                </a:cxn>
                <a:cxn ang="0">
                  <a:pos x="152" y="13"/>
                </a:cxn>
                <a:cxn ang="0">
                  <a:pos x="165" y="8"/>
                </a:cxn>
                <a:cxn ang="0">
                  <a:pos x="226" y="13"/>
                </a:cxn>
                <a:cxn ang="0">
                  <a:pos x="284" y="11"/>
                </a:cxn>
                <a:cxn ang="0">
                  <a:pos x="302" y="28"/>
                </a:cxn>
                <a:cxn ang="0">
                  <a:pos x="302" y="38"/>
                </a:cxn>
                <a:cxn ang="0">
                  <a:pos x="343" y="32"/>
                </a:cxn>
                <a:cxn ang="0">
                  <a:pos x="366" y="36"/>
                </a:cxn>
                <a:cxn ang="0">
                  <a:pos x="379" y="49"/>
                </a:cxn>
                <a:cxn ang="0">
                  <a:pos x="366" y="66"/>
                </a:cxn>
                <a:cxn ang="0">
                  <a:pos x="330" y="64"/>
                </a:cxn>
                <a:cxn ang="0">
                  <a:pos x="305" y="78"/>
                </a:cxn>
                <a:cxn ang="0">
                  <a:pos x="264" y="78"/>
                </a:cxn>
                <a:cxn ang="0">
                  <a:pos x="222" y="95"/>
                </a:cxn>
                <a:cxn ang="0">
                  <a:pos x="186" y="102"/>
                </a:cxn>
                <a:cxn ang="0">
                  <a:pos x="158" y="85"/>
                </a:cxn>
                <a:cxn ang="0">
                  <a:pos x="120" y="64"/>
                </a:cxn>
                <a:cxn ang="0">
                  <a:pos x="82" y="64"/>
                </a:cxn>
                <a:cxn ang="0">
                  <a:pos x="33" y="53"/>
                </a:cxn>
                <a:cxn ang="0">
                  <a:pos x="14" y="38"/>
                </a:cxn>
                <a:cxn ang="0">
                  <a:pos x="0" y="11"/>
                </a:cxn>
                <a:cxn ang="0">
                  <a:pos x="8" y="0"/>
                </a:cxn>
                <a:cxn ang="0">
                  <a:pos x="50" y="8"/>
                </a:cxn>
                <a:cxn ang="0">
                  <a:pos x="78" y="21"/>
                </a:cxn>
              </a:cxnLst>
              <a:rect l="0" t="0" r="r" b="b"/>
              <a:pathLst>
                <a:path w="379" h="102">
                  <a:moveTo>
                    <a:pt x="78" y="21"/>
                  </a:moveTo>
                  <a:lnTo>
                    <a:pt x="106" y="8"/>
                  </a:lnTo>
                  <a:lnTo>
                    <a:pt x="120" y="21"/>
                  </a:lnTo>
                  <a:lnTo>
                    <a:pt x="131" y="25"/>
                  </a:lnTo>
                  <a:lnTo>
                    <a:pt x="152" y="13"/>
                  </a:lnTo>
                  <a:lnTo>
                    <a:pt x="165" y="8"/>
                  </a:lnTo>
                  <a:lnTo>
                    <a:pt x="226" y="13"/>
                  </a:lnTo>
                  <a:lnTo>
                    <a:pt x="284" y="11"/>
                  </a:lnTo>
                  <a:lnTo>
                    <a:pt x="302" y="28"/>
                  </a:lnTo>
                  <a:lnTo>
                    <a:pt x="302" y="38"/>
                  </a:lnTo>
                  <a:lnTo>
                    <a:pt x="343" y="32"/>
                  </a:lnTo>
                  <a:lnTo>
                    <a:pt x="366" y="36"/>
                  </a:lnTo>
                  <a:lnTo>
                    <a:pt x="379" y="49"/>
                  </a:lnTo>
                  <a:lnTo>
                    <a:pt x="366" y="66"/>
                  </a:lnTo>
                  <a:lnTo>
                    <a:pt x="330" y="64"/>
                  </a:lnTo>
                  <a:lnTo>
                    <a:pt x="305" y="78"/>
                  </a:lnTo>
                  <a:lnTo>
                    <a:pt x="264" y="78"/>
                  </a:lnTo>
                  <a:lnTo>
                    <a:pt x="222" y="95"/>
                  </a:lnTo>
                  <a:lnTo>
                    <a:pt x="186" y="102"/>
                  </a:lnTo>
                  <a:lnTo>
                    <a:pt x="158" y="85"/>
                  </a:lnTo>
                  <a:lnTo>
                    <a:pt x="120" y="64"/>
                  </a:lnTo>
                  <a:lnTo>
                    <a:pt x="82" y="64"/>
                  </a:lnTo>
                  <a:lnTo>
                    <a:pt x="33" y="53"/>
                  </a:lnTo>
                  <a:lnTo>
                    <a:pt x="14" y="38"/>
                  </a:lnTo>
                  <a:lnTo>
                    <a:pt x="0" y="11"/>
                  </a:lnTo>
                  <a:lnTo>
                    <a:pt x="8" y="0"/>
                  </a:lnTo>
                  <a:lnTo>
                    <a:pt x="50" y="8"/>
                  </a:lnTo>
                  <a:lnTo>
                    <a:pt x="78" y="21"/>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3" name="Freeform 67">
              <a:extLst>
                <a:ext uri="{FF2B5EF4-FFF2-40B4-BE49-F238E27FC236}">
                  <a16:creationId xmlns:a16="http://schemas.microsoft.com/office/drawing/2014/main" id="{81B9B005-C3A2-4184-AB9E-444538429585}"/>
                </a:ext>
              </a:extLst>
            </p:cNvPr>
            <p:cNvSpPr>
              <a:spLocks/>
            </p:cNvSpPr>
            <p:nvPr/>
          </p:nvSpPr>
          <p:spPr bwMode="auto">
            <a:xfrm>
              <a:off x="3018" y="3449"/>
              <a:ext cx="28" cy="27"/>
            </a:xfrm>
            <a:custGeom>
              <a:avLst/>
              <a:gdLst/>
              <a:ahLst/>
              <a:cxnLst>
                <a:cxn ang="0">
                  <a:pos x="57" y="0"/>
                </a:cxn>
                <a:cxn ang="0">
                  <a:pos x="21" y="0"/>
                </a:cxn>
                <a:cxn ang="0">
                  <a:pos x="4" y="12"/>
                </a:cxn>
                <a:cxn ang="0">
                  <a:pos x="0" y="29"/>
                </a:cxn>
                <a:cxn ang="0">
                  <a:pos x="0" y="50"/>
                </a:cxn>
                <a:cxn ang="0">
                  <a:pos x="17" y="53"/>
                </a:cxn>
                <a:cxn ang="0">
                  <a:pos x="50" y="33"/>
                </a:cxn>
                <a:cxn ang="0">
                  <a:pos x="57" y="0"/>
                </a:cxn>
              </a:cxnLst>
              <a:rect l="0" t="0" r="r" b="b"/>
              <a:pathLst>
                <a:path w="57" h="53">
                  <a:moveTo>
                    <a:pt x="57" y="0"/>
                  </a:moveTo>
                  <a:lnTo>
                    <a:pt x="21" y="0"/>
                  </a:lnTo>
                  <a:lnTo>
                    <a:pt x="4" y="12"/>
                  </a:lnTo>
                  <a:lnTo>
                    <a:pt x="0" y="29"/>
                  </a:lnTo>
                  <a:lnTo>
                    <a:pt x="0" y="50"/>
                  </a:lnTo>
                  <a:lnTo>
                    <a:pt x="17" y="53"/>
                  </a:lnTo>
                  <a:lnTo>
                    <a:pt x="50" y="33"/>
                  </a:lnTo>
                  <a:lnTo>
                    <a:pt x="57"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4" name="Freeform 68">
              <a:extLst>
                <a:ext uri="{FF2B5EF4-FFF2-40B4-BE49-F238E27FC236}">
                  <a16:creationId xmlns:a16="http://schemas.microsoft.com/office/drawing/2014/main" id="{5E0DA675-EA00-405B-9914-5979660E1B99}"/>
                </a:ext>
              </a:extLst>
            </p:cNvPr>
            <p:cNvSpPr>
              <a:spLocks/>
            </p:cNvSpPr>
            <p:nvPr/>
          </p:nvSpPr>
          <p:spPr bwMode="auto">
            <a:xfrm>
              <a:off x="3211" y="3698"/>
              <a:ext cx="39" cy="21"/>
            </a:xfrm>
            <a:custGeom>
              <a:avLst/>
              <a:gdLst/>
              <a:ahLst/>
              <a:cxnLst>
                <a:cxn ang="0">
                  <a:pos x="77" y="11"/>
                </a:cxn>
                <a:cxn ang="0">
                  <a:pos x="42" y="41"/>
                </a:cxn>
                <a:cxn ang="0">
                  <a:pos x="17" y="41"/>
                </a:cxn>
                <a:cxn ang="0">
                  <a:pos x="0" y="28"/>
                </a:cxn>
                <a:cxn ang="0">
                  <a:pos x="11" y="3"/>
                </a:cxn>
                <a:cxn ang="0">
                  <a:pos x="49" y="0"/>
                </a:cxn>
                <a:cxn ang="0">
                  <a:pos x="77" y="11"/>
                </a:cxn>
              </a:cxnLst>
              <a:rect l="0" t="0" r="r" b="b"/>
              <a:pathLst>
                <a:path w="77" h="41">
                  <a:moveTo>
                    <a:pt x="77" y="11"/>
                  </a:moveTo>
                  <a:lnTo>
                    <a:pt x="42" y="41"/>
                  </a:lnTo>
                  <a:lnTo>
                    <a:pt x="17" y="41"/>
                  </a:lnTo>
                  <a:lnTo>
                    <a:pt x="0" y="28"/>
                  </a:lnTo>
                  <a:lnTo>
                    <a:pt x="11" y="3"/>
                  </a:lnTo>
                  <a:lnTo>
                    <a:pt x="49" y="0"/>
                  </a:lnTo>
                  <a:lnTo>
                    <a:pt x="77" y="11"/>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5" name="Freeform 69">
              <a:extLst>
                <a:ext uri="{FF2B5EF4-FFF2-40B4-BE49-F238E27FC236}">
                  <a16:creationId xmlns:a16="http://schemas.microsoft.com/office/drawing/2014/main" id="{4DEBF3BF-CBE6-44F3-A300-1ECC25242A73}"/>
                </a:ext>
              </a:extLst>
            </p:cNvPr>
            <p:cNvSpPr>
              <a:spLocks/>
            </p:cNvSpPr>
            <p:nvPr/>
          </p:nvSpPr>
          <p:spPr bwMode="auto">
            <a:xfrm>
              <a:off x="3217" y="3746"/>
              <a:ext cx="39" cy="31"/>
            </a:xfrm>
            <a:custGeom>
              <a:avLst/>
              <a:gdLst/>
              <a:ahLst/>
              <a:cxnLst>
                <a:cxn ang="0">
                  <a:pos x="80" y="0"/>
                </a:cxn>
                <a:cxn ang="0">
                  <a:pos x="80" y="21"/>
                </a:cxn>
                <a:cxn ang="0">
                  <a:pos x="31" y="54"/>
                </a:cxn>
                <a:cxn ang="0">
                  <a:pos x="10" y="63"/>
                </a:cxn>
                <a:cxn ang="0">
                  <a:pos x="0" y="59"/>
                </a:cxn>
                <a:cxn ang="0">
                  <a:pos x="8" y="36"/>
                </a:cxn>
                <a:cxn ang="0">
                  <a:pos x="42" y="12"/>
                </a:cxn>
                <a:cxn ang="0">
                  <a:pos x="80" y="0"/>
                </a:cxn>
              </a:cxnLst>
              <a:rect l="0" t="0" r="r" b="b"/>
              <a:pathLst>
                <a:path w="80" h="63">
                  <a:moveTo>
                    <a:pt x="80" y="0"/>
                  </a:moveTo>
                  <a:lnTo>
                    <a:pt x="80" y="21"/>
                  </a:lnTo>
                  <a:lnTo>
                    <a:pt x="31" y="54"/>
                  </a:lnTo>
                  <a:lnTo>
                    <a:pt x="10" y="63"/>
                  </a:lnTo>
                  <a:lnTo>
                    <a:pt x="0" y="59"/>
                  </a:lnTo>
                  <a:lnTo>
                    <a:pt x="8" y="36"/>
                  </a:lnTo>
                  <a:lnTo>
                    <a:pt x="42" y="12"/>
                  </a:lnTo>
                  <a:lnTo>
                    <a:pt x="80"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6" name="Freeform 70">
              <a:extLst>
                <a:ext uri="{FF2B5EF4-FFF2-40B4-BE49-F238E27FC236}">
                  <a16:creationId xmlns:a16="http://schemas.microsoft.com/office/drawing/2014/main" id="{B3C60EE8-DAEF-4E21-9313-DA1B7B46BBCC}"/>
                </a:ext>
              </a:extLst>
            </p:cNvPr>
            <p:cNvSpPr>
              <a:spLocks/>
            </p:cNvSpPr>
            <p:nvPr/>
          </p:nvSpPr>
          <p:spPr bwMode="auto">
            <a:xfrm>
              <a:off x="3071" y="3495"/>
              <a:ext cx="49" cy="35"/>
            </a:xfrm>
            <a:custGeom>
              <a:avLst/>
              <a:gdLst/>
              <a:ahLst/>
              <a:cxnLst>
                <a:cxn ang="0">
                  <a:pos x="53" y="0"/>
                </a:cxn>
                <a:cxn ang="0">
                  <a:pos x="99" y="50"/>
                </a:cxn>
                <a:cxn ang="0">
                  <a:pos x="91" y="63"/>
                </a:cxn>
                <a:cxn ang="0">
                  <a:pos x="67" y="70"/>
                </a:cxn>
                <a:cxn ang="0">
                  <a:pos x="63" y="53"/>
                </a:cxn>
                <a:cxn ang="0">
                  <a:pos x="53" y="46"/>
                </a:cxn>
                <a:cxn ang="0">
                  <a:pos x="38" y="53"/>
                </a:cxn>
                <a:cxn ang="0">
                  <a:pos x="21" y="42"/>
                </a:cxn>
                <a:cxn ang="0">
                  <a:pos x="14" y="33"/>
                </a:cxn>
                <a:cxn ang="0">
                  <a:pos x="25" y="25"/>
                </a:cxn>
                <a:cxn ang="0">
                  <a:pos x="4" y="36"/>
                </a:cxn>
                <a:cxn ang="0">
                  <a:pos x="0" y="25"/>
                </a:cxn>
                <a:cxn ang="0">
                  <a:pos x="29" y="14"/>
                </a:cxn>
                <a:cxn ang="0">
                  <a:pos x="53" y="0"/>
                </a:cxn>
              </a:cxnLst>
              <a:rect l="0" t="0" r="r" b="b"/>
              <a:pathLst>
                <a:path w="99" h="70">
                  <a:moveTo>
                    <a:pt x="53" y="0"/>
                  </a:moveTo>
                  <a:lnTo>
                    <a:pt x="99" y="50"/>
                  </a:lnTo>
                  <a:lnTo>
                    <a:pt x="91" y="63"/>
                  </a:lnTo>
                  <a:lnTo>
                    <a:pt x="67" y="70"/>
                  </a:lnTo>
                  <a:lnTo>
                    <a:pt x="63" y="53"/>
                  </a:lnTo>
                  <a:lnTo>
                    <a:pt x="53" y="46"/>
                  </a:lnTo>
                  <a:lnTo>
                    <a:pt x="38" y="53"/>
                  </a:lnTo>
                  <a:lnTo>
                    <a:pt x="21" y="42"/>
                  </a:lnTo>
                  <a:lnTo>
                    <a:pt x="14" y="33"/>
                  </a:lnTo>
                  <a:lnTo>
                    <a:pt x="25" y="25"/>
                  </a:lnTo>
                  <a:lnTo>
                    <a:pt x="4" y="36"/>
                  </a:lnTo>
                  <a:lnTo>
                    <a:pt x="0" y="25"/>
                  </a:lnTo>
                  <a:lnTo>
                    <a:pt x="29" y="14"/>
                  </a:lnTo>
                  <a:lnTo>
                    <a:pt x="53" y="0"/>
                  </a:lnTo>
                  <a:close/>
                </a:path>
              </a:pathLst>
            </a:custGeom>
            <a:grpFill/>
            <a:ln w="6350">
              <a:solidFill>
                <a:srgbClr val="FFFFFF"/>
              </a:solidFill>
              <a:prstDash val="solid"/>
              <a:round/>
              <a:headEnd/>
              <a:tailEnd/>
            </a:ln>
          </p:spPr>
          <p:txBody>
            <a:bodyPr/>
            <a:lstStyle/>
            <a:p>
              <a:endParaRPr lang="tr-TR" sz="1904" dirty="0">
                <a:latin typeface="Myriad Pro"/>
              </a:endParaRPr>
            </a:p>
          </p:txBody>
        </p:sp>
      </p:grpSp>
      <p:grpSp>
        <p:nvGrpSpPr>
          <p:cNvPr id="37" name="Group 89">
            <a:extLst>
              <a:ext uri="{FF2B5EF4-FFF2-40B4-BE49-F238E27FC236}">
                <a16:creationId xmlns:a16="http://schemas.microsoft.com/office/drawing/2014/main" id="{DBEBB209-EDF4-419F-A0EE-D62248B42CAA}"/>
              </a:ext>
            </a:extLst>
          </p:cNvPr>
          <p:cNvGrpSpPr>
            <a:grpSpLocks/>
          </p:cNvGrpSpPr>
          <p:nvPr/>
        </p:nvGrpSpPr>
        <p:grpSpPr bwMode="auto">
          <a:xfrm>
            <a:off x="3022889" y="3332755"/>
            <a:ext cx="3461842" cy="1833920"/>
            <a:chOff x="3077" y="3122"/>
            <a:chExt cx="1290" cy="634"/>
          </a:xfrm>
          <a:solidFill>
            <a:srgbClr val="FF0000"/>
          </a:solidFill>
        </p:grpSpPr>
        <p:sp>
          <p:nvSpPr>
            <p:cNvPr id="38" name="Freeform 84">
              <a:extLst>
                <a:ext uri="{FF2B5EF4-FFF2-40B4-BE49-F238E27FC236}">
                  <a16:creationId xmlns:a16="http://schemas.microsoft.com/office/drawing/2014/main" id="{163DF05E-DA50-41D4-9811-9F3F2DFA59D5}"/>
                </a:ext>
              </a:extLst>
            </p:cNvPr>
            <p:cNvSpPr>
              <a:spLocks/>
            </p:cNvSpPr>
            <p:nvPr/>
          </p:nvSpPr>
          <p:spPr bwMode="auto">
            <a:xfrm>
              <a:off x="3077" y="3275"/>
              <a:ext cx="189" cy="162"/>
            </a:xfrm>
            <a:custGeom>
              <a:avLst/>
              <a:gdLst/>
              <a:ahLst/>
              <a:cxnLst>
                <a:cxn ang="0">
                  <a:pos x="66" y="53"/>
                </a:cxn>
                <a:cxn ang="0">
                  <a:pos x="60" y="134"/>
                </a:cxn>
                <a:cxn ang="0">
                  <a:pos x="0" y="221"/>
                </a:cxn>
                <a:cxn ang="0">
                  <a:pos x="13" y="238"/>
                </a:cxn>
                <a:cxn ang="0">
                  <a:pos x="81" y="233"/>
                </a:cxn>
                <a:cxn ang="0">
                  <a:pos x="49" y="271"/>
                </a:cxn>
                <a:cxn ang="0">
                  <a:pos x="36" y="286"/>
                </a:cxn>
                <a:cxn ang="0">
                  <a:pos x="41" y="324"/>
                </a:cxn>
                <a:cxn ang="0">
                  <a:pos x="94" y="263"/>
                </a:cxn>
                <a:cxn ang="0">
                  <a:pos x="127" y="246"/>
                </a:cxn>
                <a:cxn ang="0">
                  <a:pos x="183" y="172"/>
                </a:cxn>
                <a:cxn ang="0">
                  <a:pos x="250" y="134"/>
                </a:cxn>
                <a:cxn ang="0">
                  <a:pos x="352" y="130"/>
                </a:cxn>
                <a:cxn ang="0">
                  <a:pos x="377" y="119"/>
                </a:cxn>
                <a:cxn ang="0">
                  <a:pos x="373" y="98"/>
                </a:cxn>
                <a:cxn ang="0">
                  <a:pos x="324" y="57"/>
                </a:cxn>
                <a:cxn ang="0">
                  <a:pos x="299" y="60"/>
                </a:cxn>
                <a:cxn ang="0">
                  <a:pos x="291" y="49"/>
                </a:cxn>
                <a:cxn ang="0">
                  <a:pos x="263" y="49"/>
                </a:cxn>
                <a:cxn ang="0">
                  <a:pos x="221" y="4"/>
                </a:cxn>
                <a:cxn ang="0">
                  <a:pos x="176" y="0"/>
                </a:cxn>
                <a:cxn ang="0">
                  <a:pos x="134" y="11"/>
                </a:cxn>
                <a:cxn ang="0">
                  <a:pos x="98" y="28"/>
                </a:cxn>
                <a:cxn ang="0">
                  <a:pos x="66" y="53"/>
                </a:cxn>
              </a:cxnLst>
              <a:rect l="0" t="0" r="r" b="b"/>
              <a:pathLst>
                <a:path w="377" h="324">
                  <a:moveTo>
                    <a:pt x="66" y="53"/>
                  </a:moveTo>
                  <a:lnTo>
                    <a:pt x="60" y="134"/>
                  </a:lnTo>
                  <a:lnTo>
                    <a:pt x="0" y="221"/>
                  </a:lnTo>
                  <a:lnTo>
                    <a:pt x="13" y="238"/>
                  </a:lnTo>
                  <a:lnTo>
                    <a:pt x="81" y="233"/>
                  </a:lnTo>
                  <a:lnTo>
                    <a:pt x="49" y="271"/>
                  </a:lnTo>
                  <a:lnTo>
                    <a:pt x="36" y="286"/>
                  </a:lnTo>
                  <a:lnTo>
                    <a:pt x="41" y="324"/>
                  </a:lnTo>
                  <a:lnTo>
                    <a:pt x="94" y="263"/>
                  </a:lnTo>
                  <a:lnTo>
                    <a:pt x="127" y="246"/>
                  </a:lnTo>
                  <a:lnTo>
                    <a:pt x="183" y="172"/>
                  </a:lnTo>
                  <a:lnTo>
                    <a:pt x="250" y="134"/>
                  </a:lnTo>
                  <a:lnTo>
                    <a:pt x="352" y="130"/>
                  </a:lnTo>
                  <a:lnTo>
                    <a:pt x="377" y="119"/>
                  </a:lnTo>
                  <a:lnTo>
                    <a:pt x="373" y="98"/>
                  </a:lnTo>
                  <a:lnTo>
                    <a:pt x="324" y="57"/>
                  </a:lnTo>
                  <a:lnTo>
                    <a:pt x="299" y="60"/>
                  </a:lnTo>
                  <a:lnTo>
                    <a:pt x="291" y="49"/>
                  </a:lnTo>
                  <a:lnTo>
                    <a:pt x="263" y="49"/>
                  </a:lnTo>
                  <a:lnTo>
                    <a:pt x="221" y="4"/>
                  </a:lnTo>
                  <a:lnTo>
                    <a:pt x="176" y="0"/>
                  </a:lnTo>
                  <a:lnTo>
                    <a:pt x="134" y="11"/>
                  </a:lnTo>
                  <a:lnTo>
                    <a:pt x="98" y="28"/>
                  </a:lnTo>
                  <a:lnTo>
                    <a:pt x="66" y="53"/>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9" name="Freeform 85">
              <a:extLst>
                <a:ext uri="{FF2B5EF4-FFF2-40B4-BE49-F238E27FC236}">
                  <a16:creationId xmlns:a16="http://schemas.microsoft.com/office/drawing/2014/main" id="{05D20CDA-7C5F-41A8-8468-FBA3E3984B9B}"/>
                </a:ext>
              </a:extLst>
            </p:cNvPr>
            <p:cNvSpPr>
              <a:spLocks/>
            </p:cNvSpPr>
            <p:nvPr/>
          </p:nvSpPr>
          <p:spPr bwMode="auto">
            <a:xfrm>
              <a:off x="3106" y="3122"/>
              <a:ext cx="1261" cy="634"/>
            </a:xfrm>
            <a:custGeom>
              <a:avLst/>
              <a:gdLst/>
              <a:ahLst/>
              <a:cxnLst>
                <a:cxn ang="0">
                  <a:pos x="414" y="481"/>
                </a:cxn>
                <a:cxn ang="0">
                  <a:pos x="350" y="439"/>
                </a:cxn>
                <a:cxn ang="0">
                  <a:pos x="536" y="375"/>
                </a:cxn>
                <a:cxn ang="0">
                  <a:pos x="655" y="320"/>
                </a:cxn>
                <a:cxn ang="0">
                  <a:pos x="795" y="206"/>
                </a:cxn>
                <a:cxn ang="0">
                  <a:pos x="1021" y="155"/>
                </a:cxn>
                <a:cxn ang="0">
                  <a:pos x="1098" y="202"/>
                </a:cxn>
                <a:cxn ang="0">
                  <a:pos x="1210" y="221"/>
                </a:cxn>
                <a:cxn ang="0">
                  <a:pos x="1288" y="214"/>
                </a:cxn>
                <a:cxn ang="0">
                  <a:pos x="1547" y="227"/>
                </a:cxn>
                <a:cxn ang="0">
                  <a:pos x="1638" y="176"/>
                </a:cxn>
                <a:cxn ang="0">
                  <a:pos x="1773" y="147"/>
                </a:cxn>
                <a:cxn ang="0">
                  <a:pos x="1849" y="49"/>
                </a:cxn>
                <a:cxn ang="0">
                  <a:pos x="1975" y="49"/>
                </a:cxn>
                <a:cxn ang="0">
                  <a:pos x="2053" y="7"/>
                </a:cxn>
                <a:cxn ang="0">
                  <a:pos x="2193" y="161"/>
                </a:cxn>
                <a:cxn ang="0">
                  <a:pos x="2326" y="320"/>
                </a:cxn>
                <a:cxn ang="0">
                  <a:pos x="2411" y="432"/>
                </a:cxn>
                <a:cxn ang="0">
                  <a:pos x="2474" y="536"/>
                </a:cxn>
                <a:cxn ang="0">
                  <a:pos x="2523" y="650"/>
                </a:cxn>
                <a:cxn ang="0">
                  <a:pos x="2390" y="684"/>
                </a:cxn>
                <a:cxn ang="0">
                  <a:pos x="2326" y="691"/>
                </a:cxn>
                <a:cxn ang="0">
                  <a:pos x="2243" y="678"/>
                </a:cxn>
                <a:cxn ang="0">
                  <a:pos x="2178" y="727"/>
                </a:cxn>
                <a:cxn ang="0">
                  <a:pos x="2074" y="748"/>
                </a:cxn>
                <a:cxn ang="0">
                  <a:pos x="2004" y="818"/>
                </a:cxn>
                <a:cxn ang="0">
                  <a:pos x="1849" y="902"/>
                </a:cxn>
                <a:cxn ang="0">
                  <a:pos x="1744" y="930"/>
                </a:cxn>
                <a:cxn ang="0">
                  <a:pos x="1653" y="930"/>
                </a:cxn>
                <a:cxn ang="0">
                  <a:pos x="1470" y="943"/>
                </a:cxn>
                <a:cxn ang="0">
                  <a:pos x="1441" y="1036"/>
                </a:cxn>
                <a:cxn ang="0">
                  <a:pos x="1337" y="1078"/>
                </a:cxn>
                <a:cxn ang="0">
                  <a:pos x="1350" y="1000"/>
                </a:cxn>
                <a:cxn ang="0">
                  <a:pos x="1295" y="1021"/>
                </a:cxn>
                <a:cxn ang="0">
                  <a:pos x="1153" y="1036"/>
                </a:cxn>
                <a:cxn ang="0">
                  <a:pos x="1062" y="1155"/>
                </a:cxn>
                <a:cxn ang="0">
                  <a:pos x="790" y="1135"/>
                </a:cxn>
                <a:cxn ang="0">
                  <a:pos x="628" y="1106"/>
                </a:cxn>
                <a:cxn ang="0">
                  <a:pos x="600" y="1205"/>
                </a:cxn>
                <a:cxn ang="0">
                  <a:pos x="502" y="1267"/>
                </a:cxn>
                <a:cxn ang="0">
                  <a:pos x="439" y="1226"/>
                </a:cxn>
                <a:cxn ang="0">
                  <a:pos x="350" y="1169"/>
                </a:cxn>
                <a:cxn ang="0">
                  <a:pos x="280" y="1140"/>
                </a:cxn>
                <a:cxn ang="0">
                  <a:pos x="217" y="1112"/>
                </a:cxn>
                <a:cxn ang="0">
                  <a:pos x="181" y="1070"/>
                </a:cxn>
                <a:cxn ang="0">
                  <a:pos x="161" y="1008"/>
                </a:cxn>
                <a:cxn ang="0">
                  <a:pos x="28" y="896"/>
                </a:cxn>
                <a:cxn ang="0">
                  <a:pos x="70" y="881"/>
                </a:cxn>
                <a:cxn ang="0">
                  <a:pos x="70" y="782"/>
                </a:cxn>
                <a:cxn ang="0">
                  <a:pos x="13" y="727"/>
                </a:cxn>
                <a:cxn ang="0">
                  <a:pos x="56" y="564"/>
                </a:cxn>
                <a:cxn ang="0">
                  <a:pos x="140" y="579"/>
                </a:cxn>
                <a:cxn ang="0">
                  <a:pos x="202" y="543"/>
                </a:cxn>
              </a:cxnLst>
              <a:rect l="0" t="0" r="r" b="b"/>
              <a:pathLst>
                <a:path w="2523" h="1267">
                  <a:moveTo>
                    <a:pt x="337" y="536"/>
                  </a:moveTo>
                  <a:lnTo>
                    <a:pt x="344" y="489"/>
                  </a:lnTo>
                  <a:lnTo>
                    <a:pt x="414" y="481"/>
                  </a:lnTo>
                  <a:lnTo>
                    <a:pt x="433" y="481"/>
                  </a:lnTo>
                  <a:lnTo>
                    <a:pt x="399" y="453"/>
                  </a:lnTo>
                  <a:lnTo>
                    <a:pt x="350" y="439"/>
                  </a:lnTo>
                  <a:lnTo>
                    <a:pt x="350" y="411"/>
                  </a:lnTo>
                  <a:lnTo>
                    <a:pt x="452" y="382"/>
                  </a:lnTo>
                  <a:lnTo>
                    <a:pt x="536" y="375"/>
                  </a:lnTo>
                  <a:lnTo>
                    <a:pt x="593" y="346"/>
                  </a:lnTo>
                  <a:lnTo>
                    <a:pt x="628" y="362"/>
                  </a:lnTo>
                  <a:lnTo>
                    <a:pt x="655" y="320"/>
                  </a:lnTo>
                  <a:lnTo>
                    <a:pt x="719" y="263"/>
                  </a:lnTo>
                  <a:lnTo>
                    <a:pt x="761" y="227"/>
                  </a:lnTo>
                  <a:lnTo>
                    <a:pt x="795" y="206"/>
                  </a:lnTo>
                  <a:lnTo>
                    <a:pt x="860" y="206"/>
                  </a:lnTo>
                  <a:lnTo>
                    <a:pt x="922" y="187"/>
                  </a:lnTo>
                  <a:lnTo>
                    <a:pt x="1021" y="155"/>
                  </a:lnTo>
                  <a:lnTo>
                    <a:pt x="1041" y="155"/>
                  </a:lnTo>
                  <a:lnTo>
                    <a:pt x="1070" y="182"/>
                  </a:lnTo>
                  <a:lnTo>
                    <a:pt x="1098" y="202"/>
                  </a:lnTo>
                  <a:lnTo>
                    <a:pt x="1140" y="182"/>
                  </a:lnTo>
                  <a:lnTo>
                    <a:pt x="1182" y="202"/>
                  </a:lnTo>
                  <a:lnTo>
                    <a:pt x="1210" y="221"/>
                  </a:lnTo>
                  <a:lnTo>
                    <a:pt x="1246" y="227"/>
                  </a:lnTo>
                  <a:lnTo>
                    <a:pt x="1267" y="242"/>
                  </a:lnTo>
                  <a:lnTo>
                    <a:pt x="1288" y="214"/>
                  </a:lnTo>
                  <a:lnTo>
                    <a:pt x="1350" y="235"/>
                  </a:lnTo>
                  <a:lnTo>
                    <a:pt x="1456" y="242"/>
                  </a:lnTo>
                  <a:lnTo>
                    <a:pt x="1547" y="227"/>
                  </a:lnTo>
                  <a:lnTo>
                    <a:pt x="1589" y="206"/>
                  </a:lnTo>
                  <a:lnTo>
                    <a:pt x="1610" y="195"/>
                  </a:lnTo>
                  <a:lnTo>
                    <a:pt x="1638" y="176"/>
                  </a:lnTo>
                  <a:lnTo>
                    <a:pt x="1688" y="187"/>
                  </a:lnTo>
                  <a:lnTo>
                    <a:pt x="1729" y="182"/>
                  </a:lnTo>
                  <a:lnTo>
                    <a:pt x="1773" y="147"/>
                  </a:lnTo>
                  <a:lnTo>
                    <a:pt x="1835" y="106"/>
                  </a:lnTo>
                  <a:lnTo>
                    <a:pt x="1843" y="77"/>
                  </a:lnTo>
                  <a:lnTo>
                    <a:pt x="1849" y="49"/>
                  </a:lnTo>
                  <a:lnTo>
                    <a:pt x="1885" y="41"/>
                  </a:lnTo>
                  <a:lnTo>
                    <a:pt x="1919" y="49"/>
                  </a:lnTo>
                  <a:lnTo>
                    <a:pt x="1975" y="49"/>
                  </a:lnTo>
                  <a:lnTo>
                    <a:pt x="1996" y="28"/>
                  </a:lnTo>
                  <a:lnTo>
                    <a:pt x="2025" y="0"/>
                  </a:lnTo>
                  <a:lnTo>
                    <a:pt x="2053" y="7"/>
                  </a:lnTo>
                  <a:lnTo>
                    <a:pt x="2066" y="36"/>
                  </a:lnTo>
                  <a:lnTo>
                    <a:pt x="2144" y="49"/>
                  </a:lnTo>
                  <a:lnTo>
                    <a:pt x="2193" y="161"/>
                  </a:lnTo>
                  <a:lnTo>
                    <a:pt x="2347" y="168"/>
                  </a:lnTo>
                  <a:lnTo>
                    <a:pt x="2396" y="227"/>
                  </a:lnTo>
                  <a:lnTo>
                    <a:pt x="2326" y="320"/>
                  </a:lnTo>
                  <a:lnTo>
                    <a:pt x="2362" y="346"/>
                  </a:lnTo>
                  <a:lnTo>
                    <a:pt x="2354" y="411"/>
                  </a:lnTo>
                  <a:lnTo>
                    <a:pt x="2411" y="432"/>
                  </a:lnTo>
                  <a:lnTo>
                    <a:pt x="2383" y="523"/>
                  </a:lnTo>
                  <a:lnTo>
                    <a:pt x="2424" y="523"/>
                  </a:lnTo>
                  <a:lnTo>
                    <a:pt x="2474" y="536"/>
                  </a:lnTo>
                  <a:lnTo>
                    <a:pt x="2466" y="564"/>
                  </a:lnTo>
                  <a:lnTo>
                    <a:pt x="2481" y="608"/>
                  </a:lnTo>
                  <a:lnTo>
                    <a:pt x="2523" y="650"/>
                  </a:lnTo>
                  <a:lnTo>
                    <a:pt x="2495" y="663"/>
                  </a:lnTo>
                  <a:lnTo>
                    <a:pt x="2460" y="670"/>
                  </a:lnTo>
                  <a:lnTo>
                    <a:pt x="2390" y="684"/>
                  </a:lnTo>
                  <a:lnTo>
                    <a:pt x="2362" y="699"/>
                  </a:lnTo>
                  <a:lnTo>
                    <a:pt x="2326" y="670"/>
                  </a:lnTo>
                  <a:lnTo>
                    <a:pt x="2326" y="691"/>
                  </a:lnTo>
                  <a:lnTo>
                    <a:pt x="2305" y="705"/>
                  </a:lnTo>
                  <a:lnTo>
                    <a:pt x="2271" y="712"/>
                  </a:lnTo>
                  <a:lnTo>
                    <a:pt x="2243" y="678"/>
                  </a:lnTo>
                  <a:lnTo>
                    <a:pt x="2201" y="699"/>
                  </a:lnTo>
                  <a:lnTo>
                    <a:pt x="2214" y="727"/>
                  </a:lnTo>
                  <a:lnTo>
                    <a:pt x="2178" y="727"/>
                  </a:lnTo>
                  <a:lnTo>
                    <a:pt x="2123" y="727"/>
                  </a:lnTo>
                  <a:lnTo>
                    <a:pt x="2102" y="754"/>
                  </a:lnTo>
                  <a:lnTo>
                    <a:pt x="2074" y="748"/>
                  </a:lnTo>
                  <a:lnTo>
                    <a:pt x="2046" y="754"/>
                  </a:lnTo>
                  <a:lnTo>
                    <a:pt x="2046" y="775"/>
                  </a:lnTo>
                  <a:lnTo>
                    <a:pt x="2004" y="818"/>
                  </a:lnTo>
                  <a:lnTo>
                    <a:pt x="1947" y="867"/>
                  </a:lnTo>
                  <a:lnTo>
                    <a:pt x="1856" y="873"/>
                  </a:lnTo>
                  <a:lnTo>
                    <a:pt x="1849" y="902"/>
                  </a:lnTo>
                  <a:lnTo>
                    <a:pt x="1843" y="917"/>
                  </a:lnTo>
                  <a:lnTo>
                    <a:pt x="1794" y="917"/>
                  </a:lnTo>
                  <a:lnTo>
                    <a:pt x="1744" y="930"/>
                  </a:lnTo>
                  <a:lnTo>
                    <a:pt x="1701" y="917"/>
                  </a:lnTo>
                  <a:lnTo>
                    <a:pt x="1680" y="902"/>
                  </a:lnTo>
                  <a:lnTo>
                    <a:pt x="1653" y="930"/>
                  </a:lnTo>
                  <a:lnTo>
                    <a:pt x="1589" y="958"/>
                  </a:lnTo>
                  <a:lnTo>
                    <a:pt x="1511" y="958"/>
                  </a:lnTo>
                  <a:lnTo>
                    <a:pt x="1470" y="943"/>
                  </a:lnTo>
                  <a:lnTo>
                    <a:pt x="1436" y="979"/>
                  </a:lnTo>
                  <a:lnTo>
                    <a:pt x="1441" y="1036"/>
                  </a:lnTo>
                  <a:lnTo>
                    <a:pt x="1441" y="1036"/>
                  </a:lnTo>
                  <a:lnTo>
                    <a:pt x="1400" y="1112"/>
                  </a:lnTo>
                  <a:lnTo>
                    <a:pt x="1365" y="1127"/>
                  </a:lnTo>
                  <a:lnTo>
                    <a:pt x="1337" y="1078"/>
                  </a:lnTo>
                  <a:lnTo>
                    <a:pt x="1322" y="1057"/>
                  </a:lnTo>
                  <a:lnTo>
                    <a:pt x="1337" y="1021"/>
                  </a:lnTo>
                  <a:lnTo>
                    <a:pt x="1350" y="1000"/>
                  </a:lnTo>
                  <a:lnTo>
                    <a:pt x="1337" y="987"/>
                  </a:lnTo>
                  <a:lnTo>
                    <a:pt x="1316" y="987"/>
                  </a:lnTo>
                  <a:lnTo>
                    <a:pt x="1295" y="1021"/>
                  </a:lnTo>
                  <a:lnTo>
                    <a:pt x="1252" y="1057"/>
                  </a:lnTo>
                  <a:lnTo>
                    <a:pt x="1210" y="1042"/>
                  </a:lnTo>
                  <a:lnTo>
                    <a:pt x="1153" y="1036"/>
                  </a:lnTo>
                  <a:lnTo>
                    <a:pt x="1091" y="1119"/>
                  </a:lnTo>
                  <a:lnTo>
                    <a:pt x="1070" y="1135"/>
                  </a:lnTo>
                  <a:lnTo>
                    <a:pt x="1062" y="1155"/>
                  </a:lnTo>
                  <a:lnTo>
                    <a:pt x="971" y="1184"/>
                  </a:lnTo>
                  <a:lnTo>
                    <a:pt x="951" y="1184"/>
                  </a:lnTo>
                  <a:lnTo>
                    <a:pt x="790" y="1135"/>
                  </a:lnTo>
                  <a:lnTo>
                    <a:pt x="740" y="1127"/>
                  </a:lnTo>
                  <a:lnTo>
                    <a:pt x="683" y="1112"/>
                  </a:lnTo>
                  <a:lnTo>
                    <a:pt x="628" y="1106"/>
                  </a:lnTo>
                  <a:lnTo>
                    <a:pt x="613" y="1140"/>
                  </a:lnTo>
                  <a:lnTo>
                    <a:pt x="606" y="1190"/>
                  </a:lnTo>
                  <a:lnTo>
                    <a:pt x="600" y="1205"/>
                  </a:lnTo>
                  <a:lnTo>
                    <a:pt x="557" y="1218"/>
                  </a:lnTo>
                  <a:lnTo>
                    <a:pt x="551" y="1218"/>
                  </a:lnTo>
                  <a:lnTo>
                    <a:pt x="502" y="1267"/>
                  </a:lnTo>
                  <a:lnTo>
                    <a:pt x="473" y="1267"/>
                  </a:lnTo>
                  <a:lnTo>
                    <a:pt x="460" y="1231"/>
                  </a:lnTo>
                  <a:lnTo>
                    <a:pt x="439" y="1226"/>
                  </a:lnTo>
                  <a:lnTo>
                    <a:pt x="414" y="1205"/>
                  </a:lnTo>
                  <a:lnTo>
                    <a:pt x="407" y="1176"/>
                  </a:lnTo>
                  <a:lnTo>
                    <a:pt x="350" y="1169"/>
                  </a:lnTo>
                  <a:lnTo>
                    <a:pt x="322" y="1155"/>
                  </a:lnTo>
                  <a:lnTo>
                    <a:pt x="316" y="1140"/>
                  </a:lnTo>
                  <a:lnTo>
                    <a:pt x="280" y="1140"/>
                  </a:lnTo>
                  <a:lnTo>
                    <a:pt x="252" y="1112"/>
                  </a:lnTo>
                  <a:lnTo>
                    <a:pt x="246" y="1099"/>
                  </a:lnTo>
                  <a:lnTo>
                    <a:pt x="217" y="1112"/>
                  </a:lnTo>
                  <a:lnTo>
                    <a:pt x="189" y="1106"/>
                  </a:lnTo>
                  <a:lnTo>
                    <a:pt x="176" y="1099"/>
                  </a:lnTo>
                  <a:lnTo>
                    <a:pt x="181" y="1070"/>
                  </a:lnTo>
                  <a:lnTo>
                    <a:pt x="140" y="1042"/>
                  </a:lnTo>
                  <a:lnTo>
                    <a:pt x="147" y="1021"/>
                  </a:lnTo>
                  <a:lnTo>
                    <a:pt x="161" y="1008"/>
                  </a:lnTo>
                  <a:lnTo>
                    <a:pt x="119" y="979"/>
                  </a:lnTo>
                  <a:lnTo>
                    <a:pt x="13" y="938"/>
                  </a:lnTo>
                  <a:lnTo>
                    <a:pt x="28" y="896"/>
                  </a:lnTo>
                  <a:lnTo>
                    <a:pt x="62" y="896"/>
                  </a:lnTo>
                  <a:lnTo>
                    <a:pt x="77" y="922"/>
                  </a:lnTo>
                  <a:lnTo>
                    <a:pt x="70" y="881"/>
                  </a:lnTo>
                  <a:lnTo>
                    <a:pt x="90" y="847"/>
                  </a:lnTo>
                  <a:lnTo>
                    <a:pt x="106" y="811"/>
                  </a:lnTo>
                  <a:lnTo>
                    <a:pt x="70" y="782"/>
                  </a:lnTo>
                  <a:lnTo>
                    <a:pt x="41" y="754"/>
                  </a:lnTo>
                  <a:lnTo>
                    <a:pt x="41" y="727"/>
                  </a:lnTo>
                  <a:lnTo>
                    <a:pt x="13" y="727"/>
                  </a:lnTo>
                  <a:lnTo>
                    <a:pt x="0" y="720"/>
                  </a:lnTo>
                  <a:lnTo>
                    <a:pt x="7" y="655"/>
                  </a:lnTo>
                  <a:lnTo>
                    <a:pt x="56" y="564"/>
                  </a:lnTo>
                  <a:lnTo>
                    <a:pt x="62" y="564"/>
                  </a:lnTo>
                  <a:lnTo>
                    <a:pt x="106" y="564"/>
                  </a:lnTo>
                  <a:lnTo>
                    <a:pt x="140" y="579"/>
                  </a:lnTo>
                  <a:lnTo>
                    <a:pt x="161" y="579"/>
                  </a:lnTo>
                  <a:lnTo>
                    <a:pt x="161" y="551"/>
                  </a:lnTo>
                  <a:lnTo>
                    <a:pt x="202" y="543"/>
                  </a:lnTo>
                  <a:lnTo>
                    <a:pt x="280" y="543"/>
                  </a:lnTo>
                  <a:lnTo>
                    <a:pt x="337" y="536"/>
                  </a:lnTo>
                  <a:close/>
                </a:path>
              </a:pathLst>
            </a:custGeom>
            <a:grpFill/>
            <a:ln w="6350">
              <a:solidFill>
                <a:srgbClr val="FFFFFF"/>
              </a:solidFill>
              <a:prstDash val="solid"/>
              <a:round/>
              <a:headEnd/>
              <a:tailEnd/>
            </a:ln>
          </p:spPr>
          <p:txBody>
            <a:bodyPr/>
            <a:lstStyle/>
            <a:p>
              <a:endParaRPr lang="tr-TR" sz="1904" dirty="0">
                <a:latin typeface="Myriad Pro"/>
              </a:endParaRPr>
            </a:p>
          </p:txBody>
        </p:sp>
        <p:grpSp>
          <p:nvGrpSpPr>
            <p:cNvPr id="40" name="Group 88">
              <a:extLst>
                <a:ext uri="{FF2B5EF4-FFF2-40B4-BE49-F238E27FC236}">
                  <a16:creationId xmlns:a16="http://schemas.microsoft.com/office/drawing/2014/main" id="{11F49E48-442F-46F1-86F0-54AD91819C32}"/>
                </a:ext>
              </a:extLst>
            </p:cNvPr>
            <p:cNvGrpSpPr>
              <a:grpSpLocks/>
            </p:cNvGrpSpPr>
            <p:nvPr/>
          </p:nvGrpSpPr>
          <p:grpSpPr bwMode="auto">
            <a:xfrm>
              <a:off x="3557" y="3317"/>
              <a:ext cx="673" cy="186"/>
              <a:chOff x="3557" y="3317"/>
              <a:chExt cx="673" cy="186"/>
            </a:xfrm>
            <a:grpFill/>
          </p:grpSpPr>
          <p:sp>
            <p:nvSpPr>
              <p:cNvPr id="41" name="Freeform 86">
                <a:extLst>
                  <a:ext uri="{FF2B5EF4-FFF2-40B4-BE49-F238E27FC236}">
                    <a16:creationId xmlns:a16="http://schemas.microsoft.com/office/drawing/2014/main" id="{E9356412-2407-4E7A-9618-07C52D537AE4}"/>
                  </a:ext>
                </a:extLst>
              </p:cNvPr>
              <p:cNvSpPr>
                <a:spLocks/>
              </p:cNvSpPr>
              <p:nvPr/>
            </p:nvSpPr>
            <p:spPr bwMode="auto">
              <a:xfrm>
                <a:off x="3557" y="3460"/>
                <a:ext cx="35" cy="43"/>
              </a:xfrm>
              <a:custGeom>
                <a:avLst/>
                <a:gdLst/>
                <a:ahLst/>
                <a:cxnLst>
                  <a:cxn ang="0">
                    <a:pos x="14" y="0"/>
                  </a:cxn>
                  <a:cxn ang="0">
                    <a:pos x="14" y="25"/>
                  </a:cxn>
                  <a:cxn ang="0">
                    <a:pos x="0" y="59"/>
                  </a:cxn>
                  <a:cxn ang="0">
                    <a:pos x="0" y="80"/>
                  </a:cxn>
                  <a:cxn ang="0">
                    <a:pos x="29" y="80"/>
                  </a:cxn>
                  <a:cxn ang="0">
                    <a:pos x="50" y="87"/>
                  </a:cxn>
                  <a:cxn ang="0">
                    <a:pos x="70" y="67"/>
                  </a:cxn>
                  <a:cxn ang="0">
                    <a:pos x="33" y="25"/>
                  </a:cxn>
                  <a:cxn ang="0">
                    <a:pos x="14" y="0"/>
                  </a:cxn>
                </a:cxnLst>
                <a:rect l="0" t="0" r="r" b="b"/>
                <a:pathLst>
                  <a:path w="70" h="87">
                    <a:moveTo>
                      <a:pt x="14" y="0"/>
                    </a:moveTo>
                    <a:lnTo>
                      <a:pt x="14" y="25"/>
                    </a:lnTo>
                    <a:lnTo>
                      <a:pt x="0" y="59"/>
                    </a:lnTo>
                    <a:lnTo>
                      <a:pt x="0" y="80"/>
                    </a:lnTo>
                    <a:lnTo>
                      <a:pt x="29" y="80"/>
                    </a:lnTo>
                    <a:lnTo>
                      <a:pt x="50" y="87"/>
                    </a:lnTo>
                    <a:lnTo>
                      <a:pt x="70" y="67"/>
                    </a:lnTo>
                    <a:lnTo>
                      <a:pt x="33" y="25"/>
                    </a:lnTo>
                    <a:lnTo>
                      <a:pt x="14" y="0"/>
                    </a:lnTo>
                    <a:close/>
                  </a:path>
                </a:pathLst>
              </a:custGeom>
              <a:solidFill>
                <a:schemeClr val="bg1"/>
              </a:solidFill>
              <a:ln w="6350">
                <a:solidFill>
                  <a:srgbClr val="FFFFFF"/>
                </a:solidFill>
                <a:prstDash val="solid"/>
                <a:round/>
                <a:headEnd/>
                <a:tailEnd/>
              </a:ln>
            </p:spPr>
            <p:txBody>
              <a:bodyPr/>
              <a:lstStyle/>
              <a:p>
                <a:endParaRPr lang="tr-TR" sz="1904" dirty="0">
                  <a:latin typeface="Myriad Pro"/>
                </a:endParaRPr>
              </a:p>
            </p:txBody>
          </p:sp>
          <p:sp>
            <p:nvSpPr>
              <p:cNvPr id="42" name="Freeform 87">
                <a:extLst>
                  <a:ext uri="{FF2B5EF4-FFF2-40B4-BE49-F238E27FC236}">
                    <a16:creationId xmlns:a16="http://schemas.microsoft.com/office/drawing/2014/main" id="{0E0FF664-A405-4EE1-AE25-1BCAF9D11825}"/>
                  </a:ext>
                </a:extLst>
              </p:cNvPr>
              <p:cNvSpPr>
                <a:spLocks/>
              </p:cNvSpPr>
              <p:nvPr/>
            </p:nvSpPr>
            <p:spPr bwMode="auto">
              <a:xfrm>
                <a:off x="4161" y="3317"/>
                <a:ext cx="69" cy="67"/>
              </a:xfrm>
              <a:custGeom>
                <a:avLst/>
                <a:gdLst/>
                <a:ahLst/>
                <a:cxnLst>
                  <a:cxn ang="0">
                    <a:pos x="138" y="8"/>
                  </a:cxn>
                  <a:cxn ang="0">
                    <a:pos x="97" y="63"/>
                  </a:cxn>
                  <a:cxn ang="0">
                    <a:pos x="104" y="99"/>
                  </a:cxn>
                  <a:cxn ang="0">
                    <a:pos x="104" y="112"/>
                  </a:cxn>
                  <a:cxn ang="0">
                    <a:pos x="28" y="133"/>
                  </a:cxn>
                  <a:cxn ang="0">
                    <a:pos x="8" y="125"/>
                  </a:cxn>
                  <a:cxn ang="0">
                    <a:pos x="8" y="99"/>
                  </a:cxn>
                  <a:cxn ang="0">
                    <a:pos x="0" y="70"/>
                  </a:cxn>
                  <a:cxn ang="0">
                    <a:pos x="34" y="34"/>
                  </a:cxn>
                  <a:cxn ang="0">
                    <a:pos x="55" y="28"/>
                  </a:cxn>
                  <a:cxn ang="0">
                    <a:pos x="76" y="0"/>
                  </a:cxn>
                  <a:cxn ang="0">
                    <a:pos x="138" y="8"/>
                  </a:cxn>
                </a:cxnLst>
                <a:rect l="0" t="0" r="r" b="b"/>
                <a:pathLst>
                  <a:path w="138" h="133">
                    <a:moveTo>
                      <a:pt x="138" y="8"/>
                    </a:moveTo>
                    <a:lnTo>
                      <a:pt x="97" y="63"/>
                    </a:lnTo>
                    <a:lnTo>
                      <a:pt x="104" y="99"/>
                    </a:lnTo>
                    <a:lnTo>
                      <a:pt x="104" y="112"/>
                    </a:lnTo>
                    <a:lnTo>
                      <a:pt x="28" y="133"/>
                    </a:lnTo>
                    <a:lnTo>
                      <a:pt x="8" y="125"/>
                    </a:lnTo>
                    <a:lnTo>
                      <a:pt x="8" y="99"/>
                    </a:lnTo>
                    <a:lnTo>
                      <a:pt x="0" y="70"/>
                    </a:lnTo>
                    <a:lnTo>
                      <a:pt x="34" y="34"/>
                    </a:lnTo>
                    <a:lnTo>
                      <a:pt x="55" y="28"/>
                    </a:lnTo>
                    <a:lnTo>
                      <a:pt x="76" y="0"/>
                    </a:lnTo>
                    <a:lnTo>
                      <a:pt x="138" y="8"/>
                    </a:lnTo>
                    <a:close/>
                  </a:path>
                </a:pathLst>
              </a:custGeom>
              <a:solidFill>
                <a:schemeClr val="bg1"/>
              </a:solidFill>
              <a:ln w="6350">
                <a:solidFill>
                  <a:srgbClr val="FFFFFF"/>
                </a:solidFill>
                <a:prstDash val="solid"/>
                <a:round/>
                <a:headEnd/>
                <a:tailEnd/>
              </a:ln>
            </p:spPr>
            <p:txBody>
              <a:bodyPr/>
              <a:lstStyle/>
              <a:p>
                <a:endParaRPr lang="tr-TR" sz="1904" dirty="0">
                  <a:latin typeface="Myriad Pro"/>
                </a:endParaRPr>
              </a:p>
            </p:txBody>
          </p:sp>
        </p:grpSp>
      </p:grpSp>
      <p:sp>
        <p:nvSpPr>
          <p:cNvPr id="43" name="133 Serbest Form">
            <a:extLst>
              <a:ext uri="{FF2B5EF4-FFF2-40B4-BE49-F238E27FC236}">
                <a16:creationId xmlns:a16="http://schemas.microsoft.com/office/drawing/2014/main" id="{83903224-E793-4378-B3EA-C2BA9B4A560D}"/>
              </a:ext>
            </a:extLst>
          </p:cNvPr>
          <p:cNvSpPr/>
          <p:nvPr/>
        </p:nvSpPr>
        <p:spPr>
          <a:xfrm>
            <a:off x="2010819" y="3540501"/>
            <a:ext cx="272847" cy="361354"/>
          </a:xfrm>
          <a:custGeom>
            <a:avLst/>
            <a:gdLst>
              <a:gd name="connsiteX0" fmla="*/ 9033 w 187577"/>
              <a:gd name="connsiteY0" fmla="*/ 57150 h 204107"/>
              <a:gd name="connsiteX1" fmla="*/ 9033 w 187577"/>
              <a:gd name="connsiteY1" fmla="*/ 57150 h 204107"/>
              <a:gd name="connsiteX2" fmla="*/ 36247 w 187577"/>
              <a:gd name="connsiteY2" fmla="*/ 38100 h 204107"/>
              <a:gd name="connsiteX3" fmla="*/ 44411 w 187577"/>
              <a:gd name="connsiteY3" fmla="*/ 21771 h 204107"/>
              <a:gd name="connsiteX4" fmla="*/ 63461 w 187577"/>
              <a:gd name="connsiteY4" fmla="*/ 19050 h 204107"/>
              <a:gd name="connsiteX5" fmla="*/ 71625 w 187577"/>
              <a:gd name="connsiteY5" fmla="*/ 16328 h 204107"/>
              <a:gd name="connsiteX6" fmla="*/ 96118 w 187577"/>
              <a:gd name="connsiteY6" fmla="*/ 10885 h 204107"/>
              <a:gd name="connsiteX7" fmla="*/ 112447 w 187577"/>
              <a:gd name="connsiteY7" fmla="*/ 0 h 204107"/>
              <a:gd name="connsiteX8" fmla="*/ 128775 w 187577"/>
              <a:gd name="connsiteY8" fmla="*/ 2721 h 204107"/>
              <a:gd name="connsiteX9" fmla="*/ 136940 w 187577"/>
              <a:gd name="connsiteY9" fmla="*/ 5442 h 204107"/>
              <a:gd name="connsiteX10" fmla="*/ 139661 w 187577"/>
              <a:gd name="connsiteY10" fmla="*/ 13607 h 204107"/>
              <a:gd name="connsiteX11" fmla="*/ 150547 w 187577"/>
              <a:gd name="connsiteY11" fmla="*/ 29935 h 204107"/>
              <a:gd name="connsiteX12" fmla="*/ 155990 w 187577"/>
              <a:gd name="connsiteY12" fmla="*/ 38100 h 204107"/>
              <a:gd name="connsiteX13" fmla="*/ 161433 w 187577"/>
              <a:gd name="connsiteY13" fmla="*/ 54428 h 204107"/>
              <a:gd name="connsiteX14" fmla="*/ 164154 w 187577"/>
              <a:gd name="connsiteY14" fmla="*/ 62592 h 204107"/>
              <a:gd name="connsiteX15" fmla="*/ 172318 w 187577"/>
              <a:gd name="connsiteY15" fmla="*/ 68035 h 204107"/>
              <a:gd name="connsiteX16" fmla="*/ 177761 w 187577"/>
              <a:gd name="connsiteY16" fmla="*/ 84364 h 204107"/>
              <a:gd name="connsiteX17" fmla="*/ 183204 w 187577"/>
              <a:gd name="connsiteY17" fmla="*/ 103414 h 204107"/>
              <a:gd name="connsiteX18" fmla="*/ 185925 w 187577"/>
              <a:gd name="connsiteY18" fmla="*/ 160564 h 204107"/>
              <a:gd name="connsiteX19" fmla="*/ 177761 w 187577"/>
              <a:gd name="connsiteY19" fmla="*/ 166007 h 204107"/>
              <a:gd name="connsiteX20" fmla="*/ 161433 w 187577"/>
              <a:gd name="connsiteY20" fmla="*/ 171450 h 204107"/>
              <a:gd name="connsiteX21" fmla="*/ 136940 w 187577"/>
              <a:gd name="connsiteY21" fmla="*/ 179614 h 204107"/>
              <a:gd name="connsiteX22" fmla="*/ 128775 w 187577"/>
              <a:gd name="connsiteY22" fmla="*/ 182335 h 204107"/>
              <a:gd name="connsiteX23" fmla="*/ 112447 w 187577"/>
              <a:gd name="connsiteY23" fmla="*/ 185057 h 204107"/>
              <a:gd name="connsiteX24" fmla="*/ 96118 w 187577"/>
              <a:gd name="connsiteY24" fmla="*/ 190500 h 204107"/>
              <a:gd name="connsiteX25" fmla="*/ 87954 w 187577"/>
              <a:gd name="connsiteY25" fmla="*/ 193221 h 204107"/>
              <a:gd name="connsiteX26" fmla="*/ 79790 w 187577"/>
              <a:gd name="connsiteY26" fmla="*/ 195942 h 204107"/>
              <a:gd name="connsiteX27" fmla="*/ 77068 w 187577"/>
              <a:gd name="connsiteY27" fmla="*/ 204107 h 204107"/>
              <a:gd name="connsiteX28" fmla="*/ 71625 w 187577"/>
              <a:gd name="connsiteY28" fmla="*/ 195942 h 204107"/>
              <a:gd name="connsiteX29" fmla="*/ 68904 w 187577"/>
              <a:gd name="connsiteY29" fmla="*/ 174171 h 204107"/>
              <a:gd name="connsiteX30" fmla="*/ 68904 w 187577"/>
              <a:gd name="connsiteY30" fmla="*/ 149678 h 204107"/>
              <a:gd name="connsiteX31" fmla="*/ 52575 w 187577"/>
              <a:gd name="connsiteY31" fmla="*/ 144235 h 204107"/>
              <a:gd name="connsiteX32" fmla="*/ 44411 w 187577"/>
              <a:gd name="connsiteY32" fmla="*/ 141514 h 204107"/>
              <a:gd name="connsiteX33" fmla="*/ 36247 w 187577"/>
              <a:gd name="connsiteY33" fmla="*/ 136071 h 204107"/>
              <a:gd name="connsiteX34" fmla="*/ 19918 w 187577"/>
              <a:gd name="connsiteY34" fmla="*/ 130628 h 204107"/>
              <a:gd name="connsiteX35" fmla="*/ 11754 w 187577"/>
              <a:gd name="connsiteY35" fmla="*/ 125185 h 204107"/>
              <a:gd name="connsiteX36" fmla="*/ 9033 w 187577"/>
              <a:gd name="connsiteY36" fmla="*/ 57150 h 20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7577" h="204107">
                <a:moveTo>
                  <a:pt x="9033" y="57150"/>
                </a:moveTo>
                <a:lnTo>
                  <a:pt x="9033" y="57150"/>
                </a:lnTo>
                <a:cubicBezTo>
                  <a:pt x="18104" y="50800"/>
                  <a:pt x="32746" y="48605"/>
                  <a:pt x="36247" y="38100"/>
                </a:cubicBezTo>
                <a:cubicBezTo>
                  <a:pt x="37454" y="34477"/>
                  <a:pt x="40281" y="23606"/>
                  <a:pt x="44411" y="21771"/>
                </a:cubicBezTo>
                <a:cubicBezTo>
                  <a:pt x="50273" y="19166"/>
                  <a:pt x="57111" y="19957"/>
                  <a:pt x="63461" y="19050"/>
                </a:cubicBezTo>
                <a:cubicBezTo>
                  <a:pt x="66182" y="18143"/>
                  <a:pt x="68825" y="16950"/>
                  <a:pt x="71625" y="16328"/>
                </a:cubicBezTo>
                <a:cubicBezTo>
                  <a:pt x="76803" y="15177"/>
                  <a:pt x="89987" y="14291"/>
                  <a:pt x="96118" y="10885"/>
                </a:cubicBezTo>
                <a:cubicBezTo>
                  <a:pt x="101836" y="7708"/>
                  <a:pt x="112447" y="0"/>
                  <a:pt x="112447" y="0"/>
                </a:cubicBezTo>
                <a:cubicBezTo>
                  <a:pt x="117890" y="907"/>
                  <a:pt x="123389" y="1524"/>
                  <a:pt x="128775" y="2721"/>
                </a:cubicBezTo>
                <a:cubicBezTo>
                  <a:pt x="131576" y="3343"/>
                  <a:pt x="134911" y="3413"/>
                  <a:pt x="136940" y="5442"/>
                </a:cubicBezTo>
                <a:cubicBezTo>
                  <a:pt x="138969" y="7471"/>
                  <a:pt x="138268" y="11099"/>
                  <a:pt x="139661" y="13607"/>
                </a:cubicBezTo>
                <a:cubicBezTo>
                  <a:pt x="142838" y="19325"/>
                  <a:pt x="146918" y="24492"/>
                  <a:pt x="150547" y="29935"/>
                </a:cubicBezTo>
                <a:lnTo>
                  <a:pt x="155990" y="38100"/>
                </a:lnTo>
                <a:lnTo>
                  <a:pt x="161433" y="54428"/>
                </a:lnTo>
                <a:cubicBezTo>
                  <a:pt x="162340" y="57149"/>
                  <a:pt x="161767" y="61001"/>
                  <a:pt x="164154" y="62592"/>
                </a:cubicBezTo>
                <a:lnTo>
                  <a:pt x="172318" y="68035"/>
                </a:lnTo>
                <a:cubicBezTo>
                  <a:pt x="174132" y="73478"/>
                  <a:pt x="176369" y="78798"/>
                  <a:pt x="177761" y="84364"/>
                </a:cubicBezTo>
                <a:cubicBezTo>
                  <a:pt x="181179" y="98033"/>
                  <a:pt x="179300" y="91702"/>
                  <a:pt x="183204" y="103414"/>
                </a:cubicBezTo>
                <a:cubicBezTo>
                  <a:pt x="184111" y="122464"/>
                  <a:pt x="187577" y="141564"/>
                  <a:pt x="185925" y="160564"/>
                </a:cubicBezTo>
                <a:cubicBezTo>
                  <a:pt x="185642" y="163822"/>
                  <a:pt x="180750" y="164679"/>
                  <a:pt x="177761" y="166007"/>
                </a:cubicBezTo>
                <a:cubicBezTo>
                  <a:pt x="172518" y="168337"/>
                  <a:pt x="166876" y="169636"/>
                  <a:pt x="161433" y="171450"/>
                </a:cubicBezTo>
                <a:lnTo>
                  <a:pt x="136940" y="179614"/>
                </a:lnTo>
                <a:cubicBezTo>
                  <a:pt x="134218" y="180521"/>
                  <a:pt x="131605" y="181863"/>
                  <a:pt x="128775" y="182335"/>
                </a:cubicBezTo>
                <a:cubicBezTo>
                  <a:pt x="123332" y="183242"/>
                  <a:pt x="117800" y="183719"/>
                  <a:pt x="112447" y="185057"/>
                </a:cubicBezTo>
                <a:cubicBezTo>
                  <a:pt x="106881" y="186449"/>
                  <a:pt x="101561" y="188686"/>
                  <a:pt x="96118" y="190500"/>
                </a:cubicBezTo>
                <a:lnTo>
                  <a:pt x="87954" y="193221"/>
                </a:lnTo>
                <a:lnTo>
                  <a:pt x="79790" y="195942"/>
                </a:lnTo>
                <a:cubicBezTo>
                  <a:pt x="78883" y="198664"/>
                  <a:pt x="79937" y="204107"/>
                  <a:pt x="77068" y="204107"/>
                </a:cubicBezTo>
                <a:cubicBezTo>
                  <a:pt x="73797" y="204107"/>
                  <a:pt x="72486" y="199098"/>
                  <a:pt x="71625" y="195942"/>
                </a:cubicBezTo>
                <a:cubicBezTo>
                  <a:pt x="69701" y="188886"/>
                  <a:pt x="69811" y="181428"/>
                  <a:pt x="68904" y="174171"/>
                </a:cubicBezTo>
                <a:cubicBezTo>
                  <a:pt x="71424" y="166611"/>
                  <a:pt x="75840" y="157605"/>
                  <a:pt x="68904" y="149678"/>
                </a:cubicBezTo>
                <a:cubicBezTo>
                  <a:pt x="65126" y="145360"/>
                  <a:pt x="58018" y="146049"/>
                  <a:pt x="52575" y="144235"/>
                </a:cubicBezTo>
                <a:lnTo>
                  <a:pt x="44411" y="141514"/>
                </a:lnTo>
                <a:cubicBezTo>
                  <a:pt x="41690" y="139700"/>
                  <a:pt x="39236" y="137399"/>
                  <a:pt x="36247" y="136071"/>
                </a:cubicBezTo>
                <a:cubicBezTo>
                  <a:pt x="31004" y="133741"/>
                  <a:pt x="24692" y="133811"/>
                  <a:pt x="19918" y="130628"/>
                </a:cubicBezTo>
                <a:lnTo>
                  <a:pt x="11754" y="125185"/>
                </a:lnTo>
                <a:cubicBezTo>
                  <a:pt x="0" y="89924"/>
                  <a:pt x="9486" y="68489"/>
                  <a:pt x="9033" y="57150"/>
                </a:cubicBezTo>
                <a:close/>
              </a:path>
            </a:pathLst>
          </a:custGeom>
          <a:solidFill>
            <a:srgbClr val="C0C0C0"/>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44" name="Freeform 21">
            <a:extLst>
              <a:ext uri="{FF2B5EF4-FFF2-40B4-BE49-F238E27FC236}">
                <a16:creationId xmlns:a16="http://schemas.microsoft.com/office/drawing/2014/main" id="{54D430D8-7684-4E45-844C-7F66986DA133}"/>
              </a:ext>
            </a:extLst>
          </p:cNvPr>
          <p:cNvSpPr>
            <a:spLocks/>
          </p:cNvSpPr>
          <p:nvPr/>
        </p:nvSpPr>
        <p:spPr bwMode="auto">
          <a:xfrm>
            <a:off x="1850291" y="3720365"/>
            <a:ext cx="375705" cy="679765"/>
          </a:xfrm>
          <a:custGeom>
            <a:avLst/>
            <a:gdLst/>
            <a:ahLst/>
            <a:cxnLst>
              <a:cxn ang="0">
                <a:pos x="21" y="106"/>
              </a:cxn>
              <a:cxn ang="0">
                <a:pos x="38" y="119"/>
              </a:cxn>
              <a:cxn ang="0">
                <a:pos x="38" y="140"/>
              </a:cxn>
              <a:cxn ang="0">
                <a:pos x="36" y="153"/>
              </a:cxn>
              <a:cxn ang="0">
                <a:pos x="25" y="172"/>
              </a:cxn>
              <a:cxn ang="0">
                <a:pos x="25" y="218"/>
              </a:cxn>
              <a:cxn ang="0">
                <a:pos x="32" y="235"/>
              </a:cxn>
              <a:cxn ang="0">
                <a:pos x="8" y="273"/>
              </a:cxn>
              <a:cxn ang="0">
                <a:pos x="13" y="280"/>
              </a:cxn>
              <a:cxn ang="0">
                <a:pos x="0" y="301"/>
              </a:cxn>
              <a:cxn ang="0">
                <a:pos x="12" y="322"/>
              </a:cxn>
              <a:cxn ang="0">
                <a:pos x="13" y="337"/>
              </a:cxn>
              <a:cxn ang="0">
                <a:pos x="21" y="318"/>
              </a:cxn>
              <a:cxn ang="0">
                <a:pos x="42" y="343"/>
              </a:cxn>
              <a:cxn ang="0">
                <a:pos x="38" y="367"/>
              </a:cxn>
              <a:cxn ang="0">
                <a:pos x="29" y="379"/>
              </a:cxn>
              <a:cxn ang="0">
                <a:pos x="42" y="400"/>
              </a:cxn>
              <a:cxn ang="0">
                <a:pos x="59" y="407"/>
              </a:cxn>
              <a:cxn ang="0">
                <a:pos x="87" y="424"/>
              </a:cxn>
              <a:cxn ang="0">
                <a:pos x="112" y="445"/>
              </a:cxn>
              <a:cxn ang="0">
                <a:pos x="116" y="458"/>
              </a:cxn>
              <a:cxn ang="0">
                <a:pos x="144" y="470"/>
              </a:cxn>
              <a:cxn ang="0">
                <a:pos x="169" y="458"/>
              </a:cxn>
              <a:cxn ang="0">
                <a:pos x="199" y="441"/>
              </a:cxn>
              <a:cxn ang="0">
                <a:pos x="214" y="411"/>
              </a:cxn>
              <a:cxn ang="0">
                <a:pos x="227" y="392"/>
              </a:cxn>
              <a:cxn ang="0">
                <a:pos x="252" y="347"/>
              </a:cxn>
              <a:cxn ang="0">
                <a:pos x="260" y="312"/>
              </a:cxn>
              <a:cxn ang="0">
                <a:pos x="263" y="280"/>
              </a:cxn>
              <a:cxn ang="0">
                <a:pos x="281" y="259"/>
              </a:cxn>
              <a:cxn ang="0">
                <a:pos x="252" y="252"/>
              </a:cxn>
              <a:cxn ang="0">
                <a:pos x="243" y="239"/>
              </a:cxn>
              <a:cxn ang="0">
                <a:pos x="227" y="242"/>
              </a:cxn>
              <a:cxn ang="0">
                <a:pos x="203" y="231"/>
              </a:cxn>
              <a:cxn ang="0">
                <a:pos x="197" y="199"/>
              </a:cxn>
              <a:cxn ang="0">
                <a:pos x="190" y="176"/>
              </a:cxn>
              <a:cxn ang="0">
                <a:pos x="203" y="151"/>
              </a:cxn>
              <a:cxn ang="0">
                <a:pos x="203" y="78"/>
              </a:cxn>
              <a:cxn ang="0">
                <a:pos x="203" y="53"/>
              </a:cxn>
              <a:cxn ang="0">
                <a:pos x="190" y="38"/>
              </a:cxn>
              <a:cxn ang="0">
                <a:pos x="165" y="36"/>
              </a:cxn>
              <a:cxn ang="0">
                <a:pos x="148" y="28"/>
              </a:cxn>
              <a:cxn ang="0">
                <a:pos x="133" y="4"/>
              </a:cxn>
              <a:cxn ang="0">
                <a:pos x="116" y="0"/>
              </a:cxn>
              <a:cxn ang="0">
                <a:pos x="108" y="11"/>
              </a:cxn>
              <a:cxn ang="0">
                <a:pos x="106" y="4"/>
              </a:cxn>
              <a:cxn ang="0">
                <a:pos x="78" y="7"/>
              </a:cxn>
              <a:cxn ang="0">
                <a:pos x="63" y="0"/>
              </a:cxn>
              <a:cxn ang="0">
                <a:pos x="42" y="13"/>
              </a:cxn>
              <a:cxn ang="0">
                <a:pos x="38" y="57"/>
              </a:cxn>
              <a:cxn ang="0">
                <a:pos x="32" y="83"/>
              </a:cxn>
              <a:cxn ang="0">
                <a:pos x="21" y="106"/>
              </a:cxn>
            </a:cxnLst>
            <a:rect l="0" t="0" r="r" b="b"/>
            <a:pathLst>
              <a:path w="281" h="470">
                <a:moveTo>
                  <a:pt x="21" y="106"/>
                </a:moveTo>
                <a:lnTo>
                  <a:pt x="38" y="119"/>
                </a:lnTo>
                <a:lnTo>
                  <a:pt x="38" y="140"/>
                </a:lnTo>
                <a:lnTo>
                  <a:pt x="36" y="153"/>
                </a:lnTo>
                <a:lnTo>
                  <a:pt x="25" y="172"/>
                </a:lnTo>
                <a:lnTo>
                  <a:pt x="25" y="218"/>
                </a:lnTo>
                <a:lnTo>
                  <a:pt x="32" y="235"/>
                </a:lnTo>
                <a:lnTo>
                  <a:pt x="8" y="273"/>
                </a:lnTo>
                <a:lnTo>
                  <a:pt x="13" y="280"/>
                </a:lnTo>
                <a:lnTo>
                  <a:pt x="0" y="301"/>
                </a:lnTo>
                <a:lnTo>
                  <a:pt x="12" y="322"/>
                </a:lnTo>
                <a:lnTo>
                  <a:pt x="13" y="337"/>
                </a:lnTo>
                <a:lnTo>
                  <a:pt x="21" y="318"/>
                </a:lnTo>
                <a:lnTo>
                  <a:pt x="42" y="343"/>
                </a:lnTo>
                <a:lnTo>
                  <a:pt x="38" y="367"/>
                </a:lnTo>
                <a:lnTo>
                  <a:pt x="29" y="379"/>
                </a:lnTo>
                <a:lnTo>
                  <a:pt x="42" y="400"/>
                </a:lnTo>
                <a:lnTo>
                  <a:pt x="59" y="407"/>
                </a:lnTo>
                <a:lnTo>
                  <a:pt x="87" y="424"/>
                </a:lnTo>
                <a:lnTo>
                  <a:pt x="112" y="445"/>
                </a:lnTo>
                <a:lnTo>
                  <a:pt x="116" y="458"/>
                </a:lnTo>
                <a:lnTo>
                  <a:pt x="144" y="470"/>
                </a:lnTo>
                <a:lnTo>
                  <a:pt x="169" y="458"/>
                </a:lnTo>
                <a:lnTo>
                  <a:pt x="199" y="441"/>
                </a:lnTo>
                <a:lnTo>
                  <a:pt x="214" y="411"/>
                </a:lnTo>
                <a:lnTo>
                  <a:pt x="227" y="392"/>
                </a:lnTo>
                <a:lnTo>
                  <a:pt x="252" y="347"/>
                </a:lnTo>
                <a:lnTo>
                  <a:pt x="260" y="312"/>
                </a:lnTo>
                <a:lnTo>
                  <a:pt x="263" y="280"/>
                </a:lnTo>
                <a:lnTo>
                  <a:pt x="281" y="259"/>
                </a:lnTo>
                <a:lnTo>
                  <a:pt x="252" y="252"/>
                </a:lnTo>
                <a:lnTo>
                  <a:pt x="243" y="239"/>
                </a:lnTo>
                <a:lnTo>
                  <a:pt x="227" y="242"/>
                </a:lnTo>
                <a:lnTo>
                  <a:pt x="203" y="231"/>
                </a:lnTo>
                <a:lnTo>
                  <a:pt x="197" y="199"/>
                </a:lnTo>
                <a:lnTo>
                  <a:pt x="190" y="176"/>
                </a:lnTo>
                <a:lnTo>
                  <a:pt x="203" y="151"/>
                </a:lnTo>
                <a:lnTo>
                  <a:pt x="203" y="78"/>
                </a:lnTo>
                <a:lnTo>
                  <a:pt x="203" y="53"/>
                </a:lnTo>
                <a:lnTo>
                  <a:pt x="190" y="38"/>
                </a:lnTo>
                <a:lnTo>
                  <a:pt x="165" y="36"/>
                </a:lnTo>
                <a:lnTo>
                  <a:pt x="148" y="28"/>
                </a:lnTo>
                <a:lnTo>
                  <a:pt x="133" y="4"/>
                </a:lnTo>
                <a:lnTo>
                  <a:pt x="116" y="0"/>
                </a:lnTo>
                <a:lnTo>
                  <a:pt x="108" y="11"/>
                </a:lnTo>
                <a:lnTo>
                  <a:pt x="106" y="4"/>
                </a:lnTo>
                <a:lnTo>
                  <a:pt x="78" y="7"/>
                </a:lnTo>
                <a:lnTo>
                  <a:pt x="63" y="0"/>
                </a:lnTo>
                <a:lnTo>
                  <a:pt x="42" y="13"/>
                </a:lnTo>
                <a:lnTo>
                  <a:pt x="38" y="57"/>
                </a:lnTo>
                <a:lnTo>
                  <a:pt x="32" y="83"/>
                </a:lnTo>
                <a:lnTo>
                  <a:pt x="21" y="106"/>
                </a:lnTo>
                <a:close/>
              </a:path>
            </a:pathLst>
          </a:custGeom>
          <a:solidFill>
            <a:srgbClr val="C0C0C0"/>
          </a:solidFill>
          <a:ln w="6350">
            <a:solidFill>
              <a:srgbClr val="FFFFFF"/>
            </a:solidFill>
            <a:prstDash val="solid"/>
            <a:round/>
            <a:headEnd/>
            <a:tailEnd/>
          </a:ln>
        </p:spPr>
        <p:txBody>
          <a:bodyPr/>
          <a:lstStyle/>
          <a:p>
            <a:endParaRPr lang="tr-TR" sz="1904" dirty="0">
              <a:latin typeface="Myriad Pro"/>
            </a:endParaRPr>
          </a:p>
        </p:txBody>
      </p:sp>
      <p:sp>
        <p:nvSpPr>
          <p:cNvPr id="45" name="Freeform 120">
            <a:extLst>
              <a:ext uri="{FF2B5EF4-FFF2-40B4-BE49-F238E27FC236}">
                <a16:creationId xmlns:a16="http://schemas.microsoft.com/office/drawing/2014/main" id="{5EE22311-86BB-4C4C-8B0C-5DAA659ABFD4}"/>
              </a:ext>
            </a:extLst>
          </p:cNvPr>
          <p:cNvSpPr>
            <a:spLocks/>
          </p:cNvSpPr>
          <p:nvPr/>
        </p:nvSpPr>
        <p:spPr bwMode="auto">
          <a:xfrm>
            <a:off x="2102550" y="3807144"/>
            <a:ext cx="413275" cy="300832"/>
          </a:xfrm>
          <a:custGeom>
            <a:avLst/>
            <a:gdLst/>
            <a:ahLst/>
            <a:cxnLst>
              <a:cxn ang="0">
                <a:pos x="11" y="63"/>
              </a:cxn>
              <a:cxn ang="0">
                <a:pos x="64" y="27"/>
              </a:cxn>
              <a:cxn ang="0">
                <a:pos x="98" y="21"/>
              </a:cxn>
              <a:cxn ang="0">
                <a:pos x="132" y="12"/>
              </a:cxn>
              <a:cxn ang="0">
                <a:pos x="161" y="12"/>
              </a:cxn>
              <a:cxn ang="0">
                <a:pos x="189" y="0"/>
              </a:cxn>
              <a:cxn ang="0">
                <a:pos x="238" y="12"/>
              </a:cxn>
              <a:cxn ang="0">
                <a:pos x="267" y="10"/>
              </a:cxn>
              <a:cxn ang="0">
                <a:pos x="295" y="38"/>
              </a:cxn>
              <a:cxn ang="0">
                <a:pos x="291" y="120"/>
              </a:cxn>
              <a:cxn ang="0">
                <a:pos x="306" y="129"/>
              </a:cxn>
              <a:cxn ang="0">
                <a:pos x="286" y="163"/>
              </a:cxn>
              <a:cxn ang="0">
                <a:pos x="217" y="177"/>
              </a:cxn>
              <a:cxn ang="0">
                <a:pos x="189" y="169"/>
              </a:cxn>
              <a:cxn ang="0">
                <a:pos x="170" y="209"/>
              </a:cxn>
              <a:cxn ang="0">
                <a:pos x="119" y="205"/>
              </a:cxn>
              <a:cxn ang="0">
                <a:pos x="98" y="199"/>
              </a:cxn>
              <a:cxn ang="0">
                <a:pos x="68" y="198"/>
              </a:cxn>
              <a:cxn ang="0">
                <a:pos x="51" y="180"/>
              </a:cxn>
              <a:cxn ang="0">
                <a:pos x="39" y="186"/>
              </a:cxn>
              <a:cxn ang="0">
                <a:pos x="17" y="169"/>
              </a:cxn>
              <a:cxn ang="0">
                <a:pos x="0" y="120"/>
              </a:cxn>
              <a:cxn ang="0">
                <a:pos x="13" y="95"/>
              </a:cxn>
              <a:cxn ang="0">
                <a:pos x="11" y="63"/>
              </a:cxn>
            </a:cxnLst>
            <a:rect l="0" t="0" r="r" b="b"/>
            <a:pathLst>
              <a:path w="306" h="209">
                <a:moveTo>
                  <a:pt x="11" y="63"/>
                </a:moveTo>
                <a:lnTo>
                  <a:pt x="64" y="27"/>
                </a:lnTo>
                <a:lnTo>
                  <a:pt x="98" y="21"/>
                </a:lnTo>
                <a:lnTo>
                  <a:pt x="132" y="12"/>
                </a:lnTo>
                <a:lnTo>
                  <a:pt x="161" y="12"/>
                </a:lnTo>
                <a:lnTo>
                  <a:pt x="189" y="0"/>
                </a:lnTo>
                <a:lnTo>
                  <a:pt x="238" y="12"/>
                </a:lnTo>
                <a:lnTo>
                  <a:pt x="267" y="10"/>
                </a:lnTo>
                <a:lnTo>
                  <a:pt x="295" y="38"/>
                </a:lnTo>
                <a:lnTo>
                  <a:pt x="291" y="120"/>
                </a:lnTo>
                <a:lnTo>
                  <a:pt x="306" y="129"/>
                </a:lnTo>
                <a:lnTo>
                  <a:pt x="286" y="163"/>
                </a:lnTo>
                <a:lnTo>
                  <a:pt x="217" y="177"/>
                </a:lnTo>
                <a:lnTo>
                  <a:pt x="189" y="169"/>
                </a:lnTo>
                <a:lnTo>
                  <a:pt x="170" y="209"/>
                </a:lnTo>
                <a:lnTo>
                  <a:pt x="119" y="205"/>
                </a:lnTo>
                <a:lnTo>
                  <a:pt x="98" y="199"/>
                </a:lnTo>
                <a:lnTo>
                  <a:pt x="68" y="198"/>
                </a:lnTo>
                <a:lnTo>
                  <a:pt x="51" y="180"/>
                </a:lnTo>
                <a:lnTo>
                  <a:pt x="39" y="186"/>
                </a:lnTo>
                <a:lnTo>
                  <a:pt x="17" y="169"/>
                </a:lnTo>
                <a:lnTo>
                  <a:pt x="0" y="120"/>
                </a:lnTo>
                <a:lnTo>
                  <a:pt x="13" y="95"/>
                </a:lnTo>
                <a:lnTo>
                  <a:pt x="11" y="63"/>
                </a:lnTo>
                <a:close/>
              </a:path>
            </a:pathLst>
          </a:custGeom>
          <a:solidFill>
            <a:srgbClr val="FF0000"/>
          </a:solidFill>
          <a:ln w="6350">
            <a:solidFill>
              <a:srgbClr val="FFFFFF"/>
            </a:solidFill>
            <a:prstDash val="solid"/>
            <a:round/>
            <a:headEnd/>
            <a:tailEnd/>
          </a:ln>
        </p:spPr>
        <p:txBody>
          <a:bodyPr/>
          <a:lstStyle/>
          <a:p>
            <a:endParaRPr lang="tr-TR" sz="1904" dirty="0">
              <a:latin typeface="Myriad Pro"/>
            </a:endParaRPr>
          </a:p>
        </p:txBody>
      </p:sp>
      <p:sp>
        <p:nvSpPr>
          <p:cNvPr id="46" name="Freeform 119">
            <a:extLst>
              <a:ext uri="{FF2B5EF4-FFF2-40B4-BE49-F238E27FC236}">
                <a16:creationId xmlns:a16="http://schemas.microsoft.com/office/drawing/2014/main" id="{D7EBE325-66A5-4EF3-8A0C-672F83AAFD57}"/>
              </a:ext>
            </a:extLst>
          </p:cNvPr>
          <p:cNvSpPr>
            <a:spLocks/>
          </p:cNvSpPr>
          <p:nvPr/>
        </p:nvSpPr>
        <p:spPr bwMode="auto">
          <a:xfrm>
            <a:off x="1278684" y="3023246"/>
            <a:ext cx="603811" cy="604557"/>
          </a:xfrm>
          <a:custGeom>
            <a:avLst/>
            <a:gdLst/>
            <a:ahLst/>
            <a:cxnLst>
              <a:cxn ang="0">
                <a:pos x="415" y="58"/>
              </a:cxn>
              <a:cxn ang="0">
                <a:pos x="392" y="58"/>
              </a:cxn>
              <a:cxn ang="0">
                <a:pos x="367" y="41"/>
              </a:cxn>
              <a:cxn ang="0">
                <a:pos x="335" y="24"/>
              </a:cxn>
              <a:cxn ang="0">
                <a:pos x="295" y="45"/>
              </a:cxn>
              <a:cxn ang="0">
                <a:pos x="259" y="36"/>
              </a:cxn>
              <a:cxn ang="0">
                <a:pos x="227" y="51"/>
              </a:cxn>
              <a:cxn ang="0">
                <a:pos x="225" y="36"/>
              </a:cxn>
              <a:cxn ang="0">
                <a:pos x="197" y="34"/>
              </a:cxn>
              <a:cxn ang="0">
                <a:pos x="163" y="0"/>
              </a:cxn>
              <a:cxn ang="0">
                <a:pos x="112" y="56"/>
              </a:cxn>
              <a:cxn ang="0">
                <a:pos x="32" y="30"/>
              </a:cxn>
              <a:cxn ang="0">
                <a:pos x="0" y="39"/>
              </a:cxn>
              <a:cxn ang="0">
                <a:pos x="0" y="58"/>
              </a:cxn>
              <a:cxn ang="0">
                <a:pos x="85" y="147"/>
              </a:cxn>
              <a:cxn ang="0">
                <a:pos x="106" y="206"/>
              </a:cxn>
              <a:cxn ang="0">
                <a:pos x="151" y="240"/>
              </a:cxn>
              <a:cxn ang="0">
                <a:pos x="170" y="234"/>
              </a:cxn>
              <a:cxn ang="0">
                <a:pos x="282" y="354"/>
              </a:cxn>
              <a:cxn ang="0">
                <a:pos x="290" y="380"/>
              </a:cxn>
              <a:cxn ang="0">
                <a:pos x="282" y="397"/>
              </a:cxn>
              <a:cxn ang="0">
                <a:pos x="290" y="416"/>
              </a:cxn>
              <a:cxn ang="0">
                <a:pos x="322" y="399"/>
              </a:cxn>
              <a:cxn ang="0">
                <a:pos x="346" y="392"/>
              </a:cxn>
              <a:cxn ang="0">
                <a:pos x="346" y="352"/>
              </a:cxn>
              <a:cxn ang="0">
                <a:pos x="379" y="325"/>
              </a:cxn>
              <a:cxn ang="0">
                <a:pos x="392" y="297"/>
              </a:cxn>
              <a:cxn ang="0">
                <a:pos x="426" y="284"/>
              </a:cxn>
              <a:cxn ang="0">
                <a:pos x="432" y="250"/>
              </a:cxn>
              <a:cxn ang="0">
                <a:pos x="426" y="217"/>
              </a:cxn>
              <a:cxn ang="0">
                <a:pos x="443" y="204"/>
              </a:cxn>
              <a:cxn ang="0">
                <a:pos x="413" y="161"/>
              </a:cxn>
              <a:cxn ang="0">
                <a:pos x="449" y="98"/>
              </a:cxn>
              <a:cxn ang="0">
                <a:pos x="415" y="58"/>
              </a:cxn>
            </a:cxnLst>
            <a:rect l="0" t="0" r="r" b="b"/>
            <a:pathLst>
              <a:path w="449" h="416">
                <a:moveTo>
                  <a:pt x="415" y="58"/>
                </a:moveTo>
                <a:lnTo>
                  <a:pt x="392" y="58"/>
                </a:lnTo>
                <a:lnTo>
                  <a:pt x="367" y="41"/>
                </a:lnTo>
                <a:lnTo>
                  <a:pt x="335" y="24"/>
                </a:lnTo>
                <a:lnTo>
                  <a:pt x="295" y="45"/>
                </a:lnTo>
                <a:lnTo>
                  <a:pt x="259" y="36"/>
                </a:lnTo>
                <a:lnTo>
                  <a:pt x="227" y="51"/>
                </a:lnTo>
                <a:lnTo>
                  <a:pt x="225" y="36"/>
                </a:lnTo>
                <a:lnTo>
                  <a:pt x="197" y="34"/>
                </a:lnTo>
                <a:lnTo>
                  <a:pt x="163" y="0"/>
                </a:lnTo>
                <a:lnTo>
                  <a:pt x="112" y="56"/>
                </a:lnTo>
                <a:lnTo>
                  <a:pt x="32" y="30"/>
                </a:lnTo>
                <a:lnTo>
                  <a:pt x="0" y="39"/>
                </a:lnTo>
                <a:lnTo>
                  <a:pt x="0" y="58"/>
                </a:lnTo>
                <a:lnTo>
                  <a:pt x="85" y="147"/>
                </a:lnTo>
                <a:lnTo>
                  <a:pt x="106" y="206"/>
                </a:lnTo>
                <a:lnTo>
                  <a:pt x="151" y="240"/>
                </a:lnTo>
                <a:lnTo>
                  <a:pt x="170" y="234"/>
                </a:lnTo>
                <a:lnTo>
                  <a:pt x="282" y="354"/>
                </a:lnTo>
                <a:lnTo>
                  <a:pt x="290" y="380"/>
                </a:lnTo>
                <a:lnTo>
                  <a:pt x="282" y="397"/>
                </a:lnTo>
                <a:lnTo>
                  <a:pt x="290" y="416"/>
                </a:lnTo>
                <a:lnTo>
                  <a:pt x="322" y="399"/>
                </a:lnTo>
                <a:lnTo>
                  <a:pt x="346" y="392"/>
                </a:lnTo>
                <a:lnTo>
                  <a:pt x="346" y="352"/>
                </a:lnTo>
                <a:lnTo>
                  <a:pt x="379" y="325"/>
                </a:lnTo>
                <a:lnTo>
                  <a:pt x="392" y="297"/>
                </a:lnTo>
                <a:lnTo>
                  <a:pt x="426" y="284"/>
                </a:lnTo>
                <a:lnTo>
                  <a:pt x="432" y="250"/>
                </a:lnTo>
                <a:lnTo>
                  <a:pt x="426" y="217"/>
                </a:lnTo>
                <a:lnTo>
                  <a:pt x="443" y="204"/>
                </a:lnTo>
                <a:lnTo>
                  <a:pt x="413" y="161"/>
                </a:lnTo>
                <a:lnTo>
                  <a:pt x="449" y="98"/>
                </a:lnTo>
                <a:lnTo>
                  <a:pt x="415" y="58"/>
                </a:lnTo>
                <a:close/>
              </a:path>
            </a:pathLst>
          </a:custGeom>
          <a:solidFill>
            <a:srgbClr val="C0C0C0"/>
          </a:solidFill>
          <a:ln w="6350">
            <a:solidFill>
              <a:srgbClr val="FFFFFF"/>
            </a:solidFill>
            <a:prstDash val="solid"/>
            <a:round/>
            <a:headEnd/>
            <a:tailEnd/>
          </a:ln>
        </p:spPr>
        <p:txBody>
          <a:bodyPr/>
          <a:lstStyle/>
          <a:p>
            <a:endParaRPr lang="tr-TR" sz="1904" dirty="0">
              <a:latin typeface="Myriad Pro"/>
            </a:endParaRPr>
          </a:p>
        </p:txBody>
      </p:sp>
      <p:sp>
        <p:nvSpPr>
          <p:cNvPr id="47" name="Freeform 18">
            <a:extLst>
              <a:ext uri="{FF2B5EF4-FFF2-40B4-BE49-F238E27FC236}">
                <a16:creationId xmlns:a16="http://schemas.microsoft.com/office/drawing/2014/main" id="{8D6BCE30-0E8A-4573-80D2-0A90DF78B071}"/>
              </a:ext>
            </a:extLst>
          </p:cNvPr>
          <p:cNvSpPr>
            <a:spLocks/>
          </p:cNvSpPr>
          <p:nvPr/>
        </p:nvSpPr>
        <p:spPr bwMode="auto">
          <a:xfrm>
            <a:off x="1392736" y="2231855"/>
            <a:ext cx="1068071" cy="697119"/>
          </a:xfrm>
          <a:custGeom>
            <a:avLst/>
            <a:gdLst/>
            <a:ahLst/>
            <a:cxnLst>
              <a:cxn ang="0">
                <a:pos x="4" y="305"/>
              </a:cxn>
              <a:cxn ang="0">
                <a:pos x="29" y="326"/>
              </a:cxn>
              <a:cxn ang="0">
                <a:pos x="25" y="337"/>
              </a:cxn>
              <a:cxn ang="0">
                <a:pos x="32" y="358"/>
              </a:cxn>
              <a:cxn ang="0">
                <a:pos x="53" y="358"/>
              </a:cxn>
              <a:cxn ang="0">
                <a:pos x="133" y="436"/>
              </a:cxn>
              <a:cxn ang="0">
                <a:pos x="157" y="440"/>
              </a:cxn>
              <a:cxn ang="0">
                <a:pos x="222" y="481"/>
              </a:cxn>
              <a:cxn ang="0">
                <a:pos x="252" y="457"/>
              </a:cxn>
              <a:cxn ang="0">
                <a:pos x="298" y="460"/>
              </a:cxn>
              <a:cxn ang="0">
                <a:pos x="313" y="470"/>
              </a:cxn>
              <a:cxn ang="0">
                <a:pos x="347" y="457"/>
              </a:cxn>
              <a:cxn ang="0">
                <a:pos x="417" y="428"/>
              </a:cxn>
              <a:cxn ang="0">
                <a:pos x="498" y="415"/>
              </a:cxn>
              <a:cxn ang="0">
                <a:pos x="532" y="421"/>
              </a:cxn>
              <a:cxn ang="0">
                <a:pos x="544" y="440"/>
              </a:cxn>
              <a:cxn ang="0">
                <a:pos x="572" y="407"/>
              </a:cxn>
              <a:cxn ang="0">
                <a:pos x="610" y="394"/>
              </a:cxn>
              <a:cxn ang="0">
                <a:pos x="646" y="388"/>
              </a:cxn>
              <a:cxn ang="0">
                <a:pos x="709" y="326"/>
              </a:cxn>
              <a:cxn ang="0">
                <a:pos x="726" y="288"/>
              </a:cxn>
              <a:cxn ang="0">
                <a:pos x="733" y="214"/>
              </a:cxn>
              <a:cxn ang="0">
                <a:pos x="741" y="153"/>
              </a:cxn>
              <a:cxn ang="0">
                <a:pos x="766" y="152"/>
              </a:cxn>
              <a:cxn ang="0">
                <a:pos x="784" y="129"/>
              </a:cxn>
              <a:cxn ang="0">
                <a:pos x="796" y="112"/>
              </a:cxn>
              <a:cxn ang="0">
                <a:pos x="771" y="95"/>
              </a:cxn>
              <a:cxn ang="0">
                <a:pos x="758" y="102"/>
              </a:cxn>
              <a:cxn ang="0">
                <a:pos x="722" y="95"/>
              </a:cxn>
              <a:cxn ang="0">
                <a:pos x="701" y="66"/>
              </a:cxn>
              <a:cxn ang="0">
                <a:pos x="680" y="28"/>
              </a:cxn>
              <a:cxn ang="0">
                <a:pos x="656" y="28"/>
              </a:cxn>
              <a:cxn ang="0">
                <a:pos x="618" y="0"/>
              </a:cxn>
              <a:cxn ang="0">
                <a:pos x="597" y="4"/>
              </a:cxn>
              <a:cxn ang="0">
                <a:pos x="519" y="13"/>
              </a:cxn>
              <a:cxn ang="0">
                <a:pos x="504" y="36"/>
              </a:cxn>
              <a:cxn ang="0">
                <a:pos x="483" y="62"/>
              </a:cxn>
              <a:cxn ang="0">
                <a:pos x="455" y="78"/>
              </a:cxn>
              <a:cxn ang="0">
                <a:pos x="428" y="83"/>
              </a:cxn>
              <a:cxn ang="0">
                <a:pos x="409" y="78"/>
              </a:cxn>
              <a:cxn ang="0">
                <a:pos x="392" y="66"/>
              </a:cxn>
              <a:cxn ang="0">
                <a:pos x="379" y="62"/>
              </a:cxn>
              <a:cxn ang="0">
                <a:pos x="354" y="74"/>
              </a:cxn>
              <a:cxn ang="0">
                <a:pos x="322" y="91"/>
              </a:cxn>
              <a:cxn ang="0">
                <a:pos x="256" y="119"/>
              </a:cxn>
              <a:cxn ang="0">
                <a:pos x="227" y="123"/>
              </a:cxn>
              <a:cxn ang="0">
                <a:pos x="157" y="119"/>
              </a:cxn>
              <a:cxn ang="0">
                <a:pos x="148" y="116"/>
              </a:cxn>
              <a:cxn ang="0">
                <a:pos x="129" y="87"/>
              </a:cxn>
              <a:cxn ang="0">
                <a:pos x="106" y="74"/>
              </a:cxn>
              <a:cxn ang="0">
                <a:pos x="99" y="83"/>
              </a:cxn>
              <a:cxn ang="0">
                <a:pos x="95" y="112"/>
              </a:cxn>
              <a:cxn ang="0">
                <a:pos x="82" y="140"/>
              </a:cxn>
              <a:cxn ang="0">
                <a:pos x="57" y="140"/>
              </a:cxn>
              <a:cxn ang="0">
                <a:pos x="49" y="148"/>
              </a:cxn>
              <a:cxn ang="0">
                <a:pos x="63" y="176"/>
              </a:cxn>
              <a:cxn ang="0">
                <a:pos x="59" y="205"/>
              </a:cxn>
              <a:cxn ang="0">
                <a:pos x="42" y="231"/>
              </a:cxn>
              <a:cxn ang="0">
                <a:pos x="29" y="242"/>
              </a:cxn>
              <a:cxn ang="0">
                <a:pos x="8" y="252"/>
              </a:cxn>
              <a:cxn ang="0">
                <a:pos x="0" y="275"/>
              </a:cxn>
              <a:cxn ang="0">
                <a:pos x="4" y="305"/>
              </a:cxn>
            </a:cxnLst>
            <a:rect l="0" t="0" r="r" b="b"/>
            <a:pathLst>
              <a:path w="796" h="481">
                <a:moveTo>
                  <a:pt x="4" y="305"/>
                </a:moveTo>
                <a:lnTo>
                  <a:pt x="29" y="326"/>
                </a:lnTo>
                <a:lnTo>
                  <a:pt x="25" y="337"/>
                </a:lnTo>
                <a:lnTo>
                  <a:pt x="32" y="358"/>
                </a:lnTo>
                <a:lnTo>
                  <a:pt x="53" y="358"/>
                </a:lnTo>
                <a:lnTo>
                  <a:pt x="133" y="436"/>
                </a:lnTo>
                <a:lnTo>
                  <a:pt x="157" y="440"/>
                </a:lnTo>
                <a:lnTo>
                  <a:pt x="222" y="481"/>
                </a:lnTo>
                <a:lnTo>
                  <a:pt x="252" y="457"/>
                </a:lnTo>
                <a:lnTo>
                  <a:pt x="298" y="460"/>
                </a:lnTo>
                <a:lnTo>
                  <a:pt x="313" y="470"/>
                </a:lnTo>
                <a:lnTo>
                  <a:pt x="347" y="457"/>
                </a:lnTo>
                <a:lnTo>
                  <a:pt x="417" y="428"/>
                </a:lnTo>
                <a:lnTo>
                  <a:pt x="498" y="415"/>
                </a:lnTo>
                <a:lnTo>
                  <a:pt x="532" y="421"/>
                </a:lnTo>
                <a:lnTo>
                  <a:pt x="544" y="440"/>
                </a:lnTo>
                <a:lnTo>
                  <a:pt x="572" y="407"/>
                </a:lnTo>
                <a:lnTo>
                  <a:pt x="610" y="394"/>
                </a:lnTo>
                <a:lnTo>
                  <a:pt x="646" y="388"/>
                </a:lnTo>
                <a:lnTo>
                  <a:pt x="709" y="326"/>
                </a:lnTo>
                <a:lnTo>
                  <a:pt x="726" y="288"/>
                </a:lnTo>
                <a:lnTo>
                  <a:pt x="733" y="214"/>
                </a:lnTo>
                <a:lnTo>
                  <a:pt x="741" y="153"/>
                </a:lnTo>
                <a:lnTo>
                  <a:pt x="766" y="152"/>
                </a:lnTo>
                <a:lnTo>
                  <a:pt x="784" y="129"/>
                </a:lnTo>
                <a:lnTo>
                  <a:pt x="796" y="112"/>
                </a:lnTo>
                <a:lnTo>
                  <a:pt x="771" y="95"/>
                </a:lnTo>
                <a:lnTo>
                  <a:pt x="758" y="102"/>
                </a:lnTo>
                <a:lnTo>
                  <a:pt x="722" y="95"/>
                </a:lnTo>
                <a:lnTo>
                  <a:pt x="701" y="66"/>
                </a:lnTo>
                <a:lnTo>
                  <a:pt x="680" y="28"/>
                </a:lnTo>
                <a:lnTo>
                  <a:pt x="656" y="28"/>
                </a:lnTo>
                <a:lnTo>
                  <a:pt x="618" y="0"/>
                </a:lnTo>
                <a:lnTo>
                  <a:pt x="597" y="4"/>
                </a:lnTo>
                <a:lnTo>
                  <a:pt x="519" y="13"/>
                </a:lnTo>
                <a:lnTo>
                  <a:pt x="504" y="36"/>
                </a:lnTo>
                <a:lnTo>
                  <a:pt x="483" y="62"/>
                </a:lnTo>
                <a:lnTo>
                  <a:pt x="455" y="78"/>
                </a:lnTo>
                <a:lnTo>
                  <a:pt x="428" y="83"/>
                </a:lnTo>
                <a:lnTo>
                  <a:pt x="409" y="78"/>
                </a:lnTo>
                <a:lnTo>
                  <a:pt x="392" y="66"/>
                </a:lnTo>
                <a:lnTo>
                  <a:pt x="379" y="62"/>
                </a:lnTo>
                <a:lnTo>
                  <a:pt x="354" y="74"/>
                </a:lnTo>
                <a:lnTo>
                  <a:pt x="322" y="91"/>
                </a:lnTo>
                <a:lnTo>
                  <a:pt x="256" y="119"/>
                </a:lnTo>
                <a:lnTo>
                  <a:pt x="227" y="123"/>
                </a:lnTo>
                <a:lnTo>
                  <a:pt x="157" y="119"/>
                </a:lnTo>
                <a:lnTo>
                  <a:pt x="148" y="116"/>
                </a:lnTo>
                <a:lnTo>
                  <a:pt x="129" y="87"/>
                </a:lnTo>
                <a:lnTo>
                  <a:pt x="106" y="74"/>
                </a:lnTo>
                <a:lnTo>
                  <a:pt x="99" y="83"/>
                </a:lnTo>
                <a:lnTo>
                  <a:pt x="95" y="112"/>
                </a:lnTo>
                <a:lnTo>
                  <a:pt x="82" y="140"/>
                </a:lnTo>
                <a:lnTo>
                  <a:pt x="57" y="140"/>
                </a:lnTo>
                <a:lnTo>
                  <a:pt x="49" y="148"/>
                </a:lnTo>
                <a:lnTo>
                  <a:pt x="63" y="176"/>
                </a:lnTo>
                <a:lnTo>
                  <a:pt x="59" y="205"/>
                </a:lnTo>
                <a:lnTo>
                  <a:pt x="42" y="231"/>
                </a:lnTo>
                <a:lnTo>
                  <a:pt x="29" y="242"/>
                </a:lnTo>
                <a:lnTo>
                  <a:pt x="8" y="252"/>
                </a:lnTo>
                <a:lnTo>
                  <a:pt x="0" y="275"/>
                </a:lnTo>
                <a:lnTo>
                  <a:pt x="4" y="305"/>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cxnSp>
        <p:nvCxnSpPr>
          <p:cNvPr id="48" name="Düz Ok Bağlayıcısı 47">
            <a:extLst>
              <a:ext uri="{FF2B5EF4-FFF2-40B4-BE49-F238E27FC236}">
                <a16:creationId xmlns:a16="http://schemas.microsoft.com/office/drawing/2014/main" id="{FCE3061D-23CC-4EB7-8E45-9FCA505B7BE0}"/>
              </a:ext>
            </a:extLst>
          </p:cNvPr>
          <p:cNvCxnSpPr/>
          <p:nvPr/>
        </p:nvCxnSpPr>
        <p:spPr>
          <a:xfrm flipH="1">
            <a:off x="4872030" y="3627803"/>
            <a:ext cx="924485" cy="934314"/>
          </a:xfrm>
          <a:prstGeom prst="straightConnector1">
            <a:avLst/>
          </a:prstGeom>
          <a:ln w="76200">
            <a:solidFill>
              <a:srgbClr val="00DA05"/>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ğri Bağlayıcı 67">
            <a:extLst>
              <a:ext uri="{FF2B5EF4-FFF2-40B4-BE49-F238E27FC236}">
                <a16:creationId xmlns:a16="http://schemas.microsoft.com/office/drawing/2014/main" id="{497DB72B-9CDC-47D6-BF03-28E557D86FC9}"/>
              </a:ext>
            </a:extLst>
          </p:cNvPr>
          <p:cNvCxnSpPr/>
          <p:nvPr/>
        </p:nvCxnSpPr>
        <p:spPr>
          <a:xfrm rot="10800000">
            <a:off x="1392736" y="2953042"/>
            <a:ext cx="2354637" cy="1993797"/>
          </a:xfrm>
          <a:prstGeom prst="curvedConnector3">
            <a:avLst>
              <a:gd name="adj1" fmla="val 50000"/>
            </a:avLst>
          </a:prstGeom>
          <a:ln w="76200">
            <a:solidFill>
              <a:srgbClr val="00DA05"/>
            </a:solidFill>
            <a:tailEnd type="triangle"/>
          </a:ln>
        </p:spPr>
        <p:style>
          <a:lnRef idx="1">
            <a:schemeClr val="accent1"/>
          </a:lnRef>
          <a:fillRef idx="0">
            <a:schemeClr val="accent1"/>
          </a:fillRef>
          <a:effectRef idx="0">
            <a:schemeClr val="accent1"/>
          </a:effectRef>
          <a:fontRef idx="minor">
            <a:schemeClr val="tx1"/>
          </a:fontRef>
        </p:style>
      </p:cxnSp>
      <p:sp>
        <p:nvSpPr>
          <p:cNvPr id="50" name="Metin kutusu 49">
            <a:extLst>
              <a:ext uri="{FF2B5EF4-FFF2-40B4-BE49-F238E27FC236}">
                <a16:creationId xmlns:a16="http://schemas.microsoft.com/office/drawing/2014/main" id="{DDD0393D-6F19-4B5C-A8B7-7E4E1A065D34}"/>
              </a:ext>
            </a:extLst>
          </p:cNvPr>
          <p:cNvSpPr txBox="1"/>
          <p:nvPr/>
        </p:nvSpPr>
        <p:spPr>
          <a:xfrm>
            <a:off x="4761540" y="3706253"/>
            <a:ext cx="486030" cy="385362"/>
          </a:xfrm>
          <a:prstGeom prst="rect">
            <a:avLst/>
          </a:prstGeom>
          <a:noFill/>
          <a:ln>
            <a:solidFill>
              <a:schemeClr val="bg1"/>
            </a:solidFill>
          </a:ln>
        </p:spPr>
        <p:txBody>
          <a:bodyPr wrap="none" rtlCol="0">
            <a:spAutoFit/>
          </a:bodyPr>
          <a:lstStyle/>
          <a:p>
            <a:r>
              <a:rPr lang="tr-TR" sz="1904" b="1" dirty="0">
                <a:solidFill>
                  <a:schemeClr val="bg1"/>
                </a:solidFill>
                <a:latin typeface="Myriad Pro"/>
              </a:rPr>
              <a:t>TR</a:t>
            </a:r>
          </a:p>
        </p:txBody>
      </p:sp>
      <p:sp>
        <p:nvSpPr>
          <p:cNvPr id="51" name="Metin kutusu 50">
            <a:extLst>
              <a:ext uri="{FF2B5EF4-FFF2-40B4-BE49-F238E27FC236}">
                <a16:creationId xmlns:a16="http://schemas.microsoft.com/office/drawing/2014/main" id="{6685FF57-70CF-4C84-AEED-90807B644C28}"/>
              </a:ext>
            </a:extLst>
          </p:cNvPr>
          <p:cNvSpPr txBox="1"/>
          <p:nvPr/>
        </p:nvSpPr>
        <p:spPr>
          <a:xfrm>
            <a:off x="2166956" y="2743385"/>
            <a:ext cx="933269" cy="417935"/>
          </a:xfrm>
          <a:prstGeom prst="rect">
            <a:avLst/>
          </a:prstGeom>
          <a:noFill/>
          <a:ln>
            <a:solidFill>
              <a:schemeClr val="bg1"/>
            </a:solidFill>
          </a:ln>
        </p:spPr>
        <p:txBody>
          <a:bodyPr wrap="none" rtlCol="0">
            <a:spAutoFit/>
          </a:bodyPr>
          <a:lstStyle/>
          <a:p>
            <a:r>
              <a:rPr lang="tr-TR" sz="2116" b="1" dirty="0">
                <a:solidFill>
                  <a:schemeClr val="bg1"/>
                </a:solidFill>
                <a:latin typeface="Myriad Pro"/>
              </a:rPr>
              <a:t>T1/T2</a:t>
            </a:r>
          </a:p>
        </p:txBody>
      </p:sp>
      <p:sp>
        <p:nvSpPr>
          <p:cNvPr id="52" name="Dikdörtgen 51">
            <a:extLst>
              <a:ext uri="{FF2B5EF4-FFF2-40B4-BE49-F238E27FC236}">
                <a16:creationId xmlns:a16="http://schemas.microsoft.com/office/drawing/2014/main" id="{B52E421A-C70B-4BE9-A0D4-614DF2C54B90}"/>
              </a:ext>
            </a:extLst>
          </p:cNvPr>
          <p:cNvSpPr/>
          <p:nvPr/>
        </p:nvSpPr>
        <p:spPr>
          <a:xfrm>
            <a:off x="4144955" y="1855755"/>
            <a:ext cx="7472316" cy="1304075"/>
          </a:xfrm>
          <a:prstGeom prst="rect">
            <a:avLst/>
          </a:prstGeom>
        </p:spPr>
        <p:txBody>
          <a:bodyPr wrap="square">
            <a:spAutoFit/>
          </a:bodyPr>
          <a:lstStyle/>
          <a:p>
            <a:pPr lvl="1">
              <a:spcBef>
                <a:spcPts val="635"/>
              </a:spcBef>
              <a:buFont typeface="Arial" pitchFamily="34" charset="0"/>
              <a:buChar char="•"/>
              <a:defRPr/>
            </a:pPr>
            <a:r>
              <a:rPr lang="tr-TR" sz="1798" dirty="0">
                <a:latin typeface="Myriad Pro"/>
              </a:rPr>
              <a:t> </a:t>
            </a:r>
            <a:r>
              <a:rPr lang="tr-TR" sz="1692" dirty="0">
                <a:latin typeface="Myriad Pro"/>
              </a:rPr>
              <a:t>Topluluk ve</a:t>
            </a:r>
            <a:r>
              <a:rPr lang="en-US" sz="1692" dirty="0">
                <a:latin typeface="Myriad Pro"/>
              </a:rPr>
              <a:t> EFTA</a:t>
            </a:r>
            <a:r>
              <a:rPr lang="tr-TR" sz="1692" dirty="0">
                <a:latin typeface="Myriad Pro"/>
              </a:rPr>
              <a:t> arasında </a:t>
            </a:r>
            <a:r>
              <a:rPr lang="tr-TR" sz="1692" dirty="0">
                <a:solidFill>
                  <a:srgbClr val="FF0000"/>
                </a:solidFill>
                <a:latin typeface="Myriad Pro"/>
              </a:rPr>
              <a:t>en az bir akit taraf sınırının geçildiği</a:t>
            </a:r>
            <a:r>
              <a:rPr lang="tr-TR" sz="1692" dirty="0">
                <a:latin typeface="Myriad Pro"/>
              </a:rPr>
              <a:t> rejim,       Ortak Transit Rejimidir. </a:t>
            </a:r>
            <a:r>
              <a:rPr lang="tr-TR" sz="952" b="1" i="1" dirty="0">
                <a:solidFill>
                  <a:srgbClr val="00B0F0"/>
                </a:solidFill>
                <a:latin typeface="Myriad Pro"/>
              </a:rPr>
              <a:t>{GY md.212/1-e}</a:t>
            </a:r>
          </a:p>
          <a:p>
            <a:pPr lvl="1">
              <a:spcBef>
                <a:spcPts val="635"/>
              </a:spcBef>
              <a:buFont typeface="Arial" pitchFamily="34" charset="0"/>
              <a:buChar char="•"/>
              <a:defRPr/>
            </a:pPr>
            <a:r>
              <a:rPr lang="tr-TR" sz="1692" dirty="0">
                <a:latin typeface="Myriad Pro"/>
              </a:rPr>
              <a:t> Topluluk dışı eşya, </a:t>
            </a:r>
            <a:r>
              <a:rPr lang="en-US" sz="1692" b="1" dirty="0">
                <a:latin typeface="Myriad Pro"/>
              </a:rPr>
              <a:t>“T1” </a:t>
            </a:r>
            <a:r>
              <a:rPr lang="tr-TR" sz="1692" dirty="0">
                <a:latin typeface="Myriad Pro"/>
              </a:rPr>
              <a:t>rejimi olarak, </a:t>
            </a:r>
            <a:r>
              <a:rPr lang="tr-TR" sz="952" b="1" i="1" dirty="0">
                <a:solidFill>
                  <a:srgbClr val="00B0F0"/>
                </a:solidFill>
                <a:latin typeface="Myriad Pro"/>
              </a:rPr>
              <a:t>{OTS Md.2}</a:t>
            </a:r>
            <a:endParaRPr lang="tr-TR" sz="952" b="1" i="1" dirty="0">
              <a:latin typeface="Myriad Pro"/>
            </a:endParaRPr>
          </a:p>
          <a:p>
            <a:pPr lvl="1">
              <a:spcBef>
                <a:spcPts val="635"/>
              </a:spcBef>
              <a:buFont typeface="Arial" pitchFamily="34" charset="0"/>
              <a:buChar char="•"/>
              <a:defRPr/>
            </a:pPr>
            <a:r>
              <a:rPr lang="tr-TR" sz="1692" dirty="0">
                <a:latin typeface="Myriad Pro"/>
              </a:rPr>
              <a:t> Topluluk eşyası, </a:t>
            </a:r>
            <a:r>
              <a:rPr lang="en-US" sz="1692" b="1" dirty="0">
                <a:latin typeface="Myriad Pro"/>
              </a:rPr>
              <a:t>“T2” </a:t>
            </a:r>
            <a:r>
              <a:rPr lang="tr-TR" sz="1692" dirty="0">
                <a:latin typeface="Myriad Pro"/>
              </a:rPr>
              <a:t>rejimi olarak tanımlanır</a:t>
            </a:r>
            <a:r>
              <a:rPr lang="tr-TR" sz="1692" b="1" i="1" dirty="0">
                <a:latin typeface="Myriad Pro"/>
              </a:rPr>
              <a:t>.</a:t>
            </a:r>
            <a:r>
              <a:rPr lang="tr-TR" sz="1692" b="1" i="1" dirty="0">
                <a:solidFill>
                  <a:srgbClr val="00B0F0"/>
                </a:solidFill>
                <a:latin typeface="Myriad Pro"/>
              </a:rPr>
              <a:t> </a:t>
            </a:r>
            <a:r>
              <a:rPr lang="tr-TR" sz="952" b="1" i="1" dirty="0">
                <a:solidFill>
                  <a:srgbClr val="00B0F0"/>
                </a:solidFill>
                <a:latin typeface="Myriad Pro"/>
              </a:rPr>
              <a:t>{OTS Md.3}</a:t>
            </a:r>
          </a:p>
        </p:txBody>
      </p:sp>
      <p:sp>
        <p:nvSpPr>
          <p:cNvPr id="53" name="Dikdörtgen 52">
            <a:extLst>
              <a:ext uri="{FF2B5EF4-FFF2-40B4-BE49-F238E27FC236}">
                <a16:creationId xmlns:a16="http://schemas.microsoft.com/office/drawing/2014/main" id="{B83F3FEE-3C13-47C8-B418-62A27AB2E765}"/>
              </a:ext>
            </a:extLst>
          </p:cNvPr>
          <p:cNvSpPr/>
          <p:nvPr/>
        </p:nvSpPr>
        <p:spPr>
          <a:xfrm>
            <a:off x="5707751" y="4857392"/>
            <a:ext cx="5509282" cy="613117"/>
          </a:xfrm>
          <a:prstGeom prst="rect">
            <a:avLst/>
          </a:prstGeom>
        </p:spPr>
        <p:txBody>
          <a:bodyPr wrap="square">
            <a:spAutoFit/>
          </a:bodyPr>
          <a:lstStyle/>
          <a:p>
            <a:pPr marL="302266" indent="-302266" algn="just">
              <a:buFont typeface="Arial" panose="020B0604020202020204" pitchFamily="34" charset="0"/>
              <a:buChar char="•"/>
            </a:pPr>
            <a:r>
              <a:rPr lang="tr-TR" sz="1692" dirty="0">
                <a:solidFill>
                  <a:srgbClr val="FF0000"/>
                </a:solidFill>
                <a:latin typeface="Myriad Pro"/>
                <a:cs typeface="Times New Roman" pitchFamily="18" charset="0"/>
              </a:rPr>
              <a:t>Türkiye Gümrük Bölgesi içerisinde başlayıp biten </a:t>
            </a:r>
            <a:r>
              <a:rPr lang="tr-TR" sz="1692" dirty="0">
                <a:latin typeface="Myriad Pro"/>
                <a:cs typeface="Times New Roman" pitchFamily="18" charset="0"/>
              </a:rPr>
              <a:t>rejim, Ulusal Transit Rejimidir. </a:t>
            </a:r>
            <a:r>
              <a:rPr lang="tr-TR" sz="952" b="1" i="1" dirty="0">
                <a:solidFill>
                  <a:srgbClr val="00B0F0"/>
                </a:solidFill>
                <a:latin typeface="Myriad Pro"/>
              </a:rPr>
              <a:t>{GY md.212/1-i}</a:t>
            </a:r>
          </a:p>
        </p:txBody>
      </p:sp>
      <p:sp>
        <p:nvSpPr>
          <p:cNvPr id="54" name="Dikdörtgen 53">
            <a:extLst>
              <a:ext uri="{FF2B5EF4-FFF2-40B4-BE49-F238E27FC236}">
                <a16:creationId xmlns:a16="http://schemas.microsoft.com/office/drawing/2014/main" id="{96AC1EF1-D302-4450-A20A-327CA4D9479C}"/>
              </a:ext>
            </a:extLst>
          </p:cNvPr>
          <p:cNvSpPr/>
          <p:nvPr/>
        </p:nvSpPr>
        <p:spPr>
          <a:xfrm>
            <a:off x="5707752" y="5590385"/>
            <a:ext cx="6418154" cy="873509"/>
          </a:xfrm>
          <a:prstGeom prst="rect">
            <a:avLst/>
          </a:prstGeom>
        </p:spPr>
        <p:txBody>
          <a:bodyPr wrap="square">
            <a:spAutoFit/>
          </a:bodyPr>
          <a:lstStyle/>
          <a:p>
            <a:pPr marL="302266" indent="-302266" algn="just">
              <a:buFont typeface="Arial" panose="020B0604020202020204" pitchFamily="34" charset="0"/>
              <a:buChar char="•"/>
            </a:pPr>
            <a:r>
              <a:rPr lang="tr-TR" sz="1692" dirty="0">
                <a:latin typeface="Myriad Pro"/>
                <a:cs typeface="Times New Roman" pitchFamily="18" charset="0"/>
              </a:rPr>
              <a:t>Eşyanın serbest dolaşımda olup olmadığına bakılmaksızın</a:t>
            </a:r>
          </a:p>
          <a:p>
            <a:pPr algn="just"/>
            <a:r>
              <a:rPr lang="tr-TR" sz="1692" b="1" dirty="0">
                <a:latin typeface="Myriad Pro"/>
                <a:cs typeface="Times New Roman" pitchFamily="18" charset="0"/>
              </a:rPr>
              <a:t>     </a:t>
            </a:r>
            <a:r>
              <a:rPr lang="en-US" sz="1692" b="1" dirty="0">
                <a:latin typeface="Myriad Pro"/>
              </a:rPr>
              <a:t>“T</a:t>
            </a:r>
            <a:r>
              <a:rPr lang="tr-TR" sz="1692" b="1" dirty="0">
                <a:latin typeface="Myriad Pro"/>
              </a:rPr>
              <a:t>R</a:t>
            </a:r>
            <a:r>
              <a:rPr lang="en-US" sz="1692" b="1" dirty="0">
                <a:latin typeface="Myriad Pro"/>
              </a:rPr>
              <a:t>” </a:t>
            </a:r>
            <a:r>
              <a:rPr lang="tr-TR" sz="1692" dirty="0">
                <a:latin typeface="Myriad Pro"/>
              </a:rPr>
              <a:t>rejim kodu uygulanır. </a:t>
            </a:r>
            <a:r>
              <a:rPr lang="tr-TR" sz="952" b="1" i="1" dirty="0">
                <a:solidFill>
                  <a:srgbClr val="00B0F0"/>
                </a:solidFill>
                <a:latin typeface="Myriad Pro"/>
              </a:rPr>
              <a:t>{4 Seri Nolu Tebliğ, md.17/4}</a:t>
            </a:r>
          </a:p>
          <a:p>
            <a:pPr marL="302266" indent="-302266" algn="just">
              <a:buFont typeface="Arial" panose="020B0604020202020204" pitchFamily="34" charset="0"/>
              <a:buChar char="•"/>
            </a:pPr>
            <a:endParaRPr lang="tr-TR" sz="1692" dirty="0">
              <a:latin typeface="Myriad Pro"/>
            </a:endParaRPr>
          </a:p>
        </p:txBody>
      </p:sp>
      <p:cxnSp>
        <p:nvCxnSpPr>
          <p:cNvPr id="55" name="Eğri Bağlayıcı 36">
            <a:extLst>
              <a:ext uri="{FF2B5EF4-FFF2-40B4-BE49-F238E27FC236}">
                <a16:creationId xmlns:a16="http://schemas.microsoft.com/office/drawing/2014/main" id="{34573909-6EA4-4D02-87F8-0FF598D1E55E}"/>
              </a:ext>
            </a:extLst>
          </p:cNvPr>
          <p:cNvCxnSpPr/>
          <p:nvPr/>
        </p:nvCxnSpPr>
        <p:spPr>
          <a:xfrm rot="16200000" flipH="1">
            <a:off x="2545670" y="3487562"/>
            <a:ext cx="1538871" cy="932651"/>
          </a:xfrm>
          <a:prstGeom prst="curvedConnector3">
            <a:avLst/>
          </a:prstGeom>
          <a:ln w="76200">
            <a:solidFill>
              <a:srgbClr val="00DA05"/>
            </a:solidFill>
            <a:tailEnd type="triangle"/>
          </a:ln>
        </p:spPr>
        <p:style>
          <a:lnRef idx="1">
            <a:schemeClr val="accent1"/>
          </a:lnRef>
          <a:fillRef idx="0">
            <a:schemeClr val="accent1"/>
          </a:fillRef>
          <a:effectRef idx="0">
            <a:schemeClr val="accent1"/>
          </a:effectRef>
          <a:fontRef idx="minor">
            <a:schemeClr val="tx1"/>
          </a:fontRef>
        </p:style>
      </p:cxnSp>
      <p:sp>
        <p:nvSpPr>
          <p:cNvPr id="59" name="Content Placeholder 2">
            <a:extLst>
              <a:ext uri="{FF2B5EF4-FFF2-40B4-BE49-F238E27FC236}">
                <a16:creationId xmlns:a16="http://schemas.microsoft.com/office/drawing/2014/main" id="{8F4A7E6E-D2E4-430C-8FB5-F4A4F1C5771B}"/>
              </a:ext>
            </a:extLst>
          </p:cNvPr>
          <p:cNvSpPr>
            <a:spLocks noGrp="1"/>
          </p:cNvSpPr>
          <p:nvPr>
            <p:ph idx="1"/>
          </p:nvPr>
        </p:nvSpPr>
        <p:spPr>
          <a:xfrm>
            <a:off x="2013018" y="606155"/>
            <a:ext cx="6383802" cy="370246"/>
          </a:xfrm>
        </p:spPr>
        <p:txBody>
          <a:bodyPr>
            <a:noAutofit/>
          </a:bodyPr>
          <a:lstStyle/>
          <a:p>
            <a:pPr marL="0" indent="0">
              <a:buNone/>
            </a:pPr>
            <a:r>
              <a:rPr lang="tr-TR" sz="1904" b="1" dirty="0">
                <a:latin typeface="Myriad Pro"/>
                <a:cs typeface="Myriad Pro"/>
              </a:rPr>
              <a:t>ORTAK ve ULUSAL TRANSİT REJİMİ</a:t>
            </a:r>
            <a:endParaRPr lang="en-US" sz="1058" dirty="0">
              <a:latin typeface="Myriad Pro"/>
            </a:endParaRPr>
          </a:p>
        </p:txBody>
      </p:sp>
      <p:sp>
        <p:nvSpPr>
          <p:cNvPr id="56" name="Metin kutusu 55">
            <a:extLst>
              <a:ext uri="{FF2B5EF4-FFF2-40B4-BE49-F238E27FC236}">
                <a16:creationId xmlns:a16="http://schemas.microsoft.com/office/drawing/2014/main" id="{32DC956A-13BE-429C-B0FD-16E3C298D914}"/>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50704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animEffect transition="in" filter="fade">
                                      <p:cBhvr>
                                        <p:cTn id="7" dur="500"/>
                                        <p:tgtEl>
                                          <p:spTgt spid="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500"/>
                                        <p:tgtEl>
                                          <p:spTgt spid="55"/>
                                        </p:tgtEl>
                                      </p:cBhvr>
                                    </p:animEffect>
                                  </p:childTnLst>
                                </p:cTn>
                              </p:par>
                              <p:par>
                                <p:cTn id="13" presetID="10"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2">
                                            <p:txEl>
                                              <p:pRg st="1" end="1"/>
                                            </p:txEl>
                                          </p:spTgt>
                                        </p:tgtEl>
                                        <p:attrNameLst>
                                          <p:attrName>style.visibility</p:attrName>
                                        </p:attrNameLst>
                                      </p:cBhvr>
                                      <p:to>
                                        <p:strVal val="visible"/>
                                      </p:to>
                                    </p:set>
                                    <p:animEffect transition="in" filter="fade">
                                      <p:cBhvr>
                                        <p:cTn id="20" dur="500"/>
                                        <p:tgtEl>
                                          <p:spTgt spid="52">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2">
                                            <p:txEl>
                                              <p:pRg st="2" end="2"/>
                                            </p:txEl>
                                          </p:spTgt>
                                        </p:tgtEl>
                                        <p:attrNameLst>
                                          <p:attrName>style.visibility</p:attrName>
                                        </p:attrNameLst>
                                      </p:cBhvr>
                                      <p:to>
                                        <p:strVal val="visible"/>
                                      </p:to>
                                    </p:set>
                                    <p:animEffect transition="in" filter="fade">
                                      <p:cBhvr>
                                        <p:cTn id="23" dur="500"/>
                                        <p:tgtEl>
                                          <p:spTgt spid="5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fade">
                                      <p:cBhvr>
                                        <p:cTn id="28" dur="500"/>
                                        <p:tgtEl>
                                          <p:spTgt spid="5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3"/>
                                        </p:tgtEl>
                                        <p:attrNameLst>
                                          <p:attrName>style.visibility</p:attrName>
                                        </p:attrNameLst>
                                      </p:cBhvr>
                                      <p:to>
                                        <p:strVal val="visible"/>
                                      </p:to>
                                    </p:set>
                                    <p:animEffect transition="in" filter="fade">
                                      <p:cBhvr>
                                        <p:cTn id="33" dur="500"/>
                                        <p:tgtEl>
                                          <p:spTgt spid="53"/>
                                        </p:tgtEl>
                                      </p:cBhvr>
                                    </p:animEffect>
                                  </p:childTnLst>
                                </p:cTn>
                              </p:par>
                              <p:par>
                                <p:cTn id="34" presetID="10" presetClass="entr" presetSubtype="0" fill="hold" nodeType="with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fad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fade">
                                      <p:cBhvr>
                                        <p:cTn id="41" dur="500"/>
                                        <p:tgtEl>
                                          <p:spTgt spid="5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3" grpId="0"/>
      <p:bldP spid="5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etin kutusu 9">
            <a:extLst>
              <a:ext uri="{FF2B5EF4-FFF2-40B4-BE49-F238E27FC236}">
                <a16:creationId xmlns:a16="http://schemas.microsoft.com/office/drawing/2014/main" id="{E8E726EB-A7DE-454D-BBAE-AB94E52BD219}"/>
              </a:ext>
            </a:extLst>
          </p:cNvPr>
          <p:cNvSpPr txBox="1"/>
          <p:nvPr/>
        </p:nvSpPr>
        <p:spPr>
          <a:xfrm>
            <a:off x="6824286" y="961042"/>
            <a:ext cx="3834996" cy="775918"/>
          </a:xfrm>
          <a:prstGeom prst="rect">
            <a:avLst/>
          </a:prstGeom>
          <a:noFill/>
        </p:spPr>
        <p:txBody>
          <a:bodyPr wrap="square" rtlCol="0">
            <a:spAutoFit/>
          </a:bodyPr>
          <a:lstStyle/>
          <a:p>
            <a:r>
              <a:rPr lang="tr-TR" sz="1692" b="1" dirty="0">
                <a:latin typeface="Myriad Pro"/>
                <a:cs typeface="Times New Roman" panose="02020603050405020304" pitchFamily="18" charset="0"/>
              </a:rPr>
              <a:t>Transit Gümrük İdaresi </a:t>
            </a:r>
          </a:p>
          <a:p>
            <a:r>
              <a:rPr lang="tr-TR" sz="1058" b="1" i="1" dirty="0">
                <a:solidFill>
                  <a:srgbClr val="00B0F0"/>
                </a:solidFill>
                <a:latin typeface="Myriad Pro"/>
              </a:rPr>
              <a:t>{GY md.212/2-h} {4 Nolu Tebliğ, </a:t>
            </a:r>
            <a:r>
              <a:rPr lang="tr-TR" sz="1058" b="1" i="1" dirty="0" err="1">
                <a:solidFill>
                  <a:srgbClr val="00B0F0"/>
                </a:solidFill>
                <a:latin typeface="Myriad Pro"/>
              </a:rPr>
              <a:t>md.</a:t>
            </a:r>
            <a:r>
              <a:rPr lang="tr-TR" sz="1058" b="1" i="1" dirty="0">
                <a:solidFill>
                  <a:srgbClr val="00B0F0"/>
                </a:solidFill>
                <a:latin typeface="Myriad Pro"/>
              </a:rPr>
              <a:t> 32}</a:t>
            </a:r>
          </a:p>
          <a:p>
            <a:endParaRPr lang="tr-TR" sz="1692" b="1" dirty="0">
              <a:latin typeface="Myriad Pro"/>
              <a:cs typeface="Times New Roman" panose="02020603050405020304" pitchFamily="18" charset="0"/>
            </a:endParaRPr>
          </a:p>
        </p:txBody>
      </p:sp>
      <p:sp>
        <p:nvSpPr>
          <p:cNvPr id="11" name="Rectangle 137">
            <a:extLst>
              <a:ext uri="{FF2B5EF4-FFF2-40B4-BE49-F238E27FC236}">
                <a16:creationId xmlns:a16="http://schemas.microsoft.com/office/drawing/2014/main" id="{5EC19FF5-231E-4C49-948B-09ABCE354CCF}"/>
              </a:ext>
            </a:extLst>
          </p:cNvPr>
          <p:cNvSpPr>
            <a:spLocks noChangeArrowheads="1"/>
          </p:cNvSpPr>
          <p:nvPr/>
        </p:nvSpPr>
        <p:spPr bwMode="auto">
          <a:xfrm>
            <a:off x="768797" y="1073430"/>
            <a:ext cx="9027573" cy="5319820"/>
          </a:xfrm>
          <a:prstGeom prst="rect">
            <a:avLst/>
          </a:prstGeom>
          <a:noFill/>
          <a:ln w="12700">
            <a:noFill/>
            <a:miter lim="800000"/>
            <a:headEnd/>
            <a:tailEnd/>
          </a:ln>
          <a:effectLst/>
        </p:spPr>
        <p:txBody>
          <a:bodyPr/>
          <a:lstStyle/>
          <a:p>
            <a:endParaRPr lang="en-GB" sz="6981" dirty="0">
              <a:solidFill>
                <a:srgbClr val="FF0000"/>
              </a:solidFill>
              <a:latin typeface="Myriad Pro"/>
            </a:endParaRPr>
          </a:p>
        </p:txBody>
      </p:sp>
      <p:sp>
        <p:nvSpPr>
          <p:cNvPr id="12" name="Freeform 121">
            <a:extLst>
              <a:ext uri="{FF2B5EF4-FFF2-40B4-BE49-F238E27FC236}">
                <a16:creationId xmlns:a16="http://schemas.microsoft.com/office/drawing/2014/main" id="{076C10DF-C601-46D2-8E99-33DF9065EB02}"/>
              </a:ext>
            </a:extLst>
          </p:cNvPr>
          <p:cNvSpPr>
            <a:spLocks/>
          </p:cNvSpPr>
          <p:nvPr/>
        </p:nvSpPr>
        <p:spPr bwMode="auto">
          <a:xfrm>
            <a:off x="4366110" y="3767176"/>
            <a:ext cx="831915" cy="1061592"/>
          </a:xfrm>
          <a:custGeom>
            <a:avLst/>
            <a:gdLst/>
            <a:ahLst/>
            <a:cxnLst>
              <a:cxn ang="0">
                <a:pos x="227" y="5"/>
              </a:cxn>
              <a:cxn ang="0">
                <a:pos x="318" y="2"/>
              </a:cxn>
              <a:cxn ang="0">
                <a:pos x="341" y="23"/>
              </a:cxn>
              <a:cxn ang="0">
                <a:pos x="354" y="40"/>
              </a:cxn>
              <a:cxn ang="0">
                <a:pos x="371" y="110"/>
              </a:cxn>
              <a:cxn ang="0">
                <a:pos x="422" y="125"/>
              </a:cxn>
              <a:cxn ang="0">
                <a:pos x="445" y="223"/>
              </a:cxn>
              <a:cxn ang="0">
                <a:pos x="477" y="250"/>
              </a:cxn>
              <a:cxn ang="0">
                <a:pos x="534" y="240"/>
              </a:cxn>
              <a:cxn ang="0">
                <a:pos x="574" y="295"/>
              </a:cxn>
              <a:cxn ang="0">
                <a:pos x="570" y="341"/>
              </a:cxn>
              <a:cxn ang="0">
                <a:pos x="563" y="365"/>
              </a:cxn>
              <a:cxn ang="0">
                <a:pos x="580" y="434"/>
              </a:cxn>
              <a:cxn ang="0">
                <a:pos x="619" y="462"/>
              </a:cxn>
              <a:cxn ang="0">
                <a:pos x="564" y="547"/>
              </a:cxn>
              <a:cxn ang="0">
                <a:pos x="559" y="650"/>
              </a:cxn>
              <a:cxn ang="0">
                <a:pos x="513" y="672"/>
              </a:cxn>
              <a:cxn ang="0">
                <a:pos x="456" y="684"/>
              </a:cxn>
              <a:cxn ang="0">
                <a:pos x="388" y="699"/>
              </a:cxn>
              <a:cxn ang="0">
                <a:pos x="337" y="667"/>
              </a:cxn>
              <a:cxn ang="0">
                <a:pos x="290" y="644"/>
              </a:cxn>
              <a:cxn ang="0">
                <a:pos x="256" y="614"/>
              </a:cxn>
              <a:cxn ang="0">
                <a:pos x="199" y="614"/>
              </a:cxn>
              <a:cxn ang="0">
                <a:pos x="172" y="678"/>
              </a:cxn>
              <a:cxn ang="0">
                <a:pos x="24" y="604"/>
              </a:cxn>
              <a:cxn ang="0">
                <a:pos x="34" y="536"/>
              </a:cxn>
              <a:cxn ang="0">
                <a:pos x="62" y="479"/>
              </a:cxn>
              <a:cxn ang="0">
                <a:pos x="104" y="432"/>
              </a:cxn>
              <a:cxn ang="0">
                <a:pos x="142" y="383"/>
              </a:cxn>
              <a:cxn ang="0">
                <a:pos x="159" y="335"/>
              </a:cxn>
              <a:cxn ang="0">
                <a:pos x="161" y="233"/>
              </a:cxn>
              <a:cxn ang="0">
                <a:pos x="136" y="149"/>
              </a:cxn>
              <a:cxn ang="0">
                <a:pos x="104" y="51"/>
              </a:cxn>
            </a:cxnLst>
            <a:rect l="0" t="0" r="r" b="b"/>
            <a:pathLst>
              <a:path w="619" h="733">
                <a:moveTo>
                  <a:pt x="104" y="51"/>
                </a:moveTo>
                <a:lnTo>
                  <a:pt x="227" y="5"/>
                </a:lnTo>
                <a:lnTo>
                  <a:pt x="284" y="0"/>
                </a:lnTo>
                <a:lnTo>
                  <a:pt x="318" y="2"/>
                </a:lnTo>
                <a:lnTo>
                  <a:pt x="331" y="11"/>
                </a:lnTo>
                <a:lnTo>
                  <a:pt x="341" y="23"/>
                </a:lnTo>
                <a:lnTo>
                  <a:pt x="343" y="36"/>
                </a:lnTo>
                <a:lnTo>
                  <a:pt x="354" y="40"/>
                </a:lnTo>
                <a:lnTo>
                  <a:pt x="369" y="68"/>
                </a:lnTo>
                <a:lnTo>
                  <a:pt x="371" y="110"/>
                </a:lnTo>
                <a:lnTo>
                  <a:pt x="386" y="125"/>
                </a:lnTo>
                <a:lnTo>
                  <a:pt x="422" y="125"/>
                </a:lnTo>
                <a:lnTo>
                  <a:pt x="445" y="184"/>
                </a:lnTo>
                <a:lnTo>
                  <a:pt x="445" y="223"/>
                </a:lnTo>
                <a:lnTo>
                  <a:pt x="460" y="250"/>
                </a:lnTo>
                <a:lnTo>
                  <a:pt x="477" y="250"/>
                </a:lnTo>
                <a:lnTo>
                  <a:pt x="513" y="223"/>
                </a:lnTo>
                <a:lnTo>
                  <a:pt x="534" y="240"/>
                </a:lnTo>
                <a:lnTo>
                  <a:pt x="536" y="275"/>
                </a:lnTo>
                <a:lnTo>
                  <a:pt x="574" y="295"/>
                </a:lnTo>
                <a:lnTo>
                  <a:pt x="568" y="331"/>
                </a:lnTo>
                <a:lnTo>
                  <a:pt x="570" y="341"/>
                </a:lnTo>
                <a:lnTo>
                  <a:pt x="576" y="347"/>
                </a:lnTo>
                <a:lnTo>
                  <a:pt x="563" y="365"/>
                </a:lnTo>
                <a:lnTo>
                  <a:pt x="559" y="388"/>
                </a:lnTo>
                <a:lnTo>
                  <a:pt x="580" y="434"/>
                </a:lnTo>
                <a:lnTo>
                  <a:pt x="610" y="439"/>
                </a:lnTo>
                <a:lnTo>
                  <a:pt x="619" y="462"/>
                </a:lnTo>
                <a:lnTo>
                  <a:pt x="610" y="508"/>
                </a:lnTo>
                <a:lnTo>
                  <a:pt x="564" y="547"/>
                </a:lnTo>
                <a:lnTo>
                  <a:pt x="576" y="619"/>
                </a:lnTo>
                <a:lnTo>
                  <a:pt x="559" y="650"/>
                </a:lnTo>
                <a:lnTo>
                  <a:pt x="570" y="684"/>
                </a:lnTo>
                <a:lnTo>
                  <a:pt x="513" y="672"/>
                </a:lnTo>
                <a:lnTo>
                  <a:pt x="485" y="684"/>
                </a:lnTo>
                <a:lnTo>
                  <a:pt x="456" y="684"/>
                </a:lnTo>
                <a:lnTo>
                  <a:pt x="422" y="693"/>
                </a:lnTo>
                <a:lnTo>
                  <a:pt x="388" y="699"/>
                </a:lnTo>
                <a:lnTo>
                  <a:pt x="335" y="733"/>
                </a:lnTo>
                <a:lnTo>
                  <a:pt x="337" y="667"/>
                </a:lnTo>
                <a:lnTo>
                  <a:pt x="326" y="650"/>
                </a:lnTo>
                <a:lnTo>
                  <a:pt x="290" y="644"/>
                </a:lnTo>
                <a:lnTo>
                  <a:pt x="278" y="616"/>
                </a:lnTo>
                <a:lnTo>
                  <a:pt x="256" y="614"/>
                </a:lnTo>
                <a:lnTo>
                  <a:pt x="246" y="621"/>
                </a:lnTo>
                <a:lnTo>
                  <a:pt x="199" y="614"/>
                </a:lnTo>
                <a:lnTo>
                  <a:pt x="182" y="627"/>
                </a:lnTo>
                <a:lnTo>
                  <a:pt x="172" y="678"/>
                </a:lnTo>
                <a:lnTo>
                  <a:pt x="153" y="718"/>
                </a:lnTo>
                <a:lnTo>
                  <a:pt x="24" y="604"/>
                </a:lnTo>
                <a:lnTo>
                  <a:pt x="0" y="551"/>
                </a:lnTo>
                <a:lnTo>
                  <a:pt x="34" y="536"/>
                </a:lnTo>
                <a:lnTo>
                  <a:pt x="62" y="523"/>
                </a:lnTo>
                <a:lnTo>
                  <a:pt x="62" y="479"/>
                </a:lnTo>
                <a:lnTo>
                  <a:pt x="91" y="462"/>
                </a:lnTo>
                <a:lnTo>
                  <a:pt x="104" y="432"/>
                </a:lnTo>
                <a:lnTo>
                  <a:pt x="136" y="411"/>
                </a:lnTo>
                <a:lnTo>
                  <a:pt x="142" y="383"/>
                </a:lnTo>
                <a:lnTo>
                  <a:pt x="138" y="352"/>
                </a:lnTo>
                <a:lnTo>
                  <a:pt x="159" y="335"/>
                </a:lnTo>
                <a:lnTo>
                  <a:pt x="131" y="292"/>
                </a:lnTo>
                <a:lnTo>
                  <a:pt x="161" y="233"/>
                </a:lnTo>
                <a:lnTo>
                  <a:pt x="127" y="193"/>
                </a:lnTo>
                <a:lnTo>
                  <a:pt x="136" y="149"/>
                </a:lnTo>
                <a:lnTo>
                  <a:pt x="104" y="110"/>
                </a:lnTo>
                <a:lnTo>
                  <a:pt x="104" y="51"/>
                </a:lnTo>
                <a:close/>
              </a:path>
            </a:pathLst>
          </a:custGeom>
          <a:solidFill>
            <a:srgbClr val="FF0000"/>
          </a:solidFill>
          <a:ln w="6350">
            <a:solidFill>
              <a:srgbClr val="FFFFFF"/>
            </a:solidFill>
            <a:prstDash val="solid"/>
            <a:round/>
            <a:headEnd/>
            <a:tailEnd/>
          </a:ln>
        </p:spPr>
        <p:txBody>
          <a:bodyPr/>
          <a:lstStyle/>
          <a:p>
            <a:endParaRPr lang="tr-TR" sz="1904" dirty="0">
              <a:latin typeface="Myriad Pro"/>
            </a:endParaRPr>
          </a:p>
        </p:txBody>
      </p:sp>
      <p:sp>
        <p:nvSpPr>
          <p:cNvPr id="13" name="2 Serbest Form">
            <a:extLst>
              <a:ext uri="{FF2B5EF4-FFF2-40B4-BE49-F238E27FC236}">
                <a16:creationId xmlns:a16="http://schemas.microsoft.com/office/drawing/2014/main" id="{811A65BC-0B09-4AD4-AF57-3F9D81250B7E}"/>
              </a:ext>
            </a:extLst>
          </p:cNvPr>
          <p:cNvSpPr/>
          <p:nvPr/>
        </p:nvSpPr>
        <p:spPr>
          <a:xfrm>
            <a:off x="4366110" y="4361111"/>
            <a:ext cx="381556" cy="474683"/>
          </a:xfrm>
          <a:custGeom>
            <a:avLst/>
            <a:gdLst>
              <a:gd name="connsiteX0" fmla="*/ 120481 w 262313"/>
              <a:gd name="connsiteY0" fmla="*/ 4055 h 268120"/>
              <a:gd name="connsiteX1" fmla="*/ 120481 w 262313"/>
              <a:gd name="connsiteY1" fmla="*/ 4055 h 268120"/>
              <a:gd name="connsiteX2" fmla="*/ 131367 w 262313"/>
              <a:gd name="connsiteY2" fmla="*/ 28548 h 268120"/>
              <a:gd name="connsiteX3" fmla="*/ 139531 w 262313"/>
              <a:gd name="connsiteY3" fmla="*/ 36712 h 268120"/>
              <a:gd name="connsiteX4" fmla="*/ 144974 w 262313"/>
              <a:gd name="connsiteY4" fmla="*/ 53041 h 268120"/>
              <a:gd name="connsiteX5" fmla="*/ 153139 w 262313"/>
              <a:gd name="connsiteY5" fmla="*/ 63927 h 268120"/>
              <a:gd name="connsiteX6" fmla="*/ 158581 w 262313"/>
              <a:gd name="connsiteY6" fmla="*/ 72091 h 268120"/>
              <a:gd name="connsiteX7" fmla="*/ 174910 w 262313"/>
              <a:gd name="connsiteY7" fmla="*/ 80255 h 268120"/>
              <a:gd name="connsiteX8" fmla="*/ 183074 w 262313"/>
              <a:gd name="connsiteY8" fmla="*/ 85698 h 268120"/>
              <a:gd name="connsiteX9" fmla="*/ 188517 w 262313"/>
              <a:gd name="connsiteY9" fmla="*/ 93862 h 268120"/>
              <a:gd name="connsiteX10" fmla="*/ 196681 w 262313"/>
              <a:gd name="connsiteY10" fmla="*/ 96584 h 268120"/>
              <a:gd name="connsiteX11" fmla="*/ 215731 w 262313"/>
              <a:gd name="connsiteY11" fmla="*/ 104748 h 268120"/>
              <a:gd name="connsiteX12" fmla="*/ 240224 w 262313"/>
              <a:gd name="connsiteY12" fmla="*/ 115634 h 268120"/>
              <a:gd name="connsiteX13" fmla="*/ 259274 w 262313"/>
              <a:gd name="connsiteY13" fmla="*/ 121077 h 268120"/>
              <a:gd name="connsiteX14" fmla="*/ 261996 w 262313"/>
              <a:gd name="connsiteY14" fmla="*/ 129241 h 268120"/>
              <a:gd name="connsiteX15" fmla="*/ 256553 w 262313"/>
              <a:gd name="connsiteY15" fmla="*/ 145569 h 268120"/>
              <a:gd name="connsiteX16" fmla="*/ 253831 w 262313"/>
              <a:gd name="connsiteY16" fmla="*/ 180948 h 268120"/>
              <a:gd name="connsiteX17" fmla="*/ 234781 w 262313"/>
              <a:gd name="connsiteY17" fmla="*/ 205441 h 268120"/>
              <a:gd name="connsiteX18" fmla="*/ 218453 w 262313"/>
              <a:gd name="connsiteY18" fmla="*/ 216327 h 268120"/>
              <a:gd name="connsiteX19" fmla="*/ 202124 w 262313"/>
              <a:gd name="connsiteY19" fmla="*/ 221769 h 268120"/>
              <a:gd name="connsiteX20" fmla="*/ 185796 w 262313"/>
              <a:gd name="connsiteY20" fmla="*/ 235377 h 268120"/>
              <a:gd name="connsiteX21" fmla="*/ 177631 w 262313"/>
              <a:gd name="connsiteY21" fmla="*/ 238098 h 268120"/>
              <a:gd name="connsiteX22" fmla="*/ 169467 w 262313"/>
              <a:gd name="connsiteY22" fmla="*/ 246262 h 268120"/>
              <a:gd name="connsiteX23" fmla="*/ 158581 w 262313"/>
              <a:gd name="connsiteY23" fmla="*/ 265312 h 268120"/>
              <a:gd name="connsiteX24" fmla="*/ 136810 w 262313"/>
              <a:gd name="connsiteY24" fmla="*/ 246262 h 268120"/>
              <a:gd name="connsiteX25" fmla="*/ 136810 w 262313"/>
              <a:gd name="connsiteY25" fmla="*/ 246262 h 268120"/>
              <a:gd name="connsiteX26" fmla="*/ 128646 w 262313"/>
              <a:gd name="connsiteY26" fmla="*/ 243541 h 268120"/>
              <a:gd name="connsiteX27" fmla="*/ 101431 w 262313"/>
              <a:gd name="connsiteY27" fmla="*/ 238098 h 268120"/>
              <a:gd name="connsiteX28" fmla="*/ 93267 w 262313"/>
              <a:gd name="connsiteY28" fmla="*/ 232655 h 268120"/>
              <a:gd name="connsiteX29" fmla="*/ 82381 w 262313"/>
              <a:gd name="connsiteY29" fmla="*/ 221769 h 268120"/>
              <a:gd name="connsiteX30" fmla="*/ 66053 w 262313"/>
              <a:gd name="connsiteY30" fmla="*/ 219048 h 268120"/>
              <a:gd name="connsiteX31" fmla="*/ 49724 w 262313"/>
              <a:gd name="connsiteY31" fmla="*/ 213605 h 268120"/>
              <a:gd name="connsiteX32" fmla="*/ 30674 w 262313"/>
              <a:gd name="connsiteY32" fmla="*/ 191834 h 268120"/>
              <a:gd name="connsiteX33" fmla="*/ 25231 w 262313"/>
              <a:gd name="connsiteY33" fmla="*/ 183669 h 268120"/>
              <a:gd name="connsiteX34" fmla="*/ 17067 w 262313"/>
              <a:gd name="connsiteY34" fmla="*/ 156455 h 268120"/>
              <a:gd name="connsiteX35" fmla="*/ 11624 w 262313"/>
              <a:gd name="connsiteY35" fmla="*/ 140127 h 268120"/>
              <a:gd name="connsiteX36" fmla="*/ 3460 w 262313"/>
              <a:gd name="connsiteY36" fmla="*/ 137405 h 268120"/>
              <a:gd name="connsiteX37" fmla="*/ 14346 w 262313"/>
              <a:gd name="connsiteY37" fmla="*/ 102027 h 268120"/>
              <a:gd name="connsiteX38" fmla="*/ 22510 w 262313"/>
              <a:gd name="connsiteY38" fmla="*/ 96584 h 268120"/>
              <a:gd name="connsiteX39" fmla="*/ 30674 w 262313"/>
              <a:gd name="connsiteY39" fmla="*/ 80255 h 268120"/>
              <a:gd name="connsiteX40" fmla="*/ 38839 w 262313"/>
              <a:gd name="connsiteY40" fmla="*/ 63927 h 268120"/>
              <a:gd name="connsiteX41" fmla="*/ 55167 w 262313"/>
              <a:gd name="connsiteY41" fmla="*/ 58484 h 268120"/>
              <a:gd name="connsiteX42" fmla="*/ 63331 w 262313"/>
              <a:gd name="connsiteY42" fmla="*/ 53041 h 268120"/>
              <a:gd name="connsiteX43" fmla="*/ 71496 w 262313"/>
              <a:gd name="connsiteY43" fmla="*/ 36712 h 268120"/>
              <a:gd name="connsiteX44" fmla="*/ 79660 w 262313"/>
              <a:gd name="connsiteY44" fmla="*/ 33991 h 268120"/>
              <a:gd name="connsiteX45" fmla="*/ 87824 w 262313"/>
              <a:gd name="connsiteY45" fmla="*/ 25827 h 268120"/>
              <a:gd name="connsiteX46" fmla="*/ 98710 w 262313"/>
              <a:gd name="connsiteY46" fmla="*/ 12219 h 268120"/>
              <a:gd name="connsiteX47" fmla="*/ 120481 w 262313"/>
              <a:gd name="connsiteY47" fmla="*/ 4055 h 268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62313" h="268120">
                <a:moveTo>
                  <a:pt x="120481" y="4055"/>
                </a:moveTo>
                <a:lnTo>
                  <a:pt x="120481" y="4055"/>
                </a:lnTo>
                <a:cubicBezTo>
                  <a:pt x="124110" y="12219"/>
                  <a:pt x="126865" y="20831"/>
                  <a:pt x="131367" y="28548"/>
                </a:cubicBezTo>
                <a:cubicBezTo>
                  <a:pt x="133306" y="31872"/>
                  <a:pt x="137662" y="33348"/>
                  <a:pt x="139531" y="36712"/>
                </a:cubicBezTo>
                <a:cubicBezTo>
                  <a:pt x="142317" y="41727"/>
                  <a:pt x="142408" y="47909"/>
                  <a:pt x="144974" y="53041"/>
                </a:cubicBezTo>
                <a:cubicBezTo>
                  <a:pt x="147003" y="57098"/>
                  <a:pt x="150503" y="60236"/>
                  <a:pt x="153139" y="63927"/>
                </a:cubicBezTo>
                <a:cubicBezTo>
                  <a:pt x="155040" y="66588"/>
                  <a:pt x="156268" y="69778"/>
                  <a:pt x="158581" y="72091"/>
                </a:cubicBezTo>
                <a:cubicBezTo>
                  <a:pt x="163857" y="77367"/>
                  <a:pt x="168270" y="78042"/>
                  <a:pt x="174910" y="80255"/>
                </a:cubicBezTo>
                <a:cubicBezTo>
                  <a:pt x="177631" y="82069"/>
                  <a:pt x="180761" y="83385"/>
                  <a:pt x="183074" y="85698"/>
                </a:cubicBezTo>
                <a:cubicBezTo>
                  <a:pt x="185387" y="88011"/>
                  <a:pt x="185963" y="91819"/>
                  <a:pt x="188517" y="93862"/>
                </a:cubicBezTo>
                <a:cubicBezTo>
                  <a:pt x="190757" y="95654"/>
                  <a:pt x="194115" y="95301"/>
                  <a:pt x="196681" y="96584"/>
                </a:cubicBezTo>
                <a:cubicBezTo>
                  <a:pt x="220424" y="108456"/>
                  <a:pt x="187419" y="96255"/>
                  <a:pt x="215731" y="104748"/>
                </a:cubicBezTo>
                <a:cubicBezTo>
                  <a:pt x="250846" y="115282"/>
                  <a:pt x="218346" y="104696"/>
                  <a:pt x="240224" y="115634"/>
                </a:cubicBezTo>
                <a:cubicBezTo>
                  <a:pt x="244123" y="117583"/>
                  <a:pt x="255793" y="120207"/>
                  <a:pt x="259274" y="121077"/>
                </a:cubicBezTo>
                <a:cubicBezTo>
                  <a:pt x="260181" y="123798"/>
                  <a:pt x="262313" y="126390"/>
                  <a:pt x="261996" y="129241"/>
                </a:cubicBezTo>
                <a:cubicBezTo>
                  <a:pt x="261363" y="134943"/>
                  <a:pt x="256553" y="145569"/>
                  <a:pt x="256553" y="145569"/>
                </a:cubicBezTo>
                <a:cubicBezTo>
                  <a:pt x="255646" y="157362"/>
                  <a:pt x="256841" y="169510"/>
                  <a:pt x="253831" y="180948"/>
                </a:cubicBezTo>
                <a:cubicBezTo>
                  <a:pt x="252317" y="186702"/>
                  <a:pt x="240802" y="200758"/>
                  <a:pt x="234781" y="205441"/>
                </a:cubicBezTo>
                <a:cubicBezTo>
                  <a:pt x="229618" y="209457"/>
                  <a:pt x="224659" y="214259"/>
                  <a:pt x="218453" y="216327"/>
                </a:cubicBezTo>
                <a:lnTo>
                  <a:pt x="202124" y="221769"/>
                </a:lnTo>
                <a:cubicBezTo>
                  <a:pt x="196106" y="227787"/>
                  <a:pt x="193373" y="231589"/>
                  <a:pt x="185796" y="235377"/>
                </a:cubicBezTo>
                <a:cubicBezTo>
                  <a:pt x="183230" y="236660"/>
                  <a:pt x="180353" y="237191"/>
                  <a:pt x="177631" y="238098"/>
                </a:cubicBezTo>
                <a:cubicBezTo>
                  <a:pt x="174910" y="240819"/>
                  <a:pt x="171188" y="242820"/>
                  <a:pt x="169467" y="246262"/>
                </a:cubicBezTo>
                <a:cubicBezTo>
                  <a:pt x="158538" y="268120"/>
                  <a:pt x="175945" y="253737"/>
                  <a:pt x="158581" y="265312"/>
                </a:cubicBezTo>
                <a:cubicBezTo>
                  <a:pt x="141350" y="261005"/>
                  <a:pt x="149771" y="265703"/>
                  <a:pt x="136810" y="246262"/>
                </a:cubicBezTo>
                <a:lnTo>
                  <a:pt x="136810" y="246262"/>
                </a:lnTo>
                <a:cubicBezTo>
                  <a:pt x="134089" y="245355"/>
                  <a:pt x="131441" y="244186"/>
                  <a:pt x="128646" y="243541"/>
                </a:cubicBezTo>
                <a:cubicBezTo>
                  <a:pt x="119632" y="241461"/>
                  <a:pt x="101431" y="238098"/>
                  <a:pt x="101431" y="238098"/>
                </a:cubicBezTo>
                <a:cubicBezTo>
                  <a:pt x="98710" y="236284"/>
                  <a:pt x="95310" y="235209"/>
                  <a:pt x="93267" y="232655"/>
                </a:cubicBezTo>
                <a:cubicBezTo>
                  <a:pt x="82711" y="219460"/>
                  <a:pt x="100196" y="227708"/>
                  <a:pt x="82381" y="221769"/>
                </a:cubicBezTo>
                <a:cubicBezTo>
                  <a:pt x="68470" y="226407"/>
                  <a:pt x="79618" y="225077"/>
                  <a:pt x="66053" y="219048"/>
                </a:cubicBezTo>
                <a:cubicBezTo>
                  <a:pt x="60810" y="216718"/>
                  <a:pt x="49724" y="213605"/>
                  <a:pt x="49724" y="213605"/>
                </a:cubicBezTo>
                <a:cubicBezTo>
                  <a:pt x="37025" y="194555"/>
                  <a:pt x="44282" y="200905"/>
                  <a:pt x="30674" y="191834"/>
                </a:cubicBezTo>
                <a:cubicBezTo>
                  <a:pt x="28860" y="189112"/>
                  <a:pt x="26559" y="186658"/>
                  <a:pt x="25231" y="183669"/>
                </a:cubicBezTo>
                <a:cubicBezTo>
                  <a:pt x="19314" y="170354"/>
                  <a:pt x="20719" y="168629"/>
                  <a:pt x="17067" y="156455"/>
                </a:cubicBezTo>
                <a:cubicBezTo>
                  <a:pt x="15418" y="150960"/>
                  <a:pt x="17067" y="141942"/>
                  <a:pt x="11624" y="140127"/>
                </a:cubicBezTo>
                <a:lnTo>
                  <a:pt x="3460" y="137405"/>
                </a:lnTo>
                <a:cubicBezTo>
                  <a:pt x="5935" y="112651"/>
                  <a:pt x="0" y="113982"/>
                  <a:pt x="14346" y="102027"/>
                </a:cubicBezTo>
                <a:cubicBezTo>
                  <a:pt x="16859" y="99933"/>
                  <a:pt x="19789" y="98398"/>
                  <a:pt x="22510" y="96584"/>
                </a:cubicBezTo>
                <a:cubicBezTo>
                  <a:pt x="29346" y="76071"/>
                  <a:pt x="20127" y="101347"/>
                  <a:pt x="30674" y="80255"/>
                </a:cubicBezTo>
                <a:cubicBezTo>
                  <a:pt x="33235" y="75133"/>
                  <a:pt x="33167" y="67472"/>
                  <a:pt x="38839" y="63927"/>
                </a:cubicBezTo>
                <a:cubicBezTo>
                  <a:pt x="43704" y="60886"/>
                  <a:pt x="55167" y="58484"/>
                  <a:pt x="55167" y="58484"/>
                </a:cubicBezTo>
                <a:cubicBezTo>
                  <a:pt x="57888" y="56670"/>
                  <a:pt x="61288" y="55595"/>
                  <a:pt x="63331" y="53041"/>
                </a:cubicBezTo>
                <a:cubicBezTo>
                  <a:pt x="72095" y="42087"/>
                  <a:pt x="58752" y="46907"/>
                  <a:pt x="71496" y="36712"/>
                </a:cubicBezTo>
                <a:cubicBezTo>
                  <a:pt x="73736" y="34920"/>
                  <a:pt x="76939" y="34898"/>
                  <a:pt x="79660" y="33991"/>
                </a:cubicBezTo>
                <a:cubicBezTo>
                  <a:pt x="82381" y="31270"/>
                  <a:pt x="85689" y="29029"/>
                  <a:pt x="87824" y="25827"/>
                </a:cubicBezTo>
                <a:cubicBezTo>
                  <a:pt x="93764" y="16917"/>
                  <a:pt x="85669" y="16566"/>
                  <a:pt x="98710" y="12219"/>
                </a:cubicBezTo>
                <a:cubicBezTo>
                  <a:pt x="135369" y="0"/>
                  <a:pt x="116853" y="5416"/>
                  <a:pt x="120481" y="4055"/>
                </a:cubicBezTo>
                <a:close/>
              </a:path>
            </a:pathLst>
          </a:custGeom>
          <a:solidFill>
            <a:srgbClr val="C0C0C0"/>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4" name="Freeform 17">
            <a:extLst>
              <a:ext uri="{FF2B5EF4-FFF2-40B4-BE49-F238E27FC236}">
                <a16:creationId xmlns:a16="http://schemas.microsoft.com/office/drawing/2014/main" id="{23C35A20-9731-4083-BB6B-9CBA3D6E29C9}"/>
              </a:ext>
            </a:extLst>
          </p:cNvPr>
          <p:cNvSpPr>
            <a:spLocks/>
          </p:cNvSpPr>
          <p:nvPr/>
        </p:nvSpPr>
        <p:spPr bwMode="auto">
          <a:xfrm>
            <a:off x="3083351" y="3093195"/>
            <a:ext cx="1148579" cy="564060"/>
          </a:xfrm>
          <a:custGeom>
            <a:avLst/>
            <a:gdLst/>
            <a:ahLst/>
            <a:cxnLst>
              <a:cxn ang="0">
                <a:pos x="36" y="136"/>
              </a:cxn>
              <a:cxn ang="0">
                <a:pos x="68" y="155"/>
              </a:cxn>
              <a:cxn ang="0">
                <a:pos x="119" y="151"/>
              </a:cxn>
              <a:cxn ang="0">
                <a:pos x="167" y="147"/>
              </a:cxn>
              <a:cxn ang="0">
                <a:pos x="224" y="166"/>
              </a:cxn>
              <a:cxn ang="0">
                <a:pos x="262" y="161"/>
              </a:cxn>
              <a:cxn ang="0">
                <a:pos x="326" y="153"/>
              </a:cxn>
              <a:cxn ang="0">
                <a:pos x="396" y="189"/>
              </a:cxn>
              <a:cxn ang="0">
                <a:pos x="430" y="153"/>
              </a:cxn>
              <a:cxn ang="0">
                <a:pos x="402" y="75"/>
              </a:cxn>
              <a:cxn ang="0">
                <a:pos x="519" y="9"/>
              </a:cxn>
              <a:cxn ang="0">
                <a:pos x="551" y="38"/>
              </a:cxn>
              <a:cxn ang="0">
                <a:pos x="637" y="3"/>
              </a:cxn>
              <a:cxn ang="0">
                <a:pos x="730" y="32"/>
              </a:cxn>
              <a:cxn ang="0">
                <a:pos x="788" y="15"/>
              </a:cxn>
              <a:cxn ang="0">
                <a:pos x="836" y="98"/>
              </a:cxn>
              <a:cxn ang="0">
                <a:pos x="851" y="155"/>
              </a:cxn>
              <a:cxn ang="0">
                <a:pos x="811" y="189"/>
              </a:cxn>
              <a:cxn ang="0">
                <a:pos x="817" y="227"/>
              </a:cxn>
              <a:cxn ang="0">
                <a:pos x="802" y="280"/>
              </a:cxn>
              <a:cxn ang="0">
                <a:pos x="758" y="326"/>
              </a:cxn>
              <a:cxn ang="0">
                <a:pos x="720" y="358"/>
              </a:cxn>
              <a:cxn ang="0">
                <a:pos x="625" y="363"/>
              </a:cxn>
              <a:cxn ang="0">
                <a:pos x="548" y="390"/>
              </a:cxn>
              <a:cxn ang="0">
                <a:pos x="417" y="363"/>
              </a:cxn>
              <a:cxn ang="0">
                <a:pos x="292" y="312"/>
              </a:cxn>
              <a:cxn ang="0">
                <a:pos x="284" y="267"/>
              </a:cxn>
              <a:cxn ang="0">
                <a:pos x="203" y="263"/>
              </a:cxn>
              <a:cxn ang="0">
                <a:pos x="99" y="250"/>
              </a:cxn>
              <a:cxn ang="0">
                <a:pos x="53" y="233"/>
              </a:cxn>
              <a:cxn ang="0">
                <a:pos x="25" y="199"/>
              </a:cxn>
              <a:cxn ang="0">
                <a:pos x="0" y="140"/>
              </a:cxn>
            </a:cxnLst>
            <a:rect l="0" t="0" r="r" b="b"/>
            <a:pathLst>
              <a:path w="856" h="390">
                <a:moveTo>
                  <a:pt x="0" y="140"/>
                </a:moveTo>
                <a:lnTo>
                  <a:pt x="36" y="136"/>
                </a:lnTo>
                <a:lnTo>
                  <a:pt x="49" y="132"/>
                </a:lnTo>
                <a:lnTo>
                  <a:pt x="68" y="155"/>
                </a:lnTo>
                <a:lnTo>
                  <a:pt x="91" y="147"/>
                </a:lnTo>
                <a:lnTo>
                  <a:pt x="119" y="151"/>
                </a:lnTo>
                <a:lnTo>
                  <a:pt x="137" y="165"/>
                </a:lnTo>
                <a:lnTo>
                  <a:pt x="167" y="147"/>
                </a:lnTo>
                <a:lnTo>
                  <a:pt x="207" y="149"/>
                </a:lnTo>
                <a:lnTo>
                  <a:pt x="224" y="166"/>
                </a:lnTo>
                <a:lnTo>
                  <a:pt x="248" y="172"/>
                </a:lnTo>
                <a:lnTo>
                  <a:pt x="262" y="161"/>
                </a:lnTo>
                <a:lnTo>
                  <a:pt x="305" y="153"/>
                </a:lnTo>
                <a:lnTo>
                  <a:pt x="326" y="153"/>
                </a:lnTo>
                <a:lnTo>
                  <a:pt x="358" y="165"/>
                </a:lnTo>
                <a:lnTo>
                  <a:pt x="396" y="189"/>
                </a:lnTo>
                <a:lnTo>
                  <a:pt x="425" y="178"/>
                </a:lnTo>
                <a:lnTo>
                  <a:pt x="430" y="153"/>
                </a:lnTo>
                <a:lnTo>
                  <a:pt x="411" y="121"/>
                </a:lnTo>
                <a:lnTo>
                  <a:pt x="402" y="75"/>
                </a:lnTo>
                <a:lnTo>
                  <a:pt x="498" y="9"/>
                </a:lnTo>
                <a:lnTo>
                  <a:pt x="519" y="9"/>
                </a:lnTo>
                <a:lnTo>
                  <a:pt x="523" y="32"/>
                </a:lnTo>
                <a:lnTo>
                  <a:pt x="551" y="38"/>
                </a:lnTo>
                <a:lnTo>
                  <a:pt x="612" y="30"/>
                </a:lnTo>
                <a:lnTo>
                  <a:pt x="637" y="3"/>
                </a:lnTo>
                <a:lnTo>
                  <a:pt x="712" y="0"/>
                </a:lnTo>
                <a:lnTo>
                  <a:pt x="730" y="32"/>
                </a:lnTo>
                <a:lnTo>
                  <a:pt x="760" y="32"/>
                </a:lnTo>
                <a:lnTo>
                  <a:pt x="788" y="15"/>
                </a:lnTo>
                <a:lnTo>
                  <a:pt x="836" y="45"/>
                </a:lnTo>
                <a:lnTo>
                  <a:pt x="836" y="98"/>
                </a:lnTo>
                <a:lnTo>
                  <a:pt x="856" y="121"/>
                </a:lnTo>
                <a:lnTo>
                  <a:pt x="851" y="155"/>
                </a:lnTo>
                <a:lnTo>
                  <a:pt x="836" y="189"/>
                </a:lnTo>
                <a:lnTo>
                  <a:pt x="811" y="189"/>
                </a:lnTo>
                <a:lnTo>
                  <a:pt x="802" y="199"/>
                </a:lnTo>
                <a:lnTo>
                  <a:pt x="817" y="227"/>
                </a:lnTo>
                <a:lnTo>
                  <a:pt x="817" y="255"/>
                </a:lnTo>
                <a:lnTo>
                  <a:pt x="802" y="280"/>
                </a:lnTo>
                <a:lnTo>
                  <a:pt x="760" y="301"/>
                </a:lnTo>
                <a:lnTo>
                  <a:pt x="758" y="326"/>
                </a:lnTo>
                <a:lnTo>
                  <a:pt x="758" y="350"/>
                </a:lnTo>
                <a:lnTo>
                  <a:pt x="720" y="358"/>
                </a:lnTo>
                <a:lnTo>
                  <a:pt x="656" y="354"/>
                </a:lnTo>
                <a:lnTo>
                  <a:pt x="625" y="363"/>
                </a:lnTo>
                <a:lnTo>
                  <a:pt x="570" y="363"/>
                </a:lnTo>
                <a:lnTo>
                  <a:pt x="548" y="390"/>
                </a:lnTo>
                <a:lnTo>
                  <a:pt x="460" y="362"/>
                </a:lnTo>
                <a:lnTo>
                  <a:pt x="417" y="363"/>
                </a:lnTo>
                <a:lnTo>
                  <a:pt x="307" y="339"/>
                </a:lnTo>
                <a:lnTo>
                  <a:pt x="292" y="312"/>
                </a:lnTo>
                <a:lnTo>
                  <a:pt x="292" y="284"/>
                </a:lnTo>
                <a:lnTo>
                  <a:pt x="284" y="267"/>
                </a:lnTo>
                <a:lnTo>
                  <a:pt x="271" y="259"/>
                </a:lnTo>
                <a:lnTo>
                  <a:pt x="203" y="263"/>
                </a:lnTo>
                <a:lnTo>
                  <a:pt x="108" y="273"/>
                </a:lnTo>
                <a:lnTo>
                  <a:pt x="99" y="250"/>
                </a:lnTo>
                <a:lnTo>
                  <a:pt x="82" y="242"/>
                </a:lnTo>
                <a:lnTo>
                  <a:pt x="53" y="233"/>
                </a:lnTo>
                <a:lnTo>
                  <a:pt x="25" y="225"/>
                </a:lnTo>
                <a:lnTo>
                  <a:pt x="25" y="199"/>
                </a:lnTo>
                <a:lnTo>
                  <a:pt x="25" y="161"/>
                </a:lnTo>
                <a:lnTo>
                  <a:pt x="0" y="140"/>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grpSp>
        <p:nvGrpSpPr>
          <p:cNvPr id="16" name="Group 36">
            <a:extLst>
              <a:ext uri="{FF2B5EF4-FFF2-40B4-BE49-F238E27FC236}">
                <a16:creationId xmlns:a16="http://schemas.microsoft.com/office/drawing/2014/main" id="{166CCAF1-27D5-4BA9-85AE-8D902FDD7ACF}"/>
              </a:ext>
            </a:extLst>
          </p:cNvPr>
          <p:cNvGrpSpPr>
            <a:grpSpLocks/>
          </p:cNvGrpSpPr>
          <p:nvPr/>
        </p:nvGrpSpPr>
        <p:grpSpPr bwMode="auto">
          <a:xfrm>
            <a:off x="2686178" y="1490686"/>
            <a:ext cx="1298861" cy="1871522"/>
            <a:chOff x="1947" y="2163"/>
            <a:chExt cx="484" cy="647"/>
          </a:xfrm>
          <a:solidFill>
            <a:srgbClr val="3829FF"/>
          </a:solidFill>
        </p:grpSpPr>
        <p:sp>
          <p:nvSpPr>
            <p:cNvPr id="18" name="Freeform 34">
              <a:extLst>
                <a:ext uri="{FF2B5EF4-FFF2-40B4-BE49-F238E27FC236}">
                  <a16:creationId xmlns:a16="http://schemas.microsoft.com/office/drawing/2014/main" id="{BB5A51A2-09A6-440F-9090-04CDCCD88128}"/>
                </a:ext>
              </a:extLst>
            </p:cNvPr>
            <p:cNvSpPr>
              <a:spLocks/>
            </p:cNvSpPr>
            <p:nvPr/>
          </p:nvSpPr>
          <p:spPr bwMode="auto">
            <a:xfrm>
              <a:off x="2357" y="2224"/>
              <a:ext cx="23" cy="21"/>
            </a:xfrm>
            <a:custGeom>
              <a:avLst/>
              <a:gdLst/>
              <a:ahLst/>
              <a:cxnLst>
                <a:cxn ang="0">
                  <a:pos x="4" y="0"/>
                </a:cxn>
                <a:cxn ang="0">
                  <a:pos x="0" y="8"/>
                </a:cxn>
                <a:cxn ang="0">
                  <a:pos x="4" y="29"/>
                </a:cxn>
                <a:cxn ang="0">
                  <a:pos x="28" y="42"/>
                </a:cxn>
                <a:cxn ang="0">
                  <a:pos x="45" y="25"/>
                </a:cxn>
                <a:cxn ang="0">
                  <a:pos x="4" y="0"/>
                </a:cxn>
              </a:cxnLst>
              <a:rect l="0" t="0" r="r" b="b"/>
              <a:pathLst>
                <a:path w="45" h="42">
                  <a:moveTo>
                    <a:pt x="4" y="0"/>
                  </a:moveTo>
                  <a:lnTo>
                    <a:pt x="0" y="8"/>
                  </a:lnTo>
                  <a:lnTo>
                    <a:pt x="4" y="29"/>
                  </a:lnTo>
                  <a:lnTo>
                    <a:pt x="28" y="42"/>
                  </a:lnTo>
                  <a:lnTo>
                    <a:pt x="45" y="25"/>
                  </a:lnTo>
                  <a:lnTo>
                    <a:pt x="4"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19" name="Freeform 35">
              <a:extLst>
                <a:ext uri="{FF2B5EF4-FFF2-40B4-BE49-F238E27FC236}">
                  <a16:creationId xmlns:a16="http://schemas.microsoft.com/office/drawing/2014/main" id="{380C562F-B7D3-4AF6-B7A0-F203476EB881}"/>
                </a:ext>
              </a:extLst>
            </p:cNvPr>
            <p:cNvSpPr>
              <a:spLocks/>
            </p:cNvSpPr>
            <p:nvPr/>
          </p:nvSpPr>
          <p:spPr bwMode="auto">
            <a:xfrm>
              <a:off x="1947" y="2163"/>
              <a:ext cx="484" cy="647"/>
            </a:xfrm>
            <a:custGeom>
              <a:avLst/>
              <a:gdLst/>
              <a:ahLst/>
              <a:cxnLst>
                <a:cxn ang="0">
                  <a:pos x="379" y="29"/>
                </a:cxn>
                <a:cxn ang="0">
                  <a:pos x="390" y="91"/>
                </a:cxn>
                <a:cxn ang="0">
                  <a:pos x="382" y="137"/>
                </a:cxn>
                <a:cxn ang="0">
                  <a:pos x="435" y="203"/>
                </a:cxn>
                <a:cxn ang="0">
                  <a:pos x="358" y="182"/>
                </a:cxn>
                <a:cxn ang="0">
                  <a:pos x="297" y="231"/>
                </a:cxn>
                <a:cxn ang="0">
                  <a:pos x="255" y="190"/>
                </a:cxn>
                <a:cxn ang="0">
                  <a:pos x="178" y="231"/>
                </a:cxn>
                <a:cxn ang="0">
                  <a:pos x="193" y="298"/>
                </a:cxn>
                <a:cxn ang="0">
                  <a:pos x="153" y="334"/>
                </a:cxn>
                <a:cxn ang="0">
                  <a:pos x="161" y="396"/>
                </a:cxn>
                <a:cxn ang="0">
                  <a:pos x="108" y="463"/>
                </a:cxn>
                <a:cxn ang="0">
                  <a:pos x="53" y="516"/>
                </a:cxn>
                <a:cxn ang="0">
                  <a:pos x="36" y="618"/>
                </a:cxn>
                <a:cxn ang="0">
                  <a:pos x="28" y="663"/>
                </a:cxn>
                <a:cxn ang="0">
                  <a:pos x="3" y="758"/>
                </a:cxn>
                <a:cxn ang="0">
                  <a:pos x="36" y="804"/>
                </a:cxn>
                <a:cxn ang="0">
                  <a:pos x="0" y="862"/>
                </a:cxn>
                <a:cxn ang="0">
                  <a:pos x="53" y="927"/>
                </a:cxn>
                <a:cxn ang="0">
                  <a:pos x="151" y="940"/>
                </a:cxn>
                <a:cxn ang="0">
                  <a:pos x="168" y="985"/>
                </a:cxn>
                <a:cxn ang="0">
                  <a:pos x="123" y="1046"/>
                </a:cxn>
                <a:cxn ang="0">
                  <a:pos x="83" y="1150"/>
                </a:cxn>
                <a:cxn ang="0">
                  <a:pos x="136" y="1213"/>
                </a:cxn>
                <a:cxn ang="0">
                  <a:pos x="185" y="1188"/>
                </a:cxn>
                <a:cxn ang="0">
                  <a:pos x="235" y="1207"/>
                </a:cxn>
                <a:cxn ang="0">
                  <a:pos x="280" y="1249"/>
                </a:cxn>
                <a:cxn ang="0">
                  <a:pos x="371" y="1262"/>
                </a:cxn>
                <a:cxn ang="0">
                  <a:pos x="432" y="1274"/>
                </a:cxn>
                <a:cxn ang="0">
                  <a:pos x="522" y="1274"/>
                </a:cxn>
                <a:cxn ang="0">
                  <a:pos x="581" y="1266"/>
                </a:cxn>
                <a:cxn ang="0">
                  <a:pos x="646" y="1266"/>
                </a:cxn>
                <a:cxn ang="0">
                  <a:pos x="721" y="1283"/>
                </a:cxn>
                <a:cxn ang="0">
                  <a:pos x="704" y="1228"/>
                </a:cxn>
                <a:cxn ang="0">
                  <a:pos x="816" y="1122"/>
                </a:cxn>
                <a:cxn ang="0">
                  <a:pos x="761" y="1073"/>
                </a:cxn>
                <a:cxn ang="0">
                  <a:pos x="655" y="968"/>
                </a:cxn>
                <a:cxn ang="0">
                  <a:pos x="629" y="874"/>
                </a:cxn>
                <a:cxn ang="0">
                  <a:pos x="665" y="851"/>
                </a:cxn>
                <a:cxn ang="0">
                  <a:pos x="875" y="758"/>
                </a:cxn>
                <a:cxn ang="0">
                  <a:pos x="951" y="752"/>
                </a:cxn>
                <a:cxn ang="0">
                  <a:pos x="968" y="688"/>
                </a:cxn>
                <a:cxn ang="0">
                  <a:pos x="947" y="569"/>
                </a:cxn>
                <a:cxn ang="0">
                  <a:pos x="930" y="485"/>
                </a:cxn>
                <a:cxn ang="0">
                  <a:pos x="905" y="392"/>
                </a:cxn>
                <a:cxn ang="0">
                  <a:pos x="865" y="247"/>
                </a:cxn>
                <a:cxn ang="0">
                  <a:pos x="782" y="161"/>
                </a:cxn>
                <a:cxn ang="0">
                  <a:pos x="716" y="157"/>
                </a:cxn>
                <a:cxn ang="0">
                  <a:pos x="602" y="201"/>
                </a:cxn>
                <a:cxn ang="0">
                  <a:pos x="593" y="165"/>
                </a:cxn>
                <a:cxn ang="0">
                  <a:pos x="536" y="112"/>
                </a:cxn>
                <a:cxn ang="0">
                  <a:pos x="490" y="29"/>
                </a:cxn>
                <a:cxn ang="0">
                  <a:pos x="424" y="4"/>
                </a:cxn>
              </a:cxnLst>
              <a:rect l="0" t="0" r="r" b="b"/>
              <a:pathLst>
                <a:path w="968" h="1294">
                  <a:moveTo>
                    <a:pt x="399" y="0"/>
                  </a:moveTo>
                  <a:lnTo>
                    <a:pt x="379" y="13"/>
                  </a:lnTo>
                  <a:lnTo>
                    <a:pt x="379" y="29"/>
                  </a:lnTo>
                  <a:lnTo>
                    <a:pt x="382" y="42"/>
                  </a:lnTo>
                  <a:lnTo>
                    <a:pt x="386" y="63"/>
                  </a:lnTo>
                  <a:lnTo>
                    <a:pt x="390" y="91"/>
                  </a:lnTo>
                  <a:lnTo>
                    <a:pt x="379" y="103"/>
                  </a:lnTo>
                  <a:lnTo>
                    <a:pt x="379" y="120"/>
                  </a:lnTo>
                  <a:lnTo>
                    <a:pt x="382" y="137"/>
                  </a:lnTo>
                  <a:lnTo>
                    <a:pt x="411" y="161"/>
                  </a:lnTo>
                  <a:lnTo>
                    <a:pt x="428" y="165"/>
                  </a:lnTo>
                  <a:lnTo>
                    <a:pt x="435" y="203"/>
                  </a:lnTo>
                  <a:lnTo>
                    <a:pt x="396" y="193"/>
                  </a:lnTo>
                  <a:lnTo>
                    <a:pt x="375" y="173"/>
                  </a:lnTo>
                  <a:lnTo>
                    <a:pt x="358" y="182"/>
                  </a:lnTo>
                  <a:lnTo>
                    <a:pt x="325" y="222"/>
                  </a:lnTo>
                  <a:lnTo>
                    <a:pt x="312" y="235"/>
                  </a:lnTo>
                  <a:lnTo>
                    <a:pt x="297" y="231"/>
                  </a:lnTo>
                  <a:lnTo>
                    <a:pt x="295" y="214"/>
                  </a:lnTo>
                  <a:lnTo>
                    <a:pt x="284" y="201"/>
                  </a:lnTo>
                  <a:lnTo>
                    <a:pt x="255" y="190"/>
                  </a:lnTo>
                  <a:lnTo>
                    <a:pt x="214" y="190"/>
                  </a:lnTo>
                  <a:lnTo>
                    <a:pt x="200" y="207"/>
                  </a:lnTo>
                  <a:lnTo>
                    <a:pt x="178" y="231"/>
                  </a:lnTo>
                  <a:lnTo>
                    <a:pt x="197" y="248"/>
                  </a:lnTo>
                  <a:lnTo>
                    <a:pt x="197" y="281"/>
                  </a:lnTo>
                  <a:lnTo>
                    <a:pt x="193" y="298"/>
                  </a:lnTo>
                  <a:lnTo>
                    <a:pt x="185" y="313"/>
                  </a:lnTo>
                  <a:lnTo>
                    <a:pt x="161" y="330"/>
                  </a:lnTo>
                  <a:lnTo>
                    <a:pt x="153" y="334"/>
                  </a:lnTo>
                  <a:lnTo>
                    <a:pt x="157" y="358"/>
                  </a:lnTo>
                  <a:lnTo>
                    <a:pt x="168" y="375"/>
                  </a:lnTo>
                  <a:lnTo>
                    <a:pt x="161" y="396"/>
                  </a:lnTo>
                  <a:lnTo>
                    <a:pt x="144" y="421"/>
                  </a:lnTo>
                  <a:lnTo>
                    <a:pt x="123" y="445"/>
                  </a:lnTo>
                  <a:lnTo>
                    <a:pt x="108" y="463"/>
                  </a:lnTo>
                  <a:lnTo>
                    <a:pt x="83" y="481"/>
                  </a:lnTo>
                  <a:lnTo>
                    <a:pt x="66" y="487"/>
                  </a:lnTo>
                  <a:lnTo>
                    <a:pt x="53" y="516"/>
                  </a:lnTo>
                  <a:lnTo>
                    <a:pt x="49" y="557"/>
                  </a:lnTo>
                  <a:lnTo>
                    <a:pt x="36" y="582"/>
                  </a:lnTo>
                  <a:lnTo>
                    <a:pt x="36" y="618"/>
                  </a:lnTo>
                  <a:lnTo>
                    <a:pt x="20" y="635"/>
                  </a:lnTo>
                  <a:lnTo>
                    <a:pt x="17" y="646"/>
                  </a:lnTo>
                  <a:lnTo>
                    <a:pt x="28" y="663"/>
                  </a:lnTo>
                  <a:lnTo>
                    <a:pt x="36" y="692"/>
                  </a:lnTo>
                  <a:lnTo>
                    <a:pt x="53" y="716"/>
                  </a:lnTo>
                  <a:lnTo>
                    <a:pt x="3" y="758"/>
                  </a:lnTo>
                  <a:lnTo>
                    <a:pt x="13" y="783"/>
                  </a:lnTo>
                  <a:lnTo>
                    <a:pt x="32" y="800"/>
                  </a:lnTo>
                  <a:lnTo>
                    <a:pt x="36" y="804"/>
                  </a:lnTo>
                  <a:lnTo>
                    <a:pt x="36" y="821"/>
                  </a:lnTo>
                  <a:lnTo>
                    <a:pt x="11" y="838"/>
                  </a:lnTo>
                  <a:lnTo>
                    <a:pt x="0" y="862"/>
                  </a:lnTo>
                  <a:lnTo>
                    <a:pt x="11" y="895"/>
                  </a:lnTo>
                  <a:lnTo>
                    <a:pt x="24" y="915"/>
                  </a:lnTo>
                  <a:lnTo>
                    <a:pt x="53" y="927"/>
                  </a:lnTo>
                  <a:lnTo>
                    <a:pt x="87" y="932"/>
                  </a:lnTo>
                  <a:lnTo>
                    <a:pt x="123" y="936"/>
                  </a:lnTo>
                  <a:lnTo>
                    <a:pt x="151" y="940"/>
                  </a:lnTo>
                  <a:lnTo>
                    <a:pt x="172" y="955"/>
                  </a:lnTo>
                  <a:lnTo>
                    <a:pt x="193" y="972"/>
                  </a:lnTo>
                  <a:lnTo>
                    <a:pt x="168" y="985"/>
                  </a:lnTo>
                  <a:lnTo>
                    <a:pt x="147" y="1006"/>
                  </a:lnTo>
                  <a:lnTo>
                    <a:pt x="127" y="1023"/>
                  </a:lnTo>
                  <a:lnTo>
                    <a:pt x="123" y="1046"/>
                  </a:lnTo>
                  <a:lnTo>
                    <a:pt x="111" y="1097"/>
                  </a:lnTo>
                  <a:lnTo>
                    <a:pt x="94" y="1130"/>
                  </a:lnTo>
                  <a:lnTo>
                    <a:pt x="83" y="1150"/>
                  </a:lnTo>
                  <a:lnTo>
                    <a:pt x="111" y="1188"/>
                  </a:lnTo>
                  <a:lnTo>
                    <a:pt x="119" y="1200"/>
                  </a:lnTo>
                  <a:lnTo>
                    <a:pt x="136" y="1213"/>
                  </a:lnTo>
                  <a:lnTo>
                    <a:pt x="153" y="1211"/>
                  </a:lnTo>
                  <a:lnTo>
                    <a:pt x="176" y="1200"/>
                  </a:lnTo>
                  <a:lnTo>
                    <a:pt x="185" y="1188"/>
                  </a:lnTo>
                  <a:lnTo>
                    <a:pt x="189" y="1183"/>
                  </a:lnTo>
                  <a:lnTo>
                    <a:pt x="221" y="1188"/>
                  </a:lnTo>
                  <a:lnTo>
                    <a:pt x="235" y="1207"/>
                  </a:lnTo>
                  <a:lnTo>
                    <a:pt x="246" y="1228"/>
                  </a:lnTo>
                  <a:lnTo>
                    <a:pt x="259" y="1245"/>
                  </a:lnTo>
                  <a:lnTo>
                    <a:pt x="280" y="1249"/>
                  </a:lnTo>
                  <a:lnTo>
                    <a:pt x="322" y="1245"/>
                  </a:lnTo>
                  <a:lnTo>
                    <a:pt x="343" y="1241"/>
                  </a:lnTo>
                  <a:lnTo>
                    <a:pt x="371" y="1262"/>
                  </a:lnTo>
                  <a:lnTo>
                    <a:pt x="392" y="1253"/>
                  </a:lnTo>
                  <a:lnTo>
                    <a:pt x="413" y="1258"/>
                  </a:lnTo>
                  <a:lnTo>
                    <a:pt x="432" y="1274"/>
                  </a:lnTo>
                  <a:lnTo>
                    <a:pt x="466" y="1258"/>
                  </a:lnTo>
                  <a:lnTo>
                    <a:pt x="498" y="1258"/>
                  </a:lnTo>
                  <a:lnTo>
                    <a:pt x="522" y="1274"/>
                  </a:lnTo>
                  <a:lnTo>
                    <a:pt x="540" y="1281"/>
                  </a:lnTo>
                  <a:lnTo>
                    <a:pt x="560" y="1266"/>
                  </a:lnTo>
                  <a:lnTo>
                    <a:pt x="581" y="1266"/>
                  </a:lnTo>
                  <a:lnTo>
                    <a:pt x="617" y="1258"/>
                  </a:lnTo>
                  <a:lnTo>
                    <a:pt x="642" y="1274"/>
                  </a:lnTo>
                  <a:lnTo>
                    <a:pt x="646" y="1266"/>
                  </a:lnTo>
                  <a:lnTo>
                    <a:pt x="672" y="1283"/>
                  </a:lnTo>
                  <a:lnTo>
                    <a:pt x="695" y="1294"/>
                  </a:lnTo>
                  <a:lnTo>
                    <a:pt x="721" y="1283"/>
                  </a:lnTo>
                  <a:lnTo>
                    <a:pt x="725" y="1266"/>
                  </a:lnTo>
                  <a:lnTo>
                    <a:pt x="708" y="1241"/>
                  </a:lnTo>
                  <a:lnTo>
                    <a:pt x="704" y="1228"/>
                  </a:lnTo>
                  <a:lnTo>
                    <a:pt x="695" y="1186"/>
                  </a:lnTo>
                  <a:lnTo>
                    <a:pt x="791" y="1122"/>
                  </a:lnTo>
                  <a:lnTo>
                    <a:pt x="816" y="1122"/>
                  </a:lnTo>
                  <a:lnTo>
                    <a:pt x="820" y="1112"/>
                  </a:lnTo>
                  <a:lnTo>
                    <a:pt x="786" y="1099"/>
                  </a:lnTo>
                  <a:lnTo>
                    <a:pt x="761" y="1073"/>
                  </a:lnTo>
                  <a:lnTo>
                    <a:pt x="699" y="1018"/>
                  </a:lnTo>
                  <a:lnTo>
                    <a:pt x="691" y="976"/>
                  </a:lnTo>
                  <a:lnTo>
                    <a:pt x="655" y="968"/>
                  </a:lnTo>
                  <a:lnTo>
                    <a:pt x="651" y="927"/>
                  </a:lnTo>
                  <a:lnTo>
                    <a:pt x="644" y="891"/>
                  </a:lnTo>
                  <a:lnTo>
                    <a:pt x="629" y="874"/>
                  </a:lnTo>
                  <a:lnTo>
                    <a:pt x="638" y="857"/>
                  </a:lnTo>
                  <a:lnTo>
                    <a:pt x="646" y="849"/>
                  </a:lnTo>
                  <a:lnTo>
                    <a:pt x="665" y="851"/>
                  </a:lnTo>
                  <a:lnTo>
                    <a:pt x="723" y="834"/>
                  </a:lnTo>
                  <a:lnTo>
                    <a:pt x="848" y="769"/>
                  </a:lnTo>
                  <a:lnTo>
                    <a:pt x="875" y="758"/>
                  </a:lnTo>
                  <a:lnTo>
                    <a:pt x="901" y="741"/>
                  </a:lnTo>
                  <a:lnTo>
                    <a:pt x="922" y="764"/>
                  </a:lnTo>
                  <a:lnTo>
                    <a:pt x="951" y="752"/>
                  </a:lnTo>
                  <a:lnTo>
                    <a:pt x="958" y="724"/>
                  </a:lnTo>
                  <a:lnTo>
                    <a:pt x="956" y="707"/>
                  </a:lnTo>
                  <a:lnTo>
                    <a:pt x="968" y="688"/>
                  </a:lnTo>
                  <a:lnTo>
                    <a:pt x="953" y="665"/>
                  </a:lnTo>
                  <a:lnTo>
                    <a:pt x="935" y="625"/>
                  </a:lnTo>
                  <a:lnTo>
                    <a:pt x="947" y="569"/>
                  </a:lnTo>
                  <a:lnTo>
                    <a:pt x="928" y="540"/>
                  </a:lnTo>
                  <a:lnTo>
                    <a:pt x="920" y="512"/>
                  </a:lnTo>
                  <a:lnTo>
                    <a:pt x="930" y="485"/>
                  </a:lnTo>
                  <a:lnTo>
                    <a:pt x="924" y="463"/>
                  </a:lnTo>
                  <a:lnTo>
                    <a:pt x="884" y="419"/>
                  </a:lnTo>
                  <a:lnTo>
                    <a:pt x="905" y="392"/>
                  </a:lnTo>
                  <a:lnTo>
                    <a:pt x="905" y="347"/>
                  </a:lnTo>
                  <a:lnTo>
                    <a:pt x="909" y="294"/>
                  </a:lnTo>
                  <a:lnTo>
                    <a:pt x="865" y="247"/>
                  </a:lnTo>
                  <a:lnTo>
                    <a:pt x="845" y="218"/>
                  </a:lnTo>
                  <a:lnTo>
                    <a:pt x="820" y="193"/>
                  </a:lnTo>
                  <a:lnTo>
                    <a:pt x="782" y="161"/>
                  </a:lnTo>
                  <a:lnTo>
                    <a:pt x="757" y="144"/>
                  </a:lnTo>
                  <a:lnTo>
                    <a:pt x="740" y="140"/>
                  </a:lnTo>
                  <a:lnTo>
                    <a:pt x="716" y="157"/>
                  </a:lnTo>
                  <a:lnTo>
                    <a:pt x="697" y="169"/>
                  </a:lnTo>
                  <a:lnTo>
                    <a:pt x="642" y="211"/>
                  </a:lnTo>
                  <a:lnTo>
                    <a:pt x="602" y="201"/>
                  </a:lnTo>
                  <a:lnTo>
                    <a:pt x="585" y="201"/>
                  </a:lnTo>
                  <a:lnTo>
                    <a:pt x="585" y="186"/>
                  </a:lnTo>
                  <a:lnTo>
                    <a:pt x="593" y="165"/>
                  </a:lnTo>
                  <a:lnTo>
                    <a:pt x="602" y="148"/>
                  </a:lnTo>
                  <a:lnTo>
                    <a:pt x="551" y="116"/>
                  </a:lnTo>
                  <a:lnTo>
                    <a:pt x="536" y="112"/>
                  </a:lnTo>
                  <a:lnTo>
                    <a:pt x="511" y="91"/>
                  </a:lnTo>
                  <a:lnTo>
                    <a:pt x="502" y="53"/>
                  </a:lnTo>
                  <a:lnTo>
                    <a:pt x="490" y="29"/>
                  </a:lnTo>
                  <a:lnTo>
                    <a:pt x="473" y="32"/>
                  </a:lnTo>
                  <a:lnTo>
                    <a:pt x="452" y="8"/>
                  </a:lnTo>
                  <a:lnTo>
                    <a:pt x="424" y="4"/>
                  </a:lnTo>
                  <a:lnTo>
                    <a:pt x="399" y="0"/>
                  </a:lnTo>
                  <a:close/>
                </a:path>
              </a:pathLst>
            </a:custGeom>
            <a:grpFill/>
            <a:ln w="6350">
              <a:solidFill>
                <a:srgbClr val="FFFFFF"/>
              </a:solidFill>
              <a:prstDash val="solid"/>
              <a:round/>
              <a:headEnd/>
              <a:tailEnd/>
            </a:ln>
          </p:spPr>
          <p:txBody>
            <a:bodyPr/>
            <a:lstStyle/>
            <a:p>
              <a:endParaRPr lang="tr-TR" sz="1904" dirty="0">
                <a:latin typeface="Myriad Pro"/>
              </a:endParaRPr>
            </a:p>
          </p:txBody>
        </p:sp>
      </p:grpSp>
      <p:sp>
        <p:nvSpPr>
          <p:cNvPr id="20" name="Freeform 37">
            <a:extLst>
              <a:ext uri="{FF2B5EF4-FFF2-40B4-BE49-F238E27FC236}">
                <a16:creationId xmlns:a16="http://schemas.microsoft.com/office/drawing/2014/main" id="{D021E1A4-ED4E-4AAD-9DE1-E3DC095C0DF6}"/>
              </a:ext>
            </a:extLst>
          </p:cNvPr>
          <p:cNvSpPr>
            <a:spLocks/>
          </p:cNvSpPr>
          <p:nvPr/>
        </p:nvSpPr>
        <p:spPr bwMode="auto">
          <a:xfrm>
            <a:off x="3875011" y="1641102"/>
            <a:ext cx="1398156" cy="1417383"/>
          </a:xfrm>
          <a:custGeom>
            <a:avLst/>
            <a:gdLst/>
            <a:ahLst/>
            <a:cxnLst>
              <a:cxn ang="0">
                <a:pos x="21" y="247"/>
              </a:cxn>
              <a:cxn ang="0">
                <a:pos x="0" y="313"/>
              </a:cxn>
              <a:cxn ang="0">
                <a:pos x="46" y="376"/>
              </a:cxn>
              <a:cxn ang="0">
                <a:pos x="38" y="429"/>
              </a:cxn>
              <a:cxn ang="0">
                <a:pos x="57" y="474"/>
              </a:cxn>
              <a:cxn ang="0">
                <a:pos x="70" y="563"/>
              </a:cxn>
              <a:cxn ang="0">
                <a:pos x="74" y="597"/>
              </a:cxn>
              <a:cxn ang="0">
                <a:pos x="63" y="629"/>
              </a:cxn>
              <a:cxn ang="0">
                <a:pos x="91" y="647"/>
              </a:cxn>
              <a:cxn ang="0">
                <a:pos x="120" y="667"/>
              </a:cxn>
              <a:cxn ang="0">
                <a:pos x="148" y="720"/>
              </a:cxn>
              <a:cxn ang="0">
                <a:pos x="178" y="756"/>
              </a:cxn>
              <a:cxn ang="0">
                <a:pos x="239" y="773"/>
              </a:cxn>
              <a:cxn ang="0">
                <a:pos x="281" y="770"/>
              </a:cxn>
              <a:cxn ang="0">
                <a:pos x="341" y="827"/>
              </a:cxn>
              <a:cxn ang="0">
                <a:pos x="413" y="857"/>
              </a:cxn>
              <a:cxn ang="0">
                <a:pos x="466" y="847"/>
              </a:cxn>
              <a:cxn ang="0">
                <a:pos x="523" y="885"/>
              </a:cxn>
              <a:cxn ang="0">
                <a:pos x="552" y="889"/>
              </a:cxn>
              <a:cxn ang="0">
                <a:pos x="593" y="906"/>
              </a:cxn>
              <a:cxn ang="0">
                <a:pos x="643" y="942"/>
              </a:cxn>
              <a:cxn ang="0">
                <a:pos x="684" y="948"/>
              </a:cxn>
              <a:cxn ang="0">
                <a:pos x="716" y="927"/>
              </a:cxn>
              <a:cxn ang="0">
                <a:pos x="912" y="980"/>
              </a:cxn>
              <a:cxn ang="0">
                <a:pos x="919" y="927"/>
              </a:cxn>
              <a:cxn ang="0">
                <a:pos x="1014" y="773"/>
              </a:cxn>
              <a:cxn ang="0">
                <a:pos x="1042" y="709"/>
              </a:cxn>
              <a:cxn ang="0">
                <a:pos x="1006" y="614"/>
              </a:cxn>
              <a:cxn ang="0">
                <a:pos x="955" y="544"/>
              </a:cxn>
              <a:cxn ang="0">
                <a:pos x="955" y="482"/>
              </a:cxn>
              <a:cxn ang="0">
                <a:pos x="951" y="429"/>
              </a:cxn>
              <a:cxn ang="0">
                <a:pos x="951" y="395"/>
              </a:cxn>
              <a:cxn ang="0">
                <a:pos x="989" y="345"/>
              </a:cxn>
              <a:cxn ang="0">
                <a:pos x="972" y="243"/>
              </a:cxn>
              <a:cxn ang="0">
                <a:pos x="961" y="173"/>
              </a:cxn>
              <a:cxn ang="0">
                <a:pos x="912" y="112"/>
              </a:cxn>
              <a:cxn ang="0">
                <a:pos x="790" y="107"/>
              </a:cxn>
              <a:cxn ang="0">
                <a:pos x="650" y="95"/>
              </a:cxn>
              <a:cxn ang="0">
                <a:pos x="576" y="74"/>
              </a:cxn>
              <a:cxn ang="0">
                <a:pos x="531" y="99"/>
              </a:cxn>
              <a:cxn ang="0">
                <a:pos x="487" y="71"/>
              </a:cxn>
              <a:cxn ang="0">
                <a:pos x="453" y="61"/>
              </a:cxn>
              <a:cxn ang="0">
                <a:pos x="413" y="4"/>
              </a:cxn>
              <a:cxn ang="0">
                <a:pos x="347" y="12"/>
              </a:cxn>
              <a:cxn ang="0">
                <a:pos x="284" y="38"/>
              </a:cxn>
              <a:cxn ang="0">
                <a:pos x="186" y="82"/>
              </a:cxn>
              <a:cxn ang="0">
                <a:pos x="99" y="120"/>
              </a:cxn>
              <a:cxn ang="0">
                <a:pos x="46" y="173"/>
              </a:cxn>
            </a:cxnLst>
            <a:rect l="0" t="0" r="r" b="b"/>
            <a:pathLst>
              <a:path w="1042" h="980">
                <a:moveTo>
                  <a:pt x="25" y="186"/>
                </a:moveTo>
                <a:lnTo>
                  <a:pt x="21" y="247"/>
                </a:lnTo>
                <a:lnTo>
                  <a:pt x="21" y="285"/>
                </a:lnTo>
                <a:lnTo>
                  <a:pt x="0" y="313"/>
                </a:lnTo>
                <a:lnTo>
                  <a:pt x="42" y="362"/>
                </a:lnTo>
                <a:lnTo>
                  <a:pt x="46" y="376"/>
                </a:lnTo>
                <a:lnTo>
                  <a:pt x="36" y="408"/>
                </a:lnTo>
                <a:lnTo>
                  <a:pt x="38" y="429"/>
                </a:lnTo>
                <a:lnTo>
                  <a:pt x="59" y="457"/>
                </a:lnTo>
                <a:lnTo>
                  <a:pt x="57" y="474"/>
                </a:lnTo>
                <a:lnTo>
                  <a:pt x="53" y="527"/>
                </a:lnTo>
                <a:lnTo>
                  <a:pt x="70" y="563"/>
                </a:lnTo>
                <a:lnTo>
                  <a:pt x="84" y="584"/>
                </a:lnTo>
                <a:lnTo>
                  <a:pt x="74" y="597"/>
                </a:lnTo>
                <a:lnTo>
                  <a:pt x="74" y="618"/>
                </a:lnTo>
                <a:lnTo>
                  <a:pt x="63" y="629"/>
                </a:lnTo>
                <a:lnTo>
                  <a:pt x="63" y="643"/>
                </a:lnTo>
                <a:lnTo>
                  <a:pt x="91" y="647"/>
                </a:lnTo>
                <a:lnTo>
                  <a:pt x="112" y="654"/>
                </a:lnTo>
                <a:lnTo>
                  <a:pt x="120" y="667"/>
                </a:lnTo>
                <a:lnTo>
                  <a:pt x="120" y="692"/>
                </a:lnTo>
                <a:lnTo>
                  <a:pt x="148" y="720"/>
                </a:lnTo>
                <a:lnTo>
                  <a:pt x="173" y="732"/>
                </a:lnTo>
                <a:lnTo>
                  <a:pt x="178" y="756"/>
                </a:lnTo>
                <a:lnTo>
                  <a:pt x="211" y="798"/>
                </a:lnTo>
                <a:lnTo>
                  <a:pt x="239" y="773"/>
                </a:lnTo>
                <a:lnTo>
                  <a:pt x="264" y="766"/>
                </a:lnTo>
                <a:lnTo>
                  <a:pt x="281" y="770"/>
                </a:lnTo>
                <a:lnTo>
                  <a:pt x="330" y="823"/>
                </a:lnTo>
                <a:lnTo>
                  <a:pt x="341" y="827"/>
                </a:lnTo>
                <a:lnTo>
                  <a:pt x="400" y="853"/>
                </a:lnTo>
                <a:lnTo>
                  <a:pt x="413" y="857"/>
                </a:lnTo>
                <a:lnTo>
                  <a:pt x="438" y="851"/>
                </a:lnTo>
                <a:lnTo>
                  <a:pt x="466" y="847"/>
                </a:lnTo>
                <a:lnTo>
                  <a:pt x="491" y="857"/>
                </a:lnTo>
                <a:lnTo>
                  <a:pt x="523" y="885"/>
                </a:lnTo>
                <a:lnTo>
                  <a:pt x="536" y="900"/>
                </a:lnTo>
                <a:lnTo>
                  <a:pt x="552" y="889"/>
                </a:lnTo>
                <a:lnTo>
                  <a:pt x="569" y="885"/>
                </a:lnTo>
                <a:lnTo>
                  <a:pt x="593" y="906"/>
                </a:lnTo>
                <a:lnTo>
                  <a:pt x="622" y="927"/>
                </a:lnTo>
                <a:lnTo>
                  <a:pt x="643" y="942"/>
                </a:lnTo>
                <a:lnTo>
                  <a:pt x="671" y="952"/>
                </a:lnTo>
                <a:lnTo>
                  <a:pt x="684" y="948"/>
                </a:lnTo>
                <a:lnTo>
                  <a:pt x="697" y="935"/>
                </a:lnTo>
                <a:lnTo>
                  <a:pt x="716" y="927"/>
                </a:lnTo>
                <a:lnTo>
                  <a:pt x="751" y="938"/>
                </a:lnTo>
                <a:lnTo>
                  <a:pt x="912" y="980"/>
                </a:lnTo>
                <a:lnTo>
                  <a:pt x="936" y="959"/>
                </a:lnTo>
                <a:lnTo>
                  <a:pt x="919" y="927"/>
                </a:lnTo>
                <a:lnTo>
                  <a:pt x="902" y="876"/>
                </a:lnTo>
                <a:lnTo>
                  <a:pt x="1014" y="773"/>
                </a:lnTo>
                <a:lnTo>
                  <a:pt x="1035" y="749"/>
                </a:lnTo>
                <a:lnTo>
                  <a:pt x="1042" y="709"/>
                </a:lnTo>
                <a:lnTo>
                  <a:pt x="1025" y="658"/>
                </a:lnTo>
                <a:lnTo>
                  <a:pt x="1006" y="614"/>
                </a:lnTo>
                <a:lnTo>
                  <a:pt x="976" y="565"/>
                </a:lnTo>
                <a:lnTo>
                  <a:pt x="955" y="544"/>
                </a:lnTo>
                <a:lnTo>
                  <a:pt x="951" y="514"/>
                </a:lnTo>
                <a:lnTo>
                  <a:pt x="955" y="482"/>
                </a:lnTo>
                <a:lnTo>
                  <a:pt x="965" y="449"/>
                </a:lnTo>
                <a:lnTo>
                  <a:pt x="951" y="429"/>
                </a:lnTo>
                <a:lnTo>
                  <a:pt x="934" y="415"/>
                </a:lnTo>
                <a:lnTo>
                  <a:pt x="951" y="395"/>
                </a:lnTo>
                <a:lnTo>
                  <a:pt x="980" y="355"/>
                </a:lnTo>
                <a:lnTo>
                  <a:pt x="989" y="345"/>
                </a:lnTo>
                <a:lnTo>
                  <a:pt x="984" y="277"/>
                </a:lnTo>
                <a:lnTo>
                  <a:pt x="972" y="243"/>
                </a:lnTo>
                <a:lnTo>
                  <a:pt x="961" y="207"/>
                </a:lnTo>
                <a:lnTo>
                  <a:pt x="961" y="173"/>
                </a:lnTo>
                <a:lnTo>
                  <a:pt x="940" y="141"/>
                </a:lnTo>
                <a:lnTo>
                  <a:pt x="912" y="112"/>
                </a:lnTo>
                <a:lnTo>
                  <a:pt x="881" y="108"/>
                </a:lnTo>
                <a:lnTo>
                  <a:pt x="790" y="107"/>
                </a:lnTo>
                <a:lnTo>
                  <a:pt x="741" y="103"/>
                </a:lnTo>
                <a:lnTo>
                  <a:pt x="650" y="95"/>
                </a:lnTo>
                <a:lnTo>
                  <a:pt x="614" y="78"/>
                </a:lnTo>
                <a:lnTo>
                  <a:pt x="576" y="74"/>
                </a:lnTo>
                <a:lnTo>
                  <a:pt x="555" y="82"/>
                </a:lnTo>
                <a:lnTo>
                  <a:pt x="531" y="99"/>
                </a:lnTo>
                <a:lnTo>
                  <a:pt x="508" y="91"/>
                </a:lnTo>
                <a:lnTo>
                  <a:pt x="487" y="71"/>
                </a:lnTo>
                <a:lnTo>
                  <a:pt x="463" y="71"/>
                </a:lnTo>
                <a:lnTo>
                  <a:pt x="453" y="61"/>
                </a:lnTo>
                <a:lnTo>
                  <a:pt x="446" y="29"/>
                </a:lnTo>
                <a:lnTo>
                  <a:pt x="413" y="4"/>
                </a:lnTo>
                <a:lnTo>
                  <a:pt x="391" y="0"/>
                </a:lnTo>
                <a:lnTo>
                  <a:pt x="347" y="12"/>
                </a:lnTo>
                <a:lnTo>
                  <a:pt x="313" y="21"/>
                </a:lnTo>
                <a:lnTo>
                  <a:pt x="284" y="38"/>
                </a:lnTo>
                <a:lnTo>
                  <a:pt x="235" y="67"/>
                </a:lnTo>
                <a:lnTo>
                  <a:pt x="186" y="82"/>
                </a:lnTo>
                <a:lnTo>
                  <a:pt x="144" y="99"/>
                </a:lnTo>
                <a:lnTo>
                  <a:pt x="99" y="120"/>
                </a:lnTo>
                <a:lnTo>
                  <a:pt x="74" y="148"/>
                </a:lnTo>
                <a:lnTo>
                  <a:pt x="46" y="173"/>
                </a:lnTo>
                <a:lnTo>
                  <a:pt x="25" y="186"/>
                </a:lnTo>
                <a:close/>
              </a:path>
            </a:pathLst>
          </a:custGeom>
          <a:solidFill>
            <a:srgbClr val="3829FF"/>
          </a:solidFill>
          <a:ln w="6350">
            <a:solidFill>
              <a:srgbClr val="FFFFFF"/>
            </a:solidFill>
            <a:prstDash val="solid"/>
            <a:round/>
            <a:headEnd/>
            <a:tailEnd/>
          </a:ln>
        </p:spPr>
        <p:txBody>
          <a:bodyPr/>
          <a:lstStyle/>
          <a:p>
            <a:endParaRPr lang="tr-TR" sz="1904" dirty="0">
              <a:solidFill>
                <a:schemeClr val="bg1">
                  <a:lumMod val="60000"/>
                  <a:lumOff val="40000"/>
                </a:schemeClr>
              </a:solidFill>
              <a:latin typeface="Myriad Pro"/>
            </a:endParaRPr>
          </a:p>
        </p:txBody>
      </p:sp>
      <p:sp>
        <p:nvSpPr>
          <p:cNvPr id="21" name="Freeform 60">
            <a:extLst>
              <a:ext uri="{FF2B5EF4-FFF2-40B4-BE49-F238E27FC236}">
                <a16:creationId xmlns:a16="http://schemas.microsoft.com/office/drawing/2014/main" id="{05E4D105-5DEC-45CD-982C-72CBCA48F4AE}"/>
              </a:ext>
            </a:extLst>
          </p:cNvPr>
          <p:cNvSpPr>
            <a:spLocks/>
          </p:cNvSpPr>
          <p:nvPr/>
        </p:nvSpPr>
        <p:spPr bwMode="auto">
          <a:xfrm>
            <a:off x="3534195" y="2558060"/>
            <a:ext cx="1022450" cy="601664"/>
          </a:xfrm>
          <a:custGeom>
            <a:avLst/>
            <a:gdLst/>
            <a:ahLst/>
            <a:cxnLst>
              <a:cxn ang="0">
                <a:pos x="188" y="398"/>
              </a:cxn>
              <a:cxn ang="0">
                <a:pos x="182" y="375"/>
              </a:cxn>
              <a:cxn ang="0">
                <a:pos x="158" y="362"/>
              </a:cxn>
              <a:cxn ang="0">
                <a:pos x="69" y="281"/>
              </a:cxn>
              <a:cxn ang="0">
                <a:pos x="63" y="239"/>
              </a:cxn>
              <a:cxn ang="0">
                <a:pos x="23" y="233"/>
              </a:cxn>
              <a:cxn ang="0">
                <a:pos x="25" y="193"/>
              </a:cxn>
              <a:cxn ang="0">
                <a:pos x="12" y="156"/>
              </a:cxn>
              <a:cxn ang="0">
                <a:pos x="0" y="135"/>
              </a:cxn>
              <a:cxn ang="0">
                <a:pos x="8" y="112"/>
              </a:cxn>
              <a:cxn ang="0">
                <a:pos x="36" y="112"/>
              </a:cxn>
              <a:cxn ang="0">
                <a:pos x="86" y="101"/>
              </a:cxn>
              <a:cxn ang="0">
                <a:pos x="239" y="21"/>
              </a:cxn>
              <a:cxn ang="0">
                <a:pos x="271" y="0"/>
              </a:cxn>
              <a:cxn ang="0">
                <a:pos x="292" y="25"/>
              </a:cxn>
              <a:cxn ang="0">
                <a:pos x="324" y="12"/>
              </a:cxn>
              <a:cxn ang="0">
                <a:pos x="355" y="13"/>
              </a:cxn>
              <a:cxn ang="0">
                <a:pos x="374" y="27"/>
              </a:cxn>
              <a:cxn ang="0">
                <a:pos x="374" y="63"/>
              </a:cxn>
              <a:cxn ang="0">
                <a:pos x="429" y="99"/>
              </a:cxn>
              <a:cxn ang="0">
                <a:pos x="432" y="123"/>
              </a:cxn>
              <a:cxn ang="0">
                <a:pos x="453" y="152"/>
              </a:cxn>
              <a:cxn ang="0">
                <a:pos x="468" y="163"/>
              </a:cxn>
              <a:cxn ang="0">
                <a:pos x="478" y="152"/>
              </a:cxn>
              <a:cxn ang="0">
                <a:pos x="518" y="131"/>
              </a:cxn>
              <a:cxn ang="0">
                <a:pos x="535" y="135"/>
              </a:cxn>
              <a:cxn ang="0">
                <a:pos x="584" y="190"/>
              </a:cxn>
              <a:cxn ang="0">
                <a:pos x="595" y="188"/>
              </a:cxn>
              <a:cxn ang="0">
                <a:pos x="646" y="218"/>
              </a:cxn>
              <a:cxn ang="0">
                <a:pos x="722" y="214"/>
              </a:cxn>
              <a:cxn ang="0">
                <a:pos x="762" y="239"/>
              </a:cxn>
              <a:cxn ang="0">
                <a:pos x="679" y="284"/>
              </a:cxn>
              <a:cxn ang="0">
                <a:pos x="675" y="341"/>
              </a:cxn>
              <a:cxn ang="0">
                <a:pos x="624" y="389"/>
              </a:cxn>
              <a:cxn ang="0">
                <a:pos x="569" y="387"/>
              </a:cxn>
              <a:cxn ang="0">
                <a:pos x="538" y="400"/>
              </a:cxn>
              <a:cxn ang="0">
                <a:pos x="501" y="415"/>
              </a:cxn>
              <a:cxn ang="0">
                <a:pos x="453" y="385"/>
              </a:cxn>
              <a:cxn ang="0">
                <a:pos x="423" y="400"/>
              </a:cxn>
              <a:cxn ang="0">
                <a:pos x="396" y="406"/>
              </a:cxn>
              <a:cxn ang="0">
                <a:pos x="374" y="370"/>
              </a:cxn>
              <a:cxn ang="0">
                <a:pos x="307" y="372"/>
              </a:cxn>
              <a:cxn ang="0">
                <a:pos x="287" y="387"/>
              </a:cxn>
              <a:cxn ang="0">
                <a:pos x="271" y="402"/>
              </a:cxn>
              <a:cxn ang="0">
                <a:pos x="243" y="402"/>
              </a:cxn>
              <a:cxn ang="0">
                <a:pos x="213" y="408"/>
              </a:cxn>
              <a:cxn ang="0">
                <a:pos x="188" y="398"/>
              </a:cxn>
            </a:cxnLst>
            <a:rect l="0" t="0" r="r" b="b"/>
            <a:pathLst>
              <a:path w="762" h="415">
                <a:moveTo>
                  <a:pt x="188" y="398"/>
                </a:moveTo>
                <a:lnTo>
                  <a:pt x="182" y="375"/>
                </a:lnTo>
                <a:lnTo>
                  <a:pt x="158" y="362"/>
                </a:lnTo>
                <a:lnTo>
                  <a:pt x="69" y="281"/>
                </a:lnTo>
                <a:lnTo>
                  <a:pt x="63" y="239"/>
                </a:lnTo>
                <a:lnTo>
                  <a:pt x="23" y="233"/>
                </a:lnTo>
                <a:lnTo>
                  <a:pt x="25" y="193"/>
                </a:lnTo>
                <a:lnTo>
                  <a:pt x="12" y="156"/>
                </a:lnTo>
                <a:lnTo>
                  <a:pt x="0" y="135"/>
                </a:lnTo>
                <a:lnTo>
                  <a:pt x="8" y="112"/>
                </a:lnTo>
                <a:lnTo>
                  <a:pt x="36" y="112"/>
                </a:lnTo>
                <a:lnTo>
                  <a:pt x="86" y="101"/>
                </a:lnTo>
                <a:lnTo>
                  <a:pt x="239" y="21"/>
                </a:lnTo>
                <a:lnTo>
                  <a:pt x="271" y="0"/>
                </a:lnTo>
                <a:lnTo>
                  <a:pt x="292" y="25"/>
                </a:lnTo>
                <a:lnTo>
                  <a:pt x="324" y="12"/>
                </a:lnTo>
                <a:lnTo>
                  <a:pt x="355" y="13"/>
                </a:lnTo>
                <a:lnTo>
                  <a:pt x="374" y="27"/>
                </a:lnTo>
                <a:lnTo>
                  <a:pt x="374" y="63"/>
                </a:lnTo>
                <a:lnTo>
                  <a:pt x="429" y="99"/>
                </a:lnTo>
                <a:lnTo>
                  <a:pt x="432" y="123"/>
                </a:lnTo>
                <a:lnTo>
                  <a:pt x="453" y="152"/>
                </a:lnTo>
                <a:lnTo>
                  <a:pt x="468" y="163"/>
                </a:lnTo>
                <a:lnTo>
                  <a:pt x="478" y="152"/>
                </a:lnTo>
                <a:lnTo>
                  <a:pt x="518" y="131"/>
                </a:lnTo>
                <a:lnTo>
                  <a:pt x="535" y="135"/>
                </a:lnTo>
                <a:lnTo>
                  <a:pt x="584" y="190"/>
                </a:lnTo>
                <a:lnTo>
                  <a:pt x="595" y="188"/>
                </a:lnTo>
                <a:lnTo>
                  <a:pt x="646" y="218"/>
                </a:lnTo>
                <a:lnTo>
                  <a:pt x="722" y="214"/>
                </a:lnTo>
                <a:lnTo>
                  <a:pt x="762" y="239"/>
                </a:lnTo>
                <a:lnTo>
                  <a:pt x="679" y="284"/>
                </a:lnTo>
                <a:lnTo>
                  <a:pt x="675" y="341"/>
                </a:lnTo>
                <a:lnTo>
                  <a:pt x="624" y="389"/>
                </a:lnTo>
                <a:lnTo>
                  <a:pt x="569" y="387"/>
                </a:lnTo>
                <a:lnTo>
                  <a:pt x="538" y="400"/>
                </a:lnTo>
                <a:lnTo>
                  <a:pt x="501" y="415"/>
                </a:lnTo>
                <a:lnTo>
                  <a:pt x="453" y="385"/>
                </a:lnTo>
                <a:lnTo>
                  <a:pt x="423" y="400"/>
                </a:lnTo>
                <a:lnTo>
                  <a:pt x="396" y="406"/>
                </a:lnTo>
                <a:lnTo>
                  <a:pt x="374" y="370"/>
                </a:lnTo>
                <a:lnTo>
                  <a:pt x="307" y="372"/>
                </a:lnTo>
                <a:lnTo>
                  <a:pt x="287" y="387"/>
                </a:lnTo>
                <a:lnTo>
                  <a:pt x="271" y="402"/>
                </a:lnTo>
                <a:lnTo>
                  <a:pt x="243" y="402"/>
                </a:lnTo>
                <a:lnTo>
                  <a:pt x="213" y="408"/>
                </a:lnTo>
                <a:lnTo>
                  <a:pt x="188" y="398"/>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grpSp>
        <p:nvGrpSpPr>
          <p:cNvPr id="22" name="Group 15">
            <a:extLst>
              <a:ext uri="{FF2B5EF4-FFF2-40B4-BE49-F238E27FC236}">
                <a16:creationId xmlns:a16="http://schemas.microsoft.com/office/drawing/2014/main" id="{51FD54E0-2315-451C-96DB-EFBBC65B4AAB}"/>
              </a:ext>
            </a:extLst>
          </p:cNvPr>
          <p:cNvGrpSpPr>
            <a:grpSpLocks/>
          </p:cNvGrpSpPr>
          <p:nvPr/>
        </p:nvGrpSpPr>
        <p:grpSpPr bwMode="auto">
          <a:xfrm>
            <a:off x="2570783" y="3464895"/>
            <a:ext cx="1867784" cy="2542611"/>
            <a:chOff x="1904" y="2849"/>
            <a:chExt cx="696" cy="879"/>
          </a:xfrm>
          <a:solidFill>
            <a:srgbClr val="3829FF"/>
          </a:solidFill>
        </p:grpSpPr>
        <p:sp>
          <p:nvSpPr>
            <p:cNvPr id="23" name="Freeform 12">
              <a:extLst>
                <a:ext uri="{FF2B5EF4-FFF2-40B4-BE49-F238E27FC236}">
                  <a16:creationId xmlns:a16="http://schemas.microsoft.com/office/drawing/2014/main" id="{9B56296C-F818-47FC-AFED-40CE0B85081F}"/>
                </a:ext>
              </a:extLst>
            </p:cNvPr>
            <p:cNvSpPr>
              <a:spLocks/>
            </p:cNvSpPr>
            <p:nvPr/>
          </p:nvSpPr>
          <p:spPr bwMode="auto">
            <a:xfrm>
              <a:off x="1928" y="3314"/>
              <a:ext cx="112" cy="183"/>
            </a:xfrm>
            <a:custGeom>
              <a:avLst/>
              <a:gdLst/>
              <a:ahLst/>
              <a:cxnLst>
                <a:cxn ang="0">
                  <a:pos x="132" y="0"/>
                </a:cxn>
                <a:cxn ang="0">
                  <a:pos x="98" y="21"/>
                </a:cxn>
                <a:cxn ang="0">
                  <a:pos x="70" y="42"/>
                </a:cxn>
                <a:cxn ang="0">
                  <a:pos x="41" y="50"/>
                </a:cxn>
                <a:cxn ang="0">
                  <a:pos x="0" y="42"/>
                </a:cxn>
                <a:cxn ang="0">
                  <a:pos x="7" y="86"/>
                </a:cxn>
                <a:cxn ang="0">
                  <a:pos x="28" y="112"/>
                </a:cxn>
                <a:cxn ang="0">
                  <a:pos x="21" y="184"/>
                </a:cxn>
                <a:cxn ang="0">
                  <a:pos x="21" y="218"/>
                </a:cxn>
                <a:cxn ang="0">
                  <a:pos x="28" y="247"/>
                </a:cxn>
                <a:cxn ang="0">
                  <a:pos x="7" y="304"/>
                </a:cxn>
                <a:cxn ang="0">
                  <a:pos x="13" y="345"/>
                </a:cxn>
                <a:cxn ang="0">
                  <a:pos x="41" y="366"/>
                </a:cxn>
                <a:cxn ang="0">
                  <a:pos x="83" y="338"/>
                </a:cxn>
                <a:cxn ang="0">
                  <a:pos x="98" y="330"/>
                </a:cxn>
                <a:cxn ang="0">
                  <a:pos x="140" y="338"/>
                </a:cxn>
                <a:cxn ang="0">
                  <a:pos x="168" y="309"/>
                </a:cxn>
                <a:cxn ang="0">
                  <a:pos x="168" y="281"/>
                </a:cxn>
                <a:cxn ang="0">
                  <a:pos x="202" y="226"/>
                </a:cxn>
                <a:cxn ang="0">
                  <a:pos x="216" y="190"/>
                </a:cxn>
                <a:cxn ang="0">
                  <a:pos x="202" y="156"/>
                </a:cxn>
                <a:cxn ang="0">
                  <a:pos x="223" y="112"/>
                </a:cxn>
                <a:cxn ang="0">
                  <a:pos x="210" y="50"/>
                </a:cxn>
                <a:cxn ang="0">
                  <a:pos x="202" y="14"/>
                </a:cxn>
                <a:cxn ang="0">
                  <a:pos x="132" y="0"/>
                </a:cxn>
              </a:cxnLst>
              <a:rect l="0" t="0" r="r" b="b"/>
              <a:pathLst>
                <a:path w="223" h="366">
                  <a:moveTo>
                    <a:pt x="132" y="0"/>
                  </a:moveTo>
                  <a:lnTo>
                    <a:pt x="98" y="21"/>
                  </a:lnTo>
                  <a:lnTo>
                    <a:pt x="70" y="42"/>
                  </a:lnTo>
                  <a:lnTo>
                    <a:pt x="41" y="50"/>
                  </a:lnTo>
                  <a:lnTo>
                    <a:pt x="0" y="42"/>
                  </a:lnTo>
                  <a:lnTo>
                    <a:pt x="7" y="86"/>
                  </a:lnTo>
                  <a:lnTo>
                    <a:pt x="28" y="112"/>
                  </a:lnTo>
                  <a:lnTo>
                    <a:pt x="21" y="184"/>
                  </a:lnTo>
                  <a:lnTo>
                    <a:pt x="21" y="218"/>
                  </a:lnTo>
                  <a:lnTo>
                    <a:pt x="28" y="247"/>
                  </a:lnTo>
                  <a:lnTo>
                    <a:pt x="7" y="304"/>
                  </a:lnTo>
                  <a:lnTo>
                    <a:pt x="13" y="345"/>
                  </a:lnTo>
                  <a:lnTo>
                    <a:pt x="41" y="366"/>
                  </a:lnTo>
                  <a:lnTo>
                    <a:pt x="83" y="338"/>
                  </a:lnTo>
                  <a:lnTo>
                    <a:pt x="98" y="330"/>
                  </a:lnTo>
                  <a:lnTo>
                    <a:pt x="140" y="338"/>
                  </a:lnTo>
                  <a:lnTo>
                    <a:pt x="168" y="309"/>
                  </a:lnTo>
                  <a:lnTo>
                    <a:pt x="168" y="281"/>
                  </a:lnTo>
                  <a:lnTo>
                    <a:pt x="202" y="226"/>
                  </a:lnTo>
                  <a:lnTo>
                    <a:pt x="216" y="190"/>
                  </a:lnTo>
                  <a:lnTo>
                    <a:pt x="202" y="156"/>
                  </a:lnTo>
                  <a:lnTo>
                    <a:pt x="223" y="112"/>
                  </a:lnTo>
                  <a:lnTo>
                    <a:pt x="210" y="50"/>
                  </a:lnTo>
                  <a:lnTo>
                    <a:pt x="202" y="14"/>
                  </a:lnTo>
                  <a:lnTo>
                    <a:pt x="132"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24" name="Freeform 13">
              <a:extLst>
                <a:ext uri="{FF2B5EF4-FFF2-40B4-BE49-F238E27FC236}">
                  <a16:creationId xmlns:a16="http://schemas.microsoft.com/office/drawing/2014/main" id="{93C4A80E-C4A3-4C78-818F-E7D2A1584D8B}"/>
                </a:ext>
              </a:extLst>
            </p:cNvPr>
            <p:cNvSpPr>
              <a:spLocks/>
            </p:cNvSpPr>
            <p:nvPr/>
          </p:nvSpPr>
          <p:spPr bwMode="auto">
            <a:xfrm>
              <a:off x="2188" y="3599"/>
              <a:ext cx="205" cy="129"/>
            </a:xfrm>
            <a:custGeom>
              <a:avLst/>
              <a:gdLst/>
              <a:ahLst/>
              <a:cxnLst>
                <a:cxn ang="0">
                  <a:pos x="388" y="0"/>
                </a:cxn>
                <a:cxn ang="0">
                  <a:pos x="409" y="21"/>
                </a:cxn>
                <a:cxn ang="0">
                  <a:pos x="396" y="41"/>
                </a:cxn>
                <a:cxn ang="0">
                  <a:pos x="381" y="76"/>
                </a:cxn>
                <a:cxn ang="0">
                  <a:pos x="360" y="96"/>
                </a:cxn>
                <a:cxn ang="0">
                  <a:pos x="367" y="161"/>
                </a:cxn>
                <a:cxn ang="0">
                  <a:pos x="381" y="208"/>
                </a:cxn>
                <a:cxn ang="0">
                  <a:pos x="345" y="229"/>
                </a:cxn>
                <a:cxn ang="0">
                  <a:pos x="339" y="250"/>
                </a:cxn>
                <a:cxn ang="0">
                  <a:pos x="310" y="257"/>
                </a:cxn>
                <a:cxn ang="0">
                  <a:pos x="269" y="216"/>
                </a:cxn>
                <a:cxn ang="0">
                  <a:pos x="240" y="216"/>
                </a:cxn>
                <a:cxn ang="0">
                  <a:pos x="218" y="182"/>
                </a:cxn>
                <a:cxn ang="0">
                  <a:pos x="176" y="161"/>
                </a:cxn>
                <a:cxn ang="0">
                  <a:pos x="148" y="153"/>
                </a:cxn>
                <a:cxn ang="0">
                  <a:pos x="119" y="140"/>
                </a:cxn>
                <a:cxn ang="0">
                  <a:pos x="91" y="117"/>
                </a:cxn>
                <a:cxn ang="0">
                  <a:pos x="41" y="83"/>
                </a:cxn>
                <a:cxn ang="0">
                  <a:pos x="21" y="76"/>
                </a:cxn>
                <a:cxn ang="0">
                  <a:pos x="0" y="55"/>
                </a:cxn>
                <a:cxn ang="0">
                  <a:pos x="0" y="28"/>
                </a:cxn>
                <a:cxn ang="0">
                  <a:pos x="7" y="7"/>
                </a:cxn>
                <a:cxn ang="0">
                  <a:pos x="49" y="13"/>
                </a:cxn>
                <a:cxn ang="0">
                  <a:pos x="113" y="13"/>
                </a:cxn>
                <a:cxn ang="0">
                  <a:pos x="127" y="34"/>
                </a:cxn>
                <a:cxn ang="0">
                  <a:pos x="197" y="34"/>
                </a:cxn>
                <a:cxn ang="0">
                  <a:pos x="246" y="34"/>
                </a:cxn>
                <a:cxn ang="0">
                  <a:pos x="310" y="21"/>
                </a:cxn>
                <a:cxn ang="0">
                  <a:pos x="388" y="0"/>
                </a:cxn>
              </a:cxnLst>
              <a:rect l="0" t="0" r="r" b="b"/>
              <a:pathLst>
                <a:path w="409" h="257">
                  <a:moveTo>
                    <a:pt x="388" y="0"/>
                  </a:moveTo>
                  <a:lnTo>
                    <a:pt x="409" y="21"/>
                  </a:lnTo>
                  <a:lnTo>
                    <a:pt x="396" y="41"/>
                  </a:lnTo>
                  <a:lnTo>
                    <a:pt x="381" y="76"/>
                  </a:lnTo>
                  <a:lnTo>
                    <a:pt x="360" y="96"/>
                  </a:lnTo>
                  <a:lnTo>
                    <a:pt x="367" y="161"/>
                  </a:lnTo>
                  <a:lnTo>
                    <a:pt x="381" y="208"/>
                  </a:lnTo>
                  <a:lnTo>
                    <a:pt x="345" y="229"/>
                  </a:lnTo>
                  <a:lnTo>
                    <a:pt x="339" y="250"/>
                  </a:lnTo>
                  <a:lnTo>
                    <a:pt x="310" y="257"/>
                  </a:lnTo>
                  <a:lnTo>
                    <a:pt x="269" y="216"/>
                  </a:lnTo>
                  <a:lnTo>
                    <a:pt x="240" y="216"/>
                  </a:lnTo>
                  <a:lnTo>
                    <a:pt x="218" y="182"/>
                  </a:lnTo>
                  <a:lnTo>
                    <a:pt x="176" y="161"/>
                  </a:lnTo>
                  <a:lnTo>
                    <a:pt x="148" y="153"/>
                  </a:lnTo>
                  <a:lnTo>
                    <a:pt x="119" y="140"/>
                  </a:lnTo>
                  <a:lnTo>
                    <a:pt x="91" y="117"/>
                  </a:lnTo>
                  <a:lnTo>
                    <a:pt x="41" y="83"/>
                  </a:lnTo>
                  <a:lnTo>
                    <a:pt x="21" y="76"/>
                  </a:lnTo>
                  <a:lnTo>
                    <a:pt x="0" y="55"/>
                  </a:lnTo>
                  <a:lnTo>
                    <a:pt x="0" y="28"/>
                  </a:lnTo>
                  <a:lnTo>
                    <a:pt x="7" y="7"/>
                  </a:lnTo>
                  <a:lnTo>
                    <a:pt x="49" y="13"/>
                  </a:lnTo>
                  <a:lnTo>
                    <a:pt x="113" y="13"/>
                  </a:lnTo>
                  <a:lnTo>
                    <a:pt x="127" y="34"/>
                  </a:lnTo>
                  <a:lnTo>
                    <a:pt x="197" y="34"/>
                  </a:lnTo>
                  <a:lnTo>
                    <a:pt x="246" y="34"/>
                  </a:lnTo>
                  <a:lnTo>
                    <a:pt x="310" y="21"/>
                  </a:lnTo>
                  <a:lnTo>
                    <a:pt x="388"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25" name="Freeform 14">
              <a:extLst>
                <a:ext uri="{FF2B5EF4-FFF2-40B4-BE49-F238E27FC236}">
                  <a16:creationId xmlns:a16="http://schemas.microsoft.com/office/drawing/2014/main" id="{54CB2432-BCD7-4783-A0DF-2D1C8D0516D7}"/>
                </a:ext>
              </a:extLst>
            </p:cNvPr>
            <p:cNvSpPr>
              <a:spLocks/>
            </p:cNvSpPr>
            <p:nvPr/>
          </p:nvSpPr>
          <p:spPr bwMode="auto">
            <a:xfrm>
              <a:off x="1904" y="2849"/>
              <a:ext cx="696" cy="785"/>
            </a:xfrm>
            <a:custGeom>
              <a:avLst/>
              <a:gdLst/>
              <a:ahLst/>
              <a:cxnLst>
                <a:cxn ang="0">
                  <a:pos x="1067" y="1550"/>
                </a:cxn>
                <a:cxn ang="0">
                  <a:pos x="1150" y="1402"/>
                </a:cxn>
                <a:cxn ang="0">
                  <a:pos x="1186" y="1353"/>
                </a:cxn>
                <a:cxn ang="0">
                  <a:pos x="1158" y="1283"/>
                </a:cxn>
                <a:cxn ang="0">
                  <a:pos x="1124" y="1275"/>
                </a:cxn>
                <a:cxn ang="0">
                  <a:pos x="1150" y="1220"/>
                </a:cxn>
                <a:cxn ang="0">
                  <a:pos x="1194" y="1143"/>
                </a:cxn>
                <a:cxn ang="0">
                  <a:pos x="1327" y="1234"/>
                </a:cxn>
                <a:cxn ang="0">
                  <a:pos x="1382" y="1234"/>
                </a:cxn>
                <a:cxn ang="0">
                  <a:pos x="1340" y="1127"/>
                </a:cxn>
                <a:cxn ang="0">
                  <a:pos x="1298" y="1122"/>
                </a:cxn>
                <a:cxn ang="0">
                  <a:pos x="1150" y="1002"/>
                </a:cxn>
                <a:cxn ang="0">
                  <a:pos x="1059" y="938"/>
                </a:cxn>
                <a:cxn ang="0">
                  <a:pos x="1067" y="896"/>
                </a:cxn>
                <a:cxn ang="0">
                  <a:pos x="927" y="832"/>
                </a:cxn>
                <a:cxn ang="0">
                  <a:pos x="864" y="777"/>
                </a:cxn>
                <a:cxn ang="0">
                  <a:pos x="717" y="555"/>
                </a:cxn>
                <a:cxn ang="0">
                  <a:pos x="688" y="379"/>
                </a:cxn>
                <a:cxn ang="0">
                  <a:pos x="646" y="309"/>
                </a:cxn>
                <a:cxn ang="0">
                  <a:pos x="766" y="254"/>
                </a:cxn>
                <a:cxn ang="0">
                  <a:pos x="821" y="133"/>
                </a:cxn>
                <a:cxn ang="0">
                  <a:pos x="696" y="78"/>
                </a:cxn>
                <a:cxn ang="0">
                  <a:pos x="675" y="28"/>
                </a:cxn>
                <a:cxn ang="0">
                  <a:pos x="499" y="8"/>
                </a:cxn>
                <a:cxn ang="0">
                  <a:pos x="415" y="99"/>
                </a:cxn>
                <a:cxn ang="0">
                  <a:pos x="343" y="91"/>
                </a:cxn>
                <a:cxn ang="0">
                  <a:pos x="252" y="119"/>
                </a:cxn>
                <a:cxn ang="0">
                  <a:pos x="218" y="57"/>
                </a:cxn>
                <a:cxn ang="0">
                  <a:pos x="169" y="112"/>
                </a:cxn>
                <a:cxn ang="0">
                  <a:pos x="42" y="161"/>
                </a:cxn>
                <a:cxn ang="0">
                  <a:pos x="14" y="260"/>
                </a:cxn>
                <a:cxn ang="0">
                  <a:pos x="0" y="358"/>
                </a:cxn>
                <a:cxn ang="0">
                  <a:pos x="57" y="394"/>
                </a:cxn>
                <a:cxn ang="0">
                  <a:pos x="99" y="472"/>
                </a:cxn>
                <a:cxn ang="0">
                  <a:pos x="232" y="400"/>
                </a:cxn>
                <a:cxn ang="0">
                  <a:pos x="359" y="514"/>
                </a:cxn>
                <a:cxn ang="0">
                  <a:pos x="415" y="667"/>
                </a:cxn>
                <a:cxn ang="0">
                  <a:pos x="512" y="750"/>
                </a:cxn>
                <a:cxn ang="0">
                  <a:pos x="639" y="904"/>
                </a:cxn>
                <a:cxn ang="0">
                  <a:pos x="836" y="1050"/>
                </a:cxn>
                <a:cxn ang="0">
                  <a:pos x="898" y="1093"/>
                </a:cxn>
                <a:cxn ang="0">
                  <a:pos x="948" y="1192"/>
                </a:cxn>
                <a:cxn ang="0">
                  <a:pos x="1025" y="1220"/>
                </a:cxn>
                <a:cxn ang="0">
                  <a:pos x="1054" y="1345"/>
                </a:cxn>
                <a:cxn ang="0">
                  <a:pos x="1031" y="1438"/>
                </a:cxn>
                <a:cxn ang="0">
                  <a:pos x="1010" y="1550"/>
                </a:cxn>
              </a:cxnLst>
              <a:rect l="0" t="0" r="r" b="b"/>
              <a:pathLst>
                <a:path w="1393" h="1571">
                  <a:moveTo>
                    <a:pt x="1010" y="1550"/>
                  </a:moveTo>
                  <a:lnTo>
                    <a:pt x="1031" y="1571"/>
                  </a:lnTo>
                  <a:lnTo>
                    <a:pt x="1067" y="1550"/>
                  </a:lnTo>
                  <a:lnTo>
                    <a:pt x="1109" y="1493"/>
                  </a:lnTo>
                  <a:lnTo>
                    <a:pt x="1130" y="1410"/>
                  </a:lnTo>
                  <a:lnTo>
                    <a:pt x="1150" y="1402"/>
                  </a:lnTo>
                  <a:lnTo>
                    <a:pt x="1166" y="1415"/>
                  </a:lnTo>
                  <a:lnTo>
                    <a:pt x="1194" y="1389"/>
                  </a:lnTo>
                  <a:lnTo>
                    <a:pt x="1186" y="1353"/>
                  </a:lnTo>
                  <a:lnTo>
                    <a:pt x="1200" y="1325"/>
                  </a:lnTo>
                  <a:lnTo>
                    <a:pt x="1194" y="1311"/>
                  </a:lnTo>
                  <a:lnTo>
                    <a:pt x="1158" y="1283"/>
                  </a:lnTo>
                  <a:lnTo>
                    <a:pt x="1145" y="1283"/>
                  </a:lnTo>
                  <a:lnTo>
                    <a:pt x="1150" y="1268"/>
                  </a:lnTo>
                  <a:lnTo>
                    <a:pt x="1124" y="1275"/>
                  </a:lnTo>
                  <a:lnTo>
                    <a:pt x="1109" y="1262"/>
                  </a:lnTo>
                  <a:lnTo>
                    <a:pt x="1109" y="1247"/>
                  </a:lnTo>
                  <a:lnTo>
                    <a:pt x="1150" y="1220"/>
                  </a:lnTo>
                  <a:lnTo>
                    <a:pt x="1171" y="1192"/>
                  </a:lnTo>
                  <a:lnTo>
                    <a:pt x="1171" y="1148"/>
                  </a:lnTo>
                  <a:lnTo>
                    <a:pt x="1194" y="1143"/>
                  </a:lnTo>
                  <a:lnTo>
                    <a:pt x="1264" y="1177"/>
                  </a:lnTo>
                  <a:lnTo>
                    <a:pt x="1291" y="1184"/>
                  </a:lnTo>
                  <a:lnTo>
                    <a:pt x="1327" y="1234"/>
                  </a:lnTo>
                  <a:lnTo>
                    <a:pt x="1340" y="1262"/>
                  </a:lnTo>
                  <a:lnTo>
                    <a:pt x="1361" y="1262"/>
                  </a:lnTo>
                  <a:lnTo>
                    <a:pt x="1382" y="1234"/>
                  </a:lnTo>
                  <a:lnTo>
                    <a:pt x="1393" y="1205"/>
                  </a:lnTo>
                  <a:lnTo>
                    <a:pt x="1368" y="1156"/>
                  </a:lnTo>
                  <a:lnTo>
                    <a:pt x="1340" y="1127"/>
                  </a:lnTo>
                  <a:lnTo>
                    <a:pt x="1313" y="1127"/>
                  </a:lnTo>
                  <a:lnTo>
                    <a:pt x="1313" y="1122"/>
                  </a:lnTo>
                  <a:lnTo>
                    <a:pt x="1298" y="1122"/>
                  </a:lnTo>
                  <a:lnTo>
                    <a:pt x="1228" y="1050"/>
                  </a:lnTo>
                  <a:lnTo>
                    <a:pt x="1194" y="1057"/>
                  </a:lnTo>
                  <a:lnTo>
                    <a:pt x="1150" y="1002"/>
                  </a:lnTo>
                  <a:lnTo>
                    <a:pt x="1124" y="995"/>
                  </a:lnTo>
                  <a:lnTo>
                    <a:pt x="1080" y="953"/>
                  </a:lnTo>
                  <a:lnTo>
                    <a:pt x="1059" y="938"/>
                  </a:lnTo>
                  <a:lnTo>
                    <a:pt x="1075" y="925"/>
                  </a:lnTo>
                  <a:lnTo>
                    <a:pt x="1095" y="917"/>
                  </a:lnTo>
                  <a:lnTo>
                    <a:pt x="1067" y="896"/>
                  </a:lnTo>
                  <a:lnTo>
                    <a:pt x="1031" y="910"/>
                  </a:lnTo>
                  <a:lnTo>
                    <a:pt x="1005" y="896"/>
                  </a:lnTo>
                  <a:lnTo>
                    <a:pt x="927" y="832"/>
                  </a:lnTo>
                  <a:lnTo>
                    <a:pt x="919" y="805"/>
                  </a:lnTo>
                  <a:lnTo>
                    <a:pt x="891" y="798"/>
                  </a:lnTo>
                  <a:lnTo>
                    <a:pt x="864" y="777"/>
                  </a:lnTo>
                  <a:lnTo>
                    <a:pt x="792" y="625"/>
                  </a:lnTo>
                  <a:lnTo>
                    <a:pt x="772" y="604"/>
                  </a:lnTo>
                  <a:lnTo>
                    <a:pt x="717" y="555"/>
                  </a:lnTo>
                  <a:lnTo>
                    <a:pt x="652" y="457"/>
                  </a:lnTo>
                  <a:lnTo>
                    <a:pt x="652" y="400"/>
                  </a:lnTo>
                  <a:lnTo>
                    <a:pt x="688" y="379"/>
                  </a:lnTo>
                  <a:lnTo>
                    <a:pt x="688" y="351"/>
                  </a:lnTo>
                  <a:lnTo>
                    <a:pt x="660" y="324"/>
                  </a:lnTo>
                  <a:lnTo>
                    <a:pt x="646" y="309"/>
                  </a:lnTo>
                  <a:lnTo>
                    <a:pt x="652" y="288"/>
                  </a:lnTo>
                  <a:lnTo>
                    <a:pt x="681" y="275"/>
                  </a:lnTo>
                  <a:lnTo>
                    <a:pt x="766" y="254"/>
                  </a:lnTo>
                  <a:lnTo>
                    <a:pt x="800" y="231"/>
                  </a:lnTo>
                  <a:lnTo>
                    <a:pt x="828" y="205"/>
                  </a:lnTo>
                  <a:lnTo>
                    <a:pt x="821" y="133"/>
                  </a:lnTo>
                  <a:lnTo>
                    <a:pt x="828" y="106"/>
                  </a:lnTo>
                  <a:lnTo>
                    <a:pt x="787" y="99"/>
                  </a:lnTo>
                  <a:lnTo>
                    <a:pt x="696" y="78"/>
                  </a:lnTo>
                  <a:lnTo>
                    <a:pt x="681" y="57"/>
                  </a:lnTo>
                  <a:lnTo>
                    <a:pt x="675" y="49"/>
                  </a:lnTo>
                  <a:lnTo>
                    <a:pt x="675" y="28"/>
                  </a:lnTo>
                  <a:lnTo>
                    <a:pt x="667" y="8"/>
                  </a:lnTo>
                  <a:lnTo>
                    <a:pt x="618" y="0"/>
                  </a:lnTo>
                  <a:lnTo>
                    <a:pt x="499" y="8"/>
                  </a:lnTo>
                  <a:lnTo>
                    <a:pt x="485" y="36"/>
                  </a:lnTo>
                  <a:lnTo>
                    <a:pt x="442" y="42"/>
                  </a:lnTo>
                  <a:lnTo>
                    <a:pt x="415" y="99"/>
                  </a:lnTo>
                  <a:lnTo>
                    <a:pt x="415" y="119"/>
                  </a:lnTo>
                  <a:lnTo>
                    <a:pt x="387" y="99"/>
                  </a:lnTo>
                  <a:lnTo>
                    <a:pt x="343" y="91"/>
                  </a:lnTo>
                  <a:lnTo>
                    <a:pt x="317" y="106"/>
                  </a:lnTo>
                  <a:lnTo>
                    <a:pt x="296" y="148"/>
                  </a:lnTo>
                  <a:lnTo>
                    <a:pt x="252" y="119"/>
                  </a:lnTo>
                  <a:lnTo>
                    <a:pt x="260" y="78"/>
                  </a:lnTo>
                  <a:lnTo>
                    <a:pt x="247" y="49"/>
                  </a:lnTo>
                  <a:lnTo>
                    <a:pt x="218" y="57"/>
                  </a:lnTo>
                  <a:lnTo>
                    <a:pt x="211" y="91"/>
                  </a:lnTo>
                  <a:lnTo>
                    <a:pt x="190" y="112"/>
                  </a:lnTo>
                  <a:lnTo>
                    <a:pt x="169" y="112"/>
                  </a:lnTo>
                  <a:lnTo>
                    <a:pt x="71" y="99"/>
                  </a:lnTo>
                  <a:lnTo>
                    <a:pt x="36" y="127"/>
                  </a:lnTo>
                  <a:lnTo>
                    <a:pt x="42" y="161"/>
                  </a:lnTo>
                  <a:lnTo>
                    <a:pt x="50" y="190"/>
                  </a:lnTo>
                  <a:lnTo>
                    <a:pt x="0" y="231"/>
                  </a:lnTo>
                  <a:lnTo>
                    <a:pt x="14" y="260"/>
                  </a:lnTo>
                  <a:lnTo>
                    <a:pt x="29" y="275"/>
                  </a:lnTo>
                  <a:lnTo>
                    <a:pt x="0" y="309"/>
                  </a:lnTo>
                  <a:lnTo>
                    <a:pt x="0" y="358"/>
                  </a:lnTo>
                  <a:lnTo>
                    <a:pt x="14" y="379"/>
                  </a:lnTo>
                  <a:lnTo>
                    <a:pt x="42" y="379"/>
                  </a:lnTo>
                  <a:lnTo>
                    <a:pt x="57" y="394"/>
                  </a:lnTo>
                  <a:lnTo>
                    <a:pt x="71" y="428"/>
                  </a:lnTo>
                  <a:lnTo>
                    <a:pt x="71" y="464"/>
                  </a:lnTo>
                  <a:lnTo>
                    <a:pt x="99" y="472"/>
                  </a:lnTo>
                  <a:lnTo>
                    <a:pt x="120" y="464"/>
                  </a:lnTo>
                  <a:lnTo>
                    <a:pt x="197" y="387"/>
                  </a:lnTo>
                  <a:lnTo>
                    <a:pt x="232" y="400"/>
                  </a:lnTo>
                  <a:lnTo>
                    <a:pt x="302" y="436"/>
                  </a:lnTo>
                  <a:lnTo>
                    <a:pt x="351" y="472"/>
                  </a:lnTo>
                  <a:lnTo>
                    <a:pt x="359" y="514"/>
                  </a:lnTo>
                  <a:lnTo>
                    <a:pt x="387" y="542"/>
                  </a:lnTo>
                  <a:lnTo>
                    <a:pt x="400" y="591"/>
                  </a:lnTo>
                  <a:lnTo>
                    <a:pt x="415" y="667"/>
                  </a:lnTo>
                  <a:lnTo>
                    <a:pt x="436" y="703"/>
                  </a:lnTo>
                  <a:lnTo>
                    <a:pt x="463" y="731"/>
                  </a:lnTo>
                  <a:lnTo>
                    <a:pt x="512" y="750"/>
                  </a:lnTo>
                  <a:lnTo>
                    <a:pt x="556" y="819"/>
                  </a:lnTo>
                  <a:lnTo>
                    <a:pt x="597" y="875"/>
                  </a:lnTo>
                  <a:lnTo>
                    <a:pt x="639" y="904"/>
                  </a:lnTo>
                  <a:lnTo>
                    <a:pt x="717" y="995"/>
                  </a:lnTo>
                  <a:lnTo>
                    <a:pt x="772" y="995"/>
                  </a:lnTo>
                  <a:lnTo>
                    <a:pt x="836" y="1050"/>
                  </a:lnTo>
                  <a:lnTo>
                    <a:pt x="836" y="1107"/>
                  </a:lnTo>
                  <a:lnTo>
                    <a:pt x="857" y="1122"/>
                  </a:lnTo>
                  <a:lnTo>
                    <a:pt x="898" y="1093"/>
                  </a:lnTo>
                  <a:lnTo>
                    <a:pt x="906" y="1122"/>
                  </a:lnTo>
                  <a:lnTo>
                    <a:pt x="906" y="1156"/>
                  </a:lnTo>
                  <a:lnTo>
                    <a:pt x="948" y="1192"/>
                  </a:lnTo>
                  <a:lnTo>
                    <a:pt x="961" y="1213"/>
                  </a:lnTo>
                  <a:lnTo>
                    <a:pt x="1018" y="1198"/>
                  </a:lnTo>
                  <a:lnTo>
                    <a:pt x="1025" y="1220"/>
                  </a:lnTo>
                  <a:lnTo>
                    <a:pt x="1018" y="1268"/>
                  </a:lnTo>
                  <a:lnTo>
                    <a:pt x="1046" y="1311"/>
                  </a:lnTo>
                  <a:lnTo>
                    <a:pt x="1054" y="1345"/>
                  </a:lnTo>
                  <a:lnTo>
                    <a:pt x="1067" y="1381"/>
                  </a:lnTo>
                  <a:lnTo>
                    <a:pt x="1059" y="1410"/>
                  </a:lnTo>
                  <a:lnTo>
                    <a:pt x="1031" y="1438"/>
                  </a:lnTo>
                  <a:lnTo>
                    <a:pt x="1025" y="1472"/>
                  </a:lnTo>
                  <a:lnTo>
                    <a:pt x="1005" y="1514"/>
                  </a:lnTo>
                  <a:lnTo>
                    <a:pt x="1010" y="1550"/>
                  </a:lnTo>
                  <a:close/>
                </a:path>
              </a:pathLst>
            </a:custGeom>
            <a:grpFill/>
            <a:ln w="6350">
              <a:solidFill>
                <a:srgbClr val="FFFFFF"/>
              </a:solidFill>
              <a:prstDash val="solid"/>
              <a:round/>
              <a:headEnd/>
              <a:tailEnd/>
            </a:ln>
          </p:spPr>
          <p:txBody>
            <a:bodyPr/>
            <a:lstStyle/>
            <a:p>
              <a:endParaRPr lang="tr-TR" sz="1904" dirty="0">
                <a:latin typeface="Myriad Pro"/>
              </a:endParaRPr>
            </a:p>
          </p:txBody>
        </p:sp>
      </p:grpSp>
      <p:sp>
        <p:nvSpPr>
          <p:cNvPr id="26" name="Freeform 16">
            <a:extLst>
              <a:ext uri="{FF2B5EF4-FFF2-40B4-BE49-F238E27FC236}">
                <a16:creationId xmlns:a16="http://schemas.microsoft.com/office/drawing/2014/main" id="{77234FB1-C1DD-40A6-90AB-56CC0D78C985}"/>
              </a:ext>
            </a:extLst>
          </p:cNvPr>
          <p:cNvSpPr>
            <a:spLocks/>
          </p:cNvSpPr>
          <p:nvPr/>
        </p:nvSpPr>
        <p:spPr bwMode="auto">
          <a:xfrm>
            <a:off x="2479541" y="3153940"/>
            <a:ext cx="754093" cy="529349"/>
          </a:xfrm>
          <a:custGeom>
            <a:avLst/>
            <a:gdLst/>
            <a:ahLst/>
            <a:cxnLst>
              <a:cxn ang="0">
                <a:pos x="296" y="70"/>
              </a:cxn>
              <a:cxn ang="0">
                <a:pos x="267" y="46"/>
              </a:cxn>
              <a:cxn ang="0">
                <a:pos x="271" y="36"/>
              </a:cxn>
              <a:cxn ang="0">
                <a:pos x="254" y="21"/>
              </a:cxn>
              <a:cxn ang="0">
                <a:pos x="239" y="0"/>
              </a:cxn>
              <a:cxn ang="0">
                <a:pos x="222" y="21"/>
              </a:cxn>
              <a:cxn ang="0">
                <a:pos x="211" y="14"/>
              </a:cxn>
              <a:cxn ang="0">
                <a:pos x="190" y="33"/>
              </a:cxn>
              <a:cxn ang="0">
                <a:pos x="190" y="42"/>
              </a:cxn>
              <a:cxn ang="0">
                <a:pos x="165" y="53"/>
              </a:cxn>
              <a:cxn ang="0">
                <a:pos x="103" y="103"/>
              </a:cxn>
              <a:cxn ang="0">
                <a:pos x="86" y="124"/>
              </a:cxn>
              <a:cxn ang="0">
                <a:pos x="86" y="148"/>
              </a:cxn>
              <a:cxn ang="0">
                <a:pos x="63" y="156"/>
              </a:cxn>
              <a:cxn ang="0">
                <a:pos x="17" y="205"/>
              </a:cxn>
              <a:cxn ang="0">
                <a:pos x="17" y="222"/>
              </a:cxn>
              <a:cxn ang="0">
                <a:pos x="0" y="243"/>
              </a:cxn>
              <a:cxn ang="0">
                <a:pos x="8" y="268"/>
              </a:cxn>
              <a:cxn ang="0">
                <a:pos x="29" y="254"/>
              </a:cxn>
              <a:cxn ang="0">
                <a:pos x="50" y="232"/>
              </a:cxn>
              <a:cxn ang="0">
                <a:pos x="82" y="226"/>
              </a:cxn>
              <a:cxn ang="0">
                <a:pos x="103" y="232"/>
              </a:cxn>
              <a:cxn ang="0">
                <a:pos x="110" y="268"/>
              </a:cxn>
              <a:cxn ang="0">
                <a:pos x="106" y="292"/>
              </a:cxn>
              <a:cxn ang="0">
                <a:pos x="120" y="309"/>
              </a:cxn>
              <a:cxn ang="0">
                <a:pos x="137" y="321"/>
              </a:cxn>
              <a:cxn ang="0">
                <a:pos x="173" y="324"/>
              </a:cxn>
              <a:cxn ang="0">
                <a:pos x="250" y="334"/>
              </a:cxn>
              <a:cxn ang="0">
                <a:pos x="267" y="324"/>
              </a:cxn>
              <a:cxn ang="0">
                <a:pos x="279" y="309"/>
              </a:cxn>
              <a:cxn ang="0">
                <a:pos x="286" y="277"/>
              </a:cxn>
              <a:cxn ang="0">
                <a:pos x="315" y="275"/>
              </a:cxn>
              <a:cxn ang="0">
                <a:pos x="324" y="296"/>
              </a:cxn>
              <a:cxn ang="0">
                <a:pos x="324" y="343"/>
              </a:cxn>
              <a:cxn ang="0">
                <a:pos x="360" y="368"/>
              </a:cxn>
              <a:cxn ang="0">
                <a:pos x="387" y="326"/>
              </a:cxn>
              <a:cxn ang="0">
                <a:pos x="415" y="313"/>
              </a:cxn>
              <a:cxn ang="0">
                <a:pos x="447" y="317"/>
              </a:cxn>
              <a:cxn ang="0">
                <a:pos x="472" y="330"/>
              </a:cxn>
              <a:cxn ang="0">
                <a:pos x="481" y="341"/>
              </a:cxn>
              <a:cxn ang="0">
                <a:pos x="489" y="305"/>
              </a:cxn>
              <a:cxn ang="0">
                <a:pos x="508" y="264"/>
              </a:cxn>
              <a:cxn ang="0">
                <a:pos x="550" y="256"/>
              </a:cxn>
              <a:cxn ang="0">
                <a:pos x="563" y="230"/>
              </a:cxn>
              <a:cxn ang="0">
                <a:pos x="550" y="207"/>
              </a:cxn>
              <a:cxn ang="0">
                <a:pos x="531" y="197"/>
              </a:cxn>
              <a:cxn ang="0">
                <a:pos x="478" y="188"/>
              </a:cxn>
              <a:cxn ang="0">
                <a:pos x="476" y="161"/>
              </a:cxn>
              <a:cxn ang="0">
                <a:pos x="476" y="133"/>
              </a:cxn>
              <a:cxn ang="0">
                <a:pos x="476" y="112"/>
              </a:cxn>
              <a:cxn ang="0">
                <a:pos x="444" y="95"/>
              </a:cxn>
              <a:cxn ang="0">
                <a:pos x="427" y="103"/>
              </a:cxn>
              <a:cxn ang="0">
                <a:pos x="398" y="82"/>
              </a:cxn>
              <a:cxn ang="0">
                <a:pos x="394" y="67"/>
              </a:cxn>
              <a:cxn ang="0">
                <a:pos x="383" y="50"/>
              </a:cxn>
              <a:cxn ang="0">
                <a:pos x="383" y="42"/>
              </a:cxn>
              <a:cxn ang="0">
                <a:pos x="353" y="33"/>
              </a:cxn>
              <a:cxn ang="0">
                <a:pos x="341" y="46"/>
              </a:cxn>
              <a:cxn ang="0">
                <a:pos x="320" y="61"/>
              </a:cxn>
              <a:cxn ang="0">
                <a:pos x="296" y="70"/>
              </a:cxn>
            </a:cxnLst>
            <a:rect l="0" t="0" r="r" b="b"/>
            <a:pathLst>
              <a:path w="563" h="368">
                <a:moveTo>
                  <a:pt x="296" y="70"/>
                </a:moveTo>
                <a:lnTo>
                  <a:pt x="267" y="46"/>
                </a:lnTo>
                <a:lnTo>
                  <a:pt x="271" y="36"/>
                </a:lnTo>
                <a:lnTo>
                  <a:pt x="254" y="21"/>
                </a:lnTo>
                <a:lnTo>
                  <a:pt x="239" y="0"/>
                </a:lnTo>
                <a:lnTo>
                  <a:pt x="222" y="21"/>
                </a:lnTo>
                <a:lnTo>
                  <a:pt x="211" y="14"/>
                </a:lnTo>
                <a:lnTo>
                  <a:pt x="190" y="33"/>
                </a:lnTo>
                <a:lnTo>
                  <a:pt x="190" y="42"/>
                </a:lnTo>
                <a:lnTo>
                  <a:pt x="165" y="53"/>
                </a:lnTo>
                <a:lnTo>
                  <a:pt x="103" y="103"/>
                </a:lnTo>
                <a:lnTo>
                  <a:pt x="86" y="124"/>
                </a:lnTo>
                <a:lnTo>
                  <a:pt x="86" y="148"/>
                </a:lnTo>
                <a:lnTo>
                  <a:pt x="63" y="156"/>
                </a:lnTo>
                <a:lnTo>
                  <a:pt x="17" y="205"/>
                </a:lnTo>
                <a:lnTo>
                  <a:pt x="17" y="222"/>
                </a:lnTo>
                <a:lnTo>
                  <a:pt x="0" y="243"/>
                </a:lnTo>
                <a:lnTo>
                  <a:pt x="8" y="268"/>
                </a:lnTo>
                <a:lnTo>
                  <a:pt x="29" y="254"/>
                </a:lnTo>
                <a:lnTo>
                  <a:pt x="50" y="232"/>
                </a:lnTo>
                <a:lnTo>
                  <a:pt x="82" y="226"/>
                </a:lnTo>
                <a:lnTo>
                  <a:pt x="103" y="232"/>
                </a:lnTo>
                <a:lnTo>
                  <a:pt x="110" y="268"/>
                </a:lnTo>
                <a:lnTo>
                  <a:pt x="106" y="292"/>
                </a:lnTo>
                <a:lnTo>
                  <a:pt x="120" y="309"/>
                </a:lnTo>
                <a:lnTo>
                  <a:pt x="137" y="321"/>
                </a:lnTo>
                <a:lnTo>
                  <a:pt x="173" y="324"/>
                </a:lnTo>
                <a:lnTo>
                  <a:pt x="250" y="334"/>
                </a:lnTo>
                <a:lnTo>
                  <a:pt x="267" y="324"/>
                </a:lnTo>
                <a:lnTo>
                  <a:pt x="279" y="309"/>
                </a:lnTo>
                <a:lnTo>
                  <a:pt x="286" y="277"/>
                </a:lnTo>
                <a:lnTo>
                  <a:pt x="315" y="275"/>
                </a:lnTo>
                <a:lnTo>
                  <a:pt x="324" y="296"/>
                </a:lnTo>
                <a:lnTo>
                  <a:pt x="324" y="343"/>
                </a:lnTo>
                <a:lnTo>
                  <a:pt x="360" y="368"/>
                </a:lnTo>
                <a:lnTo>
                  <a:pt x="387" y="326"/>
                </a:lnTo>
                <a:lnTo>
                  <a:pt x="415" y="313"/>
                </a:lnTo>
                <a:lnTo>
                  <a:pt x="447" y="317"/>
                </a:lnTo>
                <a:lnTo>
                  <a:pt x="472" y="330"/>
                </a:lnTo>
                <a:lnTo>
                  <a:pt x="481" y="341"/>
                </a:lnTo>
                <a:lnTo>
                  <a:pt x="489" y="305"/>
                </a:lnTo>
                <a:lnTo>
                  <a:pt x="508" y="264"/>
                </a:lnTo>
                <a:lnTo>
                  <a:pt x="550" y="256"/>
                </a:lnTo>
                <a:lnTo>
                  <a:pt x="563" y="230"/>
                </a:lnTo>
                <a:lnTo>
                  <a:pt x="550" y="207"/>
                </a:lnTo>
                <a:lnTo>
                  <a:pt x="531" y="197"/>
                </a:lnTo>
                <a:lnTo>
                  <a:pt x="478" y="188"/>
                </a:lnTo>
                <a:lnTo>
                  <a:pt x="476" y="161"/>
                </a:lnTo>
                <a:lnTo>
                  <a:pt x="476" y="133"/>
                </a:lnTo>
                <a:lnTo>
                  <a:pt x="476" y="112"/>
                </a:lnTo>
                <a:lnTo>
                  <a:pt x="444" y="95"/>
                </a:lnTo>
                <a:lnTo>
                  <a:pt x="427" y="103"/>
                </a:lnTo>
                <a:lnTo>
                  <a:pt x="398" y="82"/>
                </a:lnTo>
                <a:lnTo>
                  <a:pt x="394" y="67"/>
                </a:lnTo>
                <a:lnTo>
                  <a:pt x="383" y="50"/>
                </a:lnTo>
                <a:lnTo>
                  <a:pt x="383" y="42"/>
                </a:lnTo>
                <a:lnTo>
                  <a:pt x="353" y="33"/>
                </a:lnTo>
                <a:lnTo>
                  <a:pt x="341" y="46"/>
                </a:lnTo>
                <a:lnTo>
                  <a:pt x="320" y="61"/>
                </a:lnTo>
                <a:lnTo>
                  <a:pt x="296" y="70"/>
                </a:lnTo>
                <a:close/>
              </a:path>
            </a:pathLst>
          </a:custGeom>
          <a:solidFill>
            <a:schemeClr val="accent6">
              <a:lumMod val="75000"/>
            </a:schemeClr>
          </a:solidFill>
          <a:ln w="6350">
            <a:solidFill>
              <a:srgbClr val="FFFFFF"/>
            </a:solidFill>
            <a:prstDash val="solid"/>
            <a:round/>
            <a:headEnd/>
            <a:tailEnd/>
          </a:ln>
        </p:spPr>
        <p:txBody>
          <a:bodyPr/>
          <a:lstStyle/>
          <a:p>
            <a:endParaRPr lang="tr-TR" sz="1904" dirty="0">
              <a:latin typeface="Myriad Pro"/>
            </a:endParaRPr>
          </a:p>
        </p:txBody>
      </p:sp>
      <p:sp>
        <p:nvSpPr>
          <p:cNvPr id="28" name="Freeform 18">
            <a:extLst>
              <a:ext uri="{FF2B5EF4-FFF2-40B4-BE49-F238E27FC236}">
                <a16:creationId xmlns:a16="http://schemas.microsoft.com/office/drawing/2014/main" id="{66844C5C-6A36-4B5B-BD8C-05FA0AEA5567}"/>
              </a:ext>
            </a:extLst>
          </p:cNvPr>
          <p:cNvSpPr>
            <a:spLocks/>
          </p:cNvSpPr>
          <p:nvPr/>
        </p:nvSpPr>
        <p:spPr bwMode="auto">
          <a:xfrm>
            <a:off x="4095066" y="3162619"/>
            <a:ext cx="1068071" cy="697119"/>
          </a:xfrm>
          <a:custGeom>
            <a:avLst/>
            <a:gdLst/>
            <a:ahLst/>
            <a:cxnLst>
              <a:cxn ang="0">
                <a:pos x="4" y="305"/>
              </a:cxn>
              <a:cxn ang="0">
                <a:pos x="29" y="326"/>
              </a:cxn>
              <a:cxn ang="0">
                <a:pos x="25" y="337"/>
              </a:cxn>
              <a:cxn ang="0">
                <a:pos x="32" y="358"/>
              </a:cxn>
              <a:cxn ang="0">
                <a:pos x="53" y="358"/>
              </a:cxn>
              <a:cxn ang="0">
                <a:pos x="133" y="436"/>
              </a:cxn>
              <a:cxn ang="0">
                <a:pos x="157" y="440"/>
              </a:cxn>
              <a:cxn ang="0">
                <a:pos x="222" y="481"/>
              </a:cxn>
              <a:cxn ang="0">
                <a:pos x="252" y="457"/>
              </a:cxn>
              <a:cxn ang="0">
                <a:pos x="298" y="460"/>
              </a:cxn>
              <a:cxn ang="0">
                <a:pos x="313" y="470"/>
              </a:cxn>
              <a:cxn ang="0">
                <a:pos x="347" y="457"/>
              </a:cxn>
              <a:cxn ang="0">
                <a:pos x="417" y="428"/>
              </a:cxn>
              <a:cxn ang="0">
                <a:pos x="498" y="415"/>
              </a:cxn>
              <a:cxn ang="0">
                <a:pos x="532" y="421"/>
              </a:cxn>
              <a:cxn ang="0">
                <a:pos x="544" y="440"/>
              </a:cxn>
              <a:cxn ang="0">
                <a:pos x="572" y="407"/>
              </a:cxn>
              <a:cxn ang="0">
                <a:pos x="610" y="394"/>
              </a:cxn>
              <a:cxn ang="0">
                <a:pos x="646" y="388"/>
              </a:cxn>
              <a:cxn ang="0">
                <a:pos x="709" y="326"/>
              </a:cxn>
              <a:cxn ang="0">
                <a:pos x="726" y="288"/>
              </a:cxn>
              <a:cxn ang="0">
                <a:pos x="733" y="214"/>
              </a:cxn>
              <a:cxn ang="0">
                <a:pos x="741" y="153"/>
              </a:cxn>
              <a:cxn ang="0">
                <a:pos x="766" y="152"/>
              </a:cxn>
              <a:cxn ang="0">
                <a:pos x="784" y="129"/>
              </a:cxn>
              <a:cxn ang="0">
                <a:pos x="796" y="112"/>
              </a:cxn>
              <a:cxn ang="0">
                <a:pos x="771" y="95"/>
              </a:cxn>
              <a:cxn ang="0">
                <a:pos x="758" y="102"/>
              </a:cxn>
              <a:cxn ang="0">
                <a:pos x="722" y="95"/>
              </a:cxn>
              <a:cxn ang="0">
                <a:pos x="701" y="66"/>
              </a:cxn>
              <a:cxn ang="0">
                <a:pos x="680" y="28"/>
              </a:cxn>
              <a:cxn ang="0">
                <a:pos x="656" y="28"/>
              </a:cxn>
              <a:cxn ang="0">
                <a:pos x="618" y="0"/>
              </a:cxn>
              <a:cxn ang="0">
                <a:pos x="597" y="4"/>
              </a:cxn>
              <a:cxn ang="0">
                <a:pos x="519" y="13"/>
              </a:cxn>
              <a:cxn ang="0">
                <a:pos x="504" y="36"/>
              </a:cxn>
              <a:cxn ang="0">
                <a:pos x="483" y="62"/>
              </a:cxn>
              <a:cxn ang="0">
                <a:pos x="455" y="78"/>
              </a:cxn>
              <a:cxn ang="0">
                <a:pos x="428" y="83"/>
              </a:cxn>
              <a:cxn ang="0">
                <a:pos x="409" y="78"/>
              </a:cxn>
              <a:cxn ang="0">
                <a:pos x="392" y="66"/>
              </a:cxn>
              <a:cxn ang="0">
                <a:pos x="379" y="62"/>
              </a:cxn>
              <a:cxn ang="0">
                <a:pos x="354" y="74"/>
              </a:cxn>
              <a:cxn ang="0">
                <a:pos x="322" y="91"/>
              </a:cxn>
              <a:cxn ang="0">
                <a:pos x="256" y="119"/>
              </a:cxn>
              <a:cxn ang="0">
                <a:pos x="227" y="123"/>
              </a:cxn>
              <a:cxn ang="0">
                <a:pos x="157" y="119"/>
              </a:cxn>
              <a:cxn ang="0">
                <a:pos x="148" y="116"/>
              </a:cxn>
              <a:cxn ang="0">
                <a:pos x="129" y="87"/>
              </a:cxn>
              <a:cxn ang="0">
                <a:pos x="106" y="74"/>
              </a:cxn>
              <a:cxn ang="0">
                <a:pos x="99" y="83"/>
              </a:cxn>
              <a:cxn ang="0">
                <a:pos x="95" y="112"/>
              </a:cxn>
              <a:cxn ang="0">
                <a:pos x="82" y="140"/>
              </a:cxn>
              <a:cxn ang="0">
                <a:pos x="57" y="140"/>
              </a:cxn>
              <a:cxn ang="0">
                <a:pos x="49" y="148"/>
              </a:cxn>
              <a:cxn ang="0">
                <a:pos x="63" y="176"/>
              </a:cxn>
              <a:cxn ang="0">
                <a:pos x="59" y="205"/>
              </a:cxn>
              <a:cxn ang="0">
                <a:pos x="42" y="231"/>
              </a:cxn>
              <a:cxn ang="0">
                <a:pos x="29" y="242"/>
              </a:cxn>
              <a:cxn ang="0">
                <a:pos x="8" y="252"/>
              </a:cxn>
              <a:cxn ang="0">
                <a:pos x="0" y="275"/>
              </a:cxn>
              <a:cxn ang="0">
                <a:pos x="4" y="305"/>
              </a:cxn>
            </a:cxnLst>
            <a:rect l="0" t="0" r="r" b="b"/>
            <a:pathLst>
              <a:path w="796" h="481">
                <a:moveTo>
                  <a:pt x="4" y="305"/>
                </a:moveTo>
                <a:lnTo>
                  <a:pt x="29" y="326"/>
                </a:lnTo>
                <a:lnTo>
                  <a:pt x="25" y="337"/>
                </a:lnTo>
                <a:lnTo>
                  <a:pt x="32" y="358"/>
                </a:lnTo>
                <a:lnTo>
                  <a:pt x="53" y="358"/>
                </a:lnTo>
                <a:lnTo>
                  <a:pt x="133" y="436"/>
                </a:lnTo>
                <a:lnTo>
                  <a:pt x="157" y="440"/>
                </a:lnTo>
                <a:lnTo>
                  <a:pt x="222" y="481"/>
                </a:lnTo>
                <a:lnTo>
                  <a:pt x="252" y="457"/>
                </a:lnTo>
                <a:lnTo>
                  <a:pt x="298" y="460"/>
                </a:lnTo>
                <a:lnTo>
                  <a:pt x="313" y="470"/>
                </a:lnTo>
                <a:lnTo>
                  <a:pt x="347" y="457"/>
                </a:lnTo>
                <a:lnTo>
                  <a:pt x="417" y="428"/>
                </a:lnTo>
                <a:lnTo>
                  <a:pt x="498" y="415"/>
                </a:lnTo>
                <a:lnTo>
                  <a:pt x="532" y="421"/>
                </a:lnTo>
                <a:lnTo>
                  <a:pt x="544" y="440"/>
                </a:lnTo>
                <a:lnTo>
                  <a:pt x="572" y="407"/>
                </a:lnTo>
                <a:lnTo>
                  <a:pt x="610" y="394"/>
                </a:lnTo>
                <a:lnTo>
                  <a:pt x="646" y="388"/>
                </a:lnTo>
                <a:lnTo>
                  <a:pt x="709" y="326"/>
                </a:lnTo>
                <a:lnTo>
                  <a:pt x="726" y="288"/>
                </a:lnTo>
                <a:lnTo>
                  <a:pt x="733" y="214"/>
                </a:lnTo>
                <a:lnTo>
                  <a:pt x="741" y="153"/>
                </a:lnTo>
                <a:lnTo>
                  <a:pt x="766" y="152"/>
                </a:lnTo>
                <a:lnTo>
                  <a:pt x="784" y="129"/>
                </a:lnTo>
                <a:lnTo>
                  <a:pt x="796" y="112"/>
                </a:lnTo>
                <a:lnTo>
                  <a:pt x="771" y="95"/>
                </a:lnTo>
                <a:lnTo>
                  <a:pt x="758" y="102"/>
                </a:lnTo>
                <a:lnTo>
                  <a:pt x="722" y="95"/>
                </a:lnTo>
                <a:lnTo>
                  <a:pt x="701" y="66"/>
                </a:lnTo>
                <a:lnTo>
                  <a:pt x="680" y="28"/>
                </a:lnTo>
                <a:lnTo>
                  <a:pt x="656" y="28"/>
                </a:lnTo>
                <a:lnTo>
                  <a:pt x="618" y="0"/>
                </a:lnTo>
                <a:lnTo>
                  <a:pt x="597" y="4"/>
                </a:lnTo>
                <a:lnTo>
                  <a:pt x="519" y="13"/>
                </a:lnTo>
                <a:lnTo>
                  <a:pt x="504" y="36"/>
                </a:lnTo>
                <a:lnTo>
                  <a:pt x="483" y="62"/>
                </a:lnTo>
                <a:lnTo>
                  <a:pt x="455" y="78"/>
                </a:lnTo>
                <a:lnTo>
                  <a:pt x="428" y="83"/>
                </a:lnTo>
                <a:lnTo>
                  <a:pt x="409" y="78"/>
                </a:lnTo>
                <a:lnTo>
                  <a:pt x="392" y="66"/>
                </a:lnTo>
                <a:lnTo>
                  <a:pt x="379" y="62"/>
                </a:lnTo>
                <a:lnTo>
                  <a:pt x="354" y="74"/>
                </a:lnTo>
                <a:lnTo>
                  <a:pt x="322" y="91"/>
                </a:lnTo>
                <a:lnTo>
                  <a:pt x="256" y="119"/>
                </a:lnTo>
                <a:lnTo>
                  <a:pt x="227" y="123"/>
                </a:lnTo>
                <a:lnTo>
                  <a:pt x="157" y="119"/>
                </a:lnTo>
                <a:lnTo>
                  <a:pt x="148" y="116"/>
                </a:lnTo>
                <a:lnTo>
                  <a:pt x="129" y="87"/>
                </a:lnTo>
                <a:lnTo>
                  <a:pt x="106" y="74"/>
                </a:lnTo>
                <a:lnTo>
                  <a:pt x="99" y="83"/>
                </a:lnTo>
                <a:lnTo>
                  <a:pt x="95" y="112"/>
                </a:lnTo>
                <a:lnTo>
                  <a:pt x="82" y="140"/>
                </a:lnTo>
                <a:lnTo>
                  <a:pt x="57" y="140"/>
                </a:lnTo>
                <a:lnTo>
                  <a:pt x="49" y="148"/>
                </a:lnTo>
                <a:lnTo>
                  <a:pt x="63" y="176"/>
                </a:lnTo>
                <a:lnTo>
                  <a:pt x="59" y="205"/>
                </a:lnTo>
                <a:lnTo>
                  <a:pt x="42" y="231"/>
                </a:lnTo>
                <a:lnTo>
                  <a:pt x="29" y="242"/>
                </a:lnTo>
                <a:lnTo>
                  <a:pt x="8" y="252"/>
                </a:lnTo>
                <a:lnTo>
                  <a:pt x="0" y="275"/>
                </a:lnTo>
                <a:lnTo>
                  <a:pt x="4" y="305"/>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29" name="Freeform 19">
            <a:extLst>
              <a:ext uri="{FF2B5EF4-FFF2-40B4-BE49-F238E27FC236}">
                <a16:creationId xmlns:a16="http://schemas.microsoft.com/office/drawing/2014/main" id="{AD07494B-D6C8-4DBF-A203-E13BECCAAF54}"/>
              </a:ext>
            </a:extLst>
          </p:cNvPr>
          <p:cNvSpPr>
            <a:spLocks/>
          </p:cNvSpPr>
          <p:nvPr/>
        </p:nvSpPr>
        <p:spPr bwMode="auto">
          <a:xfrm>
            <a:off x="3636170" y="3602296"/>
            <a:ext cx="501831" cy="315294"/>
          </a:xfrm>
          <a:custGeom>
            <a:avLst/>
            <a:gdLst/>
            <a:ahLst/>
            <a:cxnLst>
              <a:cxn ang="0">
                <a:pos x="32" y="119"/>
              </a:cxn>
              <a:cxn ang="0">
                <a:pos x="70" y="157"/>
              </a:cxn>
              <a:cxn ang="0">
                <a:pos x="59" y="176"/>
              </a:cxn>
              <a:cxn ang="0">
                <a:pos x="42" y="190"/>
              </a:cxn>
              <a:cxn ang="0">
                <a:pos x="21" y="193"/>
              </a:cxn>
              <a:cxn ang="0">
                <a:pos x="0" y="197"/>
              </a:cxn>
              <a:cxn ang="0">
                <a:pos x="38" y="214"/>
              </a:cxn>
              <a:cxn ang="0">
                <a:pos x="53" y="218"/>
              </a:cxn>
              <a:cxn ang="0">
                <a:pos x="101" y="190"/>
              </a:cxn>
              <a:cxn ang="0">
                <a:pos x="205" y="216"/>
              </a:cxn>
              <a:cxn ang="0">
                <a:pos x="273" y="140"/>
              </a:cxn>
              <a:cxn ang="0">
                <a:pos x="286" y="108"/>
              </a:cxn>
              <a:cxn ang="0">
                <a:pos x="300" y="99"/>
              </a:cxn>
              <a:cxn ang="0">
                <a:pos x="337" y="102"/>
              </a:cxn>
              <a:cxn ang="0">
                <a:pos x="375" y="57"/>
              </a:cxn>
              <a:cxn ang="0">
                <a:pos x="372" y="29"/>
              </a:cxn>
              <a:cxn ang="0">
                <a:pos x="345" y="0"/>
              </a:cxn>
              <a:cxn ang="0">
                <a:pos x="328" y="4"/>
              </a:cxn>
              <a:cxn ang="0">
                <a:pos x="309" y="10"/>
              </a:cxn>
              <a:cxn ang="0">
                <a:pos x="275" y="2"/>
              </a:cxn>
              <a:cxn ang="0">
                <a:pos x="241" y="4"/>
              </a:cxn>
              <a:cxn ang="0">
                <a:pos x="207" y="13"/>
              </a:cxn>
              <a:cxn ang="0">
                <a:pos x="159" y="10"/>
              </a:cxn>
              <a:cxn ang="0">
                <a:pos x="139" y="38"/>
              </a:cxn>
              <a:cxn ang="0">
                <a:pos x="59" y="13"/>
              </a:cxn>
              <a:cxn ang="0">
                <a:pos x="29" y="13"/>
              </a:cxn>
              <a:cxn ang="0">
                <a:pos x="29" y="61"/>
              </a:cxn>
              <a:cxn ang="0">
                <a:pos x="32" y="119"/>
              </a:cxn>
            </a:cxnLst>
            <a:rect l="0" t="0" r="r" b="b"/>
            <a:pathLst>
              <a:path w="375" h="218">
                <a:moveTo>
                  <a:pt x="32" y="119"/>
                </a:moveTo>
                <a:lnTo>
                  <a:pt x="70" y="157"/>
                </a:lnTo>
                <a:lnTo>
                  <a:pt x="59" y="176"/>
                </a:lnTo>
                <a:lnTo>
                  <a:pt x="42" y="190"/>
                </a:lnTo>
                <a:lnTo>
                  <a:pt x="21" y="193"/>
                </a:lnTo>
                <a:lnTo>
                  <a:pt x="0" y="197"/>
                </a:lnTo>
                <a:lnTo>
                  <a:pt x="38" y="214"/>
                </a:lnTo>
                <a:lnTo>
                  <a:pt x="53" y="218"/>
                </a:lnTo>
                <a:lnTo>
                  <a:pt x="101" y="190"/>
                </a:lnTo>
                <a:lnTo>
                  <a:pt x="205" y="216"/>
                </a:lnTo>
                <a:lnTo>
                  <a:pt x="273" y="140"/>
                </a:lnTo>
                <a:lnTo>
                  <a:pt x="286" y="108"/>
                </a:lnTo>
                <a:lnTo>
                  <a:pt x="300" y="99"/>
                </a:lnTo>
                <a:lnTo>
                  <a:pt x="337" y="102"/>
                </a:lnTo>
                <a:lnTo>
                  <a:pt x="375" y="57"/>
                </a:lnTo>
                <a:lnTo>
                  <a:pt x="372" y="29"/>
                </a:lnTo>
                <a:lnTo>
                  <a:pt x="345" y="0"/>
                </a:lnTo>
                <a:lnTo>
                  <a:pt x="328" y="4"/>
                </a:lnTo>
                <a:lnTo>
                  <a:pt x="309" y="10"/>
                </a:lnTo>
                <a:lnTo>
                  <a:pt x="275" y="2"/>
                </a:lnTo>
                <a:lnTo>
                  <a:pt x="241" y="4"/>
                </a:lnTo>
                <a:lnTo>
                  <a:pt x="207" y="13"/>
                </a:lnTo>
                <a:lnTo>
                  <a:pt x="159" y="10"/>
                </a:lnTo>
                <a:lnTo>
                  <a:pt x="139" y="38"/>
                </a:lnTo>
                <a:lnTo>
                  <a:pt x="59" y="13"/>
                </a:lnTo>
                <a:lnTo>
                  <a:pt x="29" y="13"/>
                </a:lnTo>
                <a:lnTo>
                  <a:pt x="29" y="61"/>
                </a:lnTo>
                <a:lnTo>
                  <a:pt x="32" y="119"/>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30" name="Freeform 20">
            <a:extLst>
              <a:ext uri="{FF2B5EF4-FFF2-40B4-BE49-F238E27FC236}">
                <a16:creationId xmlns:a16="http://schemas.microsoft.com/office/drawing/2014/main" id="{67E16650-26E3-4A8B-A626-F24B45E61D68}"/>
              </a:ext>
            </a:extLst>
          </p:cNvPr>
          <p:cNvSpPr>
            <a:spLocks/>
          </p:cNvSpPr>
          <p:nvPr/>
        </p:nvSpPr>
        <p:spPr bwMode="auto">
          <a:xfrm>
            <a:off x="5114833" y="4177927"/>
            <a:ext cx="974147" cy="766544"/>
          </a:xfrm>
          <a:custGeom>
            <a:avLst/>
            <a:gdLst/>
            <a:ahLst/>
            <a:cxnLst>
              <a:cxn ang="0">
                <a:pos x="13" y="74"/>
              </a:cxn>
              <a:cxn ang="0">
                <a:pos x="4" y="112"/>
              </a:cxn>
              <a:cxn ang="0">
                <a:pos x="53" y="155"/>
              </a:cxn>
              <a:cxn ang="0">
                <a:pos x="57" y="218"/>
              </a:cxn>
              <a:cxn ang="0">
                <a:pos x="11" y="254"/>
              </a:cxn>
              <a:cxn ang="0">
                <a:pos x="17" y="299"/>
              </a:cxn>
              <a:cxn ang="0">
                <a:pos x="11" y="351"/>
              </a:cxn>
              <a:cxn ang="0">
                <a:pos x="17" y="394"/>
              </a:cxn>
              <a:cxn ang="0">
                <a:pos x="57" y="419"/>
              </a:cxn>
              <a:cxn ang="0">
                <a:pos x="59" y="481"/>
              </a:cxn>
              <a:cxn ang="0">
                <a:pos x="83" y="531"/>
              </a:cxn>
              <a:cxn ang="0">
                <a:pos x="206" y="498"/>
              </a:cxn>
              <a:cxn ang="0">
                <a:pos x="280" y="445"/>
              </a:cxn>
              <a:cxn ang="0">
                <a:pos x="337" y="478"/>
              </a:cxn>
              <a:cxn ang="0">
                <a:pos x="392" y="495"/>
              </a:cxn>
              <a:cxn ang="0">
                <a:pos x="458" y="470"/>
              </a:cxn>
              <a:cxn ang="0">
                <a:pos x="462" y="415"/>
              </a:cxn>
              <a:cxn ang="0">
                <a:pos x="511" y="415"/>
              </a:cxn>
              <a:cxn ang="0">
                <a:pos x="536" y="400"/>
              </a:cxn>
              <a:cxn ang="0">
                <a:pos x="634" y="370"/>
              </a:cxn>
              <a:cxn ang="0">
                <a:pos x="669" y="330"/>
              </a:cxn>
              <a:cxn ang="0">
                <a:pos x="619" y="277"/>
              </a:cxn>
              <a:cxn ang="0">
                <a:pos x="642" y="235"/>
              </a:cxn>
              <a:cxn ang="0">
                <a:pos x="659" y="210"/>
              </a:cxn>
              <a:cxn ang="0">
                <a:pos x="672" y="155"/>
              </a:cxn>
              <a:cxn ang="0">
                <a:pos x="688" y="99"/>
              </a:cxn>
              <a:cxn ang="0">
                <a:pos x="725" y="74"/>
              </a:cxn>
              <a:cxn ang="0">
                <a:pos x="705" y="17"/>
              </a:cxn>
              <a:cxn ang="0">
                <a:pos x="606" y="4"/>
              </a:cxn>
              <a:cxn ang="0">
                <a:pos x="502" y="11"/>
              </a:cxn>
              <a:cxn ang="0">
                <a:pos x="403" y="61"/>
              </a:cxn>
              <a:cxn ang="0">
                <a:pos x="326" y="95"/>
              </a:cxn>
              <a:cxn ang="0">
                <a:pos x="223" y="102"/>
              </a:cxn>
              <a:cxn ang="0">
                <a:pos x="157" y="99"/>
              </a:cxn>
              <a:cxn ang="0">
                <a:pos x="77" y="70"/>
              </a:cxn>
              <a:cxn ang="0">
                <a:pos x="17" y="63"/>
              </a:cxn>
            </a:cxnLst>
            <a:rect l="0" t="0" r="r" b="b"/>
            <a:pathLst>
              <a:path w="725" h="531">
                <a:moveTo>
                  <a:pt x="17" y="63"/>
                </a:moveTo>
                <a:lnTo>
                  <a:pt x="13" y="74"/>
                </a:lnTo>
                <a:lnTo>
                  <a:pt x="0" y="87"/>
                </a:lnTo>
                <a:lnTo>
                  <a:pt x="4" y="112"/>
                </a:lnTo>
                <a:lnTo>
                  <a:pt x="24" y="152"/>
                </a:lnTo>
                <a:lnTo>
                  <a:pt x="53" y="155"/>
                </a:lnTo>
                <a:lnTo>
                  <a:pt x="59" y="172"/>
                </a:lnTo>
                <a:lnTo>
                  <a:pt x="57" y="218"/>
                </a:lnTo>
                <a:lnTo>
                  <a:pt x="45" y="231"/>
                </a:lnTo>
                <a:lnTo>
                  <a:pt x="11" y="254"/>
                </a:lnTo>
                <a:lnTo>
                  <a:pt x="7" y="265"/>
                </a:lnTo>
                <a:lnTo>
                  <a:pt x="17" y="299"/>
                </a:lnTo>
                <a:lnTo>
                  <a:pt x="21" y="326"/>
                </a:lnTo>
                <a:lnTo>
                  <a:pt x="11" y="351"/>
                </a:lnTo>
                <a:lnTo>
                  <a:pt x="0" y="370"/>
                </a:lnTo>
                <a:lnTo>
                  <a:pt x="17" y="394"/>
                </a:lnTo>
                <a:lnTo>
                  <a:pt x="32" y="390"/>
                </a:lnTo>
                <a:lnTo>
                  <a:pt x="57" y="419"/>
                </a:lnTo>
                <a:lnTo>
                  <a:pt x="59" y="445"/>
                </a:lnTo>
                <a:lnTo>
                  <a:pt x="59" y="481"/>
                </a:lnTo>
                <a:lnTo>
                  <a:pt x="57" y="498"/>
                </a:lnTo>
                <a:lnTo>
                  <a:pt x="83" y="531"/>
                </a:lnTo>
                <a:lnTo>
                  <a:pt x="140" y="519"/>
                </a:lnTo>
                <a:lnTo>
                  <a:pt x="206" y="498"/>
                </a:lnTo>
                <a:lnTo>
                  <a:pt x="256" y="468"/>
                </a:lnTo>
                <a:lnTo>
                  <a:pt x="280" y="445"/>
                </a:lnTo>
                <a:lnTo>
                  <a:pt x="312" y="489"/>
                </a:lnTo>
                <a:lnTo>
                  <a:pt x="337" y="478"/>
                </a:lnTo>
                <a:lnTo>
                  <a:pt x="371" y="489"/>
                </a:lnTo>
                <a:lnTo>
                  <a:pt x="392" y="495"/>
                </a:lnTo>
                <a:lnTo>
                  <a:pt x="434" y="478"/>
                </a:lnTo>
                <a:lnTo>
                  <a:pt x="458" y="470"/>
                </a:lnTo>
                <a:lnTo>
                  <a:pt x="458" y="449"/>
                </a:lnTo>
                <a:lnTo>
                  <a:pt x="462" y="415"/>
                </a:lnTo>
                <a:lnTo>
                  <a:pt x="483" y="404"/>
                </a:lnTo>
                <a:lnTo>
                  <a:pt x="511" y="415"/>
                </a:lnTo>
                <a:lnTo>
                  <a:pt x="515" y="428"/>
                </a:lnTo>
                <a:lnTo>
                  <a:pt x="536" y="400"/>
                </a:lnTo>
                <a:lnTo>
                  <a:pt x="589" y="375"/>
                </a:lnTo>
                <a:lnTo>
                  <a:pt x="634" y="370"/>
                </a:lnTo>
                <a:lnTo>
                  <a:pt x="676" y="370"/>
                </a:lnTo>
                <a:lnTo>
                  <a:pt x="669" y="330"/>
                </a:lnTo>
                <a:lnTo>
                  <a:pt x="663" y="309"/>
                </a:lnTo>
                <a:lnTo>
                  <a:pt x="619" y="277"/>
                </a:lnTo>
                <a:lnTo>
                  <a:pt x="617" y="267"/>
                </a:lnTo>
                <a:lnTo>
                  <a:pt x="642" y="235"/>
                </a:lnTo>
                <a:lnTo>
                  <a:pt x="667" y="229"/>
                </a:lnTo>
                <a:lnTo>
                  <a:pt x="659" y="210"/>
                </a:lnTo>
                <a:lnTo>
                  <a:pt x="672" y="176"/>
                </a:lnTo>
                <a:lnTo>
                  <a:pt x="672" y="155"/>
                </a:lnTo>
                <a:lnTo>
                  <a:pt x="680" y="116"/>
                </a:lnTo>
                <a:lnTo>
                  <a:pt x="688" y="99"/>
                </a:lnTo>
                <a:lnTo>
                  <a:pt x="712" y="102"/>
                </a:lnTo>
                <a:lnTo>
                  <a:pt x="725" y="74"/>
                </a:lnTo>
                <a:lnTo>
                  <a:pt x="712" y="49"/>
                </a:lnTo>
                <a:lnTo>
                  <a:pt x="705" y="17"/>
                </a:lnTo>
                <a:lnTo>
                  <a:pt x="688" y="21"/>
                </a:lnTo>
                <a:lnTo>
                  <a:pt x="606" y="4"/>
                </a:lnTo>
                <a:lnTo>
                  <a:pt x="553" y="0"/>
                </a:lnTo>
                <a:lnTo>
                  <a:pt x="502" y="11"/>
                </a:lnTo>
                <a:lnTo>
                  <a:pt x="456" y="32"/>
                </a:lnTo>
                <a:lnTo>
                  <a:pt x="403" y="61"/>
                </a:lnTo>
                <a:lnTo>
                  <a:pt x="364" y="91"/>
                </a:lnTo>
                <a:lnTo>
                  <a:pt x="326" y="95"/>
                </a:lnTo>
                <a:lnTo>
                  <a:pt x="273" y="85"/>
                </a:lnTo>
                <a:lnTo>
                  <a:pt x="223" y="102"/>
                </a:lnTo>
                <a:lnTo>
                  <a:pt x="193" y="110"/>
                </a:lnTo>
                <a:lnTo>
                  <a:pt x="157" y="99"/>
                </a:lnTo>
                <a:lnTo>
                  <a:pt x="106" y="78"/>
                </a:lnTo>
                <a:lnTo>
                  <a:pt x="77" y="70"/>
                </a:lnTo>
                <a:lnTo>
                  <a:pt x="38" y="63"/>
                </a:lnTo>
                <a:lnTo>
                  <a:pt x="17" y="63"/>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31" name="Freeform 22">
            <a:extLst>
              <a:ext uri="{FF2B5EF4-FFF2-40B4-BE49-F238E27FC236}">
                <a16:creationId xmlns:a16="http://schemas.microsoft.com/office/drawing/2014/main" id="{DAB00590-EBF6-4BF8-83CD-689DD7916567}"/>
              </a:ext>
            </a:extLst>
          </p:cNvPr>
          <p:cNvSpPr>
            <a:spLocks/>
          </p:cNvSpPr>
          <p:nvPr/>
        </p:nvSpPr>
        <p:spPr bwMode="auto">
          <a:xfrm>
            <a:off x="4830373" y="3229148"/>
            <a:ext cx="1395471" cy="1102089"/>
          </a:xfrm>
          <a:custGeom>
            <a:avLst/>
            <a:gdLst/>
            <a:ahLst/>
            <a:cxnLst>
              <a:cxn ang="0">
                <a:pos x="231" y="88"/>
              </a:cxn>
              <a:cxn ang="0">
                <a:pos x="193" y="108"/>
              </a:cxn>
              <a:cxn ang="0">
                <a:pos x="180" y="247"/>
              </a:cxn>
              <a:cxn ang="0">
                <a:pos x="117" y="321"/>
              </a:cxn>
              <a:cxn ang="0">
                <a:pos x="36" y="359"/>
              </a:cxn>
              <a:cxn ang="0">
                <a:pos x="0" y="408"/>
              </a:cxn>
              <a:cxn ang="0">
                <a:pos x="32" y="449"/>
              </a:cxn>
              <a:cxn ang="0">
                <a:pos x="32" y="489"/>
              </a:cxn>
              <a:cxn ang="0">
                <a:pos x="77" y="499"/>
              </a:cxn>
              <a:cxn ang="0">
                <a:pos x="98" y="559"/>
              </a:cxn>
              <a:cxn ang="0">
                <a:pos x="111" y="614"/>
              </a:cxn>
              <a:cxn ang="0">
                <a:pos x="144" y="614"/>
              </a:cxn>
              <a:cxn ang="0">
                <a:pos x="197" y="618"/>
              </a:cxn>
              <a:cxn ang="0">
                <a:pos x="197" y="650"/>
              </a:cxn>
              <a:cxn ang="0">
                <a:pos x="231" y="679"/>
              </a:cxn>
              <a:cxn ang="0">
                <a:pos x="231" y="717"/>
              </a:cxn>
              <a:cxn ang="0">
                <a:pos x="303" y="734"/>
              </a:cxn>
              <a:cxn ang="0">
                <a:pos x="403" y="762"/>
              </a:cxn>
              <a:cxn ang="0">
                <a:pos x="477" y="741"/>
              </a:cxn>
              <a:cxn ang="0">
                <a:pos x="562" y="749"/>
              </a:cxn>
              <a:cxn ang="0">
                <a:pos x="612" y="720"/>
              </a:cxn>
              <a:cxn ang="0">
                <a:pos x="752" y="656"/>
              </a:cxn>
              <a:cxn ang="0">
                <a:pos x="833" y="664"/>
              </a:cxn>
              <a:cxn ang="0">
                <a:pos x="896" y="675"/>
              </a:cxn>
              <a:cxn ang="0">
                <a:pos x="934" y="643"/>
              </a:cxn>
              <a:cxn ang="0">
                <a:pos x="937" y="535"/>
              </a:cxn>
              <a:cxn ang="0">
                <a:pos x="973" y="499"/>
              </a:cxn>
              <a:cxn ang="0">
                <a:pos x="1007" y="499"/>
              </a:cxn>
              <a:cxn ang="0">
                <a:pos x="1015" y="470"/>
              </a:cxn>
              <a:cxn ang="0">
                <a:pos x="1040" y="446"/>
              </a:cxn>
              <a:cxn ang="0">
                <a:pos x="987" y="429"/>
              </a:cxn>
              <a:cxn ang="0">
                <a:pos x="924" y="442"/>
              </a:cxn>
              <a:cxn ang="0">
                <a:pos x="864" y="429"/>
              </a:cxn>
              <a:cxn ang="0">
                <a:pos x="854" y="379"/>
              </a:cxn>
              <a:cxn ang="0">
                <a:pos x="833" y="330"/>
              </a:cxn>
              <a:cxn ang="0">
                <a:pos x="822" y="281"/>
              </a:cxn>
              <a:cxn ang="0">
                <a:pos x="826" y="235"/>
              </a:cxn>
              <a:cxn ang="0">
                <a:pos x="780" y="165"/>
              </a:cxn>
              <a:cxn ang="0">
                <a:pos x="765" y="116"/>
              </a:cxn>
              <a:cxn ang="0">
                <a:pos x="720" y="78"/>
              </a:cxn>
              <a:cxn ang="0">
                <a:pos x="689" y="17"/>
              </a:cxn>
              <a:cxn ang="0">
                <a:pos x="657" y="0"/>
              </a:cxn>
              <a:cxn ang="0">
                <a:pos x="621" y="25"/>
              </a:cxn>
              <a:cxn ang="0">
                <a:pos x="579" y="29"/>
              </a:cxn>
              <a:cxn ang="0">
                <a:pos x="543" y="50"/>
              </a:cxn>
              <a:cxn ang="0">
                <a:pos x="488" y="57"/>
              </a:cxn>
              <a:cxn ang="0">
                <a:pos x="443" y="25"/>
              </a:cxn>
              <a:cxn ang="0">
                <a:pos x="386" y="46"/>
              </a:cxn>
              <a:cxn ang="0">
                <a:pos x="341" y="42"/>
              </a:cxn>
              <a:cxn ang="0">
                <a:pos x="284" y="38"/>
              </a:cxn>
              <a:cxn ang="0">
                <a:pos x="255" y="53"/>
              </a:cxn>
              <a:cxn ang="0">
                <a:pos x="242" y="59"/>
              </a:cxn>
            </a:cxnLst>
            <a:rect l="0" t="0" r="r" b="b"/>
            <a:pathLst>
              <a:path w="1040" h="762">
                <a:moveTo>
                  <a:pt x="250" y="67"/>
                </a:moveTo>
                <a:lnTo>
                  <a:pt x="231" y="88"/>
                </a:lnTo>
                <a:lnTo>
                  <a:pt x="218" y="103"/>
                </a:lnTo>
                <a:lnTo>
                  <a:pt x="193" y="108"/>
                </a:lnTo>
                <a:lnTo>
                  <a:pt x="182" y="226"/>
                </a:lnTo>
                <a:lnTo>
                  <a:pt x="180" y="247"/>
                </a:lnTo>
                <a:lnTo>
                  <a:pt x="151" y="292"/>
                </a:lnTo>
                <a:lnTo>
                  <a:pt x="117" y="321"/>
                </a:lnTo>
                <a:lnTo>
                  <a:pt x="94" y="345"/>
                </a:lnTo>
                <a:lnTo>
                  <a:pt x="36" y="359"/>
                </a:lnTo>
                <a:lnTo>
                  <a:pt x="5" y="385"/>
                </a:lnTo>
                <a:lnTo>
                  <a:pt x="0" y="408"/>
                </a:lnTo>
                <a:lnTo>
                  <a:pt x="20" y="425"/>
                </a:lnTo>
                <a:lnTo>
                  <a:pt x="32" y="449"/>
                </a:lnTo>
                <a:lnTo>
                  <a:pt x="28" y="467"/>
                </a:lnTo>
                <a:lnTo>
                  <a:pt x="32" y="489"/>
                </a:lnTo>
                <a:lnTo>
                  <a:pt x="49" y="499"/>
                </a:lnTo>
                <a:lnTo>
                  <a:pt x="77" y="499"/>
                </a:lnTo>
                <a:lnTo>
                  <a:pt x="87" y="520"/>
                </a:lnTo>
                <a:lnTo>
                  <a:pt x="98" y="559"/>
                </a:lnTo>
                <a:lnTo>
                  <a:pt x="102" y="590"/>
                </a:lnTo>
                <a:lnTo>
                  <a:pt x="111" y="614"/>
                </a:lnTo>
                <a:lnTo>
                  <a:pt x="130" y="622"/>
                </a:lnTo>
                <a:lnTo>
                  <a:pt x="144" y="614"/>
                </a:lnTo>
                <a:lnTo>
                  <a:pt x="168" y="597"/>
                </a:lnTo>
                <a:lnTo>
                  <a:pt x="197" y="618"/>
                </a:lnTo>
                <a:lnTo>
                  <a:pt x="193" y="639"/>
                </a:lnTo>
                <a:lnTo>
                  <a:pt x="197" y="650"/>
                </a:lnTo>
                <a:lnTo>
                  <a:pt x="210" y="656"/>
                </a:lnTo>
                <a:lnTo>
                  <a:pt x="231" y="679"/>
                </a:lnTo>
                <a:lnTo>
                  <a:pt x="225" y="703"/>
                </a:lnTo>
                <a:lnTo>
                  <a:pt x="231" y="717"/>
                </a:lnTo>
                <a:lnTo>
                  <a:pt x="263" y="717"/>
                </a:lnTo>
                <a:lnTo>
                  <a:pt x="303" y="734"/>
                </a:lnTo>
                <a:lnTo>
                  <a:pt x="375" y="762"/>
                </a:lnTo>
                <a:lnTo>
                  <a:pt x="403" y="762"/>
                </a:lnTo>
                <a:lnTo>
                  <a:pt x="443" y="755"/>
                </a:lnTo>
                <a:lnTo>
                  <a:pt x="477" y="741"/>
                </a:lnTo>
                <a:lnTo>
                  <a:pt x="534" y="751"/>
                </a:lnTo>
                <a:lnTo>
                  <a:pt x="562" y="749"/>
                </a:lnTo>
                <a:lnTo>
                  <a:pt x="576" y="745"/>
                </a:lnTo>
                <a:lnTo>
                  <a:pt x="612" y="720"/>
                </a:lnTo>
                <a:lnTo>
                  <a:pt x="691" y="675"/>
                </a:lnTo>
                <a:lnTo>
                  <a:pt x="752" y="656"/>
                </a:lnTo>
                <a:lnTo>
                  <a:pt x="784" y="654"/>
                </a:lnTo>
                <a:lnTo>
                  <a:pt x="833" y="664"/>
                </a:lnTo>
                <a:lnTo>
                  <a:pt x="875" y="667"/>
                </a:lnTo>
                <a:lnTo>
                  <a:pt x="896" y="675"/>
                </a:lnTo>
                <a:lnTo>
                  <a:pt x="928" y="671"/>
                </a:lnTo>
                <a:lnTo>
                  <a:pt x="934" y="643"/>
                </a:lnTo>
                <a:lnTo>
                  <a:pt x="934" y="590"/>
                </a:lnTo>
                <a:lnTo>
                  <a:pt x="937" y="535"/>
                </a:lnTo>
                <a:lnTo>
                  <a:pt x="954" y="506"/>
                </a:lnTo>
                <a:lnTo>
                  <a:pt x="973" y="499"/>
                </a:lnTo>
                <a:lnTo>
                  <a:pt x="990" y="510"/>
                </a:lnTo>
                <a:lnTo>
                  <a:pt x="1007" y="499"/>
                </a:lnTo>
                <a:lnTo>
                  <a:pt x="1019" y="485"/>
                </a:lnTo>
                <a:lnTo>
                  <a:pt x="1015" y="470"/>
                </a:lnTo>
                <a:lnTo>
                  <a:pt x="1036" y="465"/>
                </a:lnTo>
                <a:lnTo>
                  <a:pt x="1040" y="446"/>
                </a:lnTo>
                <a:lnTo>
                  <a:pt x="1019" y="436"/>
                </a:lnTo>
                <a:lnTo>
                  <a:pt x="987" y="429"/>
                </a:lnTo>
                <a:lnTo>
                  <a:pt x="962" y="436"/>
                </a:lnTo>
                <a:lnTo>
                  <a:pt x="924" y="442"/>
                </a:lnTo>
                <a:lnTo>
                  <a:pt x="888" y="442"/>
                </a:lnTo>
                <a:lnTo>
                  <a:pt x="864" y="429"/>
                </a:lnTo>
                <a:lnTo>
                  <a:pt x="854" y="408"/>
                </a:lnTo>
                <a:lnTo>
                  <a:pt x="854" y="379"/>
                </a:lnTo>
                <a:lnTo>
                  <a:pt x="850" y="351"/>
                </a:lnTo>
                <a:lnTo>
                  <a:pt x="833" y="330"/>
                </a:lnTo>
                <a:lnTo>
                  <a:pt x="822" y="309"/>
                </a:lnTo>
                <a:lnTo>
                  <a:pt x="822" y="281"/>
                </a:lnTo>
                <a:lnTo>
                  <a:pt x="826" y="252"/>
                </a:lnTo>
                <a:lnTo>
                  <a:pt x="826" y="235"/>
                </a:lnTo>
                <a:lnTo>
                  <a:pt x="809" y="194"/>
                </a:lnTo>
                <a:lnTo>
                  <a:pt x="780" y="165"/>
                </a:lnTo>
                <a:lnTo>
                  <a:pt x="769" y="137"/>
                </a:lnTo>
                <a:lnTo>
                  <a:pt x="765" y="116"/>
                </a:lnTo>
                <a:lnTo>
                  <a:pt x="759" y="107"/>
                </a:lnTo>
                <a:lnTo>
                  <a:pt x="720" y="78"/>
                </a:lnTo>
                <a:lnTo>
                  <a:pt x="706" y="53"/>
                </a:lnTo>
                <a:lnTo>
                  <a:pt x="689" y="17"/>
                </a:lnTo>
                <a:lnTo>
                  <a:pt x="674" y="4"/>
                </a:lnTo>
                <a:lnTo>
                  <a:pt x="657" y="0"/>
                </a:lnTo>
                <a:lnTo>
                  <a:pt x="640" y="8"/>
                </a:lnTo>
                <a:lnTo>
                  <a:pt x="621" y="25"/>
                </a:lnTo>
                <a:lnTo>
                  <a:pt x="612" y="29"/>
                </a:lnTo>
                <a:lnTo>
                  <a:pt x="579" y="29"/>
                </a:lnTo>
                <a:lnTo>
                  <a:pt x="559" y="33"/>
                </a:lnTo>
                <a:lnTo>
                  <a:pt x="543" y="50"/>
                </a:lnTo>
                <a:lnTo>
                  <a:pt x="517" y="59"/>
                </a:lnTo>
                <a:lnTo>
                  <a:pt x="488" y="57"/>
                </a:lnTo>
                <a:lnTo>
                  <a:pt x="473" y="42"/>
                </a:lnTo>
                <a:lnTo>
                  <a:pt x="443" y="25"/>
                </a:lnTo>
                <a:lnTo>
                  <a:pt x="418" y="33"/>
                </a:lnTo>
                <a:lnTo>
                  <a:pt x="386" y="46"/>
                </a:lnTo>
                <a:lnTo>
                  <a:pt x="361" y="50"/>
                </a:lnTo>
                <a:lnTo>
                  <a:pt x="341" y="42"/>
                </a:lnTo>
                <a:lnTo>
                  <a:pt x="316" y="29"/>
                </a:lnTo>
                <a:lnTo>
                  <a:pt x="284" y="38"/>
                </a:lnTo>
                <a:lnTo>
                  <a:pt x="263" y="50"/>
                </a:lnTo>
                <a:lnTo>
                  <a:pt x="255" y="53"/>
                </a:lnTo>
                <a:lnTo>
                  <a:pt x="250" y="57"/>
                </a:lnTo>
                <a:lnTo>
                  <a:pt x="242" y="59"/>
                </a:lnTo>
                <a:lnTo>
                  <a:pt x="250" y="67"/>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32" name="Freeform 23">
            <a:extLst>
              <a:ext uri="{FF2B5EF4-FFF2-40B4-BE49-F238E27FC236}">
                <a16:creationId xmlns:a16="http://schemas.microsoft.com/office/drawing/2014/main" id="{3AEFE2D9-50AE-48B4-9C08-5E69723DA64A}"/>
              </a:ext>
            </a:extLst>
          </p:cNvPr>
          <p:cNvSpPr>
            <a:spLocks/>
          </p:cNvSpPr>
          <p:nvPr/>
        </p:nvSpPr>
        <p:spPr bwMode="auto">
          <a:xfrm>
            <a:off x="2224599" y="2179128"/>
            <a:ext cx="534036" cy="509101"/>
          </a:xfrm>
          <a:custGeom>
            <a:avLst/>
            <a:gdLst/>
            <a:ahLst/>
            <a:cxnLst>
              <a:cxn ang="0">
                <a:pos x="0" y="62"/>
              </a:cxn>
              <a:cxn ang="0">
                <a:pos x="9" y="49"/>
              </a:cxn>
              <a:cxn ang="0">
                <a:pos x="5" y="32"/>
              </a:cxn>
              <a:cxn ang="0">
                <a:pos x="66" y="0"/>
              </a:cxn>
              <a:cxn ang="0">
                <a:pos x="72" y="11"/>
              </a:cxn>
              <a:cxn ang="0">
                <a:pos x="115" y="3"/>
              </a:cxn>
              <a:cxn ang="0">
                <a:pos x="149" y="5"/>
              </a:cxn>
              <a:cxn ang="0">
                <a:pos x="136" y="22"/>
              </a:cxn>
              <a:cxn ang="0">
                <a:pos x="144" y="45"/>
              </a:cxn>
              <a:cxn ang="0">
                <a:pos x="172" y="55"/>
              </a:cxn>
              <a:cxn ang="0">
                <a:pos x="201" y="53"/>
              </a:cxn>
              <a:cxn ang="0">
                <a:pos x="223" y="36"/>
              </a:cxn>
              <a:cxn ang="0">
                <a:pos x="261" y="32"/>
              </a:cxn>
              <a:cxn ang="0">
                <a:pos x="273" y="47"/>
              </a:cxn>
              <a:cxn ang="0">
                <a:pos x="295" y="60"/>
              </a:cxn>
              <a:cxn ang="0">
                <a:pos x="328" y="62"/>
              </a:cxn>
              <a:cxn ang="0">
                <a:pos x="322" y="89"/>
              </a:cxn>
              <a:cxn ang="0">
                <a:pos x="324" y="142"/>
              </a:cxn>
              <a:cxn ang="0">
                <a:pos x="329" y="174"/>
              </a:cxn>
              <a:cxn ang="0">
                <a:pos x="365" y="170"/>
              </a:cxn>
              <a:cxn ang="0">
                <a:pos x="377" y="193"/>
              </a:cxn>
              <a:cxn ang="0">
                <a:pos x="379" y="212"/>
              </a:cxn>
              <a:cxn ang="0">
                <a:pos x="398" y="238"/>
              </a:cxn>
              <a:cxn ang="0">
                <a:pos x="375" y="257"/>
              </a:cxn>
              <a:cxn ang="0">
                <a:pos x="354" y="273"/>
              </a:cxn>
              <a:cxn ang="0">
                <a:pos x="331" y="273"/>
              </a:cxn>
              <a:cxn ang="0">
                <a:pos x="305" y="280"/>
              </a:cxn>
              <a:cxn ang="0">
                <a:pos x="305" y="309"/>
              </a:cxn>
              <a:cxn ang="0">
                <a:pos x="293" y="327"/>
              </a:cxn>
              <a:cxn ang="0">
                <a:pos x="265" y="350"/>
              </a:cxn>
              <a:cxn ang="0">
                <a:pos x="218" y="314"/>
              </a:cxn>
              <a:cxn ang="0">
                <a:pos x="204" y="282"/>
              </a:cxn>
              <a:cxn ang="0">
                <a:pos x="161" y="273"/>
              </a:cxn>
              <a:cxn ang="0">
                <a:pos x="146" y="231"/>
              </a:cxn>
              <a:cxn ang="0">
                <a:pos x="115" y="206"/>
              </a:cxn>
              <a:cxn ang="0">
                <a:pos x="104" y="176"/>
              </a:cxn>
              <a:cxn ang="0">
                <a:pos x="79" y="146"/>
              </a:cxn>
              <a:cxn ang="0">
                <a:pos x="62" y="115"/>
              </a:cxn>
              <a:cxn ang="0">
                <a:pos x="30" y="93"/>
              </a:cxn>
              <a:cxn ang="0">
                <a:pos x="0" y="62"/>
              </a:cxn>
            </a:cxnLst>
            <a:rect l="0" t="0" r="r" b="b"/>
            <a:pathLst>
              <a:path w="398" h="350">
                <a:moveTo>
                  <a:pt x="0" y="62"/>
                </a:moveTo>
                <a:lnTo>
                  <a:pt x="9" y="49"/>
                </a:lnTo>
                <a:lnTo>
                  <a:pt x="5" y="32"/>
                </a:lnTo>
                <a:lnTo>
                  <a:pt x="66" y="0"/>
                </a:lnTo>
                <a:lnTo>
                  <a:pt x="72" y="11"/>
                </a:lnTo>
                <a:lnTo>
                  <a:pt x="115" y="3"/>
                </a:lnTo>
                <a:lnTo>
                  <a:pt x="149" y="5"/>
                </a:lnTo>
                <a:lnTo>
                  <a:pt x="136" y="22"/>
                </a:lnTo>
                <a:lnTo>
                  <a:pt x="144" y="45"/>
                </a:lnTo>
                <a:lnTo>
                  <a:pt x="172" y="55"/>
                </a:lnTo>
                <a:lnTo>
                  <a:pt x="201" y="53"/>
                </a:lnTo>
                <a:lnTo>
                  <a:pt x="223" y="36"/>
                </a:lnTo>
                <a:lnTo>
                  <a:pt x="261" y="32"/>
                </a:lnTo>
                <a:lnTo>
                  <a:pt x="273" y="47"/>
                </a:lnTo>
                <a:lnTo>
                  <a:pt x="295" y="60"/>
                </a:lnTo>
                <a:lnTo>
                  <a:pt x="328" y="62"/>
                </a:lnTo>
                <a:lnTo>
                  <a:pt x="322" y="89"/>
                </a:lnTo>
                <a:lnTo>
                  <a:pt x="324" y="142"/>
                </a:lnTo>
                <a:lnTo>
                  <a:pt x="329" y="174"/>
                </a:lnTo>
                <a:lnTo>
                  <a:pt x="365" y="170"/>
                </a:lnTo>
                <a:lnTo>
                  <a:pt x="377" y="193"/>
                </a:lnTo>
                <a:lnTo>
                  <a:pt x="379" y="212"/>
                </a:lnTo>
                <a:lnTo>
                  <a:pt x="398" y="238"/>
                </a:lnTo>
                <a:lnTo>
                  <a:pt x="375" y="257"/>
                </a:lnTo>
                <a:lnTo>
                  <a:pt x="354" y="273"/>
                </a:lnTo>
                <a:lnTo>
                  <a:pt x="331" y="273"/>
                </a:lnTo>
                <a:lnTo>
                  <a:pt x="305" y="280"/>
                </a:lnTo>
                <a:lnTo>
                  <a:pt x="305" y="309"/>
                </a:lnTo>
                <a:lnTo>
                  <a:pt x="293" y="327"/>
                </a:lnTo>
                <a:lnTo>
                  <a:pt x="265" y="350"/>
                </a:lnTo>
                <a:lnTo>
                  <a:pt x="218" y="314"/>
                </a:lnTo>
                <a:lnTo>
                  <a:pt x="204" y="282"/>
                </a:lnTo>
                <a:lnTo>
                  <a:pt x="161" y="273"/>
                </a:lnTo>
                <a:lnTo>
                  <a:pt x="146" y="231"/>
                </a:lnTo>
                <a:lnTo>
                  <a:pt x="115" y="206"/>
                </a:lnTo>
                <a:lnTo>
                  <a:pt x="104" y="176"/>
                </a:lnTo>
                <a:lnTo>
                  <a:pt x="79" y="146"/>
                </a:lnTo>
                <a:lnTo>
                  <a:pt x="62" y="115"/>
                </a:lnTo>
                <a:lnTo>
                  <a:pt x="30" y="93"/>
                </a:lnTo>
                <a:lnTo>
                  <a:pt x="0" y="62"/>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33" name="Freeform 24">
            <a:extLst>
              <a:ext uri="{FF2B5EF4-FFF2-40B4-BE49-F238E27FC236}">
                <a16:creationId xmlns:a16="http://schemas.microsoft.com/office/drawing/2014/main" id="{148032CF-48EF-427A-BFD6-315DD1798A57}"/>
              </a:ext>
            </a:extLst>
          </p:cNvPr>
          <p:cNvSpPr>
            <a:spLocks/>
          </p:cNvSpPr>
          <p:nvPr/>
        </p:nvSpPr>
        <p:spPr bwMode="auto">
          <a:xfrm>
            <a:off x="2586883" y="2575417"/>
            <a:ext cx="144915" cy="193807"/>
          </a:xfrm>
          <a:custGeom>
            <a:avLst/>
            <a:gdLst/>
            <a:ahLst/>
            <a:cxnLst>
              <a:cxn ang="0">
                <a:pos x="77" y="134"/>
              </a:cxn>
              <a:cxn ang="0">
                <a:pos x="83" y="90"/>
              </a:cxn>
              <a:cxn ang="0">
                <a:pos x="108" y="73"/>
              </a:cxn>
              <a:cxn ang="0">
                <a:pos x="108" y="53"/>
              </a:cxn>
              <a:cxn ang="0">
                <a:pos x="94" y="37"/>
              </a:cxn>
              <a:cxn ang="0">
                <a:pos x="81" y="17"/>
              </a:cxn>
              <a:cxn ang="0">
                <a:pos x="74" y="0"/>
              </a:cxn>
              <a:cxn ang="0">
                <a:pos x="49" y="0"/>
              </a:cxn>
              <a:cxn ang="0">
                <a:pos x="32" y="7"/>
              </a:cxn>
              <a:cxn ang="0">
                <a:pos x="32" y="36"/>
              </a:cxn>
              <a:cxn ang="0">
                <a:pos x="17" y="60"/>
              </a:cxn>
              <a:cxn ang="0">
                <a:pos x="0" y="68"/>
              </a:cxn>
              <a:cxn ang="0">
                <a:pos x="7" y="89"/>
              </a:cxn>
              <a:cxn ang="0">
                <a:pos x="30" y="94"/>
              </a:cxn>
              <a:cxn ang="0">
                <a:pos x="53" y="100"/>
              </a:cxn>
              <a:cxn ang="0">
                <a:pos x="66" y="113"/>
              </a:cxn>
              <a:cxn ang="0">
                <a:pos x="77" y="134"/>
              </a:cxn>
            </a:cxnLst>
            <a:rect l="0" t="0" r="r" b="b"/>
            <a:pathLst>
              <a:path w="108" h="134">
                <a:moveTo>
                  <a:pt x="77" y="134"/>
                </a:moveTo>
                <a:lnTo>
                  <a:pt x="83" y="90"/>
                </a:lnTo>
                <a:lnTo>
                  <a:pt x="108" y="73"/>
                </a:lnTo>
                <a:lnTo>
                  <a:pt x="108" y="53"/>
                </a:lnTo>
                <a:lnTo>
                  <a:pt x="94" y="37"/>
                </a:lnTo>
                <a:lnTo>
                  <a:pt x="81" y="17"/>
                </a:lnTo>
                <a:lnTo>
                  <a:pt x="74" y="0"/>
                </a:lnTo>
                <a:lnTo>
                  <a:pt x="49" y="0"/>
                </a:lnTo>
                <a:lnTo>
                  <a:pt x="32" y="7"/>
                </a:lnTo>
                <a:lnTo>
                  <a:pt x="32" y="36"/>
                </a:lnTo>
                <a:lnTo>
                  <a:pt x="17" y="60"/>
                </a:lnTo>
                <a:lnTo>
                  <a:pt x="0" y="68"/>
                </a:lnTo>
                <a:lnTo>
                  <a:pt x="7" y="89"/>
                </a:lnTo>
                <a:lnTo>
                  <a:pt x="30" y="94"/>
                </a:lnTo>
                <a:lnTo>
                  <a:pt x="53" y="100"/>
                </a:lnTo>
                <a:lnTo>
                  <a:pt x="66" y="113"/>
                </a:lnTo>
                <a:lnTo>
                  <a:pt x="77" y="134"/>
                </a:lnTo>
                <a:close/>
              </a:path>
            </a:pathLst>
          </a:custGeom>
          <a:solidFill>
            <a:srgbClr val="3829FF"/>
          </a:solidFill>
          <a:ln w="6350">
            <a:solidFill>
              <a:schemeClr val="bg1"/>
            </a:solidFill>
            <a:prstDash val="solid"/>
            <a:round/>
            <a:headEnd/>
            <a:tailEnd/>
          </a:ln>
        </p:spPr>
        <p:txBody>
          <a:bodyPr/>
          <a:lstStyle/>
          <a:p>
            <a:endParaRPr lang="tr-TR" sz="1904" dirty="0">
              <a:latin typeface="Myriad Pro"/>
            </a:endParaRPr>
          </a:p>
        </p:txBody>
      </p:sp>
      <p:sp>
        <p:nvSpPr>
          <p:cNvPr id="34" name="Freeform 25">
            <a:extLst>
              <a:ext uri="{FF2B5EF4-FFF2-40B4-BE49-F238E27FC236}">
                <a16:creationId xmlns:a16="http://schemas.microsoft.com/office/drawing/2014/main" id="{DD5105DA-B073-45E1-89F9-2CE56F51F006}"/>
              </a:ext>
            </a:extLst>
          </p:cNvPr>
          <p:cNvSpPr>
            <a:spLocks/>
          </p:cNvSpPr>
          <p:nvPr/>
        </p:nvSpPr>
        <p:spPr bwMode="auto">
          <a:xfrm>
            <a:off x="2409766" y="1808873"/>
            <a:ext cx="544771" cy="624805"/>
          </a:xfrm>
          <a:custGeom>
            <a:avLst/>
            <a:gdLst/>
            <a:ahLst/>
            <a:cxnLst>
              <a:cxn ang="0">
                <a:pos x="169" y="11"/>
              </a:cxn>
              <a:cxn ang="0">
                <a:pos x="127" y="62"/>
              </a:cxn>
              <a:cxn ang="0">
                <a:pos x="127" y="78"/>
              </a:cxn>
              <a:cxn ang="0">
                <a:pos x="102" y="102"/>
              </a:cxn>
              <a:cxn ang="0">
                <a:pos x="106" y="108"/>
              </a:cxn>
              <a:cxn ang="0">
                <a:pos x="99" y="125"/>
              </a:cxn>
              <a:cxn ang="0">
                <a:pos x="74" y="150"/>
              </a:cxn>
              <a:cxn ang="0">
                <a:pos x="49" y="178"/>
              </a:cxn>
              <a:cxn ang="0">
                <a:pos x="40" y="193"/>
              </a:cxn>
              <a:cxn ang="0">
                <a:pos x="49" y="206"/>
              </a:cxn>
              <a:cxn ang="0">
                <a:pos x="42" y="227"/>
              </a:cxn>
              <a:cxn ang="0">
                <a:pos x="29" y="244"/>
              </a:cxn>
              <a:cxn ang="0">
                <a:pos x="17" y="252"/>
              </a:cxn>
              <a:cxn ang="0">
                <a:pos x="0" y="273"/>
              </a:cxn>
              <a:cxn ang="0">
                <a:pos x="2" y="294"/>
              </a:cxn>
              <a:cxn ang="0">
                <a:pos x="21" y="305"/>
              </a:cxn>
              <a:cxn ang="0">
                <a:pos x="66" y="305"/>
              </a:cxn>
              <a:cxn ang="0">
                <a:pos x="93" y="290"/>
              </a:cxn>
              <a:cxn ang="0">
                <a:pos x="119" y="286"/>
              </a:cxn>
              <a:cxn ang="0">
                <a:pos x="140" y="305"/>
              </a:cxn>
              <a:cxn ang="0">
                <a:pos x="161" y="314"/>
              </a:cxn>
              <a:cxn ang="0">
                <a:pos x="190" y="318"/>
              </a:cxn>
              <a:cxn ang="0">
                <a:pos x="182" y="350"/>
              </a:cxn>
              <a:cxn ang="0">
                <a:pos x="191" y="430"/>
              </a:cxn>
              <a:cxn ang="0">
                <a:pos x="216" y="428"/>
              </a:cxn>
              <a:cxn ang="0">
                <a:pos x="231" y="426"/>
              </a:cxn>
              <a:cxn ang="0">
                <a:pos x="237" y="403"/>
              </a:cxn>
              <a:cxn ang="0">
                <a:pos x="241" y="356"/>
              </a:cxn>
              <a:cxn ang="0">
                <a:pos x="260" y="331"/>
              </a:cxn>
              <a:cxn ang="0">
                <a:pos x="260" y="290"/>
              </a:cxn>
              <a:cxn ang="0">
                <a:pos x="275" y="265"/>
              </a:cxn>
              <a:cxn ang="0">
                <a:pos x="305" y="252"/>
              </a:cxn>
              <a:cxn ang="0">
                <a:pos x="364" y="186"/>
              </a:cxn>
              <a:cxn ang="0">
                <a:pos x="371" y="157"/>
              </a:cxn>
              <a:cxn ang="0">
                <a:pos x="362" y="112"/>
              </a:cxn>
              <a:cxn ang="0">
                <a:pos x="400" y="81"/>
              </a:cxn>
              <a:cxn ang="0">
                <a:pos x="406" y="30"/>
              </a:cxn>
              <a:cxn ang="0">
                <a:pos x="379" y="7"/>
              </a:cxn>
              <a:cxn ang="0">
                <a:pos x="362" y="4"/>
              </a:cxn>
              <a:cxn ang="0">
                <a:pos x="330" y="0"/>
              </a:cxn>
              <a:cxn ang="0">
                <a:pos x="260" y="0"/>
              </a:cxn>
              <a:cxn ang="0">
                <a:pos x="239" y="17"/>
              </a:cxn>
              <a:cxn ang="0">
                <a:pos x="222" y="38"/>
              </a:cxn>
              <a:cxn ang="0">
                <a:pos x="226" y="57"/>
              </a:cxn>
              <a:cxn ang="0">
                <a:pos x="250" y="74"/>
              </a:cxn>
              <a:cxn ang="0">
                <a:pos x="267" y="95"/>
              </a:cxn>
              <a:cxn ang="0">
                <a:pos x="267" y="123"/>
              </a:cxn>
              <a:cxn ang="0">
                <a:pos x="239" y="144"/>
              </a:cxn>
              <a:cxn ang="0">
                <a:pos x="210" y="150"/>
              </a:cxn>
              <a:cxn ang="0">
                <a:pos x="190" y="153"/>
              </a:cxn>
              <a:cxn ang="0">
                <a:pos x="180" y="136"/>
              </a:cxn>
              <a:cxn ang="0">
                <a:pos x="173" y="112"/>
              </a:cxn>
              <a:cxn ang="0">
                <a:pos x="186" y="91"/>
              </a:cxn>
              <a:cxn ang="0">
                <a:pos x="182" y="66"/>
              </a:cxn>
              <a:cxn ang="0">
                <a:pos x="180" y="42"/>
              </a:cxn>
              <a:cxn ang="0">
                <a:pos x="169" y="11"/>
              </a:cxn>
            </a:cxnLst>
            <a:rect l="0" t="0" r="r" b="b"/>
            <a:pathLst>
              <a:path w="406" h="430">
                <a:moveTo>
                  <a:pt x="169" y="11"/>
                </a:moveTo>
                <a:lnTo>
                  <a:pt x="127" y="62"/>
                </a:lnTo>
                <a:lnTo>
                  <a:pt x="127" y="78"/>
                </a:lnTo>
                <a:lnTo>
                  <a:pt x="102" y="102"/>
                </a:lnTo>
                <a:lnTo>
                  <a:pt x="106" y="108"/>
                </a:lnTo>
                <a:lnTo>
                  <a:pt x="99" y="125"/>
                </a:lnTo>
                <a:lnTo>
                  <a:pt x="74" y="150"/>
                </a:lnTo>
                <a:lnTo>
                  <a:pt x="49" y="178"/>
                </a:lnTo>
                <a:lnTo>
                  <a:pt x="40" y="193"/>
                </a:lnTo>
                <a:lnTo>
                  <a:pt x="49" y="206"/>
                </a:lnTo>
                <a:lnTo>
                  <a:pt x="42" y="227"/>
                </a:lnTo>
                <a:lnTo>
                  <a:pt x="29" y="244"/>
                </a:lnTo>
                <a:lnTo>
                  <a:pt x="17" y="252"/>
                </a:lnTo>
                <a:lnTo>
                  <a:pt x="0" y="273"/>
                </a:lnTo>
                <a:lnTo>
                  <a:pt x="2" y="294"/>
                </a:lnTo>
                <a:lnTo>
                  <a:pt x="21" y="305"/>
                </a:lnTo>
                <a:lnTo>
                  <a:pt x="66" y="305"/>
                </a:lnTo>
                <a:lnTo>
                  <a:pt x="93" y="290"/>
                </a:lnTo>
                <a:lnTo>
                  <a:pt x="119" y="286"/>
                </a:lnTo>
                <a:lnTo>
                  <a:pt x="140" y="305"/>
                </a:lnTo>
                <a:lnTo>
                  <a:pt x="161" y="314"/>
                </a:lnTo>
                <a:lnTo>
                  <a:pt x="190" y="318"/>
                </a:lnTo>
                <a:lnTo>
                  <a:pt x="182" y="350"/>
                </a:lnTo>
                <a:lnTo>
                  <a:pt x="191" y="430"/>
                </a:lnTo>
                <a:lnTo>
                  <a:pt x="216" y="428"/>
                </a:lnTo>
                <a:lnTo>
                  <a:pt x="231" y="426"/>
                </a:lnTo>
                <a:lnTo>
                  <a:pt x="237" y="403"/>
                </a:lnTo>
                <a:lnTo>
                  <a:pt x="241" y="356"/>
                </a:lnTo>
                <a:lnTo>
                  <a:pt x="260" y="331"/>
                </a:lnTo>
                <a:lnTo>
                  <a:pt x="260" y="290"/>
                </a:lnTo>
                <a:lnTo>
                  <a:pt x="275" y="265"/>
                </a:lnTo>
                <a:lnTo>
                  <a:pt x="305" y="252"/>
                </a:lnTo>
                <a:lnTo>
                  <a:pt x="364" y="186"/>
                </a:lnTo>
                <a:lnTo>
                  <a:pt x="371" y="157"/>
                </a:lnTo>
                <a:lnTo>
                  <a:pt x="362" y="112"/>
                </a:lnTo>
                <a:lnTo>
                  <a:pt x="400" y="81"/>
                </a:lnTo>
                <a:lnTo>
                  <a:pt x="406" y="30"/>
                </a:lnTo>
                <a:lnTo>
                  <a:pt x="379" y="7"/>
                </a:lnTo>
                <a:lnTo>
                  <a:pt x="362" y="4"/>
                </a:lnTo>
                <a:lnTo>
                  <a:pt x="330" y="0"/>
                </a:lnTo>
                <a:lnTo>
                  <a:pt x="260" y="0"/>
                </a:lnTo>
                <a:lnTo>
                  <a:pt x="239" y="17"/>
                </a:lnTo>
                <a:lnTo>
                  <a:pt x="222" y="38"/>
                </a:lnTo>
                <a:lnTo>
                  <a:pt x="226" y="57"/>
                </a:lnTo>
                <a:lnTo>
                  <a:pt x="250" y="74"/>
                </a:lnTo>
                <a:lnTo>
                  <a:pt x="267" y="95"/>
                </a:lnTo>
                <a:lnTo>
                  <a:pt x="267" y="123"/>
                </a:lnTo>
                <a:lnTo>
                  <a:pt x="239" y="144"/>
                </a:lnTo>
                <a:lnTo>
                  <a:pt x="210" y="150"/>
                </a:lnTo>
                <a:lnTo>
                  <a:pt x="190" y="153"/>
                </a:lnTo>
                <a:lnTo>
                  <a:pt x="180" y="136"/>
                </a:lnTo>
                <a:lnTo>
                  <a:pt x="173" y="112"/>
                </a:lnTo>
                <a:lnTo>
                  <a:pt x="186" y="91"/>
                </a:lnTo>
                <a:lnTo>
                  <a:pt x="182" y="66"/>
                </a:lnTo>
                <a:lnTo>
                  <a:pt x="180" y="42"/>
                </a:lnTo>
                <a:lnTo>
                  <a:pt x="169" y="11"/>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35" name="Freeform 61">
            <a:extLst>
              <a:ext uri="{FF2B5EF4-FFF2-40B4-BE49-F238E27FC236}">
                <a16:creationId xmlns:a16="http://schemas.microsoft.com/office/drawing/2014/main" id="{5A34636C-2209-47EB-9D58-BEDE98AD74F2}"/>
              </a:ext>
            </a:extLst>
          </p:cNvPr>
          <p:cNvSpPr>
            <a:spLocks/>
          </p:cNvSpPr>
          <p:nvPr/>
        </p:nvSpPr>
        <p:spPr bwMode="auto">
          <a:xfrm>
            <a:off x="3636170" y="3677503"/>
            <a:ext cx="920473" cy="974812"/>
          </a:xfrm>
          <a:custGeom>
            <a:avLst/>
            <a:gdLst/>
            <a:ahLst/>
            <a:cxnLst>
              <a:cxn ang="0">
                <a:pos x="14" y="194"/>
              </a:cxn>
              <a:cxn ang="0">
                <a:pos x="42" y="247"/>
              </a:cxn>
              <a:cxn ang="0">
                <a:pos x="78" y="239"/>
              </a:cxn>
              <a:cxn ang="0">
                <a:pos x="106" y="186"/>
              </a:cxn>
              <a:cxn ang="0">
                <a:pos x="156" y="211"/>
              </a:cxn>
              <a:cxn ang="0">
                <a:pos x="169" y="256"/>
              </a:cxn>
              <a:cxn ang="0">
                <a:pos x="193" y="317"/>
              </a:cxn>
              <a:cxn ang="0">
                <a:pos x="218" y="358"/>
              </a:cxn>
              <a:cxn ang="0">
                <a:pos x="201" y="377"/>
              </a:cxn>
              <a:cxn ang="0">
                <a:pos x="305" y="493"/>
              </a:cxn>
              <a:cxn ang="0">
                <a:pos x="355" y="499"/>
              </a:cxn>
              <a:cxn ang="0">
                <a:pos x="432" y="552"/>
              </a:cxn>
              <a:cxn ang="0">
                <a:pos x="453" y="593"/>
              </a:cxn>
              <a:cxn ang="0">
                <a:pos x="474" y="591"/>
              </a:cxn>
              <a:cxn ang="0">
                <a:pos x="519" y="616"/>
              </a:cxn>
              <a:cxn ang="0">
                <a:pos x="550" y="614"/>
              </a:cxn>
              <a:cxn ang="0">
                <a:pos x="548" y="571"/>
              </a:cxn>
              <a:cxn ang="0">
                <a:pos x="514" y="521"/>
              </a:cxn>
              <a:cxn ang="0">
                <a:pos x="432" y="440"/>
              </a:cxn>
              <a:cxn ang="0">
                <a:pos x="404" y="432"/>
              </a:cxn>
              <a:cxn ang="0">
                <a:pos x="375" y="411"/>
              </a:cxn>
              <a:cxn ang="0">
                <a:pos x="355" y="374"/>
              </a:cxn>
              <a:cxn ang="0">
                <a:pos x="320" y="313"/>
              </a:cxn>
              <a:cxn ang="0">
                <a:pos x="260" y="239"/>
              </a:cxn>
              <a:cxn ang="0">
                <a:pos x="292" y="226"/>
              </a:cxn>
              <a:cxn ang="0">
                <a:pos x="421" y="194"/>
              </a:cxn>
              <a:cxn ang="0">
                <a:pos x="481" y="231"/>
              </a:cxn>
              <a:cxn ang="0">
                <a:pos x="506" y="231"/>
              </a:cxn>
              <a:cxn ang="0">
                <a:pos x="559" y="235"/>
              </a:cxn>
              <a:cxn ang="0">
                <a:pos x="629" y="231"/>
              </a:cxn>
              <a:cxn ang="0">
                <a:pos x="675" y="256"/>
              </a:cxn>
              <a:cxn ang="0">
                <a:pos x="688" y="211"/>
              </a:cxn>
              <a:cxn ang="0">
                <a:pos x="652" y="173"/>
              </a:cxn>
              <a:cxn ang="0">
                <a:pos x="650" y="131"/>
              </a:cxn>
              <a:cxn ang="0">
                <a:pos x="622" y="103"/>
              </a:cxn>
              <a:cxn ang="0">
                <a:pos x="591" y="110"/>
              </a:cxn>
              <a:cxn ang="0">
                <a:pos x="555" y="123"/>
              </a:cxn>
              <a:cxn ang="0">
                <a:pos x="502" y="82"/>
              </a:cxn>
              <a:cxn ang="0">
                <a:pos x="457" y="63"/>
              </a:cxn>
              <a:cxn ang="0">
                <a:pos x="375" y="0"/>
              </a:cxn>
              <a:cxn ang="0">
                <a:pos x="298" y="46"/>
              </a:cxn>
              <a:cxn ang="0">
                <a:pos x="275" y="86"/>
              </a:cxn>
              <a:cxn ang="0">
                <a:pos x="152" y="152"/>
              </a:cxn>
              <a:cxn ang="0">
                <a:pos x="78" y="152"/>
              </a:cxn>
              <a:cxn ang="0">
                <a:pos x="0" y="152"/>
              </a:cxn>
            </a:cxnLst>
            <a:rect l="0" t="0" r="r" b="b"/>
            <a:pathLst>
              <a:path w="688" h="675">
                <a:moveTo>
                  <a:pt x="0" y="152"/>
                </a:moveTo>
                <a:lnTo>
                  <a:pt x="14" y="194"/>
                </a:lnTo>
                <a:lnTo>
                  <a:pt x="29" y="226"/>
                </a:lnTo>
                <a:lnTo>
                  <a:pt x="42" y="247"/>
                </a:lnTo>
                <a:lnTo>
                  <a:pt x="59" y="250"/>
                </a:lnTo>
                <a:lnTo>
                  <a:pt x="78" y="239"/>
                </a:lnTo>
                <a:lnTo>
                  <a:pt x="87" y="218"/>
                </a:lnTo>
                <a:lnTo>
                  <a:pt x="106" y="186"/>
                </a:lnTo>
                <a:lnTo>
                  <a:pt x="131" y="205"/>
                </a:lnTo>
                <a:lnTo>
                  <a:pt x="156" y="211"/>
                </a:lnTo>
                <a:lnTo>
                  <a:pt x="173" y="222"/>
                </a:lnTo>
                <a:lnTo>
                  <a:pt x="169" y="256"/>
                </a:lnTo>
                <a:lnTo>
                  <a:pt x="169" y="279"/>
                </a:lnTo>
                <a:lnTo>
                  <a:pt x="193" y="317"/>
                </a:lnTo>
                <a:lnTo>
                  <a:pt x="222" y="349"/>
                </a:lnTo>
                <a:lnTo>
                  <a:pt x="218" y="358"/>
                </a:lnTo>
                <a:lnTo>
                  <a:pt x="186" y="358"/>
                </a:lnTo>
                <a:lnTo>
                  <a:pt x="201" y="377"/>
                </a:lnTo>
                <a:lnTo>
                  <a:pt x="296" y="485"/>
                </a:lnTo>
                <a:lnTo>
                  <a:pt x="305" y="493"/>
                </a:lnTo>
                <a:lnTo>
                  <a:pt x="334" y="493"/>
                </a:lnTo>
                <a:lnTo>
                  <a:pt x="355" y="499"/>
                </a:lnTo>
                <a:lnTo>
                  <a:pt x="396" y="518"/>
                </a:lnTo>
                <a:lnTo>
                  <a:pt x="432" y="552"/>
                </a:lnTo>
                <a:lnTo>
                  <a:pt x="440" y="567"/>
                </a:lnTo>
                <a:lnTo>
                  <a:pt x="453" y="593"/>
                </a:lnTo>
                <a:lnTo>
                  <a:pt x="464" y="591"/>
                </a:lnTo>
                <a:lnTo>
                  <a:pt x="474" y="591"/>
                </a:lnTo>
                <a:lnTo>
                  <a:pt x="502" y="603"/>
                </a:lnTo>
                <a:lnTo>
                  <a:pt x="519" y="616"/>
                </a:lnTo>
                <a:lnTo>
                  <a:pt x="572" y="675"/>
                </a:lnTo>
                <a:lnTo>
                  <a:pt x="550" y="614"/>
                </a:lnTo>
                <a:lnTo>
                  <a:pt x="536" y="591"/>
                </a:lnTo>
                <a:lnTo>
                  <a:pt x="548" y="571"/>
                </a:lnTo>
                <a:lnTo>
                  <a:pt x="540" y="552"/>
                </a:lnTo>
                <a:lnTo>
                  <a:pt x="514" y="521"/>
                </a:lnTo>
                <a:lnTo>
                  <a:pt x="464" y="464"/>
                </a:lnTo>
                <a:lnTo>
                  <a:pt x="432" y="440"/>
                </a:lnTo>
                <a:lnTo>
                  <a:pt x="421" y="428"/>
                </a:lnTo>
                <a:lnTo>
                  <a:pt x="404" y="432"/>
                </a:lnTo>
                <a:lnTo>
                  <a:pt x="379" y="411"/>
                </a:lnTo>
                <a:lnTo>
                  <a:pt x="375" y="411"/>
                </a:lnTo>
                <a:lnTo>
                  <a:pt x="362" y="398"/>
                </a:lnTo>
                <a:lnTo>
                  <a:pt x="355" y="374"/>
                </a:lnTo>
                <a:lnTo>
                  <a:pt x="347" y="349"/>
                </a:lnTo>
                <a:lnTo>
                  <a:pt x="320" y="313"/>
                </a:lnTo>
                <a:lnTo>
                  <a:pt x="264" y="254"/>
                </a:lnTo>
                <a:lnTo>
                  <a:pt x="260" y="239"/>
                </a:lnTo>
                <a:lnTo>
                  <a:pt x="264" y="231"/>
                </a:lnTo>
                <a:lnTo>
                  <a:pt x="292" y="226"/>
                </a:lnTo>
                <a:lnTo>
                  <a:pt x="370" y="250"/>
                </a:lnTo>
                <a:lnTo>
                  <a:pt x="421" y="194"/>
                </a:lnTo>
                <a:lnTo>
                  <a:pt x="464" y="230"/>
                </a:lnTo>
                <a:lnTo>
                  <a:pt x="481" y="231"/>
                </a:lnTo>
                <a:lnTo>
                  <a:pt x="491" y="247"/>
                </a:lnTo>
                <a:lnTo>
                  <a:pt x="506" y="231"/>
                </a:lnTo>
                <a:lnTo>
                  <a:pt x="534" y="231"/>
                </a:lnTo>
                <a:lnTo>
                  <a:pt x="559" y="235"/>
                </a:lnTo>
                <a:lnTo>
                  <a:pt x="593" y="218"/>
                </a:lnTo>
                <a:lnTo>
                  <a:pt x="629" y="231"/>
                </a:lnTo>
                <a:lnTo>
                  <a:pt x="650" y="250"/>
                </a:lnTo>
                <a:lnTo>
                  <a:pt x="675" y="256"/>
                </a:lnTo>
                <a:lnTo>
                  <a:pt x="677" y="239"/>
                </a:lnTo>
                <a:lnTo>
                  <a:pt x="688" y="211"/>
                </a:lnTo>
                <a:lnTo>
                  <a:pt x="675" y="197"/>
                </a:lnTo>
                <a:lnTo>
                  <a:pt x="652" y="173"/>
                </a:lnTo>
                <a:lnTo>
                  <a:pt x="650" y="148"/>
                </a:lnTo>
                <a:lnTo>
                  <a:pt x="650" y="131"/>
                </a:lnTo>
                <a:lnTo>
                  <a:pt x="652" y="110"/>
                </a:lnTo>
                <a:lnTo>
                  <a:pt x="622" y="103"/>
                </a:lnTo>
                <a:lnTo>
                  <a:pt x="606" y="99"/>
                </a:lnTo>
                <a:lnTo>
                  <a:pt x="591" y="110"/>
                </a:lnTo>
                <a:lnTo>
                  <a:pt x="572" y="123"/>
                </a:lnTo>
                <a:lnTo>
                  <a:pt x="555" y="123"/>
                </a:lnTo>
                <a:lnTo>
                  <a:pt x="527" y="95"/>
                </a:lnTo>
                <a:lnTo>
                  <a:pt x="502" y="82"/>
                </a:lnTo>
                <a:lnTo>
                  <a:pt x="478" y="86"/>
                </a:lnTo>
                <a:lnTo>
                  <a:pt x="457" y="63"/>
                </a:lnTo>
                <a:lnTo>
                  <a:pt x="400" y="4"/>
                </a:lnTo>
                <a:lnTo>
                  <a:pt x="375" y="0"/>
                </a:lnTo>
                <a:lnTo>
                  <a:pt x="337" y="50"/>
                </a:lnTo>
                <a:lnTo>
                  <a:pt x="298" y="46"/>
                </a:lnTo>
                <a:lnTo>
                  <a:pt x="281" y="63"/>
                </a:lnTo>
                <a:lnTo>
                  <a:pt x="275" y="86"/>
                </a:lnTo>
                <a:lnTo>
                  <a:pt x="201" y="165"/>
                </a:lnTo>
                <a:lnTo>
                  <a:pt x="152" y="152"/>
                </a:lnTo>
                <a:lnTo>
                  <a:pt x="103" y="140"/>
                </a:lnTo>
                <a:lnTo>
                  <a:pt x="78" y="152"/>
                </a:lnTo>
                <a:lnTo>
                  <a:pt x="46" y="165"/>
                </a:lnTo>
                <a:lnTo>
                  <a:pt x="0" y="152"/>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grpSp>
        <p:nvGrpSpPr>
          <p:cNvPr id="36" name="Group 71">
            <a:extLst>
              <a:ext uri="{FF2B5EF4-FFF2-40B4-BE49-F238E27FC236}">
                <a16:creationId xmlns:a16="http://schemas.microsoft.com/office/drawing/2014/main" id="{596407B7-26E8-4F9E-AABE-6E9B73F07CE2}"/>
              </a:ext>
            </a:extLst>
          </p:cNvPr>
          <p:cNvGrpSpPr>
            <a:grpSpLocks/>
          </p:cNvGrpSpPr>
          <p:nvPr/>
        </p:nvGrpSpPr>
        <p:grpSpPr bwMode="auto">
          <a:xfrm>
            <a:off x="4712294" y="4768020"/>
            <a:ext cx="1486714" cy="1671933"/>
            <a:chOff x="2702" y="3296"/>
            <a:chExt cx="554" cy="578"/>
          </a:xfrm>
          <a:solidFill>
            <a:srgbClr val="3829FF"/>
          </a:solidFill>
        </p:grpSpPr>
        <p:sp>
          <p:nvSpPr>
            <p:cNvPr id="37" name="Freeform 62">
              <a:extLst>
                <a:ext uri="{FF2B5EF4-FFF2-40B4-BE49-F238E27FC236}">
                  <a16:creationId xmlns:a16="http://schemas.microsoft.com/office/drawing/2014/main" id="{3F0C0A12-BA1E-4EB2-B203-1D25C878F717}"/>
                </a:ext>
              </a:extLst>
            </p:cNvPr>
            <p:cNvSpPr>
              <a:spLocks/>
            </p:cNvSpPr>
            <p:nvPr/>
          </p:nvSpPr>
          <p:spPr bwMode="auto">
            <a:xfrm>
              <a:off x="2715" y="3599"/>
              <a:ext cx="22" cy="24"/>
            </a:xfrm>
            <a:custGeom>
              <a:avLst/>
              <a:gdLst/>
              <a:ahLst/>
              <a:cxnLst>
                <a:cxn ang="0">
                  <a:pos x="34" y="0"/>
                </a:cxn>
                <a:cxn ang="0">
                  <a:pos x="46" y="13"/>
                </a:cxn>
                <a:cxn ang="0">
                  <a:pos x="42" y="30"/>
                </a:cxn>
                <a:cxn ang="0">
                  <a:pos x="46" y="43"/>
                </a:cxn>
                <a:cxn ang="0">
                  <a:pos x="34" y="47"/>
                </a:cxn>
                <a:cxn ang="0">
                  <a:pos x="13" y="43"/>
                </a:cxn>
                <a:cxn ang="0">
                  <a:pos x="0" y="26"/>
                </a:cxn>
                <a:cxn ang="0">
                  <a:pos x="34" y="0"/>
                </a:cxn>
              </a:cxnLst>
              <a:rect l="0" t="0" r="r" b="b"/>
              <a:pathLst>
                <a:path w="46" h="47">
                  <a:moveTo>
                    <a:pt x="34" y="0"/>
                  </a:moveTo>
                  <a:lnTo>
                    <a:pt x="46" y="13"/>
                  </a:lnTo>
                  <a:lnTo>
                    <a:pt x="42" y="30"/>
                  </a:lnTo>
                  <a:lnTo>
                    <a:pt x="46" y="43"/>
                  </a:lnTo>
                  <a:lnTo>
                    <a:pt x="34" y="47"/>
                  </a:lnTo>
                  <a:lnTo>
                    <a:pt x="13" y="43"/>
                  </a:lnTo>
                  <a:lnTo>
                    <a:pt x="0" y="26"/>
                  </a:lnTo>
                  <a:lnTo>
                    <a:pt x="34"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8" name="Freeform 63">
              <a:extLst>
                <a:ext uri="{FF2B5EF4-FFF2-40B4-BE49-F238E27FC236}">
                  <a16:creationId xmlns:a16="http://schemas.microsoft.com/office/drawing/2014/main" id="{8153632D-97AE-4706-BCE9-7443D48CC5A4}"/>
                </a:ext>
              </a:extLst>
            </p:cNvPr>
            <p:cNvSpPr>
              <a:spLocks/>
            </p:cNvSpPr>
            <p:nvPr/>
          </p:nvSpPr>
          <p:spPr bwMode="auto">
            <a:xfrm>
              <a:off x="2761" y="3608"/>
              <a:ext cx="174" cy="154"/>
            </a:xfrm>
            <a:custGeom>
              <a:avLst/>
              <a:gdLst/>
              <a:ahLst/>
              <a:cxnLst>
                <a:cxn ang="0">
                  <a:pos x="49" y="13"/>
                </a:cxn>
                <a:cxn ang="0">
                  <a:pos x="32" y="21"/>
                </a:cxn>
                <a:cxn ang="0">
                  <a:pos x="38" y="38"/>
                </a:cxn>
                <a:cxn ang="0">
                  <a:pos x="21" y="58"/>
                </a:cxn>
                <a:cxn ang="0">
                  <a:pos x="8" y="57"/>
                </a:cxn>
                <a:cxn ang="0">
                  <a:pos x="0" y="66"/>
                </a:cxn>
                <a:cxn ang="0">
                  <a:pos x="4" y="87"/>
                </a:cxn>
                <a:cxn ang="0">
                  <a:pos x="61" y="108"/>
                </a:cxn>
                <a:cxn ang="0">
                  <a:pos x="74" y="155"/>
                </a:cxn>
                <a:cxn ang="0">
                  <a:pos x="91" y="214"/>
                </a:cxn>
                <a:cxn ang="0">
                  <a:pos x="112" y="246"/>
                </a:cxn>
                <a:cxn ang="0">
                  <a:pos x="136" y="225"/>
                </a:cxn>
                <a:cxn ang="0">
                  <a:pos x="169" y="267"/>
                </a:cxn>
                <a:cxn ang="0">
                  <a:pos x="201" y="307"/>
                </a:cxn>
                <a:cxn ang="0">
                  <a:pos x="214" y="276"/>
                </a:cxn>
                <a:cxn ang="0">
                  <a:pos x="205" y="255"/>
                </a:cxn>
                <a:cxn ang="0">
                  <a:pos x="218" y="246"/>
                </a:cxn>
                <a:cxn ang="0">
                  <a:pos x="267" y="284"/>
                </a:cxn>
                <a:cxn ang="0">
                  <a:pos x="282" y="273"/>
                </a:cxn>
                <a:cxn ang="0">
                  <a:pos x="286" y="259"/>
                </a:cxn>
                <a:cxn ang="0">
                  <a:pos x="261" y="210"/>
                </a:cxn>
                <a:cxn ang="0">
                  <a:pos x="261" y="201"/>
                </a:cxn>
                <a:cxn ang="0">
                  <a:pos x="239" y="161"/>
                </a:cxn>
                <a:cxn ang="0">
                  <a:pos x="229" y="132"/>
                </a:cxn>
                <a:cxn ang="0">
                  <a:pos x="239" y="130"/>
                </a:cxn>
                <a:cxn ang="0">
                  <a:pos x="267" y="136"/>
                </a:cxn>
                <a:cxn ang="0">
                  <a:pos x="299" y="165"/>
                </a:cxn>
                <a:cxn ang="0">
                  <a:pos x="316" y="144"/>
                </a:cxn>
                <a:cxn ang="0">
                  <a:pos x="345" y="147"/>
                </a:cxn>
                <a:cxn ang="0">
                  <a:pos x="349" y="140"/>
                </a:cxn>
                <a:cxn ang="0">
                  <a:pos x="313" y="94"/>
                </a:cxn>
                <a:cxn ang="0">
                  <a:pos x="286" y="98"/>
                </a:cxn>
                <a:cxn ang="0">
                  <a:pos x="278" y="83"/>
                </a:cxn>
                <a:cxn ang="0">
                  <a:pos x="261" y="49"/>
                </a:cxn>
                <a:cxn ang="0">
                  <a:pos x="246" y="62"/>
                </a:cxn>
                <a:cxn ang="0">
                  <a:pos x="212" y="49"/>
                </a:cxn>
                <a:cxn ang="0">
                  <a:pos x="189" y="13"/>
                </a:cxn>
                <a:cxn ang="0">
                  <a:pos x="148" y="17"/>
                </a:cxn>
                <a:cxn ang="0">
                  <a:pos x="116" y="21"/>
                </a:cxn>
                <a:cxn ang="0">
                  <a:pos x="95" y="0"/>
                </a:cxn>
                <a:cxn ang="0">
                  <a:pos x="78" y="11"/>
                </a:cxn>
                <a:cxn ang="0">
                  <a:pos x="49" y="13"/>
                </a:cxn>
              </a:cxnLst>
              <a:rect l="0" t="0" r="r" b="b"/>
              <a:pathLst>
                <a:path w="349" h="307">
                  <a:moveTo>
                    <a:pt x="49" y="13"/>
                  </a:moveTo>
                  <a:lnTo>
                    <a:pt x="32" y="21"/>
                  </a:lnTo>
                  <a:lnTo>
                    <a:pt x="38" y="38"/>
                  </a:lnTo>
                  <a:lnTo>
                    <a:pt x="21" y="58"/>
                  </a:lnTo>
                  <a:lnTo>
                    <a:pt x="8" y="57"/>
                  </a:lnTo>
                  <a:lnTo>
                    <a:pt x="0" y="66"/>
                  </a:lnTo>
                  <a:lnTo>
                    <a:pt x="4" y="87"/>
                  </a:lnTo>
                  <a:lnTo>
                    <a:pt x="61" y="108"/>
                  </a:lnTo>
                  <a:lnTo>
                    <a:pt x="74" y="155"/>
                  </a:lnTo>
                  <a:lnTo>
                    <a:pt x="91" y="214"/>
                  </a:lnTo>
                  <a:lnTo>
                    <a:pt x="112" y="246"/>
                  </a:lnTo>
                  <a:lnTo>
                    <a:pt x="136" y="225"/>
                  </a:lnTo>
                  <a:lnTo>
                    <a:pt x="169" y="267"/>
                  </a:lnTo>
                  <a:lnTo>
                    <a:pt x="201" y="307"/>
                  </a:lnTo>
                  <a:lnTo>
                    <a:pt x="214" y="276"/>
                  </a:lnTo>
                  <a:lnTo>
                    <a:pt x="205" y="255"/>
                  </a:lnTo>
                  <a:lnTo>
                    <a:pt x="218" y="246"/>
                  </a:lnTo>
                  <a:lnTo>
                    <a:pt x="267" y="284"/>
                  </a:lnTo>
                  <a:lnTo>
                    <a:pt x="282" y="273"/>
                  </a:lnTo>
                  <a:lnTo>
                    <a:pt x="286" y="259"/>
                  </a:lnTo>
                  <a:lnTo>
                    <a:pt x="261" y="210"/>
                  </a:lnTo>
                  <a:lnTo>
                    <a:pt x="261" y="201"/>
                  </a:lnTo>
                  <a:lnTo>
                    <a:pt x="239" y="161"/>
                  </a:lnTo>
                  <a:lnTo>
                    <a:pt x="229" y="132"/>
                  </a:lnTo>
                  <a:lnTo>
                    <a:pt x="239" y="130"/>
                  </a:lnTo>
                  <a:lnTo>
                    <a:pt x="267" y="136"/>
                  </a:lnTo>
                  <a:lnTo>
                    <a:pt x="299" y="165"/>
                  </a:lnTo>
                  <a:lnTo>
                    <a:pt x="316" y="144"/>
                  </a:lnTo>
                  <a:lnTo>
                    <a:pt x="345" y="147"/>
                  </a:lnTo>
                  <a:lnTo>
                    <a:pt x="349" y="140"/>
                  </a:lnTo>
                  <a:lnTo>
                    <a:pt x="313" y="94"/>
                  </a:lnTo>
                  <a:lnTo>
                    <a:pt x="286" y="98"/>
                  </a:lnTo>
                  <a:lnTo>
                    <a:pt x="278" y="83"/>
                  </a:lnTo>
                  <a:lnTo>
                    <a:pt x="261" y="49"/>
                  </a:lnTo>
                  <a:lnTo>
                    <a:pt x="246" y="62"/>
                  </a:lnTo>
                  <a:lnTo>
                    <a:pt x="212" y="49"/>
                  </a:lnTo>
                  <a:lnTo>
                    <a:pt x="189" y="13"/>
                  </a:lnTo>
                  <a:lnTo>
                    <a:pt x="148" y="17"/>
                  </a:lnTo>
                  <a:lnTo>
                    <a:pt x="116" y="21"/>
                  </a:lnTo>
                  <a:lnTo>
                    <a:pt x="95" y="0"/>
                  </a:lnTo>
                  <a:lnTo>
                    <a:pt x="78" y="11"/>
                  </a:lnTo>
                  <a:lnTo>
                    <a:pt x="49" y="13"/>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39" name="Freeform 64">
              <a:extLst>
                <a:ext uri="{FF2B5EF4-FFF2-40B4-BE49-F238E27FC236}">
                  <a16:creationId xmlns:a16="http://schemas.microsoft.com/office/drawing/2014/main" id="{C11EDF06-5CC6-4108-A3CF-AE7D87317845}"/>
                </a:ext>
              </a:extLst>
            </p:cNvPr>
            <p:cNvSpPr>
              <a:spLocks/>
            </p:cNvSpPr>
            <p:nvPr/>
          </p:nvSpPr>
          <p:spPr bwMode="auto">
            <a:xfrm>
              <a:off x="2702" y="3296"/>
              <a:ext cx="407" cy="365"/>
            </a:xfrm>
            <a:custGeom>
              <a:avLst/>
              <a:gdLst/>
              <a:ahLst/>
              <a:cxnLst>
                <a:cxn ang="0">
                  <a:pos x="148" y="194"/>
                </a:cxn>
                <a:cxn ang="0">
                  <a:pos x="105" y="317"/>
                </a:cxn>
                <a:cxn ang="0">
                  <a:pos x="84" y="345"/>
                </a:cxn>
                <a:cxn ang="0">
                  <a:pos x="46" y="379"/>
                </a:cxn>
                <a:cxn ang="0">
                  <a:pos x="0" y="387"/>
                </a:cxn>
                <a:cxn ang="0">
                  <a:pos x="59" y="493"/>
                </a:cxn>
                <a:cxn ang="0">
                  <a:pos x="108" y="493"/>
                </a:cxn>
                <a:cxn ang="0">
                  <a:pos x="91" y="527"/>
                </a:cxn>
                <a:cxn ang="0">
                  <a:pos x="108" y="584"/>
                </a:cxn>
                <a:cxn ang="0">
                  <a:pos x="144" y="626"/>
                </a:cxn>
                <a:cxn ang="0">
                  <a:pos x="173" y="601"/>
                </a:cxn>
                <a:cxn ang="0">
                  <a:pos x="203" y="605"/>
                </a:cxn>
                <a:cxn ang="0">
                  <a:pos x="302" y="616"/>
                </a:cxn>
                <a:cxn ang="0">
                  <a:pos x="360" y="647"/>
                </a:cxn>
                <a:cxn ang="0">
                  <a:pos x="393" y="686"/>
                </a:cxn>
                <a:cxn ang="0">
                  <a:pos x="434" y="669"/>
                </a:cxn>
                <a:cxn ang="0">
                  <a:pos x="512" y="732"/>
                </a:cxn>
                <a:cxn ang="0">
                  <a:pos x="525" y="696"/>
                </a:cxn>
                <a:cxn ang="0">
                  <a:pos x="523" y="637"/>
                </a:cxn>
                <a:cxn ang="0">
                  <a:pos x="491" y="612"/>
                </a:cxn>
                <a:cxn ang="0">
                  <a:pos x="408" y="559"/>
                </a:cxn>
                <a:cxn ang="0">
                  <a:pos x="359" y="542"/>
                </a:cxn>
                <a:cxn ang="0">
                  <a:pos x="340" y="518"/>
                </a:cxn>
                <a:cxn ang="0">
                  <a:pos x="368" y="489"/>
                </a:cxn>
                <a:cxn ang="0">
                  <a:pos x="347" y="448"/>
                </a:cxn>
                <a:cxn ang="0">
                  <a:pos x="383" y="465"/>
                </a:cxn>
                <a:cxn ang="0">
                  <a:pos x="408" y="451"/>
                </a:cxn>
                <a:cxn ang="0">
                  <a:pos x="360" y="383"/>
                </a:cxn>
                <a:cxn ang="0">
                  <a:pos x="323" y="304"/>
                </a:cxn>
                <a:cxn ang="0">
                  <a:pos x="313" y="254"/>
                </a:cxn>
                <a:cxn ang="0">
                  <a:pos x="334" y="222"/>
                </a:cxn>
                <a:cxn ang="0">
                  <a:pos x="351" y="264"/>
                </a:cxn>
                <a:cxn ang="0">
                  <a:pos x="360" y="279"/>
                </a:cxn>
                <a:cxn ang="0">
                  <a:pos x="431" y="334"/>
                </a:cxn>
                <a:cxn ang="0">
                  <a:pos x="438" y="296"/>
                </a:cxn>
                <a:cxn ang="0">
                  <a:pos x="487" y="334"/>
                </a:cxn>
                <a:cxn ang="0">
                  <a:pos x="467" y="288"/>
                </a:cxn>
                <a:cxn ang="0">
                  <a:pos x="487" y="268"/>
                </a:cxn>
                <a:cxn ang="0">
                  <a:pos x="544" y="281"/>
                </a:cxn>
                <a:cxn ang="0">
                  <a:pos x="520" y="247"/>
                </a:cxn>
                <a:cxn ang="0">
                  <a:pos x="467" y="215"/>
                </a:cxn>
                <a:cxn ang="0">
                  <a:pos x="470" y="186"/>
                </a:cxn>
                <a:cxn ang="0">
                  <a:pos x="565" y="165"/>
                </a:cxn>
                <a:cxn ang="0">
                  <a:pos x="662" y="156"/>
                </a:cxn>
                <a:cxn ang="0">
                  <a:pos x="715" y="165"/>
                </a:cxn>
                <a:cxn ang="0">
                  <a:pos x="768" y="144"/>
                </a:cxn>
                <a:cxn ang="0">
                  <a:pos x="809" y="91"/>
                </a:cxn>
                <a:cxn ang="0">
                  <a:pos x="809" y="12"/>
                </a:cxn>
                <a:cxn ang="0">
                  <a:pos x="772" y="0"/>
                </a:cxn>
                <a:cxn ang="0">
                  <a:pos x="760" y="38"/>
                </a:cxn>
                <a:cxn ang="0">
                  <a:pos x="736" y="67"/>
                </a:cxn>
                <a:cxn ang="0">
                  <a:pos x="701" y="86"/>
                </a:cxn>
                <a:cxn ang="0">
                  <a:pos x="639" y="63"/>
                </a:cxn>
                <a:cxn ang="0">
                  <a:pos x="578" y="38"/>
                </a:cxn>
                <a:cxn ang="0">
                  <a:pos x="512" y="86"/>
                </a:cxn>
                <a:cxn ang="0">
                  <a:pos x="438" y="107"/>
                </a:cxn>
                <a:cxn ang="0">
                  <a:pos x="383" y="116"/>
                </a:cxn>
                <a:cxn ang="0">
                  <a:pos x="347" y="148"/>
                </a:cxn>
                <a:cxn ang="0">
                  <a:pos x="290" y="156"/>
                </a:cxn>
                <a:cxn ang="0">
                  <a:pos x="239" y="184"/>
                </a:cxn>
                <a:cxn ang="0">
                  <a:pos x="186" y="184"/>
                </a:cxn>
              </a:cxnLst>
              <a:rect l="0" t="0" r="r" b="b"/>
              <a:pathLst>
                <a:path w="813" h="732">
                  <a:moveTo>
                    <a:pt x="165" y="180"/>
                  </a:moveTo>
                  <a:lnTo>
                    <a:pt x="148" y="194"/>
                  </a:lnTo>
                  <a:lnTo>
                    <a:pt x="129" y="256"/>
                  </a:lnTo>
                  <a:lnTo>
                    <a:pt x="105" y="317"/>
                  </a:lnTo>
                  <a:lnTo>
                    <a:pt x="95" y="324"/>
                  </a:lnTo>
                  <a:lnTo>
                    <a:pt x="84" y="345"/>
                  </a:lnTo>
                  <a:lnTo>
                    <a:pt x="71" y="366"/>
                  </a:lnTo>
                  <a:lnTo>
                    <a:pt x="46" y="379"/>
                  </a:lnTo>
                  <a:lnTo>
                    <a:pt x="25" y="387"/>
                  </a:lnTo>
                  <a:lnTo>
                    <a:pt x="0" y="387"/>
                  </a:lnTo>
                  <a:lnTo>
                    <a:pt x="33" y="457"/>
                  </a:lnTo>
                  <a:lnTo>
                    <a:pt x="59" y="493"/>
                  </a:lnTo>
                  <a:lnTo>
                    <a:pt x="84" y="493"/>
                  </a:lnTo>
                  <a:lnTo>
                    <a:pt x="108" y="493"/>
                  </a:lnTo>
                  <a:lnTo>
                    <a:pt x="116" y="510"/>
                  </a:lnTo>
                  <a:lnTo>
                    <a:pt x="91" y="527"/>
                  </a:lnTo>
                  <a:lnTo>
                    <a:pt x="91" y="550"/>
                  </a:lnTo>
                  <a:lnTo>
                    <a:pt x="108" y="584"/>
                  </a:lnTo>
                  <a:lnTo>
                    <a:pt x="129" y="612"/>
                  </a:lnTo>
                  <a:lnTo>
                    <a:pt x="144" y="626"/>
                  </a:lnTo>
                  <a:lnTo>
                    <a:pt x="152" y="605"/>
                  </a:lnTo>
                  <a:lnTo>
                    <a:pt x="173" y="601"/>
                  </a:lnTo>
                  <a:lnTo>
                    <a:pt x="198" y="622"/>
                  </a:lnTo>
                  <a:lnTo>
                    <a:pt x="203" y="605"/>
                  </a:lnTo>
                  <a:lnTo>
                    <a:pt x="243" y="609"/>
                  </a:lnTo>
                  <a:lnTo>
                    <a:pt x="302" y="616"/>
                  </a:lnTo>
                  <a:lnTo>
                    <a:pt x="343" y="629"/>
                  </a:lnTo>
                  <a:lnTo>
                    <a:pt x="360" y="647"/>
                  </a:lnTo>
                  <a:lnTo>
                    <a:pt x="379" y="671"/>
                  </a:lnTo>
                  <a:lnTo>
                    <a:pt x="393" y="686"/>
                  </a:lnTo>
                  <a:lnTo>
                    <a:pt x="410" y="671"/>
                  </a:lnTo>
                  <a:lnTo>
                    <a:pt x="434" y="669"/>
                  </a:lnTo>
                  <a:lnTo>
                    <a:pt x="470" y="694"/>
                  </a:lnTo>
                  <a:lnTo>
                    <a:pt x="512" y="732"/>
                  </a:lnTo>
                  <a:lnTo>
                    <a:pt x="523" y="724"/>
                  </a:lnTo>
                  <a:lnTo>
                    <a:pt x="525" y="696"/>
                  </a:lnTo>
                  <a:lnTo>
                    <a:pt x="525" y="665"/>
                  </a:lnTo>
                  <a:lnTo>
                    <a:pt x="523" y="637"/>
                  </a:lnTo>
                  <a:lnTo>
                    <a:pt x="504" y="605"/>
                  </a:lnTo>
                  <a:lnTo>
                    <a:pt x="491" y="612"/>
                  </a:lnTo>
                  <a:lnTo>
                    <a:pt x="459" y="597"/>
                  </a:lnTo>
                  <a:lnTo>
                    <a:pt x="408" y="559"/>
                  </a:lnTo>
                  <a:lnTo>
                    <a:pt x="393" y="546"/>
                  </a:lnTo>
                  <a:lnTo>
                    <a:pt x="359" y="542"/>
                  </a:lnTo>
                  <a:lnTo>
                    <a:pt x="340" y="531"/>
                  </a:lnTo>
                  <a:lnTo>
                    <a:pt x="340" y="518"/>
                  </a:lnTo>
                  <a:lnTo>
                    <a:pt x="360" y="497"/>
                  </a:lnTo>
                  <a:lnTo>
                    <a:pt x="368" y="489"/>
                  </a:lnTo>
                  <a:lnTo>
                    <a:pt x="355" y="472"/>
                  </a:lnTo>
                  <a:lnTo>
                    <a:pt x="347" y="448"/>
                  </a:lnTo>
                  <a:lnTo>
                    <a:pt x="355" y="436"/>
                  </a:lnTo>
                  <a:lnTo>
                    <a:pt x="383" y="465"/>
                  </a:lnTo>
                  <a:lnTo>
                    <a:pt x="408" y="476"/>
                  </a:lnTo>
                  <a:lnTo>
                    <a:pt x="408" y="451"/>
                  </a:lnTo>
                  <a:lnTo>
                    <a:pt x="393" y="423"/>
                  </a:lnTo>
                  <a:lnTo>
                    <a:pt x="360" y="383"/>
                  </a:lnTo>
                  <a:lnTo>
                    <a:pt x="326" y="330"/>
                  </a:lnTo>
                  <a:lnTo>
                    <a:pt x="323" y="304"/>
                  </a:lnTo>
                  <a:lnTo>
                    <a:pt x="319" y="279"/>
                  </a:lnTo>
                  <a:lnTo>
                    <a:pt x="313" y="254"/>
                  </a:lnTo>
                  <a:lnTo>
                    <a:pt x="309" y="230"/>
                  </a:lnTo>
                  <a:lnTo>
                    <a:pt x="334" y="222"/>
                  </a:lnTo>
                  <a:lnTo>
                    <a:pt x="330" y="239"/>
                  </a:lnTo>
                  <a:lnTo>
                    <a:pt x="351" y="264"/>
                  </a:lnTo>
                  <a:lnTo>
                    <a:pt x="364" y="264"/>
                  </a:lnTo>
                  <a:lnTo>
                    <a:pt x="360" y="279"/>
                  </a:lnTo>
                  <a:lnTo>
                    <a:pt x="429" y="345"/>
                  </a:lnTo>
                  <a:lnTo>
                    <a:pt x="431" y="334"/>
                  </a:lnTo>
                  <a:lnTo>
                    <a:pt x="417" y="304"/>
                  </a:lnTo>
                  <a:lnTo>
                    <a:pt x="438" y="296"/>
                  </a:lnTo>
                  <a:lnTo>
                    <a:pt x="470" y="309"/>
                  </a:lnTo>
                  <a:lnTo>
                    <a:pt x="487" y="334"/>
                  </a:lnTo>
                  <a:lnTo>
                    <a:pt x="491" y="317"/>
                  </a:lnTo>
                  <a:lnTo>
                    <a:pt x="467" y="288"/>
                  </a:lnTo>
                  <a:lnTo>
                    <a:pt x="470" y="275"/>
                  </a:lnTo>
                  <a:lnTo>
                    <a:pt x="487" y="268"/>
                  </a:lnTo>
                  <a:lnTo>
                    <a:pt x="533" y="288"/>
                  </a:lnTo>
                  <a:lnTo>
                    <a:pt x="544" y="281"/>
                  </a:lnTo>
                  <a:lnTo>
                    <a:pt x="540" y="260"/>
                  </a:lnTo>
                  <a:lnTo>
                    <a:pt x="520" y="247"/>
                  </a:lnTo>
                  <a:lnTo>
                    <a:pt x="487" y="232"/>
                  </a:lnTo>
                  <a:lnTo>
                    <a:pt x="467" y="215"/>
                  </a:lnTo>
                  <a:lnTo>
                    <a:pt x="463" y="201"/>
                  </a:lnTo>
                  <a:lnTo>
                    <a:pt x="470" y="186"/>
                  </a:lnTo>
                  <a:lnTo>
                    <a:pt x="516" y="180"/>
                  </a:lnTo>
                  <a:lnTo>
                    <a:pt x="565" y="165"/>
                  </a:lnTo>
                  <a:lnTo>
                    <a:pt x="599" y="169"/>
                  </a:lnTo>
                  <a:lnTo>
                    <a:pt x="662" y="156"/>
                  </a:lnTo>
                  <a:lnTo>
                    <a:pt x="673" y="148"/>
                  </a:lnTo>
                  <a:lnTo>
                    <a:pt x="715" y="165"/>
                  </a:lnTo>
                  <a:lnTo>
                    <a:pt x="751" y="184"/>
                  </a:lnTo>
                  <a:lnTo>
                    <a:pt x="768" y="144"/>
                  </a:lnTo>
                  <a:lnTo>
                    <a:pt x="800" y="103"/>
                  </a:lnTo>
                  <a:lnTo>
                    <a:pt x="809" y="91"/>
                  </a:lnTo>
                  <a:lnTo>
                    <a:pt x="813" y="17"/>
                  </a:lnTo>
                  <a:lnTo>
                    <a:pt x="809" y="12"/>
                  </a:lnTo>
                  <a:lnTo>
                    <a:pt x="792" y="0"/>
                  </a:lnTo>
                  <a:lnTo>
                    <a:pt x="772" y="0"/>
                  </a:lnTo>
                  <a:lnTo>
                    <a:pt x="760" y="12"/>
                  </a:lnTo>
                  <a:lnTo>
                    <a:pt x="760" y="38"/>
                  </a:lnTo>
                  <a:lnTo>
                    <a:pt x="764" y="61"/>
                  </a:lnTo>
                  <a:lnTo>
                    <a:pt x="736" y="67"/>
                  </a:lnTo>
                  <a:lnTo>
                    <a:pt x="715" y="82"/>
                  </a:lnTo>
                  <a:lnTo>
                    <a:pt x="701" y="86"/>
                  </a:lnTo>
                  <a:lnTo>
                    <a:pt x="656" y="74"/>
                  </a:lnTo>
                  <a:lnTo>
                    <a:pt x="639" y="63"/>
                  </a:lnTo>
                  <a:lnTo>
                    <a:pt x="614" y="78"/>
                  </a:lnTo>
                  <a:lnTo>
                    <a:pt x="578" y="38"/>
                  </a:lnTo>
                  <a:lnTo>
                    <a:pt x="540" y="67"/>
                  </a:lnTo>
                  <a:lnTo>
                    <a:pt x="512" y="86"/>
                  </a:lnTo>
                  <a:lnTo>
                    <a:pt x="484" y="99"/>
                  </a:lnTo>
                  <a:lnTo>
                    <a:pt x="438" y="107"/>
                  </a:lnTo>
                  <a:lnTo>
                    <a:pt x="408" y="116"/>
                  </a:lnTo>
                  <a:lnTo>
                    <a:pt x="383" y="116"/>
                  </a:lnTo>
                  <a:lnTo>
                    <a:pt x="372" y="120"/>
                  </a:lnTo>
                  <a:lnTo>
                    <a:pt x="347" y="148"/>
                  </a:lnTo>
                  <a:lnTo>
                    <a:pt x="326" y="148"/>
                  </a:lnTo>
                  <a:lnTo>
                    <a:pt x="290" y="156"/>
                  </a:lnTo>
                  <a:lnTo>
                    <a:pt x="256" y="152"/>
                  </a:lnTo>
                  <a:lnTo>
                    <a:pt x="239" y="184"/>
                  </a:lnTo>
                  <a:lnTo>
                    <a:pt x="211" y="186"/>
                  </a:lnTo>
                  <a:lnTo>
                    <a:pt x="186" y="184"/>
                  </a:lnTo>
                  <a:lnTo>
                    <a:pt x="165" y="18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40" name="Freeform 65">
              <a:extLst>
                <a:ext uri="{FF2B5EF4-FFF2-40B4-BE49-F238E27FC236}">
                  <a16:creationId xmlns:a16="http://schemas.microsoft.com/office/drawing/2014/main" id="{450C7290-5564-4F0C-BE86-B2884A755B81}"/>
                </a:ext>
              </a:extLst>
            </p:cNvPr>
            <p:cNvSpPr>
              <a:spLocks/>
            </p:cNvSpPr>
            <p:nvPr/>
          </p:nvSpPr>
          <p:spPr bwMode="auto">
            <a:xfrm>
              <a:off x="2905" y="3547"/>
              <a:ext cx="100" cy="82"/>
            </a:xfrm>
            <a:custGeom>
              <a:avLst/>
              <a:gdLst/>
              <a:ahLst/>
              <a:cxnLst>
                <a:cxn ang="0">
                  <a:pos x="17" y="0"/>
                </a:cxn>
                <a:cxn ang="0">
                  <a:pos x="0" y="13"/>
                </a:cxn>
                <a:cxn ang="0">
                  <a:pos x="21" y="49"/>
                </a:cxn>
                <a:cxn ang="0">
                  <a:pos x="45" y="56"/>
                </a:cxn>
                <a:cxn ang="0">
                  <a:pos x="74" y="87"/>
                </a:cxn>
                <a:cxn ang="0">
                  <a:pos x="98" y="102"/>
                </a:cxn>
                <a:cxn ang="0">
                  <a:pos x="138" y="132"/>
                </a:cxn>
                <a:cxn ang="0">
                  <a:pos x="163" y="144"/>
                </a:cxn>
                <a:cxn ang="0">
                  <a:pos x="193" y="164"/>
                </a:cxn>
                <a:cxn ang="0">
                  <a:pos x="201" y="153"/>
                </a:cxn>
                <a:cxn ang="0">
                  <a:pos x="138" y="106"/>
                </a:cxn>
                <a:cxn ang="0">
                  <a:pos x="134" y="83"/>
                </a:cxn>
                <a:cxn ang="0">
                  <a:pos x="127" y="62"/>
                </a:cxn>
                <a:cxn ang="0">
                  <a:pos x="102" y="37"/>
                </a:cxn>
                <a:cxn ang="0">
                  <a:pos x="95" y="41"/>
                </a:cxn>
                <a:cxn ang="0">
                  <a:pos x="61" y="17"/>
                </a:cxn>
                <a:cxn ang="0">
                  <a:pos x="42" y="7"/>
                </a:cxn>
                <a:cxn ang="0">
                  <a:pos x="17" y="0"/>
                </a:cxn>
              </a:cxnLst>
              <a:rect l="0" t="0" r="r" b="b"/>
              <a:pathLst>
                <a:path w="201" h="164">
                  <a:moveTo>
                    <a:pt x="17" y="0"/>
                  </a:moveTo>
                  <a:lnTo>
                    <a:pt x="0" y="13"/>
                  </a:lnTo>
                  <a:lnTo>
                    <a:pt x="21" y="49"/>
                  </a:lnTo>
                  <a:lnTo>
                    <a:pt x="45" y="56"/>
                  </a:lnTo>
                  <a:lnTo>
                    <a:pt x="74" y="87"/>
                  </a:lnTo>
                  <a:lnTo>
                    <a:pt x="98" y="102"/>
                  </a:lnTo>
                  <a:lnTo>
                    <a:pt x="138" y="132"/>
                  </a:lnTo>
                  <a:lnTo>
                    <a:pt x="163" y="144"/>
                  </a:lnTo>
                  <a:lnTo>
                    <a:pt x="193" y="164"/>
                  </a:lnTo>
                  <a:lnTo>
                    <a:pt x="201" y="153"/>
                  </a:lnTo>
                  <a:lnTo>
                    <a:pt x="138" y="106"/>
                  </a:lnTo>
                  <a:lnTo>
                    <a:pt x="134" y="83"/>
                  </a:lnTo>
                  <a:lnTo>
                    <a:pt x="127" y="62"/>
                  </a:lnTo>
                  <a:lnTo>
                    <a:pt x="102" y="37"/>
                  </a:lnTo>
                  <a:lnTo>
                    <a:pt x="95" y="41"/>
                  </a:lnTo>
                  <a:lnTo>
                    <a:pt x="61" y="17"/>
                  </a:lnTo>
                  <a:lnTo>
                    <a:pt x="42" y="7"/>
                  </a:lnTo>
                  <a:lnTo>
                    <a:pt x="17"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41" name="Freeform 66">
              <a:extLst>
                <a:ext uri="{FF2B5EF4-FFF2-40B4-BE49-F238E27FC236}">
                  <a16:creationId xmlns:a16="http://schemas.microsoft.com/office/drawing/2014/main" id="{383C7278-4329-4EBE-9E92-F0A86F0012E5}"/>
                </a:ext>
              </a:extLst>
            </p:cNvPr>
            <p:cNvSpPr>
              <a:spLocks/>
            </p:cNvSpPr>
            <p:nvPr/>
          </p:nvSpPr>
          <p:spPr bwMode="auto">
            <a:xfrm>
              <a:off x="2937" y="3822"/>
              <a:ext cx="190" cy="52"/>
            </a:xfrm>
            <a:custGeom>
              <a:avLst/>
              <a:gdLst/>
              <a:ahLst/>
              <a:cxnLst>
                <a:cxn ang="0">
                  <a:pos x="78" y="21"/>
                </a:cxn>
                <a:cxn ang="0">
                  <a:pos x="106" y="8"/>
                </a:cxn>
                <a:cxn ang="0">
                  <a:pos x="120" y="21"/>
                </a:cxn>
                <a:cxn ang="0">
                  <a:pos x="131" y="25"/>
                </a:cxn>
                <a:cxn ang="0">
                  <a:pos x="152" y="13"/>
                </a:cxn>
                <a:cxn ang="0">
                  <a:pos x="165" y="8"/>
                </a:cxn>
                <a:cxn ang="0">
                  <a:pos x="226" y="13"/>
                </a:cxn>
                <a:cxn ang="0">
                  <a:pos x="284" y="11"/>
                </a:cxn>
                <a:cxn ang="0">
                  <a:pos x="302" y="28"/>
                </a:cxn>
                <a:cxn ang="0">
                  <a:pos x="302" y="38"/>
                </a:cxn>
                <a:cxn ang="0">
                  <a:pos x="343" y="32"/>
                </a:cxn>
                <a:cxn ang="0">
                  <a:pos x="366" y="36"/>
                </a:cxn>
                <a:cxn ang="0">
                  <a:pos x="379" y="49"/>
                </a:cxn>
                <a:cxn ang="0">
                  <a:pos x="366" y="66"/>
                </a:cxn>
                <a:cxn ang="0">
                  <a:pos x="330" y="64"/>
                </a:cxn>
                <a:cxn ang="0">
                  <a:pos x="305" y="78"/>
                </a:cxn>
                <a:cxn ang="0">
                  <a:pos x="264" y="78"/>
                </a:cxn>
                <a:cxn ang="0">
                  <a:pos x="222" y="95"/>
                </a:cxn>
                <a:cxn ang="0">
                  <a:pos x="186" y="102"/>
                </a:cxn>
                <a:cxn ang="0">
                  <a:pos x="158" y="85"/>
                </a:cxn>
                <a:cxn ang="0">
                  <a:pos x="120" y="64"/>
                </a:cxn>
                <a:cxn ang="0">
                  <a:pos x="82" y="64"/>
                </a:cxn>
                <a:cxn ang="0">
                  <a:pos x="33" y="53"/>
                </a:cxn>
                <a:cxn ang="0">
                  <a:pos x="14" y="38"/>
                </a:cxn>
                <a:cxn ang="0">
                  <a:pos x="0" y="11"/>
                </a:cxn>
                <a:cxn ang="0">
                  <a:pos x="8" y="0"/>
                </a:cxn>
                <a:cxn ang="0">
                  <a:pos x="50" y="8"/>
                </a:cxn>
                <a:cxn ang="0">
                  <a:pos x="78" y="21"/>
                </a:cxn>
              </a:cxnLst>
              <a:rect l="0" t="0" r="r" b="b"/>
              <a:pathLst>
                <a:path w="379" h="102">
                  <a:moveTo>
                    <a:pt x="78" y="21"/>
                  </a:moveTo>
                  <a:lnTo>
                    <a:pt x="106" y="8"/>
                  </a:lnTo>
                  <a:lnTo>
                    <a:pt x="120" y="21"/>
                  </a:lnTo>
                  <a:lnTo>
                    <a:pt x="131" y="25"/>
                  </a:lnTo>
                  <a:lnTo>
                    <a:pt x="152" y="13"/>
                  </a:lnTo>
                  <a:lnTo>
                    <a:pt x="165" y="8"/>
                  </a:lnTo>
                  <a:lnTo>
                    <a:pt x="226" y="13"/>
                  </a:lnTo>
                  <a:lnTo>
                    <a:pt x="284" y="11"/>
                  </a:lnTo>
                  <a:lnTo>
                    <a:pt x="302" y="28"/>
                  </a:lnTo>
                  <a:lnTo>
                    <a:pt x="302" y="38"/>
                  </a:lnTo>
                  <a:lnTo>
                    <a:pt x="343" y="32"/>
                  </a:lnTo>
                  <a:lnTo>
                    <a:pt x="366" y="36"/>
                  </a:lnTo>
                  <a:lnTo>
                    <a:pt x="379" y="49"/>
                  </a:lnTo>
                  <a:lnTo>
                    <a:pt x="366" y="66"/>
                  </a:lnTo>
                  <a:lnTo>
                    <a:pt x="330" y="64"/>
                  </a:lnTo>
                  <a:lnTo>
                    <a:pt x="305" y="78"/>
                  </a:lnTo>
                  <a:lnTo>
                    <a:pt x="264" y="78"/>
                  </a:lnTo>
                  <a:lnTo>
                    <a:pt x="222" y="95"/>
                  </a:lnTo>
                  <a:lnTo>
                    <a:pt x="186" y="102"/>
                  </a:lnTo>
                  <a:lnTo>
                    <a:pt x="158" y="85"/>
                  </a:lnTo>
                  <a:lnTo>
                    <a:pt x="120" y="64"/>
                  </a:lnTo>
                  <a:lnTo>
                    <a:pt x="82" y="64"/>
                  </a:lnTo>
                  <a:lnTo>
                    <a:pt x="33" y="53"/>
                  </a:lnTo>
                  <a:lnTo>
                    <a:pt x="14" y="38"/>
                  </a:lnTo>
                  <a:lnTo>
                    <a:pt x="0" y="11"/>
                  </a:lnTo>
                  <a:lnTo>
                    <a:pt x="8" y="0"/>
                  </a:lnTo>
                  <a:lnTo>
                    <a:pt x="50" y="8"/>
                  </a:lnTo>
                  <a:lnTo>
                    <a:pt x="78" y="21"/>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42" name="Freeform 67">
              <a:extLst>
                <a:ext uri="{FF2B5EF4-FFF2-40B4-BE49-F238E27FC236}">
                  <a16:creationId xmlns:a16="http://schemas.microsoft.com/office/drawing/2014/main" id="{7068BBCE-FC72-4188-AB9C-15E0D00166E5}"/>
                </a:ext>
              </a:extLst>
            </p:cNvPr>
            <p:cNvSpPr>
              <a:spLocks/>
            </p:cNvSpPr>
            <p:nvPr/>
          </p:nvSpPr>
          <p:spPr bwMode="auto">
            <a:xfrm>
              <a:off x="3018" y="3449"/>
              <a:ext cx="28" cy="27"/>
            </a:xfrm>
            <a:custGeom>
              <a:avLst/>
              <a:gdLst/>
              <a:ahLst/>
              <a:cxnLst>
                <a:cxn ang="0">
                  <a:pos x="57" y="0"/>
                </a:cxn>
                <a:cxn ang="0">
                  <a:pos x="21" y="0"/>
                </a:cxn>
                <a:cxn ang="0">
                  <a:pos x="4" y="12"/>
                </a:cxn>
                <a:cxn ang="0">
                  <a:pos x="0" y="29"/>
                </a:cxn>
                <a:cxn ang="0">
                  <a:pos x="0" y="50"/>
                </a:cxn>
                <a:cxn ang="0">
                  <a:pos x="17" y="53"/>
                </a:cxn>
                <a:cxn ang="0">
                  <a:pos x="50" y="33"/>
                </a:cxn>
                <a:cxn ang="0">
                  <a:pos x="57" y="0"/>
                </a:cxn>
              </a:cxnLst>
              <a:rect l="0" t="0" r="r" b="b"/>
              <a:pathLst>
                <a:path w="57" h="53">
                  <a:moveTo>
                    <a:pt x="57" y="0"/>
                  </a:moveTo>
                  <a:lnTo>
                    <a:pt x="21" y="0"/>
                  </a:lnTo>
                  <a:lnTo>
                    <a:pt x="4" y="12"/>
                  </a:lnTo>
                  <a:lnTo>
                    <a:pt x="0" y="29"/>
                  </a:lnTo>
                  <a:lnTo>
                    <a:pt x="0" y="50"/>
                  </a:lnTo>
                  <a:lnTo>
                    <a:pt x="17" y="53"/>
                  </a:lnTo>
                  <a:lnTo>
                    <a:pt x="50" y="33"/>
                  </a:lnTo>
                  <a:lnTo>
                    <a:pt x="57"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43" name="Freeform 68">
              <a:extLst>
                <a:ext uri="{FF2B5EF4-FFF2-40B4-BE49-F238E27FC236}">
                  <a16:creationId xmlns:a16="http://schemas.microsoft.com/office/drawing/2014/main" id="{A50D7FE7-59F8-4542-88F5-07A66846175E}"/>
                </a:ext>
              </a:extLst>
            </p:cNvPr>
            <p:cNvSpPr>
              <a:spLocks/>
            </p:cNvSpPr>
            <p:nvPr/>
          </p:nvSpPr>
          <p:spPr bwMode="auto">
            <a:xfrm>
              <a:off x="3211" y="3698"/>
              <a:ext cx="39" cy="21"/>
            </a:xfrm>
            <a:custGeom>
              <a:avLst/>
              <a:gdLst/>
              <a:ahLst/>
              <a:cxnLst>
                <a:cxn ang="0">
                  <a:pos x="77" y="11"/>
                </a:cxn>
                <a:cxn ang="0">
                  <a:pos x="42" y="41"/>
                </a:cxn>
                <a:cxn ang="0">
                  <a:pos x="17" y="41"/>
                </a:cxn>
                <a:cxn ang="0">
                  <a:pos x="0" y="28"/>
                </a:cxn>
                <a:cxn ang="0">
                  <a:pos x="11" y="3"/>
                </a:cxn>
                <a:cxn ang="0">
                  <a:pos x="49" y="0"/>
                </a:cxn>
                <a:cxn ang="0">
                  <a:pos x="77" y="11"/>
                </a:cxn>
              </a:cxnLst>
              <a:rect l="0" t="0" r="r" b="b"/>
              <a:pathLst>
                <a:path w="77" h="41">
                  <a:moveTo>
                    <a:pt x="77" y="11"/>
                  </a:moveTo>
                  <a:lnTo>
                    <a:pt x="42" y="41"/>
                  </a:lnTo>
                  <a:lnTo>
                    <a:pt x="17" y="41"/>
                  </a:lnTo>
                  <a:lnTo>
                    <a:pt x="0" y="28"/>
                  </a:lnTo>
                  <a:lnTo>
                    <a:pt x="11" y="3"/>
                  </a:lnTo>
                  <a:lnTo>
                    <a:pt x="49" y="0"/>
                  </a:lnTo>
                  <a:lnTo>
                    <a:pt x="77" y="11"/>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44" name="Freeform 69">
              <a:extLst>
                <a:ext uri="{FF2B5EF4-FFF2-40B4-BE49-F238E27FC236}">
                  <a16:creationId xmlns:a16="http://schemas.microsoft.com/office/drawing/2014/main" id="{97088F9B-4DF8-49A1-A639-B059B6F5E6AE}"/>
                </a:ext>
              </a:extLst>
            </p:cNvPr>
            <p:cNvSpPr>
              <a:spLocks/>
            </p:cNvSpPr>
            <p:nvPr/>
          </p:nvSpPr>
          <p:spPr bwMode="auto">
            <a:xfrm>
              <a:off x="3217" y="3746"/>
              <a:ext cx="39" cy="31"/>
            </a:xfrm>
            <a:custGeom>
              <a:avLst/>
              <a:gdLst/>
              <a:ahLst/>
              <a:cxnLst>
                <a:cxn ang="0">
                  <a:pos x="80" y="0"/>
                </a:cxn>
                <a:cxn ang="0">
                  <a:pos x="80" y="21"/>
                </a:cxn>
                <a:cxn ang="0">
                  <a:pos x="31" y="54"/>
                </a:cxn>
                <a:cxn ang="0">
                  <a:pos x="10" y="63"/>
                </a:cxn>
                <a:cxn ang="0">
                  <a:pos x="0" y="59"/>
                </a:cxn>
                <a:cxn ang="0">
                  <a:pos x="8" y="36"/>
                </a:cxn>
                <a:cxn ang="0">
                  <a:pos x="42" y="12"/>
                </a:cxn>
                <a:cxn ang="0">
                  <a:pos x="80" y="0"/>
                </a:cxn>
              </a:cxnLst>
              <a:rect l="0" t="0" r="r" b="b"/>
              <a:pathLst>
                <a:path w="80" h="63">
                  <a:moveTo>
                    <a:pt x="80" y="0"/>
                  </a:moveTo>
                  <a:lnTo>
                    <a:pt x="80" y="21"/>
                  </a:lnTo>
                  <a:lnTo>
                    <a:pt x="31" y="54"/>
                  </a:lnTo>
                  <a:lnTo>
                    <a:pt x="10" y="63"/>
                  </a:lnTo>
                  <a:lnTo>
                    <a:pt x="0" y="59"/>
                  </a:lnTo>
                  <a:lnTo>
                    <a:pt x="8" y="36"/>
                  </a:lnTo>
                  <a:lnTo>
                    <a:pt x="42" y="12"/>
                  </a:lnTo>
                  <a:lnTo>
                    <a:pt x="80"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45" name="Freeform 70">
              <a:extLst>
                <a:ext uri="{FF2B5EF4-FFF2-40B4-BE49-F238E27FC236}">
                  <a16:creationId xmlns:a16="http://schemas.microsoft.com/office/drawing/2014/main" id="{311AE1EC-C258-47F7-9D19-E6C92C58FF72}"/>
                </a:ext>
              </a:extLst>
            </p:cNvPr>
            <p:cNvSpPr>
              <a:spLocks/>
            </p:cNvSpPr>
            <p:nvPr/>
          </p:nvSpPr>
          <p:spPr bwMode="auto">
            <a:xfrm>
              <a:off x="3071" y="3495"/>
              <a:ext cx="49" cy="35"/>
            </a:xfrm>
            <a:custGeom>
              <a:avLst/>
              <a:gdLst/>
              <a:ahLst/>
              <a:cxnLst>
                <a:cxn ang="0">
                  <a:pos x="53" y="0"/>
                </a:cxn>
                <a:cxn ang="0">
                  <a:pos x="99" y="50"/>
                </a:cxn>
                <a:cxn ang="0">
                  <a:pos x="91" y="63"/>
                </a:cxn>
                <a:cxn ang="0">
                  <a:pos x="67" y="70"/>
                </a:cxn>
                <a:cxn ang="0">
                  <a:pos x="63" y="53"/>
                </a:cxn>
                <a:cxn ang="0">
                  <a:pos x="53" y="46"/>
                </a:cxn>
                <a:cxn ang="0">
                  <a:pos x="38" y="53"/>
                </a:cxn>
                <a:cxn ang="0">
                  <a:pos x="21" y="42"/>
                </a:cxn>
                <a:cxn ang="0">
                  <a:pos x="14" y="33"/>
                </a:cxn>
                <a:cxn ang="0">
                  <a:pos x="25" y="25"/>
                </a:cxn>
                <a:cxn ang="0">
                  <a:pos x="4" y="36"/>
                </a:cxn>
                <a:cxn ang="0">
                  <a:pos x="0" y="25"/>
                </a:cxn>
                <a:cxn ang="0">
                  <a:pos x="29" y="14"/>
                </a:cxn>
                <a:cxn ang="0">
                  <a:pos x="53" y="0"/>
                </a:cxn>
              </a:cxnLst>
              <a:rect l="0" t="0" r="r" b="b"/>
              <a:pathLst>
                <a:path w="99" h="70">
                  <a:moveTo>
                    <a:pt x="53" y="0"/>
                  </a:moveTo>
                  <a:lnTo>
                    <a:pt x="99" y="50"/>
                  </a:lnTo>
                  <a:lnTo>
                    <a:pt x="91" y="63"/>
                  </a:lnTo>
                  <a:lnTo>
                    <a:pt x="67" y="70"/>
                  </a:lnTo>
                  <a:lnTo>
                    <a:pt x="63" y="53"/>
                  </a:lnTo>
                  <a:lnTo>
                    <a:pt x="53" y="46"/>
                  </a:lnTo>
                  <a:lnTo>
                    <a:pt x="38" y="53"/>
                  </a:lnTo>
                  <a:lnTo>
                    <a:pt x="21" y="42"/>
                  </a:lnTo>
                  <a:lnTo>
                    <a:pt x="14" y="33"/>
                  </a:lnTo>
                  <a:lnTo>
                    <a:pt x="25" y="25"/>
                  </a:lnTo>
                  <a:lnTo>
                    <a:pt x="4" y="36"/>
                  </a:lnTo>
                  <a:lnTo>
                    <a:pt x="0" y="25"/>
                  </a:lnTo>
                  <a:lnTo>
                    <a:pt x="29" y="14"/>
                  </a:lnTo>
                  <a:lnTo>
                    <a:pt x="53" y="0"/>
                  </a:lnTo>
                  <a:close/>
                </a:path>
              </a:pathLst>
            </a:custGeom>
            <a:grpFill/>
            <a:ln w="6350">
              <a:solidFill>
                <a:srgbClr val="FFFFFF"/>
              </a:solidFill>
              <a:prstDash val="solid"/>
              <a:round/>
              <a:headEnd/>
              <a:tailEnd/>
            </a:ln>
          </p:spPr>
          <p:txBody>
            <a:bodyPr/>
            <a:lstStyle/>
            <a:p>
              <a:endParaRPr lang="tr-TR" sz="1904" dirty="0">
                <a:latin typeface="Myriad Pro"/>
              </a:endParaRPr>
            </a:p>
          </p:txBody>
        </p:sp>
      </p:grpSp>
      <p:grpSp>
        <p:nvGrpSpPr>
          <p:cNvPr id="46" name="Group 74">
            <a:extLst>
              <a:ext uri="{FF2B5EF4-FFF2-40B4-BE49-F238E27FC236}">
                <a16:creationId xmlns:a16="http://schemas.microsoft.com/office/drawing/2014/main" id="{AE9A6439-99F5-4136-B8CC-4DED0E8D1B7C}"/>
              </a:ext>
            </a:extLst>
          </p:cNvPr>
          <p:cNvGrpSpPr>
            <a:grpSpLocks/>
          </p:cNvGrpSpPr>
          <p:nvPr/>
        </p:nvGrpSpPr>
        <p:grpSpPr bwMode="auto">
          <a:xfrm>
            <a:off x="1011798" y="2260121"/>
            <a:ext cx="1937558" cy="2476080"/>
            <a:chOff x="1322" y="2430"/>
            <a:chExt cx="722" cy="856"/>
          </a:xfrm>
          <a:solidFill>
            <a:srgbClr val="3829FF"/>
          </a:solidFill>
        </p:grpSpPr>
        <p:sp>
          <p:nvSpPr>
            <p:cNvPr id="47" name="Freeform 72">
              <a:extLst>
                <a:ext uri="{FF2B5EF4-FFF2-40B4-BE49-F238E27FC236}">
                  <a16:creationId xmlns:a16="http://schemas.microsoft.com/office/drawing/2014/main" id="{FEE68528-90A6-4761-B11A-51F34D4D678A}"/>
                </a:ext>
              </a:extLst>
            </p:cNvPr>
            <p:cNvSpPr>
              <a:spLocks/>
            </p:cNvSpPr>
            <p:nvPr/>
          </p:nvSpPr>
          <p:spPr bwMode="auto">
            <a:xfrm>
              <a:off x="1980" y="3172"/>
              <a:ext cx="64" cy="114"/>
            </a:xfrm>
            <a:custGeom>
              <a:avLst/>
              <a:gdLst/>
              <a:ahLst/>
              <a:cxnLst>
                <a:cxn ang="0">
                  <a:pos x="127" y="0"/>
                </a:cxn>
                <a:cxn ang="0">
                  <a:pos x="85" y="49"/>
                </a:cxn>
                <a:cxn ang="0">
                  <a:pos x="36" y="49"/>
                </a:cxn>
                <a:cxn ang="0">
                  <a:pos x="0" y="78"/>
                </a:cxn>
                <a:cxn ang="0">
                  <a:pos x="7" y="116"/>
                </a:cxn>
                <a:cxn ang="0">
                  <a:pos x="7" y="180"/>
                </a:cxn>
                <a:cxn ang="0">
                  <a:pos x="36" y="229"/>
                </a:cxn>
                <a:cxn ang="0">
                  <a:pos x="70" y="216"/>
                </a:cxn>
                <a:cxn ang="0">
                  <a:pos x="78" y="188"/>
                </a:cxn>
                <a:cxn ang="0">
                  <a:pos x="114" y="123"/>
                </a:cxn>
                <a:cxn ang="0">
                  <a:pos x="114" y="89"/>
                </a:cxn>
                <a:cxn ang="0">
                  <a:pos x="127" y="0"/>
                </a:cxn>
              </a:cxnLst>
              <a:rect l="0" t="0" r="r" b="b"/>
              <a:pathLst>
                <a:path w="127" h="229">
                  <a:moveTo>
                    <a:pt x="127" y="0"/>
                  </a:moveTo>
                  <a:lnTo>
                    <a:pt x="85" y="49"/>
                  </a:lnTo>
                  <a:lnTo>
                    <a:pt x="36" y="49"/>
                  </a:lnTo>
                  <a:lnTo>
                    <a:pt x="0" y="78"/>
                  </a:lnTo>
                  <a:lnTo>
                    <a:pt x="7" y="116"/>
                  </a:lnTo>
                  <a:lnTo>
                    <a:pt x="7" y="180"/>
                  </a:lnTo>
                  <a:lnTo>
                    <a:pt x="36" y="229"/>
                  </a:lnTo>
                  <a:lnTo>
                    <a:pt x="70" y="216"/>
                  </a:lnTo>
                  <a:lnTo>
                    <a:pt x="78" y="188"/>
                  </a:lnTo>
                  <a:lnTo>
                    <a:pt x="114" y="123"/>
                  </a:lnTo>
                  <a:lnTo>
                    <a:pt x="114" y="89"/>
                  </a:lnTo>
                  <a:lnTo>
                    <a:pt x="127" y="0"/>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48" name="Freeform 73">
              <a:extLst>
                <a:ext uri="{FF2B5EF4-FFF2-40B4-BE49-F238E27FC236}">
                  <a16:creationId xmlns:a16="http://schemas.microsoft.com/office/drawing/2014/main" id="{22C2C3FD-520F-4D24-BA51-BFD9C88F9473}"/>
                </a:ext>
              </a:extLst>
            </p:cNvPr>
            <p:cNvSpPr>
              <a:spLocks/>
            </p:cNvSpPr>
            <p:nvPr/>
          </p:nvSpPr>
          <p:spPr bwMode="auto">
            <a:xfrm>
              <a:off x="1322" y="2430"/>
              <a:ext cx="722" cy="706"/>
            </a:xfrm>
            <a:custGeom>
              <a:avLst/>
              <a:gdLst/>
              <a:ahLst/>
              <a:cxnLst>
                <a:cxn ang="0">
                  <a:pos x="21" y="274"/>
                </a:cxn>
                <a:cxn ang="0">
                  <a:pos x="25" y="329"/>
                </a:cxn>
                <a:cxn ang="0">
                  <a:pos x="140" y="418"/>
                </a:cxn>
                <a:cxn ang="0">
                  <a:pos x="231" y="473"/>
                </a:cxn>
                <a:cxn ang="0">
                  <a:pos x="222" y="547"/>
                </a:cxn>
                <a:cxn ang="0">
                  <a:pos x="275" y="659"/>
                </a:cxn>
                <a:cxn ang="0">
                  <a:pos x="300" y="811"/>
                </a:cxn>
                <a:cxn ang="0">
                  <a:pos x="250" y="811"/>
                </a:cxn>
                <a:cxn ang="0">
                  <a:pos x="218" y="888"/>
                </a:cxn>
                <a:cxn ang="0">
                  <a:pos x="186" y="966"/>
                </a:cxn>
                <a:cxn ang="0">
                  <a:pos x="108" y="1102"/>
                </a:cxn>
                <a:cxn ang="0">
                  <a:pos x="112" y="1169"/>
                </a:cxn>
                <a:cxn ang="0">
                  <a:pos x="305" y="1296"/>
                </a:cxn>
                <a:cxn ang="0">
                  <a:pos x="470" y="1373"/>
                </a:cxn>
                <a:cxn ang="0">
                  <a:pos x="614" y="1411"/>
                </a:cxn>
                <a:cxn ang="0">
                  <a:pos x="667" y="1303"/>
                </a:cxn>
                <a:cxn ang="0">
                  <a:pos x="798" y="1256"/>
                </a:cxn>
                <a:cxn ang="0">
                  <a:pos x="893" y="1305"/>
                </a:cxn>
                <a:cxn ang="0">
                  <a:pos x="1023" y="1373"/>
                </a:cxn>
                <a:cxn ang="0">
                  <a:pos x="1143" y="1345"/>
                </a:cxn>
                <a:cxn ang="0">
                  <a:pos x="1230" y="1254"/>
                </a:cxn>
                <a:cxn ang="0">
                  <a:pos x="1177" y="1214"/>
                </a:cxn>
                <a:cxn ang="0">
                  <a:pos x="1167" y="1085"/>
                </a:cxn>
                <a:cxn ang="0">
                  <a:pos x="1201" y="966"/>
                </a:cxn>
                <a:cxn ang="0">
                  <a:pos x="1201" y="856"/>
                </a:cxn>
                <a:cxn ang="0">
                  <a:pos x="1139" y="860"/>
                </a:cxn>
                <a:cxn ang="0">
                  <a:pos x="1110" y="843"/>
                </a:cxn>
                <a:cxn ang="0">
                  <a:pos x="1177" y="765"/>
                </a:cxn>
                <a:cxn ang="0">
                  <a:pos x="1279" y="667"/>
                </a:cxn>
                <a:cxn ang="0">
                  <a:pos x="1332" y="617"/>
                </a:cxn>
                <a:cxn ang="0">
                  <a:pos x="1374" y="523"/>
                </a:cxn>
                <a:cxn ang="0">
                  <a:pos x="1444" y="443"/>
                </a:cxn>
                <a:cxn ang="0">
                  <a:pos x="1360" y="403"/>
                </a:cxn>
                <a:cxn ang="0">
                  <a:pos x="1262" y="369"/>
                </a:cxn>
                <a:cxn ang="0">
                  <a:pos x="1194" y="308"/>
                </a:cxn>
                <a:cxn ang="0">
                  <a:pos x="1099" y="225"/>
                </a:cxn>
                <a:cxn ang="0">
                  <a:pos x="1019" y="144"/>
                </a:cxn>
                <a:cxn ang="0">
                  <a:pos x="963" y="56"/>
                </a:cxn>
                <a:cxn ang="0">
                  <a:pos x="840" y="3"/>
                </a:cxn>
                <a:cxn ang="0">
                  <a:pos x="786" y="66"/>
                </a:cxn>
                <a:cxn ang="0">
                  <a:pos x="601" y="164"/>
                </a:cxn>
                <a:cxn ang="0">
                  <a:pos x="502" y="197"/>
                </a:cxn>
                <a:cxn ang="0">
                  <a:pos x="415" y="147"/>
                </a:cxn>
                <a:cxn ang="0">
                  <a:pos x="375" y="106"/>
                </a:cxn>
                <a:cxn ang="0">
                  <a:pos x="387" y="157"/>
                </a:cxn>
                <a:cxn ang="0">
                  <a:pos x="373" y="214"/>
                </a:cxn>
                <a:cxn ang="0">
                  <a:pos x="345" y="259"/>
                </a:cxn>
                <a:cxn ang="0">
                  <a:pos x="267" y="238"/>
                </a:cxn>
                <a:cxn ang="0">
                  <a:pos x="176" y="181"/>
                </a:cxn>
                <a:cxn ang="0">
                  <a:pos x="112" y="204"/>
                </a:cxn>
              </a:cxnLst>
              <a:rect l="0" t="0" r="r" b="b"/>
              <a:pathLst>
                <a:path w="1444" h="1411">
                  <a:moveTo>
                    <a:pt x="25" y="200"/>
                  </a:moveTo>
                  <a:lnTo>
                    <a:pt x="38" y="234"/>
                  </a:lnTo>
                  <a:lnTo>
                    <a:pt x="25" y="263"/>
                  </a:lnTo>
                  <a:lnTo>
                    <a:pt x="21" y="274"/>
                  </a:lnTo>
                  <a:lnTo>
                    <a:pt x="0" y="267"/>
                  </a:lnTo>
                  <a:lnTo>
                    <a:pt x="8" y="284"/>
                  </a:lnTo>
                  <a:lnTo>
                    <a:pt x="8" y="301"/>
                  </a:lnTo>
                  <a:lnTo>
                    <a:pt x="25" y="329"/>
                  </a:lnTo>
                  <a:lnTo>
                    <a:pt x="57" y="320"/>
                  </a:lnTo>
                  <a:lnTo>
                    <a:pt x="99" y="365"/>
                  </a:lnTo>
                  <a:lnTo>
                    <a:pt x="116" y="396"/>
                  </a:lnTo>
                  <a:lnTo>
                    <a:pt x="140" y="418"/>
                  </a:lnTo>
                  <a:lnTo>
                    <a:pt x="173" y="418"/>
                  </a:lnTo>
                  <a:lnTo>
                    <a:pt x="186" y="445"/>
                  </a:lnTo>
                  <a:lnTo>
                    <a:pt x="214" y="469"/>
                  </a:lnTo>
                  <a:lnTo>
                    <a:pt x="231" y="473"/>
                  </a:lnTo>
                  <a:lnTo>
                    <a:pt x="235" y="483"/>
                  </a:lnTo>
                  <a:lnTo>
                    <a:pt x="226" y="505"/>
                  </a:lnTo>
                  <a:lnTo>
                    <a:pt x="226" y="526"/>
                  </a:lnTo>
                  <a:lnTo>
                    <a:pt x="222" y="547"/>
                  </a:lnTo>
                  <a:lnTo>
                    <a:pt x="214" y="583"/>
                  </a:lnTo>
                  <a:lnTo>
                    <a:pt x="243" y="617"/>
                  </a:lnTo>
                  <a:lnTo>
                    <a:pt x="275" y="642"/>
                  </a:lnTo>
                  <a:lnTo>
                    <a:pt x="275" y="659"/>
                  </a:lnTo>
                  <a:lnTo>
                    <a:pt x="271" y="720"/>
                  </a:lnTo>
                  <a:lnTo>
                    <a:pt x="264" y="769"/>
                  </a:lnTo>
                  <a:lnTo>
                    <a:pt x="271" y="790"/>
                  </a:lnTo>
                  <a:lnTo>
                    <a:pt x="300" y="811"/>
                  </a:lnTo>
                  <a:lnTo>
                    <a:pt x="300" y="852"/>
                  </a:lnTo>
                  <a:lnTo>
                    <a:pt x="300" y="881"/>
                  </a:lnTo>
                  <a:lnTo>
                    <a:pt x="267" y="839"/>
                  </a:lnTo>
                  <a:lnTo>
                    <a:pt x="250" y="811"/>
                  </a:lnTo>
                  <a:lnTo>
                    <a:pt x="239" y="818"/>
                  </a:lnTo>
                  <a:lnTo>
                    <a:pt x="247" y="839"/>
                  </a:lnTo>
                  <a:lnTo>
                    <a:pt x="235" y="864"/>
                  </a:lnTo>
                  <a:lnTo>
                    <a:pt x="218" y="888"/>
                  </a:lnTo>
                  <a:lnTo>
                    <a:pt x="207" y="905"/>
                  </a:lnTo>
                  <a:lnTo>
                    <a:pt x="222" y="922"/>
                  </a:lnTo>
                  <a:lnTo>
                    <a:pt x="211" y="941"/>
                  </a:lnTo>
                  <a:lnTo>
                    <a:pt x="186" y="966"/>
                  </a:lnTo>
                  <a:lnTo>
                    <a:pt x="182" y="987"/>
                  </a:lnTo>
                  <a:lnTo>
                    <a:pt x="169" y="1011"/>
                  </a:lnTo>
                  <a:lnTo>
                    <a:pt x="131" y="1057"/>
                  </a:lnTo>
                  <a:lnTo>
                    <a:pt x="108" y="1102"/>
                  </a:lnTo>
                  <a:lnTo>
                    <a:pt x="108" y="1110"/>
                  </a:lnTo>
                  <a:lnTo>
                    <a:pt x="120" y="1123"/>
                  </a:lnTo>
                  <a:lnTo>
                    <a:pt x="106" y="1144"/>
                  </a:lnTo>
                  <a:lnTo>
                    <a:pt x="112" y="1169"/>
                  </a:lnTo>
                  <a:lnTo>
                    <a:pt x="133" y="1201"/>
                  </a:lnTo>
                  <a:lnTo>
                    <a:pt x="222" y="1250"/>
                  </a:lnTo>
                  <a:lnTo>
                    <a:pt x="284" y="1303"/>
                  </a:lnTo>
                  <a:lnTo>
                    <a:pt x="305" y="1296"/>
                  </a:lnTo>
                  <a:lnTo>
                    <a:pt x="337" y="1284"/>
                  </a:lnTo>
                  <a:lnTo>
                    <a:pt x="445" y="1330"/>
                  </a:lnTo>
                  <a:lnTo>
                    <a:pt x="461" y="1345"/>
                  </a:lnTo>
                  <a:lnTo>
                    <a:pt x="470" y="1373"/>
                  </a:lnTo>
                  <a:lnTo>
                    <a:pt x="489" y="1383"/>
                  </a:lnTo>
                  <a:lnTo>
                    <a:pt x="514" y="1387"/>
                  </a:lnTo>
                  <a:lnTo>
                    <a:pt x="552" y="1407"/>
                  </a:lnTo>
                  <a:lnTo>
                    <a:pt x="614" y="1411"/>
                  </a:lnTo>
                  <a:lnTo>
                    <a:pt x="633" y="1387"/>
                  </a:lnTo>
                  <a:lnTo>
                    <a:pt x="639" y="1358"/>
                  </a:lnTo>
                  <a:lnTo>
                    <a:pt x="639" y="1328"/>
                  </a:lnTo>
                  <a:lnTo>
                    <a:pt x="667" y="1303"/>
                  </a:lnTo>
                  <a:lnTo>
                    <a:pt x="720" y="1275"/>
                  </a:lnTo>
                  <a:lnTo>
                    <a:pt x="745" y="1271"/>
                  </a:lnTo>
                  <a:lnTo>
                    <a:pt x="773" y="1256"/>
                  </a:lnTo>
                  <a:lnTo>
                    <a:pt x="798" y="1256"/>
                  </a:lnTo>
                  <a:lnTo>
                    <a:pt x="826" y="1275"/>
                  </a:lnTo>
                  <a:lnTo>
                    <a:pt x="847" y="1299"/>
                  </a:lnTo>
                  <a:lnTo>
                    <a:pt x="872" y="1299"/>
                  </a:lnTo>
                  <a:lnTo>
                    <a:pt x="893" y="1305"/>
                  </a:lnTo>
                  <a:lnTo>
                    <a:pt x="934" y="1309"/>
                  </a:lnTo>
                  <a:lnTo>
                    <a:pt x="963" y="1345"/>
                  </a:lnTo>
                  <a:lnTo>
                    <a:pt x="987" y="1362"/>
                  </a:lnTo>
                  <a:lnTo>
                    <a:pt x="1023" y="1373"/>
                  </a:lnTo>
                  <a:lnTo>
                    <a:pt x="1054" y="1390"/>
                  </a:lnTo>
                  <a:lnTo>
                    <a:pt x="1071" y="1394"/>
                  </a:lnTo>
                  <a:lnTo>
                    <a:pt x="1114" y="1351"/>
                  </a:lnTo>
                  <a:lnTo>
                    <a:pt x="1143" y="1345"/>
                  </a:lnTo>
                  <a:lnTo>
                    <a:pt x="1163" y="1328"/>
                  </a:lnTo>
                  <a:lnTo>
                    <a:pt x="1194" y="1305"/>
                  </a:lnTo>
                  <a:lnTo>
                    <a:pt x="1234" y="1303"/>
                  </a:lnTo>
                  <a:lnTo>
                    <a:pt x="1230" y="1254"/>
                  </a:lnTo>
                  <a:lnTo>
                    <a:pt x="1222" y="1239"/>
                  </a:lnTo>
                  <a:lnTo>
                    <a:pt x="1205" y="1214"/>
                  </a:lnTo>
                  <a:lnTo>
                    <a:pt x="1192" y="1218"/>
                  </a:lnTo>
                  <a:lnTo>
                    <a:pt x="1177" y="1214"/>
                  </a:lnTo>
                  <a:lnTo>
                    <a:pt x="1163" y="1193"/>
                  </a:lnTo>
                  <a:lnTo>
                    <a:pt x="1160" y="1144"/>
                  </a:lnTo>
                  <a:lnTo>
                    <a:pt x="1188" y="1112"/>
                  </a:lnTo>
                  <a:lnTo>
                    <a:pt x="1167" y="1085"/>
                  </a:lnTo>
                  <a:lnTo>
                    <a:pt x="1167" y="1074"/>
                  </a:lnTo>
                  <a:lnTo>
                    <a:pt x="1209" y="1032"/>
                  </a:lnTo>
                  <a:lnTo>
                    <a:pt x="1209" y="1017"/>
                  </a:lnTo>
                  <a:lnTo>
                    <a:pt x="1201" y="966"/>
                  </a:lnTo>
                  <a:lnTo>
                    <a:pt x="1226" y="941"/>
                  </a:lnTo>
                  <a:lnTo>
                    <a:pt x="1205" y="913"/>
                  </a:lnTo>
                  <a:lnTo>
                    <a:pt x="1205" y="892"/>
                  </a:lnTo>
                  <a:lnTo>
                    <a:pt x="1201" y="856"/>
                  </a:lnTo>
                  <a:lnTo>
                    <a:pt x="1192" y="847"/>
                  </a:lnTo>
                  <a:lnTo>
                    <a:pt x="1167" y="847"/>
                  </a:lnTo>
                  <a:lnTo>
                    <a:pt x="1145" y="852"/>
                  </a:lnTo>
                  <a:lnTo>
                    <a:pt x="1139" y="860"/>
                  </a:lnTo>
                  <a:lnTo>
                    <a:pt x="1124" y="873"/>
                  </a:lnTo>
                  <a:lnTo>
                    <a:pt x="1103" y="881"/>
                  </a:lnTo>
                  <a:lnTo>
                    <a:pt x="1095" y="860"/>
                  </a:lnTo>
                  <a:lnTo>
                    <a:pt x="1110" y="843"/>
                  </a:lnTo>
                  <a:lnTo>
                    <a:pt x="1118" y="828"/>
                  </a:lnTo>
                  <a:lnTo>
                    <a:pt x="1118" y="811"/>
                  </a:lnTo>
                  <a:lnTo>
                    <a:pt x="1156" y="773"/>
                  </a:lnTo>
                  <a:lnTo>
                    <a:pt x="1177" y="765"/>
                  </a:lnTo>
                  <a:lnTo>
                    <a:pt x="1181" y="737"/>
                  </a:lnTo>
                  <a:lnTo>
                    <a:pt x="1201" y="712"/>
                  </a:lnTo>
                  <a:lnTo>
                    <a:pt x="1262" y="667"/>
                  </a:lnTo>
                  <a:lnTo>
                    <a:pt x="1279" y="667"/>
                  </a:lnTo>
                  <a:lnTo>
                    <a:pt x="1287" y="649"/>
                  </a:lnTo>
                  <a:lnTo>
                    <a:pt x="1307" y="629"/>
                  </a:lnTo>
                  <a:lnTo>
                    <a:pt x="1324" y="629"/>
                  </a:lnTo>
                  <a:lnTo>
                    <a:pt x="1332" y="617"/>
                  </a:lnTo>
                  <a:lnTo>
                    <a:pt x="1342" y="610"/>
                  </a:lnTo>
                  <a:lnTo>
                    <a:pt x="1357" y="585"/>
                  </a:lnTo>
                  <a:lnTo>
                    <a:pt x="1370" y="547"/>
                  </a:lnTo>
                  <a:lnTo>
                    <a:pt x="1374" y="523"/>
                  </a:lnTo>
                  <a:lnTo>
                    <a:pt x="1374" y="502"/>
                  </a:lnTo>
                  <a:lnTo>
                    <a:pt x="1395" y="477"/>
                  </a:lnTo>
                  <a:lnTo>
                    <a:pt x="1427" y="460"/>
                  </a:lnTo>
                  <a:lnTo>
                    <a:pt x="1444" y="443"/>
                  </a:lnTo>
                  <a:lnTo>
                    <a:pt x="1444" y="435"/>
                  </a:lnTo>
                  <a:lnTo>
                    <a:pt x="1415" y="414"/>
                  </a:lnTo>
                  <a:lnTo>
                    <a:pt x="1402" y="407"/>
                  </a:lnTo>
                  <a:lnTo>
                    <a:pt x="1360" y="403"/>
                  </a:lnTo>
                  <a:lnTo>
                    <a:pt x="1313" y="396"/>
                  </a:lnTo>
                  <a:lnTo>
                    <a:pt x="1296" y="394"/>
                  </a:lnTo>
                  <a:lnTo>
                    <a:pt x="1279" y="386"/>
                  </a:lnTo>
                  <a:lnTo>
                    <a:pt x="1262" y="369"/>
                  </a:lnTo>
                  <a:lnTo>
                    <a:pt x="1247" y="341"/>
                  </a:lnTo>
                  <a:lnTo>
                    <a:pt x="1234" y="324"/>
                  </a:lnTo>
                  <a:lnTo>
                    <a:pt x="1215" y="316"/>
                  </a:lnTo>
                  <a:lnTo>
                    <a:pt x="1194" y="308"/>
                  </a:lnTo>
                  <a:lnTo>
                    <a:pt x="1184" y="305"/>
                  </a:lnTo>
                  <a:lnTo>
                    <a:pt x="1156" y="280"/>
                  </a:lnTo>
                  <a:lnTo>
                    <a:pt x="1120" y="252"/>
                  </a:lnTo>
                  <a:lnTo>
                    <a:pt x="1099" y="225"/>
                  </a:lnTo>
                  <a:lnTo>
                    <a:pt x="1074" y="217"/>
                  </a:lnTo>
                  <a:lnTo>
                    <a:pt x="1061" y="206"/>
                  </a:lnTo>
                  <a:lnTo>
                    <a:pt x="1050" y="180"/>
                  </a:lnTo>
                  <a:lnTo>
                    <a:pt x="1019" y="144"/>
                  </a:lnTo>
                  <a:lnTo>
                    <a:pt x="1012" y="119"/>
                  </a:lnTo>
                  <a:lnTo>
                    <a:pt x="987" y="94"/>
                  </a:lnTo>
                  <a:lnTo>
                    <a:pt x="976" y="73"/>
                  </a:lnTo>
                  <a:lnTo>
                    <a:pt x="963" y="56"/>
                  </a:lnTo>
                  <a:lnTo>
                    <a:pt x="938" y="37"/>
                  </a:lnTo>
                  <a:lnTo>
                    <a:pt x="913" y="11"/>
                  </a:lnTo>
                  <a:lnTo>
                    <a:pt x="893" y="0"/>
                  </a:lnTo>
                  <a:lnTo>
                    <a:pt x="840" y="3"/>
                  </a:lnTo>
                  <a:lnTo>
                    <a:pt x="819" y="3"/>
                  </a:lnTo>
                  <a:lnTo>
                    <a:pt x="790" y="24"/>
                  </a:lnTo>
                  <a:lnTo>
                    <a:pt x="807" y="41"/>
                  </a:lnTo>
                  <a:lnTo>
                    <a:pt x="786" y="66"/>
                  </a:lnTo>
                  <a:lnTo>
                    <a:pt x="733" y="132"/>
                  </a:lnTo>
                  <a:lnTo>
                    <a:pt x="707" y="147"/>
                  </a:lnTo>
                  <a:lnTo>
                    <a:pt x="633" y="155"/>
                  </a:lnTo>
                  <a:lnTo>
                    <a:pt x="601" y="164"/>
                  </a:lnTo>
                  <a:lnTo>
                    <a:pt x="584" y="181"/>
                  </a:lnTo>
                  <a:lnTo>
                    <a:pt x="576" y="197"/>
                  </a:lnTo>
                  <a:lnTo>
                    <a:pt x="548" y="189"/>
                  </a:lnTo>
                  <a:lnTo>
                    <a:pt x="502" y="197"/>
                  </a:lnTo>
                  <a:lnTo>
                    <a:pt x="474" y="193"/>
                  </a:lnTo>
                  <a:lnTo>
                    <a:pt x="449" y="176"/>
                  </a:lnTo>
                  <a:lnTo>
                    <a:pt x="432" y="155"/>
                  </a:lnTo>
                  <a:lnTo>
                    <a:pt x="415" y="147"/>
                  </a:lnTo>
                  <a:lnTo>
                    <a:pt x="428" y="130"/>
                  </a:lnTo>
                  <a:lnTo>
                    <a:pt x="408" y="111"/>
                  </a:lnTo>
                  <a:lnTo>
                    <a:pt x="391" y="108"/>
                  </a:lnTo>
                  <a:lnTo>
                    <a:pt x="375" y="106"/>
                  </a:lnTo>
                  <a:lnTo>
                    <a:pt x="373" y="111"/>
                  </a:lnTo>
                  <a:lnTo>
                    <a:pt x="387" y="126"/>
                  </a:lnTo>
                  <a:lnTo>
                    <a:pt x="379" y="136"/>
                  </a:lnTo>
                  <a:lnTo>
                    <a:pt x="387" y="157"/>
                  </a:lnTo>
                  <a:lnTo>
                    <a:pt x="391" y="181"/>
                  </a:lnTo>
                  <a:lnTo>
                    <a:pt x="391" y="200"/>
                  </a:lnTo>
                  <a:lnTo>
                    <a:pt x="387" y="204"/>
                  </a:lnTo>
                  <a:lnTo>
                    <a:pt x="373" y="214"/>
                  </a:lnTo>
                  <a:lnTo>
                    <a:pt x="370" y="231"/>
                  </a:lnTo>
                  <a:lnTo>
                    <a:pt x="370" y="250"/>
                  </a:lnTo>
                  <a:lnTo>
                    <a:pt x="366" y="263"/>
                  </a:lnTo>
                  <a:lnTo>
                    <a:pt x="345" y="259"/>
                  </a:lnTo>
                  <a:lnTo>
                    <a:pt x="320" y="246"/>
                  </a:lnTo>
                  <a:lnTo>
                    <a:pt x="305" y="259"/>
                  </a:lnTo>
                  <a:lnTo>
                    <a:pt x="281" y="242"/>
                  </a:lnTo>
                  <a:lnTo>
                    <a:pt x="267" y="238"/>
                  </a:lnTo>
                  <a:lnTo>
                    <a:pt x="250" y="252"/>
                  </a:lnTo>
                  <a:lnTo>
                    <a:pt x="235" y="250"/>
                  </a:lnTo>
                  <a:lnTo>
                    <a:pt x="235" y="238"/>
                  </a:lnTo>
                  <a:lnTo>
                    <a:pt x="176" y="181"/>
                  </a:lnTo>
                  <a:lnTo>
                    <a:pt x="161" y="180"/>
                  </a:lnTo>
                  <a:lnTo>
                    <a:pt x="152" y="189"/>
                  </a:lnTo>
                  <a:lnTo>
                    <a:pt x="127" y="200"/>
                  </a:lnTo>
                  <a:lnTo>
                    <a:pt x="112" y="204"/>
                  </a:lnTo>
                  <a:lnTo>
                    <a:pt x="95" y="185"/>
                  </a:lnTo>
                  <a:lnTo>
                    <a:pt x="53" y="185"/>
                  </a:lnTo>
                  <a:lnTo>
                    <a:pt x="25" y="200"/>
                  </a:lnTo>
                  <a:close/>
                </a:path>
              </a:pathLst>
            </a:custGeom>
            <a:grpFill/>
            <a:ln w="6350">
              <a:solidFill>
                <a:srgbClr val="FFFFFF"/>
              </a:solidFill>
              <a:prstDash val="solid"/>
              <a:round/>
              <a:headEnd/>
              <a:tailEnd/>
            </a:ln>
          </p:spPr>
          <p:txBody>
            <a:bodyPr/>
            <a:lstStyle/>
            <a:p>
              <a:endParaRPr lang="tr-TR" sz="1904" dirty="0">
                <a:latin typeface="Myriad Pro"/>
              </a:endParaRPr>
            </a:p>
          </p:txBody>
        </p:sp>
      </p:grpSp>
      <p:grpSp>
        <p:nvGrpSpPr>
          <p:cNvPr id="49" name="Group 89">
            <a:extLst>
              <a:ext uri="{FF2B5EF4-FFF2-40B4-BE49-F238E27FC236}">
                <a16:creationId xmlns:a16="http://schemas.microsoft.com/office/drawing/2014/main" id="{ABCBAE40-FD4A-445B-80C6-9DD78294D90A}"/>
              </a:ext>
            </a:extLst>
          </p:cNvPr>
          <p:cNvGrpSpPr>
            <a:grpSpLocks/>
          </p:cNvGrpSpPr>
          <p:nvPr/>
        </p:nvGrpSpPr>
        <p:grpSpPr bwMode="auto">
          <a:xfrm>
            <a:off x="5726559" y="4264705"/>
            <a:ext cx="3461842" cy="1833920"/>
            <a:chOff x="3077" y="3122"/>
            <a:chExt cx="1290" cy="634"/>
          </a:xfrm>
          <a:solidFill>
            <a:srgbClr val="FF0000"/>
          </a:solidFill>
        </p:grpSpPr>
        <p:sp>
          <p:nvSpPr>
            <p:cNvPr id="50" name="Freeform 84">
              <a:extLst>
                <a:ext uri="{FF2B5EF4-FFF2-40B4-BE49-F238E27FC236}">
                  <a16:creationId xmlns:a16="http://schemas.microsoft.com/office/drawing/2014/main" id="{D01E80D3-4E5D-440F-829C-AB2EA965A52A}"/>
                </a:ext>
              </a:extLst>
            </p:cNvPr>
            <p:cNvSpPr>
              <a:spLocks/>
            </p:cNvSpPr>
            <p:nvPr/>
          </p:nvSpPr>
          <p:spPr bwMode="auto">
            <a:xfrm>
              <a:off x="3077" y="3275"/>
              <a:ext cx="189" cy="162"/>
            </a:xfrm>
            <a:custGeom>
              <a:avLst/>
              <a:gdLst/>
              <a:ahLst/>
              <a:cxnLst>
                <a:cxn ang="0">
                  <a:pos x="66" y="53"/>
                </a:cxn>
                <a:cxn ang="0">
                  <a:pos x="60" y="134"/>
                </a:cxn>
                <a:cxn ang="0">
                  <a:pos x="0" y="221"/>
                </a:cxn>
                <a:cxn ang="0">
                  <a:pos x="13" y="238"/>
                </a:cxn>
                <a:cxn ang="0">
                  <a:pos x="81" y="233"/>
                </a:cxn>
                <a:cxn ang="0">
                  <a:pos x="49" y="271"/>
                </a:cxn>
                <a:cxn ang="0">
                  <a:pos x="36" y="286"/>
                </a:cxn>
                <a:cxn ang="0">
                  <a:pos x="41" y="324"/>
                </a:cxn>
                <a:cxn ang="0">
                  <a:pos x="94" y="263"/>
                </a:cxn>
                <a:cxn ang="0">
                  <a:pos x="127" y="246"/>
                </a:cxn>
                <a:cxn ang="0">
                  <a:pos x="183" y="172"/>
                </a:cxn>
                <a:cxn ang="0">
                  <a:pos x="250" y="134"/>
                </a:cxn>
                <a:cxn ang="0">
                  <a:pos x="352" y="130"/>
                </a:cxn>
                <a:cxn ang="0">
                  <a:pos x="377" y="119"/>
                </a:cxn>
                <a:cxn ang="0">
                  <a:pos x="373" y="98"/>
                </a:cxn>
                <a:cxn ang="0">
                  <a:pos x="324" y="57"/>
                </a:cxn>
                <a:cxn ang="0">
                  <a:pos x="299" y="60"/>
                </a:cxn>
                <a:cxn ang="0">
                  <a:pos x="291" y="49"/>
                </a:cxn>
                <a:cxn ang="0">
                  <a:pos x="263" y="49"/>
                </a:cxn>
                <a:cxn ang="0">
                  <a:pos x="221" y="4"/>
                </a:cxn>
                <a:cxn ang="0">
                  <a:pos x="176" y="0"/>
                </a:cxn>
                <a:cxn ang="0">
                  <a:pos x="134" y="11"/>
                </a:cxn>
                <a:cxn ang="0">
                  <a:pos x="98" y="28"/>
                </a:cxn>
                <a:cxn ang="0">
                  <a:pos x="66" y="53"/>
                </a:cxn>
              </a:cxnLst>
              <a:rect l="0" t="0" r="r" b="b"/>
              <a:pathLst>
                <a:path w="377" h="324">
                  <a:moveTo>
                    <a:pt x="66" y="53"/>
                  </a:moveTo>
                  <a:lnTo>
                    <a:pt x="60" y="134"/>
                  </a:lnTo>
                  <a:lnTo>
                    <a:pt x="0" y="221"/>
                  </a:lnTo>
                  <a:lnTo>
                    <a:pt x="13" y="238"/>
                  </a:lnTo>
                  <a:lnTo>
                    <a:pt x="81" y="233"/>
                  </a:lnTo>
                  <a:lnTo>
                    <a:pt x="49" y="271"/>
                  </a:lnTo>
                  <a:lnTo>
                    <a:pt x="36" y="286"/>
                  </a:lnTo>
                  <a:lnTo>
                    <a:pt x="41" y="324"/>
                  </a:lnTo>
                  <a:lnTo>
                    <a:pt x="94" y="263"/>
                  </a:lnTo>
                  <a:lnTo>
                    <a:pt x="127" y="246"/>
                  </a:lnTo>
                  <a:lnTo>
                    <a:pt x="183" y="172"/>
                  </a:lnTo>
                  <a:lnTo>
                    <a:pt x="250" y="134"/>
                  </a:lnTo>
                  <a:lnTo>
                    <a:pt x="352" y="130"/>
                  </a:lnTo>
                  <a:lnTo>
                    <a:pt x="377" y="119"/>
                  </a:lnTo>
                  <a:lnTo>
                    <a:pt x="373" y="98"/>
                  </a:lnTo>
                  <a:lnTo>
                    <a:pt x="324" y="57"/>
                  </a:lnTo>
                  <a:lnTo>
                    <a:pt x="299" y="60"/>
                  </a:lnTo>
                  <a:lnTo>
                    <a:pt x="291" y="49"/>
                  </a:lnTo>
                  <a:lnTo>
                    <a:pt x="263" y="49"/>
                  </a:lnTo>
                  <a:lnTo>
                    <a:pt x="221" y="4"/>
                  </a:lnTo>
                  <a:lnTo>
                    <a:pt x="176" y="0"/>
                  </a:lnTo>
                  <a:lnTo>
                    <a:pt x="134" y="11"/>
                  </a:lnTo>
                  <a:lnTo>
                    <a:pt x="98" y="28"/>
                  </a:lnTo>
                  <a:lnTo>
                    <a:pt x="66" y="53"/>
                  </a:lnTo>
                  <a:close/>
                </a:path>
              </a:pathLst>
            </a:custGeom>
            <a:grpFill/>
            <a:ln w="6350">
              <a:solidFill>
                <a:srgbClr val="FFFFFF"/>
              </a:solidFill>
              <a:prstDash val="solid"/>
              <a:round/>
              <a:headEnd/>
              <a:tailEnd/>
            </a:ln>
          </p:spPr>
          <p:txBody>
            <a:bodyPr/>
            <a:lstStyle/>
            <a:p>
              <a:endParaRPr lang="tr-TR" sz="1904" dirty="0">
                <a:latin typeface="Myriad Pro"/>
              </a:endParaRPr>
            </a:p>
          </p:txBody>
        </p:sp>
        <p:sp>
          <p:nvSpPr>
            <p:cNvPr id="51" name="Freeform 85">
              <a:extLst>
                <a:ext uri="{FF2B5EF4-FFF2-40B4-BE49-F238E27FC236}">
                  <a16:creationId xmlns:a16="http://schemas.microsoft.com/office/drawing/2014/main" id="{DD3F351E-529C-4433-BAB7-AC007D71B64B}"/>
                </a:ext>
              </a:extLst>
            </p:cNvPr>
            <p:cNvSpPr>
              <a:spLocks/>
            </p:cNvSpPr>
            <p:nvPr/>
          </p:nvSpPr>
          <p:spPr bwMode="auto">
            <a:xfrm>
              <a:off x="3106" y="3122"/>
              <a:ext cx="1261" cy="634"/>
            </a:xfrm>
            <a:custGeom>
              <a:avLst/>
              <a:gdLst/>
              <a:ahLst/>
              <a:cxnLst>
                <a:cxn ang="0">
                  <a:pos x="414" y="481"/>
                </a:cxn>
                <a:cxn ang="0">
                  <a:pos x="350" y="439"/>
                </a:cxn>
                <a:cxn ang="0">
                  <a:pos x="536" y="375"/>
                </a:cxn>
                <a:cxn ang="0">
                  <a:pos x="655" y="320"/>
                </a:cxn>
                <a:cxn ang="0">
                  <a:pos x="795" y="206"/>
                </a:cxn>
                <a:cxn ang="0">
                  <a:pos x="1021" y="155"/>
                </a:cxn>
                <a:cxn ang="0">
                  <a:pos x="1098" y="202"/>
                </a:cxn>
                <a:cxn ang="0">
                  <a:pos x="1210" y="221"/>
                </a:cxn>
                <a:cxn ang="0">
                  <a:pos x="1288" y="214"/>
                </a:cxn>
                <a:cxn ang="0">
                  <a:pos x="1547" y="227"/>
                </a:cxn>
                <a:cxn ang="0">
                  <a:pos x="1638" y="176"/>
                </a:cxn>
                <a:cxn ang="0">
                  <a:pos x="1773" y="147"/>
                </a:cxn>
                <a:cxn ang="0">
                  <a:pos x="1849" y="49"/>
                </a:cxn>
                <a:cxn ang="0">
                  <a:pos x="1975" y="49"/>
                </a:cxn>
                <a:cxn ang="0">
                  <a:pos x="2053" y="7"/>
                </a:cxn>
                <a:cxn ang="0">
                  <a:pos x="2193" y="161"/>
                </a:cxn>
                <a:cxn ang="0">
                  <a:pos x="2326" y="320"/>
                </a:cxn>
                <a:cxn ang="0">
                  <a:pos x="2411" y="432"/>
                </a:cxn>
                <a:cxn ang="0">
                  <a:pos x="2474" y="536"/>
                </a:cxn>
                <a:cxn ang="0">
                  <a:pos x="2523" y="650"/>
                </a:cxn>
                <a:cxn ang="0">
                  <a:pos x="2390" y="684"/>
                </a:cxn>
                <a:cxn ang="0">
                  <a:pos x="2326" y="691"/>
                </a:cxn>
                <a:cxn ang="0">
                  <a:pos x="2243" y="678"/>
                </a:cxn>
                <a:cxn ang="0">
                  <a:pos x="2178" y="727"/>
                </a:cxn>
                <a:cxn ang="0">
                  <a:pos x="2074" y="748"/>
                </a:cxn>
                <a:cxn ang="0">
                  <a:pos x="2004" y="818"/>
                </a:cxn>
                <a:cxn ang="0">
                  <a:pos x="1849" y="902"/>
                </a:cxn>
                <a:cxn ang="0">
                  <a:pos x="1744" y="930"/>
                </a:cxn>
                <a:cxn ang="0">
                  <a:pos x="1653" y="930"/>
                </a:cxn>
                <a:cxn ang="0">
                  <a:pos x="1470" y="943"/>
                </a:cxn>
                <a:cxn ang="0">
                  <a:pos x="1441" y="1036"/>
                </a:cxn>
                <a:cxn ang="0">
                  <a:pos x="1337" y="1078"/>
                </a:cxn>
                <a:cxn ang="0">
                  <a:pos x="1350" y="1000"/>
                </a:cxn>
                <a:cxn ang="0">
                  <a:pos x="1295" y="1021"/>
                </a:cxn>
                <a:cxn ang="0">
                  <a:pos x="1153" y="1036"/>
                </a:cxn>
                <a:cxn ang="0">
                  <a:pos x="1062" y="1155"/>
                </a:cxn>
                <a:cxn ang="0">
                  <a:pos x="790" y="1135"/>
                </a:cxn>
                <a:cxn ang="0">
                  <a:pos x="628" y="1106"/>
                </a:cxn>
                <a:cxn ang="0">
                  <a:pos x="600" y="1205"/>
                </a:cxn>
                <a:cxn ang="0">
                  <a:pos x="502" y="1267"/>
                </a:cxn>
                <a:cxn ang="0">
                  <a:pos x="439" y="1226"/>
                </a:cxn>
                <a:cxn ang="0">
                  <a:pos x="350" y="1169"/>
                </a:cxn>
                <a:cxn ang="0">
                  <a:pos x="280" y="1140"/>
                </a:cxn>
                <a:cxn ang="0">
                  <a:pos x="217" y="1112"/>
                </a:cxn>
                <a:cxn ang="0">
                  <a:pos x="181" y="1070"/>
                </a:cxn>
                <a:cxn ang="0">
                  <a:pos x="161" y="1008"/>
                </a:cxn>
                <a:cxn ang="0">
                  <a:pos x="28" y="896"/>
                </a:cxn>
                <a:cxn ang="0">
                  <a:pos x="70" y="881"/>
                </a:cxn>
                <a:cxn ang="0">
                  <a:pos x="70" y="782"/>
                </a:cxn>
                <a:cxn ang="0">
                  <a:pos x="13" y="727"/>
                </a:cxn>
                <a:cxn ang="0">
                  <a:pos x="56" y="564"/>
                </a:cxn>
                <a:cxn ang="0">
                  <a:pos x="140" y="579"/>
                </a:cxn>
                <a:cxn ang="0">
                  <a:pos x="202" y="543"/>
                </a:cxn>
              </a:cxnLst>
              <a:rect l="0" t="0" r="r" b="b"/>
              <a:pathLst>
                <a:path w="2523" h="1267">
                  <a:moveTo>
                    <a:pt x="337" y="536"/>
                  </a:moveTo>
                  <a:lnTo>
                    <a:pt x="344" y="489"/>
                  </a:lnTo>
                  <a:lnTo>
                    <a:pt x="414" y="481"/>
                  </a:lnTo>
                  <a:lnTo>
                    <a:pt x="433" y="481"/>
                  </a:lnTo>
                  <a:lnTo>
                    <a:pt x="399" y="453"/>
                  </a:lnTo>
                  <a:lnTo>
                    <a:pt x="350" y="439"/>
                  </a:lnTo>
                  <a:lnTo>
                    <a:pt x="350" y="411"/>
                  </a:lnTo>
                  <a:lnTo>
                    <a:pt x="452" y="382"/>
                  </a:lnTo>
                  <a:lnTo>
                    <a:pt x="536" y="375"/>
                  </a:lnTo>
                  <a:lnTo>
                    <a:pt x="593" y="346"/>
                  </a:lnTo>
                  <a:lnTo>
                    <a:pt x="628" y="362"/>
                  </a:lnTo>
                  <a:lnTo>
                    <a:pt x="655" y="320"/>
                  </a:lnTo>
                  <a:lnTo>
                    <a:pt x="719" y="263"/>
                  </a:lnTo>
                  <a:lnTo>
                    <a:pt x="761" y="227"/>
                  </a:lnTo>
                  <a:lnTo>
                    <a:pt x="795" y="206"/>
                  </a:lnTo>
                  <a:lnTo>
                    <a:pt x="860" y="206"/>
                  </a:lnTo>
                  <a:lnTo>
                    <a:pt x="922" y="187"/>
                  </a:lnTo>
                  <a:lnTo>
                    <a:pt x="1021" y="155"/>
                  </a:lnTo>
                  <a:lnTo>
                    <a:pt x="1041" y="155"/>
                  </a:lnTo>
                  <a:lnTo>
                    <a:pt x="1070" y="182"/>
                  </a:lnTo>
                  <a:lnTo>
                    <a:pt x="1098" y="202"/>
                  </a:lnTo>
                  <a:lnTo>
                    <a:pt x="1140" y="182"/>
                  </a:lnTo>
                  <a:lnTo>
                    <a:pt x="1182" y="202"/>
                  </a:lnTo>
                  <a:lnTo>
                    <a:pt x="1210" y="221"/>
                  </a:lnTo>
                  <a:lnTo>
                    <a:pt x="1246" y="227"/>
                  </a:lnTo>
                  <a:lnTo>
                    <a:pt x="1267" y="242"/>
                  </a:lnTo>
                  <a:lnTo>
                    <a:pt x="1288" y="214"/>
                  </a:lnTo>
                  <a:lnTo>
                    <a:pt x="1350" y="235"/>
                  </a:lnTo>
                  <a:lnTo>
                    <a:pt x="1456" y="242"/>
                  </a:lnTo>
                  <a:lnTo>
                    <a:pt x="1547" y="227"/>
                  </a:lnTo>
                  <a:lnTo>
                    <a:pt x="1589" y="206"/>
                  </a:lnTo>
                  <a:lnTo>
                    <a:pt x="1610" y="195"/>
                  </a:lnTo>
                  <a:lnTo>
                    <a:pt x="1638" y="176"/>
                  </a:lnTo>
                  <a:lnTo>
                    <a:pt x="1688" y="187"/>
                  </a:lnTo>
                  <a:lnTo>
                    <a:pt x="1729" y="182"/>
                  </a:lnTo>
                  <a:lnTo>
                    <a:pt x="1773" y="147"/>
                  </a:lnTo>
                  <a:lnTo>
                    <a:pt x="1835" y="106"/>
                  </a:lnTo>
                  <a:lnTo>
                    <a:pt x="1843" y="77"/>
                  </a:lnTo>
                  <a:lnTo>
                    <a:pt x="1849" y="49"/>
                  </a:lnTo>
                  <a:lnTo>
                    <a:pt x="1885" y="41"/>
                  </a:lnTo>
                  <a:lnTo>
                    <a:pt x="1919" y="49"/>
                  </a:lnTo>
                  <a:lnTo>
                    <a:pt x="1975" y="49"/>
                  </a:lnTo>
                  <a:lnTo>
                    <a:pt x="1996" y="28"/>
                  </a:lnTo>
                  <a:lnTo>
                    <a:pt x="2025" y="0"/>
                  </a:lnTo>
                  <a:lnTo>
                    <a:pt x="2053" y="7"/>
                  </a:lnTo>
                  <a:lnTo>
                    <a:pt x="2066" y="36"/>
                  </a:lnTo>
                  <a:lnTo>
                    <a:pt x="2144" y="49"/>
                  </a:lnTo>
                  <a:lnTo>
                    <a:pt x="2193" y="161"/>
                  </a:lnTo>
                  <a:lnTo>
                    <a:pt x="2347" y="168"/>
                  </a:lnTo>
                  <a:lnTo>
                    <a:pt x="2396" y="227"/>
                  </a:lnTo>
                  <a:lnTo>
                    <a:pt x="2326" y="320"/>
                  </a:lnTo>
                  <a:lnTo>
                    <a:pt x="2362" y="346"/>
                  </a:lnTo>
                  <a:lnTo>
                    <a:pt x="2354" y="411"/>
                  </a:lnTo>
                  <a:lnTo>
                    <a:pt x="2411" y="432"/>
                  </a:lnTo>
                  <a:lnTo>
                    <a:pt x="2383" y="523"/>
                  </a:lnTo>
                  <a:lnTo>
                    <a:pt x="2424" y="523"/>
                  </a:lnTo>
                  <a:lnTo>
                    <a:pt x="2474" y="536"/>
                  </a:lnTo>
                  <a:lnTo>
                    <a:pt x="2466" y="564"/>
                  </a:lnTo>
                  <a:lnTo>
                    <a:pt x="2481" y="608"/>
                  </a:lnTo>
                  <a:lnTo>
                    <a:pt x="2523" y="650"/>
                  </a:lnTo>
                  <a:lnTo>
                    <a:pt x="2495" y="663"/>
                  </a:lnTo>
                  <a:lnTo>
                    <a:pt x="2460" y="670"/>
                  </a:lnTo>
                  <a:lnTo>
                    <a:pt x="2390" y="684"/>
                  </a:lnTo>
                  <a:lnTo>
                    <a:pt x="2362" y="699"/>
                  </a:lnTo>
                  <a:lnTo>
                    <a:pt x="2326" y="670"/>
                  </a:lnTo>
                  <a:lnTo>
                    <a:pt x="2326" y="691"/>
                  </a:lnTo>
                  <a:lnTo>
                    <a:pt x="2305" y="705"/>
                  </a:lnTo>
                  <a:lnTo>
                    <a:pt x="2271" y="712"/>
                  </a:lnTo>
                  <a:lnTo>
                    <a:pt x="2243" y="678"/>
                  </a:lnTo>
                  <a:lnTo>
                    <a:pt x="2201" y="699"/>
                  </a:lnTo>
                  <a:lnTo>
                    <a:pt x="2214" y="727"/>
                  </a:lnTo>
                  <a:lnTo>
                    <a:pt x="2178" y="727"/>
                  </a:lnTo>
                  <a:lnTo>
                    <a:pt x="2123" y="727"/>
                  </a:lnTo>
                  <a:lnTo>
                    <a:pt x="2102" y="754"/>
                  </a:lnTo>
                  <a:lnTo>
                    <a:pt x="2074" y="748"/>
                  </a:lnTo>
                  <a:lnTo>
                    <a:pt x="2046" y="754"/>
                  </a:lnTo>
                  <a:lnTo>
                    <a:pt x="2046" y="775"/>
                  </a:lnTo>
                  <a:lnTo>
                    <a:pt x="2004" y="818"/>
                  </a:lnTo>
                  <a:lnTo>
                    <a:pt x="1947" y="867"/>
                  </a:lnTo>
                  <a:lnTo>
                    <a:pt x="1856" y="873"/>
                  </a:lnTo>
                  <a:lnTo>
                    <a:pt x="1849" y="902"/>
                  </a:lnTo>
                  <a:lnTo>
                    <a:pt x="1843" y="917"/>
                  </a:lnTo>
                  <a:lnTo>
                    <a:pt x="1794" y="917"/>
                  </a:lnTo>
                  <a:lnTo>
                    <a:pt x="1744" y="930"/>
                  </a:lnTo>
                  <a:lnTo>
                    <a:pt x="1701" y="917"/>
                  </a:lnTo>
                  <a:lnTo>
                    <a:pt x="1680" y="902"/>
                  </a:lnTo>
                  <a:lnTo>
                    <a:pt x="1653" y="930"/>
                  </a:lnTo>
                  <a:lnTo>
                    <a:pt x="1589" y="958"/>
                  </a:lnTo>
                  <a:lnTo>
                    <a:pt x="1511" y="958"/>
                  </a:lnTo>
                  <a:lnTo>
                    <a:pt x="1470" y="943"/>
                  </a:lnTo>
                  <a:lnTo>
                    <a:pt x="1436" y="979"/>
                  </a:lnTo>
                  <a:lnTo>
                    <a:pt x="1441" y="1036"/>
                  </a:lnTo>
                  <a:lnTo>
                    <a:pt x="1441" y="1036"/>
                  </a:lnTo>
                  <a:lnTo>
                    <a:pt x="1400" y="1112"/>
                  </a:lnTo>
                  <a:lnTo>
                    <a:pt x="1365" y="1127"/>
                  </a:lnTo>
                  <a:lnTo>
                    <a:pt x="1337" y="1078"/>
                  </a:lnTo>
                  <a:lnTo>
                    <a:pt x="1322" y="1057"/>
                  </a:lnTo>
                  <a:lnTo>
                    <a:pt x="1337" y="1021"/>
                  </a:lnTo>
                  <a:lnTo>
                    <a:pt x="1350" y="1000"/>
                  </a:lnTo>
                  <a:lnTo>
                    <a:pt x="1337" y="987"/>
                  </a:lnTo>
                  <a:lnTo>
                    <a:pt x="1316" y="987"/>
                  </a:lnTo>
                  <a:lnTo>
                    <a:pt x="1295" y="1021"/>
                  </a:lnTo>
                  <a:lnTo>
                    <a:pt x="1252" y="1057"/>
                  </a:lnTo>
                  <a:lnTo>
                    <a:pt x="1210" y="1042"/>
                  </a:lnTo>
                  <a:lnTo>
                    <a:pt x="1153" y="1036"/>
                  </a:lnTo>
                  <a:lnTo>
                    <a:pt x="1091" y="1119"/>
                  </a:lnTo>
                  <a:lnTo>
                    <a:pt x="1070" y="1135"/>
                  </a:lnTo>
                  <a:lnTo>
                    <a:pt x="1062" y="1155"/>
                  </a:lnTo>
                  <a:lnTo>
                    <a:pt x="971" y="1184"/>
                  </a:lnTo>
                  <a:lnTo>
                    <a:pt x="951" y="1184"/>
                  </a:lnTo>
                  <a:lnTo>
                    <a:pt x="790" y="1135"/>
                  </a:lnTo>
                  <a:lnTo>
                    <a:pt x="740" y="1127"/>
                  </a:lnTo>
                  <a:lnTo>
                    <a:pt x="683" y="1112"/>
                  </a:lnTo>
                  <a:lnTo>
                    <a:pt x="628" y="1106"/>
                  </a:lnTo>
                  <a:lnTo>
                    <a:pt x="613" y="1140"/>
                  </a:lnTo>
                  <a:lnTo>
                    <a:pt x="606" y="1190"/>
                  </a:lnTo>
                  <a:lnTo>
                    <a:pt x="600" y="1205"/>
                  </a:lnTo>
                  <a:lnTo>
                    <a:pt x="557" y="1218"/>
                  </a:lnTo>
                  <a:lnTo>
                    <a:pt x="551" y="1218"/>
                  </a:lnTo>
                  <a:lnTo>
                    <a:pt x="502" y="1267"/>
                  </a:lnTo>
                  <a:lnTo>
                    <a:pt x="473" y="1267"/>
                  </a:lnTo>
                  <a:lnTo>
                    <a:pt x="460" y="1231"/>
                  </a:lnTo>
                  <a:lnTo>
                    <a:pt x="439" y="1226"/>
                  </a:lnTo>
                  <a:lnTo>
                    <a:pt x="414" y="1205"/>
                  </a:lnTo>
                  <a:lnTo>
                    <a:pt x="407" y="1176"/>
                  </a:lnTo>
                  <a:lnTo>
                    <a:pt x="350" y="1169"/>
                  </a:lnTo>
                  <a:lnTo>
                    <a:pt x="322" y="1155"/>
                  </a:lnTo>
                  <a:lnTo>
                    <a:pt x="316" y="1140"/>
                  </a:lnTo>
                  <a:lnTo>
                    <a:pt x="280" y="1140"/>
                  </a:lnTo>
                  <a:lnTo>
                    <a:pt x="252" y="1112"/>
                  </a:lnTo>
                  <a:lnTo>
                    <a:pt x="246" y="1099"/>
                  </a:lnTo>
                  <a:lnTo>
                    <a:pt x="217" y="1112"/>
                  </a:lnTo>
                  <a:lnTo>
                    <a:pt x="189" y="1106"/>
                  </a:lnTo>
                  <a:lnTo>
                    <a:pt x="176" y="1099"/>
                  </a:lnTo>
                  <a:lnTo>
                    <a:pt x="181" y="1070"/>
                  </a:lnTo>
                  <a:lnTo>
                    <a:pt x="140" y="1042"/>
                  </a:lnTo>
                  <a:lnTo>
                    <a:pt x="147" y="1021"/>
                  </a:lnTo>
                  <a:lnTo>
                    <a:pt x="161" y="1008"/>
                  </a:lnTo>
                  <a:lnTo>
                    <a:pt x="119" y="979"/>
                  </a:lnTo>
                  <a:lnTo>
                    <a:pt x="13" y="938"/>
                  </a:lnTo>
                  <a:lnTo>
                    <a:pt x="28" y="896"/>
                  </a:lnTo>
                  <a:lnTo>
                    <a:pt x="62" y="896"/>
                  </a:lnTo>
                  <a:lnTo>
                    <a:pt x="77" y="922"/>
                  </a:lnTo>
                  <a:lnTo>
                    <a:pt x="70" y="881"/>
                  </a:lnTo>
                  <a:lnTo>
                    <a:pt x="90" y="847"/>
                  </a:lnTo>
                  <a:lnTo>
                    <a:pt x="106" y="811"/>
                  </a:lnTo>
                  <a:lnTo>
                    <a:pt x="70" y="782"/>
                  </a:lnTo>
                  <a:lnTo>
                    <a:pt x="41" y="754"/>
                  </a:lnTo>
                  <a:lnTo>
                    <a:pt x="41" y="727"/>
                  </a:lnTo>
                  <a:lnTo>
                    <a:pt x="13" y="727"/>
                  </a:lnTo>
                  <a:lnTo>
                    <a:pt x="0" y="720"/>
                  </a:lnTo>
                  <a:lnTo>
                    <a:pt x="7" y="655"/>
                  </a:lnTo>
                  <a:lnTo>
                    <a:pt x="56" y="564"/>
                  </a:lnTo>
                  <a:lnTo>
                    <a:pt x="62" y="564"/>
                  </a:lnTo>
                  <a:lnTo>
                    <a:pt x="106" y="564"/>
                  </a:lnTo>
                  <a:lnTo>
                    <a:pt x="140" y="579"/>
                  </a:lnTo>
                  <a:lnTo>
                    <a:pt x="161" y="579"/>
                  </a:lnTo>
                  <a:lnTo>
                    <a:pt x="161" y="551"/>
                  </a:lnTo>
                  <a:lnTo>
                    <a:pt x="202" y="543"/>
                  </a:lnTo>
                  <a:lnTo>
                    <a:pt x="280" y="543"/>
                  </a:lnTo>
                  <a:lnTo>
                    <a:pt x="337" y="536"/>
                  </a:lnTo>
                  <a:close/>
                </a:path>
              </a:pathLst>
            </a:custGeom>
            <a:grpFill/>
            <a:ln w="6350">
              <a:solidFill>
                <a:srgbClr val="FFFFFF"/>
              </a:solidFill>
              <a:prstDash val="solid"/>
              <a:round/>
              <a:headEnd/>
              <a:tailEnd/>
            </a:ln>
          </p:spPr>
          <p:txBody>
            <a:bodyPr/>
            <a:lstStyle/>
            <a:p>
              <a:endParaRPr lang="tr-TR" sz="1904" dirty="0">
                <a:latin typeface="Myriad Pro"/>
              </a:endParaRPr>
            </a:p>
          </p:txBody>
        </p:sp>
        <p:grpSp>
          <p:nvGrpSpPr>
            <p:cNvPr id="52" name="Group 88">
              <a:extLst>
                <a:ext uri="{FF2B5EF4-FFF2-40B4-BE49-F238E27FC236}">
                  <a16:creationId xmlns:a16="http://schemas.microsoft.com/office/drawing/2014/main" id="{D52B83DD-816B-4FF8-86EA-38772ECD1868}"/>
                </a:ext>
              </a:extLst>
            </p:cNvPr>
            <p:cNvGrpSpPr>
              <a:grpSpLocks/>
            </p:cNvGrpSpPr>
            <p:nvPr/>
          </p:nvGrpSpPr>
          <p:grpSpPr bwMode="auto">
            <a:xfrm>
              <a:off x="3557" y="3317"/>
              <a:ext cx="673" cy="186"/>
              <a:chOff x="3557" y="3317"/>
              <a:chExt cx="673" cy="186"/>
            </a:xfrm>
            <a:grpFill/>
          </p:grpSpPr>
          <p:sp>
            <p:nvSpPr>
              <p:cNvPr id="53" name="Freeform 86">
                <a:extLst>
                  <a:ext uri="{FF2B5EF4-FFF2-40B4-BE49-F238E27FC236}">
                    <a16:creationId xmlns:a16="http://schemas.microsoft.com/office/drawing/2014/main" id="{E6EA0D09-DBD2-42AD-990E-CC837C67525B}"/>
                  </a:ext>
                </a:extLst>
              </p:cNvPr>
              <p:cNvSpPr>
                <a:spLocks/>
              </p:cNvSpPr>
              <p:nvPr/>
            </p:nvSpPr>
            <p:spPr bwMode="auto">
              <a:xfrm>
                <a:off x="3557" y="3460"/>
                <a:ext cx="35" cy="43"/>
              </a:xfrm>
              <a:custGeom>
                <a:avLst/>
                <a:gdLst/>
                <a:ahLst/>
                <a:cxnLst>
                  <a:cxn ang="0">
                    <a:pos x="14" y="0"/>
                  </a:cxn>
                  <a:cxn ang="0">
                    <a:pos x="14" y="25"/>
                  </a:cxn>
                  <a:cxn ang="0">
                    <a:pos x="0" y="59"/>
                  </a:cxn>
                  <a:cxn ang="0">
                    <a:pos x="0" y="80"/>
                  </a:cxn>
                  <a:cxn ang="0">
                    <a:pos x="29" y="80"/>
                  </a:cxn>
                  <a:cxn ang="0">
                    <a:pos x="50" y="87"/>
                  </a:cxn>
                  <a:cxn ang="0">
                    <a:pos x="70" y="67"/>
                  </a:cxn>
                  <a:cxn ang="0">
                    <a:pos x="33" y="25"/>
                  </a:cxn>
                  <a:cxn ang="0">
                    <a:pos x="14" y="0"/>
                  </a:cxn>
                </a:cxnLst>
                <a:rect l="0" t="0" r="r" b="b"/>
                <a:pathLst>
                  <a:path w="70" h="87">
                    <a:moveTo>
                      <a:pt x="14" y="0"/>
                    </a:moveTo>
                    <a:lnTo>
                      <a:pt x="14" y="25"/>
                    </a:lnTo>
                    <a:lnTo>
                      <a:pt x="0" y="59"/>
                    </a:lnTo>
                    <a:lnTo>
                      <a:pt x="0" y="80"/>
                    </a:lnTo>
                    <a:lnTo>
                      <a:pt x="29" y="80"/>
                    </a:lnTo>
                    <a:lnTo>
                      <a:pt x="50" y="87"/>
                    </a:lnTo>
                    <a:lnTo>
                      <a:pt x="70" y="67"/>
                    </a:lnTo>
                    <a:lnTo>
                      <a:pt x="33" y="25"/>
                    </a:lnTo>
                    <a:lnTo>
                      <a:pt x="14" y="0"/>
                    </a:lnTo>
                    <a:close/>
                  </a:path>
                </a:pathLst>
              </a:custGeom>
              <a:solidFill>
                <a:schemeClr val="bg1"/>
              </a:solidFill>
              <a:ln w="6350">
                <a:solidFill>
                  <a:srgbClr val="FFFFFF"/>
                </a:solidFill>
                <a:prstDash val="solid"/>
                <a:round/>
                <a:headEnd/>
                <a:tailEnd/>
              </a:ln>
            </p:spPr>
            <p:txBody>
              <a:bodyPr/>
              <a:lstStyle/>
              <a:p>
                <a:endParaRPr lang="tr-TR" sz="1904" dirty="0">
                  <a:latin typeface="Myriad Pro"/>
                </a:endParaRPr>
              </a:p>
            </p:txBody>
          </p:sp>
          <p:sp>
            <p:nvSpPr>
              <p:cNvPr id="54" name="Freeform 87">
                <a:extLst>
                  <a:ext uri="{FF2B5EF4-FFF2-40B4-BE49-F238E27FC236}">
                    <a16:creationId xmlns:a16="http://schemas.microsoft.com/office/drawing/2014/main" id="{B369D7D2-305E-4359-AE3D-FB3DF98E63C2}"/>
                  </a:ext>
                </a:extLst>
              </p:cNvPr>
              <p:cNvSpPr>
                <a:spLocks/>
              </p:cNvSpPr>
              <p:nvPr/>
            </p:nvSpPr>
            <p:spPr bwMode="auto">
              <a:xfrm>
                <a:off x="4161" y="3317"/>
                <a:ext cx="69" cy="67"/>
              </a:xfrm>
              <a:custGeom>
                <a:avLst/>
                <a:gdLst/>
                <a:ahLst/>
                <a:cxnLst>
                  <a:cxn ang="0">
                    <a:pos x="138" y="8"/>
                  </a:cxn>
                  <a:cxn ang="0">
                    <a:pos x="97" y="63"/>
                  </a:cxn>
                  <a:cxn ang="0">
                    <a:pos x="104" y="99"/>
                  </a:cxn>
                  <a:cxn ang="0">
                    <a:pos x="104" y="112"/>
                  </a:cxn>
                  <a:cxn ang="0">
                    <a:pos x="28" y="133"/>
                  </a:cxn>
                  <a:cxn ang="0">
                    <a:pos x="8" y="125"/>
                  </a:cxn>
                  <a:cxn ang="0">
                    <a:pos x="8" y="99"/>
                  </a:cxn>
                  <a:cxn ang="0">
                    <a:pos x="0" y="70"/>
                  </a:cxn>
                  <a:cxn ang="0">
                    <a:pos x="34" y="34"/>
                  </a:cxn>
                  <a:cxn ang="0">
                    <a:pos x="55" y="28"/>
                  </a:cxn>
                  <a:cxn ang="0">
                    <a:pos x="76" y="0"/>
                  </a:cxn>
                  <a:cxn ang="0">
                    <a:pos x="138" y="8"/>
                  </a:cxn>
                </a:cxnLst>
                <a:rect l="0" t="0" r="r" b="b"/>
                <a:pathLst>
                  <a:path w="138" h="133">
                    <a:moveTo>
                      <a:pt x="138" y="8"/>
                    </a:moveTo>
                    <a:lnTo>
                      <a:pt x="97" y="63"/>
                    </a:lnTo>
                    <a:lnTo>
                      <a:pt x="104" y="99"/>
                    </a:lnTo>
                    <a:lnTo>
                      <a:pt x="104" y="112"/>
                    </a:lnTo>
                    <a:lnTo>
                      <a:pt x="28" y="133"/>
                    </a:lnTo>
                    <a:lnTo>
                      <a:pt x="8" y="125"/>
                    </a:lnTo>
                    <a:lnTo>
                      <a:pt x="8" y="99"/>
                    </a:lnTo>
                    <a:lnTo>
                      <a:pt x="0" y="70"/>
                    </a:lnTo>
                    <a:lnTo>
                      <a:pt x="34" y="34"/>
                    </a:lnTo>
                    <a:lnTo>
                      <a:pt x="55" y="28"/>
                    </a:lnTo>
                    <a:lnTo>
                      <a:pt x="76" y="0"/>
                    </a:lnTo>
                    <a:lnTo>
                      <a:pt x="138" y="8"/>
                    </a:lnTo>
                    <a:close/>
                  </a:path>
                </a:pathLst>
              </a:custGeom>
              <a:solidFill>
                <a:schemeClr val="bg1"/>
              </a:solidFill>
              <a:ln w="6350">
                <a:solidFill>
                  <a:srgbClr val="FFFFFF"/>
                </a:solidFill>
                <a:prstDash val="solid"/>
                <a:round/>
                <a:headEnd/>
                <a:tailEnd/>
              </a:ln>
            </p:spPr>
            <p:txBody>
              <a:bodyPr/>
              <a:lstStyle/>
              <a:p>
                <a:endParaRPr lang="tr-TR" sz="1904" dirty="0">
                  <a:latin typeface="Myriad Pro"/>
                </a:endParaRPr>
              </a:p>
            </p:txBody>
          </p:sp>
        </p:grpSp>
      </p:grpSp>
      <p:sp>
        <p:nvSpPr>
          <p:cNvPr id="55" name="Freeform 118">
            <a:extLst>
              <a:ext uri="{FF2B5EF4-FFF2-40B4-BE49-F238E27FC236}">
                <a16:creationId xmlns:a16="http://schemas.microsoft.com/office/drawing/2014/main" id="{B7F5E3AC-9247-4082-BCFB-6A7F86737A25}"/>
              </a:ext>
            </a:extLst>
          </p:cNvPr>
          <p:cNvSpPr>
            <a:spLocks/>
          </p:cNvSpPr>
          <p:nvPr/>
        </p:nvSpPr>
        <p:spPr bwMode="auto">
          <a:xfrm>
            <a:off x="4202410" y="2910960"/>
            <a:ext cx="893639" cy="428107"/>
          </a:xfrm>
          <a:custGeom>
            <a:avLst/>
            <a:gdLst/>
            <a:ahLst/>
            <a:cxnLst>
              <a:cxn ang="0">
                <a:pos x="227" y="15"/>
              </a:cxn>
              <a:cxn ang="0">
                <a:pos x="250" y="0"/>
              </a:cxn>
              <a:cxn ang="0">
                <a:pos x="276" y="0"/>
              </a:cxn>
              <a:cxn ang="0">
                <a:pos x="288" y="20"/>
              </a:cxn>
              <a:cxn ang="0">
                <a:pos x="312" y="3"/>
              </a:cxn>
              <a:cxn ang="0">
                <a:pos x="337" y="11"/>
              </a:cxn>
              <a:cxn ang="0">
                <a:pos x="375" y="49"/>
              </a:cxn>
              <a:cxn ang="0">
                <a:pos x="416" y="66"/>
              </a:cxn>
              <a:cxn ang="0">
                <a:pos x="432" y="70"/>
              </a:cxn>
              <a:cxn ang="0">
                <a:pos x="452" y="53"/>
              </a:cxn>
              <a:cxn ang="0">
                <a:pos x="473" y="45"/>
              </a:cxn>
              <a:cxn ang="0">
                <a:pos x="530" y="60"/>
              </a:cxn>
              <a:cxn ang="0">
                <a:pos x="606" y="77"/>
              </a:cxn>
              <a:cxn ang="0">
                <a:pos x="667" y="94"/>
              </a:cxn>
              <a:cxn ang="0">
                <a:pos x="646" y="119"/>
              </a:cxn>
              <a:cxn ang="0">
                <a:pos x="606" y="159"/>
              </a:cxn>
              <a:cxn ang="0">
                <a:pos x="596" y="172"/>
              </a:cxn>
              <a:cxn ang="0">
                <a:pos x="600" y="200"/>
              </a:cxn>
              <a:cxn ang="0">
                <a:pos x="572" y="200"/>
              </a:cxn>
              <a:cxn ang="0">
                <a:pos x="543" y="180"/>
              </a:cxn>
              <a:cxn ang="0">
                <a:pos x="515" y="172"/>
              </a:cxn>
              <a:cxn ang="0">
                <a:pos x="441" y="189"/>
              </a:cxn>
              <a:cxn ang="0">
                <a:pos x="422" y="206"/>
              </a:cxn>
              <a:cxn ang="0">
                <a:pos x="401" y="233"/>
              </a:cxn>
              <a:cxn ang="0">
                <a:pos x="362" y="257"/>
              </a:cxn>
              <a:cxn ang="0">
                <a:pos x="339" y="257"/>
              </a:cxn>
              <a:cxn ang="0">
                <a:pos x="314" y="236"/>
              </a:cxn>
              <a:cxn ang="0">
                <a:pos x="293" y="236"/>
              </a:cxn>
              <a:cxn ang="0">
                <a:pos x="218" y="272"/>
              </a:cxn>
              <a:cxn ang="0">
                <a:pos x="182" y="291"/>
              </a:cxn>
              <a:cxn ang="0">
                <a:pos x="155" y="295"/>
              </a:cxn>
              <a:cxn ang="0">
                <a:pos x="94" y="291"/>
              </a:cxn>
              <a:cxn ang="0">
                <a:pos x="70" y="291"/>
              </a:cxn>
              <a:cxn ang="0">
                <a:pos x="51" y="263"/>
              </a:cxn>
              <a:cxn ang="0">
                <a:pos x="41" y="254"/>
              </a:cxn>
              <a:cxn ang="0">
                <a:pos x="21" y="242"/>
              </a:cxn>
              <a:cxn ang="0">
                <a:pos x="9" y="229"/>
              </a:cxn>
              <a:cxn ang="0">
                <a:pos x="0" y="200"/>
              </a:cxn>
              <a:cxn ang="0">
                <a:pos x="0" y="168"/>
              </a:cxn>
              <a:cxn ang="0">
                <a:pos x="64" y="142"/>
              </a:cxn>
              <a:cxn ang="0">
                <a:pos x="136" y="142"/>
              </a:cxn>
              <a:cxn ang="0">
                <a:pos x="180" y="102"/>
              </a:cxn>
              <a:cxn ang="0">
                <a:pos x="185" y="34"/>
              </a:cxn>
              <a:cxn ang="0">
                <a:pos x="227" y="15"/>
              </a:cxn>
            </a:cxnLst>
            <a:rect l="0" t="0" r="r" b="b"/>
            <a:pathLst>
              <a:path w="667" h="295">
                <a:moveTo>
                  <a:pt x="227" y="15"/>
                </a:moveTo>
                <a:lnTo>
                  <a:pt x="250" y="0"/>
                </a:lnTo>
                <a:lnTo>
                  <a:pt x="276" y="0"/>
                </a:lnTo>
                <a:lnTo>
                  <a:pt x="288" y="20"/>
                </a:lnTo>
                <a:lnTo>
                  <a:pt x="312" y="3"/>
                </a:lnTo>
                <a:lnTo>
                  <a:pt x="337" y="11"/>
                </a:lnTo>
                <a:lnTo>
                  <a:pt x="375" y="49"/>
                </a:lnTo>
                <a:lnTo>
                  <a:pt x="416" y="66"/>
                </a:lnTo>
                <a:lnTo>
                  <a:pt x="432" y="70"/>
                </a:lnTo>
                <a:lnTo>
                  <a:pt x="452" y="53"/>
                </a:lnTo>
                <a:lnTo>
                  <a:pt x="473" y="45"/>
                </a:lnTo>
                <a:lnTo>
                  <a:pt x="530" y="60"/>
                </a:lnTo>
                <a:lnTo>
                  <a:pt x="606" y="77"/>
                </a:lnTo>
                <a:lnTo>
                  <a:pt x="667" y="94"/>
                </a:lnTo>
                <a:lnTo>
                  <a:pt x="646" y="119"/>
                </a:lnTo>
                <a:lnTo>
                  <a:pt x="606" y="159"/>
                </a:lnTo>
                <a:lnTo>
                  <a:pt x="596" y="172"/>
                </a:lnTo>
                <a:lnTo>
                  <a:pt x="600" y="200"/>
                </a:lnTo>
                <a:lnTo>
                  <a:pt x="572" y="200"/>
                </a:lnTo>
                <a:lnTo>
                  <a:pt x="543" y="180"/>
                </a:lnTo>
                <a:lnTo>
                  <a:pt x="515" y="172"/>
                </a:lnTo>
                <a:lnTo>
                  <a:pt x="441" y="189"/>
                </a:lnTo>
                <a:lnTo>
                  <a:pt x="422" y="206"/>
                </a:lnTo>
                <a:lnTo>
                  <a:pt x="401" y="233"/>
                </a:lnTo>
                <a:lnTo>
                  <a:pt x="362" y="257"/>
                </a:lnTo>
                <a:lnTo>
                  <a:pt x="339" y="257"/>
                </a:lnTo>
                <a:lnTo>
                  <a:pt x="314" y="236"/>
                </a:lnTo>
                <a:lnTo>
                  <a:pt x="293" y="236"/>
                </a:lnTo>
                <a:lnTo>
                  <a:pt x="218" y="272"/>
                </a:lnTo>
                <a:lnTo>
                  <a:pt x="182" y="291"/>
                </a:lnTo>
                <a:lnTo>
                  <a:pt x="155" y="295"/>
                </a:lnTo>
                <a:lnTo>
                  <a:pt x="94" y="291"/>
                </a:lnTo>
                <a:lnTo>
                  <a:pt x="70" y="291"/>
                </a:lnTo>
                <a:lnTo>
                  <a:pt x="51" y="263"/>
                </a:lnTo>
                <a:lnTo>
                  <a:pt x="41" y="254"/>
                </a:lnTo>
                <a:lnTo>
                  <a:pt x="21" y="242"/>
                </a:lnTo>
                <a:lnTo>
                  <a:pt x="9" y="229"/>
                </a:lnTo>
                <a:lnTo>
                  <a:pt x="0" y="200"/>
                </a:lnTo>
                <a:lnTo>
                  <a:pt x="0" y="168"/>
                </a:lnTo>
                <a:lnTo>
                  <a:pt x="64" y="142"/>
                </a:lnTo>
                <a:lnTo>
                  <a:pt x="136" y="142"/>
                </a:lnTo>
                <a:lnTo>
                  <a:pt x="180" y="102"/>
                </a:lnTo>
                <a:lnTo>
                  <a:pt x="185" y="34"/>
                </a:lnTo>
                <a:lnTo>
                  <a:pt x="227" y="15"/>
                </a:lnTo>
                <a:close/>
              </a:path>
            </a:pathLst>
          </a:custGeom>
          <a:solidFill>
            <a:srgbClr val="3829FF"/>
          </a:solidFill>
          <a:ln w="6350">
            <a:solidFill>
              <a:srgbClr val="FFFFFF"/>
            </a:solidFill>
            <a:prstDash val="solid"/>
            <a:round/>
            <a:headEnd/>
            <a:tailEnd/>
          </a:ln>
        </p:spPr>
        <p:txBody>
          <a:bodyPr/>
          <a:lstStyle/>
          <a:p>
            <a:endParaRPr lang="tr-TR" sz="1904" dirty="0">
              <a:latin typeface="Myriad Pro"/>
            </a:endParaRPr>
          </a:p>
        </p:txBody>
      </p:sp>
      <p:sp>
        <p:nvSpPr>
          <p:cNvPr id="56" name="Freeform 30">
            <a:extLst>
              <a:ext uri="{FF2B5EF4-FFF2-40B4-BE49-F238E27FC236}">
                <a16:creationId xmlns:a16="http://schemas.microsoft.com/office/drawing/2014/main" id="{4B282F0E-3DED-4C08-8002-A65590EF4E59}"/>
              </a:ext>
            </a:extLst>
          </p:cNvPr>
          <p:cNvSpPr>
            <a:spLocks/>
          </p:cNvSpPr>
          <p:nvPr/>
        </p:nvSpPr>
        <p:spPr bwMode="auto">
          <a:xfrm rot="20874196">
            <a:off x="7036637" y="6040597"/>
            <a:ext cx="375449" cy="256526"/>
          </a:xfrm>
          <a:custGeom>
            <a:avLst/>
            <a:gdLst/>
            <a:ahLst/>
            <a:cxnLst>
              <a:cxn ang="0">
                <a:pos x="123" y="0"/>
              </a:cxn>
              <a:cxn ang="0">
                <a:pos x="131" y="8"/>
              </a:cxn>
              <a:cxn ang="0">
                <a:pos x="123" y="17"/>
              </a:cxn>
              <a:cxn ang="0">
                <a:pos x="131" y="34"/>
              </a:cxn>
              <a:cxn ang="0">
                <a:pos x="121" y="55"/>
              </a:cxn>
              <a:cxn ang="0">
                <a:pos x="102" y="69"/>
              </a:cxn>
              <a:cxn ang="0">
                <a:pos x="110" y="86"/>
              </a:cxn>
              <a:cxn ang="0">
                <a:pos x="102" y="101"/>
              </a:cxn>
              <a:cxn ang="0">
                <a:pos x="110" y="118"/>
              </a:cxn>
              <a:cxn ang="0">
                <a:pos x="85" y="156"/>
              </a:cxn>
              <a:cxn ang="0">
                <a:pos x="30" y="118"/>
              </a:cxn>
              <a:cxn ang="0">
                <a:pos x="0" y="97"/>
              </a:cxn>
              <a:cxn ang="0">
                <a:pos x="17" y="86"/>
              </a:cxn>
              <a:cxn ang="0">
                <a:pos x="17" y="61"/>
              </a:cxn>
              <a:cxn ang="0">
                <a:pos x="51" y="42"/>
              </a:cxn>
              <a:cxn ang="0">
                <a:pos x="68" y="50"/>
              </a:cxn>
              <a:cxn ang="0">
                <a:pos x="85" y="42"/>
              </a:cxn>
              <a:cxn ang="0">
                <a:pos x="114" y="21"/>
              </a:cxn>
              <a:cxn ang="0">
                <a:pos x="123" y="0"/>
              </a:cxn>
            </a:cxnLst>
            <a:rect l="0" t="0" r="r" b="b"/>
            <a:pathLst>
              <a:path w="131" h="156">
                <a:moveTo>
                  <a:pt x="123" y="0"/>
                </a:moveTo>
                <a:lnTo>
                  <a:pt x="131" y="8"/>
                </a:lnTo>
                <a:lnTo>
                  <a:pt x="123" y="17"/>
                </a:lnTo>
                <a:lnTo>
                  <a:pt x="131" y="34"/>
                </a:lnTo>
                <a:lnTo>
                  <a:pt x="121" y="55"/>
                </a:lnTo>
                <a:lnTo>
                  <a:pt x="102" y="69"/>
                </a:lnTo>
                <a:lnTo>
                  <a:pt x="110" y="86"/>
                </a:lnTo>
                <a:lnTo>
                  <a:pt x="102" y="101"/>
                </a:lnTo>
                <a:lnTo>
                  <a:pt x="110" y="118"/>
                </a:lnTo>
                <a:lnTo>
                  <a:pt x="85" y="156"/>
                </a:lnTo>
                <a:lnTo>
                  <a:pt x="30" y="118"/>
                </a:lnTo>
                <a:lnTo>
                  <a:pt x="0" y="97"/>
                </a:lnTo>
                <a:lnTo>
                  <a:pt x="17" y="86"/>
                </a:lnTo>
                <a:lnTo>
                  <a:pt x="17" y="61"/>
                </a:lnTo>
                <a:lnTo>
                  <a:pt x="51" y="42"/>
                </a:lnTo>
                <a:lnTo>
                  <a:pt x="68" y="50"/>
                </a:lnTo>
                <a:lnTo>
                  <a:pt x="85" y="42"/>
                </a:lnTo>
                <a:lnTo>
                  <a:pt x="114" y="21"/>
                </a:lnTo>
                <a:lnTo>
                  <a:pt x="123" y="0"/>
                </a:lnTo>
                <a:close/>
              </a:path>
            </a:pathLst>
          </a:custGeom>
          <a:noFill/>
          <a:ln w="6350">
            <a:noFill/>
            <a:prstDash val="solid"/>
            <a:round/>
            <a:headEnd/>
            <a:tailEnd/>
          </a:ln>
        </p:spPr>
        <p:txBody>
          <a:bodyPr/>
          <a:lstStyle/>
          <a:p>
            <a:endParaRPr lang="tr-TR" sz="1904" dirty="0">
              <a:solidFill>
                <a:srgbClr val="FF0000"/>
              </a:solidFill>
              <a:latin typeface="Myriad Pro"/>
            </a:endParaRPr>
          </a:p>
        </p:txBody>
      </p:sp>
      <p:sp>
        <p:nvSpPr>
          <p:cNvPr id="57" name="Freeform 43">
            <a:extLst>
              <a:ext uri="{FF2B5EF4-FFF2-40B4-BE49-F238E27FC236}">
                <a16:creationId xmlns:a16="http://schemas.microsoft.com/office/drawing/2014/main" id="{667D09E4-8CFF-49EF-839A-406BD9192362}"/>
              </a:ext>
            </a:extLst>
          </p:cNvPr>
          <p:cNvSpPr>
            <a:spLocks/>
          </p:cNvSpPr>
          <p:nvPr/>
        </p:nvSpPr>
        <p:spPr bwMode="auto">
          <a:xfrm>
            <a:off x="3724728" y="6249043"/>
            <a:ext cx="69774" cy="72316"/>
          </a:xfrm>
          <a:custGeom>
            <a:avLst/>
            <a:gdLst/>
            <a:ahLst/>
            <a:cxnLst>
              <a:cxn ang="0">
                <a:pos x="46" y="0"/>
              </a:cxn>
              <a:cxn ang="0">
                <a:pos x="25" y="11"/>
              </a:cxn>
              <a:cxn ang="0">
                <a:pos x="0" y="32"/>
              </a:cxn>
              <a:cxn ang="0">
                <a:pos x="4" y="49"/>
              </a:cxn>
              <a:cxn ang="0">
                <a:pos x="18" y="49"/>
              </a:cxn>
              <a:cxn ang="0">
                <a:pos x="53" y="25"/>
              </a:cxn>
              <a:cxn ang="0">
                <a:pos x="46" y="0"/>
              </a:cxn>
            </a:cxnLst>
            <a:rect l="0" t="0" r="r" b="b"/>
            <a:pathLst>
              <a:path w="53" h="49">
                <a:moveTo>
                  <a:pt x="46" y="0"/>
                </a:moveTo>
                <a:lnTo>
                  <a:pt x="25" y="11"/>
                </a:lnTo>
                <a:lnTo>
                  <a:pt x="0" y="32"/>
                </a:lnTo>
                <a:lnTo>
                  <a:pt x="4" y="49"/>
                </a:lnTo>
                <a:lnTo>
                  <a:pt x="18" y="49"/>
                </a:lnTo>
                <a:lnTo>
                  <a:pt x="53" y="25"/>
                </a:lnTo>
                <a:lnTo>
                  <a:pt x="46" y="0"/>
                </a:lnTo>
                <a:close/>
              </a:path>
            </a:pathLst>
          </a:custGeom>
          <a:solidFill>
            <a:srgbClr val="005696"/>
          </a:solidFill>
          <a:ln w="6350">
            <a:solidFill>
              <a:srgbClr val="FFFFFF"/>
            </a:solidFill>
            <a:prstDash val="solid"/>
            <a:round/>
            <a:headEnd/>
            <a:tailEnd/>
          </a:ln>
        </p:spPr>
        <p:txBody>
          <a:bodyPr/>
          <a:lstStyle/>
          <a:p>
            <a:endParaRPr lang="tr-TR" sz="1904" dirty="0">
              <a:latin typeface="Myriad Pro"/>
            </a:endParaRPr>
          </a:p>
        </p:txBody>
      </p:sp>
      <p:sp>
        <p:nvSpPr>
          <p:cNvPr id="58" name="129 Serbest Form">
            <a:extLst>
              <a:ext uri="{FF2B5EF4-FFF2-40B4-BE49-F238E27FC236}">
                <a16:creationId xmlns:a16="http://schemas.microsoft.com/office/drawing/2014/main" id="{84567E15-F2E2-4917-903D-72DEF92C243D}"/>
              </a:ext>
            </a:extLst>
          </p:cNvPr>
          <p:cNvSpPr/>
          <p:nvPr/>
        </p:nvSpPr>
        <p:spPr>
          <a:xfrm>
            <a:off x="3528215" y="3840921"/>
            <a:ext cx="3297294" cy="2441873"/>
          </a:xfrm>
          <a:custGeom>
            <a:avLst/>
            <a:gdLst>
              <a:gd name="connsiteX0" fmla="*/ 2266830 w 2266830"/>
              <a:gd name="connsiteY0" fmla="*/ 799381 h 1379268"/>
              <a:gd name="connsiteX1" fmla="*/ 1404189 w 2266830"/>
              <a:gd name="connsiteY1" fmla="*/ 1299713 h 1379268"/>
              <a:gd name="connsiteX2" fmla="*/ 915358 w 2266830"/>
              <a:gd name="connsiteY2" fmla="*/ 1276709 h 1379268"/>
              <a:gd name="connsiteX3" fmla="*/ 662317 w 2266830"/>
              <a:gd name="connsiteY3" fmla="*/ 730370 h 1379268"/>
              <a:gd name="connsiteX4" fmla="*/ 98724 w 2266830"/>
              <a:gd name="connsiteY4" fmla="*/ 189781 h 1379268"/>
              <a:gd name="connsiteX5" fmla="*/ 69970 w 2266830"/>
              <a:gd name="connsiteY5" fmla="*/ 0 h 1379268"/>
              <a:gd name="connsiteX6" fmla="*/ 69970 w 2266830"/>
              <a:gd name="connsiteY6" fmla="*/ 0 h 13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6830" h="1379268">
                <a:moveTo>
                  <a:pt x="2266830" y="799381"/>
                </a:moveTo>
                <a:cubicBezTo>
                  <a:pt x="1948132" y="1009769"/>
                  <a:pt x="1629434" y="1220158"/>
                  <a:pt x="1404189" y="1299713"/>
                </a:cubicBezTo>
                <a:cubicBezTo>
                  <a:pt x="1178944" y="1379268"/>
                  <a:pt x="1039003" y="1371599"/>
                  <a:pt x="915358" y="1276709"/>
                </a:cubicBezTo>
                <a:cubicBezTo>
                  <a:pt x="791713" y="1181819"/>
                  <a:pt x="798423" y="911525"/>
                  <a:pt x="662317" y="730370"/>
                </a:cubicBezTo>
                <a:cubicBezTo>
                  <a:pt x="526211" y="549215"/>
                  <a:pt x="197448" y="311509"/>
                  <a:pt x="98724" y="189781"/>
                </a:cubicBezTo>
                <a:cubicBezTo>
                  <a:pt x="0" y="68053"/>
                  <a:pt x="69970" y="0"/>
                  <a:pt x="69970" y="0"/>
                </a:cubicBezTo>
                <a:lnTo>
                  <a:pt x="69970" y="0"/>
                </a:lnTo>
              </a:path>
            </a:pathLst>
          </a:custGeom>
          <a:ln w="38100">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59" name="130 Serbest Form">
            <a:extLst>
              <a:ext uri="{FF2B5EF4-FFF2-40B4-BE49-F238E27FC236}">
                <a16:creationId xmlns:a16="http://schemas.microsoft.com/office/drawing/2014/main" id="{98AC6744-3CE2-460C-A4ED-2759CE156FAA}"/>
              </a:ext>
            </a:extLst>
          </p:cNvPr>
          <p:cNvSpPr/>
          <p:nvPr/>
        </p:nvSpPr>
        <p:spPr>
          <a:xfrm>
            <a:off x="2964956" y="3671229"/>
            <a:ext cx="631575" cy="169692"/>
          </a:xfrm>
          <a:custGeom>
            <a:avLst/>
            <a:gdLst>
              <a:gd name="connsiteX0" fmla="*/ 434196 w 434196"/>
              <a:gd name="connsiteY0" fmla="*/ 95849 h 95849"/>
              <a:gd name="connsiteX1" fmla="*/ 232913 w 434196"/>
              <a:gd name="connsiteY1" fmla="*/ 55593 h 95849"/>
              <a:gd name="connsiteX2" fmla="*/ 71886 w 434196"/>
              <a:gd name="connsiteY2" fmla="*/ 72845 h 95849"/>
              <a:gd name="connsiteX3" fmla="*/ 8626 w 434196"/>
              <a:gd name="connsiteY3" fmla="*/ 9585 h 95849"/>
              <a:gd name="connsiteX4" fmla="*/ 20128 w 434196"/>
              <a:gd name="connsiteY4" fmla="*/ 15336 h 95849"/>
              <a:gd name="connsiteX5" fmla="*/ 20128 w 434196"/>
              <a:gd name="connsiteY5" fmla="*/ 15336 h 95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196" h="95849">
                <a:moveTo>
                  <a:pt x="434196" y="95849"/>
                </a:moveTo>
                <a:cubicBezTo>
                  <a:pt x="363747" y="77638"/>
                  <a:pt x="293298" y="59427"/>
                  <a:pt x="232913" y="55593"/>
                </a:cubicBezTo>
                <a:cubicBezTo>
                  <a:pt x="172528" y="51759"/>
                  <a:pt x="109267" y="80513"/>
                  <a:pt x="71886" y="72845"/>
                </a:cubicBezTo>
                <a:cubicBezTo>
                  <a:pt x="34505" y="65177"/>
                  <a:pt x="17252" y="19170"/>
                  <a:pt x="8626" y="9585"/>
                </a:cubicBezTo>
                <a:cubicBezTo>
                  <a:pt x="0" y="0"/>
                  <a:pt x="20128" y="15336"/>
                  <a:pt x="20128" y="15336"/>
                </a:cubicBezTo>
                <a:lnTo>
                  <a:pt x="20128" y="15336"/>
                </a:lnTo>
              </a:path>
            </a:pathLst>
          </a:custGeom>
          <a:ln w="38100">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60" name="132 Serbest Form">
            <a:extLst>
              <a:ext uri="{FF2B5EF4-FFF2-40B4-BE49-F238E27FC236}">
                <a16:creationId xmlns:a16="http://schemas.microsoft.com/office/drawing/2014/main" id="{A053EF9F-0F93-48F6-AA31-6848B011A120}"/>
              </a:ext>
            </a:extLst>
          </p:cNvPr>
          <p:cNvSpPr/>
          <p:nvPr/>
        </p:nvSpPr>
        <p:spPr>
          <a:xfrm rot="19256344" flipH="1">
            <a:off x="2271767" y="2430424"/>
            <a:ext cx="559554" cy="824328"/>
          </a:xfrm>
          <a:custGeom>
            <a:avLst/>
            <a:gdLst>
              <a:gd name="connsiteX0" fmla="*/ 247290 w 322052"/>
              <a:gd name="connsiteY0" fmla="*/ 609600 h 609600"/>
              <a:gd name="connsiteX1" fmla="*/ 316301 w 322052"/>
              <a:gd name="connsiteY1" fmla="*/ 408317 h 609600"/>
              <a:gd name="connsiteX2" fmla="*/ 212784 w 322052"/>
              <a:gd name="connsiteY2" fmla="*/ 161026 h 609600"/>
              <a:gd name="connsiteX3" fmla="*/ 0 w 322052"/>
              <a:gd name="connsiteY3" fmla="*/ 0 h 609600"/>
            </a:gdLst>
            <a:ahLst/>
            <a:cxnLst>
              <a:cxn ang="0">
                <a:pos x="connsiteX0" y="connsiteY0"/>
              </a:cxn>
              <a:cxn ang="0">
                <a:pos x="connsiteX1" y="connsiteY1"/>
              </a:cxn>
              <a:cxn ang="0">
                <a:pos x="connsiteX2" y="connsiteY2"/>
              </a:cxn>
              <a:cxn ang="0">
                <a:pos x="connsiteX3" y="connsiteY3"/>
              </a:cxn>
            </a:cxnLst>
            <a:rect l="l" t="t" r="r" b="b"/>
            <a:pathLst>
              <a:path w="322052" h="609600">
                <a:moveTo>
                  <a:pt x="247290" y="609600"/>
                </a:moveTo>
                <a:cubicBezTo>
                  <a:pt x="284671" y="546339"/>
                  <a:pt x="322052" y="483079"/>
                  <a:pt x="316301" y="408317"/>
                </a:cubicBezTo>
                <a:cubicBezTo>
                  <a:pt x="310550" y="333555"/>
                  <a:pt x="265501" y="229079"/>
                  <a:pt x="212784" y="161026"/>
                </a:cubicBezTo>
                <a:cubicBezTo>
                  <a:pt x="160067" y="92973"/>
                  <a:pt x="0" y="0"/>
                  <a:pt x="0" y="0"/>
                </a:cubicBezTo>
              </a:path>
            </a:pathLst>
          </a:custGeom>
          <a:ln w="38100">
            <a:solidFill>
              <a:srgbClr val="FFFF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61" name="133 Serbest Form">
            <a:extLst>
              <a:ext uri="{FF2B5EF4-FFF2-40B4-BE49-F238E27FC236}">
                <a16:creationId xmlns:a16="http://schemas.microsoft.com/office/drawing/2014/main" id="{8E3EE576-BB1A-4786-93F7-C8690629C86C}"/>
              </a:ext>
            </a:extLst>
          </p:cNvPr>
          <p:cNvSpPr/>
          <p:nvPr/>
        </p:nvSpPr>
        <p:spPr>
          <a:xfrm>
            <a:off x="4714490" y="4472451"/>
            <a:ext cx="272847" cy="361354"/>
          </a:xfrm>
          <a:custGeom>
            <a:avLst/>
            <a:gdLst>
              <a:gd name="connsiteX0" fmla="*/ 9033 w 187577"/>
              <a:gd name="connsiteY0" fmla="*/ 57150 h 204107"/>
              <a:gd name="connsiteX1" fmla="*/ 9033 w 187577"/>
              <a:gd name="connsiteY1" fmla="*/ 57150 h 204107"/>
              <a:gd name="connsiteX2" fmla="*/ 36247 w 187577"/>
              <a:gd name="connsiteY2" fmla="*/ 38100 h 204107"/>
              <a:gd name="connsiteX3" fmla="*/ 44411 w 187577"/>
              <a:gd name="connsiteY3" fmla="*/ 21771 h 204107"/>
              <a:gd name="connsiteX4" fmla="*/ 63461 w 187577"/>
              <a:gd name="connsiteY4" fmla="*/ 19050 h 204107"/>
              <a:gd name="connsiteX5" fmla="*/ 71625 w 187577"/>
              <a:gd name="connsiteY5" fmla="*/ 16328 h 204107"/>
              <a:gd name="connsiteX6" fmla="*/ 96118 w 187577"/>
              <a:gd name="connsiteY6" fmla="*/ 10885 h 204107"/>
              <a:gd name="connsiteX7" fmla="*/ 112447 w 187577"/>
              <a:gd name="connsiteY7" fmla="*/ 0 h 204107"/>
              <a:gd name="connsiteX8" fmla="*/ 128775 w 187577"/>
              <a:gd name="connsiteY8" fmla="*/ 2721 h 204107"/>
              <a:gd name="connsiteX9" fmla="*/ 136940 w 187577"/>
              <a:gd name="connsiteY9" fmla="*/ 5442 h 204107"/>
              <a:gd name="connsiteX10" fmla="*/ 139661 w 187577"/>
              <a:gd name="connsiteY10" fmla="*/ 13607 h 204107"/>
              <a:gd name="connsiteX11" fmla="*/ 150547 w 187577"/>
              <a:gd name="connsiteY11" fmla="*/ 29935 h 204107"/>
              <a:gd name="connsiteX12" fmla="*/ 155990 w 187577"/>
              <a:gd name="connsiteY12" fmla="*/ 38100 h 204107"/>
              <a:gd name="connsiteX13" fmla="*/ 161433 w 187577"/>
              <a:gd name="connsiteY13" fmla="*/ 54428 h 204107"/>
              <a:gd name="connsiteX14" fmla="*/ 164154 w 187577"/>
              <a:gd name="connsiteY14" fmla="*/ 62592 h 204107"/>
              <a:gd name="connsiteX15" fmla="*/ 172318 w 187577"/>
              <a:gd name="connsiteY15" fmla="*/ 68035 h 204107"/>
              <a:gd name="connsiteX16" fmla="*/ 177761 w 187577"/>
              <a:gd name="connsiteY16" fmla="*/ 84364 h 204107"/>
              <a:gd name="connsiteX17" fmla="*/ 183204 w 187577"/>
              <a:gd name="connsiteY17" fmla="*/ 103414 h 204107"/>
              <a:gd name="connsiteX18" fmla="*/ 185925 w 187577"/>
              <a:gd name="connsiteY18" fmla="*/ 160564 h 204107"/>
              <a:gd name="connsiteX19" fmla="*/ 177761 w 187577"/>
              <a:gd name="connsiteY19" fmla="*/ 166007 h 204107"/>
              <a:gd name="connsiteX20" fmla="*/ 161433 w 187577"/>
              <a:gd name="connsiteY20" fmla="*/ 171450 h 204107"/>
              <a:gd name="connsiteX21" fmla="*/ 136940 w 187577"/>
              <a:gd name="connsiteY21" fmla="*/ 179614 h 204107"/>
              <a:gd name="connsiteX22" fmla="*/ 128775 w 187577"/>
              <a:gd name="connsiteY22" fmla="*/ 182335 h 204107"/>
              <a:gd name="connsiteX23" fmla="*/ 112447 w 187577"/>
              <a:gd name="connsiteY23" fmla="*/ 185057 h 204107"/>
              <a:gd name="connsiteX24" fmla="*/ 96118 w 187577"/>
              <a:gd name="connsiteY24" fmla="*/ 190500 h 204107"/>
              <a:gd name="connsiteX25" fmla="*/ 87954 w 187577"/>
              <a:gd name="connsiteY25" fmla="*/ 193221 h 204107"/>
              <a:gd name="connsiteX26" fmla="*/ 79790 w 187577"/>
              <a:gd name="connsiteY26" fmla="*/ 195942 h 204107"/>
              <a:gd name="connsiteX27" fmla="*/ 77068 w 187577"/>
              <a:gd name="connsiteY27" fmla="*/ 204107 h 204107"/>
              <a:gd name="connsiteX28" fmla="*/ 71625 w 187577"/>
              <a:gd name="connsiteY28" fmla="*/ 195942 h 204107"/>
              <a:gd name="connsiteX29" fmla="*/ 68904 w 187577"/>
              <a:gd name="connsiteY29" fmla="*/ 174171 h 204107"/>
              <a:gd name="connsiteX30" fmla="*/ 68904 w 187577"/>
              <a:gd name="connsiteY30" fmla="*/ 149678 h 204107"/>
              <a:gd name="connsiteX31" fmla="*/ 52575 w 187577"/>
              <a:gd name="connsiteY31" fmla="*/ 144235 h 204107"/>
              <a:gd name="connsiteX32" fmla="*/ 44411 w 187577"/>
              <a:gd name="connsiteY32" fmla="*/ 141514 h 204107"/>
              <a:gd name="connsiteX33" fmla="*/ 36247 w 187577"/>
              <a:gd name="connsiteY33" fmla="*/ 136071 h 204107"/>
              <a:gd name="connsiteX34" fmla="*/ 19918 w 187577"/>
              <a:gd name="connsiteY34" fmla="*/ 130628 h 204107"/>
              <a:gd name="connsiteX35" fmla="*/ 11754 w 187577"/>
              <a:gd name="connsiteY35" fmla="*/ 125185 h 204107"/>
              <a:gd name="connsiteX36" fmla="*/ 9033 w 187577"/>
              <a:gd name="connsiteY36" fmla="*/ 57150 h 204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7577" h="204107">
                <a:moveTo>
                  <a:pt x="9033" y="57150"/>
                </a:moveTo>
                <a:lnTo>
                  <a:pt x="9033" y="57150"/>
                </a:lnTo>
                <a:cubicBezTo>
                  <a:pt x="18104" y="50800"/>
                  <a:pt x="32746" y="48605"/>
                  <a:pt x="36247" y="38100"/>
                </a:cubicBezTo>
                <a:cubicBezTo>
                  <a:pt x="37454" y="34477"/>
                  <a:pt x="40281" y="23606"/>
                  <a:pt x="44411" y="21771"/>
                </a:cubicBezTo>
                <a:cubicBezTo>
                  <a:pt x="50273" y="19166"/>
                  <a:pt x="57111" y="19957"/>
                  <a:pt x="63461" y="19050"/>
                </a:cubicBezTo>
                <a:cubicBezTo>
                  <a:pt x="66182" y="18143"/>
                  <a:pt x="68825" y="16950"/>
                  <a:pt x="71625" y="16328"/>
                </a:cubicBezTo>
                <a:cubicBezTo>
                  <a:pt x="76803" y="15177"/>
                  <a:pt x="89987" y="14291"/>
                  <a:pt x="96118" y="10885"/>
                </a:cubicBezTo>
                <a:cubicBezTo>
                  <a:pt x="101836" y="7708"/>
                  <a:pt x="112447" y="0"/>
                  <a:pt x="112447" y="0"/>
                </a:cubicBezTo>
                <a:cubicBezTo>
                  <a:pt x="117890" y="907"/>
                  <a:pt x="123389" y="1524"/>
                  <a:pt x="128775" y="2721"/>
                </a:cubicBezTo>
                <a:cubicBezTo>
                  <a:pt x="131576" y="3343"/>
                  <a:pt x="134911" y="3413"/>
                  <a:pt x="136940" y="5442"/>
                </a:cubicBezTo>
                <a:cubicBezTo>
                  <a:pt x="138969" y="7471"/>
                  <a:pt x="138268" y="11099"/>
                  <a:pt x="139661" y="13607"/>
                </a:cubicBezTo>
                <a:cubicBezTo>
                  <a:pt x="142838" y="19325"/>
                  <a:pt x="146918" y="24492"/>
                  <a:pt x="150547" y="29935"/>
                </a:cubicBezTo>
                <a:lnTo>
                  <a:pt x="155990" y="38100"/>
                </a:lnTo>
                <a:lnTo>
                  <a:pt x="161433" y="54428"/>
                </a:lnTo>
                <a:cubicBezTo>
                  <a:pt x="162340" y="57149"/>
                  <a:pt x="161767" y="61001"/>
                  <a:pt x="164154" y="62592"/>
                </a:cubicBezTo>
                <a:lnTo>
                  <a:pt x="172318" y="68035"/>
                </a:lnTo>
                <a:cubicBezTo>
                  <a:pt x="174132" y="73478"/>
                  <a:pt x="176369" y="78798"/>
                  <a:pt x="177761" y="84364"/>
                </a:cubicBezTo>
                <a:cubicBezTo>
                  <a:pt x="181179" y="98033"/>
                  <a:pt x="179300" y="91702"/>
                  <a:pt x="183204" y="103414"/>
                </a:cubicBezTo>
                <a:cubicBezTo>
                  <a:pt x="184111" y="122464"/>
                  <a:pt x="187577" y="141564"/>
                  <a:pt x="185925" y="160564"/>
                </a:cubicBezTo>
                <a:cubicBezTo>
                  <a:pt x="185642" y="163822"/>
                  <a:pt x="180750" y="164679"/>
                  <a:pt x="177761" y="166007"/>
                </a:cubicBezTo>
                <a:cubicBezTo>
                  <a:pt x="172518" y="168337"/>
                  <a:pt x="166876" y="169636"/>
                  <a:pt x="161433" y="171450"/>
                </a:cubicBezTo>
                <a:lnTo>
                  <a:pt x="136940" y="179614"/>
                </a:lnTo>
                <a:cubicBezTo>
                  <a:pt x="134218" y="180521"/>
                  <a:pt x="131605" y="181863"/>
                  <a:pt x="128775" y="182335"/>
                </a:cubicBezTo>
                <a:cubicBezTo>
                  <a:pt x="123332" y="183242"/>
                  <a:pt x="117800" y="183719"/>
                  <a:pt x="112447" y="185057"/>
                </a:cubicBezTo>
                <a:cubicBezTo>
                  <a:pt x="106881" y="186449"/>
                  <a:pt x="101561" y="188686"/>
                  <a:pt x="96118" y="190500"/>
                </a:cubicBezTo>
                <a:lnTo>
                  <a:pt x="87954" y="193221"/>
                </a:lnTo>
                <a:lnTo>
                  <a:pt x="79790" y="195942"/>
                </a:lnTo>
                <a:cubicBezTo>
                  <a:pt x="78883" y="198664"/>
                  <a:pt x="79937" y="204107"/>
                  <a:pt x="77068" y="204107"/>
                </a:cubicBezTo>
                <a:cubicBezTo>
                  <a:pt x="73797" y="204107"/>
                  <a:pt x="72486" y="199098"/>
                  <a:pt x="71625" y="195942"/>
                </a:cubicBezTo>
                <a:cubicBezTo>
                  <a:pt x="69701" y="188886"/>
                  <a:pt x="69811" y="181428"/>
                  <a:pt x="68904" y="174171"/>
                </a:cubicBezTo>
                <a:cubicBezTo>
                  <a:pt x="71424" y="166611"/>
                  <a:pt x="75840" y="157605"/>
                  <a:pt x="68904" y="149678"/>
                </a:cubicBezTo>
                <a:cubicBezTo>
                  <a:pt x="65126" y="145360"/>
                  <a:pt x="58018" y="146049"/>
                  <a:pt x="52575" y="144235"/>
                </a:cubicBezTo>
                <a:lnTo>
                  <a:pt x="44411" y="141514"/>
                </a:lnTo>
                <a:cubicBezTo>
                  <a:pt x="41690" y="139700"/>
                  <a:pt x="39236" y="137399"/>
                  <a:pt x="36247" y="136071"/>
                </a:cubicBezTo>
                <a:cubicBezTo>
                  <a:pt x="31004" y="133741"/>
                  <a:pt x="24692" y="133811"/>
                  <a:pt x="19918" y="130628"/>
                </a:cubicBezTo>
                <a:lnTo>
                  <a:pt x="11754" y="125185"/>
                </a:lnTo>
                <a:cubicBezTo>
                  <a:pt x="0" y="89924"/>
                  <a:pt x="9486" y="68489"/>
                  <a:pt x="9033" y="57150"/>
                </a:cubicBezTo>
                <a:close/>
              </a:path>
            </a:pathLst>
          </a:custGeom>
          <a:solidFill>
            <a:srgbClr val="C0C0C0"/>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62" name="Freeform 21">
            <a:extLst>
              <a:ext uri="{FF2B5EF4-FFF2-40B4-BE49-F238E27FC236}">
                <a16:creationId xmlns:a16="http://schemas.microsoft.com/office/drawing/2014/main" id="{E2D7370D-6E6D-48FB-8192-ED2BC0DC1230}"/>
              </a:ext>
            </a:extLst>
          </p:cNvPr>
          <p:cNvSpPr>
            <a:spLocks/>
          </p:cNvSpPr>
          <p:nvPr/>
        </p:nvSpPr>
        <p:spPr bwMode="auto">
          <a:xfrm>
            <a:off x="4553962" y="4652315"/>
            <a:ext cx="375705" cy="679765"/>
          </a:xfrm>
          <a:custGeom>
            <a:avLst/>
            <a:gdLst/>
            <a:ahLst/>
            <a:cxnLst>
              <a:cxn ang="0">
                <a:pos x="21" y="106"/>
              </a:cxn>
              <a:cxn ang="0">
                <a:pos x="38" y="119"/>
              </a:cxn>
              <a:cxn ang="0">
                <a:pos x="38" y="140"/>
              </a:cxn>
              <a:cxn ang="0">
                <a:pos x="36" y="153"/>
              </a:cxn>
              <a:cxn ang="0">
                <a:pos x="25" y="172"/>
              </a:cxn>
              <a:cxn ang="0">
                <a:pos x="25" y="218"/>
              </a:cxn>
              <a:cxn ang="0">
                <a:pos x="32" y="235"/>
              </a:cxn>
              <a:cxn ang="0">
                <a:pos x="8" y="273"/>
              </a:cxn>
              <a:cxn ang="0">
                <a:pos x="13" y="280"/>
              </a:cxn>
              <a:cxn ang="0">
                <a:pos x="0" y="301"/>
              </a:cxn>
              <a:cxn ang="0">
                <a:pos x="12" y="322"/>
              </a:cxn>
              <a:cxn ang="0">
                <a:pos x="13" y="337"/>
              </a:cxn>
              <a:cxn ang="0">
                <a:pos x="21" y="318"/>
              </a:cxn>
              <a:cxn ang="0">
                <a:pos x="42" y="343"/>
              </a:cxn>
              <a:cxn ang="0">
                <a:pos x="38" y="367"/>
              </a:cxn>
              <a:cxn ang="0">
                <a:pos x="29" y="379"/>
              </a:cxn>
              <a:cxn ang="0">
                <a:pos x="42" y="400"/>
              </a:cxn>
              <a:cxn ang="0">
                <a:pos x="59" y="407"/>
              </a:cxn>
              <a:cxn ang="0">
                <a:pos x="87" y="424"/>
              </a:cxn>
              <a:cxn ang="0">
                <a:pos x="112" y="445"/>
              </a:cxn>
              <a:cxn ang="0">
                <a:pos x="116" y="458"/>
              </a:cxn>
              <a:cxn ang="0">
                <a:pos x="144" y="470"/>
              </a:cxn>
              <a:cxn ang="0">
                <a:pos x="169" y="458"/>
              </a:cxn>
              <a:cxn ang="0">
                <a:pos x="199" y="441"/>
              </a:cxn>
              <a:cxn ang="0">
                <a:pos x="214" y="411"/>
              </a:cxn>
              <a:cxn ang="0">
                <a:pos x="227" y="392"/>
              </a:cxn>
              <a:cxn ang="0">
                <a:pos x="252" y="347"/>
              </a:cxn>
              <a:cxn ang="0">
                <a:pos x="260" y="312"/>
              </a:cxn>
              <a:cxn ang="0">
                <a:pos x="263" y="280"/>
              </a:cxn>
              <a:cxn ang="0">
                <a:pos x="281" y="259"/>
              </a:cxn>
              <a:cxn ang="0">
                <a:pos x="252" y="252"/>
              </a:cxn>
              <a:cxn ang="0">
                <a:pos x="243" y="239"/>
              </a:cxn>
              <a:cxn ang="0">
                <a:pos x="227" y="242"/>
              </a:cxn>
              <a:cxn ang="0">
                <a:pos x="203" y="231"/>
              </a:cxn>
              <a:cxn ang="0">
                <a:pos x="197" y="199"/>
              </a:cxn>
              <a:cxn ang="0">
                <a:pos x="190" y="176"/>
              </a:cxn>
              <a:cxn ang="0">
                <a:pos x="203" y="151"/>
              </a:cxn>
              <a:cxn ang="0">
                <a:pos x="203" y="78"/>
              </a:cxn>
              <a:cxn ang="0">
                <a:pos x="203" y="53"/>
              </a:cxn>
              <a:cxn ang="0">
                <a:pos x="190" y="38"/>
              </a:cxn>
              <a:cxn ang="0">
                <a:pos x="165" y="36"/>
              </a:cxn>
              <a:cxn ang="0">
                <a:pos x="148" y="28"/>
              </a:cxn>
              <a:cxn ang="0">
                <a:pos x="133" y="4"/>
              </a:cxn>
              <a:cxn ang="0">
                <a:pos x="116" y="0"/>
              </a:cxn>
              <a:cxn ang="0">
                <a:pos x="108" y="11"/>
              </a:cxn>
              <a:cxn ang="0">
                <a:pos x="106" y="4"/>
              </a:cxn>
              <a:cxn ang="0">
                <a:pos x="78" y="7"/>
              </a:cxn>
              <a:cxn ang="0">
                <a:pos x="63" y="0"/>
              </a:cxn>
              <a:cxn ang="0">
                <a:pos x="42" y="13"/>
              </a:cxn>
              <a:cxn ang="0">
                <a:pos x="38" y="57"/>
              </a:cxn>
              <a:cxn ang="0">
                <a:pos x="32" y="83"/>
              </a:cxn>
              <a:cxn ang="0">
                <a:pos x="21" y="106"/>
              </a:cxn>
            </a:cxnLst>
            <a:rect l="0" t="0" r="r" b="b"/>
            <a:pathLst>
              <a:path w="281" h="470">
                <a:moveTo>
                  <a:pt x="21" y="106"/>
                </a:moveTo>
                <a:lnTo>
                  <a:pt x="38" y="119"/>
                </a:lnTo>
                <a:lnTo>
                  <a:pt x="38" y="140"/>
                </a:lnTo>
                <a:lnTo>
                  <a:pt x="36" y="153"/>
                </a:lnTo>
                <a:lnTo>
                  <a:pt x="25" y="172"/>
                </a:lnTo>
                <a:lnTo>
                  <a:pt x="25" y="218"/>
                </a:lnTo>
                <a:lnTo>
                  <a:pt x="32" y="235"/>
                </a:lnTo>
                <a:lnTo>
                  <a:pt x="8" y="273"/>
                </a:lnTo>
                <a:lnTo>
                  <a:pt x="13" y="280"/>
                </a:lnTo>
                <a:lnTo>
                  <a:pt x="0" y="301"/>
                </a:lnTo>
                <a:lnTo>
                  <a:pt x="12" y="322"/>
                </a:lnTo>
                <a:lnTo>
                  <a:pt x="13" y="337"/>
                </a:lnTo>
                <a:lnTo>
                  <a:pt x="21" y="318"/>
                </a:lnTo>
                <a:lnTo>
                  <a:pt x="42" y="343"/>
                </a:lnTo>
                <a:lnTo>
                  <a:pt x="38" y="367"/>
                </a:lnTo>
                <a:lnTo>
                  <a:pt x="29" y="379"/>
                </a:lnTo>
                <a:lnTo>
                  <a:pt x="42" y="400"/>
                </a:lnTo>
                <a:lnTo>
                  <a:pt x="59" y="407"/>
                </a:lnTo>
                <a:lnTo>
                  <a:pt x="87" y="424"/>
                </a:lnTo>
                <a:lnTo>
                  <a:pt x="112" y="445"/>
                </a:lnTo>
                <a:lnTo>
                  <a:pt x="116" y="458"/>
                </a:lnTo>
                <a:lnTo>
                  <a:pt x="144" y="470"/>
                </a:lnTo>
                <a:lnTo>
                  <a:pt x="169" y="458"/>
                </a:lnTo>
                <a:lnTo>
                  <a:pt x="199" y="441"/>
                </a:lnTo>
                <a:lnTo>
                  <a:pt x="214" y="411"/>
                </a:lnTo>
                <a:lnTo>
                  <a:pt x="227" y="392"/>
                </a:lnTo>
                <a:lnTo>
                  <a:pt x="252" y="347"/>
                </a:lnTo>
                <a:lnTo>
                  <a:pt x="260" y="312"/>
                </a:lnTo>
                <a:lnTo>
                  <a:pt x="263" y="280"/>
                </a:lnTo>
                <a:lnTo>
                  <a:pt x="281" y="259"/>
                </a:lnTo>
                <a:lnTo>
                  <a:pt x="252" y="252"/>
                </a:lnTo>
                <a:lnTo>
                  <a:pt x="243" y="239"/>
                </a:lnTo>
                <a:lnTo>
                  <a:pt x="227" y="242"/>
                </a:lnTo>
                <a:lnTo>
                  <a:pt x="203" y="231"/>
                </a:lnTo>
                <a:lnTo>
                  <a:pt x="197" y="199"/>
                </a:lnTo>
                <a:lnTo>
                  <a:pt x="190" y="176"/>
                </a:lnTo>
                <a:lnTo>
                  <a:pt x="203" y="151"/>
                </a:lnTo>
                <a:lnTo>
                  <a:pt x="203" y="78"/>
                </a:lnTo>
                <a:lnTo>
                  <a:pt x="203" y="53"/>
                </a:lnTo>
                <a:lnTo>
                  <a:pt x="190" y="38"/>
                </a:lnTo>
                <a:lnTo>
                  <a:pt x="165" y="36"/>
                </a:lnTo>
                <a:lnTo>
                  <a:pt x="148" y="28"/>
                </a:lnTo>
                <a:lnTo>
                  <a:pt x="133" y="4"/>
                </a:lnTo>
                <a:lnTo>
                  <a:pt x="116" y="0"/>
                </a:lnTo>
                <a:lnTo>
                  <a:pt x="108" y="11"/>
                </a:lnTo>
                <a:lnTo>
                  <a:pt x="106" y="4"/>
                </a:lnTo>
                <a:lnTo>
                  <a:pt x="78" y="7"/>
                </a:lnTo>
                <a:lnTo>
                  <a:pt x="63" y="0"/>
                </a:lnTo>
                <a:lnTo>
                  <a:pt x="42" y="13"/>
                </a:lnTo>
                <a:lnTo>
                  <a:pt x="38" y="57"/>
                </a:lnTo>
                <a:lnTo>
                  <a:pt x="32" y="83"/>
                </a:lnTo>
                <a:lnTo>
                  <a:pt x="21" y="106"/>
                </a:lnTo>
                <a:close/>
              </a:path>
            </a:pathLst>
          </a:custGeom>
          <a:solidFill>
            <a:srgbClr val="C0C0C0"/>
          </a:solidFill>
          <a:ln w="6350">
            <a:solidFill>
              <a:srgbClr val="FFFFFF"/>
            </a:solidFill>
            <a:prstDash val="solid"/>
            <a:round/>
            <a:headEnd/>
            <a:tailEnd/>
          </a:ln>
        </p:spPr>
        <p:txBody>
          <a:bodyPr/>
          <a:lstStyle/>
          <a:p>
            <a:endParaRPr lang="tr-TR" sz="1904" dirty="0">
              <a:latin typeface="Myriad Pro"/>
            </a:endParaRPr>
          </a:p>
        </p:txBody>
      </p:sp>
      <p:sp>
        <p:nvSpPr>
          <p:cNvPr id="63" name="Freeform 120">
            <a:extLst>
              <a:ext uri="{FF2B5EF4-FFF2-40B4-BE49-F238E27FC236}">
                <a16:creationId xmlns:a16="http://schemas.microsoft.com/office/drawing/2014/main" id="{AFB0DD21-9AEE-4F93-94C2-EB865B314D75}"/>
              </a:ext>
            </a:extLst>
          </p:cNvPr>
          <p:cNvSpPr>
            <a:spLocks/>
          </p:cNvSpPr>
          <p:nvPr/>
        </p:nvSpPr>
        <p:spPr bwMode="auto">
          <a:xfrm>
            <a:off x="4806221" y="4739094"/>
            <a:ext cx="413275" cy="300832"/>
          </a:xfrm>
          <a:custGeom>
            <a:avLst/>
            <a:gdLst/>
            <a:ahLst/>
            <a:cxnLst>
              <a:cxn ang="0">
                <a:pos x="11" y="63"/>
              </a:cxn>
              <a:cxn ang="0">
                <a:pos x="64" y="27"/>
              </a:cxn>
              <a:cxn ang="0">
                <a:pos x="98" y="21"/>
              </a:cxn>
              <a:cxn ang="0">
                <a:pos x="132" y="12"/>
              </a:cxn>
              <a:cxn ang="0">
                <a:pos x="161" y="12"/>
              </a:cxn>
              <a:cxn ang="0">
                <a:pos x="189" y="0"/>
              </a:cxn>
              <a:cxn ang="0">
                <a:pos x="238" y="12"/>
              </a:cxn>
              <a:cxn ang="0">
                <a:pos x="267" y="10"/>
              </a:cxn>
              <a:cxn ang="0">
                <a:pos x="295" y="38"/>
              </a:cxn>
              <a:cxn ang="0">
                <a:pos x="291" y="120"/>
              </a:cxn>
              <a:cxn ang="0">
                <a:pos x="306" y="129"/>
              </a:cxn>
              <a:cxn ang="0">
                <a:pos x="286" y="163"/>
              </a:cxn>
              <a:cxn ang="0">
                <a:pos x="217" y="177"/>
              </a:cxn>
              <a:cxn ang="0">
                <a:pos x="189" y="169"/>
              </a:cxn>
              <a:cxn ang="0">
                <a:pos x="170" y="209"/>
              </a:cxn>
              <a:cxn ang="0">
                <a:pos x="119" y="205"/>
              </a:cxn>
              <a:cxn ang="0">
                <a:pos x="98" y="199"/>
              </a:cxn>
              <a:cxn ang="0">
                <a:pos x="68" y="198"/>
              </a:cxn>
              <a:cxn ang="0">
                <a:pos x="51" y="180"/>
              </a:cxn>
              <a:cxn ang="0">
                <a:pos x="39" y="186"/>
              </a:cxn>
              <a:cxn ang="0">
                <a:pos x="17" y="169"/>
              </a:cxn>
              <a:cxn ang="0">
                <a:pos x="0" y="120"/>
              </a:cxn>
              <a:cxn ang="0">
                <a:pos x="13" y="95"/>
              </a:cxn>
              <a:cxn ang="0">
                <a:pos x="11" y="63"/>
              </a:cxn>
            </a:cxnLst>
            <a:rect l="0" t="0" r="r" b="b"/>
            <a:pathLst>
              <a:path w="306" h="209">
                <a:moveTo>
                  <a:pt x="11" y="63"/>
                </a:moveTo>
                <a:lnTo>
                  <a:pt x="64" y="27"/>
                </a:lnTo>
                <a:lnTo>
                  <a:pt x="98" y="21"/>
                </a:lnTo>
                <a:lnTo>
                  <a:pt x="132" y="12"/>
                </a:lnTo>
                <a:lnTo>
                  <a:pt x="161" y="12"/>
                </a:lnTo>
                <a:lnTo>
                  <a:pt x="189" y="0"/>
                </a:lnTo>
                <a:lnTo>
                  <a:pt x="238" y="12"/>
                </a:lnTo>
                <a:lnTo>
                  <a:pt x="267" y="10"/>
                </a:lnTo>
                <a:lnTo>
                  <a:pt x="295" y="38"/>
                </a:lnTo>
                <a:lnTo>
                  <a:pt x="291" y="120"/>
                </a:lnTo>
                <a:lnTo>
                  <a:pt x="306" y="129"/>
                </a:lnTo>
                <a:lnTo>
                  <a:pt x="286" y="163"/>
                </a:lnTo>
                <a:lnTo>
                  <a:pt x="217" y="177"/>
                </a:lnTo>
                <a:lnTo>
                  <a:pt x="189" y="169"/>
                </a:lnTo>
                <a:lnTo>
                  <a:pt x="170" y="209"/>
                </a:lnTo>
                <a:lnTo>
                  <a:pt x="119" y="205"/>
                </a:lnTo>
                <a:lnTo>
                  <a:pt x="98" y="199"/>
                </a:lnTo>
                <a:lnTo>
                  <a:pt x="68" y="198"/>
                </a:lnTo>
                <a:lnTo>
                  <a:pt x="51" y="180"/>
                </a:lnTo>
                <a:lnTo>
                  <a:pt x="39" y="186"/>
                </a:lnTo>
                <a:lnTo>
                  <a:pt x="17" y="169"/>
                </a:lnTo>
                <a:lnTo>
                  <a:pt x="0" y="120"/>
                </a:lnTo>
                <a:lnTo>
                  <a:pt x="13" y="95"/>
                </a:lnTo>
                <a:lnTo>
                  <a:pt x="11" y="63"/>
                </a:lnTo>
                <a:close/>
              </a:path>
            </a:pathLst>
          </a:custGeom>
          <a:solidFill>
            <a:srgbClr val="FF0000"/>
          </a:solidFill>
          <a:ln w="6350">
            <a:solidFill>
              <a:srgbClr val="FFFFFF"/>
            </a:solidFill>
            <a:prstDash val="solid"/>
            <a:round/>
            <a:headEnd/>
            <a:tailEnd/>
          </a:ln>
        </p:spPr>
        <p:txBody>
          <a:bodyPr/>
          <a:lstStyle/>
          <a:p>
            <a:endParaRPr lang="tr-TR" sz="1904" dirty="0">
              <a:latin typeface="Myriad Pro"/>
            </a:endParaRPr>
          </a:p>
        </p:txBody>
      </p:sp>
      <p:sp>
        <p:nvSpPr>
          <p:cNvPr id="64" name="Freeform 119">
            <a:extLst>
              <a:ext uri="{FF2B5EF4-FFF2-40B4-BE49-F238E27FC236}">
                <a16:creationId xmlns:a16="http://schemas.microsoft.com/office/drawing/2014/main" id="{5AF25927-DC36-40D9-AF67-693856B87DB5}"/>
              </a:ext>
            </a:extLst>
          </p:cNvPr>
          <p:cNvSpPr>
            <a:spLocks/>
          </p:cNvSpPr>
          <p:nvPr/>
        </p:nvSpPr>
        <p:spPr bwMode="auto">
          <a:xfrm>
            <a:off x="3982355" y="3955196"/>
            <a:ext cx="603811" cy="604557"/>
          </a:xfrm>
          <a:custGeom>
            <a:avLst/>
            <a:gdLst/>
            <a:ahLst/>
            <a:cxnLst>
              <a:cxn ang="0">
                <a:pos x="415" y="58"/>
              </a:cxn>
              <a:cxn ang="0">
                <a:pos x="392" y="58"/>
              </a:cxn>
              <a:cxn ang="0">
                <a:pos x="367" y="41"/>
              </a:cxn>
              <a:cxn ang="0">
                <a:pos x="335" y="24"/>
              </a:cxn>
              <a:cxn ang="0">
                <a:pos x="295" y="45"/>
              </a:cxn>
              <a:cxn ang="0">
                <a:pos x="259" y="36"/>
              </a:cxn>
              <a:cxn ang="0">
                <a:pos x="227" y="51"/>
              </a:cxn>
              <a:cxn ang="0">
                <a:pos x="225" y="36"/>
              </a:cxn>
              <a:cxn ang="0">
                <a:pos x="197" y="34"/>
              </a:cxn>
              <a:cxn ang="0">
                <a:pos x="163" y="0"/>
              </a:cxn>
              <a:cxn ang="0">
                <a:pos x="112" y="56"/>
              </a:cxn>
              <a:cxn ang="0">
                <a:pos x="32" y="30"/>
              </a:cxn>
              <a:cxn ang="0">
                <a:pos x="0" y="39"/>
              </a:cxn>
              <a:cxn ang="0">
                <a:pos x="0" y="58"/>
              </a:cxn>
              <a:cxn ang="0">
                <a:pos x="85" y="147"/>
              </a:cxn>
              <a:cxn ang="0">
                <a:pos x="106" y="206"/>
              </a:cxn>
              <a:cxn ang="0">
                <a:pos x="151" y="240"/>
              </a:cxn>
              <a:cxn ang="0">
                <a:pos x="170" y="234"/>
              </a:cxn>
              <a:cxn ang="0">
                <a:pos x="282" y="354"/>
              </a:cxn>
              <a:cxn ang="0">
                <a:pos x="290" y="380"/>
              </a:cxn>
              <a:cxn ang="0">
                <a:pos x="282" y="397"/>
              </a:cxn>
              <a:cxn ang="0">
                <a:pos x="290" y="416"/>
              </a:cxn>
              <a:cxn ang="0">
                <a:pos x="322" y="399"/>
              </a:cxn>
              <a:cxn ang="0">
                <a:pos x="346" y="392"/>
              </a:cxn>
              <a:cxn ang="0">
                <a:pos x="346" y="352"/>
              </a:cxn>
              <a:cxn ang="0">
                <a:pos x="379" y="325"/>
              </a:cxn>
              <a:cxn ang="0">
                <a:pos x="392" y="297"/>
              </a:cxn>
              <a:cxn ang="0">
                <a:pos x="426" y="284"/>
              </a:cxn>
              <a:cxn ang="0">
                <a:pos x="432" y="250"/>
              </a:cxn>
              <a:cxn ang="0">
                <a:pos x="426" y="217"/>
              </a:cxn>
              <a:cxn ang="0">
                <a:pos x="443" y="204"/>
              </a:cxn>
              <a:cxn ang="0">
                <a:pos x="413" y="161"/>
              </a:cxn>
              <a:cxn ang="0">
                <a:pos x="449" y="98"/>
              </a:cxn>
              <a:cxn ang="0">
                <a:pos x="415" y="58"/>
              </a:cxn>
            </a:cxnLst>
            <a:rect l="0" t="0" r="r" b="b"/>
            <a:pathLst>
              <a:path w="449" h="416">
                <a:moveTo>
                  <a:pt x="415" y="58"/>
                </a:moveTo>
                <a:lnTo>
                  <a:pt x="392" y="58"/>
                </a:lnTo>
                <a:lnTo>
                  <a:pt x="367" y="41"/>
                </a:lnTo>
                <a:lnTo>
                  <a:pt x="335" y="24"/>
                </a:lnTo>
                <a:lnTo>
                  <a:pt x="295" y="45"/>
                </a:lnTo>
                <a:lnTo>
                  <a:pt x="259" y="36"/>
                </a:lnTo>
                <a:lnTo>
                  <a:pt x="227" y="51"/>
                </a:lnTo>
                <a:lnTo>
                  <a:pt x="225" y="36"/>
                </a:lnTo>
                <a:lnTo>
                  <a:pt x="197" y="34"/>
                </a:lnTo>
                <a:lnTo>
                  <a:pt x="163" y="0"/>
                </a:lnTo>
                <a:lnTo>
                  <a:pt x="112" y="56"/>
                </a:lnTo>
                <a:lnTo>
                  <a:pt x="32" y="30"/>
                </a:lnTo>
                <a:lnTo>
                  <a:pt x="0" y="39"/>
                </a:lnTo>
                <a:lnTo>
                  <a:pt x="0" y="58"/>
                </a:lnTo>
                <a:lnTo>
                  <a:pt x="85" y="147"/>
                </a:lnTo>
                <a:lnTo>
                  <a:pt x="106" y="206"/>
                </a:lnTo>
                <a:lnTo>
                  <a:pt x="151" y="240"/>
                </a:lnTo>
                <a:lnTo>
                  <a:pt x="170" y="234"/>
                </a:lnTo>
                <a:lnTo>
                  <a:pt x="282" y="354"/>
                </a:lnTo>
                <a:lnTo>
                  <a:pt x="290" y="380"/>
                </a:lnTo>
                <a:lnTo>
                  <a:pt x="282" y="397"/>
                </a:lnTo>
                <a:lnTo>
                  <a:pt x="290" y="416"/>
                </a:lnTo>
                <a:lnTo>
                  <a:pt x="322" y="399"/>
                </a:lnTo>
                <a:lnTo>
                  <a:pt x="346" y="392"/>
                </a:lnTo>
                <a:lnTo>
                  <a:pt x="346" y="352"/>
                </a:lnTo>
                <a:lnTo>
                  <a:pt x="379" y="325"/>
                </a:lnTo>
                <a:lnTo>
                  <a:pt x="392" y="297"/>
                </a:lnTo>
                <a:lnTo>
                  <a:pt x="426" y="284"/>
                </a:lnTo>
                <a:lnTo>
                  <a:pt x="432" y="250"/>
                </a:lnTo>
                <a:lnTo>
                  <a:pt x="426" y="217"/>
                </a:lnTo>
                <a:lnTo>
                  <a:pt x="443" y="204"/>
                </a:lnTo>
                <a:lnTo>
                  <a:pt x="413" y="161"/>
                </a:lnTo>
                <a:lnTo>
                  <a:pt x="449" y="98"/>
                </a:lnTo>
                <a:lnTo>
                  <a:pt x="415" y="58"/>
                </a:lnTo>
                <a:close/>
              </a:path>
            </a:pathLst>
          </a:custGeom>
          <a:solidFill>
            <a:srgbClr val="C0C0C0"/>
          </a:solidFill>
          <a:ln w="6350">
            <a:solidFill>
              <a:srgbClr val="FFFFFF"/>
            </a:solidFill>
            <a:prstDash val="solid"/>
            <a:round/>
            <a:headEnd/>
            <a:tailEnd/>
          </a:ln>
        </p:spPr>
        <p:txBody>
          <a:bodyPr/>
          <a:lstStyle/>
          <a:p>
            <a:endParaRPr lang="tr-TR" sz="1904" dirty="0">
              <a:latin typeface="Myriad Pro"/>
            </a:endParaRPr>
          </a:p>
        </p:txBody>
      </p:sp>
      <p:sp>
        <p:nvSpPr>
          <p:cNvPr id="65" name="137 Serbest Form">
            <a:extLst>
              <a:ext uri="{FF2B5EF4-FFF2-40B4-BE49-F238E27FC236}">
                <a16:creationId xmlns:a16="http://schemas.microsoft.com/office/drawing/2014/main" id="{90EE79DB-A993-481A-BFF9-27FE7185F1C6}"/>
              </a:ext>
            </a:extLst>
          </p:cNvPr>
          <p:cNvSpPr/>
          <p:nvPr/>
        </p:nvSpPr>
        <p:spPr>
          <a:xfrm>
            <a:off x="5881919" y="4789145"/>
            <a:ext cx="1037799" cy="370990"/>
          </a:xfrm>
          <a:custGeom>
            <a:avLst/>
            <a:gdLst>
              <a:gd name="connsiteX0" fmla="*/ 713468 w 713468"/>
              <a:gd name="connsiteY0" fmla="*/ 209550 h 209550"/>
              <a:gd name="connsiteX1" fmla="*/ 452210 w 713468"/>
              <a:gd name="connsiteY1" fmla="*/ 87086 h 209550"/>
              <a:gd name="connsiteX2" fmla="*/ 73932 w 713468"/>
              <a:gd name="connsiteY2" fmla="*/ 27214 h 209550"/>
              <a:gd name="connsiteX3" fmla="*/ 8618 w 713468"/>
              <a:gd name="connsiteY3" fmla="*/ 0 h 209550"/>
            </a:gdLst>
            <a:ahLst/>
            <a:cxnLst>
              <a:cxn ang="0">
                <a:pos x="connsiteX0" y="connsiteY0"/>
              </a:cxn>
              <a:cxn ang="0">
                <a:pos x="connsiteX1" y="connsiteY1"/>
              </a:cxn>
              <a:cxn ang="0">
                <a:pos x="connsiteX2" y="connsiteY2"/>
              </a:cxn>
              <a:cxn ang="0">
                <a:pos x="connsiteX3" y="connsiteY3"/>
              </a:cxn>
            </a:cxnLst>
            <a:rect l="l" t="t" r="r" b="b"/>
            <a:pathLst>
              <a:path w="713468" h="209550">
                <a:moveTo>
                  <a:pt x="713468" y="209550"/>
                </a:moveTo>
                <a:cubicBezTo>
                  <a:pt x="636133" y="163512"/>
                  <a:pt x="558799" y="117475"/>
                  <a:pt x="452210" y="87086"/>
                </a:cubicBezTo>
                <a:cubicBezTo>
                  <a:pt x="345621" y="56697"/>
                  <a:pt x="147864" y="41728"/>
                  <a:pt x="73932" y="27214"/>
                </a:cubicBezTo>
                <a:cubicBezTo>
                  <a:pt x="0" y="12700"/>
                  <a:pt x="4309" y="6350"/>
                  <a:pt x="8618" y="0"/>
                </a:cubicBezTo>
              </a:path>
            </a:pathLst>
          </a:custGeom>
          <a:ln w="38100">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66" name="138 Serbest Form">
            <a:extLst>
              <a:ext uri="{FF2B5EF4-FFF2-40B4-BE49-F238E27FC236}">
                <a16:creationId xmlns:a16="http://schemas.microsoft.com/office/drawing/2014/main" id="{8053B737-B402-4C94-9D97-2969B16C7D45}"/>
              </a:ext>
            </a:extLst>
          </p:cNvPr>
          <p:cNvSpPr/>
          <p:nvPr/>
        </p:nvSpPr>
        <p:spPr>
          <a:xfrm>
            <a:off x="3283024" y="2528284"/>
            <a:ext cx="2531875" cy="2218610"/>
          </a:xfrm>
          <a:custGeom>
            <a:avLst/>
            <a:gdLst>
              <a:gd name="connsiteX0" fmla="*/ 1636295 w 1636295"/>
              <a:gd name="connsiteY0" fmla="*/ 962527 h 962527"/>
              <a:gd name="connsiteX1" fmla="*/ 1368926 w 1636295"/>
              <a:gd name="connsiteY1" fmla="*/ 711200 h 962527"/>
              <a:gd name="connsiteX2" fmla="*/ 1272674 w 1636295"/>
              <a:gd name="connsiteY2" fmla="*/ 475916 h 962527"/>
              <a:gd name="connsiteX3" fmla="*/ 850232 w 1636295"/>
              <a:gd name="connsiteY3" fmla="*/ 251327 h 962527"/>
              <a:gd name="connsiteX4" fmla="*/ 406400 w 1636295"/>
              <a:gd name="connsiteY4" fmla="*/ 160421 h 962527"/>
              <a:gd name="connsiteX5" fmla="*/ 0 w 1636295"/>
              <a:gd name="connsiteY5" fmla="*/ 0 h 962527"/>
              <a:gd name="connsiteX6" fmla="*/ 0 w 1636295"/>
              <a:gd name="connsiteY6" fmla="*/ 0 h 96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6295" h="962527">
                <a:moveTo>
                  <a:pt x="1636295" y="962527"/>
                </a:moveTo>
                <a:cubicBezTo>
                  <a:pt x="1532912" y="877414"/>
                  <a:pt x="1429530" y="792302"/>
                  <a:pt x="1368926" y="711200"/>
                </a:cubicBezTo>
                <a:cubicBezTo>
                  <a:pt x="1308323" y="630098"/>
                  <a:pt x="1359123" y="552561"/>
                  <a:pt x="1272674" y="475916"/>
                </a:cubicBezTo>
                <a:cubicBezTo>
                  <a:pt x="1186225" y="399271"/>
                  <a:pt x="994611" y="303909"/>
                  <a:pt x="850232" y="251327"/>
                </a:cubicBezTo>
                <a:cubicBezTo>
                  <a:pt x="705853" y="198745"/>
                  <a:pt x="548105" y="202309"/>
                  <a:pt x="406400" y="160421"/>
                </a:cubicBezTo>
                <a:cubicBezTo>
                  <a:pt x="264695" y="118533"/>
                  <a:pt x="0" y="0"/>
                  <a:pt x="0" y="0"/>
                </a:cubicBezTo>
                <a:lnTo>
                  <a:pt x="0" y="0"/>
                </a:lnTo>
              </a:path>
            </a:pathLst>
          </a:custGeom>
          <a:ln w="38100">
            <a:solidFill>
              <a:srgbClr val="FFFF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67" name="139 Serbest Form">
            <a:extLst>
              <a:ext uri="{FF2B5EF4-FFF2-40B4-BE49-F238E27FC236}">
                <a16:creationId xmlns:a16="http://schemas.microsoft.com/office/drawing/2014/main" id="{0530CCE9-3764-49E5-A118-8DDBF44B528F}"/>
              </a:ext>
            </a:extLst>
          </p:cNvPr>
          <p:cNvSpPr/>
          <p:nvPr/>
        </p:nvSpPr>
        <p:spPr>
          <a:xfrm rot="20109919">
            <a:off x="4876135" y="4927508"/>
            <a:ext cx="969657" cy="139517"/>
          </a:xfrm>
          <a:custGeom>
            <a:avLst/>
            <a:gdLst>
              <a:gd name="connsiteX0" fmla="*/ 417893 w 417893"/>
              <a:gd name="connsiteY0" fmla="*/ 161364 h 161364"/>
              <a:gd name="connsiteX1" fmla="*/ 0 w 417893"/>
              <a:gd name="connsiteY1" fmla="*/ 0 h 161364"/>
            </a:gdLst>
            <a:ahLst/>
            <a:cxnLst>
              <a:cxn ang="0">
                <a:pos x="connsiteX0" y="connsiteY0"/>
              </a:cxn>
              <a:cxn ang="0">
                <a:pos x="connsiteX1" y="connsiteY1"/>
              </a:cxn>
            </a:cxnLst>
            <a:rect l="l" t="t" r="r" b="b"/>
            <a:pathLst>
              <a:path w="417893" h="161364">
                <a:moveTo>
                  <a:pt x="417893" y="161364"/>
                </a:moveTo>
                <a:lnTo>
                  <a:pt x="0" y="0"/>
                </a:lnTo>
              </a:path>
            </a:pathLst>
          </a:custGeom>
          <a:ln w="38100">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68" name="141 Serbest Form">
            <a:extLst>
              <a:ext uri="{FF2B5EF4-FFF2-40B4-BE49-F238E27FC236}">
                <a16:creationId xmlns:a16="http://schemas.microsoft.com/office/drawing/2014/main" id="{D2A1904F-9165-4B25-B27C-7C495A9AD2C7}"/>
              </a:ext>
            </a:extLst>
          </p:cNvPr>
          <p:cNvSpPr/>
          <p:nvPr/>
        </p:nvSpPr>
        <p:spPr>
          <a:xfrm>
            <a:off x="4247715" y="4039603"/>
            <a:ext cx="628456" cy="1089966"/>
          </a:xfrm>
          <a:custGeom>
            <a:avLst/>
            <a:gdLst>
              <a:gd name="connsiteX0" fmla="*/ 434443 w 434443"/>
              <a:gd name="connsiteY0" fmla="*/ 289629 h 289629"/>
              <a:gd name="connsiteX1" fmla="*/ 198602 w 434443"/>
              <a:gd name="connsiteY1" fmla="*/ 148952 h 289629"/>
              <a:gd name="connsiteX2" fmla="*/ 0 w 434443"/>
              <a:gd name="connsiteY2" fmla="*/ 0 h 289629"/>
              <a:gd name="connsiteX3" fmla="*/ 0 w 434443"/>
              <a:gd name="connsiteY3" fmla="*/ 0 h 289629"/>
            </a:gdLst>
            <a:ahLst/>
            <a:cxnLst>
              <a:cxn ang="0">
                <a:pos x="connsiteX0" y="connsiteY0"/>
              </a:cxn>
              <a:cxn ang="0">
                <a:pos x="connsiteX1" y="connsiteY1"/>
              </a:cxn>
              <a:cxn ang="0">
                <a:pos x="connsiteX2" y="connsiteY2"/>
              </a:cxn>
              <a:cxn ang="0">
                <a:pos x="connsiteX3" y="connsiteY3"/>
              </a:cxn>
            </a:cxnLst>
            <a:rect l="l" t="t" r="r" b="b"/>
            <a:pathLst>
              <a:path w="434443" h="289629">
                <a:moveTo>
                  <a:pt x="434443" y="289629"/>
                </a:moveTo>
                <a:cubicBezTo>
                  <a:pt x="352726" y="243426"/>
                  <a:pt x="271009" y="197224"/>
                  <a:pt x="198602" y="148952"/>
                </a:cubicBezTo>
                <a:cubicBezTo>
                  <a:pt x="126195" y="100681"/>
                  <a:pt x="0" y="0"/>
                  <a:pt x="0" y="0"/>
                </a:cubicBezTo>
                <a:lnTo>
                  <a:pt x="0" y="0"/>
                </a:lnTo>
              </a:path>
            </a:pathLst>
          </a:custGeom>
          <a:ln w="38100">
            <a:solidFill>
              <a:srgbClr val="FFFF00"/>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69" name="143 Serbest Form">
            <a:extLst>
              <a:ext uri="{FF2B5EF4-FFF2-40B4-BE49-F238E27FC236}">
                <a16:creationId xmlns:a16="http://schemas.microsoft.com/office/drawing/2014/main" id="{B1238DCC-0918-43E0-996D-C8EDFC4BDE56}"/>
              </a:ext>
            </a:extLst>
          </p:cNvPr>
          <p:cNvSpPr/>
          <p:nvPr/>
        </p:nvSpPr>
        <p:spPr>
          <a:xfrm>
            <a:off x="3110593" y="2827498"/>
            <a:ext cx="994171" cy="1147678"/>
          </a:xfrm>
          <a:custGeom>
            <a:avLst/>
            <a:gdLst>
              <a:gd name="connsiteX0" fmla="*/ 492369 w 492369"/>
              <a:gd name="connsiteY0" fmla="*/ 401343 h 401343"/>
              <a:gd name="connsiteX1" fmla="*/ 347555 w 492369"/>
              <a:gd name="connsiteY1" fmla="*/ 335143 h 401343"/>
              <a:gd name="connsiteX2" fmla="*/ 227565 w 492369"/>
              <a:gd name="connsiteY2" fmla="*/ 74476 h 401343"/>
              <a:gd name="connsiteX3" fmla="*/ 0 w 492369"/>
              <a:gd name="connsiteY3" fmla="*/ 0 h 401343"/>
              <a:gd name="connsiteX4" fmla="*/ 0 w 492369"/>
              <a:gd name="connsiteY4" fmla="*/ 0 h 401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2369" h="401343">
                <a:moveTo>
                  <a:pt x="492369" y="401343"/>
                </a:moveTo>
                <a:cubicBezTo>
                  <a:pt x="442029" y="395482"/>
                  <a:pt x="391689" y="389621"/>
                  <a:pt x="347555" y="335143"/>
                </a:cubicBezTo>
                <a:cubicBezTo>
                  <a:pt x="303421" y="280665"/>
                  <a:pt x="285491" y="130333"/>
                  <a:pt x="227565" y="74476"/>
                </a:cubicBezTo>
                <a:cubicBezTo>
                  <a:pt x="169639" y="18619"/>
                  <a:pt x="0" y="0"/>
                  <a:pt x="0" y="0"/>
                </a:cubicBezTo>
                <a:lnTo>
                  <a:pt x="0" y="0"/>
                </a:lnTo>
              </a:path>
            </a:pathLst>
          </a:custGeom>
          <a:ln w="38100">
            <a:solidFill>
              <a:srgbClr val="FFFF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70" name="146 Yuvarlatılmış Dikdörtgen">
            <a:extLst>
              <a:ext uri="{FF2B5EF4-FFF2-40B4-BE49-F238E27FC236}">
                <a16:creationId xmlns:a16="http://schemas.microsoft.com/office/drawing/2014/main" id="{3029DA39-40D1-4B23-82B4-FA3B096A8467}"/>
              </a:ext>
            </a:extLst>
          </p:cNvPr>
          <p:cNvSpPr/>
          <p:nvPr/>
        </p:nvSpPr>
        <p:spPr>
          <a:xfrm rot="18319187">
            <a:off x="5790486" y="4736877"/>
            <a:ext cx="115211" cy="127212"/>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71" name="147 Yuvarlatılmış Dikdörtgen">
            <a:extLst>
              <a:ext uri="{FF2B5EF4-FFF2-40B4-BE49-F238E27FC236}">
                <a16:creationId xmlns:a16="http://schemas.microsoft.com/office/drawing/2014/main" id="{09C8E0EC-F3DF-4335-A350-A191F8076658}"/>
              </a:ext>
            </a:extLst>
          </p:cNvPr>
          <p:cNvSpPr/>
          <p:nvPr/>
        </p:nvSpPr>
        <p:spPr>
          <a:xfrm rot="17527836">
            <a:off x="4827383" y="5090443"/>
            <a:ext cx="103747" cy="118998"/>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72" name="148 Yuvarlatılmış Dikdörtgen">
            <a:extLst>
              <a:ext uri="{FF2B5EF4-FFF2-40B4-BE49-F238E27FC236}">
                <a16:creationId xmlns:a16="http://schemas.microsoft.com/office/drawing/2014/main" id="{D7136F7F-B833-45FD-9645-7FE2B093DDE9}"/>
              </a:ext>
            </a:extLst>
          </p:cNvPr>
          <p:cNvSpPr/>
          <p:nvPr/>
        </p:nvSpPr>
        <p:spPr>
          <a:xfrm rot="17527836">
            <a:off x="4139360" y="3944008"/>
            <a:ext cx="100656" cy="117704"/>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73" name="149 Yuvarlatılmış Dikdörtgen">
            <a:extLst>
              <a:ext uri="{FF2B5EF4-FFF2-40B4-BE49-F238E27FC236}">
                <a16:creationId xmlns:a16="http://schemas.microsoft.com/office/drawing/2014/main" id="{8250E7BE-EEAD-4F62-BC14-1E5FF1A268E5}"/>
              </a:ext>
            </a:extLst>
          </p:cNvPr>
          <p:cNvSpPr/>
          <p:nvPr/>
        </p:nvSpPr>
        <p:spPr>
          <a:xfrm rot="18319187">
            <a:off x="3614875" y="3788760"/>
            <a:ext cx="102438" cy="105986"/>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74" name="150 Yuvarlatılmış Dikdörtgen">
            <a:extLst>
              <a:ext uri="{FF2B5EF4-FFF2-40B4-BE49-F238E27FC236}">
                <a16:creationId xmlns:a16="http://schemas.microsoft.com/office/drawing/2014/main" id="{1C1CEDF0-380D-4D66-A619-95FADD598851}"/>
              </a:ext>
            </a:extLst>
          </p:cNvPr>
          <p:cNvSpPr/>
          <p:nvPr/>
        </p:nvSpPr>
        <p:spPr>
          <a:xfrm rot="17527836">
            <a:off x="2580147" y="3191929"/>
            <a:ext cx="97456" cy="120867"/>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75" name="151 Yuvarlatılmış Dikdörtgen">
            <a:extLst>
              <a:ext uri="{FF2B5EF4-FFF2-40B4-BE49-F238E27FC236}">
                <a16:creationId xmlns:a16="http://schemas.microsoft.com/office/drawing/2014/main" id="{D8028B93-6968-4408-9DD4-17BA8D4B1369}"/>
              </a:ext>
            </a:extLst>
          </p:cNvPr>
          <p:cNvSpPr/>
          <p:nvPr/>
        </p:nvSpPr>
        <p:spPr>
          <a:xfrm rot="15334286">
            <a:off x="2888683" y="3557036"/>
            <a:ext cx="109363" cy="109504"/>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76" name="Metin kutusu 75">
            <a:extLst>
              <a:ext uri="{FF2B5EF4-FFF2-40B4-BE49-F238E27FC236}">
                <a16:creationId xmlns:a16="http://schemas.microsoft.com/office/drawing/2014/main" id="{B1EF5654-445E-4777-A7CE-8B91331B1552}"/>
              </a:ext>
            </a:extLst>
          </p:cNvPr>
          <p:cNvSpPr txBox="1"/>
          <p:nvPr/>
        </p:nvSpPr>
        <p:spPr>
          <a:xfrm>
            <a:off x="6662249" y="1608709"/>
            <a:ext cx="3809039" cy="2143279"/>
          </a:xfrm>
          <a:prstGeom prst="rect">
            <a:avLst/>
          </a:prstGeom>
          <a:noFill/>
        </p:spPr>
        <p:txBody>
          <a:bodyPr wrap="square" rtlCol="0">
            <a:spAutoFit/>
          </a:bodyPr>
          <a:lstStyle/>
          <a:p>
            <a:pPr marL="302266" indent="-302266" algn="just">
              <a:buFont typeface="Wingdings" panose="05000000000000000000" pitchFamily="2" charset="2"/>
              <a:buChar char="§"/>
            </a:pPr>
            <a:r>
              <a:rPr lang="tr-TR" sz="1481" dirty="0">
                <a:latin typeface="Myriad Pro"/>
              </a:rPr>
              <a:t>Bir akit tarafa giriş noktasındaki gümrük idaresi</a:t>
            </a:r>
          </a:p>
          <a:p>
            <a:pPr marL="302266" indent="-302266" algn="just">
              <a:buFont typeface="Wingdings" panose="05000000000000000000" pitchFamily="2" charset="2"/>
              <a:buChar char="§"/>
            </a:pPr>
            <a:endParaRPr lang="tr-TR" sz="1481" dirty="0">
              <a:latin typeface="Myriad Pro"/>
            </a:endParaRPr>
          </a:p>
          <a:p>
            <a:pPr marL="302266" indent="-302266" algn="just">
              <a:buFont typeface="Wingdings" panose="05000000000000000000" pitchFamily="2" charset="2"/>
              <a:buChar char="§"/>
            </a:pPr>
            <a:r>
              <a:rPr lang="tr-TR" sz="1481" dirty="0">
                <a:latin typeface="Myriad Pro"/>
              </a:rPr>
              <a:t>Bir akit taraf ile üçüncü ülke arasındaki bir sınırdan geçerek gerçekleştirilen transit işlemi sırasında, sevkiyat bu akit tarafın gümrük bölgesinden ayrıldığında akit taraftan çıkış noktasındaki gümrük idaresi</a:t>
            </a:r>
          </a:p>
        </p:txBody>
      </p:sp>
      <p:sp>
        <p:nvSpPr>
          <p:cNvPr id="77" name="139 Serbest Form">
            <a:extLst>
              <a:ext uri="{FF2B5EF4-FFF2-40B4-BE49-F238E27FC236}">
                <a16:creationId xmlns:a16="http://schemas.microsoft.com/office/drawing/2014/main" id="{20E5677F-077B-4138-B657-2D9A488B1374}"/>
              </a:ext>
            </a:extLst>
          </p:cNvPr>
          <p:cNvSpPr/>
          <p:nvPr/>
        </p:nvSpPr>
        <p:spPr>
          <a:xfrm rot="20109919">
            <a:off x="2753079" y="3252621"/>
            <a:ext cx="76119" cy="335335"/>
          </a:xfrm>
          <a:custGeom>
            <a:avLst/>
            <a:gdLst>
              <a:gd name="connsiteX0" fmla="*/ 417893 w 417893"/>
              <a:gd name="connsiteY0" fmla="*/ 161364 h 161364"/>
              <a:gd name="connsiteX1" fmla="*/ 0 w 417893"/>
              <a:gd name="connsiteY1" fmla="*/ 0 h 161364"/>
            </a:gdLst>
            <a:ahLst/>
            <a:cxnLst>
              <a:cxn ang="0">
                <a:pos x="connsiteX0" y="connsiteY0"/>
              </a:cxn>
              <a:cxn ang="0">
                <a:pos x="connsiteX1" y="connsiteY1"/>
              </a:cxn>
            </a:cxnLst>
            <a:rect l="l" t="t" r="r" b="b"/>
            <a:pathLst>
              <a:path w="417893" h="161364">
                <a:moveTo>
                  <a:pt x="417893" y="161364"/>
                </a:moveTo>
                <a:lnTo>
                  <a:pt x="0" y="0"/>
                </a:lnTo>
              </a:path>
            </a:pathLst>
          </a:custGeom>
          <a:ln w="38100">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sz="1904" dirty="0">
              <a:latin typeface="Myriad Pro"/>
            </a:endParaRPr>
          </a:p>
        </p:txBody>
      </p:sp>
      <p:sp>
        <p:nvSpPr>
          <p:cNvPr id="80" name="Content Placeholder 2">
            <a:extLst>
              <a:ext uri="{FF2B5EF4-FFF2-40B4-BE49-F238E27FC236}">
                <a16:creationId xmlns:a16="http://schemas.microsoft.com/office/drawing/2014/main" id="{F40EF44D-6EEB-4B51-97A2-57AFD6EBAD03}"/>
              </a:ext>
            </a:extLst>
          </p:cNvPr>
          <p:cNvSpPr>
            <a:spLocks noGrp="1"/>
          </p:cNvSpPr>
          <p:nvPr>
            <p:ph idx="1"/>
          </p:nvPr>
        </p:nvSpPr>
        <p:spPr>
          <a:xfrm>
            <a:off x="1971236" y="606701"/>
            <a:ext cx="6383802" cy="370246"/>
          </a:xfrm>
        </p:spPr>
        <p:txBody>
          <a:bodyPr>
            <a:noAutofit/>
          </a:bodyPr>
          <a:lstStyle/>
          <a:p>
            <a:pPr marL="0" indent="0">
              <a:buNone/>
            </a:pPr>
            <a:r>
              <a:rPr lang="tr-TR" sz="1904" b="1" dirty="0">
                <a:latin typeface="Myriad Pro"/>
                <a:cs typeface="Myriad Pro"/>
              </a:rPr>
              <a:t>TANIMLAR</a:t>
            </a:r>
            <a:endParaRPr lang="en-US" sz="1058" dirty="0">
              <a:latin typeface="Myriad Pro"/>
            </a:endParaRPr>
          </a:p>
        </p:txBody>
      </p:sp>
      <p:sp>
        <p:nvSpPr>
          <p:cNvPr id="78" name="Metin kutusu 77">
            <a:extLst>
              <a:ext uri="{FF2B5EF4-FFF2-40B4-BE49-F238E27FC236}">
                <a16:creationId xmlns:a16="http://schemas.microsoft.com/office/drawing/2014/main" id="{E1324C99-73D8-4D0A-869E-263DFE05590A}"/>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168662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
                                            <p:txEl>
                                              <p:pRg st="0" end="0"/>
                                            </p:txEl>
                                          </p:spTgt>
                                        </p:tgtEl>
                                        <p:attrNameLst>
                                          <p:attrName>style.visibility</p:attrName>
                                        </p:attrNameLst>
                                      </p:cBhvr>
                                      <p:to>
                                        <p:strVal val="visible"/>
                                      </p:to>
                                    </p:set>
                                    <p:animEffect transition="in" filter="fade">
                                      <p:cBhvr>
                                        <p:cTn id="12" dur="500"/>
                                        <p:tgtEl>
                                          <p:spTgt spid="7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500"/>
                                        <p:tgtEl>
                                          <p:spTgt spid="6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6">
                                            <p:txEl>
                                              <p:pRg st="2" end="2"/>
                                            </p:txEl>
                                          </p:spTgt>
                                        </p:tgtEl>
                                        <p:attrNameLst>
                                          <p:attrName>style.visibility</p:attrName>
                                        </p:attrNameLst>
                                      </p:cBhvr>
                                      <p:to>
                                        <p:strVal val="visible"/>
                                      </p:to>
                                    </p:set>
                                    <p:animEffect transition="in" filter="fade">
                                      <p:cBhvr>
                                        <p:cTn id="32" dur="500"/>
                                        <p:tgtEl>
                                          <p:spTgt spid="7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500"/>
                                        <p:tgtEl>
                                          <p:spTgt spid="6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1"/>
                                        </p:tgtEl>
                                        <p:attrNameLst>
                                          <p:attrName>style.visibility</p:attrName>
                                        </p:attrNameLst>
                                      </p:cBhvr>
                                      <p:to>
                                        <p:strVal val="visible"/>
                                      </p:to>
                                    </p:set>
                                    <p:animEffect transition="in" filter="fade">
                                      <p:cBhvr>
                                        <p:cTn id="40" dur="500"/>
                                        <p:tgtEl>
                                          <p:spTgt spid="7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2"/>
                                        </p:tgtEl>
                                        <p:attrNameLst>
                                          <p:attrName>style.visibility</p:attrName>
                                        </p:attrNameLst>
                                      </p:cBhvr>
                                      <p:to>
                                        <p:strVal val="visible"/>
                                      </p:to>
                                    </p:set>
                                    <p:animEffect transition="in" filter="fade">
                                      <p:cBhvr>
                                        <p:cTn id="45" dur="500"/>
                                        <p:tgtEl>
                                          <p:spTgt spid="7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8"/>
                                        </p:tgtEl>
                                        <p:attrNameLst>
                                          <p:attrName>style.visibility</p:attrName>
                                        </p:attrNameLst>
                                      </p:cBhvr>
                                      <p:to>
                                        <p:strVal val="visible"/>
                                      </p:to>
                                    </p:set>
                                    <p:animEffect transition="in" filter="fade">
                                      <p:cBhvr>
                                        <p:cTn id="48" dur="500"/>
                                        <p:tgtEl>
                                          <p:spTgt spid="68"/>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8"/>
                                        </p:tgtEl>
                                        <p:attrNameLst>
                                          <p:attrName>style.visibility</p:attrName>
                                        </p:attrNameLst>
                                      </p:cBhvr>
                                      <p:to>
                                        <p:strVal val="visible"/>
                                      </p:to>
                                    </p:set>
                                    <p:animEffect transition="in" filter="fade">
                                      <p:cBhvr>
                                        <p:cTn id="57" dur="500"/>
                                        <p:tgtEl>
                                          <p:spTgt spid="5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73"/>
                                        </p:tgtEl>
                                        <p:attrNameLst>
                                          <p:attrName>style.visibility</p:attrName>
                                        </p:attrNameLst>
                                      </p:cBhvr>
                                      <p:to>
                                        <p:strVal val="visible"/>
                                      </p:to>
                                    </p:set>
                                    <p:animEffect transition="in" filter="fade">
                                      <p:cBhvr>
                                        <p:cTn id="60" dur="500"/>
                                        <p:tgtEl>
                                          <p:spTgt spid="7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59"/>
                                        </p:tgtEl>
                                        <p:attrNameLst>
                                          <p:attrName>style.visibility</p:attrName>
                                        </p:attrNameLst>
                                      </p:cBhvr>
                                      <p:to>
                                        <p:strVal val="visible"/>
                                      </p:to>
                                    </p:set>
                                    <p:animEffect transition="in" filter="fade">
                                      <p:cBhvr>
                                        <p:cTn id="65" dur="500"/>
                                        <p:tgtEl>
                                          <p:spTgt spid="5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5"/>
                                        </p:tgtEl>
                                        <p:attrNameLst>
                                          <p:attrName>style.visibility</p:attrName>
                                        </p:attrNameLst>
                                      </p:cBhvr>
                                      <p:to>
                                        <p:strVal val="visible"/>
                                      </p:to>
                                    </p:set>
                                    <p:animEffect transition="in" filter="fade">
                                      <p:cBhvr>
                                        <p:cTn id="68" dur="500"/>
                                        <p:tgtEl>
                                          <p:spTgt spid="7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77"/>
                                        </p:tgtEl>
                                        <p:attrNameLst>
                                          <p:attrName>style.visibility</p:attrName>
                                        </p:attrNameLst>
                                      </p:cBhvr>
                                      <p:to>
                                        <p:strVal val="visible"/>
                                      </p:to>
                                    </p:set>
                                    <p:animEffect transition="in" filter="fade">
                                      <p:cBhvr>
                                        <p:cTn id="73" dur="500"/>
                                        <p:tgtEl>
                                          <p:spTgt spid="7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74"/>
                                        </p:tgtEl>
                                        <p:attrNameLst>
                                          <p:attrName>style.visibility</p:attrName>
                                        </p:attrNameLst>
                                      </p:cBhvr>
                                      <p:to>
                                        <p:strVal val="visible"/>
                                      </p:to>
                                    </p:set>
                                    <p:animEffect transition="in" filter="fade">
                                      <p:cBhvr>
                                        <p:cTn id="76" dur="500"/>
                                        <p:tgtEl>
                                          <p:spTgt spid="74"/>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0"/>
                                        </p:tgtEl>
                                        <p:attrNameLst>
                                          <p:attrName>style.visibility</p:attrName>
                                        </p:attrNameLst>
                                      </p:cBhvr>
                                      <p:to>
                                        <p:strVal val="visible"/>
                                      </p:to>
                                    </p:set>
                                    <p:animEffect transition="in" filter="fade">
                                      <p:cBhvr>
                                        <p:cTn id="8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8" grpId="0" animBg="1"/>
      <p:bldP spid="59" grpId="0" animBg="1"/>
      <p:bldP spid="60"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1 İçerik Yer Tutucusu">
            <a:extLst>
              <a:ext uri="{FF2B5EF4-FFF2-40B4-BE49-F238E27FC236}">
                <a16:creationId xmlns:a16="http://schemas.microsoft.com/office/drawing/2014/main" id="{6B16F72A-511A-4041-8AB0-812EB93C04CD}"/>
              </a:ext>
            </a:extLst>
          </p:cNvPr>
          <p:cNvSpPr txBox="1">
            <a:spLocks/>
          </p:cNvSpPr>
          <p:nvPr/>
        </p:nvSpPr>
        <p:spPr>
          <a:xfrm>
            <a:off x="780831" y="1815012"/>
            <a:ext cx="4946708" cy="4638813"/>
          </a:xfrm>
          <a:prstGeom prst="rect">
            <a:avLst/>
          </a:prstGeom>
        </p:spPr>
        <p:txBody>
          <a:bodyPr>
            <a:noAutofit/>
          </a:bodyPr>
          <a:lstStyle/>
          <a:p>
            <a:pPr marL="362720" indent="-362720">
              <a:buFont typeface="Wingdings" panose="05000000000000000000" pitchFamily="2" charset="2"/>
              <a:buChar char="Ø"/>
            </a:pPr>
            <a:r>
              <a:rPr lang="tr-TR" sz="1481" b="1" u="sng" dirty="0">
                <a:latin typeface="Myriad Pro"/>
              </a:rPr>
              <a:t>ASIL SORUMLU ve KEFİL </a:t>
            </a:r>
            <a:r>
              <a:rPr lang="tr-TR" sz="1058" b="1" i="1" dirty="0">
                <a:solidFill>
                  <a:srgbClr val="00B0F0"/>
                </a:solidFill>
                <a:latin typeface="Myriad Pro"/>
              </a:rPr>
              <a:t>{4 Seri Nolu Tebliğ, md.14-15}</a:t>
            </a:r>
            <a:endParaRPr lang="tr-TR" sz="1058" b="1" i="1" dirty="0">
              <a:solidFill>
                <a:srgbClr val="FF0000"/>
              </a:solidFill>
              <a:latin typeface="Myriad Pro"/>
            </a:endParaRPr>
          </a:p>
          <a:p>
            <a:endParaRPr lang="tr-TR" sz="1481" dirty="0">
              <a:solidFill>
                <a:schemeClr val="accent1">
                  <a:lumMod val="75000"/>
                </a:schemeClr>
              </a:solidFill>
              <a:latin typeface="Myriad Pro"/>
            </a:endParaRPr>
          </a:p>
          <a:p>
            <a:pPr marL="362720" indent="-362720">
              <a:buFont typeface="Wingdings" panose="05000000000000000000" pitchFamily="2" charset="2"/>
              <a:buChar char="Ø"/>
            </a:pPr>
            <a:r>
              <a:rPr lang="tr-TR" sz="1481" b="1" u="sng" dirty="0">
                <a:latin typeface="Myriad Pro"/>
              </a:rPr>
              <a:t>TEMİNAT</a:t>
            </a:r>
            <a:r>
              <a:rPr lang="tr-TR" sz="1481" b="1" dirty="0">
                <a:latin typeface="Myriad Pro"/>
              </a:rPr>
              <a:t> </a:t>
            </a:r>
            <a:r>
              <a:rPr lang="tr-TR" sz="1058" b="1" i="1" dirty="0">
                <a:solidFill>
                  <a:srgbClr val="00B0F0"/>
                </a:solidFill>
                <a:latin typeface="Myriad Pro"/>
              </a:rPr>
              <a:t>{4 Seri Nolu Tebliğ, İkinci Kısım}</a:t>
            </a:r>
          </a:p>
          <a:p>
            <a:endParaRPr lang="tr-TR" sz="952" u="sng" dirty="0">
              <a:latin typeface="Myriad Pro"/>
            </a:endParaRPr>
          </a:p>
          <a:p>
            <a:pPr marL="846346" lvl="1" indent="-362720">
              <a:buFont typeface="Wingdings" panose="05000000000000000000" pitchFamily="2" charset="2"/>
              <a:buChar char="§"/>
            </a:pPr>
            <a:r>
              <a:rPr lang="tr-TR" sz="1481" u="sng" dirty="0">
                <a:latin typeface="Myriad Pro"/>
              </a:rPr>
              <a:t>Teminat Türleri</a:t>
            </a:r>
          </a:p>
          <a:p>
            <a:pPr marL="1329972" lvl="2" indent="-362720">
              <a:buFont typeface="Arial" panose="020B0604020202020204" pitchFamily="34" charset="0"/>
              <a:buChar char="•"/>
            </a:pPr>
            <a:r>
              <a:rPr lang="tr-TR" sz="1375" i="1" dirty="0">
                <a:solidFill>
                  <a:srgbClr val="FF0000"/>
                </a:solidFill>
                <a:latin typeface="Myriad Pro"/>
              </a:rPr>
              <a:t>Bireysel teminat </a:t>
            </a:r>
            <a:r>
              <a:rPr lang="tr-TR" sz="1058" b="1" i="1" dirty="0">
                <a:solidFill>
                  <a:srgbClr val="00B0F0"/>
                </a:solidFill>
                <a:latin typeface="Myriad Pro"/>
              </a:rPr>
              <a:t>{4 Seri Nolu Tebliğ, md.7}</a:t>
            </a:r>
            <a:endParaRPr lang="tr-TR" sz="1058" b="1" i="1" dirty="0">
              <a:solidFill>
                <a:srgbClr val="FF0000"/>
              </a:solidFill>
              <a:latin typeface="Myriad Pro"/>
            </a:endParaRPr>
          </a:p>
          <a:p>
            <a:pPr marL="1329972" lvl="2" indent="-362720">
              <a:buFont typeface="Arial" panose="020B0604020202020204" pitchFamily="34" charset="0"/>
              <a:buChar char="•"/>
            </a:pPr>
            <a:r>
              <a:rPr lang="tr-TR" sz="1375" i="1" dirty="0">
                <a:solidFill>
                  <a:srgbClr val="FF0000"/>
                </a:solidFill>
                <a:latin typeface="Myriad Pro"/>
              </a:rPr>
              <a:t>Kapsamlı teminat </a:t>
            </a:r>
            <a:r>
              <a:rPr lang="tr-TR" sz="1058" b="1" i="1" dirty="0">
                <a:solidFill>
                  <a:srgbClr val="00B0F0"/>
                </a:solidFill>
                <a:latin typeface="Myriad Pro"/>
              </a:rPr>
              <a:t>{4 Seri Nolu Tebliğ, md.8-13}</a:t>
            </a:r>
            <a:endParaRPr lang="tr-TR" sz="1058" b="1" i="1" dirty="0">
              <a:solidFill>
                <a:srgbClr val="FF0000"/>
              </a:solidFill>
              <a:latin typeface="Myriad Pro"/>
            </a:endParaRPr>
          </a:p>
          <a:p>
            <a:pPr lvl="2"/>
            <a:endParaRPr lang="tr-TR" sz="1375" i="1" strike="sngStrike" dirty="0">
              <a:latin typeface="Myriad Pro"/>
            </a:endParaRPr>
          </a:p>
          <a:p>
            <a:pPr marL="846346" lvl="1" indent="-362720">
              <a:buFont typeface="Wingdings" panose="05000000000000000000" pitchFamily="2" charset="2"/>
              <a:buChar char="§"/>
            </a:pPr>
            <a:r>
              <a:rPr lang="tr-TR" sz="1481" u="sng" dirty="0">
                <a:latin typeface="Myriad Pro"/>
              </a:rPr>
              <a:t>Teminat Çeşitleri</a:t>
            </a:r>
          </a:p>
          <a:p>
            <a:pPr marL="1329972" lvl="2" indent="-362720">
              <a:buFont typeface="Arial" panose="020B0604020202020204" pitchFamily="34" charset="0"/>
              <a:buChar char="•"/>
            </a:pPr>
            <a:r>
              <a:rPr lang="tr-TR" sz="1481" i="1" dirty="0">
                <a:solidFill>
                  <a:srgbClr val="0000FF"/>
                </a:solidFill>
                <a:latin typeface="Myriad Pro"/>
              </a:rPr>
              <a:t>Nakit Türk Lirası</a:t>
            </a:r>
          </a:p>
          <a:p>
            <a:pPr marL="1329972" lvl="2" indent="-362720">
              <a:buFont typeface="Arial" panose="020B0604020202020204" pitchFamily="34" charset="0"/>
              <a:buChar char="•"/>
            </a:pPr>
            <a:r>
              <a:rPr lang="tr-TR" sz="1481" i="1" dirty="0">
                <a:solidFill>
                  <a:srgbClr val="0000FF"/>
                </a:solidFill>
                <a:latin typeface="Myriad Pro"/>
              </a:rPr>
              <a:t>Hazine Tahvil ve Bonoları </a:t>
            </a:r>
          </a:p>
          <a:p>
            <a:pPr marL="1329972" lvl="2" indent="-362720">
              <a:buFont typeface="Arial" panose="020B0604020202020204" pitchFamily="34" charset="0"/>
              <a:buChar char="•"/>
            </a:pPr>
            <a:r>
              <a:rPr lang="tr-TR" sz="1481" i="1" dirty="0">
                <a:solidFill>
                  <a:srgbClr val="0000FF"/>
                </a:solidFill>
                <a:latin typeface="Myriad Pro"/>
              </a:rPr>
              <a:t>Döviz</a:t>
            </a:r>
          </a:p>
          <a:p>
            <a:pPr marL="1329972" lvl="2" indent="-362720">
              <a:buFont typeface="Arial" panose="020B0604020202020204" pitchFamily="34" charset="0"/>
              <a:buChar char="•"/>
            </a:pPr>
            <a:r>
              <a:rPr lang="tr-TR" sz="1481" i="1" dirty="0">
                <a:solidFill>
                  <a:srgbClr val="0000FF"/>
                </a:solidFill>
                <a:latin typeface="Myriad Pro"/>
              </a:rPr>
              <a:t>Teminat Mektubu </a:t>
            </a:r>
            <a:r>
              <a:rPr lang="tr-TR" sz="1058" b="1" i="1" dirty="0">
                <a:solidFill>
                  <a:srgbClr val="00B0F0"/>
                </a:solidFill>
                <a:latin typeface="Myriad Pro"/>
              </a:rPr>
              <a:t>{4 Seri Nolu Tebliğ, md.9}</a:t>
            </a:r>
          </a:p>
          <a:p>
            <a:pPr marL="1329972" lvl="2" indent="-362720">
              <a:buFont typeface="Arial" panose="020B0604020202020204" pitchFamily="34" charset="0"/>
              <a:buChar char="•"/>
            </a:pPr>
            <a:endParaRPr lang="tr-TR" sz="952" dirty="0">
              <a:solidFill>
                <a:srgbClr val="0000FF"/>
              </a:solidFill>
              <a:latin typeface="Myriad Pro"/>
            </a:endParaRPr>
          </a:p>
          <a:p>
            <a:pPr marL="846346" lvl="1" indent="-362720">
              <a:buFont typeface="Wingdings" panose="05000000000000000000" pitchFamily="2" charset="2"/>
              <a:buChar char="§"/>
            </a:pPr>
            <a:r>
              <a:rPr lang="tr-TR" sz="1481" u="sng" dirty="0">
                <a:latin typeface="Myriad Pro"/>
              </a:rPr>
              <a:t>Teminat Aranmayacak Haller</a:t>
            </a:r>
            <a:r>
              <a:rPr lang="tr-TR" sz="1481" dirty="0">
                <a:latin typeface="Myriad Pro"/>
              </a:rPr>
              <a:t> </a:t>
            </a:r>
            <a:r>
              <a:rPr lang="tr-TR" sz="1058" b="1" i="1" dirty="0">
                <a:solidFill>
                  <a:srgbClr val="00B0F0"/>
                </a:solidFill>
                <a:latin typeface="Myriad Pro"/>
              </a:rPr>
              <a:t>{GK, md.85/1}</a:t>
            </a:r>
            <a:endParaRPr lang="tr-TR" sz="1058" b="1" i="1" u="sng" dirty="0">
              <a:latin typeface="Myriad Pro"/>
            </a:endParaRPr>
          </a:p>
          <a:p>
            <a:pPr marL="1329972" lvl="2" indent="-362720">
              <a:buFont typeface="Arial" panose="020B0604020202020204" pitchFamily="34" charset="0"/>
              <a:buChar char="•"/>
            </a:pPr>
            <a:r>
              <a:rPr lang="tr-TR" sz="1481" i="1" dirty="0">
                <a:solidFill>
                  <a:srgbClr val="00B050"/>
                </a:solidFill>
                <a:latin typeface="Myriad Pro"/>
              </a:rPr>
              <a:t>Boru hattı </a:t>
            </a:r>
          </a:p>
          <a:p>
            <a:pPr marL="1329972" lvl="2" indent="-362720">
              <a:buFont typeface="Arial" panose="020B0604020202020204" pitchFamily="34" charset="0"/>
              <a:buChar char="•"/>
            </a:pPr>
            <a:r>
              <a:rPr lang="tr-TR" sz="1481" i="1" dirty="0">
                <a:solidFill>
                  <a:srgbClr val="00B050"/>
                </a:solidFill>
                <a:latin typeface="Myriad Pro"/>
              </a:rPr>
              <a:t>Havayolu (basitleştirilmiş)</a:t>
            </a:r>
          </a:p>
          <a:p>
            <a:pPr marL="1329972" lvl="2" indent="-362720">
              <a:buFont typeface="Arial" panose="020B0604020202020204" pitchFamily="34" charset="0"/>
              <a:buChar char="•"/>
            </a:pPr>
            <a:r>
              <a:rPr lang="tr-TR" sz="1481" i="1" dirty="0">
                <a:solidFill>
                  <a:srgbClr val="00B050"/>
                </a:solidFill>
                <a:latin typeface="Myriad Pro"/>
              </a:rPr>
              <a:t>Demiryolu (basitleştirilmiş)</a:t>
            </a:r>
          </a:p>
          <a:p>
            <a:pPr marL="1329972" lvl="2" indent="-362720">
              <a:buFont typeface="Arial" panose="020B0604020202020204" pitchFamily="34" charset="0"/>
              <a:buChar char="•"/>
            </a:pPr>
            <a:r>
              <a:rPr lang="tr-TR" sz="1481" i="1" dirty="0">
                <a:solidFill>
                  <a:srgbClr val="00B050"/>
                </a:solidFill>
                <a:latin typeface="Myriad Pro"/>
              </a:rPr>
              <a:t>Denizyolu (basitleştirilmiş)</a:t>
            </a:r>
          </a:p>
        </p:txBody>
      </p:sp>
      <p:sp>
        <p:nvSpPr>
          <p:cNvPr id="79" name="Metin kutusu 78">
            <a:extLst>
              <a:ext uri="{FF2B5EF4-FFF2-40B4-BE49-F238E27FC236}">
                <a16:creationId xmlns:a16="http://schemas.microsoft.com/office/drawing/2014/main" id="{0AA154BE-66DC-4014-8771-DC65E93841CC}"/>
              </a:ext>
            </a:extLst>
          </p:cNvPr>
          <p:cNvSpPr txBox="1"/>
          <p:nvPr/>
        </p:nvSpPr>
        <p:spPr>
          <a:xfrm>
            <a:off x="5521381" y="1815012"/>
            <a:ext cx="6670619" cy="4333879"/>
          </a:xfrm>
          <a:prstGeom prst="rect">
            <a:avLst/>
          </a:prstGeom>
          <a:noFill/>
        </p:spPr>
        <p:txBody>
          <a:bodyPr wrap="square" rtlCol="0">
            <a:spAutoFit/>
          </a:bodyPr>
          <a:lstStyle/>
          <a:p>
            <a:pPr marL="362720" indent="-362720">
              <a:buFont typeface="Wingdings" panose="05000000000000000000" pitchFamily="2" charset="2"/>
              <a:buChar char="Ø"/>
            </a:pPr>
            <a:r>
              <a:rPr lang="tr-TR" sz="1481" b="1" u="sng" dirty="0">
                <a:latin typeface="Myriad Pro"/>
              </a:rPr>
              <a:t>ÖNLEMLER</a:t>
            </a:r>
            <a:r>
              <a:rPr lang="tr-TR" sz="1481" b="1" dirty="0">
                <a:latin typeface="Myriad Pro"/>
              </a:rPr>
              <a:t> </a:t>
            </a:r>
            <a:r>
              <a:rPr lang="tr-TR" sz="1058" b="1" i="1" dirty="0">
                <a:solidFill>
                  <a:srgbClr val="00B0F0"/>
                </a:solidFill>
                <a:latin typeface="Myriad Pro"/>
              </a:rPr>
              <a:t>{GY md.223}</a:t>
            </a:r>
            <a:endParaRPr lang="tr-TR" sz="1058" b="1" i="1" u="sng" dirty="0">
              <a:latin typeface="Myriad Pro"/>
            </a:endParaRPr>
          </a:p>
          <a:p>
            <a:pPr marL="846346" lvl="1" indent="-362720">
              <a:buFont typeface="Wingdings" panose="05000000000000000000" pitchFamily="2" charset="2"/>
              <a:buChar char="§"/>
            </a:pPr>
            <a:r>
              <a:rPr lang="tr-TR" sz="1481" dirty="0">
                <a:solidFill>
                  <a:schemeClr val="accent2">
                    <a:lumMod val="75000"/>
                  </a:schemeClr>
                </a:solidFill>
                <a:latin typeface="Myriad Pro"/>
              </a:rPr>
              <a:t>Mühür Uygulaması </a:t>
            </a:r>
            <a:r>
              <a:rPr lang="tr-TR" sz="1058" b="1" i="1" dirty="0">
                <a:solidFill>
                  <a:srgbClr val="00B0F0"/>
                </a:solidFill>
                <a:latin typeface="Myriad Pro"/>
              </a:rPr>
              <a:t>{4 Seri Nolu Tebliğ, md.27}</a:t>
            </a:r>
            <a:endParaRPr lang="tr-TR" sz="1058" dirty="0">
              <a:solidFill>
                <a:schemeClr val="accent2">
                  <a:lumMod val="75000"/>
                </a:schemeClr>
              </a:solidFill>
              <a:latin typeface="Myriad Pro"/>
            </a:endParaRPr>
          </a:p>
          <a:p>
            <a:pPr marL="846346" lvl="1" indent="-362720">
              <a:buFont typeface="Wingdings" panose="05000000000000000000" pitchFamily="2" charset="2"/>
              <a:buChar char="§"/>
            </a:pPr>
            <a:r>
              <a:rPr lang="tr-TR" sz="1481" dirty="0">
                <a:solidFill>
                  <a:schemeClr val="accent2">
                    <a:lumMod val="75000"/>
                  </a:schemeClr>
                </a:solidFill>
                <a:latin typeface="Myriad Pro"/>
              </a:rPr>
              <a:t>ATS Cihazı Takılması &amp; Memur Refakati </a:t>
            </a:r>
            <a:r>
              <a:rPr lang="tr-TR" sz="1058" b="1" i="1" dirty="0">
                <a:solidFill>
                  <a:srgbClr val="00B0F0"/>
                </a:solidFill>
                <a:latin typeface="Myriad Pro"/>
              </a:rPr>
              <a:t>{4 Seri Nolu Tebliğ, md.24}</a:t>
            </a:r>
            <a:endParaRPr lang="tr-TR" sz="1164" i="1" dirty="0">
              <a:solidFill>
                <a:schemeClr val="accent2">
                  <a:lumMod val="75000"/>
                </a:schemeClr>
              </a:solidFill>
              <a:latin typeface="Myriad Pro"/>
            </a:endParaRPr>
          </a:p>
          <a:p>
            <a:pPr marL="846346" lvl="1" indent="-362720">
              <a:buFont typeface="Wingdings" panose="05000000000000000000" pitchFamily="2" charset="2"/>
              <a:buChar char="§"/>
            </a:pPr>
            <a:r>
              <a:rPr lang="tr-TR" sz="1481" dirty="0">
                <a:solidFill>
                  <a:schemeClr val="accent2">
                    <a:lumMod val="75000"/>
                  </a:schemeClr>
                </a:solidFill>
                <a:latin typeface="Myriad Pro"/>
              </a:rPr>
              <a:t>Zorunlu Güzergâh </a:t>
            </a:r>
            <a:r>
              <a:rPr lang="tr-TR" sz="1164" i="1" dirty="0">
                <a:solidFill>
                  <a:schemeClr val="accent2">
                    <a:lumMod val="75000"/>
                  </a:schemeClr>
                </a:solidFill>
                <a:latin typeface="Myriad Pro"/>
              </a:rPr>
              <a:t>(riskli eşyada gerektiği takdirde</a:t>
            </a:r>
            <a:r>
              <a:rPr lang="tr-TR" sz="952" i="1" dirty="0">
                <a:solidFill>
                  <a:schemeClr val="accent2">
                    <a:lumMod val="75000"/>
                  </a:schemeClr>
                </a:solidFill>
                <a:latin typeface="Myriad Pro"/>
              </a:rPr>
              <a:t>)  </a:t>
            </a:r>
            <a:r>
              <a:rPr lang="tr-TR" sz="1058" b="1" i="1" dirty="0">
                <a:solidFill>
                  <a:srgbClr val="00B0F0"/>
                </a:solidFill>
                <a:latin typeface="Myriad Pro"/>
              </a:rPr>
              <a:t>{4 Seri Nolu Tebliğ, md.24}</a:t>
            </a:r>
            <a:endParaRPr lang="tr-TR" sz="1058" b="1" i="1" dirty="0">
              <a:solidFill>
                <a:schemeClr val="accent2">
                  <a:lumMod val="75000"/>
                </a:schemeClr>
              </a:solidFill>
              <a:latin typeface="Myriad Pro"/>
            </a:endParaRPr>
          </a:p>
          <a:p>
            <a:pPr marL="846346" lvl="1" indent="-362720">
              <a:buFont typeface="Wingdings" panose="05000000000000000000" pitchFamily="2" charset="2"/>
              <a:buChar char="§"/>
            </a:pPr>
            <a:r>
              <a:rPr lang="tr-TR" sz="1481" dirty="0">
                <a:solidFill>
                  <a:schemeClr val="accent2">
                    <a:lumMod val="75000"/>
                  </a:schemeClr>
                </a:solidFill>
                <a:latin typeface="Myriad Pro"/>
              </a:rPr>
              <a:t>Transit Süresi </a:t>
            </a:r>
            <a:r>
              <a:rPr lang="tr-TR" sz="1269" i="1" dirty="0">
                <a:solidFill>
                  <a:schemeClr val="accent2">
                    <a:lumMod val="75000"/>
                  </a:schemeClr>
                </a:solidFill>
                <a:latin typeface="Myriad Pro"/>
              </a:rPr>
              <a:t>(Güzergâh kat etme süresi) </a:t>
            </a:r>
            <a:r>
              <a:rPr lang="tr-TR" sz="1058" b="1" i="1" dirty="0">
                <a:solidFill>
                  <a:srgbClr val="00B0F0"/>
                </a:solidFill>
                <a:latin typeface="Myriad Pro"/>
              </a:rPr>
              <a:t>{4 Seri Nolu Tebliğ, md.25}</a:t>
            </a:r>
            <a:endParaRPr lang="tr-TR" sz="1058" b="1" i="1" dirty="0">
              <a:solidFill>
                <a:srgbClr val="FF0000"/>
              </a:solidFill>
              <a:latin typeface="Myriad Pro"/>
            </a:endParaRPr>
          </a:p>
          <a:p>
            <a:pPr lvl="1"/>
            <a:endParaRPr lang="tr-TR" sz="1269" i="1" dirty="0">
              <a:solidFill>
                <a:schemeClr val="accent2">
                  <a:lumMod val="75000"/>
                </a:schemeClr>
              </a:solidFill>
              <a:latin typeface="Myriad Pro"/>
            </a:endParaRPr>
          </a:p>
          <a:p>
            <a:pPr lvl="1"/>
            <a:endParaRPr lang="tr-TR" sz="1481" i="1" dirty="0">
              <a:latin typeface="Myriad Pro"/>
            </a:endParaRPr>
          </a:p>
          <a:p>
            <a:pPr lvl="1"/>
            <a:r>
              <a:rPr lang="tr-TR" sz="1481" i="1" dirty="0">
                <a:latin typeface="Myriad Pro"/>
              </a:rPr>
              <a:t>Ulusal Transit Rejiminde;  </a:t>
            </a:r>
          </a:p>
          <a:p>
            <a:pPr lvl="1"/>
            <a:r>
              <a:rPr lang="tr-TR" sz="1300" b="1" i="1" dirty="0">
                <a:latin typeface="Myriad Pro"/>
              </a:rPr>
              <a:t>Nisan, Mayıs, Haziran, Temmuz, Ağustos, Eylül aylarında </a:t>
            </a:r>
            <a:r>
              <a:rPr lang="tr-TR" sz="1300" b="1" i="1" dirty="0">
                <a:solidFill>
                  <a:srgbClr val="FF0000"/>
                </a:solidFill>
                <a:latin typeface="Myriad Pro"/>
              </a:rPr>
              <a:t>en çok 120 saat</a:t>
            </a:r>
            <a:r>
              <a:rPr lang="tr-TR" sz="1300" b="1" i="1" dirty="0">
                <a:solidFill>
                  <a:schemeClr val="accent1">
                    <a:lumMod val="75000"/>
                  </a:schemeClr>
                </a:solidFill>
                <a:latin typeface="Myriad Pro"/>
              </a:rPr>
              <a:t> </a:t>
            </a:r>
            <a:r>
              <a:rPr lang="tr-TR" sz="1300" b="1" i="1" dirty="0">
                <a:latin typeface="Myriad Pro"/>
              </a:rPr>
              <a:t>Ekim, Kasım, Aralık, Ocak, Şubat, Mart aylarında </a:t>
            </a:r>
            <a:r>
              <a:rPr lang="tr-TR" sz="1300" b="1" i="1" dirty="0">
                <a:solidFill>
                  <a:srgbClr val="FF0000"/>
                </a:solidFill>
                <a:latin typeface="Myriad Pro"/>
              </a:rPr>
              <a:t>en çok 168 saat</a:t>
            </a:r>
          </a:p>
          <a:p>
            <a:pPr lvl="1"/>
            <a:endParaRPr lang="tr-TR" sz="1481" i="1" dirty="0">
              <a:solidFill>
                <a:schemeClr val="accent1">
                  <a:lumMod val="75000"/>
                </a:schemeClr>
              </a:solidFill>
              <a:latin typeface="Myriad Pro"/>
            </a:endParaRPr>
          </a:p>
          <a:p>
            <a:pPr lvl="1"/>
            <a:r>
              <a:rPr lang="tr-TR" sz="1481" i="1" dirty="0">
                <a:latin typeface="Myriad Pro"/>
              </a:rPr>
              <a:t>Ortak Transit Rejiminde;   </a:t>
            </a:r>
          </a:p>
          <a:p>
            <a:pPr lvl="1"/>
            <a:r>
              <a:rPr lang="tr-TR" sz="1481" b="1" i="1" dirty="0">
                <a:solidFill>
                  <a:srgbClr val="0000FF"/>
                </a:solidFill>
                <a:latin typeface="Myriad Pro"/>
              </a:rPr>
              <a:t>En az 5 gün</a:t>
            </a:r>
            <a:r>
              <a:rPr lang="tr-TR" sz="1481" b="1" i="1" dirty="0">
                <a:solidFill>
                  <a:schemeClr val="accent1">
                    <a:lumMod val="75000"/>
                  </a:schemeClr>
                </a:solidFill>
                <a:latin typeface="Myriad Pro"/>
              </a:rPr>
              <a:t>,</a:t>
            </a:r>
            <a:r>
              <a:rPr lang="tr-TR" sz="1481" b="1" i="1" dirty="0">
                <a:solidFill>
                  <a:srgbClr val="0000FF"/>
                </a:solidFill>
                <a:latin typeface="Myriad Pro"/>
              </a:rPr>
              <a:t> En çok 15 gün</a:t>
            </a:r>
          </a:p>
          <a:p>
            <a:pPr lvl="1"/>
            <a:endParaRPr lang="tr-TR" sz="1481" b="1" dirty="0">
              <a:solidFill>
                <a:srgbClr val="0000FF"/>
              </a:solidFill>
              <a:latin typeface="Myriad Pro"/>
            </a:endParaRPr>
          </a:p>
          <a:p>
            <a:pPr lvl="1"/>
            <a:endParaRPr lang="tr-TR" sz="1481" b="1" dirty="0">
              <a:solidFill>
                <a:srgbClr val="0000FF"/>
              </a:solidFill>
              <a:latin typeface="Myriad Pro"/>
            </a:endParaRPr>
          </a:p>
          <a:p>
            <a:pPr marL="362720" indent="-362720">
              <a:buFont typeface="Wingdings" panose="05000000000000000000" pitchFamily="2" charset="2"/>
              <a:buChar char="Ø"/>
            </a:pPr>
            <a:r>
              <a:rPr lang="tr-TR" sz="1481" b="1" u="sng" dirty="0">
                <a:latin typeface="Myriad Pro"/>
              </a:rPr>
              <a:t>İDARELER</a:t>
            </a:r>
            <a:r>
              <a:rPr lang="tr-TR" sz="1481" dirty="0">
                <a:latin typeface="Myriad Pro"/>
              </a:rPr>
              <a:t>	</a:t>
            </a:r>
          </a:p>
          <a:p>
            <a:r>
              <a:rPr lang="tr-TR" sz="1481" i="1" dirty="0">
                <a:solidFill>
                  <a:srgbClr val="FF0000"/>
                </a:solidFill>
                <a:latin typeface="Myriad Pro"/>
              </a:rPr>
              <a:t>            -  Hareket, Transit, Varış Gümrük İdareleri</a:t>
            </a:r>
          </a:p>
          <a:p>
            <a:r>
              <a:rPr lang="tr-TR" sz="1481" i="1" dirty="0">
                <a:solidFill>
                  <a:srgbClr val="FF0000"/>
                </a:solidFill>
                <a:latin typeface="Myriad Pro"/>
              </a:rPr>
              <a:t>            -  Teminat Gümrük İdaresi </a:t>
            </a:r>
            <a:r>
              <a:rPr lang="tr-TR" sz="1200" i="1" dirty="0">
                <a:solidFill>
                  <a:srgbClr val="FF0000"/>
                </a:solidFill>
                <a:latin typeface="Myriad Pro"/>
              </a:rPr>
              <a:t>(Yetkili Gümrük ve Dış Ticaret Bölge Müdürlükleri)</a:t>
            </a:r>
          </a:p>
          <a:p>
            <a:endParaRPr lang="tr-TR" sz="1481" dirty="0">
              <a:latin typeface="Myriad Pro"/>
            </a:endParaRPr>
          </a:p>
        </p:txBody>
      </p:sp>
      <p:cxnSp>
        <p:nvCxnSpPr>
          <p:cNvPr id="80" name="Düz Ok Bağlayıcısı 79">
            <a:extLst>
              <a:ext uri="{FF2B5EF4-FFF2-40B4-BE49-F238E27FC236}">
                <a16:creationId xmlns:a16="http://schemas.microsoft.com/office/drawing/2014/main" id="{D268E6F8-4934-4FAB-9740-F30712AFD8E9}"/>
              </a:ext>
            </a:extLst>
          </p:cNvPr>
          <p:cNvCxnSpPr>
            <a:cxnSpLocks/>
          </p:cNvCxnSpPr>
          <p:nvPr/>
        </p:nvCxnSpPr>
        <p:spPr>
          <a:xfrm>
            <a:off x="7137856" y="2985476"/>
            <a:ext cx="0" cy="44577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Content Placeholder 2">
            <a:extLst>
              <a:ext uri="{FF2B5EF4-FFF2-40B4-BE49-F238E27FC236}">
                <a16:creationId xmlns:a16="http://schemas.microsoft.com/office/drawing/2014/main" id="{E2BECC37-25C4-417D-AF28-61E65CE1619A}"/>
              </a:ext>
            </a:extLst>
          </p:cNvPr>
          <p:cNvSpPr>
            <a:spLocks noGrp="1"/>
          </p:cNvSpPr>
          <p:nvPr>
            <p:ph idx="1"/>
          </p:nvPr>
        </p:nvSpPr>
        <p:spPr>
          <a:xfrm>
            <a:off x="1944944" y="601996"/>
            <a:ext cx="6383802" cy="370246"/>
          </a:xfrm>
        </p:spPr>
        <p:txBody>
          <a:bodyPr>
            <a:noAutofit/>
          </a:bodyPr>
          <a:lstStyle/>
          <a:p>
            <a:pPr marL="0" indent="0">
              <a:buNone/>
            </a:pPr>
            <a:r>
              <a:rPr lang="tr-TR" sz="1904" b="1" dirty="0">
                <a:latin typeface="Myriad Pro"/>
                <a:cs typeface="Myriad Pro"/>
              </a:rPr>
              <a:t>ORTAK TRANSİT SİSTEMİNİN UNSURLARI</a:t>
            </a:r>
            <a:endParaRPr lang="en-US" sz="1058" dirty="0">
              <a:latin typeface="Myriad Pro"/>
            </a:endParaRPr>
          </a:p>
        </p:txBody>
      </p:sp>
      <p:sp>
        <p:nvSpPr>
          <p:cNvPr id="7" name="Metin kutusu 6">
            <a:extLst>
              <a:ext uri="{FF2B5EF4-FFF2-40B4-BE49-F238E27FC236}">
                <a16:creationId xmlns:a16="http://schemas.microsoft.com/office/drawing/2014/main" id="{615F9D94-9C22-4D1A-8783-CC3514BFFC9E}"/>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595928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
                                            <p:txEl>
                                              <p:pRg st="0" end="0"/>
                                            </p:txEl>
                                          </p:spTgt>
                                        </p:tgtEl>
                                        <p:attrNameLst>
                                          <p:attrName>style.visibility</p:attrName>
                                        </p:attrNameLst>
                                      </p:cBhvr>
                                      <p:to>
                                        <p:strVal val="visible"/>
                                      </p:to>
                                    </p:set>
                                    <p:animEffect transition="in" filter="fade">
                                      <p:cBhvr>
                                        <p:cTn id="7" dur="500"/>
                                        <p:tgtEl>
                                          <p:spTgt spid="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xEl>
                                              <p:pRg st="2" end="2"/>
                                            </p:txEl>
                                          </p:spTgt>
                                        </p:tgtEl>
                                        <p:attrNameLst>
                                          <p:attrName>style.visibility</p:attrName>
                                        </p:attrNameLst>
                                      </p:cBhvr>
                                      <p:to>
                                        <p:strVal val="visible"/>
                                      </p:to>
                                    </p:set>
                                    <p:animEffect transition="in" filter="fade">
                                      <p:cBhvr>
                                        <p:cTn id="12" dur="500"/>
                                        <p:tgtEl>
                                          <p:spTgt spid="7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9">
                                            <p:txEl>
                                              <p:pRg st="0" end="0"/>
                                            </p:txEl>
                                          </p:spTgt>
                                        </p:tgtEl>
                                        <p:attrNameLst>
                                          <p:attrName>style.visibility</p:attrName>
                                        </p:attrNameLst>
                                      </p:cBhvr>
                                      <p:to>
                                        <p:strVal val="visible"/>
                                      </p:to>
                                    </p:set>
                                    <p:animEffect transition="in" filter="fade">
                                      <p:cBhvr>
                                        <p:cTn id="17" dur="500"/>
                                        <p:tgtEl>
                                          <p:spTgt spid="7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9">
                                            <p:txEl>
                                              <p:pRg st="14" end="14"/>
                                            </p:txEl>
                                          </p:spTgt>
                                        </p:tgtEl>
                                        <p:attrNameLst>
                                          <p:attrName>style.visibility</p:attrName>
                                        </p:attrNameLst>
                                      </p:cBhvr>
                                      <p:to>
                                        <p:strVal val="visible"/>
                                      </p:to>
                                    </p:set>
                                    <p:animEffect transition="in" filter="fade">
                                      <p:cBhvr>
                                        <p:cTn id="22" dur="500"/>
                                        <p:tgtEl>
                                          <p:spTgt spid="79">
                                            <p:txEl>
                                              <p:pRg st="14" end="1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8">
                                            <p:txEl>
                                              <p:pRg st="4" end="4"/>
                                            </p:txEl>
                                          </p:spTgt>
                                        </p:tgtEl>
                                        <p:attrNameLst>
                                          <p:attrName>style.visibility</p:attrName>
                                        </p:attrNameLst>
                                      </p:cBhvr>
                                      <p:to>
                                        <p:strVal val="visible"/>
                                      </p:to>
                                    </p:set>
                                    <p:animEffect transition="in" filter="fade">
                                      <p:cBhvr>
                                        <p:cTn id="27" dur="500"/>
                                        <p:tgtEl>
                                          <p:spTgt spid="7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8">
                                            <p:txEl>
                                              <p:pRg st="5" end="5"/>
                                            </p:txEl>
                                          </p:spTgt>
                                        </p:tgtEl>
                                        <p:attrNameLst>
                                          <p:attrName>style.visibility</p:attrName>
                                        </p:attrNameLst>
                                      </p:cBhvr>
                                      <p:to>
                                        <p:strVal val="visible"/>
                                      </p:to>
                                    </p:set>
                                    <p:animEffect transition="in" filter="fade">
                                      <p:cBhvr>
                                        <p:cTn id="32" dur="500"/>
                                        <p:tgtEl>
                                          <p:spTgt spid="7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8">
                                            <p:txEl>
                                              <p:pRg st="6" end="6"/>
                                            </p:txEl>
                                          </p:spTgt>
                                        </p:tgtEl>
                                        <p:attrNameLst>
                                          <p:attrName>style.visibility</p:attrName>
                                        </p:attrNameLst>
                                      </p:cBhvr>
                                      <p:to>
                                        <p:strVal val="visible"/>
                                      </p:to>
                                    </p:set>
                                    <p:animEffect transition="in" filter="fade">
                                      <p:cBhvr>
                                        <p:cTn id="37" dur="500"/>
                                        <p:tgtEl>
                                          <p:spTgt spid="7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8">
                                            <p:txEl>
                                              <p:pRg st="8" end="8"/>
                                            </p:txEl>
                                          </p:spTgt>
                                        </p:tgtEl>
                                        <p:attrNameLst>
                                          <p:attrName>style.visibility</p:attrName>
                                        </p:attrNameLst>
                                      </p:cBhvr>
                                      <p:to>
                                        <p:strVal val="visible"/>
                                      </p:to>
                                    </p:set>
                                    <p:animEffect transition="in" filter="fade">
                                      <p:cBhvr>
                                        <p:cTn id="42" dur="500"/>
                                        <p:tgtEl>
                                          <p:spTgt spid="78">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8">
                                            <p:txEl>
                                              <p:pRg st="9" end="9"/>
                                            </p:txEl>
                                          </p:spTgt>
                                        </p:tgtEl>
                                        <p:attrNameLst>
                                          <p:attrName>style.visibility</p:attrName>
                                        </p:attrNameLst>
                                      </p:cBhvr>
                                      <p:to>
                                        <p:strVal val="visible"/>
                                      </p:to>
                                    </p:set>
                                    <p:animEffect transition="in" filter="fade">
                                      <p:cBhvr>
                                        <p:cTn id="47" dur="500"/>
                                        <p:tgtEl>
                                          <p:spTgt spid="78">
                                            <p:txEl>
                                              <p:pRg st="9" end="9"/>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78">
                                            <p:txEl>
                                              <p:pRg st="10" end="10"/>
                                            </p:txEl>
                                          </p:spTgt>
                                        </p:tgtEl>
                                        <p:attrNameLst>
                                          <p:attrName>style.visibility</p:attrName>
                                        </p:attrNameLst>
                                      </p:cBhvr>
                                      <p:to>
                                        <p:strVal val="visible"/>
                                      </p:to>
                                    </p:set>
                                    <p:animEffect transition="in" filter="fade">
                                      <p:cBhvr>
                                        <p:cTn id="50" dur="500"/>
                                        <p:tgtEl>
                                          <p:spTgt spid="78">
                                            <p:txEl>
                                              <p:pRg st="10" end="10"/>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78">
                                            <p:txEl>
                                              <p:pRg st="11" end="11"/>
                                            </p:txEl>
                                          </p:spTgt>
                                        </p:tgtEl>
                                        <p:attrNameLst>
                                          <p:attrName>style.visibility</p:attrName>
                                        </p:attrNameLst>
                                      </p:cBhvr>
                                      <p:to>
                                        <p:strVal val="visible"/>
                                      </p:to>
                                    </p:set>
                                    <p:animEffect transition="in" filter="fade">
                                      <p:cBhvr>
                                        <p:cTn id="53" dur="500"/>
                                        <p:tgtEl>
                                          <p:spTgt spid="78">
                                            <p:txEl>
                                              <p:pRg st="11" end="11"/>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78">
                                            <p:txEl>
                                              <p:pRg st="12" end="12"/>
                                            </p:txEl>
                                          </p:spTgt>
                                        </p:tgtEl>
                                        <p:attrNameLst>
                                          <p:attrName>style.visibility</p:attrName>
                                        </p:attrNameLst>
                                      </p:cBhvr>
                                      <p:to>
                                        <p:strVal val="visible"/>
                                      </p:to>
                                    </p:set>
                                    <p:animEffect transition="in" filter="fade">
                                      <p:cBhvr>
                                        <p:cTn id="56" dur="500"/>
                                        <p:tgtEl>
                                          <p:spTgt spid="78">
                                            <p:txEl>
                                              <p:pRg st="12" end="1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78">
                                            <p:txEl>
                                              <p:pRg st="14" end="14"/>
                                            </p:txEl>
                                          </p:spTgt>
                                        </p:tgtEl>
                                        <p:attrNameLst>
                                          <p:attrName>style.visibility</p:attrName>
                                        </p:attrNameLst>
                                      </p:cBhvr>
                                      <p:to>
                                        <p:strVal val="visible"/>
                                      </p:to>
                                    </p:set>
                                    <p:animEffect transition="in" filter="fade">
                                      <p:cBhvr>
                                        <p:cTn id="61" dur="500"/>
                                        <p:tgtEl>
                                          <p:spTgt spid="78">
                                            <p:txEl>
                                              <p:pRg st="14" end="1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8">
                                            <p:txEl>
                                              <p:pRg st="15" end="15"/>
                                            </p:txEl>
                                          </p:spTgt>
                                        </p:tgtEl>
                                        <p:attrNameLst>
                                          <p:attrName>style.visibility</p:attrName>
                                        </p:attrNameLst>
                                      </p:cBhvr>
                                      <p:to>
                                        <p:strVal val="visible"/>
                                      </p:to>
                                    </p:set>
                                    <p:animEffect transition="in" filter="fade">
                                      <p:cBhvr>
                                        <p:cTn id="66" dur="500"/>
                                        <p:tgtEl>
                                          <p:spTgt spid="78">
                                            <p:txEl>
                                              <p:pRg st="15" end="15"/>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78">
                                            <p:txEl>
                                              <p:pRg st="16" end="16"/>
                                            </p:txEl>
                                          </p:spTgt>
                                        </p:tgtEl>
                                        <p:attrNameLst>
                                          <p:attrName>style.visibility</p:attrName>
                                        </p:attrNameLst>
                                      </p:cBhvr>
                                      <p:to>
                                        <p:strVal val="visible"/>
                                      </p:to>
                                    </p:set>
                                    <p:animEffect transition="in" filter="fade">
                                      <p:cBhvr>
                                        <p:cTn id="69" dur="500"/>
                                        <p:tgtEl>
                                          <p:spTgt spid="78">
                                            <p:txEl>
                                              <p:pRg st="16" end="16"/>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78">
                                            <p:txEl>
                                              <p:pRg st="17" end="17"/>
                                            </p:txEl>
                                          </p:spTgt>
                                        </p:tgtEl>
                                        <p:attrNameLst>
                                          <p:attrName>style.visibility</p:attrName>
                                        </p:attrNameLst>
                                      </p:cBhvr>
                                      <p:to>
                                        <p:strVal val="visible"/>
                                      </p:to>
                                    </p:set>
                                    <p:animEffect transition="in" filter="fade">
                                      <p:cBhvr>
                                        <p:cTn id="72" dur="500"/>
                                        <p:tgtEl>
                                          <p:spTgt spid="78">
                                            <p:txEl>
                                              <p:pRg st="17" end="17"/>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78">
                                            <p:txEl>
                                              <p:pRg st="18" end="18"/>
                                            </p:txEl>
                                          </p:spTgt>
                                        </p:tgtEl>
                                        <p:attrNameLst>
                                          <p:attrName>style.visibility</p:attrName>
                                        </p:attrNameLst>
                                      </p:cBhvr>
                                      <p:to>
                                        <p:strVal val="visible"/>
                                      </p:to>
                                    </p:set>
                                    <p:animEffect transition="in" filter="fade">
                                      <p:cBhvr>
                                        <p:cTn id="75" dur="500"/>
                                        <p:tgtEl>
                                          <p:spTgt spid="78">
                                            <p:txEl>
                                              <p:pRg st="18" end="18"/>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79">
                                            <p:txEl>
                                              <p:pRg st="1" end="1"/>
                                            </p:txEl>
                                          </p:spTgt>
                                        </p:tgtEl>
                                        <p:attrNameLst>
                                          <p:attrName>style.visibility</p:attrName>
                                        </p:attrNameLst>
                                      </p:cBhvr>
                                      <p:to>
                                        <p:strVal val="visible"/>
                                      </p:to>
                                    </p:set>
                                    <p:animEffect transition="in" filter="fade">
                                      <p:cBhvr>
                                        <p:cTn id="80" dur="500"/>
                                        <p:tgtEl>
                                          <p:spTgt spid="79">
                                            <p:txEl>
                                              <p:pRg st="1" end="1"/>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79">
                                            <p:txEl>
                                              <p:pRg st="2" end="2"/>
                                            </p:txEl>
                                          </p:spTgt>
                                        </p:tgtEl>
                                        <p:attrNameLst>
                                          <p:attrName>style.visibility</p:attrName>
                                        </p:attrNameLst>
                                      </p:cBhvr>
                                      <p:to>
                                        <p:strVal val="visible"/>
                                      </p:to>
                                    </p:set>
                                    <p:animEffect transition="in" filter="fade">
                                      <p:cBhvr>
                                        <p:cTn id="85" dur="500"/>
                                        <p:tgtEl>
                                          <p:spTgt spid="79">
                                            <p:txEl>
                                              <p:pRg st="2" end="2"/>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79">
                                            <p:txEl>
                                              <p:pRg st="3" end="3"/>
                                            </p:txEl>
                                          </p:spTgt>
                                        </p:tgtEl>
                                        <p:attrNameLst>
                                          <p:attrName>style.visibility</p:attrName>
                                        </p:attrNameLst>
                                      </p:cBhvr>
                                      <p:to>
                                        <p:strVal val="visible"/>
                                      </p:to>
                                    </p:set>
                                    <p:animEffect transition="in" filter="fade">
                                      <p:cBhvr>
                                        <p:cTn id="90" dur="500"/>
                                        <p:tgtEl>
                                          <p:spTgt spid="79">
                                            <p:txEl>
                                              <p:pRg st="3" end="3"/>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79">
                                            <p:txEl>
                                              <p:pRg st="4" end="4"/>
                                            </p:txEl>
                                          </p:spTgt>
                                        </p:tgtEl>
                                        <p:attrNameLst>
                                          <p:attrName>style.visibility</p:attrName>
                                        </p:attrNameLst>
                                      </p:cBhvr>
                                      <p:to>
                                        <p:strVal val="visible"/>
                                      </p:to>
                                    </p:set>
                                    <p:animEffect transition="in" filter="fade">
                                      <p:cBhvr>
                                        <p:cTn id="95" dur="500"/>
                                        <p:tgtEl>
                                          <p:spTgt spid="79">
                                            <p:txEl>
                                              <p:pRg st="4" end="4"/>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80"/>
                                        </p:tgtEl>
                                        <p:attrNameLst>
                                          <p:attrName>style.visibility</p:attrName>
                                        </p:attrNameLst>
                                      </p:cBhvr>
                                      <p:to>
                                        <p:strVal val="visible"/>
                                      </p:to>
                                    </p:set>
                                    <p:animEffect transition="in" filter="fade">
                                      <p:cBhvr>
                                        <p:cTn id="100" dur="500"/>
                                        <p:tgtEl>
                                          <p:spTgt spid="80"/>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79">
                                            <p:txEl>
                                              <p:pRg st="7" end="7"/>
                                            </p:txEl>
                                          </p:spTgt>
                                        </p:tgtEl>
                                        <p:attrNameLst>
                                          <p:attrName>style.visibility</p:attrName>
                                        </p:attrNameLst>
                                      </p:cBhvr>
                                      <p:to>
                                        <p:strVal val="visible"/>
                                      </p:to>
                                    </p:set>
                                    <p:animEffect transition="in" filter="fade">
                                      <p:cBhvr>
                                        <p:cTn id="105" dur="500"/>
                                        <p:tgtEl>
                                          <p:spTgt spid="79">
                                            <p:txEl>
                                              <p:pRg st="7" end="7"/>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79">
                                            <p:txEl>
                                              <p:pRg st="8" end="8"/>
                                            </p:txEl>
                                          </p:spTgt>
                                        </p:tgtEl>
                                        <p:attrNameLst>
                                          <p:attrName>style.visibility</p:attrName>
                                        </p:attrNameLst>
                                      </p:cBhvr>
                                      <p:to>
                                        <p:strVal val="visible"/>
                                      </p:to>
                                    </p:set>
                                    <p:animEffect transition="in" filter="fade">
                                      <p:cBhvr>
                                        <p:cTn id="110" dur="500"/>
                                        <p:tgtEl>
                                          <p:spTgt spid="79">
                                            <p:txEl>
                                              <p:pRg st="8" end="8"/>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79">
                                            <p:txEl>
                                              <p:pRg st="10" end="10"/>
                                            </p:txEl>
                                          </p:spTgt>
                                        </p:tgtEl>
                                        <p:attrNameLst>
                                          <p:attrName>style.visibility</p:attrName>
                                        </p:attrNameLst>
                                      </p:cBhvr>
                                      <p:to>
                                        <p:strVal val="visible"/>
                                      </p:to>
                                    </p:set>
                                    <p:animEffect transition="in" filter="fade">
                                      <p:cBhvr>
                                        <p:cTn id="115" dur="500"/>
                                        <p:tgtEl>
                                          <p:spTgt spid="79">
                                            <p:txEl>
                                              <p:pRg st="10" end="10"/>
                                            </p:txEl>
                                          </p:spTgt>
                                        </p:tgtEl>
                                      </p:cBhvr>
                                    </p:animEffect>
                                  </p:childTnLst>
                                </p:cTn>
                              </p:par>
                              <p:par>
                                <p:cTn id="116" presetID="10" presetClass="entr" presetSubtype="0" fill="hold" nodeType="withEffect">
                                  <p:stCondLst>
                                    <p:cond delay="0"/>
                                  </p:stCondLst>
                                  <p:childTnLst>
                                    <p:set>
                                      <p:cBhvr>
                                        <p:cTn id="117" dur="1" fill="hold">
                                          <p:stCondLst>
                                            <p:cond delay="0"/>
                                          </p:stCondLst>
                                        </p:cTn>
                                        <p:tgtEl>
                                          <p:spTgt spid="79">
                                            <p:txEl>
                                              <p:pRg st="11" end="11"/>
                                            </p:txEl>
                                          </p:spTgt>
                                        </p:tgtEl>
                                        <p:attrNameLst>
                                          <p:attrName>style.visibility</p:attrName>
                                        </p:attrNameLst>
                                      </p:cBhvr>
                                      <p:to>
                                        <p:strVal val="visible"/>
                                      </p:to>
                                    </p:set>
                                    <p:animEffect transition="in" filter="fade">
                                      <p:cBhvr>
                                        <p:cTn id="118" dur="500"/>
                                        <p:tgtEl>
                                          <p:spTgt spid="79">
                                            <p:txEl>
                                              <p:pRg st="11" end="11"/>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79">
                                            <p:txEl>
                                              <p:pRg st="15" end="15"/>
                                            </p:txEl>
                                          </p:spTgt>
                                        </p:tgtEl>
                                        <p:attrNameLst>
                                          <p:attrName>style.visibility</p:attrName>
                                        </p:attrNameLst>
                                      </p:cBhvr>
                                      <p:to>
                                        <p:strVal val="visible"/>
                                      </p:to>
                                    </p:set>
                                    <p:animEffect transition="in" filter="fade">
                                      <p:cBhvr>
                                        <p:cTn id="123" dur="500"/>
                                        <p:tgtEl>
                                          <p:spTgt spid="79">
                                            <p:txEl>
                                              <p:pRg st="15" end="15"/>
                                            </p:txEl>
                                          </p:spTgt>
                                        </p:tgtEl>
                                      </p:cBhvr>
                                    </p:animEffect>
                                  </p:childTnLst>
                                </p:cTn>
                              </p:par>
                              <p:par>
                                <p:cTn id="124" presetID="10" presetClass="entr" presetSubtype="0" fill="hold" nodeType="withEffect">
                                  <p:stCondLst>
                                    <p:cond delay="0"/>
                                  </p:stCondLst>
                                  <p:childTnLst>
                                    <p:set>
                                      <p:cBhvr>
                                        <p:cTn id="125" dur="1" fill="hold">
                                          <p:stCondLst>
                                            <p:cond delay="0"/>
                                          </p:stCondLst>
                                        </p:cTn>
                                        <p:tgtEl>
                                          <p:spTgt spid="79">
                                            <p:txEl>
                                              <p:pRg st="16" end="16"/>
                                            </p:txEl>
                                          </p:spTgt>
                                        </p:tgtEl>
                                        <p:attrNameLst>
                                          <p:attrName>style.visibility</p:attrName>
                                        </p:attrNameLst>
                                      </p:cBhvr>
                                      <p:to>
                                        <p:strVal val="visible"/>
                                      </p:to>
                                    </p:set>
                                    <p:animEffect transition="in" filter="fade">
                                      <p:cBhvr>
                                        <p:cTn id="126" dur="500"/>
                                        <p:tgtEl>
                                          <p:spTgt spid="79">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FAB0A225-3B03-1693-2888-A796ADDBA9DE}"/>
              </a:ext>
            </a:extLst>
          </p:cNvPr>
          <p:cNvPicPr>
            <a:picLocks noChangeAspect="1"/>
          </p:cNvPicPr>
          <p:nvPr/>
        </p:nvPicPr>
        <p:blipFill>
          <a:blip r:embed="rId2"/>
          <a:stretch>
            <a:fillRect/>
          </a:stretch>
        </p:blipFill>
        <p:spPr>
          <a:xfrm>
            <a:off x="2239250" y="0"/>
            <a:ext cx="8267056" cy="6858000"/>
          </a:xfrm>
          <a:prstGeom prst="rect">
            <a:avLst/>
          </a:prstGeom>
        </p:spPr>
      </p:pic>
      <p:cxnSp>
        <p:nvCxnSpPr>
          <p:cNvPr id="4" name="Düz Ok Bağlayıcısı 3">
            <a:extLst>
              <a:ext uri="{FF2B5EF4-FFF2-40B4-BE49-F238E27FC236}">
                <a16:creationId xmlns:a16="http://schemas.microsoft.com/office/drawing/2014/main" id="{27F00FE7-7EE6-C793-7AAF-51F252272EEB}"/>
              </a:ext>
            </a:extLst>
          </p:cNvPr>
          <p:cNvCxnSpPr>
            <a:cxnSpLocks/>
            <a:stCxn id="7" idx="1"/>
          </p:cNvCxnSpPr>
          <p:nvPr/>
        </p:nvCxnSpPr>
        <p:spPr>
          <a:xfrm flipH="1">
            <a:off x="2410210" y="1247313"/>
            <a:ext cx="794629" cy="1062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Metin kutusu 4">
            <a:extLst>
              <a:ext uri="{FF2B5EF4-FFF2-40B4-BE49-F238E27FC236}">
                <a16:creationId xmlns:a16="http://schemas.microsoft.com/office/drawing/2014/main" id="{A7670B1F-3EB1-4798-BE3E-ED78D69C6AB4}"/>
              </a:ext>
            </a:extLst>
          </p:cNvPr>
          <p:cNvSpPr txBox="1"/>
          <p:nvPr/>
        </p:nvSpPr>
        <p:spPr>
          <a:xfrm>
            <a:off x="1132265" y="1128053"/>
            <a:ext cx="1761262"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Gönderici </a:t>
            </a:r>
          </a:p>
          <a:p>
            <a:pPr algn="ctr"/>
            <a:r>
              <a:rPr lang="tr-TR" sz="1269" b="1" dirty="0">
                <a:latin typeface="Myriad Pro"/>
                <a:cs typeface="Times New Roman" panose="02020603050405020304" pitchFamily="18" charset="0"/>
              </a:rPr>
              <a:t>Bilgileri (Z)</a:t>
            </a:r>
          </a:p>
        </p:txBody>
      </p:sp>
      <p:sp>
        <p:nvSpPr>
          <p:cNvPr id="7" name="Yuvarlatılmış Dikdörtgen 61">
            <a:extLst>
              <a:ext uri="{FF2B5EF4-FFF2-40B4-BE49-F238E27FC236}">
                <a16:creationId xmlns:a16="http://schemas.microsoft.com/office/drawing/2014/main" id="{1DCD6E66-C538-5DD2-B165-471B3F7B69A9}"/>
              </a:ext>
            </a:extLst>
          </p:cNvPr>
          <p:cNvSpPr/>
          <p:nvPr/>
        </p:nvSpPr>
        <p:spPr>
          <a:xfrm>
            <a:off x="3204839" y="896645"/>
            <a:ext cx="3488924" cy="701336"/>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9" name="Yuvarlatılmış Dikdörtgen 64">
            <a:extLst>
              <a:ext uri="{FF2B5EF4-FFF2-40B4-BE49-F238E27FC236}">
                <a16:creationId xmlns:a16="http://schemas.microsoft.com/office/drawing/2014/main" id="{8AB88E1F-EF3F-8E57-B599-A3EFFC44F098}"/>
              </a:ext>
            </a:extLst>
          </p:cNvPr>
          <p:cNvSpPr/>
          <p:nvPr/>
        </p:nvSpPr>
        <p:spPr>
          <a:xfrm>
            <a:off x="3204839" y="1613628"/>
            <a:ext cx="3488924" cy="407496"/>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0" name="Düz Ok Bağlayıcısı 9">
            <a:extLst>
              <a:ext uri="{FF2B5EF4-FFF2-40B4-BE49-F238E27FC236}">
                <a16:creationId xmlns:a16="http://schemas.microsoft.com/office/drawing/2014/main" id="{8390460E-A705-60E5-626A-8F1FB7BE7A8E}"/>
              </a:ext>
            </a:extLst>
          </p:cNvPr>
          <p:cNvCxnSpPr>
            <a:cxnSpLocks/>
          </p:cNvCxnSpPr>
          <p:nvPr/>
        </p:nvCxnSpPr>
        <p:spPr>
          <a:xfrm flipH="1">
            <a:off x="2239250" y="1813088"/>
            <a:ext cx="937386" cy="14858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Metin kutusu 10">
            <a:extLst>
              <a:ext uri="{FF2B5EF4-FFF2-40B4-BE49-F238E27FC236}">
                <a16:creationId xmlns:a16="http://schemas.microsoft.com/office/drawing/2014/main" id="{9A762092-1AE7-14F1-66B9-30C3B776AB92}"/>
              </a:ext>
            </a:extLst>
          </p:cNvPr>
          <p:cNvSpPr txBox="1"/>
          <p:nvPr/>
        </p:nvSpPr>
        <p:spPr>
          <a:xfrm>
            <a:off x="1256011" y="1779648"/>
            <a:ext cx="1489877"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Alıcı</a:t>
            </a:r>
          </a:p>
          <a:p>
            <a:pPr algn="ctr"/>
            <a:r>
              <a:rPr lang="tr-TR" sz="1269" b="1" dirty="0">
                <a:latin typeface="Myriad Pro"/>
                <a:cs typeface="Times New Roman" panose="02020603050405020304" pitchFamily="18" charset="0"/>
              </a:rPr>
              <a:t>Bilgileri (Z)</a:t>
            </a:r>
          </a:p>
        </p:txBody>
      </p:sp>
      <p:sp>
        <p:nvSpPr>
          <p:cNvPr id="15" name="Oval 14">
            <a:extLst>
              <a:ext uri="{FF2B5EF4-FFF2-40B4-BE49-F238E27FC236}">
                <a16:creationId xmlns:a16="http://schemas.microsoft.com/office/drawing/2014/main" id="{5E2DD188-8BA5-5B8F-6C55-4992F4E02D7E}"/>
              </a:ext>
            </a:extLst>
          </p:cNvPr>
          <p:cNvSpPr/>
          <p:nvPr/>
        </p:nvSpPr>
        <p:spPr>
          <a:xfrm>
            <a:off x="6693763" y="1029810"/>
            <a:ext cx="325331" cy="2156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cxnSp>
        <p:nvCxnSpPr>
          <p:cNvPr id="16" name="Düz Ok Bağlayıcısı 15">
            <a:extLst>
              <a:ext uri="{FF2B5EF4-FFF2-40B4-BE49-F238E27FC236}">
                <a16:creationId xmlns:a16="http://schemas.microsoft.com/office/drawing/2014/main" id="{DBCE68DF-CFB3-70D9-75D0-F259880B9245}"/>
              </a:ext>
            </a:extLst>
          </p:cNvPr>
          <p:cNvCxnSpPr>
            <a:cxnSpLocks/>
          </p:cNvCxnSpPr>
          <p:nvPr/>
        </p:nvCxnSpPr>
        <p:spPr>
          <a:xfrm>
            <a:off x="10078556" y="1814868"/>
            <a:ext cx="706658" cy="11931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Metin kutusu 16">
            <a:extLst>
              <a:ext uri="{FF2B5EF4-FFF2-40B4-BE49-F238E27FC236}">
                <a16:creationId xmlns:a16="http://schemas.microsoft.com/office/drawing/2014/main" id="{C237AAE1-B4BF-B847-9240-9DDE0CE2C06C}"/>
              </a:ext>
            </a:extLst>
          </p:cNvPr>
          <p:cNvSpPr txBox="1"/>
          <p:nvPr/>
        </p:nvSpPr>
        <p:spPr>
          <a:xfrm>
            <a:off x="10534509" y="1720197"/>
            <a:ext cx="1517897"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Kalem, Kap, Ağırlık Bilgileri</a:t>
            </a:r>
          </a:p>
        </p:txBody>
      </p:sp>
      <p:sp>
        <p:nvSpPr>
          <p:cNvPr id="18" name="Yuvarlatılmış Dikdörtgen 62">
            <a:extLst>
              <a:ext uri="{FF2B5EF4-FFF2-40B4-BE49-F238E27FC236}">
                <a16:creationId xmlns:a16="http://schemas.microsoft.com/office/drawing/2014/main" id="{25648481-EC5F-0676-CC21-F7B2C8BDAE22}"/>
              </a:ext>
            </a:extLst>
          </p:cNvPr>
          <p:cNvSpPr/>
          <p:nvPr/>
        </p:nvSpPr>
        <p:spPr>
          <a:xfrm>
            <a:off x="6721966" y="1634619"/>
            <a:ext cx="3356590" cy="386505"/>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0" name="Yuvarlatılmış Dikdörtgen 62">
            <a:extLst>
              <a:ext uri="{FF2B5EF4-FFF2-40B4-BE49-F238E27FC236}">
                <a16:creationId xmlns:a16="http://schemas.microsoft.com/office/drawing/2014/main" id="{DCF06FA0-07C0-E939-34C3-66AF98294C18}"/>
              </a:ext>
            </a:extLst>
          </p:cNvPr>
          <p:cNvSpPr/>
          <p:nvPr/>
        </p:nvSpPr>
        <p:spPr>
          <a:xfrm>
            <a:off x="6721965" y="2009897"/>
            <a:ext cx="1282643" cy="386505"/>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21" name="Düz Ok Bağlayıcısı 20">
            <a:extLst>
              <a:ext uri="{FF2B5EF4-FFF2-40B4-BE49-F238E27FC236}">
                <a16:creationId xmlns:a16="http://schemas.microsoft.com/office/drawing/2014/main" id="{B0074694-D787-2C5A-BB89-115AC3D84A87}"/>
              </a:ext>
            </a:extLst>
          </p:cNvPr>
          <p:cNvCxnSpPr>
            <a:cxnSpLocks/>
          </p:cNvCxnSpPr>
          <p:nvPr/>
        </p:nvCxnSpPr>
        <p:spPr>
          <a:xfrm>
            <a:off x="8004608" y="2262601"/>
            <a:ext cx="3056969" cy="14772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Metin kutusu 21">
            <a:extLst>
              <a:ext uri="{FF2B5EF4-FFF2-40B4-BE49-F238E27FC236}">
                <a16:creationId xmlns:a16="http://schemas.microsoft.com/office/drawing/2014/main" id="{695071A8-8171-2290-AAE0-257308E0EB7D}"/>
              </a:ext>
            </a:extLst>
          </p:cNvPr>
          <p:cNvSpPr txBox="1"/>
          <p:nvPr/>
        </p:nvSpPr>
        <p:spPr>
          <a:xfrm>
            <a:off x="10854342" y="2262601"/>
            <a:ext cx="1517897"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LRN Numarası</a:t>
            </a:r>
          </a:p>
        </p:txBody>
      </p:sp>
      <p:sp>
        <p:nvSpPr>
          <p:cNvPr id="24" name="Yuvarlatılmış Dikdörtgen 64">
            <a:extLst>
              <a:ext uri="{FF2B5EF4-FFF2-40B4-BE49-F238E27FC236}">
                <a16:creationId xmlns:a16="http://schemas.microsoft.com/office/drawing/2014/main" id="{09831B70-1038-AC89-E516-05870D8672A0}"/>
              </a:ext>
            </a:extLst>
          </p:cNvPr>
          <p:cNvSpPr/>
          <p:nvPr/>
        </p:nvSpPr>
        <p:spPr>
          <a:xfrm>
            <a:off x="3218940" y="2045709"/>
            <a:ext cx="3488924" cy="582082"/>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25" name="Düz Ok Bağlayıcısı 24">
            <a:extLst>
              <a:ext uri="{FF2B5EF4-FFF2-40B4-BE49-F238E27FC236}">
                <a16:creationId xmlns:a16="http://schemas.microsoft.com/office/drawing/2014/main" id="{37C11ECF-FEBD-FB8C-91A3-04833FE321C6}"/>
              </a:ext>
            </a:extLst>
          </p:cNvPr>
          <p:cNvCxnSpPr>
            <a:cxnSpLocks/>
          </p:cNvCxnSpPr>
          <p:nvPr/>
        </p:nvCxnSpPr>
        <p:spPr>
          <a:xfrm flipH="1">
            <a:off x="1130423" y="2383907"/>
            <a:ext cx="2074416" cy="1663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6" name="Metin kutusu 25">
            <a:extLst>
              <a:ext uri="{FF2B5EF4-FFF2-40B4-BE49-F238E27FC236}">
                <a16:creationId xmlns:a16="http://schemas.microsoft.com/office/drawing/2014/main" id="{F0216EA7-40A4-8FFF-90E5-79591D804651}"/>
              </a:ext>
            </a:extLst>
          </p:cNvPr>
          <p:cNvSpPr txBox="1"/>
          <p:nvPr/>
        </p:nvSpPr>
        <p:spPr>
          <a:xfrm>
            <a:off x="-84056" y="2262601"/>
            <a:ext cx="1602596"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Rejim Hak Sahibi Bilgisi (Z)</a:t>
            </a:r>
          </a:p>
        </p:txBody>
      </p:sp>
      <p:cxnSp>
        <p:nvCxnSpPr>
          <p:cNvPr id="29" name="Düz Ok Bağlayıcısı 28">
            <a:extLst>
              <a:ext uri="{FF2B5EF4-FFF2-40B4-BE49-F238E27FC236}">
                <a16:creationId xmlns:a16="http://schemas.microsoft.com/office/drawing/2014/main" id="{D5BE47D8-820D-8031-61C7-302020DC630D}"/>
              </a:ext>
            </a:extLst>
          </p:cNvPr>
          <p:cNvCxnSpPr>
            <a:cxnSpLocks/>
          </p:cNvCxnSpPr>
          <p:nvPr/>
        </p:nvCxnSpPr>
        <p:spPr>
          <a:xfrm flipH="1" flipV="1">
            <a:off x="1784412" y="3178065"/>
            <a:ext cx="1406325" cy="15810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0" name="Metin kutusu 29">
            <a:extLst>
              <a:ext uri="{FF2B5EF4-FFF2-40B4-BE49-F238E27FC236}">
                <a16:creationId xmlns:a16="http://schemas.microsoft.com/office/drawing/2014/main" id="{EEB98630-A29F-1410-6C28-CDE2EBE3E5C7}"/>
              </a:ext>
            </a:extLst>
          </p:cNvPr>
          <p:cNvSpPr txBox="1"/>
          <p:nvPr/>
        </p:nvSpPr>
        <p:spPr>
          <a:xfrm>
            <a:off x="944394" y="2936588"/>
            <a:ext cx="932207"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Taşıyıcı Bilgisi (Z)</a:t>
            </a:r>
          </a:p>
        </p:txBody>
      </p:sp>
      <p:sp>
        <p:nvSpPr>
          <p:cNvPr id="31" name="Yuvarlatılmış Dikdörtgen 67">
            <a:extLst>
              <a:ext uri="{FF2B5EF4-FFF2-40B4-BE49-F238E27FC236}">
                <a16:creationId xmlns:a16="http://schemas.microsoft.com/office/drawing/2014/main" id="{1C434ED5-CE9F-1B99-D38B-5C93885D1098}"/>
              </a:ext>
            </a:extLst>
          </p:cNvPr>
          <p:cNvSpPr/>
          <p:nvPr/>
        </p:nvSpPr>
        <p:spPr>
          <a:xfrm>
            <a:off x="3218940" y="3084870"/>
            <a:ext cx="3503025" cy="382700"/>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5" name="Yuvarlatılmış Dikdörtgen 65">
            <a:extLst>
              <a:ext uri="{FF2B5EF4-FFF2-40B4-BE49-F238E27FC236}">
                <a16:creationId xmlns:a16="http://schemas.microsoft.com/office/drawing/2014/main" id="{AAE86FBB-3AD9-1FBE-85F8-DAC42DC75554}"/>
              </a:ext>
            </a:extLst>
          </p:cNvPr>
          <p:cNvSpPr/>
          <p:nvPr/>
        </p:nvSpPr>
        <p:spPr>
          <a:xfrm>
            <a:off x="3218939" y="3751109"/>
            <a:ext cx="3488923" cy="352089"/>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36" name="Düz Ok Bağlayıcısı 35">
            <a:extLst>
              <a:ext uri="{FF2B5EF4-FFF2-40B4-BE49-F238E27FC236}">
                <a16:creationId xmlns:a16="http://schemas.microsoft.com/office/drawing/2014/main" id="{E3DC4961-EF08-D323-C798-95B8944AB835}"/>
              </a:ext>
            </a:extLst>
          </p:cNvPr>
          <p:cNvCxnSpPr>
            <a:cxnSpLocks/>
          </p:cNvCxnSpPr>
          <p:nvPr/>
        </p:nvCxnSpPr>
        <p:spPr>
          <a:xfrm flipH="1">
            <a:off x="2083727" y="3885410"/>
            <a:ext cx="1119124" cy="612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Metin kutusu 36">
            <a:extLst>
              <a:ext uri="{FF2B5EF4-FFF2-40B4-BE49-F238E27FC236}">
                <a16:creationId xmlns:a16="http://schemas.microsoft.com/office/drawing/2014/main" id="{B2C98921-2805-C55B-8DFE-F132C2FF4A63}"/>
              </a:ext>
            </a:extLst>
          </p:cNvPr>
          <p:cNvSpPr txBox="1"/>
          <p:nvPr/>
        </p:nvSpPr>
        <p:spPr>
          <a:xfrm>
            <a:off x="998327" y="3691537"/>
            <a:ext cx="1602596"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Plaka</a:t>
            </a:r>
          </a:p>
          <a:p>
            <a:pPr algn="ctr"/>
            <a:r>
              <a:rPr lang="tr-TR" sz="1269" b="1" dirty="0">
                <a:latin typeface="Myriad Pro"/>
                <a:cs typeface="Times New Roman" panose="02020603050405020304" pitchFamily="18" charset="0"/>
              </a:rPr>
              <a:t>Bilgileri (Z)</a:t>
            </a:r>
          </a:p>
        </p:txBody>
      </p:sp>
      <p:sp>
        <p:nvSpPr>
          <p:cNvPr id="39" name="Yuvarlatılmış Dikdörtgen 62">
            <a:extLst>
              <a:ext uri="{FF2B5EF4-FFF2-40B4-BE49-F238E27FC236}">
                <a16:creationId xmlns:a16="http://schemas.microsoft.com/office/drawing/2014/main" id="{F5E9E22F-B235-CE00-7EFB-45FB77E24559}"/>
              </a:ext>
            </a:extLst>
          </p:cNvPr>
          <p:cNvSpPr/>
          <p:nvPr/>
        </p:nvSpPr>
        <p:spPr>
          <a:xfrm>
            <a:off x="6721965" y="3063864"/>
            <a:ext cx="1862742" cy="103933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40" name="Düz Ok Bağlayıcısı 39">
            <a:extLst>
              <a:ext uri="{FF2B5EF4-FFF2-40B4-BE49-F238E27FC236}">
                <a16:creationId xmlns:a16="http://schemas.microsoft.com/office/drawing/2014/main" id="{EA024BAD-70FA-5B9C-85D9-CFD910CD08E1}"/>
              </a:ext>
            </a:extLst>
          </p:cNvPr>
          <p:cNvCxnSpPr>
            <a:cxnSpLocks/>
          </p:cNvCxnSpPr>
          <p:nvPr/>
        </p:nvCxnSpPr>
        <p:spPr>
          <a:xfrm>
            <a:off x="8584707" y="3556680"/>
            <a:ext cx="2476870" cy="2685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1" name="Metin kutusu 40">
            <a:extLst>
              <a:ext uri="{FF2B5EF4-FFF2-40B4-BE49-F238E27FC236}">
                <a16:creationId xmlns:a16="http://schemas.microsoft.com/office/drawing/2014/main" id="{638B5A09-C2B7-AD0A-DA39-209252597FDB}"/>
              </a:ext>
            </a:extLst>
          </p:cNvPr>
          <p:cNvSpPr txBox="1"/>
          <p:nvPr/>
        </p:nvSpPr>
        <p:spPr>
          <a:xfrm>
            <a:off x="10661829" y="3402457"/>
            <a:ext cx="1517897"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Yükleme Boşaltma Yeri</a:t>
            </a:r>
          </a:p>
        </p:txBody>
      </p:sp>
      <p:cxnSp>
        <p:nvCxnSpPr>
          <p:cNvPr id="47" name="Düz Ok Bağlayıcısı 46">
            <a:extLst>
              <a:ext uri="{FF2B5EF4-FFF2-40B4-BE49-F238E27FC236}">
                <a16:creationId xmlns:a16="http://schemas.microsoft.com/office/drawing/2014/main" id="{DB146A3E-EDEF-4FE9-05C7-18D5848F8C7A}"/>
              </a:ext>
            </a:extLst>
          </p:cNvPr>
          <p:cNvCxnSpPr>
            <a:cxnSpLocks/>
          </p:cNvCxnSpPr>
          <p:nvPr/>
        </p:nvCxnSpPr>
        <p:spPr>
          <a:xfrm flipH="1" flipV="1">
            <a:off x="2600923" y="5833183"/>
            <a:ext cx="637544" cy="31404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8" name="Metin kutusu 47">
            <a:extLst>
              <a:ext uri="{FF2B5EF4-FFF2-40B4-BE49-F238E27FC236}">
                <a16:creationId xmlns:a16="http://schemas.microsoft.com/office/drawing/2014/main" id="{F4BF45DB-63BA-6196-ED69-FB37B9176253}"/>
              </a:ext>
            </a:extLst>
          </p:cNvPr>
          <p:cNvSpPr txBox="1"/>
          <p:nvPr/>
        </p:nvSpPr>
        <p:spPr>
          <a:xfrm>
            <a:off x="1550614" y="5551379"/>
            <a:ext cx="1404546"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Teminat Bilgisi ve GRN</a:t>
            </a:r>
          </a:p>
        </p:txBody>
      </p:sp>
      <p:sp>
        <p:nvSpPr>
          <p:cNvPr id="49" name="Yuvarlatılmış Dikdörtgen 67">
            <a:extLst>
              <a:ext uri="{FF2B5EF4-FFF2-40B4-BE49-F238E27FC236}">
                <a16:creationId xmlns:a16="http://schemas.microsoft.com/office/drawing/2014/main" id="{5983AA28-DABE-8A70-B376-B5CA00467C0C}"/>
              </a:ext>
            </a:extLst>
          </p:cNvPr>
          <p:cNvSpPr/>
          <p:nvPr/>
        </p:nvSpPr>
        <p:spPr>
          <a:xfrm>
            <a:off x="3218939" y="6125592"/>
            <a:ext cx="3488923" cy="536168"/>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52" name="Yuvarlatılmış Dikdörtgen 62">
            <a:extLst>
              <a:ext uri="{FF2B5EF4-FFF2-40B4-BE49-F238E27FC236}">
                <a16:creationId xmlns:a16="http://schemas.microsoft.com/office/drawing/2014/main" id="{F8788547-6159-D61C-296B-345538ACF568}"/>
              </a:ext>
            </a:extLst>
          </p:cNvPr>
          <p:cNvSpPr/>
          <p:nvPr/>
        </p:nvSpPr>
        <p:spPr>
          <a:xfrm>
            <a:off x="6736600" y="4448126"/>
            <a:ext cx="3499353" cy="55844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53" name="Düz Ok Bağlayıcısı 52">
            <a:extLst>
              <a:ext uri="{FF2B5EF4-FFF2-40B4-BE49-F238E27FC236}">
                <a16:creationId xmlns:a16="http://schemas.microsoft.com/office/drawing/2014/main" id="{FFC593E6-5615-147F-AFC2-A031C5A9AF55}"/>
              </a:ext>
            </a:extLst>
          </p:cNvPr>
          <p:cNvCxnSpPr>
            <a:cxnSpLocks/>
          </p:cNvCxnSpPr>
          <p:nvPr/>
        </p:nvCxnSpPr>
        <p:spPr>
          <a:xfrm>
            <a:off x="10324730" y="4821699"/>
            <a:ext cx="751482" cy="2685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4" name="Metin kutusu 53">
            <a:extLst>
              <a:ext uri="{FF2B5EF4-FFF2-40B4-BE49-F238E27FC236}">
                <a16:creationId xmlns:a16="http://schemas.microsoft.com/office/drawing/2014/main" id="{E2765056-1F58-B390-EB34-CEE3C844EBED}"/>
              </a:ext>
            </a:extLst>
          </p:cNvPr>
          <p:cNvSpPr txBox="1"/>
          <p:nvPr/>
        </p:nvSpPr>
        <p:spPr>
          <a:xfrm>
            <a:off x="10868955" y="4718927"/>
            <a:ext cx="1517897"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Mühür Bilgisi</a:t>
            </a:r>
          </a:p>
        </p:txBody>
      </p:sp>
    </p:spTree>
    <p:extLst>
      <p:ext uri="{BB962C8B-B14F-4D97-AF65-F5344CB8AC3E}">
        <p14:creationId xmlns:p14="http://schemas.microsoft.com/office/powerpoint/2010/main" val="280927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down)">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par>
                                <p:cTn id="57" presetID="10" presetClass="entr" presetSubtype="0"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fade">
                                      <p:cBhvr>
                                        <p:cTn id="81" dur="500"/>
                                        <p:tgtEl>
                                          <p:spTgt spid="37"/>
                                        </p:tgtEl>
                                      </p:cBhvr>
                                    </p:animEffect>
                                  </p:childTnLst>
                                </p:cTn>
                              </p:par>
                              <p:par>
                                <p:cTn id="82" presetID="10" presetClass="entr" presetSubtype="0" fill="hold"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500"/>
                                        <p:tgtEl>
                                          <p:spTgt spid="36"/>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500"/>
                                        <p:tgtEl>
                                          <p:spTgt spid="39"/>
                                        </p:tgtEl>
                                      </p:cBhvr>
                                    </p:animEffect>
                                  </p:childTnLst>
                                </p:cTn>
                              </p:par>
                              <p:par>
                                <p:cTn id="90" presetID="10" presetClass="entr" presetSubtype="0" fill="hold" nodeType="withEffect">
                                  <p:stCondLst>
                                    <p:cond delay="0"/>
                                  </p:stCondLst>
                                  <p:childTnLst>
                                    <p:set>
                                      <p:cBhvr>
                                        <p:cTn id="91" dur="1" fill="hold">
                                          <p:stCondLst>
                                            <p:cond delay="0"/>
                                          </p:stCondLst>
                                        </p:cTn>
                                        <p:tgtEl>
                                          <p:spTgt spid="40"/>
                                        </p:tgtEl>
                                        <p:attrNameLst>
                                          <p:attrName>style.visibility</p:attrName>
                                        </p:attrNameLst>
                                      </p:cBhvr>
                                      <p:to>
                                        <p:strVal val="visible"/>
                                      </p:to>
                                    </p:set>
                                    <p:animEffect transition="in" filter="fade">
                                      <p:cBhvr>
                                        <p:cTn id="92" dur="500"/>
                                        <p:tgtEl>
                                          <p:spTgt spid="4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500"/>
                                        <p:tgtEl>
                                          <p:spTgt spid="41"/>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animEffect transition="in" filter="fade">
                                      <p:cBhvr>
                                        <p:cTn id="100" dur="500"/>
                                        <p:tgtEl>
                                          <p:spTgt spid="49"/>
                                        </p:tgtEl>
                                      </p:cBhvr>
                                    </p:animEffect>
                                  </p:childTnLst>
                                </p:cTn>
                              </p:par>
                              <p:par>
                                <p:cTn id="101" presetID="10" presetClass="entr" presetSubtype="0" fill="hold" nodeType="with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fade">
                                      <p:cBhvr>
                                        <p:cTn id="103" dur="500"/>
                                        <p:tgtEl>
                                          <p:spTgt spid="4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500"/>
                                        <p:tgtEl>
                                          <p:spTgt spid="48"/>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52"/>
                                        </p:tgtEl>
                                        <p:attrNameLst>
                                          <p:attrName>style.visibility</p:attrName>
                                        </p:attrNameLst>
                                      </p:cBhvr>
                                      <p:to>
                                        <p:strVal val="visible"/>
                                      </p:to>
                                    </p:set>
                                    <p:animEffect transition="in" filter="fade">
                                      <p:cBhvr>
                                        <p:cTn id="111" dur="500"/>
                                        <p:tgtEl>
                                          <p:spTgt spid="52"/>
                                        </p:tgtEl>
                                      </p:cBhvr>
                                    </p:animEffect>
                                  </p:childTnLst>
                                </p:cTn>
                              </p:par>
                              <p:par>
                                <p:cTn id="112" presetID="10" presetClass="entr" presetSubtype="0" fill="hold" nodeType="withEffect">
                                  <p:stCondLst>
                                    <p:cond delay="0"/>
                                  </p:stCondLst>
                                  <p:childTnLst>
                                    <p:set>
                                      <p:cBhvr>
                                        <p:cTn id="113" dur="1" fill="hold">
                                          <p:stCondLst>
                                            <p:cond delay="0"/>
                                          </p:stCondLst>
                                        </p:cTn>
                                        <p:tgtEl>
                                          <p:spTgt spid="53"/>
                                        </p:tgtEl>
                                        <p:attrNameLst>
                                          <p:attrName>style.visibility</p:attrName>
                                        </p:attrNameLst>
                                      </p:cBhvr>
                                      <p:to>
                                        <p:strVal val="visible"/>
                                      </p:to>
                                    </p:set>
                                    <p:animEffect transition="in" filter="fade">
                                      <p:cBhvr>
                                        <p:cTn id="114" dur="500"/>
                                        <p:tgtEl>
                                          <p:spTgt spid="5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4"/>
                                        </p:tgtEl>
                                        <p:attrNameLst>
                                          <p:attrName>style.visibility</p:attrName>
                                        </p:attrNameLst>
                                      </p:cBhvr>
                                      <p:to>
                                        <p:strVal val="visible"/>
                                      </p:to>
                                    </p:set>
                                    <p:animEffect transition="in" filter="fade">
                                      <p:cBhvr>
                                        <p:cTn id="11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9" grpId="0" animBg="1"/>
      <p:bldP spid="11" grpId="0"/>
      <p:bldP spid="15" grpId="0" animBg="1"/>
      <p:bldP spid="17" grpId="0"/>
      <p:bldP spid="18" grpId="0" animBg="1"/>
      <p:bldP spid="20" grpId="0" animBg="1"/>
      <p:bldP spid="22" grpId="0"/>
      <p:bldP spid="24" grpId="0" animBg="1"/>
      <p:bldP spid="26" grpId="0"/>
      <p:bldP spid="30" grpId="0"/>
      <p:bldP spid="31" grpId="0" animBg="1"/>
      <p:bldP spid="35" grpId="0" animBg="1"/>
      <p:bldP spid="37" grpId="0"/>
      <p:bldP spid="39" grpId="0" animBg="1"/>
      <p:bldP spid="41" grpId="0"/>
      <p:bldP spid="48" grpId="0"/>
      <p:bldP spid="49" grpId="0" animBg="1"/>
      <p:bldP spid="52" grpId="0" animBg="1"/>
      <p:bldP spid="5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96373A36-C2B8-3B44-B9EF-FD429032AB33}"/>
              </a:ext>
            </a:extLst>
          </p:cNvPr>
          <p:cNvPicPr>
            <a:picLocks noChangeAspect="1"/>
          </p:cNvPicPr>
          <p:nvPr/>
        </p:nvPicPr>
        <p:blipFill>
          <a:blip r:embed="rId2"/>
          <a:stretch>
            <a:fillRect/>
          </a:stretch>
        </p:blipFill>
        <p:spPr>
          <a:xfrm>
            <a:off x="2180595" y="787119"/>
            <a:ext cx="9201440" cy="5455012"/>
          </a:xfrm>
          <a:prstGeom prst="rect">
            <a:avLst/>
          </a:prstGeom>
        </p:spPr>
      </p:pic>
      <p:cxnSp>
        <p:nvCxnSpPr>
          <p:cNvPr id="5" name="Düz Ok Bağlayıcısı 4">
            <a:extLst>
              <a:ext uri="{FF2B5EF4-FFF2-40B4-BE49-F238E27FC236}">
                <a16:creationId xmlns:a16="http://schemas.microsoft.com/office/drawing/2014/main" id="{F67893BC-E03C-784A-4FF7-47085642DE2D}"/>
              </a:ext>
            </a:extLst>
          </p:cNvPr>
          <p:cNvCxnSpPr>
            <a:cxnSpLocks/>
          </p:cNvCxnSpPr>
          <p:nvPr/>
        </p:nvCxnSpPr>
        <p:spPr>
          <a:xfrm flipH="1">
            <a:off x="1944944" y="3824575"/>
            <a:ext cx="1106425" cy="14921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 name="Yuvarlatılmış Dikdörtgen 69">
            <a:extLst>
              <a:ext uri="{FF2B5EF4-FFF2-40B4-BE49-F238E27FC236}">
                <a16:creationId xmlns:a16="http://schemas.microsoft.com/office/drawing/2014/main" id="{24945DF9-31A1-0566-68FA-3713243AE0CE}"/>
              </a:ext>
            </a:extLst>
          </p:cNvPr>
          <p:cNvSpPr/>
          <p:nvPr/>
        </p:nvSpPr>
        <p:spPr>
          <a:xfrm>
            <a:off x="3051369" y="3554837"/>
            <a:ext cx="2889748" cy="948796"/>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7" name="Metin kutusu 6">
            <a:extLst>
              <a:ext uri="{FF2B5EF4-FFF2-40B4-BE49-F238E27FC236}">
                <a16:creationId xmlns:a16="http://schemas.microsoft.com/office/drawing/2014/main" id="{EB82C87C-65A2-2B66-56FC-55753F6F0C77}"/>
              </a:ext>
            </a:extLst>
          </p:cNvPr>
          <p:cNvSpPr txBox="1"/>
          <p:nvPr/>
        </p:nvSpPr>
        <p:spPr>
          <a:xfrm>
            <a:off x="376015" y="3787759"/>
            <a:ext cx="1874883"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Transit Gümrük İdaresi / İdareleri</a:t>
            </a:r>
          </a:p>
        </p:txBody>
      </p:sp>
      <p:cxnSp>
        <p:nvCxnSpPr>
          <p:cNvPr id="10" name="Düz Ok Bağlayıcısı 9">
            <a:extLst>
              <a:ext uri="{FF2B5EF4-FFF2-40B4-BE49-F238E27FC236}">
                <a16:creationId xmlns:a16="http://schemas.microsoft.com/office/drawing/2014/main" id="{217448AF-58F1-E3E4-6DBE-C36F77822810}"/>
              </a:ext>
            </a:extLst>
          </p:cNvPr>
          <p:cNvCxnSpPr>
            <a:cxnSpLocks/>
          </p:cNvCxnSpPr>
          <p:nvPr/>
        </p:nvCxnSpPr>
        <p:spPr>
          <a:xfrm flipH="1">
            <a:off x="1854437" y="4691368"/>
            <a:ext cx="1172178" cy="7718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Metin kutusu 10">
            <a:extLst>
              <a:ext uri="{FF2B5EF4-FFF2-40B4-BE49-F238E27FC236}">
                <a16:creationId xmlns:a16="http://schemas.microsoft.com/office/drawing/2014/main" id="{B02720AB-D6D8-3167-823A-511153870F83}"/>
              </a:ext>
            </a:extLst>
          </p:cNvPr>
          <p:cNvSpPr txBox="1"/>
          <p:nvPr/>
        </p:nvSpPr>
        <p:spPr>
          <a:xfrm>
            <a:off x="351901" y="4625009"/>
            <a:ext cx="1593043"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Hareket Gümrük İdaresi</a:t>
            </a:r>
          </a:p>
        </p:txBody>
      </p:sp>
      <p:sp>
        <p:nvSpPr>
          <p:cNvPr id="12" name="Yuvarlatılmış Dikdörtgen 69">
            <a:extLst>
              <a:ext uri="{FF2B5EF4-FFF2-40B4-BE49-F238E27FC236}">
                <a16:creationId xmlns:a16="http://schemas.microsoft.com/office/drawing/2014/main" id="{3BADB29E-EA84-2431-93F8-8151EA089F18}"/>
              </a:ext>
            </a:extLst>
          </p:cNvPr>
          <p:cNvSpPr/>
          <p:nvPr/>
        </p:nvSpPr>
        <p:spPr>
          <a:xfrm>
            <a:off x="3051369" y="4498074"/>
            <a:ext cx="2710100" cy="415758"/>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5" name="Düz Ok Bağlayıcısı 14">
            <a:extLst>
              <a:ext uri="{FF2B5EF4-FFF2-40B4-BE49-F238E27FC236}">
                <a16:creationId xmlns:a16="http://schemas.microsoft.com/office/drawing/2014/main" id="{FF849C5D-C11F-1FD5-7456-FB3DA62A1C71}"/>
              </a:ext>
            </a:extLst>
          </p:cNvPr>
          <p:cNvCxnSpPr>
            <a:cxnSpLocks/>
          </p:cNvCxnSpPr>
          <p:nvPr/>
        </p:nvCxnSpPr>
        <p:spPr>
          <a:xfrm>
            <a:off x="9520015" y="4625009"/>
            <a:ext cx="1707043" cy="70146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Metin kutusu 15">
            <a:extLst>
              <a:ext uri="{FF2B5EF4-FFF2-40B4-BE49-F238E27FC236}">
                <a16:creationId xmlns:a16="http://schemas.microsoft.com/office/drawing/2014/main" id="{26ED70E2-5F9F-F5E7-9CEE-A96D0D119873}"/>
              </a:ext>
            </a:extLst>
          </p:cNvPr>
          <p:cNvSpPr txBox="1"/>
          <p:nvPr/>
        </p:nvSpPr>
        <p:spPr>
          <a:xfrm>
            <a:off x="11182299" y="4987341"/>
            <a:ext cx="870774" cy="67826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Varış Gümrük İdaresi</a:t>
            </a:r>
          </a:p>
        </p:txBody>
      </p:sp>
      <p:sp>
        <p:nvSpPr>
          <p:cNvPr id="17" name="Yuvarlatılmış Dikdörtgen 70">
            <a:extLst>
              <a:ext uri="{FF2B5EF4-FFF2-40B4-BE49-F238E27FC236}">
                <a16:creationId xmlns:a16="http://schemas.microsoft.com/office/drawing/2014/main" id="{688F4EC7-4C30-F073-9402-3DC5B8558095}"/>
              </a:ext>
            </a:extLst>
          </p:cNvPr>
          <p:cNvSpPr/>
          <p:nvPr/>
        </p:nvSpPr>
        <p:spPr>
          <a:xfrm>
            <a:off x="7198833" y="4480983"/>
            <a:ext cx="2321182" cy="347391"/>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4" name="Metin kutusu 23">
            <a:extLst>
              <a:ext uri="{FF2B5EF4-FFF2-40B4-BE49-F238E27FC236}">
                <a16:creationId xmlns:a16="http://schemas.microsoft.com/office/drawing/2014/main" id="{C89A909E-11A6-2710-F536-CA10B415FD36}"/>
              </a:ext>
            </a:extLst>
          </p:cNvPr>
          <p:cNvSpPr txBox="1"/>
          <p:nvPr/>
        </p:nvSpPr>
        <p:spPr>
          <a:xfrm>
            <a:off x="669910" y="5566510"/>
            <a:ext cx="1341979"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Transit Süre Sınırı</a:t>
            </a:r>
          </a:p>
        </p:txBody>
      </p:sp>
      <p:sp>
        <p:nvSpPr>
          <p:cNvPr id="25" name="Yuvarlatılmış Dikdörtgen 70">
            <a:extLst>
              <a:ext uri="{FF2B5EF4-FFF2-40B4-BE49-F238E27FC236}">
                <a16:creationId xmlns:a16="http://schemas.microsoft.com/office/drawing/2014/main" id="{0B90C50C-67F6-F358-EBC6-EEDFB35AA49E}"/>
              </a:ext>
            </a:extLst>
          </p:cNvPr>
          <p:cNvSpPr/>
          <p:nvPr/>
        </p:nvSpPr>
        <p:spPr>
          <a:xfrm>
            <a:off x="2388600" y="5653880"/>
            <a:ext cx="2454291" cy="257863"/>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26" name="Düz Ok Bağlayıcısı 25">
            <a:extLst>
              <a:ext uri="{FF2B5EF4-FFF2-40B4-BE49-F238E27FC236}">
                <a16:creationId xmlns:a16="http://schemas.microsoft.com/office/drawing/2014/main" id="{712B073C-A6C7-B76F-D1B7-730DFED6890C}"/>
              </a:ext>
            </a:extLst>
          </p:cNvPr>
          <p:cNvCxnSpPr>
            <a:cxnSpLocks/>
          </p:cNvCxnSpPr>
          <p:nvPr/>
        </p:nvCxnSpPr>
        <p:spPr>
          <a:xfrm flipH="1">
            <a:off x="1684217" y="5861573"/>
            <a:ext cx="66569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Yuvarlatılmış Dikdörtgen 70">
            <a:extLst>
              <a:ext uri="{FF2B5EF4-FFF2-40B4-BE49-F238E27FC236}">
                <a16:creationId xmlns:a16="http://schemas.microsoft.com/office/drawing/2014/main" id="{50AD653D-9042-C1B0-C600-88458371669F}"/>
              </a:ext>
            </a:extLst>
          </p:cNvPr>
          <p:cNvSpPr/>
          <p:nvPr/>
        </p:nvSpPr>
        <p:spPr>
          <a:xfrm>
            <a:off x="2380082" y="5326473"/>
            <a:ext cx="2454291" cy="30493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30" name="Düz Ok Bağlayıcısı 29">
            <a:extLst>
              <a:ext uri="{FF2B5EF4-FFF2-40B4-BE49-F238E27FC236}">
                <a16:creationId xmlns:a16="http://schemas.microsoft.com/office/drawing/2014/main" id="{48E1476D-1BB0-F063-C7B1-0210D7BBB414}"/>
              </a:ext>
            </a:extLst>
          </p:cNvPr>
          <p:cNvCxnSpPr>
            <a:cxnSpLocks/>
          </p:cNvCxnSpPr>
          <p:nvPr/>
        </p:nvCxnSpPr>
        <p:spPr>
          <a:xfrm>
            <a:off x="4834373" y="5446870"/>
            <a:ext cx="685315" cy="1196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1" name="Metin kutusu 30">
            <a:extLst>
              <a:ext uri="{FF2B5EF4-FFF2-40B4-BE49-F238E27FC236}">
                <a16:creationId xmlns:a16="http://schemas.microsoft.com/office/drawing/2014/main" id="{895B3DD5-3326-CE9D-03AB-1BCCD37D64C9}"/>
              </a:ext>
            </a:extLst>
          </p:cNvPr>
          <p:cNvSpPr txBox="1"/>
          <p:nvPr/>
        </p:nvSpPr>
        <p:spPr>
          <a:xfrm>
            <a:off x="5320961" y="5336505"/>
            <a:ext cx="933061"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Mühür Bilgisi</a:t>
            </a:r>
          </a:p>
        </p:txBody>
      </p:sp>
      <p:cxnSp>
        <p:nvCxnSpPr>
          <p:cNvPr id="33" name="Düz Ok Bağlayıcısı 32">
            <a:extLst>
              <a:ext uri="{FF2B5EF4-FFF2-40B4-BE49-F238E27FC236}">
                <a16:creationId xmlns:a16="http://schemas.microsoft.com/office/drawing/2014/main" id="{27C536D4-B0E0-5379-BFBA-B9D83CE5BF7A}"/>
              </a:ext>
            </a:extLst>
          </p:cNvPr>
          <p:cNvCxnSpPr>
            <a:cxnSpLocks/>
          </p:cNvCxnSpPr>
          <p:nvPr/>
        </p:nvCxnSpPr>
        <p:spPr>
          <a:xfrm flipH="1" flipV="1">
            <a:off x="1854437" y="2901034"/>
            <a:ext cx="1196292" cy="48903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4" name="Metin kutusu 33">
            <a:extLst>
              <a:ext uri="{FF2B5EF4-FFF2-40B4-BE49-F238E27FC236}">
                <a16:creationId xmlns:a16="http://schemas.microsoft.com/office/drawing/2014/main" id="{6226997B-B900-61E8-8C20-B93D67B61623}"/>
              </a:ext>
            </a:extLst>
          </p:cNvPr>
          <p:cNvSpPr txBox="1"/>
          <p:nvPr/>
        </p:nvSpPr>
        <p:spPr>
          <a:xfrm>
            <a:off x="503199" y="2587232"/>
            <a:ext cx="1593043"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Güzergahtaki Ülkeler</a:t>
            </a:r>
          </a:p>
        </p:txBody>
      </p:sp>
      <p:sp>
        <p:nvSpPr>
          <p:cNvPr id="35" name="Yuvarlatılmış Dikdörtgen 69">
            <a:extLst>
              <a:ext uri="{FF2B5EF4-FFF2-40B4-BE49-F238E27FC236}">
                <a16:creationId xmlns:a16="http://schemas.microsoft.com/office/drawing/2014/main" id="{12A9FAB6-DDBC-236A-A646-4B90DE62B159}"/>
              </a:ext>
            </a:extLst>
          </p:cNvPr>
          <p:cNvSpPr/>
          <p:nvPr/>
        </p:nvSpPr>
        <p:spPr>
          <a:xfrm>
            <a:off x="3075483" y="3196772"/>
            <a:ext cx="2710100" cy="358065"/>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Tree>
    <p:extLst>
      <p:ext uri="{BB962C8B-B14F-4D97-AF65-F5344CB8AC3E}">
        <p14:creationId xmlns:p14="http://schemas.microsoft.com/office/powerpoint/2010/main" val="1807685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00"/>
                                        <p:tgtEl>
                                          <p:spTgt spid="3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par>
                                <p:cTn id="52" presetID="10" presetClass="entr" presetSubtype="0" fill="hold"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500"/>
                                        <p:tgtEl>
                                          <p:spTgt spid="3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00"/>
                                        <p:tgtEl>
                                          <p:spTgt spid="34"/>
                                        </p:tgtEl>
                                      </p:cBhvr>
                                    </p:animEffect>
                                  </p:childTnLst>
                                </p:cTn>
                              </p:par>
                              <p:par>
                                <p:cTn id="66" presetID="10" presetClass="entr" presetSubtype="0" fill="hold" nodeType="with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1" grpId="0"/>
      <p:bldP spid="12" grpId="0" animBg="1"/>
      <p:bldP spid="16" grpId="0"/>
      <p:bldP spid="17" grpId="0" animBg="1"/>
      <p:bldP spid="24" grpId="0"/>
      <p:bldP spid="25" grpId="0" animBg="1"/>
      <p:bldP spid="27" grpId="0" animBg="1"/>
      <p:bldP spid="31" grpId="0"/>
      <p:bldP spid="34" grpId="0"/>
      <p:bldP spid="3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47F598D5-3A06-7F18-2AC4-154CCE9D7C8C}"/>
              </a:ext>
            </a:extLst>
          </p:cNvPr>
          <p:cNvPicPr>
            <a:picLocks noChangeAspect="1"/>
          </p:cNvPicPr>
          <p:nvPr/>
        </p:nvPicPr>
        <p:blipFill>
          <a:blip r:embed="rId2"/>
          <a:stretch>
            <a:fillRect/>
          </a:stretch>
        </p:blipFill>
        <p:spPr>
          <a:xfrm>
            <a:off x="1078763" y="1245422"/>
            <a:ext cx="9454097" cy="5172801"/>
          </a:xfrm>
          <a:prstGeom prst="rect">
            <a:avLst/>
          </a:prstGeom>
        </p:spPr>
      </p:pic>
      <p:sp>
        <p:nvSpPr>
          <p:cNvPr id="5" name="Yuvarlatılmış Dikdörtgen 64">
            <a:extLst>
              <a:ext uri="{FF2B5EF4-FFF2-40B4-BE49-F238E27FC236}">
                <a16:creationId xmlns:a16="http://schemas.microsoft.com/office/drawing/2014/main" id="{DDEC492D-4F0B-7521-918A-4905DC847CB8}"/>
              </a:ext>
            </a:extLst>
          </p:cNvPr>
          <p:cNvSpPr/>
          <p:nvPr/>
        </p:nvSpPr>
        <p:spPr>
          <a:xfrm>
            <a:off x="1887814" y="2398366"/>
            <a:ext cx="4265158" cy="43742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p>
        </p:txBody>
      </p:sp>
      <p:cxnSp>
        <p:nvCxnSpPr>
          <p:cNvPr id="6" name="Düz Ok Bağlayıcısı 5">
            <a:extLst>
              <a:ext uri="{FF2B5EF4-FFF2-40B4-BE49-F238E27FC236}">
                <a16:creationId xmlns:a16="http://schemas.microsoft.com/office/drawing/2014/main" id="{CBF1B35B-9CD6-B23C-3C20-2193D36A2A68}"/>
              </a:ext>
            </a:extLst>
          </p:cNvPr>
          <p:cNvCxnSpPr>
            <a:cxnSpLocks/>
          </p:cNvCxnSpPr>
          <p:nvPr/>
        </p:nvCxnSpPr>
        <p:spPr>
          <a:xfrm>
            <a:off x="10074067" y="3429390"/>
            <a:ext cx="458793" cy="41366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Yuvarlatılmış Dikdörtgen 69">
            <a:extLst>
              <a:ext uri="{FF2B5EF4-FFF2-40B4-BE49-F238E27FC236}">
                <a16:creationId xmlns:a16="http://schemas.microsoft.com/office/drawing/2014/main" id="{175C6C14-F765-26BF-53B7-91415E9A86F2}"/>
              </a:ext>
            </a:extLst>
          </p:cNvPr>
          <p:cNvSpPr/>
          <p:nvPr/>
        </p:nvSpPr>
        <p:spPr>
          <a:xfrm>
            <a:off x="6152972" y="2398366"/>
            <a:ext cx="4022813" cy="43742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p>
        </p:txBody>
      </p:sp>
      <p:sp>
        <p:nvSpPr>
          <p:cNvPr id="8" name="Metin kutusu 7">
            <a:extLst>
              <a:ext uri="{FF2B5EF4-FFF2-40B4-BE49-F238E27FC236}">
                <a16:creationId xmlns:a16="http://schemas.microsoft.com/office/drawing/2014/main" id="{24A96553-1AE7-9457-7AE6-594F1E5E776B}"/>
              </a:ext>
            </a:extLst>
          </p:cNvPr>
          <p:cNvSpPr txBox="1"/>
          <p:nvPr/>
        </p:nvSpPr>
        <p:spPr>
          <a:xfrm>
            <a:off x="10074067" y="3831823"/>
            <a:ext cx="1436224"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TRB Eki </a:t>
            </a:r>
          </a:p>
          <a:p>
            <a:pPr algn="ctr"/>
            <a:r>
              <a:rPr lang="tr-TR" sz="1269" b="1" dirty="0">
                <a:latin typeface="Myriad Pro"/>
                <a:cs typeface="Times New Roman" panose="02020603050405020304" pitchFamily="18" charset="0"/>
              </a:rPr>
              <a:t>Belgeler</a:t>
            </a:r>
          </a:p>
        </p:txBody>
      </p:sp>
      <p:sp>
        <p:nvSpPr>
          <p:cNvPr id="10" name="Yuvarlatılmış Dikdörtgen 69">
            <a:extLst>
              <a:ext uri="{FF2B5EF4-FFF2-40B4-BE49-F238E27FC236}">
                <a16:creationId xmlns:a16="http://schemas.microsoft.com/office/drawing/2014/main" id="{F40B61F3-FD5E-9ACA-7CBD-290A0F3EB9D2}"/>
              </a:ext>
            </a:extLst>
          </p:cNvPr>
          <p:cNvSpPr/>
          <p:nvPr/>
        </p:nvSpPr>
        <p:spPr>
          <a:xfrm>
            <a:off x="6152972" y="3113496"/>
            <a:ext cx="4022813" cy="31589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p>
        </p:txBody>
      </p:sp>
      <p:cxnSp>
        <p:nvCxnSpPr>
          <p:cNvPr id="15" name="Düz Ok Bağlayıcısı 14">
            <a:extLst>
              <a:ext uri="{FF2B5EF4-FFF2-40B4-BE49-F238E27FC236}">
                <a16:creationId xmlns:a16="http://schemas.microsoft.com/office/drawing/2014/main" id="{51A0146C-154A-4651-77A8-D8370ED00E0E}"/>
              </a:ext>
            </a:extLst>
          </p:cNvPr>
          <p:cNvCxnSpPr>
            <a:cxnSpLocks/>
          </p:cNvCxnSpPr>
          <p:nvPr/>
        </p:nvCxnSpPr>
        <p:spPr>
          <a:xfrm>
            <a:off x="6930141" y="5085775"/>
            <a:ext cx="140210" cy="63351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Yuvarlatılmış Dikdörtgen 70">
            <a:extLst>
              <a:ext uri="{FF2B5EF4-FFF2-40B4-BE49-F238E27FC236}">
                <a16:creationId xmlns:a16="http://schemas.microsoft.com/office/drawing/2014/main" id="{9884562A-0C21-0D5F-7026-1C7506895300}"/>
              </a:ext>
            </a:extLst>
          </p:cNvPr>
          <p:cNvSpPr/>
          <p:nvPr/>
        </p:nvSpPr>
        <p:spPr>
          <a:xfrm>
            <a:off x="6152972" y="4693968"/>
            <a:ext cx="917379" cy="31589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p>
        </p:txBody>
      </p:sp>
      <p:sp>
        <p:nvSpPr>
          <p:cNvPr id="17" name="Metin kutusu 16">
            <a:extLst>
              <a:ext uri="{FF2B5EF4-FFF2-40B4-BE49-F238E27FC236}">
                <a16:creationId xmlns:a16="http://schemas.microsoft.com/office/drawing/2014/main" id="{ADA878FA-472E-3C0B-0AF5-CDD393D54AFD}"/>
              </a:ext>
            </a:extLst>
          </p:cNvPr>
          <p:cNvSpPr txBox="1"/>
          <p:nvPr/>
        </p:nvSpPr>
        <p:spPr>
          <a:xfrm>
            <a:off x="6410325" y="5743043"/>
            <a:ext cx="1436224"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Eşya G.T.İ.P</a:t>
            </a:r>
          </a:p>
        </p:txBody>
      </p:sp>
      <p:cxnSp>
        <p:nvCxnSpPr>
          <p:cNvPr id="11" name="Düz Ok Bağlayıcısı 10">
            <a:extLst>
              <a:ext uri="{FF2B5EF4-FFF2-40B4-BE49-F238E27FC236}">
                <a16:creationId xmlns:a16="http://schemas.microsoft.com/office/drawing/2014/main" id="{E7557C79-DC7A-5AC4-24BD-295823C7972A}"/>
              </a:ext>
            </a:extLst>
          </p:cNvPr>
          <p:cNvCxnSpPr>
            <a:cxnSpLocks/>
          </p:cNvCxnSpPr>
          <p:nvPr/>
        </p:nvCxnSpPr>
        <p:spPr>
          <a:xfrm flipV="1">
            <a:off x="6611661" y="1457111"/>
            <a:ext cx="105333" cy="91750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Metin kutusu 12">
            <a:extLst>
              <a:ext uri="{FF2B5EF4-FFF2-40B4-BE49-F238E27FC236}">
                <a16:creationId xmlns:a16="http://schemas.microsoft.com/office/drawing/2014/main" id="{650CD052-EADD-ED42-F291-2CDD76B51A13}"/>
              </a:ext>
            </a:extLst>
          </p:cNvPr>
          <p:cNvSpPr txBox="1"/>
          <p:nvPr/>
        </p:nvSpPr>
        <p:spPr>
          <a:xfrm>
            <a:off x="6152972" y="1174437"/>
            <a:ext cx="1436224"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Eşya Tanımı</a:t>
            </a:r>
          </a:p>
        </p:txBody>
      </p:sp>
      <p:sp>
        <p:nvSpPr>
          <p:cNvPr id="20" name="Yuvarlatılmış Dikdörtgen 70">
            <a:extLst>
              <a:ext uri="{FF2B5EF4-FFF2-40B4-BE49-F238E27FC236}">
                <a16:creationId xmlns:a16="http://schemas.microsoft.com/office/drawing/2014/main" id="{85C34C59-B685-6A63-1FFD-53D20B2DFDBB}"/>
              </a:ext>
            </a:extLst>
          </p:cNvPr>
          <p:cNvSpPr/>
          <p:nvPr/>
        </p:nvSpPr>
        <p:spPr>
          <a:xfrm>
            <a:off x="9015813" y="4314776"/>
            <a:ext cx="1222048" cy="695086"/>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p>
        </p:txBody>
      </p:sp>
      <p:cxnSp>
        <p:nvCxnSpPr>
          <p:cNvPr id="21" name="Düz Ok Bağlayıcısı 20">
            <a:extLst>
              <a:ext uri="{FF2B5EF4-FFF2-40B4-BE49-F238E27FC236}">
                <a16:creationId xmlns:a16="http://schemas.microsoft.com/office/drawing/2014/main" id="{F42EABA6-9A5F-E53E-A719-9ED7D182DC30}"/>
              </a:ext>
            </a:extLst>
          </p:cNvPr>
          <p:cNvCxnSpPr>
            <a:cxnSpLocks/>
          </p:cNvCxnSpPr>
          <p:nvPr/>
        </p:nvCxnSpPr>
        <p:spPr>
          <a:xfrm flipH="1">
            <a:off x="9112665" y="5048487"/>
            <a:ext cx="571169" cy="78479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Metin kutusu 21">
            <a:extLst>
              <a:ext uri="{FF2B5EF4-FFF2-40B4-BE49-F238E27FC236}">
                <a16:creationId xmlns:a16="http://schemas.microsoft.com/office/drawing/2014/main" id="{1F2EA04A-1350-0338-224B-BA6F376A0248}"/>
              </a:ext>
            </a:extLst>
          </p:cNvPr>
          <p:cNvSpPr txBox="1"/>
          <p:nvPr/>
        </p:nvSpPr>
        <p:spPr>
          <a:xfrm>
            <a:off x="8394553" y="5804548"/>
            <a:ext cx="1436224"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Ağırlık Bilgileri</a:t>
            </a:r>
          </a:p>
        </p:txBody>
      </p:sp>
      <p:sp>
        <p:nvSpPr>
          <p:cNvPr id="18" name="Metin kutusu 17">
            <a:extLst>
              <a:ext uri="{FF2B5EF4-FFF2-40B4-BE49-F238E27FC236}">
                <a16:creationId xmlns:a16="http://schemas.microsoft.com/office/drawing/2014/main" id="{3706B7D4-4C9C-4716-A6A4-78E2E45AADFE}"/>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357530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10" grpId="0" animBg="1"/>
      <p:bldP spid="16" grpId="0" animBg="1"/>
      <p:bldP spid="17" grpId="0"/>
      <p:bldP spid="13" grpId="0"/>
      <p:bldP spid="20" grpId="0" animBg="1"/>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1 İçerik Yer Tutucusu">
            <a:extLst>
              <a:ext uri="{FF2B5EF4-FFF2-40B4-BE49-F238E27FC236}">
                <a16:creationId xmlns:a16="http://schemas.microsoft.com/office/drawing/2014/main" id="{093498E0-3DEE-4920-84EB-6A046413DD8E}"/>
              </a:ext>
            </a:extLst>
          </p:cNvPr>
          <p:cNvSpPr txBox="1">
            <a:spLocks/>
          </p:cNvSpPr>
          <p:nvPr/>
        </p:nvSpPr>
        <p:spPr>
          <a:xfrm>
            <a:off x="1255147" y="1166359"/>
            <a:ext cx="8283672" cy="4406315"/>
          </a:xfrm>
          <a:prstGeom prst="rect">
            <a:avLst/>
          </a:prstGeom>
        </p:spPr>
        <p:txBody>
          <a:bodyPr>
            <a:normAutofit/>
          </a:bodyPr>
          <a:lstStyle/>
          <a:p>
            <a:pPr marL="386901" indent="-270831">
              <a:spcBef>
                <a:spcPts val="423"/>
              </a:spcBef>
              <a:buClr>
                <a:schemeClr val="accent1"/>
              </a:buClr>
              <a:buSzPct val="68000"/>
              <a:buFont typeface="Wingdings" pitchFamily="2" charset="2"/>
              <a:buChar char="Ø"/>
              <a:defRPr/>
            </a:pPr>
            <a:endParaRPr lang="tr-TR" sz="2856" dirty="0">
              <a:latin typeface="Myriad Pro"/>
            </a:endParaRPr>
          </a:p>
        </p:txBody>
      </p:sp>
      <p:pic>
        <p:nvPicPr>
          <p:cNvPr id="61" name="5 Resim" descr="mükellef.JPG">
            <a:extLst>
              <a:ext uri="{FF2B5EF4-FFF2-40B4-BE49-F238E27FC236}">
                <a16:creationId xmlns:a16="http://schemas.microsoft.com/office/drawing/2014/main" id="{8DDA8B3E-C94B-430B-9D93-CFABE33BCA25}"/>
              </a:ext>
            </a:extLst>
          </p:cNvPr>
          <p:cNvPicPr>
            <a:picLocks noChangeAspect="1"/>
          </p:cNvPicPr>
          <p:nvPr/>
        </p:nvPicPr>
        <p:blipFill>
          <a:blip r:embed="rId2"/>
          <a:stretch>
            <a:fillRect/>
          </a:stretch>
        </p:blipFill>
        <p:spPr>
          <a:xfrm>
            <a:off x="1317654" y="2213389"/>
            <a:ext cx="1414750" cy="1712592"/>
          </a:xfrm>
          <a:prstGeom prst="rect">
            <a:avLst/>
          </a:prstGeom>
        </p:spPr>
      </p:pic>
      <p:sp>
        <p:nvSpPr>
          <p:cNvPr id="62" name="15 Metin kutusu">
            <a:extLst>
              <a:ext uri="{FF2B5EF4-FFF2-40B4-BE49-F238E27FC236}">
                <a16:creationId xmlns:a16="http://schemas.microsoft.com/office/drawing/2014/main" id="{1A50FF13-5514-4206-BF4B-78C37D7B172E}"/>
              </a:ext>
            </a:extLst>
          </p:cNvPr>
          <p:cNvSpPr txBox="1"/>
          <p:nvPr/>
        </p:nvSpPr>
        <p:spPr>
          <a:xfrm>
            <a:off x="1167755" y="3732204"/>
            <a:ext cx="1810672" cy="369012"/>
          </a:xfrm>
          <a:prstGeom prst="rect">
            <a:avLst/>
          </a:prstGeom>
          <a:noFill/>
        </p:spPr>
        <p:txBody>
          <a:bodyPr wrap="square" rtlCol="0">
            <a:spAutoFit/>
          </a:bodyPr>
          <a:lstStyle/>
          <a:p>
            <a:r>
              <a:rPr lang="tr-TR" sz="1692" dirty="0">
                <a:latin typeface="Myriad Pro"/>
              </a:rPr>
              <a:t> </a:t>
            </a:r>
            <a:r>
              <a:rPr lang="tr-TR" sz="1798" dirty="0">
                <a:latin typeface="Myriad Pro"/>
              </a:rPr>
              <a:t>ASIL SORUMLU</a:t>
            </a:r>
          </a:p>
        </p:txBody>
      </p:sp>
      <p:pic>
        <p:nvPicPr>
          <p:cNvPr id="63" name="Picture 2" descr="http://dunyagumruk.com/img/gumruk.gif">
            <a:extLst>
              <a:ext uri="{FF2B5EF4-FFF2-40B4-BE49-F238E27FC236}">
                <a16:creationId xmlns:a16="http://schemas.microsoft.com/office/drawing/2014/main" id="{DCEFCA96-C46C-4334-9172-69053BE8423D}"/>
              </a:ext>
            </a:extLst>
          </p:cNvPr>
          <p:cNvPicPr>
            <a:picLocks noChangeAspect="1" noChangeArrowheads="1"/>
          </p:cNvPicPr>
          <p:nvPr/>
        </p:nvPicPr>
        <p:blipFill>
          <a:blip r:embed="rId3"/>
          <a:srcRect/>
          <a:stretch>
            <a:fillRect/>
          </a:stretch>
        </p:blipFill>
        <p:spPr bwMode="auto">
          <a:xfrm>
            <a:off x="4661039" y="2489815"/>
            <a:ext cx="1181836" cy="1272748"/>
          </a:xfrm>
          <a:prstGeom prst="rect">
            <a:avLst/>
          </a:prstGeom>
          <a:noFill/>
        </p:spPr>
      </p:pic>
      <p:sp>
        <p:nvSpPr>
          <p:cNvPr id="64" name="16 Metin kutusu">
            <a:extLst>
              <a:ext uri="{FF2B5EF4-FFF2-40B4-BE49-F238E27FC236}">
                <a16:creationId xmlns:a16="http://schemas.microsoft.com/office/drawing/2014/main" id="{D9C73801-AE0B-48F9-A536-ED04EC17A448}"/>
              </a:ext>
            </a:extLst>
          </p:cNvPr>
          <p:cNvSpPr txBox="1"/>
          <p:nvPr/>
        </p:nvSpPr>
        <p:spPr>
          <a:xfrm>
            <a:off x="3764825" y="3704504"/>
            <a:ext cx="2665918" cy="369012"/>
          </a:xfrm>
          <a:prstGeom prst="rect">
            <a:avLst/>
          </a:prstGeom>
          <a:noFill/>
        </p:spPr>
        <p:txBody>
          <a:bodyPr wrap="square" rtlCol="0">
            <a:spAutoFit/>
          </a:bodyPr>
          <a:lstStyle/>
          <a:p>
            <a:pPr algn="ctr"/>
            <a:r>
              <a:rPr lang="tr-TR" sz="1798" dirty="0">
                <a:latin typeface="Myriad Pro"/>
              </a:rPr>
              <a:t>     HAREKET İDARESİ</a:t>
            </a:r>
          </a:p>
        </p:txBody>
      </p:sp>
      <p:pic>
        <p:nvPicPr>
          <p:cNvPr id="65" name="7 Resim" descr="teminat.jpg">
            <a:extLst>
              <a:ext uri="{FF2B5EF4-FFF2-40B4-BE49-F238E27FC236}">
                <a16:creationId xmlns:a16="http://schemas.microsoft.com/office/drawing/2014/main" id="{85C80D4D-AD7C-4D1B-889C-66A16E91166E}"/>
              </a:ext>
            </a:extLst>
          </p:cNvPr>
          <p:cNvPicPr>
            <a:picLocks noChangeAspect="1"/>
          </p:cNvPicPr>
          <p:nvPr/>
        </p:nvPicPr>
        <p:blipFill>
          <a:blip r:embed="rId4"/>
          <a:stretch>
            <a:fillRect/>
          </a:stretch>
        </p:blipFill>
        <p:spPr>
          <a:xfrm>
            <a:off x="3092527" y="1003230"/>
            <a:ext cx="1124424" cy="860576"/>
          </a:xfrm>
          <a:prstGeom prst="rect">
            <a:avLst/>
          </a:prstGeom>
        </p:spPr>
      </p:pic>
      <p:sp>
        <p:nvSpPr>
          <p:cNvPr id="66" name="17 Metin kutusu">
            <a:extLst>
              <a:ext uri="{FF2B5EF4-FFF2-40B4-BE49-F238E27FC236}">
                <a16:creationId xmlns:a16="http://schemas.microsoft.com/office/drawing/2014/main" id="{99ED8D57-D77F-46C8-98DE-33CAA4607FDB}"/>
              </a:ext>
            </a:extLst>
          </p:cNvPr>
          <p:cNvSpPr txBox="1"/>
          <p:nvPr/>
        </p:nvSpPr>
        <p:spPr>
          <a:xfrm>
            <a:off x="4274279" y="1166359"/>
            <a:ext cx="1523382" cy="613117"/>
          </a:xfrm>
          <a:prstGeom prst="rect">
            <a:avLst/>
          </a:prstGeom>
          <a:noFill/>
        </p:spPr>
        <p:txBody>
          <a:bodyPr wrap="square" rtlCol="0">
            <a:spAutoFit/>
          </a:bodyPr>
          <a:lstStyle/>
          <a:p>
            <a:pPr algn="ctr"/>
            <a:r>
              <a:rPr lang="tr-TR" sz="1692" dirty="0">
                <a:latin typeface="Myriad Pro"/>
              </a:rPr>
              <a:t>TEMİNAT KULLANIMI</a:t>
            </a:r>
          </a:p>
        </p:txBody>
      </p:sp>
      <p:pic>
        <p:nvPicPr>
          <p:cNvPr id="67" name="8 Resim" descr="transit.JPG">
            <a:extLst>
              <a:ext uri="{FF2B5EF4-FFF2-40B4-BE49-F238E27FC236}">
                <a16:creationId xmlns:a16="http://schemas.microsoft.com/office/drawing/2014/main" id="{1F4FF841-5C0F-4796-A4C8-69DB2316B714}"/>
              </a:ext>
            </a:extLst>
          </p:cNvPr>
          <p:cNvPicPr>
            <a:picLocks noChangeAspect="1"/>
          </p:cNvPicPr>
          <p:nvPr/>
        </p:nvPicPr>
        <p:blipFill>
          <a:blip r:embed="rId5"/>
          <a:stretch>
            <a:fillRect/>
          </a:stretch>
        </p:blipFill>
        <p:spPr>
          <a:xfrm>
            <a:off x="7727750" y="2250143"/>
            <a:ext cx="1275997" cy="1701330"/>
          </a:xfrm>
          <a:prstGeom prst="rect">
            <a:avLst/>
          </a:prstGeom>
        </p:spPr>
      </p:pic>
      <p:sp>
        <p:nvSpPr>
          <p:cNvPr id="68" name="19 Metin kutusu">
            <a:extLst>
              <a:ext uri="{FF2B5EF4-FFF2-40B4-BE49-F238E27FC236}">
                <a16:creationId xmlns:a16="http://schemas.microsoft.com/office/drawing/2014/main" id="{37F3F121-1020-40BF-8727-D600DD7EF836}"/>
              </a:ext>
            </a:extLst>
          </p:cNvPr>
          <p:cNvSpPr txBox="1"/>
          <p:nvPr/>
        </p:nvSpPr>
        <p:spPr>
          <a:xfrm>
            <a:off x="7281028" y="3680027"/>
            <a:ext cx="2297216" cy="385362"/>
          </a:xfrm>
          <a:prstGeom prst="rect">
            <a:avLst/>
          </a:prstGeom>
          <a:noFill/>
        </p:spPr>
        <p:txBody>
          <a:bodyPr wrap="square" rtlCol="0">
            <a:spAutoFit/>
          </a:bodyPr>
          <a:lstStyle/>
          <a:p>
            <a:r>
              <a:rPr lang="tr-TR" sz="1904" dirty="0">
                <a:latin typeface="Myriad Pro"/>
              </a:rPr>
              <a:t>    </a:t>
            </a:r>
            <a:r>
              <a:rPr lang="tr-TR" sz="1798" dirty="0">
                <a:latin typeface="Myriad Pro"/>
              </a:rPr>
              <a:t>TRANSİT İDARESİ</a:t>
            </a:r>
          </a:p>
        </p:txBody>
      </p:sp>
      <p:pic>
        <p:nvPicPr>
          <p:cNvPr id="69" name="Picture 2" descr="http://dunyagumruk.com/img/gumruk.gif">
            <a:extLst>
              <a:ext uri="{FF2B5EF4-FFF2-40B4-BE49-F238E27FC236}">
                <a16:creationId xmlns:a16="http://schemas.microsoft.com/office/drawing/2014/main" id="{9879CEE9-8C61-4709-A482-C34F4165619C}"/>
              </a:ext>
            </a:extLst>
          </p:cNvPr>
          <p:cNvPicPr>
            <a:picLocks noChangeAspect="1" noChangeArrowheads="1"/>
          </p:cNvPicPr>
          <p:nvPr/>
        </p:nvPicPr>
        <p:blipFill>
          <a:blip r:embed="rId3"/>
          <a:srcRect/>
          <a:stretch>
            <a:fillRect/>
          </a:stretch>
        </p:blipFill>
        <p:spPr bwMode="auto">
          <a:xfrm>
            <a:off x="10574830" y="2448420"/>
            <a:ext cx="1198193" cy="1290363"/>
          </a:xfrm>
          <a:prstGeom prst="rect">
            <a:avLst/>
          </a:prstGeom>
          <a:noFill/>
        </p:spPr>
      </p:pic>
      <p:sp>
        <p:nvSpPr>
          <p:cNvPr id="70" name="18 Metin kutusu">
            <a:extLst>
              <a:ext uri="{FF2B5EF4-FFF2-40B4-BE49-F238E27FC236}">
                <a16:creationId xmlns:a16="http://schemas.microsoft.com/office/drawing/2014/main" id="{6083DDFD-5040-4A74-A53E-04CC89B93481}"/>
              </a:ext>
            </a:extLst>
          </p:cNvPr>
          <p:cNvSpPr txBox="1"/>
          <p:nvPr/>
        </p:nvSpPr>
        <p:spPr>
          <a:xfrm>
            <a:off x="10390371" y="3680027"/>
            <a:ext cx="1675720" cy="369012"/>
          </a:xfrm>
          <a:prstGeom prst="rect">
            <a:avLst/>
          </a:prstGeom>
          <a:noFill/>
        </p:spPr>
        <p:txBody>
          <a:bodyPr wrap="square" rtlCol="0">
            <a:spAutoFit/>
          </a:bodyPr>
          <a:lstStyle/>
          <a:p>
            <a:r>
              <a:rPr lang="tr-TR" sz="1798" dirty="0">
                <a:latin typeface="Myriad Pro"/>
              </a:rPr>
              <a:t>VARIŞ İDARESİ</a:t>
            </a:r>
          </a:p>
        </p:txBody>
      </p:sp>
      <p:sp>
        <p:nvSpPr>
          <p:cNvPr id="71" name="Sağ Ok 18">
            <a:extLst>
              <a:ext uri="{FF2B5EF4-FFF2-40B4-BE49-F238E27FC236}">
                <a16:creationId xmlns:a16="http://schemas.microsoft.com/office/drawing/2014/main" id="{27BD2933-D320-42AF-BB7A-B10CB08D7923}"/>
              </a:ext>
            </a:extLst>
          </p:cNvPr>
          <p:cNvSpPr/>
          <p:nvPr/>
        </p:nvSpPr>
        <p:spPr>
          <a:xfrm>
            <a:off x="6397668" y="3036505"/>
            <a:ext cx="730957" cy="280735"/>
          </a:xfrm>
          <a:prstGeom prst="rightArrow">
            <a:avLst/>
          </a:prstGeom>
          <a:solidFill>
            <a:srgbClr val="FF0000"/>
          </a:solidFill>
          <a:ln>
            <a:solidFill>
              <a:srgbClr val="FF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tr-TR" sz="1904" dirty="0">
              <a:solidFill>
                <a:schemeClr val="tx1"/>
              </a:solidFill>
              <a:latin typeface="Myriad Pro"/>
            </a:endParaRPr>
          </a:p>
        </p:txBody>
      </p:sp>
      <p:sp>
        <p:nvSpPr>
          <p:cNvPr id="72" name="Aşağı Bükülü Ok 19">
            <a:extLst>
              <a:ext uri="{FF2B5EF4-FFF2-40B4-BE49-F238E27FC236}">
                <a16:creationId xmlns:a16="http://schemas.microsoft.com/office/drawing/2014/main" id="{929AF3AF-53F7-487F-9C89-086E749C7D19}"/>
              </a:ext>
            </a:extLst>
          </p:cNvPr>
          <p:cNvSpPr/>
          <p:nvPr/>
        </p:nvSpPr>
        <p:spPr>
          <a:xfrm>
            <a:off x="3217332" y="2700263"/>
            <a:ext cx="958778" cy="457015"/>
          </a:xfrm>
          <a:prstGeom prst="curvedDownArrow">
            <a:avLst/>
          </a:prstGeom>
          <a:solidFill>
            <a:srgbClr val="FF0000"/>
          </a:solidFill>
          <a:ln>
            <a:solidFill>
              <a:srgbClr val="FF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tr-TR" sz="1904" dirty="0">
              <a:solidFill>
                <a:schemeClr val="tx1"/>
              </a:solidFill>
              <a:latin typeface="Myriad Pro"/>
            </a:endParaRPr>
          </a:p>
        </p:txBody>
      </p:sp>
      <p:sp>
        <p:nvSpPr>
          <p:cNvPr id="73" name="Yukarı Bükülü Ok 20">
            <a:extLst>
              <a:ext uri="{FF2B5EF4-FFF2-40B4-BE49-F238E27FC236}">
                <a16:creationId xmlns:a16="http://schemas.microsoft.com/office/drawing/2014/main" id="{54469643-6BA9-4D4E-89D3-FB1E390420C2}"/>
              </a:ext>
            </a:extLst>
          </p:cNvPr>
          <p:cNvSpPr/>
          <p:nvPr/>
        </p:nvSpPr>
        <p:spPr>
          <a:xfrm flipH="1">
            <a:off x="3174696" y="3235761"/>
            <a:ext cx="931550" cy="476098"/>
          </a:xfrm>
          <a:prstGeom prst="curvedUpArrow">
            <a:avLst/>
          </a:prstGeom>
          <a:solidFill>
            <a:srgbClr val="FF0000"/>
          </a:solidFill>
          <a:ln>
            <a:solidFill>
              <a:srgbClr val="FF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tr-TR" sz="1904" dirty="0">
              <a:solidFill>
                <a:schemeClr val="tx1"/>
              </a:solidFill>
              <a:latin typeface="Myriad Pro"/>
            </a:endParaRPr>
          </a:p>
        </p:txBody>
      </p:sp>
      <p:sp>
        <p:nvSpPr>
          <p:cNvPr id="74" name="Sağ Ok 21">
            <a:extLst>
              <a:ext uri="{FF2B5EF4-FFF2-40B4-BE49-F238E27FC236}">
                <a16:creationId xmlns:a16="http://schemas.microsoft.com/office/drawing/2014/main" id="{AE6BC4AD-0489-44D1-AA86-83837ED4E69C}"/>
              </a:ext>
            </a:extLst>
          </p:cNvPr>
          <p:cNvSpPr/>
          <p:nvPr/>
        </p:nvSpPr>
        <p:spPr>
          <a:xfrm>
            <a:off x="9450573" y="3006242"/>
            <a:ext cx="772071" cy="310998"/>
          </a:xfrm>
          <a:prstGeom prst="rightArrow">
            <a:avLst/>
          </a:prstGeom>
          <a:solidFill>
            <a:srgbClr val="FF0000"/>
          </a:solidFill>
          <a:ln>
            <a:solidFill>
              <a:srgbClr val="FF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tr-TR" sz="1904" dirty="0">
              <a:solidFill>
                <a:schemeClr val="tx1"/>
              </a:solidFill>
              <a:latin typeface="Myriad Pro"/>
            </a:endParaRPr>
          </a:p>
        </p:txBody>
      </p:sp>
      <p:sp>
        <p:nvSpPr>
          <p:cNvPr id="75" name="Aşağı Ok 22">
            <a:extLst>
              <a:ext uri="{FF2B5EF4-FFF2-40B4-BE49-F238E27FC236}">
                <a16:creationId xmlns:a16="http://schemas.microsoft.com/office/drawing/2014/main" id="{8B121B1F-F289-4FCC-B7E0-C09A2A91946D}"/>
              </a:ext>
            </a:extLst>
          </p:cNvPr>
          <p:cNvSpPr/>
          <p:nvPr/>
        </p:nvSpPr>
        <p:spPr>
          <a:xfrm>
            <a:off x="3692776" y="1901331"/>
            <a:ext cx="229498" cy="494825"/>
          </a:xfrm>
          <a:prstGeom prst="downArrow">
            <a:avLst/>
          </a:prstGeom>
          <a:solidFill>
            <a:srgbClr val="FF0000"/>
          </a:solidFill>
          <a:ln>
            <a:solidFill>
              <a:srgbClr val="FF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tr-TR" sz="1904" dirty="0">
              <a:solidFill>
                <a:schemeClr val="tx1"/>
              </a:solidFill>
              <a:latin typeface="Myriad Pro"/>
            </a:endParaRPr>
          </a:p>
        </p:txBody>
      </p:sp>
      <p:sp>
        <p:nvSpPr>
          <p:cNvPr id="76" name="Aşağı Ok 23">
            <a:extLst>
              <a:ext uri="{FF2B5EF4-FFF2-40B4-BE49-F238E27FC236}">
                <a16:creationId xmlns:a16="http://schemas.microsoft.com/office/drawing/2014/main" id="{5F4CAEBC-CD91-4100-BD4F-339FBA7A58ED}"/>
              </a:ext>
            </a:extLst>
          </p:cNvPr>
          <p:cNvSpPr/>
          <p:nvPr/>
        </p:nvSpPr>
        <p:spPr>
          <a:xfrm flipV="1">
            <a:off x="3425242" y="1887666"/>
            <a:ext cx="229497" cy="508490"/>
          </a:xfrm>
          <a:prstGeom prst="downArrow">
            <a:avLst/>
          </a:prstGeom>
          <a:solidFill>
            <a:srgbClr val="FF0000"/>
          </a:solidFill>
          <a:ln>
            <a:solidFill>
              <a:srgbClr val="FF0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tr-TR" sz="1904" dirty="0">
              <a:solidFill>
                <a:schemeClr val="tx1"/>
              </a:solidFill>
              <a:latin typeface="Myriad Pro"/>
            </a:endParaRPr>
          </a:p>
        </p:txBody>
      </p:sp>
      <p:sp>
        <p:nvSpPr>
          <p:cNvPr id="79" name="Metin kutusu 78">
            <a:extLst>
              <a:ext uri="{FF2B5EF4-FFF2-40B4-BE49-F238E27FC236}">
                <a16:creationId xmlns:a16="http://schemas.microsoft.com/office/drawing/2014/main" id="{86DC8FCE-7AB5-4164-A44A-873785450A9B}"/>
              </a:ext>
            </a:extLst>
          </p:cNvPr>
          <p:cNvSpPr txBox="1"/>
          <p:nvPr/>
        </p:nvSpPr>
        <p:spPr>
          <a:xfrm>
            <a:off x="2183745" y="5408927"/>
            <a:ext cx="8272842" cy="1183081"/>
          </a:xfrm>
          <a:prstGeom prst="rect">
            <a:avLst/>
          </a:prstGeom>
          <a:noFill/>
        </p:spPr>
        <p:txBody>
          <a:bodyPr wrap="none" rtlCol="0">
            <a:spAutoFit/>
          </a:bodyPr>
          <a:lstStyle/>
          <a:p>
            <a:pPr algn="ctr"/>
            <a:r>
              <a:rPr lang="tr-TR" sz="2010" dirty="0">
                <a:latin typeface="Myriad Pro"/>
              </a:rPr>
              <a:t>Transit rejiminin usulüne uygun sonuçlandırılması halinde, </a:t>
            </a:r>
          </a:p>
          <a:p>
            <a:pPr algn="ctr"/>
            <a:r>
              <a:rPr lang="tr-TR" sz="2010" dirty="0">
                <a:latin typeface="Myriad Pro"/>
              </a:rPr>
              <a:t>rejimi </a:t>
            </a:r>
            <a:r>
              <a:rPr lang="tr-TR" sz="2010" dirty="0">
                <a:solidFill>
                  <a:srgbClr val="FF0000"/>
                </a:solidFill>
                <a:latin typeface="Myriad Pro"/>
              </a:rPr>
              <a:t>varış gümrük idaresi sonlandırır</a:t>
            </a:r>
            <a:r>
              <a:rPr lang="tr-TR" sz="2010" dirty="0">
                <a:latin typeface="Myriad Pro"/>
              </a:rPr>
              <a:t>, </a:t>
            </a:r>
            <a:r>
              <a:rPr lang="tr-TR" sz="2010" dirty="0">
                <a:solidFill>
                  <a:srgbClr val="00B050"/>
                </a:solidFill>
                <a:latin typeface="Myriad Pro"/>
              </a:rPr>
              <a:t>hareket gümrük idaresi ibra eder</a:t>
            </a:r>
            <a:r>
              <a:rPr lang="tr-TR" sz="2010" dirty="0">
                <a:latin typeface="Myriad Pro"/>
              </a:rPr>
              <a:t>.</a:t>
            </a:r>
          </a:p>
          <a:p>
            <a:pPr algn="ctr"/>
            <a:r>
              <a:rPr lang="tr-TR" sz="1058" b="1" i="1" dirty="0">
                <a:solidFill>
                  <a:srgbClr val="00B0F0"/>
                </a:solidFill>
                <a:latin typeface="Myriad Pro"/>
              </a:rPr>
              <a:t>{4 Seri Nolu Tebliğ, md.35/1, md.40/1}</a:t>
            </a:r>
            <a:endParaRPr lang="tr-TR" sz="1058" b="1" i="1" dirty="0">
              <a:solidFill>
                <a:srgbClr val="FF0000"/>
              </a:solidFill>
              <a:latin typeface="Myriad Pro"/>
            </a:endParaRPr>
          </a:p>
          <a:p>
            <a:pPr algn="ctr"/>
            <a:endParaRPr lang="tr-TR" sz="2010" dirty="0">
              <a:latin typeface="Myriad Pro"/>
            </a:endParaRPr>
          </a:p>
        </p:txBody>
      </p:sp>
      <p:sp>
        <p:nvSpPr>
          <p:cNvPr id="31" name="Content Placeholder 2">
            <a:extLst>
              <a:ext uri="{FF2B5EF4-FFF2-40B4-BE49-F238E27FC236}">
                <a16:creationId xmlns:a16="http://schemas.microsoft.com/office/drawing/2014/main" id="{017D6D3C-A3D1-43DF-A1A8-A8F53278295D}"/>
              </a:ext>
            </a:extLst>
          </p:cNvPr>
          <p:cNvSpPr txBox="1">
            <a:spLocks/>
          </p:cNvSpPr>
          <p:nvPr/>
        </p:nvSpPr>
        <p:spPr>
          <a:xfrm>
            <a:off x="1944944" y="595459"/>
            <a:ext cx="6383802"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NCTS İŞ AKIŞI</a:t>
            </a:r>
            <a:endParaRPr lang="en-US" sz="1058" dirty="0">
              <a:latin typeface="Myriad Pro"/>
            </a:endParaRPr>
          </a:p>
        </p:txBody>
      </p:sp>
      <p:sp>
        <p:nvSpPr>
          <p:cNvPr id="3" name="Ok: U Dönüşü 2">
            <a:extLst>
              <a:ext uri="{FF2B5EF4-FFF2-40B4-BE49-F238E27FC236}">
                <a16:creationId xmlns:a16="http://schemas.microsoft.com/office/drawing/2014/main" id="{9783DEF0-8332-4A12-9DBC-47E33915FCB6}"/>
              </a:ext>
            </a:extLst>
          </p:cNvPr>
          <p:cNvSpPr/>
          <p:nvPr/>
        </p:nvSpPr>
        <p:spPr>
          <a:xfrm rot="10800000">
            <a:off x="5056928" y="4069213"/>
            <a:ext cx="6173518" cy="706623"/>
          </a:xfrm>
          <a:prstGeom prst="uturnArrow">
            <a:avLst>
              <a:gd name="adj1" fmla="val 19931"/>
              <a:gd name="adj2" fmla="val 25000"/>
              <a:gd name="adj3" fmla="val 27643"/>
              <a:gd name="adj4" fmla="val 29580"/>
              <a:gd name="adj5" fmla="val 99668"/>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solidFill>
                <a:schemeClr val="tx1"/>
              </a:solidFill>
              <a:latin typeface="Myriad Pro"/>
            </a:endParaRPr>
          </a:p>
        </p:txBody>
      </p:sp>
      <p:sp>
        <p:nvSpPr>
          <p:cNvPr id="23" name="Metin kutusu 22">
            <a:extLst>
              <a:ext uri="{FF2B5EF4-FFF2-40B4-BE49-F238E27FC236}">
                <a16:creationId xmlns:a16="http://schemas.microsoft.com/office/drawing/2014/main" id="{19D96B77-145D-41E1-A925-28602A9437FC}"/>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526328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0" presetClass="entr" presetSubtype="0"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4"/>
                                        </p:tgtEl>
                                        <p:attrNameLst>
                                          <p:attrName>style.visibility</p:attrName>
                                        </p:attrNameLst>
                                      </p:cBhvr>
                                      <p:to>
                                        <p:strVal val="visible"/>
                                      </p:to>
                                    </p:set>
                                    <p:animEffect transition="in" filter="fade">
                                      <p:cBhvr>
                                        <p:cTn id="13" dur="500"/>
                                        <p:tgtEl>
                                          <p:spTgt spid="64"/>
                                        </p:tgtEl>
                                      </p:cBhvr>
                                    </p:animEffect>
                                  </p:childTnLst>
                                </p:cTn>
                              </p:par>
                              <p:par>
                                <p:cTn id="14" presetID="10" presetClass="entr" presetSubtype="0" fill="hold"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fade">
                                      <p:cBhvr>
                                        <p:cTn id="21" dur="500"/>
                                        <p:tgtEl>
                                          <p:spTgt spid="7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fade">
                                      <p:cBhvr>
                                        <p:cTn id="26" dur="500"/>
                                        <p:tgtEl>
                                          <p:spTgt spid="7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500"/>
                                        <p:tgtEl>
                                          <p:spTgt spid="6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fade">
                                      <p:cBhvr>
                                        <p:cTn id="34" dur="500"/>
                                        <p:tgtEl>
                                          <p:spTgt spid="6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6"/>
                                        </p:tgtEl>
                                        <p:attrNameLst>
                                          <p:attrName>style.visibility</p:attrName>
                                        </p:attrNameLst>
                                      </p:cBhvr>
                                      <p:to>
                                        <p:strVal val="visible"/>
                                      </p:to>
                                    </p:set>
                                    <p:animEffect transition="in" filter="fade">
                                      <p:cBhvr>
                                        <p:cTn id="39" dur="500"/>
                                        <p:tgtEl>
                                          <p:spTgt spid="7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fade">
                                      <p:cBhvr>
                                        <p:cTn id="42" dur="500"/>
                                        <p:tgtEl>
                                          <p:spTgt spid="7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fade">
                                      <p:cBhvr>
                                        <p:cTn id="47" dur="500"/>
                                        <p:tgtEl>
                                          <p:spTgt spid="67"/>
                                        </p:tgtEl>
                                      </p:cBhvr>
                                    </p:animEffect>
                                  </p:childTnLst>
                                </p:cTn>
                              </p:par>
                              <p:par>
                                <p:cTn id="48" presetID="10" presetClass="entr" presetSubtype="0" fill="hold" nodeType="withEffect">
                                  <p:stCondLst>
                                    <p:cond delay="0"/>
                                  </p:stCondLst>
                                  <p:childTnLst>
                                    <p:set>
                                      <p:cBhvr>
                                        <p:cTn id="49" dur="1" fill="hold">
                                          <p:stCondLst>
                                            <p:cond delay="0"/>
                                          </p:stCondLst>
                                        </p:cTn>
                                        <p:tgtEl>
                                          <p:spTgt spid="69"/>
                                        </p:tgtEl>
                                        <p:attrNameLst>
                                          <p:attrName>style.visibility</p:attrName>
                                        </p:attrNameLst>
                                      </p:cBhvr>
                                      <p:to>
                                        <p:strVal val="visible"/>
                                      </p:to>
                                    </p:set>
                                    <p:animEffect transition="in" filter="fade">
                                      <p:cBhvr>
                                        <p:cTn id="50" dur="500"/>
                                        <p:tgtEl>
                                          <p:spTgt spid="6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fade">
                                      <p:cBhvr>
                                        <p:cTn id="53" dur="500"/>
                                        <p:tgtEl>
                                          <p:spTgt spid="6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70"/>
                                        </p:tgtEl>
                                        <p:attrNameLst>
                                          <p:attrName>style.visibility</p:attrName>
                                        </p:attrNameLst>
                                      </p:cBhvr>
                                      <p:to>
                                        <p:strVal val="visible"/>
                                      </p:to>
                                    </p:set>
                                    <p:animEffect transition="in" filter="fade">
                                      <p:cBhvr>
                                        <p:cTn id="56" dur="500"/>
                                        <p:tgtEl>
                                          <p:spTgt spid="7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71"/>
                                        </p:tgtEl>
                                        <p:attrNameLst>
                                          <p:attrName>style.visibility</p:attrName>
                                        </p:attrNameLst>
                                      </p:cBhvr>
                                      <p:to>
                                        <p:strVal val="visible"/>
                                      </p:to>
                                    </p:set>
                                    <p:animEffect transition="in" filter="fade">
                                      <p:cBhvr>
                                        <p:cTn id="61" dur="500"/>
                                        <p:tgtEl>
                                          <p:spTgt spid="7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fade">
                                      <p:cBhvr>
                                        <p:cTn id="64" dur="500"/>
                                        <p:tgtEl>
                                          <p:spTgt spid="7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
                                        </p:tgtEl>
                                        <p:attrNameLst>
                                          <p:attrName>style.visibility</p:attrName>
                                        </p:attrNameLst>
                                      </p:cBhvr>
                                      <p:to>
                                        <p:strVal val="visible"/>
                                      </p:to>
                                    </p:set>
                                    <p:animEffect transition="in" filter="fade">
                                      <p:cBhvr>
                                        <p:cTn id="69" dur="500"/>
                                        <p:tgtEl>
                                          <p:spTgt spid="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79"/>
                                        </p:tgtEl>
                                        <p:attrNameLst>
                                          <p:attrName>style.visibility</p:attrName>
                                        </p:attrNameLst>
                                      </p:cBhvr>
                                      <p:to>
                                        <p:strVal val="visible"/>
                                      </p:to>
                                    </p:set>
                                    <p:animEffect transition="in" filter="fade">
                                      <p:cBhvr>
                                        <p:cTn id="74"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4" grpId="0"/>
      <p:bldP spid="66" grpId="0"/>
      <p:bldP spid="68" grpId="0"/>
      <p:bldP spid="70" grpId="0"/>
      <p:bldP spid="71" grpId="0" animBg="1"/>
      <p:bldP spid="72" grpId="0" animBg="1"/>
      <p:bldP spid="73" grpId="0" animBg="1"/>
      <p:bldP spid="74" grpId="0" animBg="1"/>
      <p:bldP spid="75" grpId="0" animBg="1"/>
      <p:bldP spid="76" grpId="0" animBg="1"/>
      <p:bldP spid="79" grpId="0"/>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2701327-726F-423A-A4FB-7F1DAC76427E}"/>
              </a:ext>
            </a:extLst>
          </p:cNvPr>
          <p:cNvSpPr>
            <a:spLocks noGrp="1"/>
          </p:cNvSpPr>
          <p:nvPr>
            <p:ph idx="1"/>
          </p:nvPr>
        </p:nvSpPr>
        <p:spPr>
          <a:xfrm>
            <a:off x="2019373" y="601996"/>
            <a:ext cx="5791483" cy="370246"/>
          </a:xfrm>
        </p:spPr>
        <p:txBody>
          <a:bodyPr>
            <a:noAutofit/>
          </a:bodyPr>
          <a:lstStyle/>
          <a:p>
            <a:pPr marL="0" indent="0">
              <a:buNone/>
            </a:pPr>
            <a:r>
              <a:rPr lang="tr-TR" sz="1904" b="1" dirty="0">
                <a:latin typeface="Myriad Pro"/>
                <a:cs typeface="Myriad Pro"/>
              </a:rPr>
              <a:t>NCTS GÜNCELLEMELERİ</a:t>
            </a:r>
            <a:endParaRPr lang="tr-TR" sz="1904" i="1" dirty="0">
              <a:latin typeface="Myriad Pro"/>
              <a:cs typeface="Myriad Pro"/>
            </a:endParaRPr>
          </a:p>
        </p:txBody>
      </p:sp>
      <p:graphicFrame>
        <p:nvGraphicFramePr>
          <p:cNvPr id="2" name="Tablo 1">
            <a:extLst>
              <a:ext uri="{FF2B5EF4-FFF2-40B4-BE49-F238E27FC236}">
                <a16:creationId xmlns:a16="http://schemas.microsoft.com/office/drawing/2014/main" id="{9EDB1DCD-C6C0-C039-5046-8E947A30B426}"/>
              </a:ext>
            </a:extLst>
          </p:cNvPr>
          <p:cNvGraphicFramePr>
            <a:graphicFrameLocks noGrp="1"/>
          </p:cNvGraphicFramePr>
          <p:nvPr>
            <p:extLst>
              <p:ext uri="{D42A27DB-BD31-4B8C-83A1-F6EECF244321}">
                <p14:modId xmlns:p14="http://schemas.microsoft.com/office/powerpoint/2010/main" val="4022572124"/>
              </p:ext>
            </p:extLst>
          </p:nvPr>
        </p:nvGraphicFramePr>
        <p:xfrm>
          <a:off x="1613256" y="1897166"/>
          <a:ext cx="8128000" cy="4025070"/>
        </p:xfrm>
        <a:graphic>
          <a:graphicData uri="http://schemas.openxmlformats.org/drawingml/2006/table">
            <a:tbl>
              <a:tblPr firstRow="1" bandRow="1">
                <a:tableStyleId>{3B4B98B0-60AC-42C2-AFA5-B58CD77FA1E5}</a:tableStyleId>
              </a:tblPr>
              <a:tblGrid>
                <a:gridCol w="4078243">
                  <a:extLst>
                    <a:ext uri="{9D8B030D-6E8A-4147-A177-3AD203B41FA5}">
                      <a16:colId xmlns:a16="http://schemas.microsoft.com/office/drawing/2014/main" val="2083063990"/>
                    </a:ext>
                  </a:extLst>
                </a:gridCol>
                <a:gridCol w="4049757">
                  <a:extLst>
                    <a:ext uri="{9D8B030D-6E8A-4147-A177-3AD203B41FA5}">
                      <a16:colId xmlns:a16="http://schemas.microsoft.com/office/drawing/2014/main" val="3257444304"/>
                    </a:ext>
                  </a:extLst>
                </a:gridCol>
              </a:tblGrid>
              <a:tr h="1341690">
                <a:tc>
                  <a:txBody>
                    <a:bodyPr/>
                    <a:lstStyle/>
                    <a:p>
                      <a:pPr algn="ctr"/>
                      <a:r>
                        <a:rPr lang="tr-TR" sz="3200" b="0" dirty="0">
                          <a:latin typeface="Myriad Pro"/>
                        </a:rPr>
                        <a:t>Faz-4</a:t>
                      </a:r>
                    </a:p>
                  </a:txBody>
                  <a:tcPr anchor="ctr">
                    <a:gradFill>
                      <a:gsLst>
                        <a:gs pos="5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tr-TR" sz="3200" b="0" dirty="0">
                          <a:latin typeface="Myriad Pro"/>
                        </a:rPr>
                        <a:t>1 Aralık 2012</a:t>
                      </a:r>
                    </a:p>
                  </a:txBody>
                  <a:tcPr anchor="ctr">
                    <a:gradFill>
                      <a:gsLst>
                        <a:gs pos="5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931860473"/>
                  </a:ext>
                </a:extLst>
              </a:tr>
              <a:tr h="1341690">
                <a:tc>
                  <a:txBody>
                    <a:bodyPr/>
                    <a:lstStyle/>
                    <a:p>
                      <a:pPr algn="ctr"/>
                      <a:r>
                        <a:rPr lang="tr-TR" sz="3200" b="0" dirty="0">
                          <a:latin typeface="Myriad Pro"/>
                        </a:rPr>
                        <a:t>Faz-5</a:t>
                      </a:r>
                    </a:p>
                  </a:txBody>
                  <a:tcPr anchor="ctr">
                    <a:gradFill>
                      <a:gsLst>
                        <a:gs pos="5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tr-TR" sz="3200" b="0" dirty="0">
                          <a:latin typeface="Myriad Pro"/>
                        </a:rPr>
                        <a:t>17 Kasım 2024</a:t>
                      </a:r>
                    </a:p>
                  </a:txBody>
                  <a:tcPr anchor="ctr">
                    <a:gradFill>
                      <a:gsLst>
                        <a:gs pos="5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706634666"/>
                  </a:ext>
                </a:extLst>
              </a:tr>
              <a:tr h="1341690">
                <a:tc>
                  <a:txBody>
                    <a:bodyPr/>
                    <a:lstStyle/>
                    <a:p>
                      <a:pPr algn="ctr"/>
                      <a:r>
                        <a:rPr lang="tr-TR" sz="3200" b="0" dirty="0">
                          <a:latin typeface="Myriad Pro"/>
                        </a:rPr>
                        <a:t>Faz-6</a:t>
                      </a:r>
                    </a:p>
                  </a:txBody>
                  <a:tcPr anchor="ctr">
                    <a:gradFill>
                      <a:gsLst>
                        <a:gs pos="5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tr-TR" sz="3200" b="0" dirty="0">
                          <a:latin typeface="Myriad Pro"/>
                        </a:rPr>
                        <a:t>1 Haziran 2026</a:t>
                      </a:r>
                    </a:p>
                  </a:txBody>
                  <a:tcPr anchor="ctr">
                    <a:gradFill>
                      <a:gsLst>
                        <a:gs pos="5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625488910"/>
                  </a:ext>
                </a:extLst>
              </a:tr>
            </a:tbl>
          </a:graphicData>
        </a:graphic>
      </p:graphicFrame>
      <p:sp>
        <p:nvSpPr>
          <p:cNvPr id="5" name="Metin kutusu 4">
            <a:extLst>
              <a:ext uri="{FF2B5EF4-FFF2-40B4-BE49-F238E27FC236}">
                <a16:creationId xmlns:a16="http://schemas.microsoft.com/office/drawing/2014/main" id="{CE35B4AB-2968-4EE8-A1A9-E6E350262404}"/>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823334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2701327-726F-423A-A4FB-7F1DAC76427E}"/>
              </a:ext>
            </a:extLst>
          </p:cNvPr>
          <p:cNvSpPr>
            <a:spLocks noGrp="1"/>
          </p:cNvSpPr>
          <p:nvPr>
            <p:ph idx="1"/>
          </p:nvPr>
        </p:nvSpPr>
        <p:spPr>
          <a:xfrm>
            <a:off x="2019373" y="601996"/>
            <a:ext cx="5791483" cy="370246"/>
          </a:xfrm>
        </p:spPr>
        <p:txBody>
          <a:bodyPr>
            <a:noAutofit/>
          </a:bodyPr>
          <a:lstStyle/>
          <a:p>
            <a:pPr marL="0" indent="0">
              <a:buNone/>
            </a:pPr>
            <a:r>
              <a:rPr lang="tr-TR" sz="1904" b="1" dirty="0">
                <a:latin typeface="Myriad Pro"/>
                <a:cs typeface="Myriad Pro"/>
              </a:rPr>
              <a:t>NCTS’DE SIKLIKLA KULLANILAN STATÜLER </a:t>
            </a:r>
            <a:r>
              <a:rPr lang="tr-TR" sz="1904" i="1" dirty="0">
                <a:latin typeface="Myriad Pro"/>
                <a:cs typeface="Myriad Pro"/>
              </a:rPr>
              <a:t>(Alfabetik Sıra)</a:t>
            </a:r>
          </a:p>
        </p:txBody>
      </p:sp>
      <p:sp>
        <p:nvSpPr>
          <p:cNvPr id="9" name="Metin kutusu 8">
            <a:extLst>
              <a:ext uri="{FF2B5EF4-FFF2-40B4-BE49-F238E27FC236}">
                <a16:creationId xmlns:a16="http://schemas.microsoft.com/office/drawing/2014/main" id="{7925C5B3-D314-4712-83B2-D2AACB595B83}"/>
              </a:ext>
            </a:extLst>
          </p:cNvPr>
          <p:cNvSpPr txBox="1"/>
          <p:nvPr/>
        </p:nvSpPr>
        <p:spPr>
          <a:xfrm>
            <a:off x="973499" y="1547023"/>
            <a:ext cx="9595264" cy="4247317"/>
          </a:xfrm>
          <a:prstGeom prst="rect">
            <a:avLst/>
          </a:prstGeom>
          <a:noFill/>
        </p:spPr>
        <p:txBody>
          <a:bodyPr wrap="square" rtlCol="0">
            <a:spAutoFit/>
          </a:bodyPr>
          <a:lstStyle/>
          <a:p>
            <a:r>
              <a:rPr lang="tr-TR" sz="1500" b="1" dirty="0">
                <a:latin typeface="Myriad Pro"/>
              </a:rPr>
              <a:t>IE002 - AAR_REQ</a:t>
            </a:r>
            <a:r>
              <a:rPr lang="tr-TR" sz="1500" dirty="0">
                <a:latin typeface="Myriad Pro"/>
              </a:rPr>
              <a:t> (Anticipated </a:t>
            </a:r>
            <a:r>
              <a:rPr lang="tr-TR" sz="1500" dirty="0" err="1">
                <a:latin typeface="Myriad Pro"/>
              </a:rPr>
              <a:t>Arrival</a:t>
            </a:r>
            <a:r>
              <a:rPr lang="tr-TR" sz="1500" dirty="0">
                <a:latin typeface="Myriad Pro"/>
              </a:rPr>
              <a:t> </a:t>
            </a:r>
            <a:r>
              <a:rPr lang="tr-TR" sz="1500" dirty="0" err="1">
                <a:latin typeface="Myriad Pro"/>
              </a:rPr>
              <a:t>Record</a:t>
            </a:r>
            <a:r>
              <a:rPr lang="tr-TR" sz="1500" dirty="0">
                <a:latin typeface="Myriad Pro"/>
              </a:rPr>
              <a:t> </a:t>
            </a:r>
            <a:r>
              <a:rPr lang="tr-TR" sz="1500" dirty="0" err="1">
                <a:latin typeface="Myriad Pro"/>
              </a:rPr>
              <a:t>Request</a:t>
            </a:r>
            <a:r>
              <a:rPr lang="tr-TR" sz="1500" dirty="0">
                <a:latin typeface="Myriad Pro"/>
              </a:rPr>
              <a:t>): Beklenen Varış Bildirimi Talebi</a:t>
            </a:r>
          </a:p>
          <a:p>
            <a:r>
              <a:rPr lang="tr-TR" sz="1500" b="1" dirty="0">
                <a:latin typeface="Myriad Pro"/>
              </a:rPr>
              <a:t>IE003 - AAR_RSP</a:t>
            </a:r>
            <a:r>
              <a:rPr lang="tr-TR" sz="1500" dirty="0">
                <a:latin typeface="Myriad Pro"/>
              </a:rPr>
              <a:t> (Anticipated Arrival Respond Response): Beklenen Varış Bildirimi Cevabı</a:t>
            </a:r>
          </a:p>
          <a:p>
            <a:r>
              <a:rPr lang="tr-TR" sz="1500" b="1" dirty="0">
                <a:latin typeface="Myriad Pro"/>
              </a:rPr>
              <a:t>IE001 - AAR_SND</a:t>
            </a:r>
            <a:r>
              <a:rPr lang="tr-TR" sz="1500" dirty="0">
                <a:latin typeface="Myriad Pro"/>
              </a:rPr>
              <a:t> (Anticipated </a:t>
            </a:r>
            <a:r>
              <a:rPr lang="tr-TR" sz="1500" dirty="0" err="1">
                <a:latin typeface="Myriad Pro"/>
              </a:rPr>
              <a:t>Arrival</a:t>
            </a:r>
            <a:r>
              <a:rPr lang="tr-TR" sz="1500" dirty="0">
                <a:latin typeface="Myriad Pro"/>
              </a:rPr>
              <a:t> </a:t>
            </a:r>
            <a:r>
              <a:rPr lang="tr-TR" sz="1500" dirty="0" err="1">
                <a:latin typeface="Myriad Pro"/>
              </a:rPr>
              <a:t>Respond</a:t>
            </a:r>
            <a:r>
              <a:rPr lang="tr-TR" sz="1500" dirty="0">
                <a:latin typeface="Myriad Pro"/>
              </a:rPr>
              <a:t> </a:t>
            </a:r>
            <a:r>
              <a:rPr lang="tr-TR" sz="1500" dirty="0" err="1">
                <a:latin typeface="Myriad Pro"/>
              </a:rPr>
              <a:t>Send</a:t>
            </a:r>
            <a:r>
              <a:rPr lang="tr-TR" sz="1500" dirty="0">
                <a:latin typeface="Myriad Pro"/>
              </a:rPr>
              <a:t>): Beklenen Varış Bildirimi Gönderimi</a:t>
            </a:r>
          </a:p>
          <a:p>
            <a:r>
              <a:rPr lang="tr-TR" sz="1500" b="1" dirty="0">
                <a:latin typeface="Myriad Pro"/>
              </a:rPr>
              <a:t>IE026 – ACC_COD </a:t>
            </a:r>
            <a:r>
              <a:rPr lang="tr-TR" sz="1500" dirty="0">
                <a:latin typeface="Myriad Pro"/>
              </a:rPr>
              <a:t>(</a:t>
            </a:r>
            <a:r>
              <a:rPr lang="tr-TR" sz="1500" dirty="0" err="1">
                <a:latin typeface="Myriad Pro"/>
              </a:rPr>
              <a:t>Guarantee</a:t>
            </a:r>
            <a:r>
              <a:rPr lang="tr-TR" sz="1500" dirty="0">
                <a:latin typeface="Myriad Pro"/>
              </a:rPr>
              <a:t> Access </a:t>
            </a:r>
            <a:r>
              <a:rPr lang="tr-TR" sz="1500" dirty="0" err="1">
                <a:latin typeface="Myriad Pro"/>
              </a:rPr>
              <a:t>Code</a:t>
            </a:r>
            <a:r>
              <a:rPr lang="tr-TR" sz="1500" dirty="0">
                <a:latin typeface="Myriad Pro"/>
              </a:rPr>
              <a:t>): Teminat Erişim Kodu</a:t>
            </a:r>
          </a:p>
          <a:p>
            <a:r>
              <a:rPr lang="tr-TR" sz="1500" b="1" dirty="0">
                <a:latin typeface="Myriad Pro"/>
              </a:rPr>
              <a:t>IE004 – AMD_ACC </a:t>
            </a:r>
            <a:r>
              <a:rPr lang="tr-TR" sz="1500" dirty="0">
                <a:latin typeface="Myriad Pro"/>
              </a:rPr>
              <a:t>(</a:t>
            </a:r>
            <a:r>
              <a:rPr lang="tr-TR" sz="1500" dirty="0" err="1">
                <a:latin typeface="Myriad Pro"/>
              </a:rPr>
              <a:t>Amendment</a:t>
            </a:r>
            <a:r>
              <a:rPr lang="tr-TR" sz="1500" dirty="0">
                <a:latin typeface="Myriad Pro"/>
              </a:rPr>
              <a:t> </a:t>
            </a:r>
            <a:r>
              <a:rPr lang="tr-TR" sz="1500" dirty="0" err="1">
                <a:latin typeface="Myriad Pro"/>
              </a:rPr>
              <a:t>Acceptance</a:t>
            </a:r>
            <a:r>
              <a:rPr lang="tr-TR" sz="1500" dirty="0">
                <a:latin typeface="Myriad Pro"/>
              </a:rPr>
              <a:t>): Beyanname Değişikliği Kabul Edildi</a:t>
            </a:r>
          </a:p>
          <a:p>
            <a:r>
              <a:rPr lang="tr-TR" sz="1500" b="1" dirty="0">
                <a:latin typeface="Myriad Pro"/>
              </a:rPr>
              <a:t>IE022 – AMD_NOT </a:t>
            </a:r>
            <a:r>
              <a:rPr lang="tr-TR" sz="1500" dirty="0">
                <a:latin typeface="Myriad Pro"/>
              </a:rPr>
              <a:t>(Notification Of </a:t>
            </a:r>
            <a:r>
              <a:rPr lang="tr-TR" sz="1500" dirty="0" err="1">
                <a:latin typeface="Myriad Pro"/>
              </a:rPr>
              <a:t>Amend</a:t>
            </a:r>
            <a:r>
              <a:rPr lang="tr-TR" sz="1500" dirty="0">
                <a:latin typeface="Myriad Pro"/>
              </a:rPr>
              <a:t> </a:t>
            </a:r>
            <a:r>
              <a:rPr lang="tr-TR" sz="1500" dirty="0" err="1">
                <a:latin typeface="Myriad Pro"/>
              </a:rPr>
              <a:t>Decleration</a:t>
            </a:r>
            <a:r>
              <a:rPr lang="tr-TR" sz="1500" dirty="0">
                <a:latin typeface="Myriad Pro"/>
              </a:rPr>
              <a:t>): Beyanname Değişikliği Bildirimi</a:t>
            </a:r>
          </a:p>
          <a:p>
            <a:r>
              <a:rPr lang="tr-TR" sz="1500" b="1" dirty="0">
                <a:latin typeface="Myriad Pro"/>
              </a:rPr>
              <a:t>IE006 - ARR_ADV</a:t>
            </a:r>
            <a:r>
              <a:rPr lang="tr-TR" sz="1500" dirty="0">
                <a:latin typeface="Myriad Pro"/>
              </a:rPr>
              <a:t> (Arrival Advice): Varış Bildirimi Haber Verildi (</a:t>
            </a:r>
            <a:r>
              <a:rPr lang="tr-TR" sz="1500" u="sng" dirty="0">
                <a:latin typeface="Myriad Pro"/>
              </a:rPr>
              <a:t>ARR_NOT geçerli ise</a:t>
            </a:r>
            <a:r>
              <a:rPr lang="tr-TR" sz="1500" dirty="0">
                <a:latin typeface="Myriad Pro"/>
              </a:rPr>
              <a:t>)</a:t>
            </a:r>
          </a:p>
          <a:p>
            <a:r>
              <a:rPr lang="tr-TR" sz="1500" b="1" dirty="0">
                <a:latin typeface="Myriad Pro"/>
              </a:rPr>
              <a:t>IE007 – ARR_NOT </a:t>
            </a:r>
            <a:r>
              <a:rPr lang="tr-TR" sz="1500" dirty="0">
                <a:latin typeface="Myriad Pro"/>
              </a:rPr>
              <a:t>(</a:t>
            </a:r>
            <a:r>
              <a:rPr lang="tr-TR" sz="1500" dirty="0" err="1">
                <a:latin typeface="Myriad Pro"/>
              </a:rPr>
              <a:t>Arrival</a:t>
            </a:r>
            <a:r>
              <a:rPr lang="tr-TR" sz="1500" dirty="0">
                <a:latin typeface="Myriad Pro"/>
              </a:rPr>
              <a:t> Notification): Varış Bildirimi (YGM tarafından)</a:t>
            </a:r>
          </a:p>
          <a:p>
            <a:r>
              <a:rPr lang="tr-TR" sz="1500" b="1" dirty="0">
                <a:latin typeface="Myriad Pro"/>
              </a:rPr>
              <a:t>IE114 - ATR_REQ</a:t>
            </a:r>
            <a:r>
              <a:rPr lang="tr-TR" sz="1500" dirty="0">
                <a:latin typeface="Myriad Pro"/>
              </a:rPr>
              <a:t> (Anticipated Transit Record Request): Beklenen Transit (Sınır Geçişi) Bildirimi Talebi</a:t>
            </a:r>
          </a:p>
          <a:p>
            <a:r>
              <a:rPr lang="tr-TR" sz="1500" b="1" dirty="0">
                <a:latin typeface="Myriad Pro"/>
              </a:rPr>
              <a:t>IE115 - ATR_RSP</a:t>
            </a:r>
            <a:r>
              <a:rPr lang="tr-TR" sz="1500" dirty="0">
                <a:latin typeface="Myriad Pro"/>
              </a:rPr>
              <a:t> (Anticipated Transit Record Response): Beklenen Transit (Sınır Geçişi) Bildirimi Cevabı</a:t>
            </a:r>
          </a:p>
          <a:p>
            <a:r>
              <a:rPr lang="tr-TR" sz="1500" b="1" dirty="0">
                <a:latin typeface="Myriad Pro"/>
              </a:rPr>
              <a:t>IE050 - ATR_SND</a:t>
            </a:r>
            <a:r>
              <a:rPr lang="tr-TR" sz="1500" dirty="0">
                <a:latin typeface="Myriad Pro"/>
              </a:rPr>
              <a:t> (Anticipated Transit </a:t>
            </a:r>
            <a:r>
              <a:rPr lang="tr-TR" sz="1500" dirty="0" err="1">
                <a:latin typeface="Myriad Pro"/>
              </a:rPr>
              <a:t>Record</a:t>
            </a:r>
            <a:r>
              <a:rPr lang="tr-TR" sz="1500" dirty="0">
                <a:latin typeface="Myriad Pro"/>
              </a:rPr>
              <a:t>): Beklenen Transit (Sınır Geçişi) Bildiriminin Gönderilmesi</a:t>
            </a:r>
          </a:p>
          <a:p>
            <a:r>
              <a:rPr lang="tr-TR" sz="1500" b="1" dirty="0">
                <a:latin typeface="Myriad Pro"/>
              </a:rPr>
              <a:t>IE059 – CAN_ENQ </a:t>
            </a:r>
            <a:r>
              <a:rPr lang="tr-TR" sz="1500" dirty="0">
                <a:latin typeface="Myriad Pro"/>
              </a:rPr>
              <a:t>(</a:t>
            </a:r>
            <a:r>
              <a:rPr lang="tr-TR" sz="1500" dirty="0" err="1">
                <a:latin typeface="Myriad Pro"/>
              </a:rPr>
              <a:t>Cancel</a:t>
            </a:r>
            <a:r>
              <a:rPr lang="tr-TR" sz="1500" dirty="0">
                <a:latin typeface="Myriad Pro"/>
              </a:rPr>
              <a:t> </a:t>
            </a:r>
            <a:r>
              <a:rPr lang="tr-TR" sz="1500" dirty="0" err="1">
                <a:latin typeface="Myriad Pro"/>
              </a:rPr>
              <a:t>Enquiry</a:t>
            </a:r>
            <a:r>
              <a:rPr lang="tr-TR" sz="1500" dirty="0">
                <a:latin typeface="Myriad Pro"/>
              </a:rPr>
              <a:t> Notification): Araştırma İptal Bildirimi</a:t>
            </a:r>
          </a:p>
          <a:p>
            <a:r>
              <a:rPr lang="tr-TR" sz="1500" b="1" dirty="0">
                <a:latin typeface="Myriad Pro"/>
              </a:rPr>
              <a:t>IE060 - CTR_DEC</a:t>
            </a:r>
            <a:r>
              <a:rPr lang="tr-TR" sz="1500" dirty="0">
                <a:latin typeface="Myriad Pro"/>
              </a:rPr>
              <a:t> (Control Decision Notification): İdarenin Kabul Ettiği Beyannamede Kontrol Kararı Verildi</a:t>
            </a:r>
          </a:p>
          <a:p>
            <a:r>
              <a:rPr lang="tr-TR" sz="1500" b="1" dirty="0">
                <a:latin typeface="Myriad Pro"/>
              </a:rPr>
              <a:t>IE013 - DEC_AMD </a:t>
            </a:r>
            <a:r>
              <a:rPr lang="tr-TR" sz="1500" dirty="0">
                <a:latin typeface="Myriad Pro"/>
              </a:rPr>
              <a:t>(Decleration Amendment): Beyanname Değiştirildi</a:t>
            </a:r>
          </a:p>
          <a:p>
            <a:r>
              <a:rPr lang="tr-TR" sz="1500" b="1" dirty="0">
                <a:latin typeface="Myriad Pro"/>
              </a:rPr>
              <a:t>IE015 - DEC_DAT</a:t>
            </a:r>
            <a:r>
              <a:rPr lang="tr-TR" sz="1500" dirty="0">
                <a:latin typeface="Myriad Pro"/>
              </a:rPr>
              <a:t> (</a:t>
            </a:r>
            <a:r>
              <a:rPr lang="tr-TR" sz="1500" dirty="0" err="1">
                <a:latin typeface="Myriad Pro"/>
              </a:rPr>
              <a:t>Declaration</a:t>
            </a:r>
            <a:r>
              <a:rPr lang="tr-TR" sz="1500" dirty="0">
                <a:latin typeface="Myriad Pro"/>
              </a:rPr>
              <a:t> Data): Beyanname Tescil İçin İdareye Gönderildi</a:t>
            </a:r>
          </a:p>
          <a:p>
            <a:r>
              <a:rPr lang="tr-TR" sz="1500" b="1" dirty="0">
                <a:latin typeface="Myriad Pro"/>
              </a:rPr>
              <a:t>IE014 - DEC_INV</a:t>
            </a:r>
            <a:r>
              <a:rPr lang="tr-TR" sz="1500" dirty="0">
                <a:latin typeface="Myriad Pro"/>
              </a:rPr>
              <a:t> (</a:t>
            </a:r>
            <a:r>
              <a:rPr lang="tr-TR" sz="1500" dirty="0" err="1">
                <a:latin typeface="Myriad Pro"/>
              </a:rPr>
              <a:t>Declaration</a:t>
            </a:r>
            <a:r>
              <a:rPr lang="tr-TR" sz="1500" dirty="0">
                <a:latin typeface="Myriad Pro"/>
              </a:rPr>
              <a:t> </a:t>
            </a:r>
            <a:r>
              <a:rPr lang="tr-TR" sz="1500" dirty="0" err="1">
                <a:latin typeface="Myriad Pro"/>
              </a:rPr>
              <a:t>Invalidation</a:t>
            </a:r>
            <a:r>
              <a:rPr lang="tr-TR" sz="1500" dirty="0">
                <a:latin typeface="Myriad Pro"/>
              </a:rPr>
              <a:t> Request): Beyanname İptal Talebi</a:t>
            </a:r>
          </a:p>
          <a:p>
            <a:r>
              <a:rPr lang="tr-TR" sz="1500" b="1" dirty="0">
                <a:latin typeface="Myriad Pro"/>
              </a:rPr>
              <a:t>IE017 - DEP_CON </a:t>
            </a:r>
            <a:r>
              <a:rPr lang="tr-TR" sz="1500" dirty="0">
                <a:latin typeface="Myriad Pro"/>
              </a:rPr>
              <a:t>(Departure Control Results): Hareket İdaresi Kontrol Sonuçları</a:t>
            </a:r>
          </a:p>
          <a:p>
            <a:r>
              <a:rPr lang="tr-TR" sz="1500" b="1" dirty="0">
                <a:latin typeface="Myriad Pro"/>
              </a:rPr>
              <a:t>IE056 – DEP_REJ </a:t>
            </a:r>
            <a:r>
              <a:rPr lang="tr-TR" sz="1500" dirty="0">
                <a:latin typeface="Myriad Pro"/>
              </a:rPr>
              <a:t>(</a:t>
            </a:r>
            <a:r>
              <a:rPr lang="tr-TR" sz="1500" dirty="0" err="1">
                <a:latin typeface="Myriad Pro"/>
              </a:rPr>
              <a:t>Rejection</a:t>
            </a:r>
            <a:r>
              <a:rPr lang="tr-TR" sz="1500" dirty="0">
                <a:latin typeface="Myriad Pro"/>
              </a:rPr>
              <a:t> </a:t>
            </a:r>
            <a:r>
              <a:rPr lang="tr-TR" sz="1500" dirty="0" err="1">
                <a:latin typeface="Myriad Pro"/>
              </a:rPr>
              <a:t>From</a:t>
            </a:r>
            <a:r>
              <a:rPr lang="tr-TR" sz="1500" dirty="0">
                <a:latin typeface="Myriad Pro"/>
              </a:rPr>
              <a:t> Office Of </a:t>
            </a:r>
            <a:r>
              <a:rPr lang="tr-TR" sz="1500" dirty="0" err="1">
                <a:latin typeface="Myriad Pro"/>
              </a:rPr>
              <a:t>Departure</a:t>
            </a:r>
            <a:r>
              <a:rPr lang="tr-TR" sz="1500" dirty="0">
                <a:latin typeface="Myriad Pro"/>
              </a:rPr>
              <a:t>): Beyannamenin Reddi (Hareket Gümrük İdaresinde)</a:t>
            </a:r>
          </a:p>
        </p:txBody>
      </p:sp>
      <p:sp>
        <p:nvSpPr>
          <p:cNvPr id="5" name="Metin kutusu 4">
            <a:extLst>
              <a:ext uri="{FF2B5EF4-FFF2-40B4-BE49-F238E27FC236}">
                <a16:creationId xmlns:a16="http://schemas.microsoft.com/office/drawing/2014/main" id="{38F7AC4C-A421-42F3-A38A-F3B62EFC3EF0}"/>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92893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2701327-726F-423A-A4FB-7F1DAC76427E}"/>
              </a:ext>
            </a:extLst>
          </p:cNvPr>
          <p:cNvSpPr>
            <a:spLocks noGrp="1"/>
          </p:cNvSpPr>
          <p:nvPr>
            <p:ph idx="1"/>
          </p:nvPr>
        </p:nvSpPr>
        <p:spPr>
          <a:xfrm>
            <a:off x="2019372" y="601996"/>
            <a:ext cx="5966947" cy="370246"/>
          </a:xfrm>
        </p:spPr>
        <p:txBody>
          <a:bodyPr>
            <a:noAutofit/>
          </a:bodyPr>
          <a:lstStyle/>
          <a:p>
            <a:pPr marL="0" indent="0">
              <a:buNone/>
            </a:pPr>
            <a:r>
              <a:rPr lang="tr-TR" sz="1904" b="1" dirty="0">
                <a:latin typeface="Myriad Pro"/>
                <a:cs typeface="Myriad Pro"/>
              </a:rPr>
              <a:t>NCTS’DE SIKLIKLA KULLANILAN STATÜLER </a:t>
            </a:r>
            <a:r>
              <a:rPr lang="tr-TR" sz="1904" i="1" dirty="0">
                <a:latin typeface="Myriad Pro"/>
                <a:cs typeface="Myriad Pro"/>
              </a:rPr>
              <a:t>(Alfabetik Sıra)</a:t>
            </a:r>
          </a:p>
        </p:txBody>
      </p:sp>
      <p:sp>
        <p:nvSpPr>
          <p:cNvPr id="9" name="Metin kutusu 8">
            <a:extLst>
              <a:ext uri="{FF2B5EF4-FFF2-40B4-BE49-F238E27FC236}">
                <a16:creationId xmlns:a16="http://schemas.microsoft.com/office/drawing/2014/main" id="{7925C5B3-D314-4712-83B2-D2AACB595B83}"/>
              </a:ext>
            </a:extLst>
          </p:cNvPr>
          <p:cNvSpPr txBox="1"/>
          <p:nvPr/>
        </p:nvSpPr>
        <p:spPr>
          <a:xfrm>
            <a:off x="973499" y="1595373"/>
            <a:ext cx="9697460" cy="4478149"/>
          </a:xfrm>
          <a:prstGeom prst="rect">
            <a:avLst/>
          </a:prstGeom>
          <a:noFill/>
        </p:spPr>
        <p:txBody>
          <a:bodyPr wrap="square" rtlCol="0">
            <a:spAutoFit/>
          </a:bodyPr>
          <a:lstStyle/>
          <a:p>
            <a:r>
              <a:rPr lang="tr-TR" sz="1500" b="1" dirty="0">
                <a:latin typeface="Myriad Pro"/>
              </a:rPr>
              <a:t>IE018 - DES_CON</a:t>
            </a:r>
            <a:r>
              <a:rPr lang="tr-TR" sz="1500" dirty="0">
                <a:latin typeface="Myriad Pro"/>
              </a:rPr>
              <a:t> (</a:t>
            </a:r>
            <a:r>
              <a:rPr lang="tr-TR" sz="1500" dirty="0" err="1">
                <a:latin typeface="Myriad Pro"/>
              </a:rPr>
              <a:t>Destination</a:t>
            </a:r>
            <a:r>
              <a:rPr lang="tr-TR" sz="1500" dirty="0">
                <a:latin typeface="Myriad Pro"/>
              </a:rPr>
              <a:t> Control </a:t>
            </a:r>
            <a:r>
              <a:rPr lang="tr-TR" sz="1500" dirty="0" err="1">
                <a:latin typeface="Myriad Pro"/>
              </a:rPr>
              <a:t>Results</a:t>
            </a:r>
            <a:r>
              <a:rPr lang="tr-TR" sz="1500" dirty="0">
                <a:latin typeface="Myriad Pro"/>
              </a:rPr>
              <a:t>): Varış Kontrolü Olumlu</a:t>
            </a:r>
          </a:p>
          <a:p>
            <a:r>
              <a:rPr lang="tr-TR" sz="1500" b="1" dirty="0">
                <a:latin typeface="Myriad Pro"/>
              </a:rPr>
              <a:t>IE057 – DES_REJ </a:t>
            </a:r>
            <a:r>
              <a:rPr lang="tr-TR" sz="1500" dirty="0">
                <a:latin typeface="Myriad Pro"/>
              </a:rPr>
              <a:t>(</a:t>
            </a:r>
            <a:r>
              <a:rPr lang="tr-TR" sz="1500" dirty="0" err="1">
                <a:latin typeface="Myriad Pro"/>
              </a:rPr>
              <a:t>Rejection</a:t>
            </a:r>
            <a:r>
              <a:rPr lang="tr-TR" sz="1500" dirty="0">
                <a:latin typeface="Myriad Pro"/>
              </a:rPr>
              <a:t> </a:t>
            </a:r>
            <a:r>
              <a:rPr lang="tr-TR" sz="1500" dirty="0" err="1">
                <a:latin typeface="Myriad Pro"/>
              </a:rPr>
              <a:t>From</a:t>
            </a:r>
            <a:r>
              <a:rPr lang="tr-TR" sz="1500" dirty="0">
                <a:latin typeface="Myriad Pro"/>
              </a:rPr>
              <a:t> Office Of </a:t>
            </a:r>
            <a:r>
              <a:rPr lang="tr-TR" sz="1500" dirty="0" err="1">
                <a:latin typeface="Myriad Pro"/>
              </a:rPr>
              <a:t>Destination</a:t>
            </a:r>
            <a:r>
              <a:rPr lang="tr-TR" sz="1500" dirty="0">
                <a:latin typeface="Myriad Pro"/>
              </a:rPr>
              <a:t>): Beyannamenin Reddi (Varış Gümrük İdaresinde)</a:t>
            </a:r>
          </a:p>
          <a:p>
            <a:r>
              <a:rPr lang="tr-TR" sz="1500" b="1" dirty="0">
                <a:latin typeface="Myriad Pro"/>
              </a:rPr>
              <a:t>IE120 - DES_PAP </a:t>
            </a:r>
            <a:r>
              <a:rPr lang="tr-TR" sz="1500" dirty="0">
                <a:latin typeface="Myriad Pro"/>
              </a:rPr>
              <a:t>(</a:t>
            </a:r>
            <a:r>
              <a:rPr lang="tr-TR" sz="1500" dirty="0" err="1">
                <a:latin typeface="Myriad Pro"/>
              </a:rPr>
              <a:t>Destination</a:t>
            </a:r>
            <a:r>
              <a:rPr lang="tr-TR" sz="1500" dirty="0">
                <a:latin typeface="Myriad Pro"/>
              </a:rPr>
              <a:t> Control </a:t>
            </a:r>
            <a:r>
              <a:rPr lang="tr-TR" sz="1500" dirty="0" err="1">
                <a:latin typeface="Myriad Pro"/>
              </a:rPr>
              <a:t>Document</a:t>
            </a:r>
            <a:r>
              <a:rPr lang="tr-TR" sz="1500" dirty="0">
                <a:latin typeface="Myriad Pro"/>
              </a:rPr>
              <a:t> On </a:t>
            </a:r>
            <a:r>
              <a:rPr lang="tr-TR" sz="1500" dirty="0" err="1">
                <a:latin typeface="Myriad Pro"/>
              </a:rPr>
              <a:t>Paper</a:t>
            </a:r>
            <a:r>
              <a:rPr lang="tr-TR" sz="1500" dirty="0">
                <a:latin typeface="Myriad Pro"/>
              </a:rPr>
              <a:t>) Varış İdaresinde Kağıt Usulü İle Kontrol Edildi</a:t>
            </a:r>
          </a:p>
          <a:p>
            <a:r>
              <a:rPr lang="tr-TR" sz="1500" b="1" dirty="0">
                <a:latin typeface="Myriad Pro"/>
              </a:rPr>
              <a:t>IE049 – DIS_NOT </a:t>
            </a:r>
            <a:r>
              <a:rPr lang="tr-TR" sz="1500" dirty="0">
                <a:latin typeface="Myriad Pro"/>
              </a:rPr>
              <a:t>(</a:t>
            </a:r>
            <a:r>
              <a:rPr lang="tr-TR" sz="1500" dirty="0" err="1">
                <a:latin typeface="Myriad Pro"/>
              </a:rPr>
              <a:t>Discrepencies</a:t>
            </a:r>
            <a:r>
              <a:rPr lang="tr-TR" sz="1500" dirty="0">
                <a:latin typeface="Myriad Pro"/>
              </a:rPr>
              <a:t> </a:t>
            </a:r>
            <a:r>
              <a:rPr lang="tr-TR" sz="1500" dirty="0" err="1">
                <a:latin typeface="Myriad Pro"/>
              </a:rPr>
              <a:t>Solved</a:t>
            </a:r>
            <a:r>
              <a:rPr lang="tr-TR" sz="1500" dirty="0">
                <a:latin typeface="Myriad Pro"/>
              </a:rPr>
              <a:t> Notification): Varış Gümrük İdaresince Boşaltma Açıklamalarının Reddi</a:t>
            </a:r>
          </a:p>
          <a:p>
            <a:r>
              <a:rPr lang="tr-TR" sz="1500" b="1" dirty="0">
                <a:latin typeface="Myriad Pro"/>
              </a:rPr>
              <a:t>IE019 - DIS_SND</a:t>
            </a:r>
            <a:r>
              <a:rPr lang="tr-TR" sz="1500" dirty="0">
                <a:latin typeface="Myriad Pro"/>
              </a:rPr>
              <a:t> (</a:t>
            </a:r>
            <a:r>
              <a:rPr lang="tr-TR" sz="1500" dirty="0" err="1">
                <a:latin typeface="Myriad Pro"/>
              </a:rPr>
              <a:t>Discrepancies</a:t>
            </a:r>
            <a:r>
              <a:rPr lang="tr-TR" sz="1500" dirty="0">
                <a:latin typeface="Myriad Pro"/>
              </a:rPr>
              <a:t> </a:t>
            </a:r>
            <a:r>
              <a:rPr lang="tr-TR" sz="1500" dirty="0" err="1">
                <a:latin typeface="Myriad Pro"/>
              </a:rPr>
              <a:t>Send</a:t>
            </a:r>
            <a:r>
              <a:rPr lang="tr-TR" sz="1500" dirty="0">
                <a:latin typeface="Myriad Pro"/>
              </a:rPr>
              <a:t>): Uyumsuzluk Çözüm İsteği Gönderildi</a:t>
            </a:r>
          </a:p>
          <a:p>
            <a:r>
              <a:rPr lang="tr-TR" sz="1500" b="1" dirty="0">
                <a:latin typeface="Myriad Pro"/>
              </a:rPr>
              <a:t>IE020 - DIS_SOL</a:t>
            </a:r>
            <a:r>
              <a:rPr lang="tr-TR" sz="1500" dirty="0">
                <a:latin typeface="Myriad Pro"/>
              </a:rPr>
              <a:t> (</a:t>
            </a:r>
            <a:r>
              <a:rPr lang="tr-TR" sz="1500" dirty="0" err="1">
                <a:latin typeface="Myriad Pro"/>
              </a:rPr>
              <a:t>Discrepancies</a:t>
            </a:r>
            <a:r>
              <a:rPr lang="tr-TR" sz="1500" dirty="0">
                <a:latin typeface="Myriad Pro"/>
              </a:rPr>
              <a:t> </a:t>
            </a:r>
            <a:r>
              <a:rPr lang="tr-TR" sz="1500" dirty="0" err="1">
                <a:latin typeface="Myriad Pro"/>
              </a:rPr>
              <a:t>Solved</a:t>
            </a:r>
            <a:r>
              <a:rPr lang="tr-TR" sz="1500" dirty="0">
                <a:latin typeface="Myriad Pro"/>
              </a:rPr>
              <a:t> Notification): Uyumsuzluk Çözüldü Bildirimi</a:t>
            </a:r>
          </a:p>
          <a:p>
            <a:r>
              <a:rPr lang="tr-TR" sz="1500" b="1" dirty="0">
                <a:latin typeface="Myriad Pro"/>
              </a:rPr>
              <a:t>IE059 - ENQ_CAN</a:t>
            </a:r>
            <a:r>
              <a:rPr lang="tr-TR" sz="1500" dirty="0">
                <a:latin typeface="Myriad Pro"/>
              </a:rPr>
              <a:t> (</a:t>
            </a:r>
            <a:r>
              <a:rPr lang="tr-TR" sz="1500" dirty="0" err="1">
                <a:latin typeface="Myriad Pro"/>
              </a:rPr>
              <a:t>Enquiry</a:t>
            </a:r>
            <a:r>
              <a:rPr lang="tr-TR" sz="1500" dirty="0">
                <a:latin typeface="Myriad Pro"/>
              </a:rPr>
              <a:t> </a:t>
            </a:r>
            <a:r>
              <a:rPr lang="tr-TR" sz="1500" dirty="0" err="1">
                <a:latin typeface="Myriad Pro"/>
              </a:rPr>
              <a:t>Cancellation</a:t>
            </a:r>
            <a:r>
              <a:rPr lang="tr-TR" sz="1500" dirty="0">
                <a:latin typeface="Myriad Pro"/>
              </a:rPr>
              <a:t>): Araştırma İptal Edildi</a:t>
            </a:r>
          </a:p>
          <a:p>
            <a:r>
              <a:rPr lang="tr-TR" sz="1500" b="1" dirty="0">
                <a:latin typeface="Myriad Pro"/>
              </a:rPr>
              <a:t>IE143 - ENQ_DUP</a:t>
            </a:r>
            <a:r>
              <a:rPr lang="tr-TR" sz="1500" dirty="0">
                <a:latin typeface="Myriad Pro"/>
              </a:rPr>
              <a:t> (</a:t>
            </a:r>
            <a:r>
              <a:rPr lang="tr-TR" sz="1500" dirty="0" err="1">
                <a:latin typeface="Myriad Pro"/>
              </a:rPr>
              <a:t>Enquiry</a:t>
            </a:r>
            <a:r>
              <a:rPr lang="tr-TR" sz="1500" dirty="0">
                <a:latin typeface="Myriad Pro"/>
              </a:rPr>
              <a:t> </a:t>
            </a:r>
            <a:r>
              <a:rPr lang="tr-TR" sz="1500" dirty="0" err="1">
                <a:latin typeface="Myriad Pro"/>
              </a:rPr>
              <a:t>Duplication</a:t>
            </a:r>
            <a:r>
              <a:rPr lang="tr-TR" sz="1500" dirty="0">
                <a:latin typeface="Myriad Pro"/>
              </a:rPr>
              <a:t>): Tahsilat Aşamasında Mükerrer MRN Tespiti</a:t>
            </a:r>
          </a:p>
          <a:p>
            <a:r>
              <a:rPr lang="tr-TR" sz="1500" b="1" dirty="0">
                <a:latin typeface="Myriad Pro"/>
              </a:rPr>
              <a:t>IE144 - ENQ_INF </a:t>
            </a:r>
            <a:r>
              <a:rPr lang="tr-TR" sz="1500" dirty="0">
                <a:latin typeface="Myriad Pro"/>
              </a:rPr>
              <a:t>(</a:t>
            </a:r>
            <a:r>
              <a:rPr lang="tr-TR" sz="1500" dirty="0" err="1">
                <a:latin typeface="Myriad Pro"/>
              </a:rPr>
              <a:t>Enquiry</a:t>
            </a:r>
            <a:r>
              <a:rPr lang="tr-TR" sz="1500" dirty="0">
                <a:latin typeface="Myriad Pro"/>
              </a:rPr>
              <a:t> Information): Araştırma Bilgisi</a:t>
            </a:r>
          </a:p>
          <a:p>
            <a:r>
              <a:rPr lang="tr-TR" sz="1500" b="1" dirty="0">
                <a:latin typeface="Myriad Pro"/>
              </a:rPr>
              <a:t>IE143 - ENQ_NEG</a:t>
            </a:r>
            <a:r>
              <a:rPr lang="tr-TR" sz="1500" dirty="0">
                <a:latin typeface="Myriad Pro"/>
              </a:rPr>
              <a:t> (</a:t>
            </a:r>
            <a:r>
              <a:rPr lang="tr-TR" sz="1500" dirty="0" err="1">
                <a:latin typeface="Myriad Pro"/>
              </a:rPr>
              <a:t>Enquiry</a:t>
            </a:r>
            <a:r>
              <a:rPr lang="tr-TR" sz="1500" dirty="0">
                <a:latin typeface="Myriad Pro"/>
              </a:rPr>
              <a:t> </a:t>
            </a:r>
            <a:r>
              <a:rPr lang="tr-TR" sz="1500" dirty="0" err="1">
                <a:latin typeface="Myriad Pro"/>
              </a:rPr>
              <a:t>Response</a:t>
            </a:r>
            <a:r>
              <a:rPr lang="tr-TR" sz="1500" dirty="0">
                <a:latin typeface="Myriad Pro"/>
              </a:rPr>
              <a:t> / «Negatif»): Varışta Bilinmiyor / Varışta Tahsil Talebi</a:t>
            </a:r>
          </a:p>
          <a:p>
            <a:r>
              <a:rPr lang="tr-TR" sz="1500" b="1" dirty="0">
                <a:latin typeface="Myriad Pro"/>
              </a:rPr>
              <a:t>IE143 - ENQ_POZ</a:t>
            </a:r>
            <a:r>
              <a:rPr lang="tr-TR" sz="1500" dirty="0">
                <a:latin typeface="Myriad Pro"/>
              </a:rPr>
              <a:t> (</a:t>
            </a:r>
            <a:r>
              <a:rPr lang="tr-TR" sz="1500" dirty="0" err="1">
                <a:latin typeface="Myriad Pro"/>
              </a:rPr>
              <a:t>Enquiry</a:t>
            </a:r>
            <a:r>
              <a:rPr lang="tr-TR" sz="1500" dirty="0">
                <a:latin typeface="Myriad Pro"/>
              </a:rPr>
              <a:t> </a:t>
            </a:r>
            <a:r>
              <a:rPr lang="tr-TR" sz="1500" dirty="0" err="1">
                <a:latin typeface="Myriad Pro"/>
              </a:rPr>
              <a:t>Response</a:t>
            </a:r>
            <a:r>
              <a:rPr lang="tr-TR" sz="1500" dirty="0">
                <a:latin typeface="Myriad Pro"/>
              </a:rPr>
              <a:t> / «Pozitif»): Beyanname İşlem Gördü, Teyit Nüshası Gönderildi</a:t>
            </a:r>
          </a:p>
          <a:p>
            <a:r>
              <a:rPr lang="tr-TR" sz="1500" b="1" dirty="0">
                <a:latin typeface="Myriad Pro"/>
              </a:rPr>
              <a:t>IE144 - ENQ_REC</a:t>
            </a:r>
            <a:r>
              <a:rPr lang="tr-TR" sz="1500" dirty="0">
                <a:latin typeface="Myriad Pro"/>
              </a:rPr>
              <a:t> (</a:t>
            </a:r>
            <a:r>
              <a:rPr lang="tr-TR" sz="1500" dirty="0" err="1">
                <a:latin typeface="Myriad Pro"/>
              </a:rPr>
              <a:t>Enquiry</a:t>
            </a:r>
            <a:r>
              <a:rPr lang="tr-TR" sz="1500" dirty="0">
                <a:latin typeface="Myriad Pro"/>
              </a:rPr>
              <a:t> </a:t>
            </a:r>
            <a:r>
              <a:rPr lang="tr-TR" sz="1500" dirty="0" err="1">
                <a:latin typeface="Myriad Pro"/>
              </a:rPr>
              <a:t>Recommendation</a:t>
            </a:r>
            <a:r>
              <a:rPr lang="tr-TR" sz="1500" dirty="0">
                <a:latin typeface="Myriad Pro"/>
              </a:rPr>
              <a:t>): Araştırma Önerilmesi</a:t>
            </a:r>
          </a:p>
          <a:p>
            <a:r>
              <a:rPr lang="tr-TR" sz="1500" b="1" dirty="0">
                <a:latin typeface="Myriad Pro"/>
              </a:rPr>
              <a:t>IE105 - ENQ_REM </a:t>
            </a:r>
            <a:r>
              <a:rPr lang="tr-TR" sz="1500" dirty="0">
                <a:latin typeface="Myriad Pro"/>
              </a:rPr>
              <a:t>(</a:t>
            </a:r>
            <a:r>
              <a:rPr lang="tr-TR" sz="1500" dirty="0" err="1">
                <a:latin typeface="Myriad Pro"/>
              </a:rPr>
              <a:t>Enquiry</a:t>
            </a:r>
            <a:r>
              <a:rPr lang="tr-TR" sz="1500" dirty="0">
                <a:latin typeface="Myriad Pro"/>
              </a:rPr>
              <a:t> </a:t>
            </a:r>
            <a:r>
              <a:rPr lang="tr-TR" sz="1500" dirty="0" err="1">
                <a:latin typeface="Myriad Pro"/>
              </a:rPr>
              <a:t>Reminder</a:t>
            </a:r>
            <a:r>
              <a:rPr lang="tr-TR" sz="1500" dirty="0">
                <a:latin typeface="Myriad Pro"/>
              </a:rPr>
              <a:t>): Araştırma Hatırlatması</a:t>
            </a:r>
          </a:p>
          <a:p>
            <a:r>
              <a:rPr lang="tr-TR" sz="1500" b="1" dirty="0">
                <a:latin typeface="Myriad Pro"/>
              </a:rPr>
              <a:t>IE142 - ENQ_REQ</a:t>
            </a:r>
            <a:r>
              <a:rPr lang="tr-TR" sz="1500" dirty="0">
                <a:latin typeface="Myriad Pro"/>
              </a:rPr>
              <a:t> (</a:t>
            </a:r>
            <a:r>
              <a:rPr lang="tr-TR" sz="1500" dirty="0" err="1">
                <a:latin typeface="Myriad Pro"/>
              </a:rPr>
              <a:t>Enquiry</a:t>
            </a:r>
            <a:r>
              <a:rPr lang="tr-TR" sz="1500" dirty="0">
                <a:latin typeface="Myriad Pro"/>
              </a:rPr>
              <a:t> </a:t>
            </a:r>
            <a:r>
              <a:rPr lang="tr-TR" sz="1500" dirty="0" err="1">
                <a:latin typeface="Myriad Pro"/>
              </a:rPr>
              <a:t>Request</a:t>
            </a:r>
            <a:r>
              <a:rPr lang="tr-TR" sz="1500" dirty="0">
                <a:latin typeface="Myriad Pro"/>
              </a:rPr>
              <a:t>): Araştırma Başlatılması İstenen Beyanname </a:t>
            </a:r>
          </a:p>
          <a:p>
            <a:r>
              <a:rPr lang="tr-TR" sz="1500" b="1" dirty="0">
                <a:latin typeface="Myriad Pro"/>
              </a:rPr>
              <a:t>IE024 - FWD_ARR </a:t>
            </a:r>
            <a:r>
              <a:rPr lang="tr-TR" sz="1500" dirty="0">
                <a:latin typeface="Myriad Pro"/>
              </a:rPr>
              <a:t>(</a:t>
            </a:r>
            <a:r>
              <a:rPr lang="tr-TR" sz="1500" dirty="0" err="1">
                <a:latin typeface="Myriad Pro"/>
              </a:rPr>
              <a:t>Forwarded</a:t>
            </a:r>
            <a:r>
              <a:rPr lang="tr-TR" sz="1500" dirty="0">
                <a:latin typeface="Myriad Pro"/>
              </a:rPr>
              <a:t> </a:t>
            </a:r>
            <a:r>
              <a:rPr lang="tr-TR" sz="1500" dirty="0" err="1">
                <a:latin typeface="Myriad Pro"/>
              </a:rPr>
              <a:t>Arrival</a:t>
            </a:r>
            <a:r>
              <a:rPr lang="tr-TR" sz="1500" dirty="0">
                <a:latin typeface="Myriad Pro"/>
              </a:rPr>
              <a:t> </a:t>
            </a:r>
            <a:r>
              <a:rPr lang="tr-TR" sz="1500" dirty="0" err="1">
                <a:latin typeface="Myriad Pro"/>
              </a:rPr>
              <a:t>Advice</a:t>
            </a:r>
            <a:r>
              <a:rPr lang="tr-TR" sz="1500" dirty="0">
                <a:latin typeface="Myriad Pro"/>
              </a:rPr>
              <a:t>): Varış Sapması Bildirimi (Başka Gümrük İdaresinde İşlem Gördü)</a:t>
            </a:r>
          </a:p>
          <a:p>
            <a:r>
              <a:rPr lang="tr-TR" sz="1500" b="1" dirty="0">
                <a:latin typeface="Myriad Pro"/>
              </a:rPr>
              <a:t>IE025 - GDS_REL </a:t>
            </a:r>
            <a:r>
              <a:rPr lang="tr-TR" sz="1500" dirty="0">
                <a:latin typeface="Myriad Pro"/>
              </a:rPr>
              <a:t>(</a:t>
            </a:r>
            <a:r>
              <a:rPr lang="tr-TR" sz="1500" dirty="0" err="1">
                <a:latin typeface="Myriad Pro"/>
              </a:rPr>
              <a:t>Goods</a:t>
            </a:r>
            <a:r>
              <a:rPr lang="tr-TR" sz="1500" dirty="0">
                <a:latin typeface="Myriad Pro"/>
              </a:rPr>
              <a:t> </a:t>
            </a:r>
            <a:r>
              <a:rPr lang="tr-TR" sz="1500" dirty="0" err="1">
                <a:latin typeface="Myriad Pro"/>
              </a:rPr>
              <a:t>Release</a:t>
            </a:r>
            <a:r>
              <a:rPr lang="tr-TR" sz="1500" dirty="0">
                <a:latin typeface="Myriad Pro"/>
              </a:rPr>
              <a:t> Notification): Eşyanın Serbest Bırakılması Bildirimi</a:t>
            </a:r>
          </a:p>
          <a:p>
            <a:r>
              <a:rPr lang="tr-TR" sz="1500" b="1" dirty="0">
                <a:latin typeface="Myriad Pro"/>
              </a:rPr>
              <a:t>IE204 – GUA_CAN </a:t>
            </a:r>
            <a:r>
              <a:rPr lang="tr-TR" sz="1500" dirty="0">
                <a:latin typeface="Myriad Pro"/>
              </a:rPr>
              <a:t>(</a:t>
            </a:r>
            <a:r>
              <a:rPr lang="tr-TR" sz="1500" dirty="0" err="1">
                <a:latin typeface="Myriad Pro"/>
              </a:rPr>
              <a:t>Guarantee</a:t>
            </a:r>
            <a:r>
              <a:rPr lang="tr-TR" sz="1500" dirty="0">
                <a:latin typeface="Myriad Pro"/>
              </a:rPr>
              <a:t> </a:t>
            </a:r>
            <a:r>
              <a:rPr lang="tr-TR" sz="1500" dirty="0" err="1">
                <a:latin typeface="Myriad Pro"/>
              </a:rPr>
              <a:t>Use</a:t>
            </a:r>
            <a:r>
              <a:rPr lang="tr-TR" sz="1500" dirty="0">
                <a:latin typeface="Myriad Pro"/>
              </a:rPr>
              <a:t> </a:t>
            </a:r>
            <a:r>
              <a:rPr lang="tr-TR" sz="1500" dirty="0" err="1">
                <a:latin typeface="Myriad Pro"/>
              </a:rPr>
              <a:t>Cancellation</a:t>
            </a:r>
            <a:r>
              <a:rPr lang="tr-TR" sz="1500" dirty="0">
                <a:latin typeface="Myriad Pro"/>
              </a:rPr>
              <a:t>): Teminat Kullanım İptali</a:t>
            </a:r>
          </a:p>
          <a:p>
            <a:r>
              <a:rPr lang="tr-TR" sz="1500" b="1" dirty="0">
                <a:latin typeface="Myriad Pro"/>
              </a:rPr>
              <a:t>IE200 - GUA_CHE </a:t>
            </a:r>
            <a:r>
              <a:rPr lang="tr-TR" sz="1500" dirty="0">
                <a:latin typeface="Myriad Pro"/>
              </a:rPr>
              <a:t>(</a:t>
            </a:r>
            <a:r>
              <a:rPr lang="tr-TR" sz="1500" dirty="0" err="1">
                <a:latin typeface="Myriad Pro"/>
              </a:rPr>
              <a:t>Guarantee</a:t>
            </a:r>
            <a:r>
              <a:rPr lang="tr-TR" sz="1500" dirty="0">
                <a:latin typeface="Myriad Pro"/>
              </a:rPr>
              <a:t> </a:t>
            </a:r>
            <a:r>
              <a:rPr lang="tr-TR" sz="1500" dirty="0" err="1">
                <a:latin typeface="Myriad Pro"/>
              </a:rPr>
              <a:t>Check</a:t>
            </a:r>
            <a:r>
              <a:rPr lang="tr-TR" sz="1500" dirty="0">
                <a:latin typeface="Myriad Pro"/>
              </a:rPr>
              <a:t>): Teminat Kontrolü</a:t>
            </a:r>
          </a:p>
          <a:p>
            <a:endParaRPr lang="tr-TR" sz="1500" dirty="0">
              <a:latin typeface="Myriad Pro"/>
            </a:endParaRPr>
          </a:p>
        </p:txBody>
      </p:sp>
      <p:sp>
        <p:nvSpPr>
          <p:cNvPr id="5" name="Metin kutusu 4">
            <a:extLst>
              <a:ext uri="{FF2B5EF4-FFF2-40B4-BE49-F238E27FC236}">
                <a16:creationId xmlns:a16="http://schemas.microsoft.com/office/drawing/2014/main" id="{4763B505-41CC-4218-935A-5E2A17FAB89E}"/>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58730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etin kutusu 8">
            <a:extLst>
              <a:ext uri="{FF2B5EF4-FFF2-40B4-BE49-F238E27FC236}">
                <a16:creationId xmlns:a16="http://schemas.microsoft.com/office/drawing/2014/main" id="{499A87AA-36A0-444E-A332-496D68B4092E}"/>
              </a:ext>
            </a:extLst>
          </p:cNvPr>
          <p:cNvSpPr txBox="1"/>
          <p:nvPr/>
        </p:nvSpPr>
        <p:spPr>
          <a:xfrm>
            <a:off x="973499" y="1564203"/>
            <a:ext cx="10425429" cy="4247317"/>
          </a:xfrm>
          <a:prstGeom prst="rect">
            <a:avLst/>
          </a:prstGeom>
          <a:noFill/>
        </p:spPr>
        <p:txBody>
          <a:bodyPr wrap="square" rtlCol="0">
            <a:spAutoFit/>
          </a:bodyPr>
          <a:lstStyle/>
          <a:p>
            <a:r>
              <a:rPr lang="tr-TR" sz="1500" b="1" dirty="0">
                <a:latin typeface="Myriad Pro"/>
              </a:rPr>
              <a:t>IE055 - GUA_INV</a:t>
            </a:r>
            <a:r>
              <a:rPr lang="tr-TR" sz="1500" dirty="0">
                <a:latin typeface="Myriad Pro"/>
              </a:rPr>
              <a:t> (</a:t>
            </a:r>
            <a:r>
              <a:rPr lang="tr-TR" sz="1500" dirty="0" err="1">
                <a:latin typeface="Myriad Pro"/>
              </a:rPr>
              <a:t>Guarantee</a:t>
            </a:r>
            <a:r>
              <a:rPr lang="tr-TR" sz="1500" dirty="0">
                <a:latin typeface="Myriad Pro"/>
              </a:rPr>
              <a:t> Not </a:t>
            </a:r>
            <a:r>
              <a:rPr lang="tr-TR" sz="1500" dirty="0" err="1">
                <a:latin typeface="Myriad Pro"/>
              </a:rPr>
              <a:t>Valid</a:t>
            </a:r>
            <a:r>
              <a:rPr lang="tr-TR" sz="1500" dirty="0">
                <a:latin typeface="Myriad Pro"/>
              </a:rPr>
              <a:t>): Geçersiz Teminat</a:t>
            </a:r>
          </a:p>
          <a:p>
            <a:r>
              <a:rPr lang="tr-TR" sz="1500" b="1" dirty="0">
                <a:latin typeface="Myriad Pro"/>
              </a:rPr>
              <a:t>IE023 – GUA_NOT </a:t>
            </a:r>
            <a:r>
              <a:rPr lang="tr-TR" sz="1500" dirty="0">
                <a:latin typeface="Myriad Pro"/>
              </a:rPr>
              <a:t>(</a:t>
            </a:r>
            <a:r>
              <a:rPr lang="tr-TR" sz="1500" dirty="0" err="1">
                <a:latin typeface="Myriad Pro"/>
              </a:rPr>
              <a:t>Guarantor</a:t>
            </a:r>
            <a:r>
              <a:rPr lang="tr-TR" sz="1500" dirty="0">
                <a:latin typeface="Myriad Pro"/>
              </a:rPr>
              <a:t> Notification): Kefil Bildirimi</a:t>
            </a:r>
          </a:p>
          <a:p>
            <a:r>
              <a:rPr lang="tr-TR" sz="1500" b="1" dirty="0">
                <a:latin typeface="Myriad Pro"/>
              </a:rPr>
              <a:t>IE034 – GUA_QUE </a:t>
            </a:r>
            <a:r>
              <a:rPr lang="tr-TR" sz="1500" dirty="0">
                <a:latin typeface="Myriad Pro"/>
              </a:rPr>
              <a:t>(Query On </a:t>
            </a:r>
            <a:r>
              <a:rPr lang="tr-TR" sz="1500" dirty="0" err="1">
                <a:latin typeface="Myriad Pro"/>
              </a:rPr>
              <a:t>Guarantees</a:t>
            </a:r>
            <a:r>
              <a:rPr lang="tr-TR" sz="1500" dirty="0">
                <a:latin typeface="Myriad Pro"/>
              </a:rPr>
              <a:t>): Teminat Sırası</a:t>
            </a:r>
          </a:p>
          <a:p>
            <a:r>
              <a:rPr lang="tr-TR" sz="1500" b="1" dirty="0">
                <a:latin typeface="Myriad Pro"/>
              </a:rPr>
              <a:t>IE036 - GUA_REQ</a:t>
            </a:r>
            <a:r>
              <a:rPr lang="tr-TR" sz="1500" dirty="0">
                <a:latin typeface="Myriad Pro"/>
              </a:rPr>
              <a:t> (</a:t>
            </a:r>
            <a:r>
              <a:rPr lang="tr-TR" sz="1500" dirty="0" err="1">
                <a:latin typeface="Myriad Pro"/>
              </a:rPr>
              <a:t>Guarantee</a:t>
            </a:r>
            <a:r>
              <a:rPr lang="tr-TR" sz="1500" dirty="0">
                <a:latin typeface="Myriad Pro"/>
              </a:rPr>
              <a:t> </a:t>
            </a:r>
            <a:r>
              <a:rPr lang="tr-TR" sz="1500" dirty="0" err="1">
                <a:latin typeface="Myriad Pro"/>
              </a:rPr>
              <a:t>Request</a:t>
            </a:r>
            <a:r>
              <a:rPr lang="tr-TR" sz="1500" dirty="0">
                <a:latin typeface="Myriad Pro"/>
              </a:rPr>
              <a:t>): Teminat (Güncellemesi) Talebi </a:t>
            </a:r>
          </a:p>
          <a:p>
            <a:r>
              <a:rPr lang="tr-TR" sz="1500" b="1" dirty="0">
                <a:latin typeface="Myriad Pro"/>
              </a:rPr>
              <a:t>IE201 – GUA_RES </a:t>
            </a:r>
            <a:r>
              <a:rPr lang="tr-TR" sz="1500" dirty="0">
                <a:latin typeface="Myriad Pro"/>
              </a:rPr>
              <a:t>(</a:t>
            </a:r>
            <a:r>
              <a:rPr lang="tr-TR" sz="1500" dirty="0" err="1">
                <a:latin typeface="Myriad Pro"/>
              </a:rPr>
              <a:t>Guarantee</a:t>
            </a:r>
            <a:r>
              <a:rPr lang="tr-TR" sz="1500" dirty="0">
                <a:latin typeface="Myriad Pro"/>
              </a:rPr>
              <a:t> </a:t>
            </a:r>
            <a:r>
              <a:rPr lang="tr-TR" sz="1500" dirty="0" err="1">
                <a:latin typeface="Myriad Pro"/>
              </a:rPr>
              <a:t>Check</a:t>
            </a:r>
            <a:r>
              <a:rPr lang="tr-TR" sz="1500" dirty="0">
                <a:latin typeface="Myriad Pro"/>
              </a:rPr>
              <a:t> </a:t>
            </a:r>
            <a:r>
              <a:rPr lang="tr-TR" sz="1500" dirty="0" err="1">
                <a:latin typeface="Myriad Pro"/>
              </a:rPr>
              <a:t>Result</a:t>
            </a:r>
            <a:r>
              <a:rPr lang="tr-TR" sz="1500" dirty="0">
                <a:latin typeface="Myriad Pro"/>
              </a:rPr>
              <a:t>): Teminat Kontrol Sonucu</a:t>
            </a:r>
          </a:p>
          <a:p>
            <a:r>
              <a:rPr lang="tr-TR" sz="1500" b="1" dirty="0">
                <a:latin typeface="Myriad Pro"/>
              </a:rPr>
              <a:t>IE037 - GUA_RSP </a:t>
            </a:r>
            <a:r>
              <a:rPr lang="tr-TR" sz="1500" dirty="0">
                <a:latin typeface="Myriad Pro"/>
              </a:rPr>
              <a:t>(</a:t>
            </a:r>
            <a:r>
              <a:rPr lang="tr-TR" sz="1500" dirty="0" err="1">
                <a:latin typeface="Myriad Pro"/>
              </a:rPr>
              <a:t>Response</a:t>
            </a:r>
            <a:r>
              <a:rPr lang="tr-TR" sz="1500" dirty="0">
                <a:latin typeface="Myriad Pro"/>
              </a:rPr>
              <a:t> Query On </a:t>
            </a:r>
            <a:r>
              <a:rPr lang="tr-TR" sz="1500" dirty="0" err="1">
                <a:latin typeface="Myriad Pro"/>
              </a:rPr>
              <a:t>Guarantees</a:t>
            </a:r>
            <a:r>
              <a:rPr lang="tr-TR" sz="1500" dirty="0">
                <a:latin typeface="Myriad Pro"/>
              </a:rPr>
              <a:t>): Teminatın Güncellendiğine Dair Bildirim</a:t>
            </a:r>
          </a:p>
          <a:p>
            <a:r>
              <a:rPr lang="tr-TR" sz="1500" b="1" dirty="0">
                <a:latin typeface="Myriad Pro"/>
              </a:rPr>
              <a:t>IE203 - GUA_USE</a:t>
            </a:r>
            <a:r>
              <a:rPr lang="tr-TR" sz="1500" dirty="0">
                <a:latin typeface="Myriad Pro"/>
              </a:rPr>
              <a:t> (</a:t>
            </a:r>
            <a:r>
              <a:rPr lang="tr-TR" sz="1500" dirty="0" err="1">
                <a:latin typeface="Myriad Pro"/>
              </a:rPr>
              <a:t>Guarantee</a:t>
            </a:r>
            <a:r>
              <a:rPr lang="tr-TR" sz="1500" dirty="0">
                <a:latin typeface="Myriad Pro"/>
              </a:rPr>
              <a:t> </a:t>
            </a:r>
            <a:r>
              <a:rPr lang="tr-TR" sz="1500" dirty="0" err="1">
                <a:latin typeface="Myriad Pro"/>
              </a:rPr>
              <a:t>Use</a:t>
            </a:r>
            <a:r>
              <a:rPr lang="tr-TR" sz="1500" dirty="0">
                <a:latin typeface="Myriad Pro"/>
              </a:rPr>
              <a:t>): Teminat Kullanımı (Tescil Edildi)</a:t>
            </a:r>
          </a:p>
          <a:p>
            <a:r>
              <a:rPr lang="tr-TR" sz="1500" b="1" dirty="0">
                <a:latin typeface="Myriad Pro"/>
              </a:rPr>
              <a:t>IE205 – GUA_USR </a:t>
            </a:r>
            <a:r>
              <a:rPr lang="tr-TR" sz="1500" dirty="0">
                <a:latin typeface="Myriad Pro"/>
              </a:rPr>
              <a:t>(</a:t>
            </a:r>
            <a:r>
              <a:rPr lang="tr-TR" sz="1500" dirty="0" err="1">
                <a:latin typeface="Myriad Pro"/>
              </a:rPr>
              <a:t>Guarantee</a:t>
            </a:r>
            <a:r>
              <a:rPr lang="tr-TR" sz="1500" dirty="0">
                <a:latin typeface="Myriad Pro"/>
              </a:rPr>
              <a:t> </a:t>
            </a:r>
            <a:r>
              <a:rPr lang="tr-TR" sz="1500" dirty="0" err="1">
                <a:latin typeface="Myriad Pro"/>
              </a:rPr>
              <a:t>Use</a:t>
            </a:r>
            <a:r>
              <a:rPr lang="tr-TR" sz="1500" dirty="0">
                <a:latin typeface="Myriad Pro"/>
              </a:rPr>
              <a:t> </a:t>
            </a:r>
            <a:r>
              <a:rPr lang="tr-TR" sz="1500" dirty="0" err="1">
                <a:latin typeface="Myriad Pro"/>
              </a:rPr>
              <a:t>Result</a:t>
            </a:r>
            <a:r>
              <a:rPr lang="tr-TR" sz="1500" dirty="0">
                <a:latin typeface="Myriad Pro"/>
              </a:rPr>
              <a:t>): Teminat Kullanım Sonucu</a:t>
            </a:r>
          </a:p>
          <a:p>
            <a:r>
              <a:rPr lang="tr-TR" sz="1500" b="1" dirty="0">
                <a:latin typeface="Myriad Pro"/>
              </a:rPr>
              <a:t>IE225 – GUA_WUP </a:t>
            </a:r>
            <a:r>
              <a:rPr lang="tr-TR" sz="1500" dirty="0">
                <a:latin typeface="Myriad Pro"/>
              </a:rPr>
              <a:t>(</a:t>
            </a:r>
            <a:r>
              <a:rPr lang="tr-TR" sz="1500" dirty="0" err="1">
                <a:latin typeface="Myriad Pro"/>
              </a:rPr>
              <a:t>Guarantee</a:t>
            </a:r>
            <a:r>
              <a:rPr lang="tr-TR" sz="1500" dirty="0">
                <a:latin typeface="Myriad Pro"/>
              </a:rPr>
              <a:t> Update Notification): Teminat Güncelleme Bildirimi</a:t>
            </a:r>
          </a:p>
          <a:p>
            <a:r>
              <a:rPr lang="tr-TR" sz="1500" b="1" dirty="0">
                <a:latin typeface="Myriad Pro"/>
              </a:rPr>
              <a:t>IE181 – INC_FWD </a:t>
            </a:r>
            <a:r>
              <a:rPr lang="tr-TR" sz="1500" dirty="0">
                <a:latin typeface="Myriad Pro"/>
              </a:rPr>
              <a:t>(</a:t>
            </a:r>
            <a:r>
              <a:rPr lang="tr-TR" sz="1500" dirty="0" err="1">
                <a:latin typeface="Myriad Pro"/>
              </a:rPr>
              <a:t>Forwarded</a:t>
            </a:r>
            <a:r>
              <a:rPr lang="tr-TR" sz="1500" dirty="0">
                <a:latin typeface="Myriad Pro"/>
              </a:rPr>
              <a:t> </a:t>
            </a:r>
            <a:r>
              <a:rPr lang="tr-TR" sz="1500" dirty="0" err="1">
                <a:latin typeface="Myriad Pro"/>
              </a:rPr>
              <a:t>Incident</a:t>
            </a:r>
            <a:r>
              <a:rPr lang="tr-TR" sz="1500" dirty="0">
                <a:latin typeface="Myriad Pro"/>
              </a:rPr>
              <a:t> Notification </a:t>
            </a:r>
            <a:r>
              <a:rPr lang="tr-TR" sz="1500" dirty="0" err="1">
                <a:latin typeface="Myriad Pro"/>
              </a:rPr>
              <a:t>To</a:t>
            </a:r>
            <a:r>
              <a:rPr lang="tr-TR" sz="1500" dirty="0">
                <a:latin typeface="Myriad Pro"/>
              </a:rPr>
              <a:t> CD): Olay Bildirimi Sisteme İletildi</a:t>
            </a:r>
          </a:p>
          <a:p>
            <a:r>
              <a:rPr lang="tr-TR" sz="1500" b="1" dirty="0">
                <a:latin typeface="Myriad Pro"/>
              </a:rPr>
              <a:t>IE180 – INC_NOT </a:t>
            </a:r>
            <a:r>
              <a:rPr lang="tr-TR" sz="1500" dirty="0">
                <a:latin typeface="Myriad Pro"/>
              </a:rPr>
              <a:t>(</a:t>
            </a:r>
            <a:r>
              <a:rPr lang="tr-TR" sz="1500" dirty="0" err="1">
                <a:latin typeface="Myriad Pro"/>
              </a:rPr>
              <a:t>Incident</a:t>
            </a:r>
            <a:r>
              <a:rPr lang="tr-TR" sz="1500" dirty="0">
                <a:latin typeface="Myriad Pro"/>
              </a:rPr>
              <a:t> Notification): Olay Bildirimi</a:t>
            </a:r>
          </a:p>
          <a:p>
            <a:r>
              <a:rPr lang="tr-TR" sz="1500" b="1" dirty="0">
                <a:latin typeface="Myriad Pro"/>
              </a:rPr>
              <a:t>IE182 - INC_NOT </a:t>
            </a:r>
            <a:r>
              <a:rPr lang="tr-TR" sz="1500" dirty="0">
                <a:latin typeface="Myriad Pro"/>
              </a:rPr>
              <a:t>(</a:t>
            </a:r>
            <a:r>
              <a:rPr lang="tr-TR" sz="1500" dirty="0" err="1">
                <a:latin typeface="Myriad Pro"/>
              </a:rPr>
              <a:t>Forwarded</a:t>
            </a:r>
            <a:r>
              <a:rPr lang="tr-TR" sz="1500" dirty="0">
                <a:latin typeface="Myriad Pro"/>
              </a:rPr>
              <a:t> </a:t>
            </a:r>
            <a:r>
              <a:rPr lang="tr-TR" sz="1500" dirty="0" err="1">
                <a:latin typeface="Myriad Pro"/>
              </a:rPr>
              <a:t>Incident</a:t>
            </a:r>
            <a:r>
              <a:rPr lang="tr-TR" sz="1500" dirty="0">
                <a:latin typeface="Myriad Pro"/>
              </a:rPr>
              <a:t> Notification </a:t>
            </a:r>
            <a:r>
              <a:rPr lang="tr-TR" sz="1500" dirty="0" err="1">
                <a:latin typeface="Myriad Pro"/>
              </a:rPr>
              <a:t>To</a:t>
            </a:r>
            <a:r>
              <a:rPr lang="tr-TR" sz="1500" dirty="0">
                <a:latin typeface="Myriad Pro"/>
              </a:rPr>
              <a:t> ED): Olay Bildirimi Taraflara İletildi</a:t>
            </a:r>
          </a:p>
          <a:p>
            <a:r>
              <a:rPr lang="tr-TR" sz="1500" b="1" dirty="0">
                <a:latin typeface="Myriad Pro"/>
              </a:rPr>
              <a:t>IE145 – INF_REQ </a:t>
            </a:r>
            <a:r>
              <a:rPr lang="tr-TR" sz="1500" dirty="0">
                <a:latin typeface="Myriad Pro"/>
              </a:rPr>
              <a:t>(</a:t>
            </a:r>
            <a:r>
              <a:rPr lang="tr-TR" sz="1500" dirty="0" err="1">
                <a:latin typeface="Myriad Pro"/>
              </a:rPr>
              <a:t>Enquiry</a:t>
            </a:r>
            <a:r>
              <a:rPr lang="tr-TR" sz="1500" dirty="0">
                <a:latin typeface="Myriad Pro"/>
              </a:rPr>
              <a:t> Information </a:t>
            </a:r>
            <a:r>
              <a:rPr lang="tr-TR" sz="1500" dirty="0" err="1">
                <a:latin typeface="Myriad Pro"/>
              </a:rPr>
              <a:t>Request</a:t>
            </a:r>
            <a:r>
              <a:rPr lang="tr-TR" sz="1500" dirty="0">
                <a:latin typeface="Myriad Pro"/>
              </a:rPr>
              <a:t>): Araştırma Bilgisi Talebi</a:t>
            </a:r>
          </a:p>
          <a:p>
            <a:r>
              <a:rPr lang="tr-TR" sz="1500" b="1" dirty="0">
                <a:latin typeface="Myriad Pro"/>
              </a:rPr>
              <a:t>IE009 – INV_DEC </a:t>
            </a:r>
            <a:r>
              <a:rPr lang="tr-TR" sz="1500" dirty="0">
                <a:latin typeface="Myriad Pro"/>
              </a:rPr>
              <a:t>(</a:t>
            </a:r>
            <a:r>
              <a:rPr lang="tr-TR" sz="1500" dirty="0" err="1">
                <a:latin typeface="Myriad Pro"/>
              </a:rPr>
              <a:t>Invalid</a:t>
            </a:r>
            <a:r>
              <a:rPr lang="tr-TR" sz="1500" dirty="0">
                <a:latin typeface="Myriad Pro"/>
              </a:rPr>
              <a:t> </a:t>
            </a:r>
            <a:r>
              <a:rPr lang="tr-TR" sz="1500" dirty="0" err="1">
                <a:latin typeface="Myriad Pro"/>
              </a:rPr>
              <a:t>Decision</a:t>
            </a:r>
            <a:r>
              <a:rPr lang="tr-TR" sz="1500" dirty="0">
                <a:latin typeface="Myriad Pro"/>
              </a:rPr>
              <a:t>): Beyanname İptal Talebi Kabul Edildi</a:t>
            </a:r>
          </a:p>
          <a:p>
            <a:r>
              <a:rPr lang="tr-TR" sz="1500" b="1" dirty="0">
                <a:latin typeface="Myriad Pro"/>
              </a:rPr>
              <a:t>IE010 – INV_NOT </a:t>
            </a:r>
            <a:r>
              <a:rPr lang="tr-TR" sz="1500" dirty="0">
                <a:latin typeface="Myriad Pro"/>
              </a:rPr>
              <a:t>(</a:t>
            </a:r>
            <a:r>
              <a:rPr lang="tr-TR" sz="1500" dirty="0" err="1">
                <a:latin typeface="Myriad Pro"/>
              </a:rPr>
              <a:t>Invalid</a:t>
            </a:r>
            <a:r>
              <a:rPr lang="tr-TR" sz="1500" dirty="0">
                <a:latin typeface="Myriad Pro"/>
              </a:rPr>
              <a:t> Notification): Transit İptali Bildirimi</a:t>
            </a:r>
          </a:p>
          <a:p>
            <a:r>
              <a:rPr lang="tr-TR" sz="1500" b="1" dirty="0">
                <a:latin typeface="Myriad Pro"/>
              </a:rPr>
              <a:t>IE141 - MOV_RSP</a:t>
            </a:r>
            <a:r>
              <a:rPr lang="tr-TR" sz="1500" dirty="0">
                <a:latin typeface="Myriad Pro"/>
              </a:rPr>
              <a:t> (Information About Non-Arrived Movement): Yerine Ulaşmamış Taşıma İle İlgili Cevap</a:t>
            </a:r>
          </a:p>
          <a:p>
            <a:r>
              <a:rPr lang="tr-TR" sz="1500" b="1" dirty="0">
                <a:latin typeface="Myriad Pro"/>
              </a:rPr>
              <a:t>IE027 – MVT_QUE </a:t>
            </a:r>
            <a:r>
              <a:rPr lang="tr-TR" sz="1500" dirty="0">
                <a:latin typeface="Myriad Pro"/>
              </a:rPr>
              <a:t>(</a:t>
            </a:r>
            <a:r>
              <a:rPr lang="tr-TR" sz="1500" dirty="0" err="1">
                <a:latin typeface="Myriad Pro"/>
              </a:rPr>
              <a:t>Movement</a:t>
            </a:r>
            <a:r>
              <a:rPr lang="tr-TR" sz="1500" dirty="0">
                <a:latin typeface="Myriad Pro"/>
              </a:rPr>
              <a:t> Query): Taşıma Sorgusu</a:t>
            </a:r>
          </a:p>
          <a:p>
            <a:r>
              <a:rPr lang="tr-TR" sz="1500" b="1" dirty="0">
                <a:latin typeface="Myriad Pro"/>
              </a:rPr>
              <a:t>IE038 - MVT_RSP </a:t>
            </a:r>
            <a:r>
              <a:rPr lang="tr-TR" sz="1500" dirty="0">
                <a:latin typeface="Myriad Pro"/>
              </a:rPr>
              <a:t>(</a:t>
            </a:r>
            <a:r>
              <a:rPr lang="tr-TR" sz="1500" dirty="0" err="1">
                <a:latin typeface="Myriad Pro"/>
              </a:rPr>
              <a:t>Response</a:t>
            </a:r>
            <a:r>
              <a:rPr lang="tr-TR" sz="1500" dirty="0">
                <a:latin typeface="Myriad Pro"/>
              </a:rPr>
              <a:t> </a:t>
            </a:r>
            <a:r>
              <a:rPr lang="tr-TR" sz="1500" dirty="0" err="1">
                <a:latin typeface="Myriad Pro"/>
              </a:rPr>
              <a:t>To</a:t>
            </a:r>
            <a:r>
              <a:rPr lang="tr-TR" sz="1500" dirty="0">
                <a:latin typeface="Myriad Pro"/>
              </a:rPr>
              <a:t> </a:t>
            </a:r>
            <a:r>
              <a:rPr lang="tr-TR" sz="1500" dirty="0" err="1">
                <a:latin typeface="Myriad Pro"/>
              </a:rPr>
              <a:t>Movement</a:t>
            </a:r>
            <a:r>
              <a:rPr lang="tr-TR" sz="1500" dirty="0">
                <a:latin typeface="Myriad Pro"/>
              </a:rPr>
              <a:t> Query): Taşıma Sorgusu Cevabı</a:t>
            </a:r>
          </a:p>
        </p:txBody>
      </p:sp>
      <p:sp>
        <p:nvSpPr>
          <p:cNvPr id="14" name="Content Placeholder 2">
            <a:extLst>
              <a:ext uri="{FF2B5EF4-FFF2-40B4-BE49-F238E27FC236}">
                <a16:creationId xmlns:a16="http://schemas.microsoft.com/office/drawing/2014/main" id="{A6EABE92-597B-400D-AC7B-070FB1848FD0}"/>
              </a:ext>
            </a:extLst>
          </p:cNvPr>
          <p:cNvSpPr txBox="1">
            <a:spLocks/>
          </p:cNvSpPr>
          <p:nvPr/>
        </p:nvSpPr>
        <p:spPr>
          <a:xfrm>
            <a:off x="2019372" y="601996"/>
            <a:ext cx="6101171" cy="370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904" b="1" dirty="0">
                <a:latin typeface="Myriad Pro"/>
                <a:cs typeface="Myriad Pro"/>
              </a:rPr>
              <a:t>NCTS’DE SIKLIKLA KULLANILAN STATÜLER </a:t>
            </a:r>
            <a:r>
              <a:rPr lang="tr-TR" sz="1904" i="1" dirty="0">
                <a:latin typeface="Myriad Pro"/>
                <a:cs typeface="Myriad Pro"/>
              </a:rPr>
              <a:t>(Alfabetik Sıra)</a:t>
            </a:r>
          </a:p>
        </p:txBody>
      </p:sp>
      <p:sp>
        <p:nvSpPr>
          <p:cNvPr id="5" name="Metin kutusu 4">
            <a:extLst>
              <a:ext uri="{FF2B5EF4-FFF2-40B4-BE49-F238E27FC236}">
                <a16:creationId xmlns:a16="http://schemas.microsoft.com/office/drawing/2014/main" id="{4B08EE14-D09C-455C-BAF0-5E53B2D37EC2}"/>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747413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etin kutusu 8">
            <a:extLst>
              <a:ext uri="{FF2B5EF4-FFF2-40B4-BE49-F238E27FC236}">
                <a16:creationId xmlns:a16="http://schemas.microsoft.com/office/drawing/2014/main" id="{499A87AA-36A0-444E-A332-496D68B4092E}"/>
              </a:ext>
            </a:extLst>
          </p:cNvPr>
          <p:cNvSpPr txBox="1"/>
          <p:nvPr/>
        </p:nvSpPr>
        <p:spPr>
          <a:xfrm>
            <a:off x="973499" y="1572592"/>
            <a:ext cx="10425429" cy="4693593"/>
          </a:xfrm>
          <a:prstGeom prst="rect">
            <a:avLst/>
          </a:prstGeom>
          <a:noFill/>
        </p:spPr>
        <p:txBody>
          <a:bodyPr wrap="square" rtlCol="0">
            <a:spAutoFit/>
          </a:bodyPr>
          <a:lstStyle/>
          <a:p>
            <a:r>
              <a:rPr lang="tr-TR" sz="1500" b="1" dirty="0">
                <a:latin typeface="Myriad Pro"/>
              </a:rPr>
              <a:t>IE028 - MRN_ALL</a:t>
            </a:r>
            <a:r>
              <a:rPr lang="tr-TR" sz="1500" dirty="0">
                <a:latin typeface="Myriad Pro"/>
              </a:rPr>
              <a:t> (MRN </a:t>
            </a:r>
            <a:r>
              <a:rPr lang="tr-TR" sz="1500" dirty="0" err="1">
                <a:latin typeface="Myriad Pro"/>
              </a:rPr>
              <a:t>Allocated</a:t>
            </a:r>
            <a:r>
              <a:rPr lang="tr-TR" sz="1500" dirty="0">
                <a:latin typeface="Myriad Pro"/>
              </a:rPr>
              <a:t>): Beyanname Tescil Edildi</a:t>
            </a:r>
          </a:p>
          <a:p>
            <a:r>
              <a:rPr lang="tr-TR" sz="1500" b="1" dirty="0">
                <a:latin typeface="Myriad Pro"/>
              </a:rPr>
              <a:t>IE118 - NCF_NOT</a:t>
            </a:r>
            <a:r>
              <a:rPr lang="tr-TR" sz="1500" dirty="0">
                <a:latin typeface="Myriad Pro"/>
              </a:rPr>
              <a:t> (Notification </a:t>
            </a:r>
            <a:r>
              <a:rPr lang="tr-TR" sz="1500" dirty="0" err="1">
                <a:latin typeface="Myriad Pro"/>
              </a:rPr>
              <a:t>Crossing</a:t>
            </a:r>
            <a:r>
              <a:rPr lang="tr-TR" sz="1500" dirty="0">
                <a:latin typeface="Myriad Pro"/>
              </a:rPr>
              <a:t> </a:t>
            </a:r>
            <a:r>
              <a:rPr lang="tr-TR" sz="1500" dirty="0" err="1">
                <a:latin typeface="Myriad Pro"/>
              </a:rPr>
              <a:t>Frontier</a:t>
            </a:r>
            <a:r>
              <a:rPr lang="tr-TR" sz="1500" dirty="0">
                <a:latin typeface="Myriad Pro"/>
              </a:rPr>
              <a:t>): Transit İdaresinde Sınır Geçişi Bildirimi</a:t>
            </a:r>
          </a:p>
          <a:p>
            <a:r>
              <a:rPr lang="tr-TR" sz="1500" b="1" dirty="0">
                <a:latin typeface="Myriad Pro"/>
              </a:rPr>
              <a:t>IE928 – POS_ACK </a:t>
            </a:r>
            <a:r>
              <a:rPr lang="tr-TR" sz="1500" dirty="0">
                <a:latin typeface="Myriad Pro"/>
              </a:rPr>
              <a:t>(</a:t>
            </a:r>
            <a:r>
              <a:rPr lang="tr-TR" sz="1500" dirty="0" err="1">
                <a:latin typeface="Myriad Pro"/>
              </a:rPr>
              <a:t>Positive</a:t>
            </a:r>
            <a:r>
              <a:rPr lang="tr-TR" sz="1500" dirty="0">
                <a:latin typeface="Myriad Pro"/>
              </a:rPr>
              <a:t> </a:t>
            </a:r>
            <a:r>
              <a:rPr lang="tr-TR" sz="1500" dirty="0" err="1">
                <a:latin typeface="Myriad Pro"/>
              </a:rPr>
              <a:t>Acknowledge</a:t>
            </a:r>
            <a:r>
              <a:rPr lang="tr-TR" sz="1500" dirty="0">
                <a:latin typeface="Myriad Pro"/>
              </a:rPr>
              <a:t>): Beyanın Kabulüne İlişkin Olumlu Bilgilendirme</a:t>
            </a:r>
          </a:p>
          <a:p>
            <a:r>
              <a:rPr lang="tr-TR" sz="1500" b="1" dirty="0">
                <a:latin typeface="Myriad Pro"/>
              </a:rPr>
              <a:t>IE170 – PRE_NOT </a:t>
            </a:r>
            <a:r>
              <a:rPr lang="tr-TR" sz="1500" dirty="0">
                <a:latin typeface="Myriad Pro"/>
              </a:rPr>
              <a:t>(Presentation Notification </a:t>
            </a:r>
            <a:r>
              <a:rPr lang="tr-TR" sz="1500" dirty="0" err="1">
                <a:latin typeface="Myriad Pro"/>
              </a:rPr>
              <a:t>For</a:t>
            </a:r>
            <a:r>
              <a:rPr lang="tr-TR" sz="1500" dirty="0">
                <a:latin typeface="Myriad Pro"/>
              </a:rPr>
              <a:t> </a:t>
            </a:r>
            <a:r>
              <a:rPr lang="tr-TR" sz="1500" dirty="0" err="1">
                <a:latin typeface="Myriad Pro"/>
              </a:rPr>
              <a:t>The</a:t>
            </a:r>
            <a:r>
              <a:rPr lang="tr-TR" sz="1500" dirty="0">
                <a:latin typeface="Myriad Pro"/>
              </a:rPr>
              <a:t> </a:t>
            </a:r>
            <a:r>
              <a:rPr lang="tr-TR" sz="1500" dirty="0" err="1">
                <a:latin typeface="Myriad Pro"/>
              </a:rPr>
              <a:t>Pre-Lodged</a:t>
            </a:r>
            <a:r>
              <a:rPr lang="tr-TR" sz="1500" dirty="0">
                <a:latin typeface="Myriad Pro"/>
              </a:rPr>
              <a:t> </a:t>
            </a:r>
            <a:r>
              <a:rPr lang="tr-TR" sz="1500" dirty="0" err="1">
                <a:latin typeface="Myriad Pro"/>
              </a:rPr>
              <a:t>Decleration</a:t>
            </a:r>
            <a:r>
              <a:rPr lang="tr-TR" sz="1500" dirty="0">
                <a:latin typeface="Myriad Pro"/>
              </a:rPr>
              <a:t>): </a:t>
            </a:r>
          </a:p>
          <a:p>
            <a:r>
              <a:rPr lang="tr-TR" sz="1400" dirty="0">
                <a:latin typeface="Myriad Pro"/>
              </a:rPr>
              <a:t>                                 Beyannamesi Önceden Verilmiş Eşyanın Gümrük İdaresine Sunulmasına İlişkin Bildirim</a:t>
            </a:r>
          </a:p>
          <a:p>
            <a:r>
              <a:rPr lang="tr-TR" sz="1500" b="1" dirty="0">
                <a:latin typeface="Myriad Pro"/>
              </a:rPr>
              <a:t>IE151 - REC_ACC </a:t>
            </a:r>
            <a:r>
              <a:rPr lang="tr-TR" sz="1500" dirty="0">
                <a:latin typeface="Myriad Pro"/>
              </a:rPr>
              <a:t>(</a:t>
            </a:r>
            <a:r>
              <a:rPr lang="tr-TR" sz="1500" dirty="0" err="1">
                <a:latin typeface="Myriad Pro"/>
              </a:rPr>
              <a:t>Recovery</a:t>
            </a:r>
            <a:r>
              <a:rPr lang="tr-TR" sz="1500" dirty="0">
                <a:latin typeface="Myriad Pro"/>
              </a:rPr>
              <a:t> </a:t>
            </a:r>
            <a:r>
              <a:rPr lang="tr-TR" sz="1500" dirty="0" err="1">
                <a:latin typeface="Myriad Pro"/>
              </a:rPr>
              <a:t>Acceptance</a:t>
            </a:r>
            <a:r>
              <a:rPr lang="tr-TR" sz="1500" dirty="0">
                <a:latin typeface="Myriad Pro"/>
              </a:rPr>
              <a:t> Notification): Tahsilat Onayı Bilgisi</a:t>
            </a:r>
          </a:p>
          <a:p>
            <a:r>
              <a:rPr lang="tr-TR" sz="1500" b="1" dirty="0">
                <a:latin typeface="Myriad Pro"/>
              </a:rPr>
              <a:t>IE151 - REC_ACC_POZ </a:t>
            </a:r>
            <a:r>
              <a:rPr lang="tr-TR" sz="1500" dirty="0">
                <a:latin typeface="Myriad Pro"/>
              </a:rPr>
              <a:t>(</a:t>
            </a:r>
            <a:r>
              <a:rPr lang="tr-TR" sz="1500" dirty="0" err="1">
                <a:latin typeface="Myriad Pro"/>
              </a:rPr>
              <a:t>Recovery</a:t>
            </a:r>
            <a:r>
              <a:rPr lang="tr-TR" sz="1500" dirty="0">
                <a:latin typeface="Myriad Pro"/>
              </a:rPr>
              <a:t> </a:t>
            </a:r>
            <a:r>
              <a:rPr lang="tr-TR" sz="1500" dirty="0" err="1">
                <a:latin typeface="Myriad Pro"/>
              </a:rPr>
              <a:t>Acceptance</a:t>
            </a:r>
            <a:r>
              <a:rPr lang="tr-TR" sz="1500" dirty="0">
                <a:latin typeface="Myriad Pro"/>
              </a:rPr>
              <a:t> Notification / «Pozitif»): Tahsilat Erişimi Diğer Gümrük İdaresine Verildi</a:t>
            </a:r>
          </a:p>
          <a:p>
            <a:r>
              <a:rPr lang="tr-TR" sz="1500" b="1" dirty="0">
                <a:latin typeface="Myriad Pro"/>
              </a:rPr>
              <a:t>IE063 - REC_COM </a:t>
            </a:r>
            <a:r>
              <a:rPr lang="tr-TR" sz="1500" dirty="0">
                <a:latin typeface="Myriad Pro"/>
              </a:rPr>
              <a:t>(</a:t>
            </a:r>
            <a:r>
              <a:rPr lang="tr-TR" sz="1500" dirty="0" err="1">
                <a:latin typeface="Myriad Pro"/>
              </a:rPr>
              <a:t>Recovery</a:t>
            </a:r>
            <a:r>
              <a:rPr lang="tr-TR" sz="1500" dirty="0">
                <a:latin typeface="Myriad Pro"/>
              </a:rPr>
              <a:t> </a:t>
            </a:r>
            <a:r>
              <a:rPr lang="tr-TR" sz="1500" dirty="0" err="1">
                <a:latin typeface="Myriad Pro"/>
              </a:rPr>
              <a:t>Communication</a:t>
            </a:r>
            <a:r>
              <a:rPr lang="tr-TR" sz="1500" dirty="0">
                <a:latin typeface="Myriad Pro"/>
              </a:rPr>
              <a:t>): Tahsilat Usulüne Geçildi</a:t>
            </a:r>
            <a:endParaRPr lang="tr-TR" sz="1500" b="1" dirty="0">
              <a:latin typeface="Myriad Pro"/>
            </a:endParaRPr>
          </a:p>
          <a:p>
            <a:r>
              <a:rPr lang="tr-TR" sz="1500" b="1" dirty="0">
                <a:latin typeface="Myriad Pro"/>
              </a:rPr>
              <a:t>IE063 - REC_COM_DEP</a:t>
            </a:r>
            <a:r>
              <a:rPr lang="tr-TR" sz="1500" dirty="0">
                <a:latin typeface="Myriad Pro"/>
              </a:rPr>
              <a:t> (</a:t>
            </a:r>
            <a:r>
              <a:rPr lang="tr-TR" sz="1500" dirty="0" err="1">
                <a:latin typeface="Myriad Pro"/>
              </a:rPr>
              <a:t>Recovery</a:t>
            </a:r>
            <a:r>
              <a:rPr lang="tr-TR" sz="1500" dirty="0">
                <a:latin typeface="Myriad Pro"/>
              </a:rPr>
              <a:t> </a:t>
            </a:r>
            <a:r>
              <a:rPr lang="tr-TR" sz="1500" dirty="0" err="1">
                <a:latin typeface="Myriad Pro"/>
              </a:rPr>
              <a:t>Communication</a:t>
            </a:r>
            <a:r>
              <a:rPr lang="tr-TR" sz="1500" dirty="0">
                <a:latin typeface="Myriad Pro"/>
              </a:rPr>
              <a:t> at </a:t>
            </a:r>
            <a:r>
              <a:rPr lang="tr-TR" sz="1500" dirty="0" err="1">
                <a:latin typeface="Myriad Pro"/>
              </a:rPr>
              <a:t>Departure</a:t>
            </a:r>
            <a:r>
              <a:rPr lang="tr-TR" sz="1500" dirty="0">
                <a:latin typeface="Myriad Pro"/>
              </a:rPr>
              <a:t>): Hareket İdaresinde Tahsilat Onaylandı</a:t>
            </a:r>
          </a:p>
          <a:p>
            <a:r>
              <a:rPr lang="tr-TR" sz="1500" b="1" dirty="0">
                <a:latin typeface="Myriad Pro"/>
              </a:rPr>
              <a:t>IE063 - REC_COM_DES</a:t>
            </a:r>
            <a:r>
              <a:rPr lang="tr-TR" sz="1500" dirty="0">
                <a:latin typeface="Myriad Pro"/>
              </a:rPr>
              <a:t> (</a:t>
            </a:r>
            <a:r>
              <a:rPr lang="tr-TR" sz="1500" dirty="0" err="1">
                <a:latin typeface="Myriad Pro"/>
              </a:rPr>
              <a:t>Recovery</a:t>
            </a:r>
            <a:r>
              <a:rPr lang="tr-TR" sz="1500" dirty="0">
                <a:latin typeface="Myriad Pro"/>
              </a:rPr>
              <a:t> </a:t>
            </a:r>
            <a:r>
              <a:rPr lang="tr-TR" sz="1500" dirty="0" err="1">
                <a:latin typeface="Myriad Pro"/>
              </a:rPr>
              <a:t>Communication</a:t>
            </a:r>
            <a:r>
              <a:rPr lang="tr-TR" sz="1500" dirty="0">
                <a:latin typeface="Myriad Pro"/>
              </a:rPr>
              <a:t> at </a:t>
            </a:r>
            <a:r>
              <a:rPr lang="tr-TR" sz="1500" dirty="0" err="1">
                <a:latin typeface="Myriad Pro"/>
              </a:rPr>
              <a:t>Destination</a:t>
            </a:r>
            <a:r>
              <a:rPr lang="tr-TR" sz="1500" dirty="0">
                <a:latin typeface="Myriad Pro"/>
              </a:rPr>
              <a:t>): Varış İdaresinde Tahsilat Onaylandı</a:t>
            </a:r>
            <a:endParaRPr lang="tr-TR" sz="1500" b="1" dirty="0">
              <a:latin typeface="Myriad Pro"/>
            </a:endParaRPr>
          </a:p>
          <a:p>
            <a:r>
              <a:rPr lang="tr-TR" sz="1500" b="1" dirty="0">
                <a:latin typeface="Myriad Pro"/>
              </a:rPr>
              <a:t>IE152 - REC_DIS</a:t>
            </a:r>
            <a:r>
              <a:rPr lang="tr-TR" sz="1500" dirty="0">
                <a:latin typeface="Myriad Pro"/>
              </a:rPr>
              <a:t> (</a:t>
            </a:r>
            <a:r>
              <a:rPr lang="tr-TR" sz="1500" dirty="0" err="1">
                <a:latin typeface="Myriad Pro"/>
              </a:rPr>
              <a:t>Recovery</a:t>
            </a:r>
            <a:r>
              <a:rPr lang="tr-TR" sz="1500" dirty="0">
                <a:latin typeface="Myriad Pro"/>
              </a:rPr>
              <a:t> </a:t>
            </a:r>
            <a:r>
              <a:rPr lang="tr-TR" sz="1500" dirty="0" err="1">
                <a:latin typeface="Myriad Pro"/>
              </a:rPr>
              <a:t>Dispatch</a:t>
            </a:r>
            <a:r>
              <a:rPr lang="tr-TR" sz="1500" dirty="0">
                <a:latin typeface="Myriad Pro"/>
              </a:rPr>
              <a:t> Notification): Tahsilat Dağıtıldı</a:t>
            </a:r>
          </a:p>
          <a:p>
            <a:r>
              <a:rPr lang="tr-TR" sz="1500" b="1" dirty="0">
                <a:latin typeface="Myriad Pro"/>
              </a:rPr>
              <a:t>IE035 - REC_NOT</a:t>
            </a:r>
            <a:r>
              <a:rPr lang="tr-TR" sz="1500" dirty="0">
                <a:latin typeface="Myriad Pro"/>
              </a:rPr>
              <a:t> (</a:t>
            </a:r>
            <a:r>
              <a:rPr lang="tr-TR" sz="1500" dirty="0" err="1">
                <a:latin typeface="Myriad Pro"/>
              </a:rPr>
              <a:t>Recovery</a:t>
            </a:r>
            <a:r>
              <a:rPr lang="tr-TR" sz="1500" dirty="0">
                <a:latin typeface="Myriad Pro"/>
              </a:rPr>
              <a:t> Notification): Tahsilat Tebliğ Edildi</a:t>
            </a:r>
          </a:p>
          <a:p>
            <a:r>
              <a:rPr lang="tr-TR" sz="1500" b="1" dirty="0">
                <a:latin typeface="Myriad Pro"/>
              </a:rPr>
              <a:t>IE150 - REC_REQ</a:t>
            </a:r>
            <a:r>
              <a:rPr lang="tr-TR" sz="1500" dirty="0">
                <a:latin typeface="Myriad Pro"/>
              </a:rPr>
              <a:t> (</a:t>
            </a:r>
            <a:r>
              <a:rPr lang="tr-TR" sz="1500" dirty="0" err="1">
                <a:latin typeface="Myriad Pro"/>
              </a:rPr>
              <a:t>Recovery</a:t>
            </a:r>
            <a:r>
              <a:rPr lang="tr-TR" sz="1500" dirty="0">
                <a:latin typeface="Myriad Pro"/>
              </a:rPr>
              <a:t> </a:t>
            </a:r>
            <a:r>
              <a:rPr lang="tr-TR" sz="1500" dirty="0" err="1">
                <a:latin typeface="Myriad Pro"/>
              </a:rPr>
              <a:t>Request</a:t>
            </a:r>
            <a:r>
              <a:rPr lang="tr-TR" sz="1500" dirty="0">
                <a:latin typeface="Myriad Pro"/>
              </a:rPr>
              <a:t>): Tahsilat İsteği</a:t>
            </a:r>
          </a:p>
          <a:p>
            <a:r>
              <a:rPr lang="tr-TR" sz="1500" b="1" dirty="0">
                <a:latin typeface="Myriad Pro"/>
              </a:rPr>
              <a:t>             RED_LINE</a:t>
            </a:r>
            <a:r>
              <a:rPr lang="tr-TR" sz="1500" dirty="0">
                <a:latin typeface="Myriad Pro"/>
              </a:rPr>
              <a:t>: Kırmızı Hat</a:t>
            </a:r>
          </a:p>
          <a:p>
            <a:r>
              <a:rPr lang="tr-TR" sz="1500" b="1" dirty="0">
                <a:latin typeface="Myriad Pro"/>
              </a:rPr>
              <a:t>IE051 - REL_NOT</a:t>
            </a:r>
            <a:r>
              <a:rPr lang="tr-TR" sz="1500" dirty="0">
                <a:latin typeface="Myriad Pro"/>
              </a:rPr>
              <a:t> (No Release for Transit): Transit Tescil Memuru Tarafından Serbest Bırakılmadı</a:t>
            </a:r>
          </a:p>
          <a:p>
            <a:r>
              <a:rPr lang="tr-TR" sz="1500" b="1" dirty="0">
                <a:latin typeface="Myriad Pro"/>
              </a:rPr>
              <a:t>IE029 - REL_TRA</a:t>
            </a:r>
            <a:r>
              <a:rPr lang="tr-TR" sz="1500" dirty="0">
                <a:latin typeface="Myriad Pro"/>
              </a:rPr>
              <a:t> (</a:t>
            </a:r>
            <a:r>
              <a:rPr lang="tr-TR" sz="1500" dirty="0" err="1">
                <a:latin typeface="Myriad Pro"/>
              </a:rPr>
              <a:t>Release</a:t>
            </a:r>
            <a:r>
              <a:rPr lang="tr-TR" sz="1500" dirty="0">
                <a:latin typeface="Myriad Pro"/>
              </a:rPr>
              <a:t> </a:t>
            </a:r>
            <a:r>
              <a:rPr lang="tr-TR" sz="1500" dirty="0" err="1">
                <a:latin typeface="Myriad Pro"/>
              </a:rPr>
              <a:t>For</a:t>
            </a:r>
            <a:r>
              <a:rPr lang="tr-TR" sz="1500" dirty="0">
                <a:latin typeface="Myriad Pro"/>
              </a:rPr>
              <a:t> Transit): Transit Serbest Bırakıldı</a:t>
            </a:r>
          </a:p>
          <a:p>
            <a:r>
              <a:rPr lang="tr-TR" sz="1500" b="1" dirty="0">
                <a:latin typeface="Myriad Pro"/>
              </a:rPr>
              <a:t>IE040 - REQ_MOV</a:t>
            </a:r>
            <a:r>
              <a:rPr lang="tr-TR" sz="1500" dirty="0">
                <a:latin typeface="Myriad Pro"/>
              </a:rPr>
              <a:t> (Request on Non-Arrived Movement): Yerine Ulaşmamış Taşıma İle İlgili Bilgi Talebi</a:t>
            </a:r>
          </a:p>
          <a:p>
            <a:r>
              <a:rPr lang="tr-TR" sz="1500" b="1" dirty="0">
                <a:latin typeface="Myriad Pro"/>
              </a:rPr>
              <a:t>IE045 - WRT_NOT</a:t>
            </a:r>
            <a:r>
              <a:rPr lang="tr-TR" sz="1500" dirty="0">
                <a:latin typeface="Myriad Pro"/>
              </a:rPr>
              <a:t> (Write-off Notification): Transit Kapandı</a:t>
            </a:r>
          </a:p>
          <a:p>
            <a:r>
              <a:rPr lang="tr-TR" sz="1500" b="1" dirty="0">
                <a:latin typeface="Myriad Pro"/>
              </a:rPr>
              <a:t>             YEL_LINE</a:t>
            </a:r>
            <a:r>
              <a:rPr lang="tr-TR" sz="1500" dirty="0">
                <a:latin typeface="Myriad Pro"/>
              </a:rPr>
              <a:t>: Sarı Hat</a:t>
            </a:r>
          </a:p>
          <a:p>
            <a:r>
              <a:rPr lang="tr-TR" sz="1500" b="1" dirty="0">
                <a:latin typeface="Myriad Pro"/>
              </a:rPr>
              <a:t>             YGM_NOT</a:t>
            </a:r>
            <a:r>
              <a:rPr lang="tr-TR" sz="1500" dirty="0">
                <a:latin typeface="Myriad Pro"/>
              </a:rPr>
              <a:t> (YGM Notification): YGM Tarafından Aracın Antrepoya Varışı Bildirimi</a:t>
            </a:r>
          </a:p>
        </p:txBody>
      </p:sp>
      <p:sp>
        <p:nvSpPr>
          <p:cNvPr id="14" name="Content Placeholder 2">
            <a:extLst>
              <a:ext uri="{FF2B5EF4-FFF2-40B4-BE49-F238E27FC236}">
                <a16:creationId xmlns:a16="http://schemas.microsoft.com/office/drawing/2014/main" id="{A6EABE92-597B-400D-AC7B-070FB1848FD0}"/>
              </a:ext>
            </a:extLst>
          </p:cNvPr>
          <p:cNvSpPr txBox="1">
            <a:spLocks/>
          </p:cNvSpPr>
          <p:nvPr/>
        </p:nvSpPr>
        <p:spPr>
          <a:xfrm>
            <a:off x="2019372" y="601996"/>
            <a:ext cx="6067615" cy="370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904" b="1" dirty="0">
                <a:latin typeface="Myriad Pro"/>
                <a:cs typeface="Myriad Pro"/>
              </a:rPr>
              <a:t>NCTS’DE SIKLIKLA KULLANILAN STATÜLER </a:t>
            </a:r>
            <a:r>
              <a:rPr lang="tr-TR" sz="1904" i="1" dirty="0">
                <a:latin typeface="Myriad Pro"/>
                <a:cs typeface="Myriad Pro"/>
              </a:rPr>
              <a:t>(Alfabetik Sıra)</a:t>
            </a:r>
          </a:p>
        </p:txBody>
      </p:sp>
      <p:sp>
        <p:nvSpPr>
          <p:cNvPr id="5" name="Metin kutusu 4">
            <a:extLst>
              <a:ext uri="{FF2B5EF4-FFF2-40B4-BE49-F238E27FC236}">
                <a16:creationId xmlns:a16="http://schemas.microsoft.com/office/drawing/2014/main" id="{D674C686-5A3D-476A-825F-41BBF61ACE09}"/>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8937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Content Placeholder 2">
            <a:extLst>
              <a:ext uri="{FF2B5EF4-FFF2-40B4-BE49-F238E27FC236}">
                <a16:creationId xmlns:a16="http://schemas.microsoft.com/office/drawing/2014/main" id="{5B678680-FDD3-4092-9F81-7FFE26BE337A}"/>
              </a:ext>
            </a:extLst>
          </p:cNvPr>
          <p:cNvSpPr txBox="1">
            <a:spLocks/>
          </p:cNvSpPr>
          <p:nvPr/>
        </p:nvSpPr>
        <p:spPr>
          <a:xfrm>
            <a:off x="1944944" y="595904"/>
            <a:ext cx="808682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NCTS FAZ-5 İLE </a:t>
            </a:r>
            <a:r>
              <a:rPr lang="tr-TR" sz="1904" b="1" dirty="0">
                <a:solidFill>
                  <a:srgbClr val="FF0000"/>
                </a:solidFill>
                <a:latin typeface="Myriad Pro"/>
                <a:cs typeface="Myriad Pro"/>
              </a:rPr>
              <a:t>DEĞİŞEN</a:t>
            </a:r>
            <a:r>
              <a:rPr lang="tr-TR" sz="1904" b="1" dirty="0">
                <a:latin typeface="Myriad Pro"/>
                <a:cs typeface="Myriad Pro"/>
              </a:rPr>
              <a:t> STATÜLER</a:t>
            </a:r>
            <a:endParaRPr lang="en-US" sz="1058" dirty="0">
              <a:latin typeface="Myriad Pro"/>
            </a:endParaRPr>
          </a:p>
        </p:txBody>
      </p:sp>
      <p:sp>
        <p:nvSpPr>
          <p:cNvPr id="67" name="Metin kutusu 66">
            <a:extLst>
              <a:ext uri="{FF2B5EF4-FFF2-40B4-BE49-F238E27FC236}">
                <a16:creationId xmlns:a16="http://schemas.microsoft.com/office/drawing/2014/main" id="{F8F79077-66C1-4AC9-8BB1-9A09C48D35DF}"/>
              </a:ext>
            </a:extLst>
          </p:cNvPr>
          <p:cNvSpPr txBox="1"/>
          <p:nvPr/>
        </p:nvSpPr>
        <p:spPr>
          <a:xfrm>
            <a:off x="576231" y="1783947"/>
            <a:ext cx="11039537" cy="3370153"/>
          </a:xfrm>
          <a:prstGeom prst="rect">
            <a:avLst/>
          </a:prstGeom>
          <a:noFill/>
        </p:spPr>
        <p:txBody>
          <a:bodyPr wrap="square" rtlCol="0">
            <a:spAutoFit/>
          </a:bodyPr>
          <a:lstStyle/>
          <a:p>
            <a:r>
              <a:rPr lang="tr-TR" b="1" dirty="0">
                <a:solidFill>
                  <a:srgbClr val="00B050"/>
                </a:solidFill>
                <a:latin typeface="Myriad Pro"/>
              </a:rPr>
              <a:t>IE009 – INV_DEC </a:t>
            </a:r>
            <a:r>
              <a:rPr lang="tr-TR" dirty="0">
                <a:latin typeface="Myriad Pro"/>
              </a:rPr>
              <a:t>(</a:t>
            </a:r>
            <a:r>
              <a:rPr lang="tr-TR" dirty="0" err="1">
                <a:latin typeface="Myriad Pro"/>
              </a:rPr>
              <a:t>Invalidation</a:t>
            </a:r>
            <a:r>
              <a:rPr lang="tr-TR" dirty="0">
                <a:latin typeface="Myriad Pro"/>
              </a:rPr>
              <a:t> </a:t>
            </a:r>
            <a:r>
              <a:rPr lang="tr-TR" dirty="0" err="1">
                <a:latin typeface="Myriad Pro"/>
              </a:rPr>
              <a:t>Decision</a:t>
            </a:r>
            <a:r>
              <a:rPr lang="tr-TR" dirty="0">
                <a:latin typeface="Myriad Pro"/>
              </a:rPr>
              <a:t>): </a:t>
            </a:r>
            <a:r>
              <a:rPr lang="tr-TR" b="1" dirty="0">
                <a:latin typeface="Myriad Pro"/>
              </a:rPr>
              <a:t>Beyanname İptali Talep Edildi  </a:t>
            </a:r>
          </a:p>
          <a:p>
            <a:r>
              <a:rPr lang="tr-TR" b="1" i="1" dirty="0">
                <a:solidFill>
                  <a:srgbClr val="FF0000"/>
                </a:solidFill>
                <a:latin typeface="Myriad Pro"/>
              </a:rPr>
              <a:t>(CAN_DEC kaldırıldı)</a:t>
            </a:r>
          </a:p>
          <a:p>
            <a:endParaRPr lang="tr-TR" b="1" i="1" dirty="0">
              <a:solidFill>
                <a:srgbClr val="FF0000"/>
              </a:solidFill>
              <a:latin typeface="Myriad Pro"/>
            </a:endParaRPr>
          </a:p>
          <a:p>
            <a:endParaRPr lang="tr-TR" i="1" dirty="0">
              <a:latin typeface="Myriad Pro"/>
            </a:endParaRPr>
          </a:p>
          <a:p>
            <a:r>
              <a:rPr lang="tr-TR" b="1" dirty="0">
                <a:solidFill>
                  <a:srgbClr val="00B050"/>
                </a:solidFill>
                <a:latin typeface="Myriad Pro"/>
              </a:rPr>
              <a:t>IE010 – INV_NOT </a:t>
            </a:r>
            <a:r>
              <a:rPr lang="tr-TR" dirty="0">
                <a:latin typeface="Myriad Pro"/>
              </a:rPr>
              <a:t>(</a:t>
            </a:r>
            <a:r>
              <a:rPr lang="tr-TR" dirty="0" err="1">
                <a:latin typeface="Myriad Pro"/>
              </a:rPr>
              <a:t>Invalidation</a:t>
            </a:r>
            <a:r>
              <a:rPr lang="tr-TR" dirty="0">
                <a:latin typeface="Myriad Pro"/>
              </a:rPr>
              <a:t> Notification): </a:t>
            </a:r>
            <a:r>
              <a:rPr lang="tr-TR" b="1" dirty="0">
                <a:latin typeface="Myriad Pro"/>
              </a:rPr>
              <a:t>Transit İptali Bildirimi  </a:t>
            </a:r>
          </a:p>
          <a:p>
            <a:r>
              <a:rPr lang="tr-TR" b="1" i="1" dirty="0">
                <a:solidFill>
                  <a:srgbClr val="FF0000"/>
                </a:solidFill>
                <a:latin typeface="Myriad Pro"/>
              </a:rPr>
              <a:t>(CAN_NOT ve CAN_ACK kaldırıldı)</a:t>
            </a:r>
          </a:p>
          <a:p>
            <a:endParaRPr lang="tr-TR" b="1" i="1" dirty="0">
              <a:solidFill>
                <a:srgbClr val="FF0000"/>
              </a:solidFill>
              <a:latin typeface="Myriad Pro"/>
            </a:endParaRPr>
          </a:p>
          <a:p>
            <a:endParaRPr lang="tr-TR" i="1" dirty="0">
              <a:latin typeface="Myriad Pro"/>
            </a:endParaRPr>
          </a:p>
          <a:p>
            <a:r>
              <a:rPr lang="tr-TR" b="1" dirty="0">
                <a:solidFill>
                  <a:srgbClr val="00B050"/>
                </a:solidFill>
                <a:latin typeface="Myriad Pro"/>
              </a:rPr>
              <a:t>IE014 – DEC_INV </a:t>
            </a:r>
            <a:r>
              <a:rPr lang="tr-TR" dirty="0">
                <a:latin typeface="Myriad Pro"/>
              </a:rPr>
              <a:t>(</a:t>
            </a:r>
            <a:r>
              <a:rPr lang="tr-TR" dirty="0" err="1">
                <a:latin typeface="Myriad Pro"/>
              </a:rPr>
              <a:t>Decleration</a:t>
            </a:r>
            <a:r>
              <a:rPr lang="tr-TR" dirty="0">
                <a:latin typeface="Myriad Pro"/>
              </a:rPr>
              <a:t> </a:t>
            </a:r>
            <a:r>
              <a:rPr lang="tr-TR" dirty="0" err="1">
                <a:latin typeface="Myriad Pro"/>
              </a:rPr>
              <a:t>Invalidation</a:t>
            </a:r>
            <a:r>
              <a:rPr lang="tr-TR" dirty="0">
                <a:latin typeface="Myriad Pro"/>
              </a:rPr>
              <a:t> </a:t>
            </a:r>
            <a:r>
              <a:rPr lang="tr-TR" dirty="0" err="1">
                <a:latin typeface="Myriad Pro"/>
              </a:rPr>
              <a:t>Request</a:t>
            </a:r>
            <a:r>
              <a:rPr lang="tr-TR" dirty="0">
                <a:latin typeface="Myriad Pro"/>
              </a:rPr>
              <a:t>): </a:t>
            </a:r>
            <a:r>
              <a:rPr lang="tr-TR" b="1" dirty="0">
                <a:latin typeface="Myriad Pro"/>
              </a:rPr>
              <a:t>Beyanname İptali Talep Edildi</a:t>
            </a:r>
          </a:p>
          <a:p>
            <a:r>
              <a:rPr lang="tr-TR" b="1" i="1" dirty="0">
                <a:solidFill>
                  <a:srgbClr val="FF0000"/>
                </a:solidFill>
                <a:latin typeface="Myriad Pro"/>
              </a:rPr>
              <a:t>(DEC_CAN kaldırıldı)</a:t>
            </a:r>
            <a:endParaRPr lang="tr-TR" b="1" dirty="0">
              <a:latin typeface="Myriad Pro"/>
            </a:endParaRPr>
          </a:p>
          <a:p>
            <a:endParaRPr lang="tr-TR" i="1" dirty="0">
              <a:latin typeface="Myriad Pro"/>
            </a:endParaRPr>
          </a:p>
          <a:p>
            <a:endParaRPr lang="tr-TR" sz="1500" i="1" dirty="0">
              <a:latin typeface="Myriad Pro"/>
            </a:endParaRPr>
          </a:p>
        </p:txBody>
      </p:sp>
      <p:sp>
        <p:nvSpPr>
          <p:cNvPr id="5" name="Metin kutusu 4">
            <a:extLst>
              <a:ext uri="{FF2B5EF4-FFF2-40B4-BE49-F238E27FC236}">
                <a16:creationId xmlns:a16="http://schemas.microsoft.com/office/drawing/2014/main" id="{8FFE70AD-6F66-43E9-B7F3-56ED4A206254}"/>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74213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Content Placeholder 2">
            <a:extLst>
              <a:ext uri="{FF2B5EF4-FFF2-40B4-BE49-F238E27FC236}">
                <a16:creationId xmlns:a16="http://schemas.microsoft.com/office/drawing/2014/main" id="{5B678680-FDD3-4092-9F81-7FFE26BE337A}"/>
              </a:ext>
            </a:extLst>
          </p:cNvPr>
          <p:cNvSpPr txBox="1">
            <a:spLocks/>
          </p:cNvSpPr>
          <p:nvPr/>
        </p:nvSpPr>
        <p:spPr>
          <a:xfrm>
            <a:off x="1944944" y="595904"/>
            <a:ext cx="808682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NCTS FAZ-5 İLE </a:t>
            </a:r>
            <a:r>
              <a:rPr lang="tr-TR" sz="1904" b="1" dirty="0">
                <a:solidFill>
                  <a:srgbClr val="FF0000"/>
                </a:solidFill>
                <a:latin typeface="Myriad Pro"/>
                <a:cs typeface="Myriad Pro"/>
              </a:rPr>
              <a:t>DEĞİŞEN</a:t>
            </a:r>
            <a:r>
              <a:rPr lang="tr-TR" sz="1904" b="1" dirty="0">
                <a:latin typeface="Myriad Pro"/>
                <a:cs typeface="Myriad Pro"/>
              </a:rPr>
              <a:t> STATÜLER</a:t>
            </a:r>
            <a:endParaRPr lang="en-US" sz="1058" dirty="0">
              <a:latin typeface="Myriad Pro"/>
            </a:endParaRPr>
          </a:p>
        </p:txBody>
      </p:sp>
      <p:sp>
        <p:nvSpPr>
          <p:cNvPr id="67" name="Metin kutusu 66">
            <a:extLst>
              <a:ext uri="{FF2B5EF4-FFF2-40B4-BE49-F238E27FC236}">
                <a16:creationId xmlns:a16="http://schemas.microsoft.com/office/drawing/2014/main" id="{F8F79077-66C1-4AC9-8BB1-9A09C48D35DF}"/>
              </a:ext>
            </a:extLst>
          </p:cNvPr>
          <p:cNvSpPr txBox="1"/>
          <p:nvPr/>
        </p:nvSpPr>
        <p:spPr>
          <a:xfrm>
            <a:off x="576231" y="1783947"/>
            <a:ext cx="11039537" cy="3370153"/>
          </a:xfrm>
          <a:prstGeom prst="rect">
            <a:avLst/>
          </a:prstGeom>
          <a:noFill/>
        </p:spPr>
        <p:txBody>
          <a:bodyPr wrap="square" rtlCol="0">
            <a:spAutoFit/>
          </a:bodyPr>
          <a:lstStyle/>
          <a:p>
            <a:r>
              <a:rPr lang="tr-TR" b="1" dirty="0">
                <a:solidFill>
                  <a:srgbClr val="00B050"/>
                </a:solidFill>
                <a:latin typeface="Myriad Pro"/>
              </a:rPr>
              <a:t>IE049 – DIS_NOT </a:t>
            </a:r>
            <a:r>
              <a:rPr lang="tr-TR" dirty="0">
                <a:latin typeface="Myriad Pro"/>
              </a:rPr>
              <a:t>(</a:t>
            </a:r>
            <a:r>
              <a:rPr lang="tr-TR" dirty="0" err="1">
                <a:latin typeface="Myriad Pro"/>
              </a:rPr>
              <a:t>Discrepancies</a:t>
            </a:r>
            <a:r>
              <a:rPr lang="tr-TR" dirty="0">
                <a:latin typeface="Myriad Pro"/>
              </a:rPr>
              <a:t> </a:t>
            </a:r>
            <a:r>
              <a:rPr lang="tr-TR" dirty="0" err="1">
                <a:latin typeface="Myriad Pro"/>
              </a:rPr>
              <a:t>Solved</a:t>
            </a:r>
            <a:r>
              <a:rPr lang="tr-TR" dirty="0">
                <a:latin typeface="Myriad Pro"/>
              </a:rPr>
              <a:t> Notification): </a:t>
            </a:r>
            <a:r>
              <a:rPr lang="tr-TR" b="1" dirty="0">
                <a:latin typeface="Myriad Pro"/>
              </a:rPr>
              <a:t>Uyuşmazlık Çözüm Bildirimi</a:t>
            </a:r>
          </a:p>
          <a:p>
            <a:r>
              <a:rPr lang="tr-TR" b="1" i="1" dirty="0">
                <a:solidFill>
                  <a:srgbClr val="FF0000"/>
                </a:solidFill>
                <a:latin typeface="Myriad Pro"/>
              </a:rPr>
              <a:t>(DIS_SOL kaldırıldı)</a:t>
            </a:r>
          </a:p>
          <a:p>
            <a:endParaRPr lang="tr-TR" b="1" dirty="0">
              <a:solidFill>
                <a:srgbClr val="00B050"/>
              </a:solidFill>
              <a:latin typeface="Myriad Pro"/>
            </a:endParaRPr>
          </a:p>
          <a:p>
            <a:endParaRPr lang="tr-TR" b="1" dirty="0">
              <a:solidFill>
                <a:srgbClr val="00B050"/>
              </a:solidFill>
              <a:latin typeface="Myriad Pro"/>
            </a:endParaRPr>
          </a:p>
          <a:p>
            <a:r>
              <a:rPr lang="tr-TR" b="1" dirty="0">
                <a:solidFill>
                  <a:srgbClr val="00B050"/>
                </a:solidFill>
                <a:latin typeface="Myriad Pro"/>
              </a:rPr>
              <a:t>IE056 – DEP_REJ </a:t>
            </a:r>
            <a:r>
              <a:rPr lang="tr-TR" dirty="0">
                <a:latin typeface="Myriad Pro"/>
              </a:rPr>
              <a:t>(</a:t>
            </a:r>
            <a:r>
              <a:rPr lang="tr-TR" dirty="0" err="1">
                <a:latin typeface="Myriad Pro"/>
              </a:rPr>
              <a:t>Rejection</a:t>
            </a:r>
            <a:r>
              <a:rPr lang="tr-TR" dirty="0">
                <a:latin typeface="Myriad Pro"/>
              </a:rPr>
              <a:t> </a:t>
            </a:r>
            <a:r>
              <a:rPr lang="tr-TR" dirty="0" err="1">
                <a:latin typeface="Myriad Pro"/>
              </a:rPr>
              <a:t>From</a:t>
            </a:r>
            <a:r>
              <a:rPr lang="tr-TR" dirty="0">
                <a:latin typeface="Myriad Pro"/>
              </a:rPr>
              <a:t> Office Of </a:t>
            </a:r>
            <a:r>
              <a:rPr lang="tr-TR" dirty="0" err="1">
                <a:latin typeface="Myriad Pro"/>
              </a:rPr>
              <a:t>Departure</a:t>
            </a:r>
            <a:r>
              <a:rPr lang="tr-TR" dirty="0">
                <a:latin typeface="Myriad Pro"/>
              </a:rPr>
              <a:t>): </a:t>
            </a:r>
            <a:r>
              <a:rPr lang="tr-TR" b="1" dirty="0">
                <a:latin typeface="Myriad Pro"/>
              </a:rPr>
              <a:t>Beyannamenin Hareket İdaresince Reddi</a:t>
            </a:r>
          </a:p>
          <a:p>
            <a:r>
              <a:rPr lang="tr-TR" b="1" i="1" dirty="0">
                <a:solidFill>
                  <a:srgbClr val="FF0000"/>
                </a:solidFill>
                <a:latin typeface="Myriad Pro"/>
              </a:rPr>
              <a:t>(DEC_REJ kaldırıldı)</a:t>
            </a:r>
          </a:p>
          <a:p>
            <a:endParaRPr lang="tr-TR" b="1" i="1" dirty="0">
              <a:solidFill>
                <a:srgbClr val="FF0000"/>
              </a:solidFill>
              <a:latin typeface="Myriad Pro"/>
            </a:endParaRPr>
          </a:p>
          <a:p>
            <a:endParaRPr lang="tr-TR" i="1" dirty="0">
              <a:latin typeface="Myriad Pro"/>
            </a:endParaRPr>
          </a:p>
          <a:p>
            <a:r>
              <a:rPr lang="tr-TR" b="1" dirty="0">
                <a:solidFill>
                  <a:srgbClr val="00B050"/>
                </a:solidFill>
                <a:latin typeface="Myriad Pro"/>
              </a:rPr>
              <a:t>IE057 – DES_REJ </a:t>
            </a:r>
            <a:r>
              <a:rPr lang="tr-TR" dirty="0">
                <a:latin typeface="Myriad Pro"/>
              </a:rPr>
              <a:t>(</a:t>
            </a:r>
            <a:r>
              <a:rPr lang="tr-TR" dirty="0" err="1">
                <a:latin typeface="Myriad Pro"/>
              </a:rPr>
              <a:t>Rejection</a:t>
            </a:r>
            <a:r>
              <a:rPr lang="tr-TR" dirty="0">
                <a:latin typeface="Myriad Pro"/>
              </a:rPr>
              <a:t> </a:t>
            </a:r>
            <a:r>
              <a:rPr lang="tr-TR" dirty="0" err="1">
                <a:latin typeface="Myriad Pro"/>
              </a:rPr>
              <a:t>From</a:t>
            </a:r>
            <a:r>
              <a:rPr lang="tr-TR" dirty="0">
                <a:latin typeface="Myriad Pro"/>
              </a:rPr>
              <a:t> Office Of </a:t>
            </a:r>
            <a:r>
              <a:rPr lang="tr-TR" dirty="0" err="1">
                <a:latin typeface="Myriad Pro"/>
              </a:rPr>
              <a:t>Destination</a:t>
            </a:r>
            <a:r>
              <a:rPr lang="tr-TR" dirty="0">
                <a:latin typeface="Myriad Pro"/>
              </a:rPr>
              <a:t>): </a:t>
            </a:r>
            <a:r>
              <a:rPr lang="tr-TR" b="1" dirty="0">
                <a:latin typeface="Myriad Pro"/>
              </a:rPr>
              <a:t>Beyannamenin Varış İdaresince Reddi</a:t>
            </a:r>
          </a:p>
          <a:p>
            <a:r>
              <a:rPr lang="tr-TR" b="1" i="1" dirty="0">
                <a:solidFill>
                  <a:srgbClr val="FF0000"/>
                </a:solidFill>
                <a:latin typeface="Myriad Pro"/>
              </a:rPr>
              <a:t>(AAR_REJ kaldırıldı)</a:t>
            </a:r>
          </a:p>
          <a:p>
            <a:endParaRPr lang="tr-TR" i="1" dirty="0">
              <a:latin typeface="Myriad Pro"/>
            </a:endParaRPr>
          </a:p>
          <a:p>
            <a:endParaRPr lang="tr-TR" sz="1500" i="1" dirty="0">
              <a:latin typeface="Myriad Pro"/>
            </a:endParaRPr>
          </a:p>
        </p:txBody>
      </p:sp>
      <p:sp>
        <p:nvSpPr>
          <p:cNvPr id="5" name="Metin kutusu 4">
            <a:extLst>
              <a:ext uri="{FF2B5EF4-FFF2-40B4-BE49-F238E27FC236}">
                <a16:creationId xmlns:a16="http://schemas.microsoft.com/office/drawing/2014/main" id="{D30263CC-4537-4DA0-B757-FCAA634BE0D9}"/>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31786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Content Placeholder 2">
            <a:extLst>
              <a:ext uri="{FF2B5EF4-FFF2-40B4-BE49-F238E27FC236}">
                <a16:creationId xmlns:a16="http://schemas.microsoft.com/office/drawing/2014/main" id="{5B678680-FDD3-4092-9F81-7FFE26BE337A}"/>
              </a:ext>
            </a:extLst>
          </p:cNvPr>
          <p:cNvSpPr txBox="1">
            <a:spLocks/>
          </p:cNvSpPr>
          <p:nvPr/>
        </p:nvSpPr>
        <p:spPr>
          <a:xfrm>
            <a:off x="1944944" y="595904"/>
            <a:ext cx="808682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NCTS FAZ-5 İLE KULLANILACAK </a:t>
            </a:r>
            <a:r>
              <a:rPr lang="tr-TR" sz="1904" b="1" dirty="0">
                <a:solidFill>
                  <a:srgbClr val="00B050"/>
                </a:solidFill>
                <a:latin typeface="Myriad Pro"/>
                <a:cs typeface="Myriad Pro"/>
              </a:rPr>
              <a:t>YENİ </a:t>
            </a:r>
            <a:r>
              <a:rPr lang="tr-TR" sz="1904" b="1" dirty="0">
                <a:latin typeface="Myriad Pro"/>
                <a:cs typeface="Myriad Pro"/>
              </a:rPr>
              <a:t>STATÜLER</a:t>
            </a:r>
            <a:endParaRPr lang="en-US" sz="1058" dirty="0">
              <a:latin typeface="Myriad Pro"/>
            </a:endParaRPr>
          </a:p>
        </p:txBody>
      </p:sp>
      <p:sp>
        <p:nvSpPr>
          <p:cNvPr id="67" name="Metin kutusu 66">
            <a:extLst>
              <a:ext uri="{FF2B5EF4-FFF2-40B4-BE49-F238E27FC236}">
                <a16:creationId xmlns:a16="http://schemas.microsoft.com/office/drawing/2014/main" id="{F8F79077-66C1-4AC9-8BB1-9A09C48D35DF}"/>
              </a:ext>
            </a:extLst>
          </p:cNvPr>
          <p:cNvSpPr txBox="1"/>
          <p:nvPr/>
        </p:nvSpPr>
        <p:spPr>
          <a:xfrm>
            <a:off x="973498" y="1512510"/>
            <a:ext cx="10250971" cy="5201424"/>
          </a:xfrm>
          <a:prstGeom prst="rect">
            <a:avLst/>
          </a:prstGeom>
          <a:noFill/>
        </p:spPr>
        <p:txBody>
          <a:bodyPr wrap="square" rtlCol="0">
            <a:spAutoFit/>
          </a:bodyPr>
          <a:lstStyle/>
          <a:p>
            <a:r>
              <a:rPr lang="tr-TR" sz="1600" b="1" dirty="0">
                <a:solidFill>
                  <a:srgbClr val="00B050"/>
                </a:solidFill>
                <a:latin typeface="Myriad Pro"/>
              </a:rPr>
              <a:t>IE022 – AMD_NOT </a:t>
            </a:r>
            <a:r>
              <a:rPr lang="tr-TR" sz="1600" dirty="0">
                <a:latin typeface="Myriad Pro"/>
              </a:rPr>
              <a:t>(Notification of </a:t>
            </a:r>
            <a:r>
              <a:rPr lang="tr-TR" sz="1600" dirty="0" err="1">
                <a:latin typeface="Myriad Pro"/>
              </a:rPr>
              <a:t>Amend</a:t>
            </a:r>
            <a:r>
              <a:rPr lang="tr-TR" sz="1600" dirty="0">
                <a:latin typeface="Myriad Pro"/>
              </a:rPr>
              <a:t> </a:t>
            </a:r>
            <a:r>
              <a:rPr lang="tr-TR" sz="1600" dirty="0" err="1">
                <a:latin typeface="Myriad Pro"/>
              </a:rPr>
              <a:t>Decleration</a:t>
            </a:r>
            <a:r>
              <a:rPr lang="tr-TR" sz="1600" dirty="0">
                <a:latin typeface="Myriad Pro"/>
              </a:rPr>
              <a:t>): </a:t>
            </a:r>
            <a:r>
              <a:rPr lang="tr-TR" sz="1600" b="1" dirty="0">
                <a:latin typeface="Myriad Pro"/>
              </a:rPr>
              <a:t>Beyanname Değişikliği Bildirimi</a:t>
            </a:r>
          </a:p>
          <a:p>
            <a:endParaRPr lang="tr-TR" sz="1600" b="1" dirty="0">
              <a:latin typeface="Myriad Pro"/>
            </a:endParaRPr>
          </a:p>
          <a:p>
            <a:endParaRPr lang="tr-TR" sz="1600" i="1" dirty="0">
              <a:latin typeface="Myriad Pro"/>
            </a:endParaRPr>
          </a:p>
          <a:p>
            <a:r>
              <a:rPr lang="tr-TR" sz="1600" b="1" dirty="0">
                <a:solidFill>
                  <a:srgbClr val="00B050"/>
                </a:solidFill>
                <a:latin typeface="Myriad Pro"/>
              </a:rPr>
              <a:t>IE023 – GUA_NOT </a:t>
            </a:r>
            <a:r>
              <a:rPr lang="tr-TR" sz="1600" dirty="0">
                <a:latin typeface="Myriad Pro"/>
              </a:rPr>
              <a:t>(</a:t>
            </a:r>
            <a:r>
              <a:rPr lang="tr-TR" sz="1600" dirty="0" err="1">
                <a:latin typeface="Myriad Pro"/>
              </a:rPr>
              <a:t>Guarantor</a:t>
            </a:r>
            <a:r>
              <a:rPr lang="tr-TR" sz="1600" dirty="0">
                <a:latin typeface="Myriad Pro"/>
              </a:rPr>
              <a:t> Notification): </a:t>
            </a:r>
            <a:r>
              <a:rPr lang="tr-TR" sz="1600" b="1" dirty="0">
                <a:latin typeface="Myriad Pro"/>
              </a:rPr>
              <a:t>Kefil Bildirimi</a:t>
            </a:r>
          </a:p>
          <a:p>
            <a:endParaRPr lang="tr-TR" sz="1600" b="1" dirty="0">
              <a:latin typeface="Myriad Pro"/>
            </a:endParaRPr>
          </a:p>
          <a:p>
            <a:endParaRPr lang="tr-TR" sz="1600" i="1" dirty="0">
              <a:latin typeface="Myriad Pro"/>
            </a:endParaRPr>
          </a:p>
          <a:p>
            <a:r>
              <a:rPr lang="tr-TR" sz="1600" b="1" dirty="0">
                <a:solidFill>
                  <a:srgbClr val="00B050"/>
                </a:solidFill>
                <a:latin typeface="Myriad Pro"/>
              </a:rPr>
              <a:t>IE026 – ACC_COD </a:t>
            </a:r>
            <a:r>
              <a:rPr lang="tr-TR" sz="1600" dirty="0">
                <a:latin typeface="Myriad Pro"/>
              </a:rPr>
              <a:t>(</a:t>
            </a:r>
            <a:r>
              <a:rPr lang="tr-TR" sz="1600" dirty="0" err="1">
                <a:latin typeface="Myriad Pro"/>
              </a:rPr>
              <a:t>Guarantee</a:t>
            </a:r>
            <a:r>
              <a:rPr lang="tr-TR" sz="1600" dirty="0">
                <a:latin typeface="Myriad Pro"/>
              </a:rPr>
              <a:t> Access </a:t>
            </a:r>
            <a:r>
              <a:rPr lang="tr-TR" sz="1600" dirty="0" err="1">
                <a:latin typeface="Myriad Pro"/>
              </a:rPr>
              <a:t>Codes</a:t>
            </a:r>
            <a:r>
              <a:rPr lang="tr-TR" sz="1600" dirty="0">
                <a:latin typeface="Myriad Pro"/>
              </a:rPr>
              <a:t>): </a:t>
            </a:r>
            <a:r>
              <a:rPr lang="tr-TR" sz="1600" b="1" dirty="0">
                <a:latin typeface="Myriad Pro"/>
              </a:rPr>
              <a:t>Teminat Erişim Kodu</a:t>
            </a:r>
          </a:p>
          <a:p>
            <a:endParaRPr lang="tr-TR" sz="1600" b="1" dirty="0">
              <a:latin typeface="Myriad Pro"/>
            </a:endParaRPr>
          </a:p>
          <a:p>
            <a:endParaRPr lang="tr-TR" sz="1600" i="1" dirty="0">
              <a:latin typeface="Myriad Pro"/>
            </a:endParaRPr>
          </a:p>
          <a:p>
            <a:r>
              <a:rPr lang="tr-TR" sz="1600" b="1" dirty="0">
                <a:solidFill>
                  <a:srgbClr val="00B050"/>
                </a:solidFill>
                <a:latin typeface="Myriad Pro"/>
              </a:rPr>
              <a:t>IE034 – GUA_QUE </a:t>
            </a:r>
            <a:r>
              <a:rPr lang="tr-TR" sz="1600" dirty="0">
                <a:latin typeface="Myriad Pro"/>
              </a:rPr>
              <a:t>(Query of </a:t>
            </a:r>
            <a:r>
              <a:rPr lang="tr-TR" sz="1600" dirty="0" err="1">
                <a:latin typeface="Myriad Pro"/>
              </a:rPr>
              <a:t>Guarentees</a:t>
            </a:r>
            <a:r>
              <a:rPr lang="tr-TR" sz="1600" dirty="0">
                <a:latin typeface="Myriad Pro"/>
              </a:rPr>
              <a:t>): </a:t>
            </a:r>
            <a:r>
              <a:rPr lang="tr-TR" sz="1600" b="1" dirty="0">
                <a:latin typeface="Myriad Pro"/>
              </a:rPr>
              <a:t>Teminat Sırası</a:t>
            </a:r>
          </a:p>
          <a:p>
            <a:endParaRPr lang="tr-TR" sz="1600" b="1" dirty="0">
              <a:latin typeface="Myriad Pro"/>
            </a:endParaRPr>
          </a:p>
          <a:p>
            <a:endParaRPr lang="tr-TR" sz="1600" dirty="0">
              <a:latin typeface="Myriad Pro"/>
            </a:endParaRPr>
          </a:p>
          <a:p>
            <a:r>
              <a:rPr lang="tr-TR" sz="1600" b="1" dirty="0">
                <a:solidFill>
                  <a:srgbClr val="00B050"/>
                </a:solidFill>
                <a:latin typeface="Myriad Pro"/>
              </a:rPr>
              <a:t>IE170 – PRE_NOT </a:t>
            </a:r>
            <a:r>
              <a:rPr lang="tr-TR" sz="1600" dirty="0">
                <a:latin typeface="Myriad Pro"/>
              </a:rPr>
              <a:t>(Presentation Notification </a:t>
            </a:r>
            <a:r>
              <a:rPr lang="tr-TR" sz="1600" dirty="0" err="1">
                <a:latin typeface="Myriad Pro"/>
              </a:rPr>
              <a:t>For</a:t>
            </a:r>
            <a:r>
              <a:rPr lang="tr-TR" sz="1600" dirty="0">
                <a:latin typeface="Myriad Pro"/>
              </a:rPr>
              <a:t> </a:t>
            </a:r>
            <a:r>
              <a:rPr lang="tr-TR" sz="1600" dirty="0" err="1">
                <a:latin typeface="Myriad Pro"/>
              </a:rPr>
              <a:t>The</a:t>
            </a:r>
            <a:r>
              <a:rPr lang="tr-TR" sz="1600" dirty="0">
                <a:latin typeface="Myriad Pro"/>
              </a:rPr>
              <a:t> </a:t>
            </a:r>
            <a:r>
              <a:rPr lang="tr-TR" sz="1600" dirty="0" err="1">
                <a:latin typeface="Myriad Pro"/>
              </a:rPr>
              <a:t>Pre-Lodged</a:t>
            </a:r>
            <a:r>
              <a:rPr lang="tr-TR" sz="1600" dirty="0">
                <a:latin typeface="Myriad Pro"/>
              </a:rPr>
              <a:t> </a:t>
            </a:r>
            <a:r>
              <a:rPr lang="tr-TR" sz="1600" dirty="0" err="1">
                <a:latin typeface="Myriad Pro"/>
              </a:rPr>
              <a:t>Decleration</a:t>
            </a:r>
            <a:r>
              <a:rPr lang="tr-TR" sz="1600" dirty="0">
                <a:latin typeface="Myriad Pro"/>
              </a:rPr>
              <a:t>): </a:t>
            </a:r>
          </a:p>
          <a:p>
            <a:r>
              <a:rPr lang="tr-TR" sz="1600" b="1" dirty="0">
                <a:latin typeface="Myriad Pro"/>
              </a:rPr>
              <a:t>Beyannamesi Önceden Verilmiş Eşyanın Gümrük İdaresine Sunulmasına İlişkin Bildirim</a:t>
            </a:r>
          </a:p>
          <a:p>
            <a:endParaRPr lang="tr-TR" sz="1600" b="1" dirty="0">
              <a:latin typeface="Myriad Pro"/>
            </a:endParaRPr>
          </a:p>
          <a:p>
            <a:endParaRPr lang="tr-TR" sz="1600" dirty="0">
              <a:latin typeface="Myriad Pro"/>
            </a:endParaRPr>
          </a:p>
          <a:p>
            <a:r>
              <a:rPr lang="tr-TR" sz="1600" b="1" dirty="0">
                <a:solidFill>
                  <a:srgbClr val="00B050"/>
                </a:solidFill>
                <a:latin typeface="Myriad Pro"/>
              </a:rPr>
              <a:t>IE170 – POS_ACK </a:t>
            </a:r>
            <a:r>
              <a:rPr lang="tr-TR" sz="1600" dirty="0">
                <a:latin typeface="Myriad Pro"/>
              </a:rPr>
              <a:t>(</a:t>
            </a:r>
            <a:r>
              <a:rPr lang="tr-TR" sz="1600" dirty="0" err="1">
                <a:latin typeface="Myriad Pro"/>
              </a:rPr>
              <a:t>Positive</a:t>
            </a:r>
            <a:r>
              <a:rPr lang="tr-TR" sz="1600" dirty="0">
                <a:latin typeface="Myriad Pro"/>
              </a:rPr>
              <a:t> </a:t>
            </a:r>
            <a:r>
              <a:rPr lang="tr-TR" sz="1600" dirty="0" err="1">
                <a:latin typeface="Myriad Pro"/>
              </a:rPr>
              <a:t>Acknowledge</a:t>
            </a:r>
            <a:r>
              <a:rPr lang="tr-TR" sz="1600" dirty="0">
                <a:latin typeface="Myriad Pro"/>
              </a:rPr>
              <a:t>): </a:t>
            </a:r>
            <a:r>
              <a:rPr lang="tr-TR" sz="1600" b="1" dirty="0">
                <a:latin typeface="Myriad Pro"/>
              </a:rPr>
              <a:t>Beyanın Kabulüne İlişkin Olumlu Bilgilendirme</a:t>
            </a:r>
          </a:p>
          <a:p>
            <a:endParaRPr lang="tr-TR" sz="1500" dirty="0">
              <a:latin typeface="Myriad Pro"/>
            </a:endParaRPr>
          </a:p>
          <a:p>
            <a:endParaRPr lang="tr-TR" sz="1500" i="1" dirty="0">
              <a:latin typeface="Myriad Pro"/>
            </a:endParaRPr>
          </a:p>
          <a:p>
            <a:endParaRPr lang="tr-TR" sz="1500" i="1" dirty="0">
              <a:latin typeface="Myriad Pro"/>
            </a:endParaRPr>
          </a:p>
          <a:p>
            <a:endParaRPr lang="tr-TR" sz="1500" i="1" dirty="0">
              <a:latin typeface="Myriad Pro"/>
            </a:endParaRPr>
          </a:p>
        </p:txBody>
      </p:sp>
      <p:sp>
        <p:nvSpPr>
          <p:cNvPr id="5" name="Metin kutusu 4">
            <a:extLst>
              <a:ext uri="{FF2B5EF4-FFF2-40B4-BE49-F238E27FC236}">
                <a16:creationId xmlns:a16="http://schemas.microsoft.com/office/drawing/2014/main" id="{B434D404-27AD-4DE2-9D21-DA96B2F24F3B}"/>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44163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Content Placeholder 2">
            <a:extLst>
              <a:ext uri="{FF2B5EF4-FFF2-40B4-BE49-F238E27FC236}">
                <a16:creationId xmlns:a16="http://schemas.microsoft.com/office/drawing/2014/main" id="{5B678680-FDD3-4092-9F81-7FFE26BE337A}"/>
              </a:ext>
            </a:extLst>
          </p:cNvPr>
          <p:cNvSpPr txBox="1">
            <a:spLocks/>
          </p:cNvSpPr>
          <p:nvPr/>
        </p:nvSpPr>
        <p:spPr>
          <a:xfrm>
            <a:off x="1944944" y="595904"/>
            <a:ext cx="808682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NCTS FAZ-5 İLE KULLANILACAK </a:t>
            </a:r>
            <a:r>
              <a:rPr lang="tr-TR" sz="1904" b="1" dirty="0">
                <a:solidFill>
                  <a:srgbClr val="00B050"/>
                </a:solidFill>
                <a:latin typeface="Myriad Pro"/>
                <a:cs typeface="Myriad Pro"/>
              </a:rPr>
              <a:t>YENİ</a:t>
            </a:r>
            <a:r>
              <a:rPr lang="tr-TR" sz="1904" b="1" dirty="0">
                <a:latin typeface="Myriad Pro"/>
                <a:cs typeface="Myriad Pro"/>
              </a:rPr>
              <a:t> STATÜLER</a:t>
            </a:r>
            <a:endParaRPr lang="en-US" sz="1058" dirty="0">
              <a:latin typeface="Myriad Pro"/>
            </a:endParaRPr>
          </a:p>
        </p:txBody>
      </p:sp>
      <p:sp>
        <p:nvSpPr>
          <p:cNvPr id="67" name="Metin kutusu 66">
            <a:extLst>
              <a:ext uri="{FF2B5EF4-FFF2-40B4-BE49-F238E27FC236}">
                <a16:creationId xmlns:a16="http://schemas.microsoft.com/office/drawing/2014/main" id="{F8F79077-66C1-4AC9-8BB1-9A09C48D35DF}"/>
              </a:ext>
            </a:extLst>
          </p:cNvPr>
          <p:cNvSpPr txBox="1"/>
          <p:nvPr/>
        </p:nvSpPr>
        <p:spPr>
          <a:xfrm>
            <a:off x="973499" y="1344731"/>
            <a:ext cx="10561364" cy="5262979"/>
          </a:xfrm>
          <a:prstGeom prst="rect">
            <a:avLst/>
          </a:prstGeom>
          <a:noFill/>
        </p:spPr>
        <p:txBody>
          <a:bodyPr wrap="square" rtlCol="0">
            <a:spAutoFit/>
          </a:bodyPr>
          <a:lstStyle/>
          <a:p>
            <a:r>
              <a:rPr lang="tr-TR" sz="1600" b="1" dirty="0">
                <a:solidFill>
                  <a:srgbClr val="00B050"/>
                </a:solidFill>
                <a:latin typeface="Myriad Pro"/>
              </a:rPr>
              <a:t>IE180 – INC_NOT </a:t>
            </a:r>
            <a:r>
              <a:rPr lang="tr-TR" sz="1600" dirty="0">
                <a:latin typeface="Myriad Pro"/>
              </a:rPr>
              <a:t>(</a:t>
            </a:r>
            <a:r>
              <a:rPr lang="tr-TR" sz="1600" dirty="0" err="1">
                <a:latin typeface="Myriad Pro"/>
              </a:rPr>
              <a:t>Incident</a:t>
            </a:r>
            <a:r>
              <a:rPr lang="tr-TR" sz="1600" dirty="0">
                <a:latin typeface="Myriad Pro"/>
              </a:rPr>
              <a:t> Notification): </a:t>
            </a:r>
            <a:r>
              <a:rPr lang="tr-TR" sz="1600" b="1" dirty="0">
                <a:latin typeface="Myriad Pro"/>
              </a:rPr>
              <a:t>Olay Bildirimi</a:t>
            </a:r>
          </a:p>
          <a:p>
            <a:endParaRPr lang="tr-TR" sz="1600" b="1" dirty="0">
              <a:latin typeface="Myriad Pro"/>
            </a:endParaRPr>
          </a:p>
          <a:p>
            <a:endParaRPr lang="tr-TR" sz="1600" i="1" dirty="0">
              <a:latin typeface="Myriad Pro"/>
            </a:endParaRPr>
          </a:p>
          <a:p>
            <a:r>
              <a:rPr lang="tr-TR" sz="1600" b="1" dirty="0">
                <a:solidFill>
                  <a:srgbClr val="00B050"/>
                </a:solidFill>
                <a:latin typeface="Myriad Pro"/>
              </a:rPr>
              <a:t>IE182 – INC_NOT </a:t>
            </a:r>
            <a:r>
              <a:rPr lang="tr-TR" sz="1600" dirty="0">
                <a:latin typeface="Myriad Pro"/>
              </a:rPr>
              <a:t>(</a:t>
            </a:r>
            <a:r>
              <a:rPr lang="tr-TR" sz="1600" dirty="0" err="1">
                <a:latin typeface="Myriad Pro"/>
              </a:rPr>
              <a:t>Fowarded</a:t>
            </a:r>
            <a:r>
              <a:rPr lang="tr-TR" sz="1600" dirty="0">
                <a:latin typeface="Myriad Pro"/>
              </a:rPr>
              <a:t> </a:t>
            </a:r>
            <a:r>
              <a:rPr lang="tr-TR" sz="1600" dirty="0" err="1">
                <a:latin typeface="Myriad Pro"/>
              </a:rPr>
              <a:t>Incident</a:t>
            </a:r>
            <a:r>
              <a:rPr lang="tr-TR" sz="1600" dirty="0">
                <a:latin typeface="Myriad Pro"/>
              </a:rPr>
              <a:t> Notification </a:t>
            </a:r>
            <a:r>
              <a:rPr lang="tr-TR" sz="1600" dirty="0" err="1">
                <a:latin typeface="Myriad Pro"/>
              </a:rPr>
              <a:t>To</a:t>
            </a:r>
            <a:r>
              <a:rPr lang="tr-TR" sz="1600" dirty="0">
                <a:latin typeface="Myriad Pro"/>
              </a:rPr>
              <a:t> ED): </a:t>
            </a:r>
            <a:r>
              <a:rPr lang="tr-TR" sz="1600" b="1" dirty="0">
                <a:latin typeface="Myriad Pro"/>
              </a:rPr>
              <a:t>Olay Bildirimi</a:t>
            </a:r>
          </a:p>
          <a:p>
            <a:endParaRPr lang="tr-TR" sz="1600" b="1" dirty="0">
              <a:latin typeface="Myriad Pro"/>
            </a:endParaRPr>
          </a:p>
          <a:p>
            <a:endParaRPr lang="tr-TR" sz="1600" i="1" dirty="0">
              <a:latin typeface="Myriad Pro"/>
            </a:endParaRPr>
          </a:p>
          <a:p>
            <a:r>
              <a:rPr lang="tr-TR" sz="1600" b="1" dirty="0">
                <a:solidFill>
                  <a:srgbClr val="00B050"/>
                </a:solidFill>
                <a:latin typeface="Myriad Pro"/>
              </a:rPr>
              <a:t>IE181 – INC_FWD </a:t>
            </a:r>
            <a:r>
              <a:rPr lang="tr-TR" sz="1600" dirty="0">
                <a:latin typeface="Myriad Pro"/>
              </a:rPr>
              <a:t>(</a:t>
            </a:r>
            <a:r>
              <a:rPr lang="tr-TR" sz="1600" dirty="0" err="1">
                <a:latin typeface="Myriad Pro"/>
              </a:rPr>
              <a:t>Fowarded</a:t>
            </a:r>
            <a:r>
              <a:rPr lang="tr-TR" sz="1600" dirty="0">
                <a:latin typeface="Myriad Pro"/>
              </a:rPr>
              <a:t> </a:t>
            </a:r>
            <a:r>
              <a:rPr lang="tr-TR" sz="1600" dirty="0" err="1">
                <a:latin typeface="Myriad Pro"/>
              </a:rPr>
              <a:t>Incident</a:t>
            </a:r>
            <a:r>
              <a:rPr lang="tr-TR" sz="1600" dirty="0">
                <a:latin typeface="Myriad Pro"/>
              </a:rPr>
              <a:t> Notification </a:t>
            </a:r>
            <a:r>
              <a:rPr lang="tr-TR" sz="1600" dirty="0" err="1">
                <a:latin typeface="Myriad Pro"/>
              </a:rPr>
              <a:t>To</a:t>
            </a:r>
            <a:r>
              <a:rPr lang="tr-TR" sz="1600" dirty="0">
                <a:latin typeface="Myriad Pro"/>
              </a:rPr>
              <a:t> CD): </a:t>
            </a:r>
            <a:r>
              <a:rPr lang="tr-TR" sz="1600" b="1" dirty="0">
                <a:latin typeface="Myriad Pro"/>
              </a:rPr>
              <a:t>Olay Bildirimi İletildi</a:t>
            </a:r>
          </a:p>
          <a:p>
            <a:endParaRPr lang="tr-TR" sz="1600" b="1" dirty="0">
              <a:latin typeface="Myriad Pro"/>
            </a:endParaRPr>
          </a:p>
          <a:p>
            <a:endParaRPr lang="tr-TR" sz="1600" i="1" dirty="0">
              <a:latin typeface="Myriad Pro"/>
            </a:endParaRPr>
          </a:p>
          <a:p>
            <a:r>
              <a:rPr lang="tr-TR" sz="1600" b="1" dirty="0">
                <a:solidFill>
                  <a:srgbClr val="00B050"/>
                </a:solidFill>
                <a:latin typeface="Myriad Pro"/>
              </a:rPr>
              <a:t>IE225 – GUA_WUP </a:t>
            </a:r>
            <a:r>
              <a:rPr lang="tr-TR" sz="1600" dirty="0">
                <a:latin typeface="Myriad Pro"/>
              </a:rPr>
              <a:t>(</a:t>
            </a:r>
            <a:r>
              <a:rPr lang="tr-TR" sz="1600" dirty="0" err="1">
                <a:latin typeface="Myriad Pro"/>
              </a:rPr>
              <a:t>Guarantee</a:t>
            </a:r>
            <a:r>
              <a:rPr lang="tr-TR" sz="1600" dirty="0">
                <a:latin typeface="Myriad Pro"/>
              </a:rPr>
              <a:t> Update </a:t>
            </a:r>
            <a:r>
              <a:rPr lang="tr-TR" sz="1600" dirty="0" err="1">
                <a:latin typeface="Myriad Pro"/>
              </a:rPr>
              <a:t>Notication</a:t>
            </a:r>
            <a:r>
              <a:rPr lang="tr-TR" sz="1600" dirty="0">
                <a:latin typeface="Myriad Pro"/>
              </a:rPr>
              <a:t>): </a:t>
            </a:r>
            <a:r>
              <a:rPr lang="tr-TR" sz="1600" b="1" dirty="0">
                <a:latin typeface="Myriad Pro"/>
              </a:rPr>
              <a:t>Teminat Güncelleme Bildirimi</a:t>
            </a:r>
          </a:p>
          <a:p>
            <a:endParaRPr lang="tr-TR" sz="1600" b="1" dirty="0">
              <a:latin typeface="Myriad Pro"/>
            </a:endParaRPr>
          </a:p>
          <a:p>
            <a:endParaRPr lang="tr-TR" sz="1600" dirty="0">
              <a:latin typeface="Myriad Pro"/>
            </a:endParaRPr>
          </a:p>
          <a:p>
            <a:pPr algn="just"/>
            <a:r>
              <a:rPr lang="tr-TR" sz="1600" b="1" dirty="0">
                <a:solidFill>
                  <a:srgbClr val="00B050"/>
                </a:solidFill>
                <a:latin typeface="Myriad Pro"/>
              </a:rPr>
              <a:t>IE228 – GOG_CNL </a:t>
            </a:r>
            <a:r>
              <a:rPr lang="tr-TR" sz="1600" dirty="0">
                <a:latin typeface="Myriad Pro"/>
              </a:rPr>
              <a:t>(</a:t>
            </a:r>
            <a:r>
              <a:rPr lang="tr-TR" sz="1600" dirty="0" err="1">
                <a:latin typeface="Myriad Pro"/>
              </a:rPr>
              <a:t>Comprehensive</a:t>
            </a:r>
            <a:r>
              <a:rPr lang="tr-TR" sz="1600" dirty="0">
                <a:latin typeface="Myriad Pro"/>
              </a:rPr>
              <a:t> </a:t>
            </a:r>
            <a:r>
              <a:rPr lang="tr-TR" sz="1600" dirty="0" err="1">
                <a:latin typeface="Myriad Pro"/>
              </a:rPr>
              <a:t>Guarantee</a:t>
            </a:r>
            <a:r>
              <a:rPr lang="tr-TR" sz="1600" dirty="0">
                <a:latin typeface="Myriad Pro"/>
              </a:rPr>
              <a:t> </a:t>
            </a:r>
            <a:r>
              <a:rPr lang="tr-TR" sz="1600" dirty="0" err="1">
                <a:latin typeface="Myriad Pro"/>
              </a:rPr>
              <a:t>Cancellation</a:t>
            </a:r>
            <a:r>
              <a:rPr lang="tr-TR" sz="1600" dirty="0">
                <a:latin typeface="Myriad Pro"/>
              </a:rPr>
              <a:t> </a:t>
            </a:r>
            <a:r>
              <a:rPr lang="tr-TR" sz="1600" dirty="0" err="1">
                <a:latin typeface="Myriad Pro"/>
              </a:rPr>
              <a:t>Liability</a:t>
            </a:r>
            <a:r>
              <a:rPr lang="tr-TR" sz="1600" dirty="0">
                <a:latin typeface="Myriad Pro"/>
              </a:rPr>
              <a:t> </a:t>
            </a:r>
            <a:r>
              <a:rPr lang="tr-TR" sz="1600" dirty="0" err="1">
                <a:latin typeface="Myriad Pro"/>
              </a:rPr>
              <a:t>Liberation</a:t>
            </a:r>
            <a:r>
              <a:rPr lang="tr-TR" sz="1600" dirty="0">
                <a:latin typeface="Myriad Pro"/>
              </a:rPr>
              <a:t>): </a:t>
            </a:r>
          </a:p>
          <a:p>
            <a:r>
              <a:rPr lang="tr-TR" sz="1600" b="1" dirty="0">
                <a:latin typeface="Myriad Pro"/>
              </a:rPr>
              <a:t>             Kefilin Kapsamlı Teminat Sorumluluğunun Sona Erdiğinin Bildirimi</a:t>
            </a:r>
          </a:p>
          <a:p>
            <a:endParaRPr lang="tr-TR" sz="1600" b="1" dirty="0">
              <a:latin typeface="Myriad Pro"/>
            </a:endParaRPr>
          </a:p>
          <a:p>
            <a:endParaRPr lang="tr-TR" sz="1600" dirty="0">
              <a:latin typeface="Myriad Pro"/>
            </a:endParaRPr>
          </a:p>
          <a:p>
            <a:r>
              <a:rPr lang="tr-TR" sz="1600" b="1" dirty="0">
                <a:solidFill>
                  <a:srgbClr val="00B050"/>
                </a:solidFill>
                <a:latin typeface="Myriad Pro"/>
              </a:rPr>
              <a:t>IE231 – GOG_CNP </a:t>
            </a:r>
            <a:r>
              <a:rPr lang="tr-TR" sz="1600" dirty="0">
                <a:latin typeface="Myriad Pro"/>
              </a:rPr>
              <a:t>(</a:t>
            </a:r>
            <a:r>
              <a:rPr lang="tr-TR" sz="1600" dirty="0" err="1">
                <a:latin typeface="Myriad Pro"/>
              </a:rPr>
              <a:t>Comprehensive</a:t>
            </a:r>
            <a:r>
              <a:rPr lang="tr-TR" sz="1600" dirty="0">
                <a:latin typeface="Myriad Pro"/>
              </a:rPr>
              <a:t> </a:t>
            </a:r>
            <a:r>
              <a:rPr lang="tr-TR" sz="1600" dirty="0" err="1">
                <a:latin typeface="Myriad Pro"/>
              </a:rPr>
              <a:t>Guarantee</a:t>
            </a:r>
            <a:r>
              <a:rPr lang="tr-TR" sz="1600" dirty="0">
                <a:latin typeface="Myriad Pro"/>
              </a:rPr>
              <a:t> </a:t>
            </a:r>
            <a:r>
              <a:rPr lang="tr-TR" sz="1600" dirty="0" err="1">
                <a:latin typeface="Myriad Pro"/>
              </a:rPr>
              <a:t>Cancellation</a:t>
            </a:r>
            <a:r>
              <a:rPr lang="tr-TR" sz="1600" dirty="0">
                <a:latin typeface="Myriad Pro"/>
              </a:rPr>
              <a:t> Notification): </a:t>
            </a:r>
          </a:p>
          <a:p>
            <a:r>
              <a:rPr lang="tr-TR" sz="1600" b="1" dirty="0">
                <a:latin typeface="Myriad Pro"/>
              </a:rPr>
              <a:t>             Kapsamlı Teminat İptal Bildirimi</a:t>
            </a:r>
          </a:p>
          <a:p>
            <a:endParaRPr lang="tr-TR" sz="1600" i="1" dirty="0">
              <a:latin typeface="Myriad Pro"/>
            </a:endParaRPr>
          </a:p>
          <a:p>
            <a:endParaRPr lang="tr-TR" sz="1600" i="1" dirty="0">
              <a:latin typeface="Myriad Pro"/>
            </a:endParaRPr>
          </a:p>
          <a:p>
            <a:endParaRPr lang="tr-TR" sz="1600" i="1" dirty="0">
              <a:latin typeface="Myriad Pro"/>
            </a:endParaRPr>
          </a:p>
        </p:txBody>
      </p:sp>
      <p:sp>
        <p:nvSpPr>
          <p:cNvPr id="5" name="Metin kutusu 4">
            <a:extLst>
              <a:ext uri="{FF2B5EF4-FFF2-40B4-BE49-F238E27FC236}">
                <a16:creationId xmlns:a16="http://schemas.microsoft.com/office/drawing/2014/main" id="{C9A35050-12B2-4F17-AF0E-58AAA9CCDD85}"/>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51505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8">
            <a:extLst>
              <a:ext uri="{FF2B5EF4-FFF2-40B4-BE49-F238E27FC236}">
                <a16:creationId xmlns:a16="http://schemas.microsoft.com/office/drawing/2014/main" id="{C5322907-8A57-4D05-AD37-06609C8E2BE6}"/>
              </a:ext>
            </a:extLst>
          </p:cNvPr>
          <p:cNvSpPr txBox="1">
            <a:spLocks noChangeArrowheads="1"/>
          </p:cNvSpPr>
          <p:nvPr/>
        </p:nvSpPr>
        <p:spPr bwMode="auto">
          <a:xfrm>
            <a:off x="1185329" y="2623220"/>
            <a:ext cx="1044000" cy="900000"/>
          </a:xfrm>
          <a:prstGeom prst="rect">
            <a:avLst/>
          </a:prstGeom>
          <a:solidFill>
            <a:srgbClr val="FF0000"/>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Asıl Sorumlu</a:t>
            </a:r>
          </a:p>
        </p:txBody>
      </p:sp>
      <p:sp>
        <p:nvSpPr>
          <p:cNvPr id="27" name="Text Box 8">
            <a:extLst>
              <a:ext uri="{FF2B5EF4-FFF2-40B4-BE49-F238E27FC236}">
                <a16:creationId xmlns:a16="http://schemas.microsoft.com/office/drawing/2014/main" id="{FC7237E6-D316-4F4D-B173-971C52A83714}"/>
              </a:ext>
            </a:extLst>
          </p:cNvPr>
          <p:cNvSpPr txBox="1">
            <a:spLocks noChangeArrowheads="1"/>
          </p:cNvSpPr>
          <p:nvPr/>
        </p:nvSpPr>
        <p:spPr bwMode="auto">
          <a:xfrm>
            <a:off x="4917099" y="2613016"/>
            <a:ext cx="1152000" cy="900000"/>
          </a:xfrm>
          <a:prstGeom prst="rect">
            <a:avLst/>
          </a:prstGeom>
          <a:solidFill>
            <a:srgbClr val="00B0F0"/>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164" dirty="0">
                <a:solidFill>
                  <a:schemeClr val="bg1"/>
                </a:solidFill>
                <a:latin typeface="Myriad Pro"/>
              </a:rPr>
              <a:t>Hareket Gümrük İdaresi</a:t>
            </a:r>
          </a:p>
        </p:txBody>
      </p:sp>
      <p:cxnSp>
        <p:nvCxnSpPr>
          <p:cNvPr id="28" name="Düz Ok Bağlayıcısı 27">
            <a:extLst>
              <a:ext uri="{FF2B5EF4-FFF2-40B4-BE49-F238E27FC236}">
                <a16:creationId xmlns:a16="http://schemas.microsoft.com/office/drawing/2014/main" id="{DEAEC2C7-42D9-494E-8D1D-2E7565603867}"/>
              </a:ext>
            </a:extLst>
          </p:cNvPr>
          <p:cNvCxnSpPr>
            <a:cxnSpLocks/>
          </p:cNvCxnSpPr>
          <p:nvPr/>
        </p:nvCxnSpPr>
        <p:spPr>
          <a:xfrm>
            <a:off x="2239945" y="2866757"/>
            <a:ext cx="2665352" cy="7181"/>
          </a:xfrm>
          <a:prstGeom prst="straightConnector1">
            <a:avLst/>
          </a:prstGeom>
          <a:ln>
            <a:solidFill>
              <a:srgbClr val="62A1FF"/>
            </a:solidFill>
            <a:tailEnd type="triangle"/>
          </a:ln>
        </p:spPr>
        <p:style>
          <a:lnRef idx="2">
            <a:schemeClr val="accent1"/>
          </a:lnRef>
          <a:fillRef idx="0">
            <a:schemeClr val="accent1"/>
          </a:fillRef>
          <a:effectRef idx="1">
            <a:schemeClr val="accent1"/>
          </a:effectRef>
          <a:fontRef idx="minor">
            <a:schemeClr val="tx1"/>
          </a:fontRef>
        </p:style>
      </p:cxnSp>
      <p:sp>
        <p:nvSpPr>
          <p:cNvPr id="29" name="Metin Kutusu 3">
            <a:extLst>
              <a:ext uri="{FF2B5EF4-FFF2-40B4-BE49-F238E27FC236}">
                <a16:creationId xmlns:a16="http://schemas.microsoft.com/office/drawing/2014/main" id="{232DD7D9-D932-47C3-8A96-5508484C4D6C}"/>
              </a:ext>
            </a:extLst>
          </p:cNvPr>
          <p:cNvSpPr txBox="1"/>
          <p:nvPr/>
        </p:nvSpPr>
        <p:spPr>
          <a:xfrm>
            <a:off x="2151196" y="2610680"/>
            <a:ext cx="2844036" cy="290789"/>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0070C0"/>
                </a:solidFill>
                <a:latin typeface="Myriad Pro"/>
                <a:ea typeface="Calibri" panose="020F0502020204030204" pitchFamily="34" charset="0"/>
                <a:cs typeface="Times New Roman" panose="02020603050405020304" pitchFamily="18" charset="0"/>
              </a:rPr>
              <a:t>Transit Beyanı Gönderildi (DEC_DAT)</a:t>
            </a:r>
            <a:endParaRPr lang="tr-TR" sz="1164" b="1" dirty="0">
              <a:solidFill>
                <a:srgbClr val="0070C0"/>
              </a:solidFill>
              <a:latin typeface="Myriad Pro"/>
              <a:ea typeface="Calibri" panose="020F0502020204030204" pitchFamily="34" charset="0"/>
              <a:cs typeface="Times New Roman" panose="02020603050405020304" pitchFamily="18" charset="0"/>
            </a:endParaRPr>
          </a:p>
        </p:txBody>
      </p:sp>
      <p:cxnSp>
        <p:nvCxnSpPr>
          <p:cNvPr id="30" name="Düz Bağlayıcı 29">
            <a:extLst>
              <a:ext uri="{FF2B5EF4-FFF2-40B4-BE49-F238E27FC236}">
                <a16:creationId xmlns:a16="http://schemas.microsoft.com/office/drawing/2014/main" id="{DA72AC46-0E5D-4C38-AB1A-E28A62EC5AEA}"/>
              </a:ext>
            </a:extLst>
          </p:cNvPr>
          <p:cNvCxnSpPr>
            <a:cxnSpLocks/>
          </p:cNvCxnSpPr>
          <p:nvPr/>
        </p:nvCxnSpPr>
        <p:spPr>
          <a:xfrm>
            <a:off x="1831699" y="1974028"/>
            <a:ext cx="0" cy="603461"/>
          </a:xfrm>
          <a:prstGeom prst="line">
            <a:avLst/>
          </a:prstGeom>
          <a:ln>
            <a:solidFill>
              <a:srgbClr val="0066FF"/>
            </a:solidFill>
          </a:ln>
        </p:spPr>
        <p:style>
          <a:lnRef idx="2">
            <a:schemeClr val="accent1"/>
          </a:lnRef>
          <a:fillRef idx="0">
            <a:schemeClr val="accent1"/>
          </a:fillRef>
          <a:effectRef idx="1">
            <a:schemeClr val="accent1"/>
          </a:effectRef>
          <a:fontRef idx="minor">
            <a:schemeClr val="tx1"/>
          </a:fontRef>
        </p:style>
      </p:cxnSp>
      <p:cxnSp>
        <p:nvCxnSpPr>
          <p:cNvPr id="31" name="Düz Bağlayıcı 30">
            <a:extLst>
              <a:ext uri="{FF2B5EF4-FFF2-40B4-BE49-F238E27FC236}">
                <a16:creationId xmlns:a16="http://schemas.microsoft.com/office/drawing/2014/main" id="{107C435C-E853-4EBC-8078-41D95483218A}"/>
              </a:ext>
            </a:extLst>
          </p:cNvPr>
          <p:cNvCxnSpPr>
            <a:cxnSpLocks/>
          </p:cNvCxnSpPr>
          <p:nvPr/>
        </p:nvCxnSpPr>
        <p:spPr>
          <a:xfrm>
            <a:off x="1813600" y="1976729"/>
            <a:ext cx="3382202" cy="0"/>
          </a:xfrm>
          <a:prstGeom prst="line">
            <a:avLst/>
          </a:prstGeom>
          <a:ln>
            <a:solidFill>
              <a:srgbClr val="0066FF"/>
            </a:solidFill>
          </a:ln>
        </p:spPr>
        <p:style>
          <a:lnRef idx="2">
            <a:schemeClr val="accent1"/>
          </a:lnRef>
          <a:fillRef idx="0">
            <a:schemeClr val="accent1"/>
          </a:fillRef>
          <a:effectRef idx="1">
            <a:schemeClr val="accent1"/>
          </a:effectRef>
          <a:fontRef idx="minor">
            <a:schemeClr val="tx1"/>
          </a:fontRef>
        </p:style>
      </p:cxnSp>
      <p:cxnSp>
        <p:nvCxnSpPr>
          <p:cNvPr id="32" name="Düz Ok Bağlayıcısı 31">
            <a:extLst>
              <a:ext uri="{FF2B5EF4-FFF2-40B4-BE49-F238E27FC236}">
                <a16:creationId xmlns:a16="http://schemas.microsoft.com/office/drawing/2014/main" id="{E57881B5-97C7-43EA-9AC5-05E0721B8C05}"/>
              </a:ext>
            </a:extLst>
          </p:cNvPr>
          <p:cNvCxnSpPr>
            <a:cxnSpLocks/>
          </p:cNvCxnSpPr>
          <p:nvPr/>
        </p:nvCxnSpPr>
        <p:spPr>
          <a:xfrm flipH="1">
            <a:off x="5202907" y="1968592"/>
            <a:ext cx="5257" cy="584089"/>
          </a:xfrm>
          <a:prstGeom prst="straightConnector1">
            <a:avLst/>
          </a:prstGeom>
          <a:ln>
            <a:solidFill>
              <a:srgbClr val="0066FF"/>
            </a:solidFill>
            <a:tailEnd type="triangle"/>
          </a:ln>
        </p:spPr>
        <p:style>
          <a:lnRef idx="2">
            <a:schemeClr val="accent1"/>
          </a:lnRef>
          <a:fillRef idx="0">
            <a:schemeClr val="accent1"/>
          </a:fillRef>
          <a:effectRef idx="1">
            <a:schemeClr val="accent1"/>
          </a:effectRef>
          <a:fontRef idx="minor">
            <a:schemeClr val="tx1"/>
          </a:fontRef>
        </p:style>
      </p:cxnSp>
      <p:sp>
        <p:nvSpPr>
          <p:cNvPr id="33" name="Metin Kutusu 3">
            <a:extLst>
              <a:ext uri="{FF2B5EF4-FFF2-40B4-BE49-F238E27FC236}">
                <a16:creationId xmlns:a16="http://schemas.microsoft.com/office/drawing/2014/main" id="{DC318566-258A-4A4A-897C-97B49695F42B}"/>
              </a:ext>
            </a:extLst>
          </p:cNvPr>
          <p:cNvSpPr txBox="1"/>
          <p:nvPr/>
        </p:nvSpPr>
        <p:spPr>
          <a:xfrm>
            <a:off x="1805653" y="1932634"/>
            <a:ext cx="3362266" cy="280798"/>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0066FF"/>
                </a:solidFill>
                <a:latin typeface="Myriad Pro"/>
                <a:ea typeface="Calibri" panose="020F0502020204030204" pitchFamily="34" charset="0"/>
                <a:cs typeface="Times New Roman" panose="02020603050405020304" pitchFamily="18" charset="0"/>
              </a:rPr>
              <a:t>Transit Beyanı İptal Talebi Gönderildi (DEC_INV)</a:t>
            </a:r>
          </a:p>
        </p:txBody>
      </p:sp>
      <p:cxnSp>
        <p:nvCxnSpPr>
          <p:cNvPr id="34" name="Düz Bağlayıcı 33">
            <a:extLst>
              <a:ext uri="{FF2B5EF4-FFF2-40B4-BE49-F238E27FC236}">
                <a16:creationId xmlns:a16="http://schemas.microsoft.com/office/drawing/2014/main" id="{702C22DD-4CA0-4B33-8F47-6C222DF72383}"/>
              </a:ext>
            </a:extLst>
          </p:cNvPr>
          <p:cNvCxnSpPr>
            <a:cxnSpLocks/>
          </p:cNvCxnSpPr>
          <p:nvPr/>
        </p:nvCxnSpPr>
        <p:spPr>
          <a:xfrm flipH="1">
            <a:off x="5298557" y="1893987"/>
            <a:ext cx="5268" cy="67632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 name="Düz Bağlayıcı 34">
            <a:extLst>
              <a:ext uri="{FF2B5EF4-FFF2-40B4-BE49-F238E27FC236}">
                <a16:creationId xmlns:a16="http://schemas.microsoft.com/office/drawing/2014/main" id="{C55D471B-2A16-494E-ACE6-06ECA604A279}"/>
              </a:ext>
            </a:extLst>
          </p:cNvPr>
          <p:cNvCxnSpPr/>
          <p:nvPr/>
        </p:nvCxnSpPr>
        <p:spPr>
          <a:xfrm>
            <a:off x="1746526" y="1891135"/>
            <a:ext cx="3565246"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 name="Düz Ok Bağlayıcısı 35">
            <a:extLst>
              <a:ext uri="{FF2B5EF4-FFF2-40B4-BE49-F238E27FC236}">
                <a16:creationId xmlns:a16="http://schemas.microsoft.com/office/drawing/2014/main" id="{FA7E8741-0B1D-4646-87D6-180CAB18723D}"/>
              </a:ext>
            </a:extLst>
          </p:cNvPr>
          <p:cNvCxnSpPr>
            <a:cxnSpLocks/>
          </p:cNvCxnSpPr>
          <p:nvPr/>
        </p:nvCxnSpPr>
        <p:spPr>
          <a:xfrm>
            <a:off x="1747375" y="1883626"/>
            <a:ext cx="2441" cy="7029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Metin Kutusu 3">
            <a:extLst>
              <a:ext uri="{FF2B5EF4-FFF2-40B4-BE49-F238E27FC236}">
                <a16:creationId xmlns:a16="http://schemas.microsoft.com/office/drawing/2014/main" id="{4326129F-943F-47C3-B26F-9E207E3C6C22}"/>
              </a:ext>
            </a:extLst>
          </p:cNvPr>
          <p:cNvSpPr txBox="1"/>
          <p:nvPr/>
        </p:nvSpPr>
        <p:spPr>
          <a:xfrm>
            <a:off x="1874876" y="1631792"/>
            <a:ext cx="3328031" cy="281594"/>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pPr>
            <a:r>
              <a:rPr lang="tr-TR" sz="1164" dirty="0">
                <a:solidFill>
                  <a:srgbClr val="FF0000"/>
                </a:solidFill>
                <a:latin typeface="Myriad Pro"/>
                <a:ea typeface="Calibri" panose="020F0502020204030204" pitchFamily="34" charset="0"/>
                <a:cs typeface="Times New Roman" panose="02020603050405020304" pitchFamily="18" charset="0"/>
              </a:rPr>
              <a:t>Transit Beyanı İptal Edildi (DEP_REJ) ₃ ₄</a:t>
            </a:r>
          </a:p>
        </p:txBody>
      </p:sp>
      <p:cxnSp>
        <p:nvCxnSpPr>
          <p:cNvPr id="38" name="Düz Ok Bağlayıcısı 37">
            <a:extLst>
              <a:ext uri="{FF2B5EF4-FFF2-40B4-BE49-F238E27FC236}">
                <a16:creationId xmlns:a16="http://schemas.microsoft.com/office/drawing/2014/main" id="{78C68DE5-1F1E-4E70-86CE-5781A1ED19C6}"/>
              </a:ext>
            </a:extLst>
          </p:cNvPr>
          <p:cNvCxnSpPr>
            <a:cxnSpLocks/>
          </p:cNvCxnSpPr>
          <p:nvPr/>
        </p:nvCxnSpPr>
        <p:spPr>
          <a:xfrm flipH="1">
            <a:off x="5384121" y="3426064"/>
            <a:ext cx="4802" cy="1108076"/>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39" name="Metin Kutusu 3">
            <a:extLst>
              <a:ext uri="{FF2B5EF4-FFF2-40B4-BE49-F238E27FC236}">
                <a16:creationId xmlns:a16="http://schemas.microsoft.com/office/drawing/2014/main" id="{C2224C9B-3B80-4202-AAD6-5EF019F714FE}"/>
              </a:ext>
            </a:extLst>
          </p:cNvPr>
          <p:cNvSpPr txBox="1"/>
          <p:nvPr/>
        </p:nvSpPr>
        <p:spPr>
          <a:xfrm>
            <a:off x="4023772" y="3833942"/>
            <a:ext cx="1540974"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TRB Kabul Edildi (MRN_ALL)</a:t>
            </a:r>
          </a:p>
        </p:txBody>
      </p:sp>
      <p:sp>
        <p:nvSpPr>
          <p:cNvPr id="40" name="Metin Kutusu 3">
            <a:extLst>
              <a:ext uri="{FF2B5EF4-FFF2-40B4-BE49-F238E27FC236}">
                <a16:creationId xmlns:a16="http://schemas.microsoft.com/office/drawing/2014/main" id="{04E8D9E6-57E4-4984-85AC-6DE12EE28045}"/>
              </a:ext>
            </a:extLst>
          </p:cNvPr>
          <p:cNvSpPr txBox="1"/>
          <p:nvPr/>
        </p:nvSpPr>
        <p:spPr>
          <a:xfrm>
            <a:off x="4573112" y="6151244"/>
            <a:ext cx="1631622" cy="482895"/>
          </a:xfrm>
          <a:prstGeom prst="rect">
            <a:avLst/>
          </a:prstGeom>
          <a:solidFill>
            <a:srgbClr val="1B2C57"/>
          </a:solid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chemeClr val="bg1"/>
                </a:solidFill>
                <a:latin typeface="Myriad Pro"/>
                <a:ea typeface="Calibri" panose="020F0502020204030204" pitchFamily="34" charset="0"/>
                <a:cs typeface="Times New Roman" panose="02020603050405020304" pitchFamily="18" charset="0"/>
              </a:rPr>
              <a:t>Teminat Kullanımı (GUA_USE)</a:t>
            </a:r>
          </a:p>
        </p:txBody>
      </p:sp>
      <p:cxnSp>
        <p:nvCxnSpPr>
          <p:cNvPr id="42" name="Düz Ok Bağlayıcısı 41">
            <a:extLst>
              <a:ext uri="{FF2B5EF4-FFF2-40B4-BE49-F238E27FC236}">
                <a16:creationId xmlns:a16="http://schemas.microsoft.com/office/drawing/2014/main" id="{361F5448-8ECD-4064-B9BB-345EF20295C5}"/>
              </a:ext>
            </a:extLst>
          </p:cNvPr>
          <p:cNvCxnSpPr>
            <a:cxnSpLocks/>
          </p:cNvCxnSpPr>
          <p:nvPr/>
        </p:nvCxnSpPr>
        <p:spPr>
          <a:xfrm flipH="1">
            <a:off x="2268489" y="2963033"/>
            <a:ext cx="2554512" cy="0"/>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Düz Ok Bağlayıcısı 42">
            <a:extLst>
              <a:ext uri="{FF2B5EF4-FFF2-40B4-BE49-F238E27FC236}">
                <a16:creationId xmlns:a16="http://schemas.microsoft.com/office/drawing/2014/main" id="{AA21949C-E5E9-451A-880B-2EFB02C5A3D8}"/>
              </a:ext>
            </a:extLst>
          </p:cNvPr>
          <p:cNvCxnSpPr>
            <a:cxnSpLocks/>
          </p:cNvCxnSpPr>
          <p:nvPr/>
        </p:nvCxnSpPr>
        <p:spPr>
          <a:xfrm flipH="1" flipV="1">
            <a:off x="1929256" y="3452220"/>
            <a:ext cx="2844036" cy="133250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4" name="Metin Kutusu 3">
            <a:extLst>
              <a:ext uri="{FF2B5EF4-FFF2-40B4-BE49-F238E27FC236}">
                <a16:creationId xmlns:a16="http://schemas.microsoft.com/office/drawing/2014/main" id="{0A28BFBE-BD29-424A-9EE8-4A98A78D554F}"/>
              </a:ext>
            </a:extLst>
          </p:cNvPr>
          <p:cNvSpPr txBox="1"/>
          <p:nvPr/>
        </p:nvSpPr>
        <p:spPr>
          <a:xfrm>
            <a:off x="3189269" y="5677515"/>
            <a:ext cx="1809747" cy="31322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0070C0"/>
                </a:solidFill>
                <a:latin typeface="Myriad Pro"/>
                <a:ea typeface="Calibri" panose="020F0502020204030204" pitchFamily="34" charset="0"/>
                <a:cs typeface="Times New Roman" panose="02020603050405020304" pitchFamily="18" charset="0"/>
              </a:rPr>
              <a:t>Teminat Geçersiz veya Karşılamıyor (GUA_INV)</a:t>
            </a:r>
          </a:p>
        </p:txBody>
      </p:sp>
      <p:cxnSp>
        <p:nvCxnSpPr>
          <p:cNvPr id="45" name="Düz Bağlayıcı 44">
            <a:extLst>
              <a:ext uri="{FF2B5EF4-FFF2-40B4-BE49-F238E27FC236}">
                <a16:creationId xmlns:a16="http://schemas.microsoft.com/office/drawing/2014/main" id="{66D0259E-03A2-4D53-808D-4CE8561D6F7A}"/>
              </a:ext>
            </a:extLst>
          </p:cNvPr>
          <p:cNvCxnSpPr>
            <a:cxnSpLocks/>
          </p:cNvCxnSpPr>
          <p:nvPr/>
        </p:nvCxnSpPr>
        <p:spPr>
          <a:xfrm flipH="1">
            <a:off x="1738578" y="3584784"/>
            <a:ext cx="2433" cy="2820584"/>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46" name="Düz Ok Bağlayıcısı 45">
            <a:extLst>
              <a:ext uri="{FF2B5EF4-FFF2-40B4-BE49-F238E27FC236}">
                <a16:creationId xmlns:a16="http://schemas.microsoft.com/office/drawing/2014/main" id="{51D59A8C-5B4A-4E11-B952-046B95B12172}"/>
              </a:ext>
            </a:extLst>
          </p:cNvPr>
          <p:cNvCxnSpPr>
            <a:cxnSpLocks/>
          </p:cNvCxnSpPr>
          <p:nvPr/>
        </p:nvCxnSpPr>
        <p:spPr>
          <a:xfrm>
            <a:off x="1738578" y="6405368"/>
            <a:ext cx="2754656" cy="0"/>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47" name="Metin Kutusu 3">
            <a:extLst>
              <a:ext uri="{FF2B5EF4-FFF2-40B4-BE49-F238E27FC236}">
                <a16:creationId xmlns:a16="http://schemas.microsoft.com/office/drawing/2014/main" id="{C218054A-E7F1-4744-BB07-0ECAC1B132F3}"/>
              </a:ext>
            </a:extLst>
          </p:cNvPr>
          <p:cNvSpPr txBox="1"/>
          <p:nvPr/>
        </p:nvSpPr>
        <p:spPr>
          <a:xfrm>
            <a:off x="1551910" y="6392691"/>
            <a:ext cx="3106781" cy="257107"/>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Teminat Güncellemesi Yapılır (GUA_RSP)</a:t>
            </a:r>
          </a:p>
        </p:txBody>
      </p:sp>
      <p:cxnSp>
        <p:nvCxnSpPr>
          <p:cNvPr id="48" name="Düz Ok Bağlayıcısı 47">
            <a:extLst>
              <a:ext uri="{FF2B5EF4-FFF2-40B4-BE49-F238E27FC236}">
                <a16:creationId xmlns:a16="http://schemas.microsoft.com/office/drawing/2014/main" id="{005FBCF2-C5FA-442D-9F09-A1710D5C41CC}"/>
              </a:ext>
            </a:extLst>
          </p:cNvPr>
          <p:cNvCxnSpPr>
            <a:cxnSpLocks/>
          </p:cNvCxnSpPr>
          <p:nvPr/>
        </p:nvCxnSpPr>
        <p:spPr>
          <a:xfrm flipH="1">
            <a:off x="5412409" y="5086202"/>
            <a:ext cx="1191" cy="1034103"/>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49" name="Metin Kutusu 3">
            <a:extLst>
              <a:ext uri="{FF2B5EF4-FFF2-40B4-BE49-F238E27FC236}">
                <a16:creationId xmlns:a16="http://schemas.microsoft.com/office/drawing/2014/main" id="{2BBD812F-76B5-43C1-B758-3857E0FEBDF9}"/>
              </a:ext>
            </a:extLst>
          </p:cNvPr>
          <p:cNvSpPr txBox="1"/>
          <p:nvPr/>
        </p:nvSpPr>
        <p:spPr>
          <a:xfrm>
            <a:off x="8030336" y="4592823"/>
            <a:ext cx="1160280" cy="482895"/>
          </a:xfrm>
          <a:prstGeom prst="rect">
            <a:avLst/>
          </a:prstGeom>
          <a:solidFill>
            <a:srgbClr val="7030A0"/>
          </a:solid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chemeClr val="bg1"/>
                </a:solidFill>
                <a:latin typeface="Myriad Pro"/>
                <a:ea typeface="Calibri" panose="020F0502020204030204" pitchFamily="34" charset="0"/>
                <a:cs typeface="Times New Roman" panose="02020603050405020304" pitchFamily="18" charset="0"/>
              </a:rPr>
              <a:t>Ayniyat Önlemleri</a:t>
            </a:r>
          </a:p>
        </p:txBody>
      </p:sp>
      <p:sp>
        <p:nvSpPr>
          <p:cNvPr id="50" name="Metin Kutusu 3">
            <a:extLst>
              <a:ext uri="{FF2B5EF4-FFF2-40B4-BE49-F238E27FC236}">
                <a16:creationId xmlns:a16="http://schemas.microsoft.com/office/drawing/2014/main" id="{0CB20C1D-8A36-4BBF-99CA-AB4718F5867E}"/>
              </a:ext>
            </a:extLst>
          </p:cNvPr>
          <p:cNvSpPr txBox="1"/>
          <p:nvPr/>
        </p:nvSpPr>
        <p:spPr>
          <a:xfrm>
            <a:off x="9109123" y="4472430"/>
            <a:ext cx="2952145"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269" i="1" dirty="0">
                <a:solidFill>
                  <a:srgbClr val="7030A0"/>
                </a:solidFill>
                <a:latin typeface="Myriad Pro"/>
                <a:ea typeface="Calibri" panose="020F0502020204030204" pitchFamily="34" charset="0"/>
                <a:cs typeface="Times New Roman" panose="02020603050405020304" pitchFamily="18" charset="0"/>
              </a:rPr>
              <a:t>* Mühür Tatbiki</a:t>
            </a:r>
          </a:p>
          <a:p>
            <a:pPr algn="ctr">
              <a:lnSpc>
                <a:spcPct val="107000"/>
              </a:lnSpc>
              <a:spcAft>
                <a:spcPts val="846"/>
              </a:spcAft>
            </a:pPr>
            <a:r>
              <a:rPr lang="tr-TR" sz="1269" i="1" dirty="0">
                <a:solidFill>
                  <a:srgbClr val="7030A0"/>
                </a:solidFill>
                <a:latin typeface="Myriad Pro"/>
                <a:ea typeface="Calibri" panose="020F0502020204030204" pitchFamily="34" charset="0"/>
                <a:cs typeface="Times New Roman" panose="02020603050405020304" pitchFamily="18" charset="0"/>
              </a:rPr>
              <a:t>* Transit Süresi Verilmesi</a:t>
            </a:r>
          </a:p>
          <a:p>
            <a:pPr algn="ctr">
              <a:lnSpc>
                <a:spcPct val="107000"/>
              </a:lnSpc>
              <a:spcAft>
                <a:spcPts val="846"/>
              </a:spcAft>
            </a:pPr>
            <a:r>
              <a:rPr lang="tr-TR" sz="1269" i="1" dirty="0">
                <a:solidFill>
                  <a:srgbClr val="7030A0"/>
                </a:solidFill>
                <a:latin typeface="Myriad Pro"/>
                <a:ea typeface="Calibri" panose="020F0502020204030204" pitchFamily="34" charset="0"/>
                <a:cs typeface="Times New Roman" panose="02020603050405020304" pitchFamily="18" charset="0"/>
              </a:rPr>
              <a:t>* ATS Cihazı Takılması &amp; Memur Refakati  (gerektiği takdirde)</a:t>
            </a:r>
          </a:p>
        </p:txBody>
      </p:sp>
      <p:cxnSp>
        <p:nvCxnSpPr>
          <p:cNvPr id="51" name="Düz Bağlayıcı 50">
            <a:extLst>
              <a:ext uri="{FF2B5EF4-FFF2-40B4-BE49-F238E27FC236}">
                <a16:creationId xmlns:a16="http://schemas.microsoft.com/office/drawing/2014/main" id="{46A6E21D-847F-4D21-A1AB-DAECBDC8CCC3}"/>
              </a:ext>
            </a:extLst>
          </p:cNvPr>
          <p:cNvCxnSpPr>
            <a:cxnSpLocks/>
          </p:cNvCxnSpPr>
          <p:nvPr/>
        </p:nvCxnSpPr>
        <p:spPr>
          <a:xfrm flipH="1">
            <a:off x="6284257" y="6405368"/>
            <a:ext cx="2356533"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52" name="Metin Kutusu 3">
            <a:extLst>
              <a:ext uri="{FF2B5EF4-FFF2-40B4-BE49-F238E27FC236}">
                <a16:creationId xmlns:a16="http://schemas.microsoft.com/office/drawing/2014/main" id="{2DB93098-3829-4973-81A0-749A68CFC7A0}"/>
              </a:ext>
            </a:extLst>
          </p:cNvPr>
          <p:cNvSpPr txBox="1"/>
          <p:nvPr/>
        </p:nvSpPr>
        <p:spPr>
          <a:xfrm>
            <a:off x="4823001" y="4598218"/>
            <a:ext cx="1216374" cy="436191"/>
          </a:xfrm>
          <a:prstGeom prst="rect">
            <a:avLst/>
          </a:prstGeom>
          <a:solidFill>
            <a:srgbClr val="FFFF00"/>
          </a:solid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058" dirty="0">
                <a:latin typeface="Myriad Pro"/>
                <a:ea typeface="Calibri" panose="020F0502020204030204" pitchFamily="34" charset="0"/>
                <a:cs typeface="Times New Roman" panose="02020603050405020304" pitchFamily="18" charset="0"/>
              </a:rPr>
              <a:t>Sarı / Kırmızı Hat Kontrolü</a:t>
            </a:r>
          </a:p>
        </p:txBody>
      </p:sp>
      <p:cxnSp>
        <p:nvCxnSpPr>
          <p:cNvPr id="53" name="Düz Bağlayıcı 52">
            <a:extLst>
              <a:ext uri="{FF2B5EF4-FFF2-40B4-BE49-F238E27FC236}">
                <a16:creationId xmlns:a16="http://schemas.microsoft.com/office/drawing/2014/main" id="{D258B408-7C89-46FB-8BEF-481630D15976}"/>
              </a:ext>
            </a:extLst>
          </p:cNvPr>
          <p:cNvCxnSpPr>
            <a:cxnSpLocks/>
          </p:cNvCxnSpPr>
          <p:nvPr/>
        </p:nvCxnSpPr>
        <p:spPr>
          <a:xfrm>
            <a:off x="1845213" y="6235167"/>
            <a:ext cx="2648021" cy="0"/>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54" name="Düz Ok Bağlayıcısı 53">
            <a:extLst>
              <a:ext uri="{FF2B5EF4-FFF2-40B4-BE49-F238E27FC236}">
                <a16:creationId xmlns:a16="http://schemas.microsoft.com/office/drawing/2014/main" id="{C73D7A91-0389-426B-AAA4-7452648C2B62}"/>
              </a:ext>
            </a:extLst>
          </p:cNvPr>
          <p:cNvCxnSpPr>
            <a:cxnSpLocks/>
          </p:cNvCxnSpPr>
          <p:nvPr/>
        </p:nvCxnSpPr>
        <p:spPr>
          <a:xfrm flipV="1">
            <a:off x="1838048" y="3545160"/>
            <a:ext cx="0" cy="2690009"/>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55" name="Metin Kutusu 3">
            <a:extLst>
              <a:ext uri="{FF2B5EF4-FFF2-40B4-BE49-F238E27FC236}">
                <a16:creationId xmlns:a16="http://schemas.microsoft.com/office/drawing/2014/main" id="{7E8DCB37-28A5-44C3-9D3F-51F0D064858F}"/>
              </a:ext>
            </a:extLst>
          </p:cNvPr>
          <p:cNvSpPr txBox="1"/>
          <p:nvPr/>
        </p:nvSpPr>
        <p:spPr>
          <a:xfrm>
            <a:off x="1879547" y="4033015"/>
            <a:ext cx="1763618"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Eşyanın Serbest Bırakılmasına İzin Verilmedi (REL_NOT) ₄</a:t>
            </a:r>
          </a:p>
          <a:p>
            <a:pPr algn="ctr">
              <a:lnSpc>
                <a:spcPct val="107000"/>
              </a:lnSpc>
              <a:spcAft>
                <a:spcPts val="846"/>
              </a:spcAft>
            </a:pPr>
            <a:endParaRPr lang="tr-TR" sz="1164" dirty="0">
              <a:solidFill>
                <a:srgbClr val="FF0000"/>
              </a:solidFill>
              <a:latin typeface="Myriad Pro"/>
              <a:ea typeface="Calibri" panose="020F0502020204030204" pitchFamily="34" charset="0"/>
              <a:cs typeface="Times New Roman" panose="02020603050405020304" pitchFamily="18" charset="0"/>
            </a:endParaRPr>
          </a:p>
        </p:txBody>
      </p:sp>
      <p:sp>
        <p:nvSpPr>
          <p:cNvPr id="56" name="Metin Kutusu 3">
            <a:extLst>
              <a:ext uri="{FF2B5EF4-FFF2-40B4-BE49-F238E27FC236}">
                <a16:creationId xmlns:a16="http://schemas.microsoft.com/office/drawing/2014/main" id="{DBA4396C-B644-43E7-A4BE-2EE7E82F68B7}"/>
              </a:ext>
            </a:extLst>
          </p:cNvPr>
          <p:cNvSpPr txBox="1"/>
          <p:nvPr/>
        </p:nvSpPr>
        <p:spPr>
          <a:xfrm>
            <a:off x="3685209" y="4965682"/>
            <a:ext cx="1430926"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Muayene Olumsuz (CTR_DEC)</a:t>
            </a:r>
          </a:p>
          <a:p>
            <a:pPr algn="ctr">
              <a:lnSpc>
                <a:spcPct val="107000"/>
              </a:lnSpc>
              <a:spcAft>
                <a:spcPts val="846"/>
              </a:spcAft>
            </a:pPr>
            <a:endParaRPr lang="tr-TR" sz="1164" dirty="0">
              <a:solidFill>
                <a:srgbClr val="FF0000"/>
              </a:solidFill>
              <a:latin typeface="Myriad Pro"/>
              <a:ea typeface="Calibri" panose="020F0502020204030204" pitchFamily="34" charset="0"/>
              <a:cs typeface="Times New Roman" panose="02020603050405020304" pitchFamily="18" charset="0"/>
            </a:endParaRPr>
          </a:p>
        </p:txBody>
      </p:sp>
      <p:cxnSp>
        <p:nvCxnSpPr>
          <p:cNvPr id="57" name="Düz Ok Bağlayıcısı 56">
            <a:extLst>
              <a:ext uri="{FF2B5EF4-FFF2-40B4-BE49-F238E27FC236}">
                <a16:creationId xmlns:a16="http://schemas.microsoft.com/office/drawing/2014/main" id="{79CEB8E4-44EB-49DE-A919-2E67CA2FA3CC}"/>
              </a:ext>
            </a:extLst>
          </p:cNvPr>
          <p:cNvCxnSpPr>
            <a:cxnSpLocks/>
          </p:cNvCxnSpPr>
          <p:nvPr/>
        </p:nvCxnSpPr>
        <p:spPr>
          <a:xfrm flipV="1">
            <a:off x="8640790" y="5072054"/>
            <a:ext cx="0" cy="1333314"/>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58" name="Metin Kutusu 3">
            <a:extLst>
              <a:ext uri="{FF2B5EF4-FFF2-40B4-BE49-F238E27FC236}">
                <a16:creationId xmlns:a16="http://schemas.microsoft.com/office/drawing/2014/main" id="{C9E427A9-C869-4537-BA41-898B0789D0DB}"/>
              </a:ext>
            </a:extLst>
          </p:cNvPr>
          <p:cNvSpPr txBox="1"/>
          <p:nvPr/>
        </p:nvSpPr>
        <p:spPr>
          <a:xfrm>
            <a:off x="5337936" y="5036468"/>
            <a:ext cx="2338492"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00B050"/>
                </a:solidFill>
                <a:latin typeface="Myriad Pro"/>
                <a:ea typeface="Calibri" panose="020F0502020204030204" pitchFamily="34" charset="0"/>
                <a:cs typeface="Times New Roman" panose="02020603050405020304" pitchFamily="18" charset="0"/>
              </a:rPr>
              <a:t>Muayene Olumlu (CTR_DEC)</a:t>
            </a:r>
          </a:p>
        </p:txBody>
      </p:sp>
      <p:cxnSp>
        <p:nvCxnSpPr>
          <p:cNvPr id="59" name="Düz Ok Bağlayıcısı 58">
            <a:extLst>
              <a:ext uri="{FF2B5EF4-FFF2-40B4-BE49-F238E27FC236}">
                <a16:creationId xmlns:a16="http://schemas.microsoft.com/office/drawing/2014/main" id="{C46D47C9-8238-4E7C-B4EA-97E3B92F8AA4}"/>
              </a:ext>
            </a:extLst>
          </p:cNvPr>
          <p:cNvCxnSpPr>
            <a:cxnSpLocks/>
          </p:cNvCxnSpPr>
          <p:nvPr/>
        </p:nvCxnSpPr>
        <p:spPr>
          <a:xfrm>
            <a:off x="6096001" y="3088265"/>
            <a:ext cx="2216097" cy="0"/>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80" name="Metin Kutusu 3">
            <a:extLst>
              <a:ext uri="{FF2B5EF4-FFF2-40B4-BE49-F238E27FC236}">
                <a16:creationId xmlns:a16="http://schemas.microsoft.com/office/drawing/2014/main" id="{5D11E5E3-FDF7-41B4-B004-CF234056F03B}"/>
              </a:ext>
            </a:extLst>
          </p:cNvPr>
          <p:cNvSpPr txBox="1"/>
          <p:nvPr/>
        </p:nvSpPr>
        <p:spPr>
          <a:xfrm>
            <a:off x="6284257" y="2625310"/>
            <a:ext cx="1839583"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b="1" dirty="0">
                <a:solidFill>
                  <a:srgbClr val="47AD23"/>
                </a:solidFill>
                <a:latin typeface="Myriad Pro"/>
                <a:ea typeface="Calibri" panose="020F0502020204030204" pitchFamily="34" charset="0"/>
                <a:cs typeface="Times New Roman" panose="02020603050405020304" pitchFamily="18" charset="0"/>
              </a:rPr>
              <a:t>EŞYA SERBEST BIRAKILIR (REL_TRA)</a:t>
            </a:r>
          </a:p>
        </p:txBody>
      </p:sp>
      <p:sp>
        <p:nvSpPr>
          <p:cNvPr id="81" name="Text Box 8">
            <a:extLst>
              <a:ext uri="{FF2B5EF4-FFF2-40B4-BE49-F238E27FC236}">
                <a16:creationId xmlns:a16="http://schemas.microsoft.com/office/drawing/2014/main" id="{2398C061-89C3-4A00-BEC7-42C15AD2BC99}"/>
              </a:ext>
            </a:extLst>
          </p:cNvPr>
          <p:cNvSpPr txBox="1">
            <a:spLocks noChangeArrowheads="1"/>
          </p:cNvSpPr>
          <p:nvPr/>
        </p:nvSpPr>
        <p:spPr bwMode="auto">
          <a:xfrm>
            <a:off x="8412177" y="2586601"/>
            <a:ext cx="1471600" cy="900000"/>
          </a:xfrm>
          <a:prstGeom prst="rect">
            <a:avLst/>
          </a:prstGeom>
          <a:solidFill>
            <a:schemeClr val="bg2">
              <a:lumMod val="50000"/>
            </a:schemeClr>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Transit / Varış Gümrük İdaresi</a:t>
            </a:r>
          </a:p>
        </p:txBody>
      </p:sp>
      <p:cxnSp>
        <p:nvCxnSpPr>
          <p:cNvPr id="82" name="Düz Ok Bağlayıcısı 81">
            <a:extLst>
              <a:ext uri="{FF2B5EF4-FFF2-40B4-BE49-F238E27FC236}">
                <a16:creationId xmlns:a16="http://schemas.microsoft.com/office/drawing/2014/main" id="{4E8C12D3-FE7C-4CC1-BABF-32C4C23263B1}"/>
              </a:ext>
            </a:extLst>
          </p:cNvPr>
          <p:cNvCxnSpPr>
            <a:cxnSpLocks/>
          </p:cNvCxnSpPr>
          <p:nvPr/>
        </p:nvCxnSpPr>
        <p:spPr>
          <a:xfrm flipH="1" flipV="1">
            <a:off x="6069903" y="3197940"/>
            <a:ext cx="2276692" cy="1361019"/>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83" name="Metin Kutusu 3">
            <a:extLst>
              <a:ext uri="{FF2B5EF4-FFF2-40B4-BE49-F238E27FC236}">
                <a16:creationId xmlns:a16="http://schemas.microsoft.com/office/drawing/2014/main" id="{32662765-5493-4E37-ADAD-1859887B1427}"/>
              </a:ext>
            </a:extLst>
          </p:cNvPr>
          <p:cNvSpPr txBox="1"/>
          <p:nvPr/>
        </p:nvSpPr>
        <p:spPr>
          <a:xfrm>
            <a:off x="7363903" y="3584784"/>
            <a:ext cx="1276887"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7030A0"/>
                </a:solidFill>
                <a:latin typeface="Myriad Pro"/>
                <a:ea typeface="Calibri" panose="020F0502020204030204" pitchFamily="34" charset="0"/>
                <a:cs typeface="Times New Roman" panose="02020603050405020304" pitchFamily="18" charset="0"/>
              </a:rPr>
              <a:t>Ayniyat Önlemleri Alındı</a:t>
            </a:r>
          </a:p>
        </p:txBody>
      </p:sp>
      <p:sp>
        <p:nvSpPr>
          <p:cNvPr id="84" name="Metin Kutusu 3">
            <a:extLst>
              <a:ext uri="{FF2B5EF4-FFF2-40B4-BE49-F238E27FC236}">
                <a16:creationId xmlns:a16="http://schemas.microsoft.com/office/drawing/2014/main" id="{DF463295-7E33-4B34-9729-E5FFFEF1B213}"/>
              </a:ext>
            </a:extLst>
          </p:cNvPr>
          <p:cNvSpPr txBox="1"/>
          <p:nvPr/>
        </p:nvSpPr>
        <p:spPr>
          <a:xfrm>
            <a:off x="9914863" y="2633349"/>
            <a:ext cx="1839591"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Beklenen Transit Geçiş Tarihi (ATR_SND) / Beklenen Varış Tarihi (AAR_SND) Bildirilir</a:t>
            </a:r>
          </a:p>
        </p:txBody>
      </p:sp>
      <p:sp>
        <p:nvSpPr>
          <p:cNvPr id="85" name="Metin Kutusu 3">
            <a:extLst>
              <a:ext uri="{FF2B5EF4-FFF2-40B4-BE49-F238E27FC236}">
                <a16:creationId xmlns:a16="http://schemas.microsoft.com/office/drawing/2014/main" id="{43AEFC40-E533-4A0E-9D31-B78F73B36F6F}"/>
              </a:ext>
            </a:extLst>
          </p:cNvPr>
          <p:cNvSpPr txBox="1"/>
          <p:nvPr/>
        </p:nvSpPr>
        <p:spPr>
          <a:xfrm>
            <a:off x="7437255" y="6363297"/>
            <a:ext cx="2356532"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00B050"/>
                </a:solidFill>
                <a:latin typeface="Myriad Pro"/>
                <a:ea typeface="Calibri" panose="020F0502020204030204" pitchFamily="34" charset="0"/>
                <a:cs typeface="Times New Roman" panose="02020603050405020304" pitchFamily="18" charset="0"/>
              </a:rPr>
              <a:t>Teminat Kullanıldı (GUA_USR)</a:t>
            </a:r>
          </a:p>
        </p:txBody>
      </p:sp>
      <p:sp>
        <p:nvSpPr>
          <p:cNvPr id="87" name="Metin Kutusu 3">
            <a:extLst>
              <a:ext uri="{FF2B5EF4-FFF2-40B4-BE49-F238E27FC236}">
                <a16:creationId xmlns:a16="http://schemas.microsoft.com/office/drawing/2014/main" id="{42FFCE8A-1F47-447F-B793-EF894AE0E047}"/>
              </a:ext>
            </a:extLst>
          </p:cNvPr>
          <p:cNvSpPr txBox="1"/>
          <p:nvPr/>
        </p:nvSpPr>
        <p:spPr>
          <a:xfrm>
            <a:off x="1720551" y="5067337"/>
            <a:ext cx="1613560" cy="31322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0070C0"/>
                </a:solidFill>
                <a:latin typeface="Myriad Pro"/>
                <a:ea typeface="Calibri" panose="020F0502020204030204" pitchFamily="34" charset="0"/>
                <a:cs typeface="Times New Roman" panose="02020603050405020304" pitchFamily="18" charset="0"/>
              </a:rPr>
              <a:t>Teminat Güncelleme İsteği (GUA_REQ)</a:t>
            </a:r>
          </a:p>
        </p:txBody>
      </p:sp>
      <p:sp>
        <p:nvSpPr>
          <p:cNvPr id="73" name="Content Placeholder 2">
            <a:extLst>
              <a:ext uri="{FF2B5EF4-FFF2-40B4-BE49-F238E27FC236}">
                <a16:creationId xmlns:a16="http://schemas.microsoft.com/office/drawing/2014/main" id="{5B678680-FDD3-4092-9F81-7FFE26BE337A}"/>
              </a:ext>
            </a:extLst>
          </p:cNvPr>
          <p:cNvSpPr txBox="1">
            <a:spLocks/>
          </p:cNvSpPr>
          <p:nvPr/>
        </p:nvSpPr>
        <p:spPr>
          <a:xfrm>
            <a:off x="1944944" y="595904"/>
            <a:ext cx="808682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HAREKET GÜMRÜK İDARESİNDE NCTS İŞ AKIŞI </a:t>
            </a:r>
            <a:r>
              <a:rPr lang="tr-TR" sz="1058" b="1" i="1" dirty="0">
                <a:solidFill>
                  <a:srgbClr val="00B0F0"/>
                </a:solidFill>
                <a:latin typeface="Myriad Pro"/>
              </a:rPr>
              <a:t>{4 Seri Nolu Tebliğ, md.19-29}</a:t>
            </a:r>
            <a:endParaRPr lang="tr-TR" sz="1058" b="1" i="1" dirty="0">
              <a:solidFill>
                <a:srgbClr val="FF0000"/>
              </a:solidFill>
              <a:latin typeface="Myriad Pro"/>
            </a:endParaRPr>
          </a:p>
          <a:p>
            <a:pPr marL="0" indent="0">
              <a:buNone/>
            </a:pPr>
            <a:endParaRPr lang="en-US" sz="1058" dirty="0">
              <a:latin typeface="Myriad Pro"/>
            </a:endParaRPr>
          </a:p>
        </p:txBody>
      </p:sp>
      <p:sp>
        <p:nvSpPr>
          <p:cNvPr id="60" name="Metin Kutusu 3">
            <a:extLst>
              <a:ext uri="{FF2B5EF4-FFF2-40B4-BE49-F238E27FC236}">
                <a16:creationId xmlns:a16="http://schemas.microsoft.com/office/drawing/2014/main" id="{1CC01EA9-080F-4BF5-8143-BA6E8E35F2F3}"/>
              </a:ext>
            </a:extLst>
          </p:cNvPr>
          <p:cNvSpPr txBox="1"/>
          <p:nvPr/>
        </p:nvSpPr>
        <p:spPr>
          <a:xfrm>
            <a:off x="5404111" y="3837772"/>
            <a:ext cx="1497907" cy="45578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pPr>
            <a:r>
              <a:rPr lang="tr-TR" sz="1164" dirty="0">
                <a:solidFill>
                  <a:srgbClr val="FF0000"/>
                </a:solidFill>
                <a:latin typeface="Myriad Pro"/>
                <a:ea typeface="Calibri" panose="020F0502020204030204" pitchFamily="34" charset="0"/>
                <a:cs typeface="Times New Roman" panose="02020603050405020304" pitchFamily="18" charset="0"/>
              </a:rPr>
              <a:t>TRB Kabul Edilmedi</a:t>
            </a:r>
          </a:p>
          <a:p>
            <a:pPr algn="ctr">
              <a:lnSpc>
                <a:spcPct val="107000"/>
              </a:lnSpc>
            </a:pPr>
            <a:r>
              <a:rPr lang="tr-TR" sz="1164" dirty="0">
                <a:solidFill>
                  <a:srgbClr val="FF0000"/>
                </a:solidFill>
                <a:latin typeface="Myriad Pro"/>
                <a:ea typeface="Calibri" panose="020F0502020204030204" pitchFamily="34" charset="0"/>
                <a:cs typeface="Times New Roman" panose="02020603050405020304" pitchFamily="18" charset="0"/>
              </a:rPr>
              <a:t>(INV_NOT) ₄</a:t>
            </a:r>
          </a:p>
          <a:p>
            <a:pPr algn="ctr">
              <a:lnSpc>
                <a:spcPct val="107000"/>
              </a:lnSpc>
            </a:pPr>
            <a:endParaRPr lang="tr-TR" sz="1164" dirty="0">
              <a:solidFill>
                <a:srgbClr val="FF0000"/>
              </a:solidFill>
              <a:latin typeface="Myriad Pro"/>
              <a:ea typeface="Calibri" panose="020F0502020204030204" pitchFamily="34" charset="0"/>
              <a:cs typeface="Times New Roman" panose="02020603050405020304" pitchFamily="18" charset="0"/>
            </a:endParaRPr>
          </a:p>
        </p:txBody>
      </p:sp>
      <p:cxnSp>
        <p:nvCxnSpPr>
          <p:cNvPr id="62" name="Düz Ok Bağlayıcısı 61">
            <a:extLst>
              <a:ext uri="{FF2B5EF4-FFF2-40B4-BE49-F238E27FC236}">
                <a16:creationId xmlns:a16="http://schemas.microsoft.com/office/drawing/2014/main" id="{FAC145F9-FE21-4436-A233-BA467B4136B1}"/>
              </a:ext>
            </a:extLst>
          </p:cNvPr>
          <p:cNvCxnSpPr>
            <a:cxnSpLocks/>
          </p:cNvCxnSpPr>
          <p:nvPr/>
        </p:nvCxnSpPr>
        <p:spPr>
          <a:xfrm flipV="1">
            <a:off x="5480369" y="3545160"/>
            <a:ext cx="0" cy="94338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1" name="Metin Kutusu 3">
            <a:extLst>
              <a:ext uri="{FF2B5EF4-FFF2-40B4-BE49-F238E27FC236}">
                <a16:creationId xmlns:a16="http://schemas.microsoft.com/office/drawing/2014/main" id="{672713BB-BF3F-4E38-B637-1085FBA288B3}"/>
              </a:ext>
            </a:extLst>
          </p:cNvPr>
          <p:cNvSpPr txBox="1"/>
          <p:nvPr/>
        </p:nvSpPr>
        <p:spPr>
          <a:xfrm>
            <a:off x="-51011" y="2276001"/>
            <a:ext cx="1398843" cy="627913"/>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b="1" dirty="0">
                <a:solidFill>
                  <a:srgbClr val="00B050"/>
                </a:solidFill>
                <a:latin typeface="Myriad Pro"/>
                <a:ea typeface="Calibri" panose="020F0502020204030204" pitchFamily="34" charset="0"/>
                <a:cs typeface="Times New Roman" panose="02020603050405020304" pitchFamily="18" charset="0"/>
              </a:rPr>
              <a:t>₁  </a:t>
            </a:r>
            <a:r>
              <a:rPr lang="tr-TR" sz="1164" dirty="0">
                <a:latin typeface="Myriad Pro"/>
                <a:ea typeface="Calibri" panose="020F0502020204030204" pitchFamily="34" charset="0"/>
                <a:cs typeface="Times New Roman" panose="02020603050405020304" pitchFamily="18" charset="0"/>
              </a:rPr>
              <a:t>30 gün içinde hareket idaresine başvurulmalıdır.</a:t>
            </a:r>
            <a:endParaRPr lang="tr-TR" sz="1164" b="1" dirty="0">
              <a:solidFill>
                <a:srgbClr val="00B050"/>
              </a:solidFill>
              <a:latin typeface="Myriad Pro"/>
              <a:ea typeface="Calibri" panose="020F0502020204030204" pitchFamily="34" charset="0"/>
              <a:cs typeface="Times New Roman" panose="02020603050405020304" pitchFamily="18" charset="0"/>
            </a:endParaRPr>
          </a:p>
        </p:txBody>
      </p:sp>
      <p:sp>
        <p:nvSpPr>
          <p:cNvPr id="63" name="Metin Kutusu 3">
            <a:extLst>
              <a:ext uri="{FF2B5EF4-FFF2-40B4-BE49-F238E27FC236}">
                <a16:creationId xmlns:a16="http://schemas.microsoft.com/office/drawing/2014/main" id="{5DE15FBC-9ACF-4630-812D-3E51DB83E55B}"/>
              </a:ext>
            </a:extLst>
          </p:cNvPr>
          <p:cNvSpPr txBox="1"/>
          <p:nvPr/>
        </p:nvSpPr>
        <p:spPr>
          <a:xfrm>
            <a:off x="-21940" y="3303713"/>
            <a:ext cx="1322493"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b="1" dirty="0">
                <a:solidFill>
                  <a:srgbClr val="FF0000"/>
                </a:solidFill>
                <a:latin typeface="Myriad Pro"/>
                <a:ea typeface="Calibri" panose="020F0502020204030204" pitchFamily="34" charset="0"/>
                <a:cs typeface="Times New Roman" panose="02020603050405020304" pitchFamily="18" charset="0"/>
              </a:rPr>
              <a:t>₂  </a:t>
            </a:r>
            <a:r>
              <a:rPr lang="tr-TR" sz="1164" dirty="0">
                <a:latin typeface="Myriad Pro"/>
                <a:ea typeface="Calibri" panose="020F0502020204030204" pitchFamily="34" charset="0"/>
                <a:cs typeface="Times New Roman" panose="02020603050405020304" pitchFamily="18" charset="0"/>
              </a:rPr>
              <a:t>30 gün içinde hareket idaresine başvurulmazsa LRN geri çevrilir.</a:t>
            </a:r>
          </a:p>
        </p:txBody>
      </p:sp>
      <p:sp>
        <p:nvSpPr>
          <p:cNvPr id="64" name="Metin Kutusu 3">
            <a:extLst>
              <a:ext uri="{FF2B5EF4-FFF2-40B4-BE49-F238E27FC236}">
                <a16:creationId xmlns:a16="http://schemas.microsoft.com/office/drawing/2014/main" id="{96FEF723-E199-44DA-972E-01FFA4A17E9F}"/>
              </a:ext>
            </a:extLst>
          </p:cNvPr>
          <p:cNvSpPr txBox="1"/>
          <p:nvPr/>
        </p:nvSpPr>
        <p:spPr>
          <a:xfrm>
            <a:off x="-45262" y="4488879"/>
            <a:ext cx="1283531"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b="1" dirty="0">
                <a:solidFill>
                  <a:srgbClr val="FF0000"/>
                </a:solidFill>
                <a:latin typeface="Myriad Pro"/>
                <a:ea typeface="Calibri" panose="020F0502020204030204" pitchFamily="34" charset="0"/>
                <a:cs typeface="Times New Roman" panose="02020603050405020304" pitchFamily="18" charset="0"/>
              </a:rPr>
              <a:t>₃  </a:t>
            </a:r>
            <a:r>
              <a:rPr lang="tr-TR" sz="1164" dirty="0">
                <a:latin typeface="Myriad Pro"/>
                <a:ea typeface="Calibri" panose="020F0502020204030204" pitchFamily="34" charset="0"/>
                <a:cs typeface="Times New Roman" panose="02020603050405020304" pitchFamily="18" charset="0"/>
              </a:rPr>
              <a:t>Damga vergisi tahsil edilir.</a:t>
            </a:r>
          </a:p>
        </p:txBody>
      </p:sp>
      <p:sp>
        <p:nvSpPr>
          <p:cNvPr id="65" name="Metin Kutusu 3">
            <a:extLst>
              <a:ext uri="{FF2B5EF4-FFF2-40B4-BE49-F238E27FC236}">
                <a16:creationId xmlns:a16="http://schemas.microsoft.com/office/drawing/2014/main" id="{F6256952-F58D-4E5F-A3B3-112D756D4D2B}"/>
              </a:ext>
            </a:extLst>
          </p:cNvPr>
          <p:cNvSpPr txBox="1"/>
          <p:nvPr/>
        </p:nvSpPr>
        <p:spPr>
          <a:xfrm>
            <a:off x="-108465" y="5327457"/>
            <a:ext cx="1801432"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₄</a:t>
            </a:r>
            <a:r>
              <a:rPr lang="tr-TR" sz="1164" b="1" dirty="0">
                <a:solidFill>
                  <a:srgbClr val="FF0000"/>
                </a:solidFill>
                <a:latin typeface="Myriad Pro"/>
                <a:ea typeface="Calibri" panose="020F0502020204030204" pitchFamily="34" charset="0"/>
                <a:cs typeface="Times New Roman" panose="02020603050405020304" pitchFamily="18" charset="0"/>
              </a:rPr>
              <a:t>  </a:t>
            </a:r>
            <a:r>
              <a:rPr lang="tr-TR" sz="1164" dirty="0">
                <a:latin typeface="Myriad Pro"/>
                <a:ea typeface="Calibri" panose="020F0502020204030204" pitchFamily="34" charset="0"/>
                <a:cs typeface="Times New Roman" panose="02020603050405020304" pitchFamily="18" charset="0"/>
              </a:rPr>
              <a:t>Damga vergisi alınır. 241/1 uygulanır.</a:t>
            </a:r>
          </a:p>
        </p:txBody>
      </p:sp>
      <p:sp>
        <p:nvSpPr>
          <p:cNvPr id="8" name="Metin Kutusu 3">
            <a:extLst>
              <a:ext uri="{FF2B5EF4-FFF2-40B4-BE49-F238E27FC236}">
                <a16:creationId xmlns:a16="http://schemas.microsoft.com/office/drawing/2014/main" id="{F3D49DA5-E73C-4B08-CE37-F5CC1F0BFD53}"/>
              </a:ext>
            </a:extLst>
          </p:cNvPr>
          <p:cNvSpPr txBox="1"/>
          <p:nvPr/>
        </p:nvSpPr>
        <p:spPr>
          <a:xfrm>
            <a:off x="5355308" y="5866779"/>
            <a:ext cx="2155145"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0070C0"/>
                </a:solidFill>
                <a:latin typeface="Myriad Pro"/>
                <a:ea typeface="Calibri" panose="020F0502020204030204" pitchFamily="34" charset="0"/>
                <a:cs typeface="Times New Roman" panose="02020603050405020304" pitchFamily="18" charset="0"/>
              </a:rPr>
              <a:t>Teminat Kaydı (DEP_CON)</a:t>
            </a:r>
          </a:p>
        </p:txBody>
      </p:sp>
      <p:sp>
        <p:nvSpPr>
          <p:cNvPr id="13" name="Ok: Sol 12">
            <a:extLst>
              <a:ext uri="{FF2B5EF4-FFF2-40B4-BE49-F238E27FC236}">
                <a16:creationId xmlns:a16="http://schemas.microsoft.com/office/drawing/2014/main" id="{1C05621E-9ABB-1702-081D-D5BA857BFF3B}"/>
              </a:ext>
            </a:extLst>
          </p:cNvPr>
          <p:cNvSpPr/>
          <p:nvPr/>
        </p:nvSpPr>
        <p:spPr>
          <a:xfrm rot="1546890">
            <a:off x="2723656" y="5647351"/>
            <a:ext cx="569185" cy="9311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Ok: Sol 13">
            <a:extLst>
              <a:ext uri="{FF2B5EF4-FFF2-40B4-BE49-F238E27FC236}">
                <a16:creationId xmlns:a16="http://schemas.microsoft.com/office/drawing/2014/main" id="{08F6D75C-4046-B77C-88A2-10C203192933}"/>
              </a:ext>
            </a:extLst>
          </p:cNvPr>
          <p:cNvSpPr/>
          <p:nvPr/>
        </p:nvSpPr>
        <p:spPr>
          <a:xfrm rot="1546890">
            <a:off x="3519122" y="4781686"/>
            <a:ext cx="569185" cy="93110"/>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Ok: Sol 14">
            <a:extLst>
              <a:ext uri="{FF2B5EF4-FFF2-40B4-BE49-F238E27FC236}">
                <a16:creationId xmlns:a16="http://schemas.microsoft.com/office/drawing/2014/main" id="{467F233B-22F4-1A86-A663-CE9F009661E2}"/>
              </a:ext>
            </a:extLst>
          </p:cNvPr>
          <p:cNvSpPr/>
          <p:nvPr/>
        </p:nvSpPr>
        <p:spPr>
          <a:xfrm rot="16200000">
            <a:off x="5963595" y="5517400"/>
            <a:ext cx="468026" cy="10697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Metin Kutusu 3">
            <a:extLst>
              <a:ext uri="{FF2B5EF4-FFF2-40B4-BE49-F238E27FC236}">
                <a16:creationId xmlns:a16="http://schemas.microsoft.com/office/drawing/2014/main" id="{2FCB8E81-4F78-74EB-7D3E-BFE62FC3E43F}"/>
              </a:ext>
            </a:extLst>
          </p:cNvPr>
          <p:cNvSpPr txBox="1"/>
          <p:nvPr/>
        </p:nvSpPr>
        <p:spPr>
          <a:xfrm>
            <a:off x="7374886" y="1648107"/>
            <a:ext cx="1497907" cy="45578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pPr>
            <a:r>
              <a:rPr lang="tr-TR" sz="1164" dirty="0">
                <a:solidFill>
                  <a:srgbClr val="FF0000"/>
                </a:solidFill>
                <a:latin typeface="Myriad Pro"/>
                <a:ea typeface="Calibri" panose="020F0502020204030204" pitchFamily="34" charset="0"/>
                <a:cs typeface="Times New Roman" panose="02020603050405020304" pitchFamily="18" charset="0"/>
              </a:rPr>
              <a:t>TRB İptal Edildi</a:t>
            </a:r>
          </a:p>
          <a:p>
            <a:pPr algn="ctr">
              <a:lnSpc>
                <a:spcPct val="107000"/>
              </a:lnSpc>
            </a:pPr>
            <a:r>
              <a:rPr lang="tr-TR" sz="1164" dirty="0">
                <a:solidFill>
                  <a:srgbClr val="FF0000"/>
                </a:solidFill>
                <a:latin typeface="Myriad Pro"/>
                <a:ea typeface="Calibri" panose="020F0502020204030204" pitchFamily="34" charset="0"/>
                <a:cs typeface="Times New Roman" panose="02020603050405020304" pitchFamily="18" charset="0"/>
              </a:rPr>
              <a:t>(INV_NOT) ₄</a:t>
            </a:r>
          </a:p>
          <a:p>
            <a:pPr algn="ctr">
              <a:lnSpc>
                <a:spcPct val="107000"/>
              </a:lnSpc>
            </a:pPr>
            <a:endParaRPr lang="tr-TR" sz="1164" dirty="0">
              <a:solidFill>
                <a:srgbClr val="FF0000"/>
              </a:solidFill>
              <a:latin typeface="Myriad Pro"/>
              <a:ea typeface="Calibri" panose="020F0502020204030204" pitchFamily="34" charset="0"/>
              <a:cs typeface="Times New Roman" panose="02020603050405020304" pitchFamily="18" charset="0"/>
            </a:endParaRPr>
          </a:p>
        </p:txBody>
      </p:sp>
      <p:sp>
        <p:nvSpPr>
          <p:cNvPr id="17" name="Ok: Sol 16">
            <a:extLst>
              <a:ext uri="{FF2B5EF4-FFF2-40B4-BE49-F238E27FC236}">
                <a16:creationId xmlns:a16="http://schemas.microsoft.com/office/drawing/2014/main" id="{50E75D7F-8AB0-2381-4624-7CFD9B965256}"/>
              </a:ext>
            </a:extLst>
          </p:cNvPr>
          <p:cNvSpPr/>
          <p:nvPr/>
        </p:nvSpPr>
        <p:spPr>
          <a:xfrm rot="7826253">
            <a:off x="7364828" y="2338033"/>
            <a:ext cx="569185" cy="72454"/>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8" name="Düz Bağlayıcı 17">
            <a:extLst>
              <a:ext uri="{FF2B5EF4-FFF2-40B4-BE49-F238E27FC236}">
                <a16:creationId xmlns:a16="http://schemas.microsoft.com/office/drawing/2014/main" id="{205A9CFB-CB4F-F81A-2081-E57855050FDA}"/>
              </a:ext>
            </a:extLst>
          </p:cNvPr>
          <p:cNvCxnSpPr>
            <a:cxnSpLocks/>
          </p:cNvCxnSpPr>
          <p:nvPr/>
        </p:nvCxnSpPr>
        <p:spPr>
          <a:xfrm>
            <a:off x="8065456" y="1412169"/>
            <a:ext cx="0" cy="23755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 name="Düz Bağlayıcı 18">
            <a:extLst>
              <a:ext uri="{FF2B5EF4-FFF2-40B4-BE49-F238E27FC236}">
                <a16:creationId xmlns:a16="http://schemas.microsoft.com/office/drawing/2014/main" id="{5A17ED99-8DF0-8957-C1B6-4856045C83B8}"/>
              </a:ext>
            </a:extLst>
          </p:cNvPr>
          <p:cNvCxnSpPr>
            <a:cxnSpLocks/>
          </p:cNvCxnSpPr>
          <p:nvPr/>
        </p:nvCxnSpPr>
        <p:spPr>
          <a:xfrm>
            <a:off x="1551910" y="1412169"/>
            <a:ext cx="651354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 name="Düz Ok Bağlayıcısı 19">
            <a:extLst>
              <a:ext uri="{FF2B5EF4-FFF2-40B4-BE49-F238E27FC236}">
                <a16:creationId xmlns:a16="http://schemas.microsoft.com/office/drawing/2014/main" id="{E4CF3AFC-31F3-F278-0377-98ED421FE42F}"/>
              </a:ext>
            </a:extLst>
          </p:cNvPr>
          <p:cNvCxnSpPr>
            <a:cxnSpLocks/>
          </p:cNvCxnSpPr>
          <p:nvPr/>
        </p:nvCxnSpPr>
        <p:spPr>
          <a:xfrm>
            <a:off x="1551910" y="1412169"/>
            <a:ext cx="0" cy="116532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0" name="Metin Kutusu 3">
            <a:extLst>
              <a:ext uri="{FF2B5EF4-FFF2-40B4-BE49-F238E27FC236}">
                <a16:creationId xmlns:a16="http://schemas.microsoft.com/office/drawing/2014/main" id="{1A051F0D-9572-C514-3452-2111EFE6E528}"/>
              </a:ext>
            </a:extLst>
          </p:cNvPr>
          <p:cNvSpPr txBox="1"/>
          <p:nvPr/>
        </p:nvSpPr>
        <p:spPr>
          <a:xfrm>
            <a:off x="2156637" y="2924260"/>
            <a:ext cx="2844036" cy="290789"/>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00B050"/>
                </a:solidFill>
                <a:latin typeface="Myriad Pro"/>
                <a:ea typeface="Calibri" panose="020F0502020204030204" pitchFamily="34" charset="0"/>
                <a:cs typeface="Times New Roman" panose="02020603050405020304" pitchFamily="18" charset="0"/>
              </a:rPr>
              <a:t>Transit Beyanı Alındı (POS_ACK)</a:t>
            </a:r>
            <a:r>
              <a:rPr lang="tr-TR" sz="1164" b="1" dirty="0">
                <a:solidFill>
                  <a:srgbClr val="00B050"/>
                </a:solidFill>
                <a:latin typeface="Myriad Pro"/>
                <a:ea typeface="Calibri" panose="020F0502020204030204" pitchFamily="34" charset="0"/>
                <a:cs typeface="Times New Roman" panose="02020603050405020304" pitchFamily="18" charset="0"/>
              </a:rPr>
              <a:t> ₁</a:t>
            </a:r>
          </a:p>
        </p:txBody>
      </p:sp>
      <p:cxnSp>
        <p:nvCxnSpPr>
          <p:cNvPr id="71" name="Düz Ok Bağlayıcısı 70">
            <a:extLst>
              <a:ext uri="{FF2B5EF4-FFF2-40B4-BE49-F238E27FC236}">
                <a16:creationId xmlns:a16="http://schemas.microsoft.com/office/drawing/2014/main" id="{B02EDABB-F0F6-7008-DD2E-FBEF705F261E}"/>
              </a:ext>
            </a:extLst>
          </p:cNvPr>
          <p:cNvCxnSpPr>
            <a:cxnSpLocks/>
          </p:cNvCxnSpPr>
          <p:nvPr/>
        </p:nvCxnSpPr>
        <p:spPr>
          <a:xfrm flipH="1" flipV="1">
            <a:off x="2230781" y="3395542"/>
            <a:ext cx="2620736" cy="488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6" name="Metin Kutusu 3">
            <a:extLst>
              <a:ext uri="{FF2B5EF4-FFF2-40B4-BE49-F238E27FC236}">
                <a16:creationId xmlns:a16="http://schemas.microsoft.com/office/drawing/2014/main" id="{52E10D98-6380-A2B3-9B40-EF3383F06880}"/>
              </a:ext>
            </a:extLst>
          </p:cNvPr>
          <p:cNvSpPr txBox="1"/>
          <p:nvPr/>
        </p:nvSpPr>
        <p:spPr>
          <a:xfrm>
            <a:off x="2192587" y="3355817"/>
            <a:ext cx="2844036" cy="290789"/>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Transit Beyanı Reddedildi (DEP_REJ)</a:t>
            </a:r>
            <a:r>
              <a:rPr lang="tr-TR" sz="1164" b="1" dirty="0">
                <a:solidFill>
                  <a:srgbClr val="FF0000"/>
                </a:solidFill>
                <a:latin typeface="Myriad Pro"/>
                <a:ea typeface="Calibri" panose="020F0502020204030204" pitchFamily="34" charset="0"/>
                <a:cs typeface="Times New Roman" panose="02020603050405020304" pitchFamily="18" charset="0"/>
              </a:rPr>
              <a:t> ₂ ₃</a:t>
            </a:r>
            <a:endParaRPr lang="tr-TR" sz="1164" b="1" dirty="0">
              <a:solidFill>
                <a:srgbClr val="0070C0"/>
              </a:solidFill>
              <a:latin typeface="Myriad Pro"/>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1062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500"/>
                                        <p:tgtEl>
                                          <p:spTgt spid="4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0"/>
                                        </p:tgtEl>
                                        <p:attrNameLst>
                                          <p:attrName>style.visibility</p:attrName>
                                        </p:attrNameLst>
                                      </p:cBhvr>
                                      <p:to>
                                        <p:strVal val="visible"/>
                                      </p:to>
                                    </p:set>
                                    <p:animEffect transition="in" filter="fade">
                                      <p:cBhvr>
                                        <p:cTn id="26" dur="500"/>
                                        <p:tgtEl>
                                          <p:spTgt spid="7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6"/>
                                        </p:tgtEl>
                                        <p:attrNameLst>
                                          <p:attrName>style.visibility</p:attrName>
                                        </p:attrNameLst>
                                      </p:cBhvr>
                                      <p:to>
                                        <p:strVal val="visible"/>
                                      </p:to>
                                    </p:set>
                                    <p:animEffect transition="in" filter="fade">
                                      <p:cBhvr>
                                        <p:cTn id="36" dur="500"/>
                                        <p:tgtEl>
                                          <p:spTgt spid="106"/>
                                        </p:tgtEl>
                                      </p:cBhvr>
                                    </p:animEffect>
                                  </p:childTnLst>
                                </p:cTn>
                              </p:par>
                              <p:par>
                                <p:cTn id="37" presetID="10"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500"/>
                                        <p:tgtEl>
                                          <p:spTgt spid="7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fade">
                                      <p:cBhvr>
                                        <p:cTn id="42" dur="500"/>
                                        <p:tgtEl>
                                          <p:spTgt spid="6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fade">
                                      <p:cBhvr>
                                        <p:cTn id="47" dur="500"/>
                                        <p:tgtEl>
                                          <p:spTgt spid="6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par>
                                <p:cTn id="56" presetID="10" presetClass="entr" presetSubtype="0" fill="hold"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500"/>
                                        <p:tgtEl>
                                          <p:spTgt spid="3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500"/>
                                        <p:tgtEl>
                                          <p:spTgt spid="3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500"/>
                                        <p:tgtEl>
                                          <p:spTgt spid="37"/>
                                        </p:tgtEl>
                                      </p:cBhvr>
                                    </p:animEffect>
                                  </p:childTnLst>
                                </p:cTn>
                              </p:par>
                              <p:par>
                                <p:cTn id="70" presetID="10" presetClass="entr" presetSubtype="0" fill="hold"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500"/>
                                        <p:tgtEl>
                                          <p:spTgt spid="39"/>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500"/>
                                        <p:tgtEl>
                                          <p:spTgt spid="3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2"/>
                                        </p:tgtEl>
                                        <p:attrNameLst>
                                          <p:attrName>style.visibility</p:attrName>
                                        </p:attrNameLst>
                                      </p:cBhvr>
                                      <p:to>
                                        <p:strVal val="visible"/>
                                      </p:to>
                                    </p:set>
                                    <p:animEffect transition="in" filter="fade">
                                      <p:cBhvr>
                                        <p:cTn id="88" dur="500"/>
                                        <p:tgtEl>
                                          <p:spTgt spid="5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60"/>
                                        </p:tgtEl>
                                        <p:attrNameLst>
                                          <p:attrName>style.visibility</p:attrName>
                                        </p:attrNameLst>
                                      </p:cBhvr>
                                      <p:to>
                                        <p:strVal val="visible"/>
                                      </p:to>
                                    </p:set>
                                    <p:animEffect transition="in" filter="fade">
                                      <p:cBhvr>
                                        <p:cTn id="93" dur="500"/>
                                        <p:tgtEl>
                                          <p:spTgt spid="60"/>
                                        </p:tgtEl>
                                      </p:cBhvr>
                                    </p:animEffect>
                                  </p:childTnLst>
                                </p:cTn>
                              </p:par>
                              <p:par>
                                <p:cTn id="94" presetID="10" presetClass="entr" presetSubtype="0" fill="hold" nodeType="withEffect">
                                  <p:stCondLst>
                                    <p:cond delay="0"/>
                                  </p:stCondLst>
                                  <p:childTnLst>
                                    <p:set>
                                      <p:cBhvr>
                                        <p:cTn id="95" dur="1" fill="hold">
                                          <p:stCondLst>
                                            <p:cond delay="0"/>
                                          </p:stCondLst>
                                        </p:cTn>
                                        <p:tgtEl>
                                          <p:spTgt spid="62"/>
                                        </p:tgtEl>
                                        <p:attrNameLst>
                                          <p:attrName>style.visibility</p:attrName>
                                        </p:attrNameLst>
                                      </p:cBhvr>
                                      <p:to>
                                        <p:strVal val="visible"/>
                                      </p:to>
                                    </p:set>
                                    <p:animEffect transition="in" filter="fade">
                                      <p:cBhvr>
                                        <p:cTn id="96" dur="500"/>
                                        <p:tgtEl>
                                          <p:spTgt spid="62"/>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65"/>
                                        </p:tgtEl>
                                        <p:attrNameLst>
                                          <p:attrName>style.visibility</p:attrName>
                                        </p:attrNameLst>
                                      </p:cBhvr>
                                      <p:to>
                                        <p:strVal val="visible"/>
                                      </p:to>
                                    </p:set>
                                    <p:animEffect transition="in" filter="fade">
                                      <p:cBhvr>
                                        <p:cTn id="101" dur="500"/>
                                        <p:tgtEl>
                                          <p:spTgt spid="65"/>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58"/>
                                        </p:tgtEl>
                                        <p:attrNameLst>
                                          <p:attrName>style.visibility</p:attrName>
                                        </p:attrNameLst>
                                      </p:cBhvr>
                                      <p:to>
                                        <p:strVal val="visible"/>
                                      </p:to>
                                    </p:set>
                                    <p:animEffect transition="in" filter="fade">
                                      <p:cBhvr>
                                        <p:cTn id="106" dur="500"/>
                                        <p:tgtEl>
                                          <p:spTgt spid="58"/>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15"/>
                                        </p:tgtEl>
                                        <p:attrNameLst>
                                          <p:attrName>style.visibility</p:attrName>
                                        </p:attrNameLst>
                                      </p:cBhvr>
                                      <p:to>
                                        <p:strVal val="visible"/>
                                      </p:to>
                                    </p:set>
                                    <p:animEffect transition="in" filter="fade">
                                      <p:cBhvr>
                                        <p:cTn id="111" dur="500"/>
                                        <p:tgtEl>
                                          <p:spTgt spid="1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8"/>
                                        </p:tgtEl>
                                        <p:attrNameLst>
                                          <p:attrName>style.visibility</p:attrName>
                                        </p:attrNameLst>
                                      </p:cBhvr>
                                      <p:to>
                                        <p:strVal val="visible"/>
                                      </p:to>
                                    </p:set>
                                    <p:animEffect transition="in" filter="fade">
                                      <p:cBhvr>
                                        <p:cTn id="114" dur="500"/>
                                        <p:tgtEl>
                                          <p:spTgt spid="8"/>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56"/>
                                        </p:tgtEl>
                                        <p:attrNameLst>
                                          <p:attrName>style.visibility</p:attrName>
                                        </p:attrNameLst>
                                      </p:cBhvr>
                                      <p:to>
                                        <p:strVal val="visible"/>
                                      </p:to>
                                    </p:set>
                                    <p:animEffect transition="in" filter="fade">
                                      <p:cBhvr>
                                        <p:cTn id="119" dur="500"/>
                                        <p:tgtEl>
                                          <p:spTgt spid="56"/>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500"/>
                                        <p:tgtEl>
                                          <p:spTgt spid="4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4"/>
                                        </p:tgtEl>
                                        <p:attrNameLst>
                                          <p:attrName>style.visibility</p:attrName>
                                        </p:attrNameLst>
                                      </p:cBhvr>
                                      <p:to>
                                        <p:strVal val="visible"/>
                                      </p:to>
                                    </p:set>
                                    <p:animEffect transition="in" filter="fade">
                                      <p:cBhvr>
                                        <p:cTn id="127" dur="500"/>
                                        <p:tgtEl>
                                          <p:spTgt spid="14"/>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5"/>
                                        </p:tgtEl>
                                        <p:attrNameLst>
                                          <p:attrName>style.visibility</p:attrName>
                                        </p:attrNameLst>
                                      </p:cBhvr>
                                      <p:to>
                                        <p:strVal val="visible"/>
                                      </p:to>
                                    </p:set>
                                    <p:animEffect transition="in" filter="fade">
                                      <p:cBhvr>
                                        <p:cTn id="130" dur="500"/>
                                        <p:tgtEl>
                                          <p:spTgt spid="55"/>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nodeType="clickEffect">
                                  <p:stCondLst>
                                    <p:cond delay="0"/>
                                  </p:stCondLst>
                                  <p:childTnLst>
                                    <p:set>
                                      <p:cBhvr>
                                        <p:cTn id="134" dur="1" fill="hold">
                                          <p:stCondLst>
                                            <p:cond delay="0"/>
                                          </p:stCondLst>
                                        </p:cTn>
                                        <p:tgtEl>
                                          <p:spTgt spid="48"/>
                                        </p:tgtEl>
                                        <p:attrNameLst>
                                          <p:attrName>style.visibility</p:attrName>
                                        </p:attrNameLst>
                                      </p:cBhvr>
                                      <p:to>
                                        <p:strVal val="visible"/>
                                      </p:to>
                                    </p:set>
                                    <p:animEffect transition="in" filter="fade">
                                      <p:cBhvr>
                                        <p:cTn id="135" dur="500"/>
                                        <p:tgtEl>
                                          <p:spTgt spid="48"/>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0"/>
                                        </p:tgtEl>
                                        <p:attrNameLst>
                                          <p:attrName>style.visibility</p:attrName>
                                        </p:attrNameLst>
                                      </p:cBhvr>
                                      <p:to>
                                        <p:strVal val="visible"/>
                                      </p:to>
                                    </p:set>
                                    <p:animEffect transition="in" filter="fade">
                                      <p:cBhvr>
                                        <p:cTn id="138" dur="500"/>
                                        <p:tgtEl>
                                          <p:spTgt spid="40"/>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44"/>
                                        </p:tgtEl>
                                        <p:attrNameLst>
                                          <p:attrName>style.visibility</p:attrName>
                                        </p:attrNameLst>
                                      </p:cBhvr>
                                      <p:to>
                                        <p:strVal val="visible"/>
                                      </p:to>
                                    </p:set>
                                    <p:animEffect transition="in" filter="fade">
                                      <p:cBhvr>
                                        <p:cTn id="143" dur="500"/>
                                        <p:tgtEl>
                                          <p:spTgt spid="44"/>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13"/>
                                        </p:tgtEl>
                                        <p:attrNameLst>
                                          <p:attrName>style.visibility</p:attrName>
                                        </p:attrNameLst>
                                      </p:cBhvr>
                                      <p:to>
                                        <p:strVal val="visible"/>
                                      </p:to>
                                    </p:set>
                                    <p:animEffect transition="in" filter="fade">
                                      <p:cBhvr>
                                        <p:cTn id="148" dur="500"/>
                                        <p:tgtEl>
                                          <p:spTgt spid="13"/>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87"/>
                                        </p:tgtEl>
                                        <p:attrNameLst>
                                          <p:attrName>style.visibility</p:attrName>
                                        </p:attrNameLst>
                                      </p:cBhvr>
                                      <p:to>
                                        <p:strVal val="visible"/>
                                      </p:to>
                                    </p:set>
                                    <p:animEffect transition="in" filter="fade">
                                      <p:cBhvr>
                                        <p:cTn id="151" dur="500"/>
                                        <p:tgtEl>
                                          <p:spTgt spid="87"/>
                                        </p:tgtEl>
                                      </p:cBhvr>
                                    </p:animEffect>
                                  </p:childTnLst>
                                </p:cTn>
                              </p:par>
                              <p:par>
                                <p:cTn id="152" presetID="10" presetClass="entr" presetSubtype="0" fill="hold" nodeType="with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500"/>
                                        <p:tgtEl>
                                          <p:spTgt spid="53"/>
                                        </p:tgtEl>
                                      </p:cBhvr>
                                    </p:animEffect>
                                  </p:childTnLst>
                                </p:cTn>
                              </p:par>
                              <p:par>
                                <p:cTn id="155" presetID="10" presetClass="entr" presetSubtype="0" fill="hold" nodeType="with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fade">
                                      <p:cBhvr>
                                        <p:cTn id="157" dur="500"/>
                                        <p:tgtEl>
                                          <p:spTgt spid="54"/>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nodeType="clickEffect">
                                  <p:stCondLst>
                                    <p:cond delay="0"/>
                                  </p:stCondLst>
                                  <p:childTnLst>
                                    <p:set>
                                      <p:cBhvr>
                                        <p:cTn id="161" dur="1" fill="hold">
                                          <p:stCondLst>
                                            <p:cond delay="0"/>
                                          </p:stCondLst>
                                        </p:cTn>
                                        <p:tgtEl>
                                          <p:spTgt spid="45"/>
                                        </p:tgtEl>
                                        <p:attrNameLst>
                                          <p:attrName>style.visibility</p:attrName>
                                        </p:attrNameLst>
                                      </p:cBhvr>
                                      <p:to>
                                        <p:strVal val="visible"/>
                                      </p:to>
                                    </p:set>
                                    <p:animEffect transition="in" filter="fade">
                                      <p:cBhvr>
                                        <p:cTn id="162" dur="500"/>
                                        <p:tgtEl>
                                          <p:spTgt spid="45"/>
                                        </p:tgtEl>
                                      </p:cBhvr>
                                    </p:animEffect>
                                  </p:childTnLst>
                                </p:cTn>
                              </p:par>
                              <p:par>
                                <p:cTn id="163" presetID="10" presetClass="entr" presetSubtype="0" fill="hold" nodeType="withEffect">
                                  <p:stCondLst>
                                    <p:cond delay="0"/>
                                  </p:stCondLst>
                                  <p:childTnLst>
                                    <p:set>
                                      <p:cBhvr>
                                        <p:cTn id="164" dur="1" fill="hold">
                                          <p:stCondLst>
                                            <p:cond delay="0"/>
                                          </p:stCondLst>
                                        </p:cTn>
                                        <p:tgtEl>
                                          <p:spTgt spid="46"/>
                                        </p:tgtEl>
                                        <p:attrNameLst>
                                          <p:attrName>style.visibility</p:attrName>
                                        </p:attrNameLst>
                                      </p:cBhvr>
                                      <p:to>
                                        <p:strVal val="visible"/>
                                      </p:to>
                                    </p:set>
                                    <p:animEffect transition="in" filter="fade">
                                      <p:cBhvr>
                                        <p:cTn id="165" dur="500"/>
                                        <p:tgtEl>
                                          <p:spTgt spid="4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47"/>
                                        </p:tgtEl>
                                        <p:attrNameLst>
                                          <p:attrName>style.visibility</p:attrName>
                                        </p:attrNameLst>
                                      </p:cBhvr>
                                      <p:to>
                                        <p:strVal val="visible"/>
                                      </p:to>
                                    </p:set>
                                    <p:animEffect transition="in" filter="fade">
                                      <p:cBhvr>
                                        <p:cTn id="168" dur="500"/>
                                        <p:tgtEl>
                                          <p:spTgt spid="47"/>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grpId="0" nodeType="clickEffect">
                                  <p:stCondLst>
                                    <p:cond delay="0"/>
                                  </p:stCondLst>
                                  <p:childTnLst>
                                    <p:set>
                                      <p:cBhvr>
                                        <p:cTn id="172" dur="1" fill="hold">
                                          <p:stCondLst>
                                            <p:cond delay="0"/>
                                          </p:stCondLst>
                                        </p:cTn>
                                        <p:tgtEl>
                                          <p:spTgt spid="85"/>
                                        </p:tgtEl>
                                        <p:attrNameLst>
                                          <p:attrName>style.visibility</p:attrName>
                                        </p:attrNameLst>
                                      </p:cBhvr>
                                      <p:to>
                                        <p:strVal val="visible"/>
                                      </p:to>
                                    </p:set>
                                    <p:animEffect transition="in" filter="fade">
                                      <p:cBhvr>
                                        <p:cTn id="173" dur="500"/>
                                        <p:tgtEl>
                                          <p:spTgt spid="85"/>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nodeType="clickEffect">
                                  <p:stCondLst>
                                    <p:cond delay="0"/>
                                  </p:stCondLst>
                                  <p:childTnLst>
                                    <p:set>
                                      <p:cBhvr>
                                        <p:cTn id="177" dur="1" fill="hold">
                                          <p:stCondLst>
                                            <p:cond delay="0"/>
                                          </p:stCondLst>
                                        </p:cTn>
                                        <p:tgtEl>
                                          <p:spTgt spid="51"/>
                                        </p:tgtEl>
                                        <p:attrNameLst>
                                          <p:attrName>style.visibility</p:attrName>
                                        </p:attrNameLst>
                                      </p:cBhvr>
                                      <p:to>
                                        <p:strVal val="visible"/>
                                      </p:to>
                                    </p:set>
                                    <p:animEffect transition="in" filter="fade">
                                      <p:cBhvr>
                                        <p:cTn id="178" dur="500"/>
                                        <p:tgtEl>
                                          <p:spTgt spid="51"/>
                                        </p:tgtEl>
                                      </p:cBhvr>
                                    </p:animEffect>
                                  </p:childTnLst>
                                </p:cTn>
                              </p:par>
                              <p:par>
                                <p:cTn id="179" presetID="10" presetClass="entr" presetSubtype="0" fill="hold" nodeType="withEffect">
                                  <p:stCondLst>
                                    <p:cond delay="0"/>
                                  </p:stCondLst>
                                  <p:childTnLst>
                                    <p:set>
                                      <p:cBhvr>
                                        <p:cTn id="180" dur="1" fill="hold">
                                          <p:stCondLst>
                                            <p:cond delay="0"/>
                                          </p:stCondLst>
                                        </p:cTn>
                                        <p:tgtEl>
                                          <p:spTgt spid="57"/>
                                        </p:tgtEl>
                                        <p:attrNameLst>
                                          <p:attrName>style.visibility</p:attrName>
                                        </p:attrNameLst>
                                      </p:cBhvr>
                                      <p:to>
                                        <p:strVal val="visible"/>
                                      </p:to>
                                    </p:set>
                                    <p:animEffect transition="in" filter="fade">
                                      <p:cBhvr>
                                        <p:cTn id="181" dur="500"/>
                                        <p:tgtEl>
                                          <p:spTgt spid="5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49"/>
                                        </p:tgtEl>
                                        <p:attrNameLst>
                                          <p:attrName>style.visibility</p:attrName>
                                        </p:attrNameLst>
                                      </p:cBhvr>
                                      <p:to>
                                        <p:strVal val="visible"/>
                                      </p:to>
                                    </p:set>
                                    <p:animEffect transition="in" filter="fade">
                                      <p:cBhvr>
                                        <p:cTn id="184" dur="500"/>
                                        <p:tgtEl>
                                          <p:spTgt spid="49"/>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ntr" presetSubtype="0" fill="hold" grpId="0" nodeType="clickEffect">
                                  <p:stCondLst>
                                    <p:cond delay="0"/>
                                  </p:stCondLst>
                                  <p:childTnLst>
                                    <p:set>
                                      <p:cBhvr>
                                        <p:cTn id="188" dur="1" fill="hold">
                                          <p:stCondLst>
                                            <p:cond delay="0"/>
                                          </p:stCondLst>
                                        </p:cTn>
                                        <p:tgtEl>
                                          <p:spTgt spid="50"/>
                                        </p:tgtEl>
                                        <p:attrNameLst>
                                          <p:attrName>style.visibility</p:attrName>
                                        </p:attrNameLst>
                                      </p:cBhvr>
                                      <p:to>
                                        <p:strVal val="visible"/>
                                      </p:to>
                                    </p:set>
                                    <p:animEffect transition="in" filter="fade">
                                      <p:cBhvr>
                                        <p:cTn id="189" dur="500"/>
                                        <p:tgtEl>
                                          <p:spTgt spid="50"/>
                                        </p:tgtEl>
                                      </p:cBhvr>
                                    </p:animEffect>
                                  </p:childTnLst>
                                </p:cTn>
                              </p:par>
                            </p:childTnLst>
                          </p:cTn>
                        </p:par>
                      </p:childTnLst>
                    </p:cTn>
                  </p:par>
                  <p:par>
                    <p:cTn id="190" fill="hold">
                      <p:stCondLst>
                        <p:cond delay="indefinite"/>
                      </p:stCondLst>
                      <p:childTnLst>
                        <p:par>
                          <p:cTn id="191" fill="hold">
                            <p:stCondLst>
                              <p:cond delay="0"/>
                            </p:stCondLst>
                            <p:childTnLst>
                              <p:par>
                                <p:cTn id="192" presetID="10" presetClass="entr" presetSubtype="0" fill="hold" nodeType="clickEffect">
                                  <p:stCondLst>
                                    <p:cond delay="0"/>
                                  </p:stCondLst>
                                  <p:childTnLst>
                                    <p:set>
                                      <p:cBhvr>
                                        <p:cTn id="193" dur="1" fill="hold">
                                          <p:stCondLst>
                                            <p:cond delay="0"/>
                                          </p:stCondLst>
                                        </p:cTn>
                                        <p:tgtEl>
                                          <p:spTgt spid="82"/>
                                        </p:tgtEl>
                                        <p:attrNameLst>
                                          <p:attrName>style.visibility</p:attrName>
                                        </p:attrNameLst>
                                      </p:cBhvr>
                                      <p:to>
                                        <p:strVal val="visible"/>
                                      </p:to>
                                    </p:set>
                                    <p:animEffect transition="in" filter="fade">
                                      <p:cBhvr>
                                        <p:cTn id="194" dur="500"/>
                                        <p:tgtEl>
                                          <p:spTgt spid="82"/>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83"/>
                                        </p:tgtEl>
                                        <p:attrNameLst>
                                          <p:attrName>style.visibility</p:attrName>
                                        </p:attrNameLst>
                                      </p:cBhvr>
                                      <p:to>
                                        <p:strVal val="visible"/>
                                      </p:to>
                                    </p:set>
                                    <p:animEffect transition="in" filter="fade">
                                      <p:cBhvr>
                                        <p:cTn id="197" dur="500"/>
                                        <p:tgtEl>
                                          <p:spTgt spid="83"/>
                                        </p:tgtEl>
                                      </p:cBhvr>
                                    </p:animEffect>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grpId="0" nodeType="clickEffect">
                                  <p:stCondLst>
                                    <p:cond delay="0"/>
                                  </p:stCondLst>
                                  <p:childTnLst>
                                    <p:set>
                                      <p:cBhvr>
                                        <p:cTn id="201" dur="1" fill="hold">
                                          <p:stCondLst>
                                            <p:cond delay="0"/>
                                          </p:stCondLst>
                                        </p:cTn>
                                        <p:tgtEl>
                                          <p:spTgt spid="81"/>
                                        </p:tgtEl>
                                        <p:attrNameLst>
                                          <p:attrName>style.visibility</p:attrName>
                                        </p:attrNameLst>
                                      </p:cBhvr>
                                      <p:to>
                                        <p:strVal val="visible"/>
                                      </p:to>
                                    </p:set>
                                    <p:animEffect transition="in" filter="fade">
                                      <p:cBhvr>
                                        <p:cTn id="202" dur="500"/>
                                        <p:tgtEl>
                                          <p:spTgt spid="81"/>
                                        </p:tgtEl>
                                      </p:cBhvr>
                                    </p:animEffect>
                                  </p:childTnLst>
                                </p:cTn>
                              </p:par>
                            </p:childTnLst>
                          </p:cTn>
                        </p:par>
                      </p:childTnLst>
                    </p:cTn>
                  </p:par>
                  <p:par>
                    <p:cTn id="203" fill="hold">
                      <p:stCondLst>
                        <p:cond delay="indefinite"/>
                      </p:stCondLst>
                      <p:childTnLst>
                        <p:par>
                          <p:cTn id="204" fill="hold">
                            <p:stCondLst>
                              <p:cond delay="0"/>
                            </p:stCondLst>
                            <p:childTnLst>
                              <p:par>
                                <p:cTn id="205" presetID="10" presetClass="entr" presetSubtype="0" fill="hold" grpId="0" nodeType="clickEffect">
                                  <p:stCondLst>
                                    <p:cond delay="0"/>
                                  </p:stCondLst>
                                  <p:childTnLst>
                                    <p:set>
                                      <p:cBhvr>
                                        <p:cTn id="206" dur="1" fill="hold">
                                          <p:stCondLst>
                                            <p:cond delay="0"/>
                                          </p:stCondLst>
                                        </p:cTn>
                                        <p:tgtEl>
                                          <p:spTgt spid="80"/>
                                        </p:tgtEl>
                                        <p:attrNameLst>
                                          <p:attrName>style.visibility</p:attrName>
                                        </p:attrNameLst>
                                      </p:cBhvr>
                                      <p:to>
                                        <p:strVal val="visible"/>
                                      </p:to>
                                    </p:set>
                                    <p:animEffect transition="in" filter="fade">
                                      <p:cBhvr>
                                        <p:cTn id="207" dur="500"/>
                                        <p:tgtEl>
                                          <p:spTgt spid="80"/>
                                        </p:tgtEl>
                                      </p:cBhvr>
                                    </p:animEffect>
                                  </p:childTnLst>
                                </p:cTn>
                              </p:par>
                              <p:par>
                                <p:cTn id="208" presetID="10" presetClass="entr" presetSubtype="0" fill="hold" nodeType="withEffect">
                                  <p:stCondLst>
                                    <p:cond delay="0"/>
                                  </p:stCondLst>
                                  <p:childTnLst>
                                    <p:set>
                                      <p:cBhvr>
                                        <p:cTn id="209" dur="1" fill="hold">
                                          <p:stCondLst>
                                            <p:cond delay="0"/>
                                          </p:stCondLst>
                                        </p:cTn>
                                        <p:tgtEl>
                                          <p:spTgt spid="59"/>
                                        </p:tgtEl>
                                        <p:attrNameLst>
                                          <p:attrName>style.visibility</p:attrName>
                                        </p:attrNameLst>
                                      </p:cBhvr>
                                      <p:to>
                                        <p:strVal val="visible"/>
                                      </p:to>
                                    </p:set>
                                    <p:animEffect transition="in" filter="fade">
                                      <p:cBhvr>
                                        <p:cTn id="210" dur="500"/>
                                        <p:tgtEl>
                                          <p:spTgt spid="59"/>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84"/>
                                        </p:tgtEl>
                                        <p:attrNameLst>
                                          <p:attrName>style.visibility</p:attrName>
                                        </p:attrNameLst>
                                      </p:cBhvr>
                                      <p:to>
                                        <p:strVal val="visible"/>
                                      </p:to>
                                    </p:set>
                                    <p:animEffect transition="in" filter="fade">
                                      <p:cBhvr>
                                        <p:cTn id="213" dur="500"/>
                                        <p:tgtEl>
                                          <p:spTgt spid="84"/>
                                        </p:tgtEl>
                                      </p:cBhvr>
                                    </p:animEffect>
                                  </p:childTnLst>
                                </p:cTn>
                              </p:par>
                            </p:childTnLst>
                          </p:cTn>
                        </p:par>
                      </p:childTnLst>
                    </p:cTn>
                  </p:par>
                  <p:par>
                    <p:cTn id="214" fill="hold">
                      <p:stCondLst>
                        <p:cond delay="indefinite"/>
                      </p:stCondLst>
                      <p:childTnLst>
                        <p:par>
                          <p:cTn id="215" fill="hold">
                            <p:stCondLst>
                              <p:cond delay="0"/>
                            </p:stCondLst>
                            <p:childTnLst>
                              <p:par>
                                <p:cTn id="216" presetID="10" presetClass="entr" presetSubtype="0" fill="hold" grpId="0" nodeType="clickEffect">
                                  <p:stCondLst>
                                    <p:cond delay="0"/>
                                  </p:stCondLst>
                                  <p:childTnLst>
                                    <p:set>
                                      <p:cBhvr>
                                        <p:cTn id="217" dur="1" fill="hold">
                                          <p:stCondLst>
                                            <p:cond delay="0"/>
                                          </p:stCondLst>
                                        </p:cTn>
                                        <p:tgtEl>
                                          <p:spTgt spid="17"/>
                                        </p:tgtEl>
                                        <p:attrNameLst>
                                          <p:attrName>style.visibility</p:attrName>
                                        </p:attrNameLst>
                                      </p:cBhvr>
                                      <p:to>
                                        <p:strVal val="visible"/>
                                      </p:to>
                                    </p:set>
                                    <p:animEffect transition="in" filter="fade">
                                      <p:cBhvr>
                                        <p:cTn id="218" dur="500"/>
                                        <p:tgtEl>
                                          <p:spTgt spid="17"/>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16"/>
                                        </p:tgtEl>
                                        <p:attrNameLst>
                                          <p:attrName>style.visibility</p:attrName>
                                        </p:attrNameLst>
                                      </p:cBhvr>
                                      <p:to>
                                        <p:strVal val="visible"/>
                                      </p:to>
                                    </p:set>
                                    <p:animEffect transition="in" filter="fade">
                                      <p:cBhvr>
                                        <p:cTn id="221" dur="500"/>
                                        <p:tgtEl>
                                          <p:spTgt spid="16"/>
                                        </p:tgtEl>
                                      </p:cBhvr>
                                    </p:animEffect>
                                  </p:childTnLst>
                                </p:cTn>
                              </p:par>
                              <p:par>
                                <p:cTn id="222" presetID="10" presetClass="entr" presetSubtype="0" fill="hold" nodeType="withEffect">
                                  <p:stCondLst>
                                    <p:cond delay="0"/>
                                  </p:stCondLst>
                                  <p:childTnLst>
                                    <p:set>
                                      <p:cBhvr>
                                        <p:cTn id="223" dur="1" fill="hold">
                                          <p:stCondLst>
                                            <p:cond delay="0"/>
                                          </p:stCondLst>
                                        </p:cTn>
                                        <p:tgtEl>
                                          <p:spTgt spid="18"/>
                                        </p:tgtEl>
                                        <p:attrNameLst>
                                          <p:attrName>style.visibility</p:attrName>
                                        </p:attrNameLst>
                                      </p:cBhvr>
                                      <p:to>
                                        <p:strVal val="visible"/>
                                      </p:to>
                                    </p:set>
                                    <p:animEffect transition="in" filter="fade">
                                      <p:cBhvr>
                                        <p:cTn id="224" dur="500"/>
                                        <p:tgtEl>
                                          <p:spTgt spid="18"/>
                                        </p:tgtEl>
                                      </p:cBhvr>
                                    </p:animEffect>
                                  </p:childTnLst>
                                </p:cTn>
                              </p:par>
                              <p:par>
                                <p:cTn id="225" presetID="10" presetClass="entr" presetSubtype="0" fill="hold" nodeType="withEffect">
                                  <p:stCondLst>
                                    <p:cond delay="0"/>
                                  </p:stCondLst>
                                  <p:childTnLst>
                                    <p:set>
                                      <p:cBhvr>
                                        <p:cTn id="226" dur="1" fill="hold">
                                          <p:stCondLst>
                                            <p:cond delay="0"/>
                                          </p:stCondLst>
                                        </p:cTn>
                                        <p:tgtEl>
                                          <p:spTgt spid="19"/>
                                        </p:tgtEl>
                                        <p:attrNameLst>
                                          <p:attrName>style.visibility</p:attrName>
                                        </p:attrNameLst>
                                      </p:cBhvr>
                                      <p:to>
                                        <p:strVal val="visible"/>
                                      </p:to>
                                    </p:set>
                                    <p:animEffect transition="in" filter="fade">
                                      <p:cBhvr>
                                        <p:cTn id="227" dur="500"/>
                                        <p:tgtEl>
                                          <p:spTgt spid="19"/>
                                        </p:tgtEl>
                                      </p:cBhvr>
                                    </p:animEffect>
                                  </p:childTnLst>
                                </p:cTn>
                              </p:par>
                              <p:par>
                                <p:cTn id="228" presetID="10" presetClass="entr" presetSubtype="0" fill="hold" nodeType="withEffect">
                                  <p:stCondLst>
                                    <p:cond delay="0"/>
                                  </p:stCondLst>
                                  <p:childTnLst>
                                    <p:set>
                                      <p:cBhvr>
                                        <p:cTn id="229" dur="1" fill="hold">
                                          <p:stCondLst>
                                            <p:cond delay="0"/>
                                          </p:stCondLst>
                                        </p:cTn>
                                        <p:tgtEl>
                                          <p:spTgt spid="20"/>
                                        </p:tgtEl>
                                        <p:attrNameLst>
                                          <p:attrName>style.visibility</p:attrName>
                                        </p:attrNameLst>
                                      </p:cBhvr>
                                      <p:to>
                                        <p:strVal val="visible"/>
                                      </p:to>
                                    </p:set>
                                    <p:animEffect transition="in" filter="fade">
                                      <p:cBhvr>
                                        <p:cTn id="2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9" grpId="0"/>
      <p:bldP spid="33" grpId="0"/>
      <p:bldP spid="37" grpId="0"/>
      <p:bldP spid="39" grpId="0"/>
      <p:bldP spid="40" grpId="0" animBg="1"/>
      <p:bldP spid="44" grpId="0"/>
      <p:bldP spid="47" grpId="0"/>
      <p:bldP spid="49" grpId="0" animBg="1"/>
      <p:bldP spid="50" grpId="0"/>
      <p:bldP spid="52" grpId="0" animBg="1"/>
      <p:bldP spid="55" grpId="0"/>
      <p:bldP spid="56" grpId="0"/>
      <p:bldP spid="58" grpId="0"/>
      <p:bldP spid="80" grpId="0"/>
      <p:bldP spid="81" grpId="0" animBg="1"/>
      <p:bldP spid="83" grpId="0"/>
      <p:bldP spid="84" grpId="0"/>
      <p:bldP spid="85" grpId="0"/>
      <p:bldP spid="87" grpId="0"/>
      <p:bldP spid="60" grpId="0"/>
      <p:bldP spid="61" grpId="0"/>
      <p:bldP spid="63" grpId="0"/>
      <p:bldP spid="64" grpId="0"/>
      <p:bldP spid="65" grpId="0"/>
      <p:bldP spid="8" grpId="0"/>
      <p:bldP spid="13" grpId="0" animBg="1"/>
      <p:bldP spid="14" grpId="0" animBg="1"/>
      <p:bldP spid="15" grpId="0" animBg="1"/>
      <p:bldP spid="16" grpId="0"/>
      <p:bldP spid="17" grpId="0" animBg="1"/>
      <p:bldP spid="70" grpId="0"/>
      <p:bldP spid="10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 Box 8">
            <a:extLst>
              <a:ext uri="{FF2B5EF4-FFF2-40B4-BE49-F238E27FC236}">
                <a16:creationId xmlns:a16="http://schemas.microsoft.com/office/drawing/2014/main" id="{1695200F-339D-4474-BCF8-81D4D4FFA6EE}"/>
              </a:ext>
            </a:extLst>
          </p:cNvPr>
          <p:cNvSpPr txBox="1">
            <a:spLocks noChangeAspect="1" noChangeArrowheads="1"/>
          </p:cNvSpPr>
          <p:nvPr/>
        </p:nvSpPr>
        <p:spPr bwMode="auto">
          <a:xfrm>
            <a:off x="3407359" y="2306793"/>
            <a:ext cx="1152000" cy="900000"/>
          </a:xfrm>
          <a:prstGeom prst="rect">
            <a:avLst/>
          </a:prstGeom>
          <a:solidFill>
            <a:srgbClr val="00B0F0"/>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Hareket Gümrük İdaresi</a:t>
            </a:r>
          </a:p>
        </p:txBody>
      </p:sp>
      <p:sp>
        <p:nvSpPr>
          <p:cNvPr id="61" name="Text Box 8">
            <a:extLst>
              <a:ext uri="{FF2B5EF4-FFF2-40B4-BE49-F238E27FC236}">
                <a16:creationId xmlns:a16="http://schemas.microsoft.com/office/drawing/2014/main" id="{9177E3D9-6B67-4761-9D9C-DD3947E5A68D}"/>
              </a:ext>
            </a:extLst>
          </p:cNvPr>
          <p:cNvSpPr txBox="1">
            <a:spLocks noChangeAspect="1" noChangeArrowheads="1"/>
          </p:cNvSpPr>
          <p:nvPr/>
        </p:nvSpPr>
        <p:spPr bwMode="auto">
          <a:xfrm>
            <a:off x="6293761" y="2271179"/>
            <a:ext cx="1152000" cy="971228"/>
          </a:xfrm>
          <a:prstGeom prst="rect">
            <a:avLst/>
          </a:prstGeom>
          <a:solidFill>
            <a:schemeClr val="bg2">
              <a:lumMod val="50000"/>
            </a:schemeClr>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Transit Gümrük İdaresi</a:t>
            </a:r>
          </a:p>
          <a:p>
            <a:pPr algn="ctr" eaLnBrk="1" hangingPunct="1">
              <a:spcBef>
                <a:spcPct val="50000"/>
              </a:spcBef>
            </a:pPr>
            <a:r>
              <a:rPr lang="tr-TR" altLang="tr-TR" sz="1269" dirty="0">
                <a:solidFill>
                  <a:schemeClr val="bg1"/>
                </a:solidFill>
                <a:latin typeface="Myriad Pro"/>
              </a:rPr>
              <a:t>(varsa)</a:t>
            </a:r>
          </a:p>
        </p:txBody>
      </p:sp>
      <p:sp>
        <p:nvSpPr>
          <p:cNvPr id="67" name="Text Box 8">
            <a:extLst>
              <a:ext uri="{FF2B5EF4-FFF2-40B4-BE49-F238E27FC236}">
                <a16:creationId xmlns:a16="http://schemas.microsoft.com/office/drawing/2014/main" id="{B185FAFE-A50D-4B92-B5F4-269DBD05D8C7}"/>
              </a:ext>
            </a:extLst>
          </p:cNvPr>
          <p:cNvSpPr txBox="1">
            <a:spLocks noChangeArrowheads="1"/>
          </p:cNvSpPr>
          <p:nvPr/>
        </p:nvSpPr>
        <p:spPr bwMode="auto">
          <a:xfrm>
            <a:off x="8989004" y="2306793"/>
            <a:ext cx="1152000" cy="900000"/>
          </a:xfrm>
          <a:prstGeom prst="rect">
            <a:avLst/>
          </a:prstGeom>
          <a:solidFill>
            <a:srgbClr val="3829FF"/>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Varış Gümrük İdaresi</a:t>
            </a:r>
          </a:p>
        </p:txBody>
      </p:sp>
      <p:sp>
        <p:nvSpPr>
          <p:cNvPr id="68" name="Text Box 8">
            <a:extLst>
              <a:ext uri="{FF2B5EF4-FFF2-40B4-BE49-F238E27FC236}">
                <a16:creationId xmlns:a16="http://schemas.microsoft.com/office/drawing/2014/main" id="{BD9D5E26-8A9D-48F1-BA79-11E542DF6FED}"/>
              </a:ext>
            </a:extLst>
          </p:cNvPr>
          <p:cNvSpPr txBox="1">
            <a:spLocks noChangeAspect="1" noChangeArrowheads="1"/>
          </p:cNvSpPr>
          <p:nvPr/>
        </p:nvSpPr>
        <p:spPr bwMode="auto">
          <a:xfrm>
            <a:off x="712116" y="2306793"/>
            <a:ext cx="1152000" cy="900000"/>
          </a:xfrm>
          <a:prstGeom prst="rect">
            <a:avLst/>
          </a:prstGeom>
          <a:solidFill>
            <a:srgbClr val="FF0000"/>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Asıl Sorumlu</a:t>
            </a:r>
          </a:p>
        </p:txBody>
      </p:sp>
      <p:sp>
        <p:nvSpPr>
          <p:cNvPr id="82" name="Content Placeholder 2">
            <a:extLst>
              <a:ext uri="{FF2B5EF4-FFF2-40B4-BE49-F238E27FC236}">
                <a16:creationId xmlns:a16="http://schemas.microsoft.com/office/drawing/2014/main" id="{37ABCBD9-7D27-457F-ACDB-5FE30A913B5C}"/>
              </a:ext>
            </a:extLst>
          </p:cNvPr>
          <p:cNvSpPr txBox="1">
            <a:spLocks/>
          </p:cNvSpPr>
          <p:nvPr/>
        </p:nvSpPr>
        <p:spPr>
          <a:xfrm>
            <a:off x="1944944" y="610329"/>
            <a:ext cx="8105835"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OLAY KAYDI GÜMRÜK İDARESİNDE NCTS İŞ AKIŞI </a:t>
            </a:r>
            <a:r>
              <a:rPr lang="tr-TR" sz="1058" b="1" i="1" dirty="0">
                <a:solidFill>
                  <a:srgbClr val="00B0F0"/>
                </a:solidFill>
                <a:latin typeface="Myriad Pro"/>
              </a:rPr>
              <a:t>{4 Seri Nolu Tebliğ, md.30, 34/2}</a:t>
            </a:r>
            <a:endParaRPr lang="tr-TR" sz="1058" b="1" i="1" dirty="0">
              <a:solidFill>
                <a:srgbClr val="FF0000"/>
              </a:solidFill>
              <a:latin typeface="Myriad Pro"/>
            </a:endParaRPr>
          </a:p>
          <a:p>
            <a:pPr marL="0" indent="0">
              <a:buNone/>
            </a:pPr>
            <a:endParaRPr lang="en-US" sz="1058" dirty="0">
              <a:latin typeface="Myriad Pro"/>
            </a:endParaRPr>
          </a:p>
        </p:txBody>
      </p:sp>
      <p:sp>
        <p:nvSpPr>
          <p:cNvPr id="2" name="Text Box 8">
            <a:extLst>
              <a:ext uri="{FF2B5EF4-FFF2-40B4-BE49-F238E27FC236}">
                <a16:creationId xmlns:a16="http://schemas.microsoft.com/office/drawing/2014/main" id="{EEEB0682-BC92-4A12-E28B-BA4E0017DDFA}"/>
              </a:ext>
            </a:extLst>
          </p:cNvPr>
          <p:cNvSpPr txBox="1">
            <a:spLocks noChangeAspect="1" noChangeArrowheads="1"/>
          </p:cNvSpPr>
          <p:nvPr/>
        </p:nvSpPr>
        <p:spPr bwMode="auto">
          <a:xfrm>
            <a:off x="6293761" y="4643879"/>
            <a:ext cx="1152000" cy="678263"/>
          </a:xfrm>
          <a:prstGeom prst="rect">
            <a:avLst/>
          </a:prstGeom>
          <a:solidFill>
            <a:srgbClr val="7030A0"/>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Olay Kaydı Gümrük İdaresi</a:t>
            </a:r>
          </a:p>
        </p:txBody>
      </p:sp>
      <p:cxnSp>
        <p:nvCxnSpPr>
          <p:cNvPr id="3" name="Düz Ok Bağlayıcısı 2">
            <a:extLst>
              <a:ext uri="{FF2B5EF4-FFF2-40B4-BE49-F238E27FC236}">
                <a16:creationId xmlns:a16="http://schemas.microsoft.com/office/drawing/2014/main" id="{A53DDF4C-CF16-6E30-BD57-71C8327E334C}"/>
              </a:ext>
            </a:extLst>
          </p:cNvPr>
          <p:cNvCxnSpPr>
            <a:cxnSpLocks/>
          </p:cNvCxnSpPr>
          <p:nvPr/>
        </p:nvCxnSpPr>
        <p:spPr>
          <a:xfrm flipH="1" flipV="1">
            <a:off x="4458413" y="3282400"/>
            <a:ext cx="1835348" cy="12656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Metin Kutusu 3">
            <a:extLst>
              <a:ext uri="{FF2B5EF4-FFF2-40B4-BE49-F238E27FC236}">
                <a16:creationId xmlns:a16="http://schemas.microsoft.com/office/drawing/2014/main" id="{94971353-A671-D691-F671-14BDC280DD47}"/>
              </a:ext>
            </a:extLst>
          </p:cNvPr>
          <p:cNvSpPr txBox="1"/>
          <p:nvPr/>
        </p:nvSpPr>
        <p:spPr>
          <a:xfrm>
            <a:off x="4850792" y="3276684"/>
            <a:ext cx="1245208"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latin typeface="Myriad Pro"/>
                <a:ea typeface="Calibri" panose="020F0502020204030204" pitchFamily="34" charset="0"/>
                <a:cs typeface="Times New Roman" panose="02020603050405020304" pitchFamily="18" charset="0"/>
              </a:rPr>
              <a:t>Taşıma Sorgusu (MVT_QUE)</a:t>
            </a:r>
          </a:p>
        </p:txBody>
      </p:sp>
      <p:sp>
        <p:nvSpPr>
          <p:cNvPr id="5" name="Metin Kutusu 3">
            <a:extLst>
              <a:ext uri="{FF2B5EF4-FFF2-40B4-BE49-F238E27FC236}">
                <a16:creationId xmlns:a16="http://schemas.microsoft.com/office/drawing/2014/main" id="{29D0FEC8-1EFF-FD02-5E22-A39103EBEAD1}"/>
              </a:ext>
            </a:extLst>
          </p:cNvPr>
          <p:cNvSpPr txBox="1"/>
          <p:nvPr/>
        </p:nvSpPr>
        <p:spPr>
          <a:xfrm>
            <a:off x="4259177" y="4793240"/>
            <a:ext cx="1592663"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b="1" dirty="0">
                <a:solidFill>
                  <a:srgbClr val="7030A0"/>
                </a:solidFill>
                <a:latin typeface="Myriad Pro"/>
                <a:ea typeface="Calibri" panose="020F0502020204030204" pitchFamily="34" charset="0"/>
                <a:cs typeface="Times New Roman" panose="02020603050405020304" pitchFamily="18" charset="0"/>
              </a:rPr>
              <a:t>Olay Bildirimi (INC_NOT – IE180)</a:t>
            </a:r>
          </a:p>
        </p:txBody>
      </p:sp>
      <p:cxnSp>
        <p:nvCxnSpPr>
          <p:cNvPr id="9" name="Düz Ok Bağlayıcısı 8">
            <a:extLst>
              <a:ext uri="{FF2B5EF4-FFF2-40B4-BE49-F238E27FC236}">
                <a16:creationId xmlns:a16="http://schemas.microsoft.com/office/drawing/2014/main" id="{AADE15FD-78DB-F627-9CF0-C316E177A9AE}"/>
              </a:ext>
            </a:extLst>
          </p:cNvPr>
          <p:cNvCxnSpPr>
            <a:cxnSpLocks/>
          </p:cNvCxnSpPr>
          <p:nvPr/>
        </p:nvCxnSpPr>
        <p:spPr>
          <a:xfrm>
            <a:off x="4400550" y="3345656"/>
            <a:ext cx="1860572" cy="127804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Metin Kutusu 3">
            <a:extLst>
              <a:ext uri="{FF2B5EF4-FFF2-40B4-BE49-F238E27FC236}">
                <a16:creationId xmlns:a16="http://schemas.microsoft.com/office/drawing/2014/main" id="{B1E3F719-5FBE-D0BD-6F33-C849D87B31A5}"/>
              </a:ext>
            </a:extLst>
          </p:cNvPr>
          <p:cNvSpPr txBox="1"/>
          <p:nvPr/>
        </p:nvSpPr>
        <p:spPr>
          <a:xfrm>
            <a:off x="4354714" y="3860072"/>
            <a:ext cx="1049698" cy="31414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endParaRPr lang="tr-TR" sz="1164" dirty="0">
              <a:solidFill>
                <a:srgbClr val="FF0000"/>
              </a:solidFill>
              <a:latin typeface="Myriad Pro"/>
              <a:ea typeface="Calibri" panose="020F0502020204030204" pitchFamily="34" charset="0"/>
              <a:cs typeface="Times New Roman" panose="02020603050405020304" pitchFamily="18" charset="0"/>
            </a:endParaRPr>
          </a:p>
        </p:txBody>
      </p:sp>
      <p:sp>
        <p:nvSpPr>
          <p:cNvPr id="13" name="Metin Kutusu 3">
            <a:extLst>
              <a:ext uri="{FF2B5EF4-FFF2-40B4-BE49-F238E27FC236}">
                <a16:creationId xmlns:a16="http://schemas.microsoft.com/office/drawing/2014/main" id="{ADA5B058-F5F0-4F8E-D911-E0A64C9EC5B2}"/>
              </a:ext>
            </a:extLst>
          </p:cNvPr>
          <p:cNvSpPr txBox="1"/>
          <p:nvPr/>
        </p:nvSpPr>
        <p:spPr>
          <a:xfrm>
            <a:off x="4105518" y="3893805"/>
            <a:ext cx="1433398"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latin typeface="Myriad Pro"/>
                <a:ea typeface="Calibri" panose="020F0502020204030204" pitchFamily="34" charset="0"/>
                <a:cs typeface="Times New Roman" panose="02020603050405020304" pitchFamily="18" charset="0"/>
              </a:rPr>
              <a:t>Taşıma Sorgusu Cevabı (MVT_RSP)</a:t>
            </a:r>
          </a:p>
        </p:txBody>
      </p:sp>
      <p:cxnSp>
        <p:nvCxnSpPr>
          <p:cNvPr id="26" name="Düz Ok Bağlayıcısı 25">
            <a:extLst>
              <a:ext uri="{FF2B5EF4-FFF2-40B4-BE49-F238E27FC236}">
                <a16:creationId xmlns:a16="http://schemas.microsoft.com/office/drawing/2014/main" id="{2480DCD2-3B21-7903-F806-379435F2B22B}"/>
              </a:ext>
            </a:extLst>
          </p:cNvPr>
          <p:cNvCxnSpPr>
            <a:cxnSpLocks/>
          </p:cNvCxnSpPr>
          <p:nvPr/>
        </p:nvCxnSpPr>
        <p:spPr>
          <a:xfrm flipH="1">
            <a:off x="1944944" y="2569455"/>
            <a:ext cx="1379281" cy="0"/>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32" name="Metin Kutusu 3">
            <a:extLst>
              <a:ext uri="{FF2B5EF4-FFF2-40B4-BE49-F238E27FC236}">
                <a16:creationId xmlns:a16="http://schemas.microsoft.com/office/drawing/2014/main" id="{A8742839-3B54-4056-35CC-B171D15BD737}"/>
              </a:ext>
            </a:extLst>
          </p:cNvPr>
          <p:cNvSpPr txBox="1"/>
          <p:nvPr/>
        </p:nvSpPr>
        <p:spPr>
          <a:xfrm>
            <a:off x="1864116" y="2613983"/>
            <a:ext cx="1592663"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b="1" dirty="0">
                <a:solidFill>
                  <a:srgbClr val="7030A0"/>
                </a:solidFill>
                <a:latin typeface="Myriad Pro"/>
                <a:ea typeface="Calibri" panose="020F0502020204030204" pitchFamily="34" charset="0"/>
                <a:cs typeface="Times New Roman" panose="02020603050405020304" pitchFamily="18" charset="0"/>
              </a:rPr>
              <a:t>Olay Bildirimi (INC_NOT – IE182)</a:t>
            </a:r>
          </a:p>
        </p:txBody>
      </p:sp>
      <p:cxnSp>
        <p:nvCxnSpPr>
          <p:cNvPr id="33" name="Düz Ok Bağlayıcısı 32">
            <a:extLst>
              <a:ext uri="{FF2B5EF4-FFF2-40B4-BE49-F238E27FC236}">
                <a16:creationId xmlns:a16="http://schemas.microsoft.com/office/drawing/2014/main" id="{9DFEAEE3-3DA3-329A-8533-1B7F03B41C3F}"/>
              </a:ext>
            </a:extLst>
          </p:cNvPr>
          <p:cNvCxnSpPr>
            <a:cxnSpLocks/>
          </p:cNvCxnSpPr>
          <p:nvPr/>
        </p:nvCxnSpPr>
        <p:spPr>
          <a:xfrm flipV="1">
            <a:off x="7583922" y="3256883"/>
            <a:ext cx="1405082" cy="1288913"/>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Düz Ok Bağlayıcısı 34">
            <a:extLst>
              <a:ext uri="{FF2B5EF4-FFF2-40B4-BE49-F238E27FC236}">
                <a16:creationId xmlns:a16="http://schemas.microsoft.com/office/drawing/2014/main" id="{181B76F6-A977-9252-CB8C-C4397CCB308F}"/>
              </a:ext>
            </a:extLst>
          </p:cNvPr>
          <p:cNvCxnSpPr>
            <a:cxnSpLocks/>
          </p:cNvCxnSpPr>
          <p:nvPr/>
        </p:nvCxnSpPr>
        <p:spPr>
          <a:xfrm flipV="1">
            <a:off x="6505575" y="3256883"/>
            <a:ext cx="0" cy="1253843"/>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36" name="Metin Kutusu 3">
            <a:extLst>
              <a:ext uri="{FF2B5EF4-FFF2-40B4-BE49-F238E27FC236}">
                <a16:creationId xmlns:a16="http://schemas.microsoft.com/office/drawing/2014/main" id="{6A1D2E86-1F89-D846-2BBD-6F4E437E2A75}"/>
              </a:ext>
            </a:extLst>
          </p:cNvPr>
          <p:cNvSpPr txBox="1"/>
          <p:nvPr/>
        </p:nvSpPr>
        <p:spPr>
          <a:xfrm>
            <a:off x="6553133" y="3619227"/>
            <a:ext cx="1688189"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b="1" dirty="0">
                <a:solidFill>
                  <a:srgbClr val="7030A0"/>
                </a:solidFill>
                <a:latin typeface="Myriad Pro"/>
                <a:ea typeface="Calibri" panose="020F0502020204030204" pitchFamily="34" charset="0"/>
                <a:cs typeface="Times New Roman" panose="02020603050405020304" pitchFamily="18" charset="0"/>
              </a:rPr>
              <a:t>Olay Bildirimi İletildi (INC_FWD – IE181)</a:t>
            </a:r>
          </a:p>
        </p:txBody>
      </p:sp>
      <p:sp>
        <p:nvSpPr>
          <p:cNvPr id="42" name="Metin Kutusu 3">
            <a:extLst>
              <a:ext uri="{FF2B5EF4-FFF2-40B4-BE49-F238E27FC236}">
                <a16:creationId xmlns:a16="http://schemas.microsoft.com/office/drawing/2014/main" id="{8A37EBAC-461B-3D55-4534-447492BD0309}"/>
              </a:ext>
            </a:extLst>
          </p:cNvPr>
          <p:cNvSpPr txBox="1"/>
          <p:nvPr/>
        </p:nvSpPr>
        <p:spPr>
          <a:xfrm>
            <a:off x="368328" y="5549595"/>
            <a:ext cx="3986386" cy="57215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600" dirty="0">
                <a:latin typeface="Myriad Pro"/>
              </a:rPr>
              <a:t>Olay Kaydı gümrük idaresi taşımanın devam edebileceğine karar verirse eşyanın sevkine izin verir.</a:t>
            </a:r>
            <a:r>
              <a:rPr lang="tr-TR" sz="1600" b="1" i="1" dirty="0">
                <a:solidFill>
                  <a:srgbClr val="00B0F0"/>
                </a:solidFill>
                <a:latin typeface="Myriad Pro"/>
              </a:rPr>
              <a:t> </a:t>
            </a:r>
            <a:r>
              <a:rPr lang="tr-TR" sz="1050" b="1" i="1" dirty="0">
                <a:solidFill>
                  <a:srgbClr val="00B0F0"/>
                </a:solidFill>
                <a:latin typeface="Myriad Pro"/>
              </a:rPr>
              <a:t>{4 Seri </a:t>
            </a:r>
            <a:r>
              <a:rPr lang="tr-TR" sz="1050" b="1" i="1" dirty="0" err="1">
                <a:solidFill>
                  <a:srgbClr val="00B0F0"/>
                </a:solidFill>
                <a:latin typeface="Myriad Pro"/>
              </a:rPr>
              <a:t>Nolu</a:t>
            </a:r>
            <a:r>
              <a:rPr lang="tr-TR" sz="1050" b="1" i="1" dirty="0">
                <a:solidFill>
                  <a:srgbClr val="00B0F0"/>
                </a:solidFill>
                <a:latin typeface="Myriad Pro"/>
              </a:rPr>
              <a:t> Tebliğ, md.30/3}</a:t>
            </a:r>
            <a:endParaRPr lang="tr-TR" sz="1050" b="1" i="1" dirty="0">
              <a:solidFill>
                <a:srgbClr val="FF0000"/>
              </a:solidFill>
              <a:latin typeface="Myriad Pro"/>
            </a:endParaRPr>
          </a:p>
          <a:p>
            <a:pPr algn="ctr">
              <a:lnSpc>
                <a:spcPct val="107000"/>
              </a:lnSpc>
              <a:spcAft>
                <a:spcPts val="846"/>
              </a:spcAft>
            </a:pPr>
            <a:endParaRPr lang="tr-TR" sz="1600" dirty="0">
              <a:latin typeface="Myriad Pro"/>
              <a:ea typeface="Calibri" panose="020F0502020204030204" pitchFamily="34" charset="0"/>
              <a:cs typeface="Times New Roman" panose="02020603050405020304" pitchFamily="18" charset="0"/>
            </a:endParaRPr>
          </a:p>
        </p:txBody>
      </p:sp>
      <p:sp>
        <p:nvSpPr>
          <p:cNvPr id="43" name="Metin Kutusu 3">
            <a:extLst>
              <a:ext uri="{FF2B5EF4-FFF2-40B4-BE49-F238E27FC236}">
                <a16:creationId xmlns:a16="http://schemas.microsoft.com/office/drawing/2014/main" id="{11C52A06-E46C-32DF-DB41-D0AB4F6DEB2C}"/>
              </a:ext>
            </a:extLst>
          </p:cNvPr>
          <p:cNvSpPr txBox="1"/>
          <p:nvPr/>
        </p:nvSpPr>
        <p:spPr>
          <a:xfrm>
            <a:off x="7837288" y="5536590"/>
            <a:ext cx="4067739" cy="57215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600" dirty="0">
                <a:latin typeface="Myriad Pro"/>
              </a:rPr>
              <a:t>Olay Kaydı gümrük idaresi taşımanın devam edemeyeceği yönünde karar verirse </a:t>
            </a:r>
            <a:r>
              <a:rPr lang="tr-TR" sz="1600" b="1" dirty="0">
                <a:latin typeface="Myriad Pro"/>
              </a:rPr>
              <a:t>varış gümrük idaresi olarak </a:t>
            </a:r>
            <a:r>
              <a:rPr lang="tr-TR" sz="1600" dirty="0">
                <a:latin typeface="Myriad Pro"/>
              </a:rPr>
              <a:t>işlem yapar.  </a:t>
            </a:r>
            <a:r>
              <a:rPr lang="tr-TR" sz="1050" b="1" i="1" dirty="0">
                <a:solidFill>
                  <a:srgbClr val="00B0F0"/>
                </a:solidFill>
                <a:latin typeface="Myriad Pro"/>
              </a:rPr>
              <a:t>{4 Seri </a:t>
            </a:r>
            <a:r>
              <a:rPr lang="tr-TR" sz="1050" b="1" i="1" dirty="0" err="1">
                <a:solidFill>
                  <a:srgbClr val="00B0F0"/>
                </a:solidFill>
                <a:latin typeface="Myriad Pro"/>
              </a:rPr>
              <a:t>Nolu</a:t>
            </a:r>
            <a:r>
              <a:rPr lang="tr-TR" sz="1050" b="1" i="1" dirty="0">
                <a:solidFill>
                  <a:srgbClr val="00B0F0"/>
                </a:solidFill>
                <a:latin typeface="Myriad Pro"/>
              </a:rPr>
              <a:t> Tebliğ, md.30/3}</a:t>
            </a:r>
            <a:endParaRPr lang="tr-TR" sz="1050" b="1" i="1" dirty="0">
              <a:solidFill>
                <a:srgbClr val="FF0000"/>
              </a:solidFill>
              <a:latin typeface="Myriad Pro"/>
            </a:endParaRPr>
          </a:p>
          <a:p>
            <a:pPr algn="ctr">
              <a:lnSpc>
                <a:spcPct val="107000"/>
              </a:lnSpc>
              <a:spcAft>
                <a:spcPts val="846"/>
              </a:spcAft>
            </a:pPr>
            <a:endParaRPr lang="tr-TR" sz="1600" dirty="0">
              <a:latin typeface="Myriad Pro"/>
              <a:ea typeface="Calibri" panose="020F0502020204030204" pitchFamily="34" charset="0"/>
              <a:cs typeface="Times New Roman" panose="02020603050405020304" pitchFamily="18" charset="0"/>
            </a:endParaRPr>
          </a:p>
        </p:txBody>
      </p:sp>
      <p:cxnSp>
        <p:nvCxnSpPr>
          <p:cNvPr id="44" name="Düz Bağlayıcı 43">
            <a:extLst>
              <a:ext uri="{FF2B5EF4-FFF2-40B4-BE49-F238E27FC236}">
                <a16:creationId xmlns:a16="http://schemas.microsoft.com/office/drawing/2014/main" id="{82F81F76-6729-1E41-0230-83C3DE8A8155}"/>
              </a:ext>
            </a:extLst>
          </p:cNvPr>
          <p:cNvCxnSpPr>
            <a:cxnSpLocks/>
          </p:cNvCxnSpPr>
          <p:nvPr/>
        </p:nvCxnSpPr>
        <p:spPr>
          <a:xfrm>
            <a:off x="3798353" y="4793240"/>
            <a:ext cx="2392897" cy="0"/>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45" name="Düz Ok Bağlayıcısı 44">
            <a:extLst>
              <a:ext uri="{FF2B5EF4-FFF2-40B4-BE49-F238E27FC236}">
                <a16:creationId xmlns:a16="http://schemas.microsoft.com/office/drawing/2014/main" id="{D22007DE-4DC1-EAC2-DAC3-D24A8CB76DF9}"/>
              </a:ext>
            </a:extLst>
          </p:cNvPr>
          <p:cNvCxnSpPr>
            <a:cxnSpLocks/>
          </p:cNvCxnSpPr>
          <p:nvPr/>
        </p:nvCxnSpPr>
        <p:spPr>
          <a:xfrm flipV="1">
            <a:off x="3791188" y="3276684"/>
            <a:ext cx="0" cy="1516558"/>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24" name="Metin kutusu 23">
            <a:extLst>
              <a:ext uri="{FF2B5EF4-FFF2-40B4-BE49-F238E27FC236}">
                <a16:creationId xmlns:a16="http://schemas.microsoft.com/office/drawing/2014/main" id="{D4AACFBB-D261-4AE1-A9AF-0173756C32A8}"/>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55240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500"/>
                                        <p:tgtEl>
                                          <p:spTgt spid="6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7"/>
                                        </p:tgtEl>
                                        <p:attrNameLst>
                                          <p:attrName>style.visibility</p:attrName>
                                        </p:attrNameLst>
                                      </p:cBhvr>
                                      <p:to>
                                        <p:strVal val="visible"/>
                                      </p:to>
                                    </p:set>
                                    <p:animEffect transition="in" filter="fade">
                                      <p:cBhvr>
                                        <p:cTn id="16" dur="500"/>
                                        <p:tgtEl>
                                          <p:spTgt spid="6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cTn>
                              </p:par>
                              <p:par>
                                <p:cTn id="43" presetID="10"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500"/>
                                        <p:tgtEl>
                                          <p:spTgt spid="36"/>
                                        </p:tgtEl>
                                      </p:cBhvr>
                                    </p:animEffect>
                                  </p:childTnLst>
                                </p:cTn>
                              </p:par>
                              <p:par>
                                <p:cTn id="62" presetID="10" presetClass="entr" presetSubtype="0" fill="hold"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childTnLst>
                                </p:cTn>
                              </p:par>
                              <p:par>
                                <p:cTn id="65" presetID="10"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500"/>
                                        <p:tgtEl>
                                          <p:spTgt spid="4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7" grpId="0" animBg="1"/>
      <p:bldP spid="68" grpId="0" animBg="1"/>
      <p:bldP spid="2" grpId="0" animBg="1"/>
      <p:bldP spid="4" grpId="0"/>
      <p:bldP spid="5" grpId="0"/>
      <p:bldP spid="13" grpId="0"/>
      <p:bldP spid="32" grpId="0"/>
      <p:bldP spid="36" grpId="0"/>
      <p:bldP spid="42" grpId="0"/>
      <p:bldP spid="4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 Box 8">
            <a:extLst>
              <a:ext uri="{FF2B5EF4-FFF2-40B4-BE49-F238E27FC236}">
                <a16:creationId xmlns:a16="http://schemas.microsoft.com/office/drawing/2014/main" id="{1695200F-339D-4474-BCF8-81D4D4FFA6EE}"/>
              </a:ext>
            </a:extLst>
          </p:cNvPr>
          <p:cNvSpPr txBox="1">
            <a:spLocks noChangeArrowheads="1"/>
          </p:cNvSpPr>
          <p:nvPr/>
        </p:nvSpPr>
        <p:spPr bwMode="auto">
          <a:xfrm>
            <a:off x="1708121" y="2751497"/>
            <a:ext cx="1410371" cy="482953"/>
          </a:xfrm>
          <a:prstGeom prst="rect">
            <a:avLst/>
          </a:prstGeom>
          <a:solidFill>
            <a:srgbClr val="00B0F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Hareket Gümrük İdaresi</a:t>
            </a:r>
          </a:p>
        </p:txBody>
      </p:sp>
      <p:sp>
        <p:nvSpPr>
          <p:cNvPr id="61" name="Text Box 8">
            <a:extLst>
              <a:ext uri="{FF2B5EF4-FFF2-40B4-BE49-F238E27FC236}">
                <a16:creationId xmlns:a16="http://schemas.microsoft.com/office/drawing/2014/main" id="{9177E3D9-6B67-4761-9D9C-DD3947E5A68D}"/>
              </a:ext>
            </a:extLst>
          </p:cNvPr>
          <p:cNvSpPr txBox="1">
            <a:spLocks noChangeArrowheads="1"/>
          </p:cNvSpPr>
          <p:nvPr/>
        </p:nvSpPr>
        <p:spPr bwMode="auto">
          <a:xfrm>
            <a:off x="5036415" y="2653827"/>
            <a:ext cx="1142536" cy="678263"/>
          </a:xfrm>
          <a:prstGeom prst="rect">
            <a:avLst/>
          </a:prstGeom>
          <a:solidFill>
            <a:schemeClr val="bg2">
              <a:lumMod val="50000"/>
            </a:schemeClr>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Transit Gümrük İdaresi</a:t>
            </a:r>
          </a:p>
        </p:txBody>
      </p:sp>
      <p:sp>
        <p:nvSpPr>
          <p:cNvPr id="62" name="Metin Kutusu 3">
            <a:extLst>
              <a:ext uri="{FF2B5EF4-FFF2-40B4-BE49-F238E27FC236}">
                <a16:creationId xmlns:a16="http://schemas.microsoft.com/office/drawing/2014/main" id="{64183C2A-6834-4C05-AA9F-87C87F50AA16}"/>
              </a:ext>
            </a:extLst>
          </p:cNvPr>
          <p:cNvSpPr txBox="1"/>
          <p:nvPr/>
        </p:nvSpPr>
        <p:spPr>
          <a:xfrm>
            <a:off x="2846272" y="5854155"/>
            <a:ext cx="5766099" cy="57215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692" dirty="0">
                <a:solidFill>
                  <a:srgbClr val="FF0000"/>
                </a:solidFill>
                <a:latin typeface="Myriad Pro"/>
                <a:ea typeface="Calibri" panose="020F0502020204030204" pitchFamily="34" charset="0"/>
                <a:cs typeface="Times New Roman" panose="02020603050405020304" pitchFamily="18" charset="0"/>
              </a:rPr>
              <a:t> ** </a:t>
            </a:r>
            <a:r>
              <a:rPr lang="tr-TR" sz="1692" dirty="0">
                <a:latin typeface="Myriad Pro"/>
                <a:ea typeface="Calibri" panose="020F0502020204030204" pitchFamily="34" charset="0"/>
                <a:cs typeface="Times New Roman" panose="02020603050405020304" pitchFamily="18" charset="0"/>
              </a:rPr>
              <a:t>Sadece Ortak Transit Rejiminde transit idaresi vardır. Ulusal Transit Rejiminde transit idaresi belirlenmez.</a:t>
            </a:r>
          </a:p>
          <a:p>
            <a:pPr algn="ctr">
              <a:lnSpc>
                <a:spcPct val="107000"/>
              </a:lnSpc>
              <a:spcAft>
                <a:spcPts val="846"/>
              </a:spcAft>
            </a:pPr>
            <a:r>
              <a:rPr lang="tr-TR" sz="1058" b="1" i="1" dirty="0">
                <a:solidFill>
                  <a:srgbClr val="00B0F0"/>
                </a:solidFill>
                <a:latin typeface="Myriad Pro"/>
              </a:rPr>
              <a:t>{4 Seri Nolu Tebliğ, md.32/3}</a:t>
            </a:r>
            <a:endParaRPr lang="tr-TR" sz="1058" b="1" i="1" dirty="0">
              <a:solidFill>
                <a:srgbClr val="FF0000"/>
              </a:solidFill>
              <a:latin typeface="Myriad Pro"/>
            </a:endParaRPr>
          </a:p>
          <a:p>
            <a:pPr algn="ctr">
              <a:lnSpc>
                <a:spcPct val="107000"/>
              </a:lnSpc>
              <a:spcAft>
                <a:spcPts val="846"/>
              </a:spcAft>
            </a:pPr>
            <a:endParaRPr lang="tr-TR" sz="1692" dirty="0">
              <a:latin typeface="Myriad Pro"/>
              <a:ea typeface="Calibri" panose="020F0502020204030204" pitchFamily="34" charset="0"/>
              <a:cs typeface="Times New Roman" panose="02020603050405020304" pitchFamily="18" charset="0"/>
            </a:endParaRPr>
          </a:p>
        </p:txBody>
      </p:sp>
      <p:cxnSp>
        <p:nvCxnSpPr>
          <p:cNvPr id="63" name="Düz Ok Bağlayıcısı 62">
            <a:extLst>
              <a:ext uri="{FF2B5EF4-FFF2-40B4-BE49-F238E27FC236}">
                <a16:creationId xmlns:a16="http://schemas.microsoft.com/office/drawing/2014/main" id="{BFCD6144-B420-4F9D-8B93-14DCEA08D116}"/>
              </a:ext>
            </a:extLst>
          </p:cNvPr>
          <p:cNvCxnSpPr>
            <a:cxnSpLocks/>
            <a:stCxn id="60" idx="3"/>
            <a:endCxn id="61" idx="1"/>
          </p:cNvCxnSpPr>
          <p:nvPr/>
        </p:nvCxnSpPr>
        <p:spPr>
          <a:xfrm flipV="1">
            <a:off x="3118492" y="2992959"/>
            <a:ext cx="1917923" cy="15"/>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64" name="Metin Kutusu 3">
            <a:extLst>
              <a:ext uri="{FF2B5EF4-FFF2-40B4-BE49-F238E27FC236}">
                <a16:creationId xmlns:a16="http://schemas.microsoft.com/office/drawing/2014/main" id="{54A72F68-4066-453A-9F18-7C85692C1EFA}"/>
              </a:ext>
            </a:extLst>
          </p:cNvPr>
          <p:cNvSpPr txBox="1"/>
          <p:nvPr/>
        </p:nvSpPr>
        <p:spPr>
          <a:xfrm>
            <a:off x="3375330" y="2517006"/>
            <a:ext cx="1406527" cy="31414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Eşya Geldi (ATR_SND)</a:t>
            </a:r>
          </a:p>
        </p:txBody>
      </p:sp>
      <p:sp>
        <p:nvSpPr>
          <p:cNvPr id="65" name="Metin Kutusu 3">
            <a:extLst>
              <a:ext uri="{FF2B5EF4-FFF2-40B4-BE49-F238E27FC236}">
                <a16:creationId xmlns:a16="http://schemas.microsoft.com/office/drawing/2014/main" id="{779AD6B1-AE63-4D5E-B241-080575E4CD15}"/>
              </a:ext>
            </a:extLst>
          </p:cNvPr>
          <p:cNvSpPr txBox="1"/>
          <p:nvPr/>
        </p:nvSpPr>
        <p:spPr>
          <a:xfrm>
            <a:off x="6383285" y="2499621"/>
            <a:ext cx="1795634"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269" b="1" dirty="0">
                <a:solidFill>
                  <a:srgbClr val="00B050"/>
                </a:solidFill>
                <a:latin typeface="Myriad Pro"/>
                <a:ea typeface="Calibri" panose="020F0502020204030204" pitchFamily="34" charset="0"/>
                <a:cs typeface="Times New Roman" panose="02020603050405020304" pitchFamily="18" charset="0"/>
              </a:rPr>
              <a:t>Sınır Geçiş Bildirimi Yapılır (NCF_NOT)</a:t>
            </a:r>
          </a:p>
        </p:txBody>
      </p:sp>
      <p:cxnSp>
        <p:nvCxnSpPr>
          <p:cNvPr id="66" name="Düz Ok Bağlayıcısı 65">
            <a:extLst>
              <a:ext uri="{FF2B5EF4-FFF2-40B4-BE49-F238E27FC236}">
                <a16:creationId xmlns:a16="http://schemas.microsoft.com/office/drawing/2014/main" id="{8B5032B5-FD1A-4259-B75E-4256F78BB627}"/>
              </a:ext>
            </a:extLst>
          </p:cNvPr>
          <p:cNvCxnSpPr>
            <a:cxnSpLocks/>
            <a:stCxn id="61" idx="3"/>
            <a:endCxn id="67" idx="1"/>
          </p:cNvCxnSpPr>
          <p:nvPr/>
        </p:nvCxnSpPr>
        <p:spPr>
          <a:xfrm>
            <a:off x="6178951" y="2992959"/>
            <a:ext cx="2268132" cy="15"/>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67" name="Text Box 8">
            <a:extLst>
              <a:ext uri="{FF2B5EF4-FFF2-40B4-BE49-F238E27FC236}">
                <a16:creationId xmlns:a16="http://schemas.microsoft.com/office/drawing/2014/main" id="{B185FAFE-A50D-4B92-B5F4-269DBD05D8C7}"/>
              </a:ext>
            </a:extLst>
          </p:cNvPr>
          <p:cNvSpPr txBox="1">
            <a:spLocks noChangeArrowheads="1"/>
          </p:cNvSpPr>
          <p:nvPr/>
        </p:nvSpPr>
        <p:spPr bwMode="auto">
          <a:xfrm>
            <a:off x="8447083" y="2751497"/>
            <a:ext cx="1244361" cy="482953"/>
          </a:xfrm>
          <a:prstGeom prst="rect">
            <a:avLst/>
          </a:prstGeom>
          <a:solidFill>
            <a:srgbClr val="3829FF"/>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Varış Gümrük İdaresi</a:t>
            </a:r>
          </a:p>
        </p:txBody>
      </p:sp>
      <p:sp>
        <p:nvSpPr>
          <p:cNvPr id="68" name="Text Box 8">
            <a:extLst>
              <a:ext uri="{FF2B5EF4-FFF2-40B4-BE49-F238E27FC236}">
                <a16:creationId xmlns:a16="http://schemas.microsoft.com/office/drawing/2014/main" id="{BD9D5E26-8A9D-48F1-BA79-11E542DF6FED}"/>
              </a:ext>
            </a:extLst>
          </p:cNvPr>
          <p:cNvSpPr txBox="1">
            <a:spLocks noChangeArrowheads="1"/>
          </p:cNvSpPr>
          <p:nvPr/>
        </p:nvSpPr>
        <p:spPr bwMode="auto">
          <a:xfrm>
            <a:off x="5036415" y="4348196"/>
            <a:ext cx="1142536" cy="678263"/>
          </a:xfrm>
          <a:prstGeom prst="rect">
            <a:avLst/>
          </a:prstGeom>
          <a:solidFill>
            <a:srgbClr val="7030A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Fiili Transit Gümrük İdaresi</a:t>
            </a:r>
          </a:p>
        </p:txBody>
      </p:sp>
      <p:cxnSp>
        <p:nvCxnSpPr>
          <p:cNvPr id="69" name="Düz Ok Bağlayıcısı 68">
            <a:extLst>
              <a:ext uri="{FF2B5EF4-FFF2-40B4-BE49-F238E27FC236}">
                <a16:creationId xmlns:a16="http://schemas.microsoft.com/office/drawing/2014/main" id="{2537576E-B107-4FCB-ACD3-099B576B304B}"/>
              </a:ext>
            </a:extLst>
          </p:cNvPr>
          <p:cNvCxnSpPr>
            <a:cxnSpLocks/>
          </p:cNvCxnSpPr>
          <p:nvPr/>
        </p:nvCxnSpPr>
        <p:spPr>
          <a:xfrm>
            <a:off x="3074985" y="3239840"/>
            <a:ext cx="1961431" cy="110835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0" name="Metin Kutusu 3">
            <a:extLst>
              <a:ext uri="{FF2B5EF4-FFF2-40B4-BE49-F238E27FC236}">
                <a16:creationId xmlns:a16="http://schemas.microsoft.com/office/drawing/2014/main" id="{4A46B02F-1041-4240-B716-937CF3E578F6}"/>
              </a:ext>
            </a:extLst>
          </p:cNvPr>
          <p:cNvSpPr txBox="1"/>
          <p:nvPr/>
        </p:nvSpPr>
        <p:spPr>
          <a:xfrm>
            <a:off x="7094822" y="4059624"/>
            <a:ext cx="1887553" cy="48289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269" b="1" dirty="0">
                <a:solidFill>
                  <a:srgbClr val="7030A0"/>
                </a:solidFill>
                <a:latin typeface="Myriad Pro"/>
                <a:ea typeface="Calibri" panose="020F0502020204030204" pitchFamily="34" charset="0"/>
                <a:cs typeface="Times New Roman" panose="02020603050405020304" pitchFamily="18" charset="0"/>
              </a:rPr>
              <a:t>Sınır Geçiş Bildirimi Yapılır (NCF_NOT)</a:t>
            </a:r>
          </a:p>
        </p:txBody>
      </p:sp>
      <p:cxnSp>
        <p:nvCxnSpPr>
          <p:cNvPr id="71" name="Düz Ok Bağlayıcısı 70">
            <a:extLst>
              <a:ext uri="{FF2B5EF4-FFF2-40B4-BE49-F238E27FC236}">
                <a16:creationId xmlns:a16="http://schemas.microsoft.com/office/drawing/2014/main" id="{E1C8E2A0-3283-4EA0-A49B-24C5CB688D3E}"/>
              </a:ext>
            </a:extLst>
          </p:cNvPr>
          <p:cNvCxnSpPr>
            <a:cxnSpLocks/>
            <a:stCxn id="68" idx="3"/>
            <a:endCxn id="67" idx="2"/>
          </p:cNvCxnSpPr>
          <p:nvPr/>
        </p:nvCxnSpPr>
        <p:spPr>
          <a:xfrm flipV="1">
            <a:off x="6178951" y="3234450"/>
            <a:ext cx="2890313" cy="1452878"/>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72" name="Düz Bağlayıcı 71">
            <a:extLst>
              <a:ext uri="{FF2B5EF4-FFF2-40B4-BE49-F238E27FC236}">
                <a16:creationId xmlns:a16="http://schemas.microsoft.com/office/drawing/2014/main" id="{8E3E2012-128A-4C3D-8BD0-5899ED478FFD}"/>
              </a:ext>
            </a:extLst>
          </p:cNvPr>
          <p:cNvCxnSpPr>
            <a:cxnSpLocks/>
            <a:endCxn id="67" idx="0"/>
          </p:cNvCxnSpPr>
          <p:nvPr/>
        </p:nvCxnSpPr>
        <p:spPr>
          <a:xfrm>
            <a:off x="9069263" y="2162730"/>
            <a:ext cx="1" cy="588767"/>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73" name="Düz Bağlayıcı 72">
            <a:extLst>
              <a:ext uri="{FF2B5EF4-FFF2-40B4-BE49-F238E27FC236}">
                <a16:creationId xmlns:a16="http://schemas.microsoft.com/office/drawing/2014/main" id="{50693B6C-4A60-429C-A314-F671E15864FB}"/>
              </a:ext>
            </a:extLst>
          </p:cNvPr>
          <p:cNvCxnSpPr>
            <a:cxnSpLocks/>
          </p:cNvCxnSpPr>
          <p:nvPr/>
        </p:nvCxnSpPr>
        <p:spPr>
          <a:xfrm>
            <a:off x="5607683" y="2162730"/>
            <a:ext cx="3461580" cy="0"/>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74" name="Düz Ok Bağlayıcısı 73">
            <a:extLst>
              <a:ext uri="{FF2B5EF4-FFF2-40B4-BE49-F238E27FC236}">
                <a16:creationId xmlns:a16="http://schemas.microsoft.com/office/drawing/2014/main" id="{13105E31-925A-48D5-9912-08F73EA1DA09}"/>
              </a:ext>
            </a:extLst>
          </p:cNvPr>
          <p:cNvCxnSpPr>
            <a:cxnSpLocks/>
            <a:endCxn id="61" idx="0"/>
          </p:cNvCxnSpPr>
          <p:nvPr/>
        </p:nvCxnSpPr>
        <p:spPr>
          <a:xfrm>
            <a:off x="5607683" y="2162730"/>
            <a:ext cx="0" cy="491097"/>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75" name="Metin Kutusu 3">
            <a:extLst>
              <a:ext uri="{FF2B5EF4-FFF2-40B4-BE49-F238E27FC236}">
                <a16:creationId xmlns:a16="http://schemas.microsoft.com/office/drawing/2014/main" id="{16B301C5-491B-42A2-B6CC-4C91D2E3B9C8}"/>
              </a:ext>
            </a:extLst>
          </p:cNvPr>
          <p:cNvSpPr txBox="1"/>
          <p:nvPr/>
        </p:nvSpPr>
        <p:spPr>
          <a:xfrm>
            <a:off x="6253042" y="1677459"/>
            <a:ext cx="2170859" cy="436191"/>
          </a:xfrm>
          <a:prstGeom prst="rect">
            <a:avLst/>
          </a:prstGeom>
          <a:noFill/>
          <a:ln w="6350">
            <a:solidFill>
              <a:schemeClr val="bg1"/>
            </a:solid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7030A0"/>
                </a:solidFill>
                <a:latin typeface="Myriad Pro"/>
                <a:ea typeface="Calibri" panose="020F0502020204030204" pitchFamily="34" charset="0"/>
                <a:cs typeface="Times New Roman" panose="02020603050405020304" pitchFamily="18" charset="0"/>
              </a:rPr>
              <a:t>Taşımanın Sona Erdiği Bildirilir (FWD_ARR)</a:t>
            </a:r>
          </a:p>
        </p:txBody>
      </p:sp>
      <p:sp>
        <p:nvSpPr>
          <p:cNvPr id="76" name="Metin Kutusu 3">
            <a:extLst>
              <a:ext uri="{FF2B5EF4-FFF2-40B4-BE49-F238E27FC236}">
                <a16:creationId xmlns:a16="http://schemas.microsoft.com/office/drawing/2014/main" id="{58B06F94-98BA-401B-ACDA-9EACC10D9AD2}"/>
              </a:ext>
            </a:extLst>
          </p:cNvPr>
          <p:cNvSpPr txBox="1"/>
          <p:nvPr/>
        </p:nvSpPr>
        <p:spPr>
          <a:xfrm>
            <a:off x="4934219" y="3338001"/>
            <a:ext cx="1406527" cy="31414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Araç, belgeler ve gerekirse eşya kontrolü</a:t>
            </a:r>
          </a:p>
        </p:txBody>
      </p:sp>
      <p:sp>
        <p:nvSpPr>
          <p:cNvPr id="77" name="Metin Kutusu 3">
            <a:extLst>
              <a:ext uri="{FF2B5EF4-FFF2-40B4-BE49-F238E27FC236}">
                <a16:creationId xmlns:a16="http://schemas.microsoft.com/office/drawing/2014/main" id="{7AA3D24D-83EE-440D-AC52-6A537FB77C98}"/>
              </a:ext>
            </a:extLst>
          </p:cNvPr>
          <p:cNvSpPr txBox="1"/>
          <p:nvPr/>
        </p:nvSpPr>
        <p:spPr>
          <a:xfrm>
            <a:off x="3695812" y="3419479"/>
            <a:ext cx="1049698" cy="31414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Eşya Geldi (?)</a:t>
            </a:r>
          </a:p>
        </p:txBody>
      </p:sp>
      <p:cxnSp>
        <p:nvCxnSpPr>
          <p:cNvPr id="78" name="Düz Ok Bağlayıcısı 77">
            <a:extLst>
              <a:ext uri="{FF2B5EF4-FFF2-40B4-BE49-F238E27FC236}">
                <a16:creationId xmlns:a16="http://schemas.microsoft.com/office/drawing/2014/main" id="{35308CDF-9509-487A-B7C0-2868D5F170DF}"/>
              </a:ext>
            </a:extLst>
          </p:cNvPr>
          <p:cNvCxnSpPr>
            <a:cxnSpLocks/>
          </p:cNvCxnSpPr>
          <p:nvPr/>
        </p:nvCxnSpPr>
        <p:spPr>
          <a:xfrm flipH="1" flipV="1">
            <a:off x="2787263" y="3255246"/>
            <a:ext cx="2249152" cy="1287274"/>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79" name="Metin Kutusu 3">
            <a:extLst>
              <a:ext uri="{FF2B5EF4-FFF2-40B4-BE49-F238E27FC236}">
                <a16:creationId xmlns:a16="http://schemas.microsoft.com/office/drawing/2014/main" id="{9CE17100-A4AE-4FD3-9456-2D4E75BFD441}"/>
              </a:ext>
            </a:extLst>
          </p:cNvPr>
          <p:cNvSpPr txBox="1"/>
          <p:nvPr/>
        </p:nvSpPr>
        <p:spPr>
          <a:xfrm>
            <a:off x="2787262" y="3730078"/>
            <a:ext cx="1173998" cy="4361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7030A0"/>
                </a:solidFill>
                <a:latin typeface="Myriad Pro"/>
                <a:ea typeface="Calibri" panose="020F0502020204030204" pitchFamily="34" charset="0"/>
                <a:cs typeface="Times New Roman" panose="02020603050405020304" pitchFamily="18" charset="0"/>
              </a:rPr>
              <a:t>Transit Geçiş Bildirimi İsteği (ATR_REQ)</a:t>
            </a:r>
          </a:p>
        </p:txBody>
      </p:sp>
      <p:sp>
        <p:nvSpPr>
          <p:cNvPr id="89" name="Metin Kutusu 3">
            <a:extLst>
              <a:ext uri="{FF2B5EF4-FFF2-40B4-BE49-F238E27FC236}">
                <a16:creationId xmlns:a16="http://schemas.microsoft.com/office/drawing/2014/main" id="{7D23794A-BFFF-4F78-976F-F3379D713875}"/>
              </a:ext>
            </a:extLst>
          </p:cNvPr>
          <p:cNvSpPr txBox="1"/>
          <p:nvPr/>
        </p:nvSpPr>
        <p:spPr>
          <a:xfrm>
            <a:off x="2226862" y="4690036"/>
            <a:ext cx="1993798"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7030A0"/>
                </a:solidFill>
                <a:latin typeface="Myriad Pro"/>
                <a:ea typeface="Calibri" panose="020F0502020204030204" pitchFamily="34" charset="0"/>
                <a:cs typeface="Times New Roman" panose="02020603050405020304" pitchFamily="18" charset="0"/>
              </a:rPr>
              <a:t>Transit Geçiş Bildirim İsteği Onaylandı (ATR_RSP)</a:t>
            </a:r>
          </a:p>
        </p:txBody>
      </p:sp>
      <p:cxnSp>
        <p:nvCxnSpPr>
          <p:cNvPr id="90" name="Düz Ok Bağlayıcısı 89">
            <a:extLst>
              <a:ext uri="{FF2B5EF4-FFF2-40B4-BE49-F238E27FC236}">
                <a16:creationId xmlns:a16="http://schemas.microsoft.com/office/drawing/2014/main" id="{946E765C-C6B9-46D7-AB99-0543BB064D99}"/>
              </a:ext>
            </a:extLst>
          </p:cNvPr>
          <p:cNvCxnSpPr>
            <a:cxnSpLocks/>
            <a:endCxn id="68" idx="1"/>
          </p:cNvCxnSpPr>
          <p:nvPr/>
        </p:nvCxnSpPr>
        <p:spPr>
          <a:xfrm flipV="1">
            <a:off x="2413308" y="4687328"/>
            <a:ext cx="2623107" cy="2708"/>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91" name="Düz Bağlayıcı 90">
            <a:extLst>
              <a:ext uri="{FF2B5EF4-FFF2-40B4-BE49-F238E27FC236}">
                <a16:creationId xmlns:a16="http://schemas.microsoft.com/office/drawing/2014/main" id="{44E4E3E9-0BC3-4495-A492-2CDB79A3D876}"/>
              </a:ext>
            </a:extLst>
          </p:cNvPr>
          <p:cNvCxnSpPr>
            <a:cxnSpLocks/>
            <a:stCxn id="60" idx="2"/>
          </p:cNvCxnSpPr>
          <p:nvPr/>
        </p:nvCxnSpPr>
        <p:spPr>
          <a:xfrm>
            <a:off x="2413307" y="3234450"/>
            <a:ext cx="0" cy="1455587"/>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82" name="Content Placeholder 2">
            <a:extLst>
              <a:ext uri="{FF2B5EF4-FFF2-40B4-BE49-F238E27FC236}">
                <a16:creationId xmlns:a16="http://schemas.microsoft.com/office/drawing/2014/main" id="{37ABCBD9-7D27-457F-ACDB-5FE30A913B5C}"/>
              </a:ext>
            </a:extLst>
          </p:cNvPr>
          <p:cNvSpPr txBox="1">
            <a:spLocks/>
          </p:cNvSpPr>
          <p:nvPr/>
        </p:nvSpPr>
        <p:spPr>
          <a:xfrm>
            <a:off x="1944944" y="610329"/>
            <a:ext cx="7844709"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TRANSİT</a:t>
            </a:r>
            <a:r>
              <a:rPr lang="tr-TR" sz="1904" b="1" dirty="0">
                <a:solidFill>
                  <a:srgbClr val="FF0000"/>
                </a:solidFill>
                <a:latin typeface="Myriad Pro"/>
                <a:cs typeface="Myriad Pro"/>
              </a:rPr>
              <a:t>**</a:t>
            </a:r>
            <a:r>
              <a:rPr lang="tr-TR" sz="1904" b="1" dirty="0">
                <a:latin typeface="Myriad Pro"/>
                <a:cs typeface="Myriad Pro"/>
              </a:rPr>
              <a:t> GÜMRÜK İDARESİNDE NCTS İŞ AKIŞI </a:t>
            </a:r>
            <a:r>
              <a:rPr lang="tr-TR" sz="1058" b="1" i="1" dirty="0">
                <a:solidFill>
                  <a:srgbClr val="00B0F0"/>
                </a:solidFill>
                <a:latin typeface="Myriad Pro"/>
              </a:rPr>
              <a:t>{4 Seri Nolu Tebliğ, md.32-33}</a:t>
            </a:r>
            <a:endParaRPr lang="tr-TR" sz="1058" b="1" i="1" dirty="0">
              <a:solidFill>
                <a:srgbClr val="FF0000"/>
              </a:solidFill>
              <a:latin typeface="Myriad Pro"/>
            </a:endParaRPr>
          </a:p>
          <a:p>
            <a:pPr marL="0" indent="0">
              <a:buNone/>
            </a:pPr>
            <a:endParaRPr lang="en-US" sz="1058" dirty="0">
              <a:latin typeface="Myriad Pro"/>
            </a:endParaRPr>
          </a:p>
        </p:txBody>
      </p:sp>
    </p:spTree>
    <p:extLst>
      <p:ext uri="{BB962C8B-B14F-4D97-AF65-F5344CB8AC3E}">
        <p14:creationId xmlns:p14="http://schemas.microsoft.com/office/powerpoint/2010/main" val="123292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fade">
                                      <p:cBhvr>
                                        <p:cTn id="15" dur="500"/>
                                        <p:tgtEl>
                                          <p:spTgt spid="6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fade">
                                      <p:cBhvr>
                                        <p:cTn id="18" dur="500"/>
                                        <p:tgtEl>
                                          <p:spTgt spid="6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par>
                                <p:cTn id="24" presetID="10" presetClass="entr" presetSubtype="0" fill="hold" nodeType="with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fade">
                                      <p:cBhvr>
                                        <p:cTn id="26" dur="500"/>
                                        <p:tgtEl>
                                          <p:spTgt spid="6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fade">
                                      <p:cBhvr>
                                        <p:cTn id="31" dur="500"/>
                                        <p:tgtEl>
                                          <p:spTgt spid="7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5"/>
                                        </p:tgtEl>
                                        <p:attrNameLst>
                                          <p:attrName>style.visibility</p:attrName>
                                        </p:attrNameLst>
                                      </p:cBhvr>
                                      <p:to>
                                        <p:strVal val="visible"/>
                                      </p:to>
                                    </p:set>
                                    <p:animEffect transition="in" filter="fade">
                                      <p:cBhvr>
                                        <p:cTn id="36" dur="500"/>
                                        <p:tgtEl>
                                          <p:spTgt spid="65"/>
                                        </p:tgtEl>
                                      </p:cBhvr>
                                    </p:animEffect>
                                  </p:childTnLst>
                                </p:cTn>
                              </p:par>
                              <p:par>
                                <p:cTn id="37" presetID="10" presetClass="entr" presetSubtype="0" fill="hold" nodeType="with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fade">
                                      <p:cBhvr>
                                        <p:cTn id="39" dur="500"/>
                                        <p:tgtEl>
                                          <p:spTgt spid="6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68"/>
                                        </p:tgtEl>
                                        <p:attrNameLst>
                                          <p:attrName>style.visibility</p:attrName>
                                        </p:attrNameLst>
                                      </p:cBhvr>
                                      <p:to>
                                        <p:strVal val="visible"/>
                                      </p:to>
                                    </p:set>
                                    <p:animEffect transition="in" filter="fade">
                                      <p:cBhvr>
                                        <p:cTn id="44" dur="500"/>
                                        <p:tgtEl>
                                          <p:spTgt spid="6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fade">
                                      <p:cBhvr>
                                        <p:cTn id="49" dur="500"/>
                                        <p:tgtEl>
                                          <p:spTgt spid="6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fade">
                                      <p:cBhvr>
                                        <p:cTn id="52" dur="500"/>
                                        <p:tgtEl>
                                          <p:spTgt spid="7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8"/>
                                        </p:tgtEl>
                                        <p:attrNameLst>
                                          <p:attrName>style.visibility</p:attrName>
                                        </p:attrNameLst>
                                      </p:cBhvr>
                                      <p:to>
                                        <p:strVal val="visible"/>
                                      </p:to>
                                    </p:set>
                                    <p:animEffect transition="in" filter="fade">
                                      <p:cBhvr>
                                        <p:cTn id="57" dur="500"/>
                                        <p:tgtEl>
                                          <p:spTgt spid="7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79"/>
                                        </p:tgtEl>
                                        <p:attrNameLst>
                                          <p:attrName>style.visibility</p:attrName>
                                        </p:attrNameLst>
                                      </p:cBhvr>
                                      <p:to>
                                        <p:strVal val="visible"/>
                                      </p:to>
                                    </p:set>
                                    <p:animEffect transition="in" filter="fade">
                                      <p:cBhvr>
                                        <p:cTn id="60" dur="500"/>
                                        <p:tgtEl>
                                          <p:spTgt spid="7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91"/>
                                        </p:tgtEl>
                                        <p:attrNameLst>
                                          <p:attrName>style.visibility</p:attrName>
                                        </p:attrNameLst>
                                      </p:cBhvr>
                                      <p:to>
                                        <p:strVal val="visible"/>
                                      </p:to>
                                    </p:set>
                                    <p:animEffect transition="in" filter="fade">
                                      <p:cBhvr>
                                        <p:cTn id="65" dur="500"/>
                                        <p:tgtEl>
                                          <p:spTgt spid="91"/>
                                        </p:tgtEl>
                                      </p:cBhvr>
                                    </p:animEffect>
                                  </p:childTnLst>
                                </p:cTn>
                              </p:par>
                              <p:par>
                                <p:cTn id="66" presetID="10" presetClass="entr" presetSubtype="0" fill="hold" nodeType="withEffect">
                                  <p:stCondLst>
                                    <p:cond delay="0"/>
                                  </p:stCondLst>
                                  <p:childTnLst>
                                    <p:set>
                                      <p:cBhvr>
                                        <p:cTn id="67" dur="1" fill="hold">
                                          <p:stCondLst>
                                            <p:cond delay="0"/>
                                          </p:stCondLst>
                                        </p:cTn>
                                        <p:tgtEl>
                                          <p:spTgt spid="90"/>
                                        </p:tgtEl>
                                        <p:attrNameLst>
                                          <p:attrName>style.visibility</p:attrName>
                                        </p:attrNameLst>
                                      </p:cBhvr>
                                      <p:to>
                                        <p:strVal val="visible"/>
                                      </p:to>
                                    </p:set>
                                    <p:animEffect transition="in" filter="fade">
                                      <p:cBhvr>
                                        <p:cTn id="68" dur="500"/>
                                        <p:tgtEl>
                                          <p:spTgt spid="9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9"/>
                                        </p:tgtEl>
                                        <p:attrNameLst>
                                          <p:attrName>style.visibility</p:attrName>
                                        </p:attrNameLst>
                                      </p:cBhvr>
                                      <p:to>
                                        <p:strVal val="visible"/>
                                      </p:to>
                                    </p:set>
                                    <p:animEffect transition="in" filter="fade">
                                      <p:cBhvr>
                                        <p:cTn id="71" dur="500"/>
                                        <p:tgtEl>
                                          <p:spTgt spid="8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70"/>
                                        </p:tgtEl>
                                        <p:attrNameLst>
                                          <p:attrName>style.visibility</p:attrName>
                                        </p:attrNameLst>
                                      </p:cBhvr>
                                      <p:to>
                                        <p:strVal val="visible"/>
                                      </p:to>
                                    </p:set>
                                    <p:animEffect transition="in" filter="fade">
                                      <p:cBhvr>
                                        <p:cTn id="76" dur="500"/>
                                        <p:tgtEl>
                                          <p:spTgt spid="70"/>
                                        </p:tgtEl>
                                      </p:cBhvr>
                                    </p:animEffect>
                                  </p:childTnLst>
                                </p:cTn>
                              </p:par>
                              <p:par>
                                <p:cTn id="77" presetID="10" presetClass="entr" presetSubtype="0" fill="hold" nodeType="withEffect">
                                  <p:stCondLst>
                                    <p:cond delay="0"/>
                                  </p:stCondLst>
                                  <p:childTnLst>
                                    <p:set>
                                      <p:cBhvr>
                                        <p:cTn id="78" dur="1" fill="hold">
                                          <p:stCondLst>
                                            <p:cond delay="0"/>
                                          </p:stCondLst>
                                        </p:cTn>
                                        <p:tgtEl>
                                          <p:spTgt spid="71"/>
                                        </p:tgtEl>
                                        <p:attrNameLst>
                                          <p:attrName>style.visibility</p:attrName>
                                        </p:attrNameLst>
                                      </p:cBhvr>
                                      <p:to>
                                        <p:strVal val="visible"/>
                                      </p:to>
                                    </p:set>
                                    <p:animEffect transition="in" filter="fade">
                                      <p:cBhvr>
                                        <p:cTn id="79" dur="500"/>
                                        <p:tgtEl>
                                          <p:spTgt spid="7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72"/>
                                        </p:tgtEl>
                                        <p:attrNameLst>
                                          <p:attrName>style.visibility</p:attrName>
                                        </p:attrNameLst>
                                      </p:cBhvr>
                                      <p:to>
                                        <p:strVal val="visible"/>
                                      </p:to>
                                    </p:set>
                                    <p:animEffect transition="in" filter="fade">
                                      <p:cBhvr>
                                        <p:cTn id="84" dur="500"/>
                                        <p:tgtEl>
                                          <p:spTgt spid="72"/>
                                        </p:tgtEl>
                                      </p:cBhvr>
                                    </p:animEffect>
                                  </p:childTnLst>
                                </p:cTn>
                              </p:par>
                              <p:par>
                                <p:cTn id="85" presetID="10" presetClass="entr" presetSubtype="0" fill="hold" nodeType="withEffect">
                                  <p:stCondLst>
                                    <p:cond delay="0"/>
                                  </p:stCondLst>
                                  <p:childTnLst>
                                    <p:set>
                                      <p:cBhvr>
                                        <p:cTn id="86" dur="1" fill="hold">
                                          <p:stCondLst>
                                            <p:cond delay="0"/>
                                          </p:stCondLst>
                                        </p:cTn>
                                        <p:tgtEl>
                                          <p:spTgt spid="73"/>
                                        </p:tgtEl>
                                        <p:attrNameLst>
                                          <p:attrName>style.visibility</p:attrName>
                                        </p:attrNameLst>
                                      </p:cBhvr>
                                      <p:to>
                                        <p:strVal val="visible"/>
                                      </p:to>
                                    </p:set>
                                    <p:animEffect transition="in" filter="fade">
                                      <p:cBhvr>
                                        <p:cTn id="87" dur="500"/>
                                        <p:tgtEl>
                                          <p:spTgt spid="73"/>
                                        </p:tgtEl>
                                      </p:cBhvr>
                                    </p:animEffect>
                                  </p:childTnLst>
                                </p:cTn>
                              </p:par>
                              <p:par>
                                <p:cTn id="88" presetID="10" presetClass="entr" presetSubtype="0" fill="hold" nodeType="withEffect">
                                  <p:stCondLst>
                                    <p:cond delay="0"/>
                                  </p:stCondLst>
                                  <p:childTnLst>
                                    <p:set>
                                      <p:cBhvr>
                                        <p:cTn id="89" dur="1" fill="hold">
                                          <p:stCondLst>
                                            <p:cond delay="0"/>
                                          </p:stCondLst>
                                        </p:cTn>
                                        <p:tgtEl>
                                          <p:spTgt spid="74"/>
                                        </p:tgtEl>
                                        <p:attrNameLst>
                                          <p:attrName>style.visibility</p:attrName>
                                        </p:attrNameLst>
                                      </p:cBhvr>
                                      <p:to>
                                        <p:strVal val="visible"/>
                                      </p:to>
                                    </p:set>
                                    <p:animEffect transition="in" filter="fade">
                                      <p:cBhvr>
                                        <p:cTn id="90" dur="500"/>
                                        <p:tgtEl>
                                          <p:spTgt spid="7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75"/>
                                        </p:tgtEl>
                                        <p:attrNameLst>
                                          <p:attrName>style.visibility</p:attrName>
                                        </p:attrNameLst>
                                      </p:cBhvr>
                                      <p:to>
                                        <p:strVal val="visible"/>
                                      </p:to>
                                    </p:set>
                                    <p:animEffect transition="in" filter="fade">
                                      <p:cBhvr>
                                        <p:cTn id="93"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2" grpId="0"/>
      <p:bldP spid="64" grpId="0"/>
      <p:bldP spid="65" grpId="0"/>
      <p:bldP spid="67" grpId="0" animBg="1"/>
      <p:bldP spid="68" grpId="0" animBg="1"/>
      <p:bldP spid="70" grpId="0"/>
      <p:bldP spid="75" grpId="0" animBg="1"/>
      <p:bldP spid="76" grpId="0"/>
      <p:bldP spid="77" grpId="0"/>
      <p:bldP spid="79" grpId="0"/>
      <p:bldP spid="8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1961523" y="610266"/>
            <a:ext cx="7214608" cy="370246"/>
          </a:xfrm>
        </p:spPr>
        <p:txBody>
          <a:bodyPr>
            <a:noAutofit/>
          </a:bodyPr>
          <a:lstStyle/>
          <a:p>
            <a:pPr marL="0" indent="0">
              <a:buNone/>
            </a:pPr>
            <a:r>
              <a:rPr lang="tr-TR" sz="1904" b="1" dirty="0">
                <a:latin typeface="Myriad Pro"/>
                <a:cs typeface="Myriad Pro"/>
              </a:rPr>
              <a:t>VARIŞ GÜMRÜK İDARESİNDE NCTS İŞ AKIŞI </a:t>
            </a:r>
            <a:r>
              <a:rPr lang="tr-TR" sz="1058" b="1" i="1" dirty="0">
                <a:solidFill>
                  <a:srgbClr val="00B0F0"/>
                </a:solidFill>
                <a:latin typeface="Myriad Pro"/>
              </a:rPr>
              <a:t>{4 Seri Nolu Tebliğ, md.35-56}</a:t>
            </a:r>
            <a:endParaRPr lang="tr-TR" sz="1058" b="1" i="1" dirty="0">
              <a:solidFill>
                <a:srgbClr val="FF0000"/>
              </a:solidFill>
              <a:latin typeface="Myriad Pro"/>
            </a:endParaRPr>
          </a:p>
          <a:p>
            <a:pPr marL="0" indent="0">
              <a:buNone/>
            </a:pPr>
            <a:endParaRPr lang="tr-TR" sz="1904" b="1" dirty="0">
              <a:latin typeface="Myriad Pro"/>
              <a:cs typeface="Myriad Pro"/>
            </a:endParaRPr>
          </a:p>
        </p:txBody>
      </p:sp>
      <p:sp>
        <p:nvSpPr>
          <p:cNvPr id="31" name="Text Box 8">
            <a:extLst>
              <a:ext uri="{FF2B5EF4-FFF2-40B4-BE49-F238E27FC236}">
                <a16:creationId xmlns:a16="http://schemas.microsoft.com/office/drawing/2014/main" id="{40D5945D-A6CB-4CDB-8CFB-669B8DB51903}"/>
              </a:ext>
            </a:extLst>
          </p:cNvPr>
          <p:cNvSpPr txBox="1">
            <a:spLocks noChangeArrowheads="1"/>
          </p:cNvSpPr>
          <p:nvPr/>
        </p:nvSpPr>
        <p:spPr bwMode="auto">
          <a:xfrm>
            <a:off x="492708" y="3359598"/>
            <a:ext cx="994718" cy="988091"/>
          </a:xfrm>
          <a:prstGeom prst="rect">
            <a:avLst/>
          </a:prstGeom>
          <a:solidFill>
            <a:srgbClr val="00B0F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164" dirty="0">
                <a:solidFill>
                  <a:schemeClr val="bg1"/>
                </a:solidFill>
                <a:latin typeface="Myriad Pro"/>
              </a:rPr>
              <a:t>Hareket İdaresi Varış Bildirimini Bekliyor </a:t>
            </a:r>
            <a:r>
              <a:rPr lang="tr-TR" altLang="tr-TR" sz="1164" b="1" dirty="0">
                <a:solidFill>
                  <a:schemeClr val="bg1"/>
                </a:solidFill>
                <a:latin typeface="Myriad Pro"/>
              </a:rPr>
              <a:t>(AAR_SND)</a:t>
            </a:r>
          </a:p>
        </p:txBody>
      </p:sp>
      <p:sp>
        <p:nvSpPr>
          <p:cNvPr id="32" name="Metin Kutusu 3">
            <a:extLst>
              <a:ext uri="{FF2B5EF4-FFF2-40B4-BE49-F238E27FC236}">
                <a16:creationId xmlns:a16="http://schemas.microsoft.com/office/drawing/2014/main" id="{1EBD18EA-0BA5-41BB-83DA-7B341A6831B6}"/>
              </a:ext>
            </a:extLst>
          </p:cNvPr>
          <p:cNvSpPr txBox="1"/>
          <p:nvPr/>
        </p:nvSpPr>
        <p:spPr>
          <a:xfrm>
            <a:off x="903016" y="5147446"/>
            <a:ext cx="743663"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Araç gelmedi</a:t>
            </a:r>
          </a:p>
        </p:txBody>
      </p:sp>
      <p:sp>
        <p:nvSpPr>
          <p:cNvPr id="33" name="Metin Kutusu 3">
            <a:extLst>
              <a:ext uri="{FF2B5EF4-FFF2-40B4-BE49-F238E27FC236}">
                <a16:creationId xmlns:a16="http://schemas.microsoft.com/office/drawing/2014/main" id="{4FC0EEC4-3EB0-4FAF-BFFB-CE6710FFEBB4}"/>
              </a:ext>
            </a:extLst>
          </p:cNvPr>
          <p:cNvSpPr txBox="1"/>
          <p:nvPr/>
        </p:nvSpPr>
        <p:spPr>
          <a:xfrm>
            <a:off x="885343" y="2481473"/>
            <a:ext cx="622631"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Araç geldi</a:t>
            </a:r>
          </a:p>
        </p:txBody>
      </p:sp>
      <p:sp>
        <p:nvSpPr>
          <p:cNvPr id="34" name="Text Box 8">
            <a:extLst>
              <a:ext uri="{FF2B5EF4-FFF2-40B4-BE49-F238E27FC236}">
                <a16:creationId xmlns:a16="http://schemas.microsoft.com/office/drawing/2014/main" id="{EA004D24-FF6E-4DC9-B346-4A5756FD6B5A}"/>
              </a:ext>
            </a:extLst>
          </p:cNvPr>
          <p:cNvSpPr txBox="1">
            <a:spLocks noChangeArrowheads="1"/>
          </p:cNvSpPr>
          <p:nvPr/>
        </p:nvSpPr>
        <p:spPr bwMode="auto">
          <a:xfrm>
            <a:off x="3442286" y="6113635"/>
            <a:ext cx="1658881" cy="540212"/>
          </a:xfrm>
          <a:prstGeom prst="rect">
            <a:avLst/>
          </a:prstGeom>
          <a:solidFill>
            <a:srgbClr val="FF000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164" dirty="0">
                <a:solidFill>
                  <a:schemeClr val="bg1"/>
                </a:solidFill>
                <a:latin typeface="Myriad Pro"/>
              </a:rPr>
              <a:t>Asıl </a:t>
            </a:r>
          </a:p>
          <a:p>
            <a:pPr algn="ctr" eaLnBrk="1" hangingPunct="1">
              <a:spcBef>
                <a:spcPct val="50000"/>
              </a:spcBef>
            </a:pPr>
            <a:r>
              <a:rPr lang="tr-TR" altLang="tr-TR" sz="1164" dirty="0">
                <a:solidFill>
                  <a:schemeClr val="bg1"/>
                </a:solidFill>
                <a:latin typeface="Myriad Pro"/>
              </a:rPr>
              <a:t>Sorumlu</a:t>
            </a:r>
            <a:endParaRPr lang="tr-TR" altLang="tr-TR" sz="1164" b="1" dirty="0">
              <a:solidFill>
                <a:schemeClr val="bg1"/>
              </a:solidFill>
              <a:latin typeface="Myriad Pro"/>
            </a:endParaRPr>
          </a:p>
        </p:txBody>
      </p:sp>
      <p:sp>
        <p:nvSpPr>
          <p:cNvPr id="35" name="Text Box 8">
            <a:extLst>
              <a:ext uri="{FF2B5EF4-FFF2-40B4-BE49-F238E27FC236}">
                <a16:creationId xmlns:a16="http://schemas.microsoft.com/office/drawing/2014/main" id="{53C0C09D-BDF9-4087-BB2F-6550F30A4384}"/>
              </a:ext>
            </a:extLst>
          </p:cNvPr>
          <p:cNvSpPr txBox="1">
            <a:spLocks noChangeArrowheads="1"/>
          </p:cNvSpPr>
          <p:nvPr/>
        </p:nvSpPr>
        <p:spPr bwMode="auto">
          <a:xfrm>
            <a:off x="10812111" y="1304092"/>
            <a:ext cx="1187069" cy="5407405"/>
          </a:xfrm>
          <a:prstGeom prst="rect">
            <a:avLst/>
          </a:prstGeom>
          <a:solidFill>
            <a:srgbClr val="47AD23"/>
          </a:solidFill>
          <a:ln>
            <a:noFill/>
          </a:ln>
        </p:spPr>
        <p:txBody>
          <a:bodyPr wrap="square" anchor="ctr" anchorCtr="0">
            <a:no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00" b="1" dirty="0">
                <a:solidFill>
                  <a:schemeClr val="bg1"/>
                </a:solidFill>
                <a:latin typeface="Myriad Pro"/>
              </a:rPr>
              <a:t>Belge Hareket Gümrük İdaresince Nihai Statüye Getirilir</a:t>
            </a:r>
          </a:p>
          <a:p>
            <a:pPr algn="ctr" eaLnBrk="1" hangingPunct="1">
              <a:spcBef>
                <a:spcPct val="50000"/>
              </a:spcBef>
            </a:pPr>
            <a:r>
              <a:rPr lang="tr-TR" altLang="tr-TR" sz="1904" b="1" dirty="0">
                <a:solidFill>
                  <a:schemeClr val="bg1"/>
                </a:solidFill>
                <a:latin typeface="Myriad Pro"/>
              </a:rPr>
              <a:t> </a:t>
            </a:r>
            <a:r>
              <a:rPr lang="tr-TR" altLang="tr-TR" sz="1164" b="1" dirty="0">
                <a:solidFill>
                  <a:schemeClr val="bg1"/>
                </a:solidFill>
                <a:latin typeface="Myriad Pro"/>
              </a:rPr>
              <a:t>(WRT_NOT)</a:t>
            </a:r>
          </a:p>
          <a:p>
            <a:pPr algn="ctr" eaLnBrk="1" hangingPunct="1">
              <a:spcBef>
                <a:spcPct val="50000"/>
              </a:spcBef>
            </a:pPr>
            <a:r>
              <a:rPr lang="tr-TR" altLang="tr-TR" sz="1164" b="1" dirty="0">
                <a:solidFill>
                  <a:schemeClr val="bg1"/>
                </a:solidFill>
                <a:latin typeface="Myriad Pro"/>
              </a:rPr>
              <a:t> (GDS_REL)</a:t>
            </a:r>
          </a:p>
        </p:txBody>
      </p:sp>
      <p:sp>
        <p:nvSpPr>
          <p:cNvPr id="36" name="Text Box 8">
            <a:extLst>
              <a:ext uri="{FF2B5EF4-FFF2-40B4-BE49-F238E27FC236}">
                <a16:creationId xmlns:a16="http://schemas.microsoft.com/office/drawing/2014/main" id="{106470C5-BB9B-44CA-849D-A3376046E51B}"/>
              </a:ext>
            </a:extLst>
          </p:cNvPr>
          <p:cNvSpPr txBox="1">
            <a:spLocks noChangeArrowheads="1"/>
          </p:cNvSpPr>
          <p:nvPr/>
        </p:nvSpPr>
        <p:spPr bwMode="auto">
          <a:xfrm>
            <a:off x="7223750" y="6080998"/>
            <a:ext cx="1721521" cy="678263"/>
          </a:xfrm>
          <a:prstGeom prst="rect">
            <a:avLst/>
          </a:prstGeom>
          <a:solidFill>
            <a:schemeClr val="tx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Fiili Varış İdaresi Belgeyi Sonlandırır </a:t>
            </a:r>
            <a:r>
              <a:rPr lang="tr-TR" altLang="tr-TR" sz="1269" b="1" dirty="0">
                <a:solidFill>
                  <a:schemeClr val="bg1"/>
                </a:solidFill>
                <a:latin typeface="Myriad Pro"/>
              </a:rPr>
              <a:t>(DES_CON)</a:t>
            </a:r>
          </a:p>
        </p:txBody>
      </p:sp>
      <p:sp>
        <p:nvSpPr>
          <p:cNvPr id="37" name="Metin Kutusu 3">
            <a:extLst>
              <a:ext uri="{FF2B5EF4-FFF2-40B4-BE49-F238E27FC236}">
                <a16:creationId xmlns:a16="http://schemas.microsoft.com/office/drawing/2014/main" id="{55A5D2C6-CB28-44FD-BB25-8DAC2942AA7E}"/>
              </a:ext>
            </a:extLst>
          </p:cNvPr>
          <p:cNvSpPr txBox="1"/>
          <p:nvPr/>
        </p:nvSpPr>
        <p:spPr>
          <a:xfrm>
            <a:off x="4941101" y="6148045"/>
            <a:ext cx="2448564" cy="538603"/>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000" dirty="0">
                <a:latin typeface="Myriad Pro"/>
                <a:ea typeface="Calibri" panose="020F0502020204030204" pitchFamily="34" charset="0"/>
                <a:cs typeface="Times New Roman" panose="02020603050405020304" pitchFamily="18" charset="0"/>
              </a:rPr>
              <a:t>Başka Varış İdaresinde İşlem Gördü </a:t>
            </a:r>
          </a:p>
          <a:p>
            <a:pPr algn="ctr">
              <a:lnSpc>
                <a:spcPct val="107000"/>
              </a:lnSpc>
              <a:spcAft>
                <a:spcPts val="846"/>
              </a:spcAft>
            </a:pPr>
            <a:r>
              <a:rPr lang="tr-TR" sz="1000" dirty="0">
                <a:latin typeface="Myriad Pro"/>
                <a:ea typeface="Calibri" panose="020F0502020204030204" pitchFamily="34" charset="0"/>
                <a:cs typeface="Times New Roman" panose="02020603050405020304" pitchFamily="18" charset="0"/>
              </a:rPr>
              <a:t>(AAR_REQ) / (AAR_RSP)</a:t>
            </a:r>
          </a:p>
        </p:txBody>
      </p:sp>
      <p:cxnSp>
        <p:nvCxnSpPr>
          <p:cNvPr id="38" name="Düz Ok Bağlayıcısı 37">
            <a:extLst>
              <a:ext uri="{FF2B5EF4-FFF2-40B4-BE49-F238E27FC236}">
                <a16:creationId xmlns:a16="http://schemas.microsoft.com/office/drawing/2014/main" id="{F633714D-C8E6-461B-8384-99066929E99C}"/>
              </a:ext>
            </a:extLst>
          </p:cNvPr>
          <p:cNvCxnSpPr>
            <a:cxnSpLocks/>
          </p:cNvCxnSpPr>
          <p:nvPr/>
        </p:nvCxnSpPr>
        <p:spPr>
          <a:xfrm>
            <a:off x="1007074" y="2040212"/>
            <a:ext cx="562645" cy="0"/>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cxnSp>
        <p:nvCxnSpPr>
          <p:cNvPr id="39" name="Düz Ok Bağlayıcısı 38">
            <a:extLst>
              <a:ext uri="{FF2B5EF4-FFF2-40B4-BE49-F238E27FC236}">
                <a16:creationId xmlns:a16="http://schemas.microsoft.com/office/drawing/2014/main" id="{454E155F-A220-415B-B352-17EAC3EBB9C6}"/>
              </a:ext>
            </a:extLst>
          </p:cNvPr>
          <p:cNvCxnSpPr>
            <a:cxnSpLocks/>
          </p:cNvCxnSpPr>
          <p:nvPr/>
        </p:nvCxnSpPr>
        <p:spPr>
          <a:xfrm>
            <a:off x="5157709" y="6410410"/>
            <a:ext cx="205115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Düz Ok Bağlayıcısı 39">
            <a:extLst>
              <a:ext uri="{FF2B5EF4-FFF2-40B4-BE49-F238E27FC236}">
                <a16:creationId xmlns:a16="http://schemas.microsoft.com/office/drawing/2014/main" id="{3B6FCC59-8286-4323-83B3-FCA0B0070C0A}"/>
              </a:ext>
            </a:extLst>
          </p:cNvPr>
          <p:cNvCxnSpPr>
            <a:cxnSpLocks/>
          </p:cNvCxnSpPr>
          <p:nvPr/>
        </p:nvCxnSpPr>
        <p:spPr>
          <a:xfrm>
            <a:off x="8952055" y="6422837"/>
            <a:ext cx="1838357"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 name="Text Box 8">
            <a:extLst>
              <a:ext uri="{FF2B5EF4-FFF2-40B4-BE49-F238E27FC236}">
                <a16:creationId xmlns:a16="http://schemas.microsoft.com/office/drawing/2014/main" id="{C8969638-AC18-4CA5-A19F-5020AEE9373A}"/>
              </a:ext>
            </a:extLst>
          </p:cNvPr>
          <p:cNvSpPr txBox="1">
            <a:spLocks noChangeArrowheads="1"/>
          </p:cNvSpPr>
          <p:nvPr/>
        </p:nvSpPr>
        <p:spPr bwMode="auto">
          <a:xfrm>
            <a:off x="1621673" y="1693231"/>
            <a:ext cx="2048780" cy="482953"/>
          </a:xfrm>
          <a:prstGeom prst="rect">
            <a:avLst/>
          </a:prstGeom>
          <a:solidFill>
            <a:srgbClr val="0000FF"/>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Varış İdaresi Varış Bildirimi Yapar </a:t>
            </a:r>
            <a:r>
              <a:rPr lang="tr-TR" altLang="tr-TR" sz="1269" b="1" dirty="0">
                <a:solidFill>
                  <a:schemeClr val="bg1"/>
                </a:solidFill>
                <a:latin typeface="Myriad Pro"/>
              </a:rPr>
              <a:t>(ARR_ADV)</a:t>
            </a:r>
          </a:p>
        </p:txBody>
      </p:sp>
      <p:sp>
        <p:nvSpPr>
          <p:cNvPr id="43" name="Metin Kutusu 3">
            <a:extLst>
              <a:ext uri="{FF2B5EF4-FFF2-40B4-BE49-F238E27FC236}">
                <a16:creationId xmlns:a16="http://schemas.microsoft.com/office/drawing/2014/main" id="{F10BB552-24B9-4F48-BADC-29D4655DBFD6}"/>
              </a:ext>
            </a:extLst>
          </p:cNvPr>
          <p:cNvSpPr txBox="1"/>
          <p:nvPr/>
        </p:nvSpPr>
        <p:spPr>
          <a:xfrm>
            <a:off x="1042149" y="6448355"/>
            <a:ext cx="1466716"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   Olumlu (MVT_RSP)</a:t>
            </a:r>
          </a:p>
        </p:txBody>
      </p:sp>
      <p:cxnSp>
        <p:nvCxnSpPr>
          <p:cNvPr id="44" name="Düz Ok Bağlayıcısı 43">
            <a:extLst>
              <a:ext uri="{FF2B5EF4-FFF2-40B4-BE49-F238E27FC236}">
                <a16:creationId xmlns:a16="http://schemas.microsoft.com/office/drawing/2014/main" id="{43ED2C5B-E4BB-4A19-83FD-EBC109239D6B}"/>
              </a:ext>
            </a:extLst>
          </p:cNvPr>
          <p:cNvCxnSpPr>
            <a:cxnSpLocks/>
          </p:cNvCxnSpPr>
          <p:nvPr/>
        </p:nvCxnSpPr>
        <p:spPr>
          <a:xfrm>
            <a:off x="3688300" y="1946974"/>
            <a:ext cx="537779" cy="0"/>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cxnSp>
        <p:nvCxnSpPr>
          <p:cNvPr id="45" name="Düz Ok Bağlayıcısı 44">
            <a:extLst>
              <a:ext uri="{FF2B5EF4-FFF2-40B4-BE49-F238E27FC236}">
                <a16:creationId xmlns:a16="http://schemas.microsoft.com/office/drawing/2014/main" id="{99BBCAB0-4362-40A9-B5A9-C62FEDA255A4}"/>
              </a:ext>
            </a:extLst>
          </p:cNvPr>
          <p:cNvCxnSpPr>
            <a:cxnSpLocks/>
          </p:cNvCxnSpPr>
          <p:nvPr/>
        </p:nvCxnSpPr>
        <p:spPr>
          <a:xfrm>
            <a:off x="2982042" y="2273797"/>
            <a:ext cx="0" cy="105108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6" name="Metin Kutusu 3">
            <a:extLst>
              <a:ext uri="{FF2B5EF4-FFF2-40B4-BE49-F238E27FC236}">
                <a16:creationId xmlns:a16="http://schemas.microsoft.com/office/drawing/2014/main" id="{B5F6E343-A3BA-4FB1-9F77-EC20D4D95479}"/>
              </a:ext>
            </a:extLst>
          </p:cNvPr>
          <p:cNvSpPr txBox="1"/>
          <p:nvPr/>
        </p:nvSpPr>
        <p:spPr>
          <a:xfrm rot="18248435">
            <a:off x="3475648" y="4866263"/>
            <a:ext cx="2066764" cy="25246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   Olumsuz (MOV_RSP)</a:t>
            </a:r>
          </a:p>
        </p:txBody>
      </p:sp>
      <p:sp>
        <p:nvSpPr>
          <p:cNvPr id="47" name="Metin Kutusu 3">
            <a:extLst>
              <a:ext uri="{FF2B5EF4-FFF2-40B4-BE49-F238E27FC236}">
                <a16:creationId xmlns:a16="http://schemas.microsoft.com/office/drawing/2014/main" id="{46B05808-7CE6-4798-BA6F-61B211CBBE2D}"/>
              </a:ext>
            </a:extLst>
          </p:cNvPr>
          <p:cNvSpPr txBox="1"/>
          <p:nvPr/>
        </p:nvSpPr>
        <p:spPr>
          <a:xfrm>
            <a:off x="3997059" y="1121137"/>
            <a:ext cx="2563872"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Varış Bildiriminden İtibaren 6 Gün İçinde Kontrol Yapılmalıdır</a:t>
            </a:r>
          </a:p>
        </p:txBody>
      </p:sp>
      <p:cxnSp>
        <p:nvCxnSpPr>
          <p:cNvPr id="48" name="Düz Ok Bağlayıcısı 47">
            <a:extLst>
              <a:ext uri="{FF2B5EF4-FFF2-40B4-BE49-F238E27FC236}">
                <a16:creationId xmlns:a16="http://schemas.microsoft.com/office/drawing/2014/main" id="{1518D6E8-C294-490E-8417-8592D70D003E}"/>
              </a:ext>
            </a:extLst>
          </p:cNvPr>
          <p:cNvCxnSpPr>
            <a:cxnSpLocks/>
          </p:cNvCxnSpPr>
          <p:nvPr/>
        </p:nvCxnSpPr>
        <p:spPr>
          <a:xfrm>
            <a:off x="988193" y="6276971"/>
            <a:ext cx="2410214" cy="0"/>
          </a:xfrm>
          <a:prstGeom prst="straightConnector1">
            <a:avLst/>
          </a:prstGeom>
          <a:ln>
            <a:solidFill>
              <a:srgbClr val="3829FF"/>
            </a:solidFill>
            <a:tailEnd type="triangle"/>
          </a:ln>
        </p:spPr>
        <p:style>
          <a:lnRef idx="2">
            <a:schemeClr val="accent1"/>
          </a:lnRef>
          <a:fillRef idx="0">
            <a:schemeClr val="accent1"/>
          </a:fillRef>
          <a:effectRef idx="1">
            <a:schemeClr val="accent1"/>
          </a:effectRef>
          <a:fontRef idx="minor">
            <a:schemeClr val="tx1"/>
          </a:fontRef>
        </p:style>
      </p:cxnSp>
      <p:sp>
        <p:nvSpPr>
          <p:cNvPr id="49" name="Metin Kutusu 3">
            <a:extLst>
              <a:ext uri="{FF2B5EF4-FFF2-40B4-BE49-F238E27FC236}">
                <a16:creationId xmlns:a16="http://schemas.microsoft.com/office/drawing/2014/main" id="{1F25229E-C039-400C-8959-ACE058DC11B1}"/>
              </a:ext>
            </a:extLst>
          </p:cNvPr>
          <p:cNvSpPr txBox="1"/>
          <p:nvPr/>
        </p:nvSpPr>
        <p:spPr>
          <a:xfrm>
            <a:off x="2810000" y="2428802"/>
            <a:ext cx="1238159" cy="829144"/>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6 Gün İçinde Kontrol Yapılmadı (ENQ_REC)</a:t>
            </a:r>
          </a:p>
        </p:txBody>
      </p:sp>
      <p:sp>
        <p:nvSpPr>
          <p:cNvPr id="50" name="Text Box 8">
            <a:extLst>
              <a:ext uri="{FF2B5EF4-FFF2-40B4-BE49-F238E27FC236}">
                <a16:creationId xmlns:a16="http://schemas.microsoft.com/office/drawing/2014/main" id="{B4B05613-97D5-40AB-97C8-AADFDB0EF60A}"/>
              </a:ext>
            </a:extLst>
          </p:cNvPr>
          <p:cNvSpPr txBox="1">
            <a:spLocks noChangeArrowheads="1"/>
          </p:cNvSpPr>
          <p:nvPr/>
        </p:nvSpPr>
        <p:spPr bwMode="auto">
          <a:xfrm>
            <a:off x="2779327" y="3362139"/>
            <a:ext cx="1283527" cy="1167243"/>
          </a:xfrm>
          <a:prstGeom prst="rect">
            <a:avLst/>
          </a:prstGeom>
          <a:solidFill>
            <a:srgbClr val="00B0F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164" dirty="0">
                <a:solidFill>
                  <a:schemeClr val="bg1"/>
                </a:solidFill>
                <a:latin typeface="Myriad Pro"/>
              </a:rPr>
              <a:t>Hareket İdaresi </a:t>
            </a:r>
            <a:r>
              <a:rPr lang="tr-TR" altLang="tr-TR" sz="1164" i="1" u="sng" dirty="0">
                <a:latin typeface="Myriad Pro"/>
              </a:rPr>
              <a:t>en geç 7 gün </a:t>
            </a:r>
            <a:r>
              <a:rPr lang="tr-TR" altLang="tr-TR" sz="1164" i="1" dirty="0">
                <a:latin typeface="Myriad Pro"/>
              </a:rPr>
              <a:t>içinde</a:t>
            </a:r>
            <a:r>
              <a:rPr lang="tr-TR" altLang="tr-TR" sz="1164" dirty="0">
                <a:latin typeface="Myriad Pro"/>
              </a:rPr>
              <a:t> </a:t>
            </a:r>
            <a:r>
              <a:rPr lang="tr-TR" altLang="tr-TR" sz="1164" dirty="0">
                <a:solidFill>
                  <a:schemeClr val="bg1"/>
                </a:solidFill>
                <a:latin typeface="Myriad Pro"/>
              </a:rPr>
              <a:t>kontrol sonuçlarını talep eder </a:t>
            </a:r>
            <a:r>
              <a:rPr lang="tr-TR" altLang="tr-TR" sz="1164" b="1" dirty="0">
                <a:solidFill>
                  <a:schemeClr val="bg1"/>
                </a:solidFill>
                <a:latin typeface="Myriad Pro"/>
              </a:rPr>
              <a:t>(ENQ_REQ)</a:t>
            </a:r>
          </a:p>
        </p:txBody>
      </p:sp>
      <p:sp>
        <p:nvSpPr>
          <p:cNvPr id="51" name="Metin Kutusu 3">
            <a:extLst>
              <a:ext uri="{FF2B5EF4-FFF2-40B4-BE49-F238E27FC236}">
                <a16:creationId xmlns:a16="http://schemas.microsoft.com/office/drawing/2014/main" id="{4DA4D3CF-9604-4A6F-950B-E459A204C22F}"/>
              </a:ext>
            </a:extLst>
          </p:cNvPr>
          <p:cNvSpPr txBox="1"/>
          <p:nvPr/>
        </p:nvSpPr>
        <p:spPr>
          <a:xfrm>
            <a:off x="8769637" y="1732350"/>
            <a:ext cx="1743033"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Eşya – Belgeler Uyumlu (DES_CON)</a:t>
            </a:r>
          </a:p>
        </p:txBody>
      </p:sp>
      <p:cxnSp>
        <p:nvCxnSpPr>
          <p:cNvPr id="52" name="Düz Ok Bağlayıcısı 51">
            <a:extLst>
              <a:ext uri="{FF2B5EF4-FFF2-40B4-BE49-F238E27FC236}">
                <a16:creationId xmlns:a16="http://schemas.microsoft.com/office/drawing/2014/main" id="{80EAF1DC-A64F-40D5-ACF2-B9F710231B4D}"/>
              </a:ext>
            </a:extLst>
          </p:cNvPr>
          <p:cNvCxnSpPr>
            <a:cxnSpLocks/>
          </p:cNvCxnSpPr>
          <p:nvPr/>
        </p:nvCxnSpPr>
        <p:spPr>
          <a:xfrm flipV="1">
            <a:off x="3945261" y="4039491"/>
            <a:ext cx="1379435" cy="204919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3" name="Text Box 8">
            <a:extLst>
              <a:ext uri="{FF2B5EF4-FFF2-40B4-BE49-F238E27FC236}">
                <a16:creationId xmlns:a16="http://schemas.microsoft.com/office/drawing/2014/main" id="{8F799D91-05BB-4740-A89C-CABF4D871C6B}"/>
              </a:ext>
            </a:extLst>
          </p:cNvPr>
          <p:cNvSpPr txBox="1">
            <a:spLocks noChangeArrowheads="1"/>
          </p:cNvSpPr>
          <p:nvPr/>
        </p:nvSpPr>
        <p:spPr bwMode="auto">
          <a:xfrm>
            <a:off x="5271623" y="3159810"/>
            <a:ext cx="2342002" cy="861583"/>
          </a:xfrm>
          <a:prstGeom prst="rect">
            <a:avLst/>
          </a:prstGeom>
          <a:solidFill>
            <a:schemeClr val="accent2">
              <a:lumMod val="75000"/>
            </a:schemeClr>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111" dirty="0">
                <a:solidFill>
                  <a:schemeClr val="bg1"/>
                </a:solidFill>
                <a:latin typeface="Myriad Pro"/>
              </a:rPr>
              <a:t>Araştırma Usulüne Geçilir </a:t>
            </a:r>
            <a:r>
              <a:rPr lang="tr-TR" altLang="tr-TR" sz="1111" b="1" dirty="0">
                <a:solidFill>
                  <a:schemeClr val="bg1"/>
                </a:solidFill>
                <a:latin typeface="Myriad Pro"/>
              </a:rPr>
              <a:t>(ENQ_REQ) (ENQ_NEG)</a:t>
            </a:r>
          </a:p>
          <a:p>
            <a:pPr algn="ctr" eaLnBrk="1" hangingPunct="1">
              <a:spcBef>
                <a:spcPct val="50000"/>
              </a:spcBef>
            </a:pPr>
            <a:r>
              <a:rPr lang="tr-TR" altLang="tr-TR" sz="1111" i="1" dirty="0">
                <a:solidFill>
                  <a:schemeClr val="bg1"/>
                </a:solidFill>
                <a:latin typeface="Myriad Pro"/>
              </a:rPr>
              <a:t>Varış Bildirimi İtibariyle </a:t>
            </a:r>
            <a:r>
              <a:rPr lang="tr-TR" altLang="tr-TR" sz="1111" i="1" u="sng" dirty="0">
                <a:solidFill>
                  <a:schemeClr val="bg1"/>
                </a:solidFill>
                <a:latin typeface="Myriad Pro"/>
              </a:rPr>
              <a:t>6 Ay İçinde </a:t>
            </a:r>
            <a:r>
              <a:rPr lang="tr-TR" altLang="tr-TR" sz="1111" i="1" dirty="0">
                <a:solidFill>
                  <a:schemeClr val="bg1"/>
                </a:solidFill>
                <a:latin typeface="Myriad Pro"/>
              </a:rPr>
              <a:t>Tamamlanmalıdır</a:t>
            </a:r>
          </a:p>
        </p:txBody>
      </p:sp>
      <p:sp>
        <p:nvSpPr>
          <p:cNvPr id="54" name="Metin Kutusu 3">
            <a:extLst>
              <a:ext uri="{FF2B5EF4-FFF2-40B4-BE49-F238E27FC236}">
                <a16:creationId xmlns:a16="http://schemas.microsoft.com/office/drawing/2014/main" id="{06FD19C8-CF9C-474B-9FDE-E0159E4429CC}"/>
              </a:ext>
            </a:extLst>
          </p:cNvPr>
          <p:cNvSpPr txBox="1"/>
          <p:nvPr/>
        </p:nvSpPr>
        <p:spPr>
          <a:xfrm>
            <a:off x="5865795" y="2508059"/>
            <a:ext cx="1882052" cy="451991"/>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Eşya – Belgeler Uyumsuz (DES_CON_NEG)</a:t>
            </a:r>
          </a:p>
        </p:txBody>
      </p:sp>
      <p:cxnSp>
        <p:nvCxnSpPr>
          <p:cNvPr id="55" name="Düz Ok Bağlayıcısı 54">
            <a:extLst>
              <a:ext uri="{FF2B5EF4-FFF2-40B4-BE49-F238E27FC236}">
                <a16:creationId xmlns:a16="http://schemas.microsoft.com/office/drawing/2014/main" id="{D0AE14B0-E97E-40EF-97C9-F3C0087287BB}"/>
              </a:ext>
            </a:extLst>
          </p:cNvPr>
          <p:cNvCxnSpPr>
            <a:cxnSpLocks/>
          </p:cNvCxnSpPr>
          <p:nvPr/>
        </p:nvCxnSpPr>
        <p:spPr>
          <a:xfrm flipH="1">
            <a:off x="7366300" y="2227223"/>
            <a:ext cx="548520" cy="91848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Düz Ok Bağlayıcısı 55">
            <a:extLst>
              <a:ext uri="{FF2B5EF4-FFF2-40B4-BE49-F238E27FC236}">
                <a16:creationId xmlns:a16="http://schemas.microsoft.com/office/drawing/2014/main" id="{D4FBFDAA-4CFB-4C83-B2CB-BB7A9D6AD63E}"/>
              </a:ext>
            </a:extLst>
          </p:cNvPr>
          <p:cNvCxnSpPr>
            <a:cxnSpLocks/>
          </p:cNvCxnSpPr>
          <p:nvPr/>
        </p:nvCxnSpPr>
        <p:spPr>
          <a:xfrm flipV="1">
            <a:off x="7656941" y="3313788"/>
            <a:ext cx="3085281" cy="5707"/>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57" name="Metin Kutusu 3">
            <a:extLst>
              <a:ext uri="{FF2B5EF4-FFF2-40B4-BE49-F238E27FC236}">
                <a16:creationId xmlns:a16="http://schemas.microsoft.com/office/drawing/2014/main" id="{8C18D5E5-998D-49FE-B4CB-112DA554BABC}"/>
              </a:ext>
            </a:extLst>
          </p:cNvPr>
          <p:cNvSpPr txBox="1"/>
          <p:nvPr/>
        </p:nvSpPr>
        <p:spPr>
          <a:xfrm>
            <a:off x="8442637" y="2885810"/>
            <a:ext cx="1755408"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Araştırma Sonucu Olumlu (CAN_ENQ)</a:t>
            </a:r>
          </a:p>
        </p:txBody>
      </p:sp>
      <p:cxnSp>
        <p:nvCxnSpPr>
          <p:cNvPr id="58" name="Düz Ok Bağlayıcısı 57">
            <a:extLst>
              <a:ext uri="{FF2B5EF4-FFF2-40B4-BE49-F238E27FC236}">
                <a16:creationId xmlns:a16="http://schemas.microsoft.com/office/drawing/2014/main" id="{A642F5B1-A314-4319-A37B-DDEE0B9DC1FC}"/>
              </a:ext>
            </a:extLst>
          </p:cNvPr>
          <p:cNvCxnSpPr>
            <a:cxnSpLocks/>
          </p:cNvCxnSpPr>
          <p:nvPr/>
        </p:nvCxnSpPr>
        <p:spPr>
          <a:xfrm>
            <a:off x="7656941" y="3951739"/>
            <a:ext cx="1113781" cy="229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9" name="Metin Kutusu 3">
            <a:extLst>
              <a:ext uri="{FF2B5EF4-FFF2-40B4-BE49-F238E27FC236}">
                <a16:creationId xmlns:a16="http://schemas.microsoft.com/office/drawing/2014/main" id="{03E4B5C6-D0BC-419F-861B-3654D7C4864E}"/>
              </a:ext>
            </a:extLst>
          </p:cNvPr>
          <p:cNvSpPr txBox="1"/>
          <p:nvPr/>
        </p:nvSpPr>
        <p:spPr>
          <a:xfrm>
            <a:off x="7558079" y="3692167"/>
            <a:ext cx="1372225" cy="423527"/>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Araştırma Sonucu Olumsuz</a:t>
            </a:r>
          </a:p>
        </p:txBody>
      </p:sp>
      <p:sp>
        <p:nvSpPr>
          <p:cNvPr id="81" name="Text Box 8">
            <a:extLst>
              <a:ext uri="{FF2B5EF4-FFF2-40B4-BE49-F238E27FC236}">
                <a16:creationId xmlns:a16="http://schemas.microsoft.com/office/drawing/2014/main" id="{D0A24CCC-0BEB-45C1-8226-D00768CD00F0}"/>
              </a:ext>
            </a:extLst>
          </p:cNvPr>
          <p:cNvSpPr txBox="1">
            <a:spLocks noChangeArrowheads="1"/>
          </p:cNvSpPr>
          <p:nvPr/>
        </p:nvSpPr>
        <p:spPr bwMode="auto">
          <a:xfrm>
            <a:off x="8817852" y="3632741"/>
            <a:ext cx="1508975" cy="482953"/>
          </a:xfrm>
          <a:prstGeom prst="rect">
            <a:avLst/>
          </a:prstGeom>
          <a:solidFill>
            <a:srgbClr val="8858AC"/>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Tahsilat Aşamasına Geçilir </a:t>
            </a:r>
            <a:r>
              <a:rPr lang="tr-TR" altLang="tr-TR" sz="1269" b="1" dirty="0">
                <a:solidFill>
                  <a:schemeClr val="bg1"/>
                </a:solidFill>
                <a:latin typeface="Myriad Pro"/>
              </a:rPr>
              <a:t>(REC_ACC)</a:t>
            </a:r>
          </a:p>
        </p:txBody>
      </p:sp>
      <p:cxnSp>
        <p:nvCxnSpPr>
          <p:cNvPr id="82" name="Düz Ok Bağlayıcısı 81">
            <a:extLst>
              <a:ext uri="{FF2B5EF4-FFF2-40B4-BE49-F238E27FC236}">
                <a16:creationId xmlns:a16="http://schemas.microsoft.com/office/drawing/2014/main" id="{6F6C9C0D-A7D8-455A-9E2A-E38DBA8AE606}"/>
              </a:ext>
            </a:extLst>
          </p:cNvPr>
          <p:cNvCxnSpPr>
            <a:cxnSpLocks/>
          </p:cNvCxnSpPr>
          <p:nvPr/>
        </p:nvCxnSpPr>
        <p:spPr>
          <a:xfrm flipH="1" flipV="1">
            <a:off x="7182084" y="4766022"/>
            <a:ext cx="1611599" cy="4122"/>
          </a:xfrm>
          <a:prstGeom prst="straightConnector1">
            <a:avLst/>
          </a:prstGeom>
          <a:ln>
            <a:solidFill>
              <a:srgbClr val="8858AC"/>
            </a:solidFill>
            <a:tailEnd type="triangle"/>
          </a:ln>
        </p:spPr>
        <p:style>
          <a:lnRef idx="2">
            <a:schemeClr val="accent1"/>
          </a:lnRef>
          <a:fillRef idx="0">
            <a:schemeClr val="accent1"/>
          </a:fillRef>
          <a:effectRef idx="1">
            <a:schemeClr val="accent1"/>
          </a:effectRef>
          <a:fontRef idx="minor">
            <a:schemeClr val="tx1"/>
          </a:fontRef>
        </p:style>
      </p:cxnSp>
      <p:cxnSp>
        <p:nvCxnSpPr>
          <p:cNvPr id="85" name="Düz Bağlayıcı 84">
            <a:extLst>
              <a:ext uri="{FF2B5EF4-FFF2-40B4-BE49-F238E27FC236}">
                <a16:creationId xmlns:a16="http://schemas.microsoft.com/office/drawing/2014/main" id="{EBB19211-9661-4A05-9E33-667F1C1B2F6F}"/>
              </a:ext>
            </a:extLst>
          </p:cNvPr>
          <p:cNvCxnSpPr>
            <a:cxnSpLocks/>
            <a:stCxn id="31" idx="2"/>
          </p:cNvCxnSpPr>
          <p:nvPr/>
        </p:nvCxnSpPr>
        <p:spPr>
          <a:xfrm flipH="1">
            <a:off x="988193" y="4347689"/>
            <a:ext cx="1874" cy="1929282"/>
          </a:xfrm>
          <a:prstGeom prst="line">
            <a:avLst/>
          </a:prstGeom>
          <a:ln>
            <a:solidFill>
              <a:srgbClr val="3829FF"/>
            </a:solidFill>
          </a:ln>
        </p:spPr>
        <p:style>
          <a:lnRef idx="2">
            <a:schemeClr val="accent1"/>
          </a:lnRef>
          <a:fillRef idx="0">
            <a:schemeClr val="accent1"/>
          </a:fillRef>
          <a:effectRef idx="1">
            <a:schemeClr val="accent1"/>
          </a:effectRef>
          <a:fontRef idx="minor">
            <a:schemeClr val="tx1"/>
          </a:fontRef>
        </p:style>
      </p:cxnSp>
      <p:cxnSp>
        <p:nvCxnSpPr>
          <p:cNvPr id="86" name="Düz Bağlayıcı 85">
            <a:extLst>
              <a:ext uri="{FF2B5EF4-FFF2-40B4-BE49-F238E27FC236}">
                <a16:creationId xmlns:a16="http://schemas.microsoft.com/office/drawing/2014/main" id="{C92665F0-9CC1-4FBF-B6A8-D34AC17D2BCE}"/>
              </a:ext>
            </a:extLst>
          </p:cNvPr>
          <p:cNvCxnSpPr>
            <a:cxnSpLocks/>
          </p:cNvCxnSpPr>
          <p:nvPr/>
        </p:nvCxnSpPr>
        <p:spPr>
          <a:xfrm flipH="1">
            <a:off x="998608" y="2048679"/>
            <a:ext cx="15619" cy="1270816"/>
          </a:xfrm>
          <a:prstGeom prst="line">
            <a:avLst/>
          </a:prstGeom>
          <a:ln>
            <a:solidFill>
              <a:srgbClr val="47AD23"/>
            </a:solidFill>
          </a:ln>
        </p:spPr>
        <p:style>
          <a:lnRef idx="2">
            <a:schemeClr val="accent1"/>
          </a:lnRef>
          <a:fillRef idx="0">
            <a:schemeClr val="accent1"/>
          </a:fillRef>
          <a:effectRef idx="1">
            <a:schemeClr val="accent1"/>
          </a:effectRef>
          <a:fontRef idx="minor">
            <a:schemeClr val="tx1"/>
          </a:fontRef>
        </p:style>
      </p:cxnSp>
      <p:sp>
        <p:nvSpPr>
          <p:cNvPr id="87" name="Metin Kutusu 3">
            <a:extLst>
              <a:ext uri="{FF2B5EF4-FFF2-40B4-BE49-F238E27FC236}">
                <a16:creationId xmlns:a16="http://schemas.microsoft.com/office/drawing/2014/main" id="{2F0ECB02-B336-48CE-861E-9DFD18F0B935}"/>
              </a:ext>
            </a:extLst>
          </p:cNvPr>
          <p:cNvSpPr txBox="1"/>
          <p:nvPr/>
        </p:nvSpPr>
        <p:spPr>
          <a:xfrm>
            <a:off x="8884543" y="5984256"/>
            <a:ext cx="1946857" cy="292715"/>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latin typeface="Myriad Pro"/>
                <a:ea typeface="Calibri" panose="020F0502020204030204" pitchFamily="34" charset="0"/>
                <a:cs typeface="Times New Roman" panose="02020603050405020304" pitchFamily="18" charset="0"/>
              </a:rPr>
              <a:t>Tanımlı Varış İdaresi Varış Sapmasını Görür </a:t>
            </a:r>
            <a:r>
              <a:rPr lang="tr-TR" altLang="tr-TR" sz="1164" b="1" dirty="0">
                <a:latin typeface="Myriad Pro"/>
              </a:rPr>
              <a:t>(</a:t>
            </a:r>
            <a:r>
              <a:rPr lang="tr-TR" altLang="tr-TR" sz="1164" dirty="0">
                <a:latin typeface="Myriad Pro"/>
              </a:rPr>
              <a:t>FWD</a:t>
            </a:r>
            <a:r>
              <a:rPr lang="tr-TR" altLang="tr-TR" sz="1164" b="1" dirty="0">
                <a:latin typeface="Myriad Pro"/>
              </a:rPr>
              <a:t>_</a:t>
            </a:r>
            <a:r>
              <a:rPr lang="tr-TR" altLang="tr-TR" sz="1164" dirty="0">
                <a:latin typeface="Myriad Pro"/>
              </a:rPr>
              <a:t>ARR</a:t>
            </a:r>
            <a:r>
              <a:rPr lang="tr-TR" altLang="tr-TR" sz="1164" b="1" dirty="0">
                <a:latin typeface="Myriad Pro"/>
              </a:rPr>
              <a:t>)</a:t>
            </a:r>
            <a:endParaRPr lang="tr-TR" sz="1164" dirty="0">
              <a:latin typeface="Myriad Pro"/>
            </a:endParaRPr>
          </a:p>
        </p:txBody>
      </p:sp>
      <p:sp>
        <p:nvSpPr>
          <p:cNvPr id="93" name="Text Box 8">
            <a:extLst>
              <a:ext uri="{FF2B5EF4-FFF2-40B4-BE49-F238E27FC236}">
                <a16:creationId xmlns:a16="http://schemas.microsoft.com/office/drawing/2014/main" id="{9433360E-509E-46F3-9A65-057303BE8633}"/>
              </a:ext>
            </a:extLst>
          </p:cNvPr>
          <p:cNvSpPr txBox="1">
            <a:spLocks noChangeArrowheads="1"/>
          </p:cNvSpPr>
          <p:nvPr/>
        </p:nvSpPr>
        <p:spPr bwMode="auto">
          <a:xfrm>
            <a:off x="7675541" y="1684244"/>
            <a:ext cx="833978" cy="482953"/>
          </a:xfrm>
          <a:prstGeom prst="rect">
            <a:avLst/>
          </a:prstGeom>
          <a:solidFill>
            <a:srgbClr val="0000FF"/>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Kontrol Sonucu </a:t>
            </a:r>
            <a:endParaRPr lang="tr-TR" altLang="tr-TR" sz="1164" i="1" dirty="0">
              <a:solidFill>
                <a:schemeClr val="bg1"/>
              </a:solidFill>
              <a:latin typeface="Myriad Pro"/>
            </a:endParaRPr>
          </a:p>
        </p:txBody>
      </p:sp>
      <p:cxnSp>
        <p:nvCxnSpPr>
          <p:cNvPr id="94" name="Düz Ok Bağlayıcısı 93">
            <a:extLst>
              <a:ext uri="{FF2B5EF4-FFF2-40B4-BE49-F238E27FC236}">
                <a16:creationId xmlns:a16="http://schemas.microsoft.com/office/drawing/2014/main" id="{22A07635-95DF-469D-AF7D-208E64FCDEC0}"/>
              </a:ext>
            </a:extLst>
          </p:cNvPr>
          <p:cNvCxnSpPr>
            <a:cxnSpLocks/>
          </p:cNvCxnSpPr>
          <p:nvPr/>
        </p:nvCxnSpPr>
        <p:spPr>
          <a:xfrm>
            <a:off x="8538221" y="1968444"/>
            <a:ext cx="2273890" cy="0"/>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cxnSp>
        <p:nvCxnSpPr>
          <p:cNvPr id="95" name="Düz Ok Bağlayıcısı 94">
            <a:extLst>
              <a:ext uri="{FF2B5EF4-FFF2-40B4-BE49-F238E27FC236}">
                <a16:creationId xmlns:a16="http://schemas.microsoft.com/office/drawing/2014/main" id="{FB96A06B-81F7-4EBD-9C94-1669E1197BB1}"/>
              </a:ext>
            </a:extLst>
          </p:cNvPr>
          <p:cNvCxnSpPr>
            <a:cxnSpLocks/>
          </p:cNvCxnSpPr>
          <p:nvPr/>
        </p:nvCxnSpPr>
        <p:spPr>
          <a:xfrm flipV="1">
            <a:off x="3997059" y="2273797"/>
            <a:ext cx="2177212" cy="932291"/>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96" name="Metin Kutusu 3">
            <a:extLst>
              <a:ext uri="{FF2B5EF4-FFF2-40B4-BE49-F238E27FC236}">
                <a16:creationId xmlns:a16="http://schemas.microsoft.com/office/drawing/2014/main" id="{AEA1E569-96D4-4477-B0F0-807369FF45B3}"/>
              </a:ext>
            </a:extLst>
          </p:cNvPr>
          <p:cNvSpPr txBox="1"/>
          <p:nvPr/>
        </p:nvSpPr>
        <p:spPr>
          <a:xfrm rot="20157416">
            <a:off x="4295794" y="2555295"/>
            <a:ext cx="1258922" cy="295029"/>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47AD23"/>
                </a:solidFill>
                <a:latin typeface="Myriad Pro"/>
                <a:ea typeface="Calibri" panose="020F0502020204030204" pitchFamily="34" charset="0"/>
                <a:cs typeface="Times New Roman" panose="02020603050405020304" pitchFamily="18" charset="0"/>
              </a:rPr>
              <a:t>28 Güne Kadar Kontrol Yapıldı</a:t>
            </a:r>
          </a:p>
        </p:txBody>
      </p:sp>
      <p:cxnSp>
        <p:nvCxnSpPr>
          <p:cNvPr id="100" name="Düz Ok Bağlayıcısı 99">
            <a:extLst>
              <a:ext uri="{FF2B5EF4-FFF2-40B4-BE49-F238E27FC236}">
                <a16:creationId xmlns:a16="http://schemas.microsoft.com/office/drawing/2014/main" id="{35288131-C091-4840-B09B-2CBCCF0CA4EB}"/>
              </a:ext>
            </a:extLst>
          </p:cNvPr>
          <p:cNvCxnSpPr>
            <a:cxnSpLocks/>
          </p:cNvCxnSpPr>
          <p:nvPr/>
        </p:nvCxnSpPr>
        <p:spPr>
          <a:xfrm>
            <a:off x="4078455" y="3533277"/>
            <a:ext cx="1178441" cy="421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1" name="Metin Kutusu 3">
            <a:extLst>
              <a:ext uri="{FF2B5EF4-FFF2-40B4-BE49-F238E27FC236}">
                <a16:creationId xmlns:a16="http://schemas.microsoft.com/office/drawing/2014/main" id="{20407B46-3C16-435A-98B8-4E656DC9B4EB}"/>
              </a:ext>
            </a:extLst>
          </p:cNvPr>
          <p:cNvSpPr txBox="1"/>
          <p:nvPr/>
        </p:nvSpPr>
        <p:spPr>
          <a:xfrm>
            <a:off x="3967956" y="3303715"/>
            <a:ext cx="1377799" cy="683679"/>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28.Gün Sonunda Cevap Alınamazsa</a:t>
            </a:r>
          </a:p>
        </p:txBody>
      </p:sp>
      <p:sp>
        <p:nvSpPr>
          <p:cNvPr id="76" name="Metin Kutusu 3">
            <a:extLst>
              <a:ext uri="{FF2B5EF4-FFF2-40B4-BE49-F238E27FC236}">
                <a16:creationId xmlns:a16="http://schemas.microsoft.com/office/drawing/2014/main" id="{D072A8F2-20D5-49AC-9356-CC29E8C85FD9}"/>
              </a:ext>
            </a:extLst>
          </p:cNvPr>
          <p:cNvSpPr txBox="1"/>
          <p:nvPr/>
        </p:nvSpPr>
        <p:spPr>
          <a:xfrm>
            <a:off x="2137609" y="5492368"/>
            <a:ext cx="1532844" cy="273259"/>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   </a:t>
            </a:r>
            <a:r>
              <a:rPr lang="tr-TR" altLang="tr-TR" sz="1164" dirty="0">
                <a:solidFill>
                  <a:srgbClr val="3829FF"/>
                </a:solidFill>
                <a:latin typeface="Myriad Pro"/>
              </a:rPr>
              <a:t>Asıl Sorumludan Taşımaya İlişkin Bilgi İstenir </a:t>
            </a:r>
            <a:r>
              <a:rPr lang="tr-TR" altLang="tr-TR" sz="1164" b="1" dirty="0">
                <a:solidFill>
                  <a:srgbClr val="3829FF"/>
                </a:solidFill>
                <a:latin typeface="Myriad Pro"/>
              </a:rPr>
              <a:t>(REQ_MOV)</a:t>
            </a:r>
          </a:p>
          <a:p>
            <a:pPr>
              <a:lnSpc>
                <a:spcPct val="107000"/>
              </a:lnSpc>
              <a:spcAft>
                <a:spcPts val="846"/>
              </a:spcAft>
            </a:pPr>
            <a:endParaRPr lang="tr-TR" sz="1164" dirty="0">
              <a:solidFill>
                <a:srgbClr val="FF0000"/>
              </a:solidFill>
              <a:latin typeface="Myriad Pro"/>
              <a:ea typeface="Calibri" panose="020F0502020204030204" pitchFamily="34" charset="0"/>
              <a:cs typeface="Times New Roman" panose="02020603050405020304" pitchFamily="18" charset="0"/>
            </a:endParaRPr>
          </a:p>
        </p:txBody>
      </p:sp>
      <p:sp>
        <p:nvSpPr>
          <p:cNvPr id="98" name="Text Box 8">
            <a:extLst>
              <a:ext uri="{FF2B5EF4-FFF2-40B4-BE49-F238E27FC236}">
                <a16:creationId xmlns:a16="http://schemas.microsoft.com/office/drawing/2014/main" id="{99F80947-DD45-47F3-9156-D484E7BA5F7D}"/>
              </a:ext>
            </a:extLst>
          </p:cNvPr>
          <p:cNvSpPr txBox="1">
            <a:spLocks noChangeArrowheads="1"/>
          </p:cNvSpPr>
          <p:nvPr/>
        </p:nvSpPr>
        <p:spPr bwMode="auto">
          <a:xfrm>
            <a:off x="8817852" y="4591390"/>
            <a:ext cx="1508975" cy="482953"/>
          </a:xfrm>
          <a:prstGeom prst="rect">
            <a:avLst/>
          </a:prstGeom>
          <a:solidFill>
            <a:srgbClr val="8858AC"/>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Tahsilat Başlatılır </a:t>
            </a:r>
            <a:r>
              <a:rPr lang="tr-TR" altLang="tr-TR" sz="1269" b="1" dirty="0">
                <a:solidFill>
                  <a:schemeClr val="bg1"/>
                </a:solidFill>
                <a:latin typeface="Myriad Pro"/>
              </a:rPr>
              <a:t>(REC_COM)</a:t>
            </a:r>
          </a:p>
        </p:txBody>
      </p:sp>
      <p:cxnSp>
        <p:nvCxnSpPr>
          <p:cNvPr id="108" name="Düz Ok Bağlayıcısı 107">
            <a:extLst>
              <a:ext uri="{FF2B5EF4-FFF2-40B4-BE49-F238E27FC236}">
                <a16:creationId xmlns:a16="http://schemas.microsoft.com/office/drawing/2014/main" id="{A850C4E6-0559-400E-8B5C-0E25F9669EB9}"/>
              </a:ext>
            </a:extLst>
          </p:cNvPr>
          <p:cNvCxnSpPr>
            <a:cxnSpLocks/>
            <a:stCxn id="81" idx="2"/>
            <a:endCxn id="98" idx="0"/>
          </p:cNvCxnSpPr>
          <p:nvPr/>
        </p:nvCxnSpPr>
        <p:spPr>
          <a:xfrm>
            <a:off x="9572340" y="4115694"/>
            <a:ext cx="0" cy="475696"/>
          </a:xfrm>
          <a:prstGeom prst="straightConnector1">
            <a:avLst/>
          </a:prstGeom>
          <a:ln>
            <a:solidFill>
              <a:srgbClr val="8858AC"/>
            </a:solidFill>
            <a:tailEnd type="triangle"/>
          </a:ln>
        </p:spPr>
        <p:style>
          <a:lnRef idx="2">
            <a:schemeClr val="accent1"/>
          </a:lnRef>
          <a:fillRef idx="0">
            <a:schemeClr val="accent1"/>
          </a:fillRef>
          <a:effectRef idx="1">
            <a:schemeClr val="accent1"/>
          </a:effectRef>
          <a:fontRef idx="minor">
            <a:schemeClr val="tx1"/>
          </a:fontRef>
        </p:style>
      </p:cxnSp>
      <p:cxnSp>
        <p:nvCxnSpPr>
          <p:cNvPr id="60" name="Düz Ok Bağlayıcısı 59">
            <a:extLst>
              <a:ext uri="{FF2B5EF4-FFF2-40B4-BE49-F238E27FC236}">
                <a16:creationId xmlns:a16="http://schemas.microsoft.com/office/drawing/2014/main" id="{E5977BB4-009A-4A66-BC72-589B9E958458}"/>
              </a:ext>
            </a:extLst>
          </p:cNvPr>
          <p:cNvCxnSpPr>
            <a:cxnSpLocks/>
          </p:cNvCxnSpPr>
          <p:nvPr/>
        </p:nvCxnSpPr>
        <p:spPr>
          <a:xfrm>
            <a:off x="1503664" y="3812860"/>
            <a:ext cx="1267890" cy="144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3" name="Metin Kutusu 3">
            <a:extLst>
              <a:ext uri="{FF2B5EF4-FFF2-40B4-BE49-F238E27FC236}">
                <a16:creationId xmlns:a16="http://schemas.microsoft.com/office/drawing/2014/main" id="{93B667F9-0992-4E28-AECF-72B8524ABAA0}"/>
              </a:ext>
            </a:extLst>
          </p:cNvPr>
          <p:cNvSpPr txBox="1"/>
          <p:nvPr/>
        </p:nvSpPr>
        <p:spPr>
          <a:xfrm>
            <a:off x="1449778" y="3183823"/>
            <a:ext cx="1410867"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164" dirty="0">
                <a:solidFill>
                  <a:srgbClr val="FF0000"/>
                </a:solidFill>
                <a:latin typeface="Myriad Pro"/>
                <a:ea typeface="Calibri" panose="020F0502020204030204" pitchFamily="34" charset="0"/>
                <a:cs typeface="Times New Roman" panose="02020603050405020304" pitchFamily="18" charset="0"/>
              </a:rPr>
              <a:t>Süresi İçinde Varış Bildirimi Yapılmadığından Sistem Otomatik Araştırma Önerdi (ENQ_REC) </a:t>
            </a:r>
          </a:p>
        </p:txBody>
      </p:sp>
      <p:cxnSp>
        <p:nvCxnSpPr>
          <p:cNvPr id="104" name="Düz Bağlayıcı 103">
            <a:extLst>
              <a:ext uri="{FF2B5EF4-FFF2-40B4-BE49-F238E27FC236}">
                <a16:creationId xmlns:a16="http://schemas.microsoft.com/office/drawing/2014/main" id="{9E2F8504-5289-4B18-BDE4-241867AB51FD}"/>
              </a:ext>
            </a:extLst>
          </p:cNvPr>
          <p:cNvCxnSpPr>
            <a:cxnSpLocks/>
          </p:cNvCxnSpPr>
          <p:nvPr/>
        </p:nvCxnSpPr>
        <p:spPr>
          <a:xfrm flipH="1">
            <a:off x="325810" y="1847709"/>
            <a:ext cx="6869" cy="4619380"/>
          </a:xfrm>
          <a:prstGeom prst="line">
            <a:avLst/>
          </a:prstGeom>
          <a:ln>
            <a:solidFill>
              <a:srgbClr val="47AD23"/>
            </a:solidFill>
          </a:ln>
        </p:spPr>
        <p:style>
          <a:lnRef idx="2">
            <a:schemeClr val="accent1"/>
          </a:lnRef>
          <a:fillRef idx="0">
            <a:schemeClr val="accent1"/>
          </a:fillRef>
          <a:effectRef idx="1">
            <a:schemeClr val="accent1"/>
          </a:effectRef>
          <a:fontRef idx="minor">
            <a:schemeClr val="tx1"/>
          </a:fontRef>
        </p:style>
      </p:cxnSp>
      <p:cxnSp>
        <p:nvCxnSpPr>
          <p:cNvPr id="107" name="Düz Bağlayıcı 106">
            <a:extLst>
              <a:ext uri="{FF2B5EF4-FFF2-40B4-BE49-F238E27FC236}">
                <a16:creationId xmlns:a16="http://schemas.microsoft.com/office/drawing/2014/main" id="{67E27F9A-6CB1-48D7-8B4D-998746B72343}"/>
              </a:ext>
            </a:extLst>
          </p:cNvPr>
          <p:cNvCxnSpPr>
            <a:cxnSpLocks/>
          </p:cNvCxnSpPr>
          <p:nvPr/>
        </p:nvCxnSpPr>
        <p:spPr>
          <a:xfrm flipH="1">
            <a:off x="314662" y="6467089"/>
            <a:ext cx="3083745" cy="0"/>
          </a:xfrm>
          <a:prstGeom prst="line">
            <a:avLst/>
          </a:prstGeom>
          <a:ln>
            <a:solidFill>
              <a:srgbClr val="47AD23"/>
            </a:solidFill>
          </a:ln>
        </p:spPr>
        <p:style>
          <a:lnRef idx="2">
            <a:schemeClr val="accent1"/>
          </a:lnRef>
          <a:fillRef idx="0">
            <a:schemeClr val="accent1"/>
          </a:fillRef>
          <a:effectRef idx="1">
            <a:schemeClr val="accent1"/>
          </a:effectRef>
          <a:fontRef idx="minor">
            <a:schemeClr val="tx1"/>
          </a:fontRef>
        </p:style>
      </p:cxnSp>
      <p:cxnSp>
        <p:nvCxnSpPr>
          <p:cNvPr id="113" name="Düz Ok Bağlayıcısı 112">
            <a:extLst>
              <a:ext uri="{FF2B5EF4-FFF2-40B4-BE49-F238E27FC236}">
                <a16:creationId xmlns:a16="http://schemas.microsoft.com/office/drawing/2014/main" id="{A0A723EE-7AC7-4E7A-BB82-CC72A5385661}"/>
              </a:ext>
            </a:extLst>
          </p:cNvPr>
          <p:cNvCxnSpPr>
            <a:cxnSpLocks/>
          </p:cNvCxnSpPr>
          <p:nvPr/>
        </p:nvCxnSpPr>
        <p:spPr>
          <a:xfrm>
            <a:off x="332679" y="1857734"/>
            <a:ext cx="1237040" cy="3891"/>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sp>
        <p:nvSpPr>
          <p:cNvPr id="90" name="Text Box 8">
            <a:extLst>
              <a:ext uri="{FF2B5EF4-FFF2-40B4-BE49-F238E27FC236}">
                <a16:creationId xmlns:a16="http://schemas.microsoft.com/office/drawing/2014/main" id="{F9C99955-F5E5-4FA0-AD28-3CC8D4F583F6}"/>
              </a:ext>
            </a:extLst>
          </p:cNvPr>
          <p:cNvSpPr txBox="1">
            <a:spLocks noChangeArrowheads="1"/>
          </p:cNvSpPr>
          <p:nvPr/>
        </p:nvSpPr>
        <p:spPr bwMode="auto">
          <a:xfrm>
            <a:off x="5690943" y="4591390"/>
            <a:ext cx="1508975" cy="710003"/>
          </a:xfrm>
          <a:prstGeom prst="rect">
            <a:avLst/>
          </a:prstGeom>
          <a:solidFill>
            <a:srgbClr val="8858AC"/>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107000"/>
              </a:lnSpc>
              <a:spcAft>
                <a:spcPts val="846"/>
              </a:spcAft>
            </a:pPr>
            <a:r>
              <a:rPr lang="tr-TR" sz="1269" dirty="0">
                <a:solidFill>
                  <a:schemeClr val="bg1"/>
                </a:solidFill>
                <a:latin typeface="Myriad Pro"/>
                <a:ea typeface="Calibri" panose="020F0502020204030204" pitchFamily="34" charset="0"/>
                <a:cs typeface="Times New Roman" panose="02020603050405020304" pitchFamily="18" charset="0"/>
              </a:rPr>
              <a:t> Asıl Sorumlu ve Kefile Bildirim Yapılır </a:t>
            </a:r>
            <a:r>
              <a:rPr lang="tr-TR" sz="1269" b="1" dirty="0">
                <a:solidFill>
                  <a:schemeClr val="bg1"/>
                </a:solidFill>
                <a:latin typeface="Myriad Pro"/>
                <a:ea typeface="Calibri" panose="020F0502020204030204" pitchFamily="34" charset="0"/>
                <a:cs typeface="Times New Roman" panose="02020603050405020304" pitchFamily="18" charset="0"/>
              </a:rPr>
              <a:t>(REC_NOT)</a:t>
            </a:r>
          </a:p>
        </p:txBody>
      </p:sp>
      <p:cxnSp>
        <p:nvCxnSpPr>
          <p:cNvPr id="97" name="Düz Ok Bağlayıcısı 96">
            <a:extLst>
              <a:ext uri="{FF2B5EF4-FFF2-40B4-BE49-F238E27FC236}">
                <a16:creationId xmlns:a16="http://schemas.microsoft.com/office/drawing/2014/main" id="{5ECA0240-FAB3-46A5-B4A5-203014D0869B}"/>
              </a:ext>
            </a:extLst>
          </p:cNvPr>
          <p:cNvCxnSpPr>
            <a:cxnSpLocks/>
          </p:cNvCxnSpPr>
          <p:nvPr/>
        </p:nvCxnSpPr>
        <p:spPr>
          <a:xfrm flipH="1">
            <a:off x="4226079" y="4760503"/>
            <a:ext cx="839265" cy="1278273"/>
          </a:xfrm>
          <a:prstGeom prst="straightConnector1">
            <a:avLst/>
          </a:prstGeom>
          <a:ln>
            <a:solidFill>
              <a:srgbClr val="8858AC"/>
            </a:solidFill>
            <a:tailEnd type="triangle"/>
          </a:ln>
        </p:spPr>
        <p:style>
          <a:lnRef idx="2">
            <a:schemeClr val="accent1"/>
          </a:lnRef>
          <a:fillRef idx="0">
            <a:schemeClr val="accent1"/>
          </a:fillRef>
          <a:effectRef idx="1">
            <a:schemeClr val="accent1"/>
          </a:effectRef>
          <a:fontRef idx="minor">
            <a:schemeClr val="tx1"/>
          </a:fontRef>
        </p:style>
      </p:cxnSp>
      <p:cxnSp>
        <p:nvCxnSpPr>
          <p:cNvPr id="103" name="Düz Ok Bağlayıcısı 102">
            <a:extLst>
              <a:ext uri="{FF2B5EF4-FFF2-40B4-BE49-F238E27FC236}">
                <a16:creationId xmlns:a16="http://schemas.microsoft.com/office/drawing/2014/main" id="{DE2D9E35-1A6B-4EEE-B3CA-7E44D45F795A}"/>
              </a:ext>
            </a:extLst>
          </p:cNvPr>
          <p:cNvCxnSpPr>
            <a:cxnSpLocks/>
          </p:cNvCxnSpPr>
          <p:nvPr/>
        </p:nvCxnSpPr>
        <p:spPr>
          <a:xfrm>
            <a:off x="4957144" y="5575324"/>
            <a:ext cx="5833268" cy="0"/>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Düz Bağlayıcı 104">
            <a:extLst>
              <a:ext uri="{FF2B5EF4-FFF2-40B4-BE49-F238E27FC236}">
                <a16:creationId xmlns:a16="http://schemas.microsoft.com/office/drawing/2014/main" id="{B499DBB3-EA6B-455A-A2BC-C320B924D078}"/>
              </a:ext>
            </a:extLst>
          </p:cNvPr>
          <p:cNvCxnSpPr>
            <a:cxnSpLocks/>
          </p:cNvCxnSpPr>
          <p:nvPr/>
        </p:nvCxnSpPr>
        <p:spPr>
          <a:xfrm>
            <a:off x="4965363" y="5575323"/>
            <a:ext cx="0" cy="505674"/>
          </a:xfrm>
          <a:prstGeom prst="line">
            <a:avLst/>
          </a:prstGeom>
          <a:ln>
            <a:solidFill>
              <a:srgbClr val="47AD23"/>
            </a:solidFill>
          </a:ln>
        </p:spPr>
        <p:style>
          <a:lnRef idx="2">
            <a:schemeClr val="accent1"/>
          </a:lnRef>
          <a:fillRef idx="0">
            <a:schemeClr val="accent1"/>
          </a:fillRef>
          <a:effectRef idx="1">
            <a:schemeClr val="accent1"/>
          </a:effectRef>
          <a:fontRef idx="minor">
            <a:schemeClr val="tx1"/>
          </a:fontRef>
        </p:style>
      </p:cxnSp>
      <p:cxnSp>
        <p:nvCxnSpPr>
          <p:cNvPr id="106" name="Düz Bağlayıcı 105">
            <a:extLst>
              <a:ext uri="{FF2B5EF4-FFF2-40B4-BE49-F238E27FC236}">
                <a16:creationId xmlns:a16="http://schemas.microsoft.com/office/drawing/2014/main" id="{E7103A0E-E33F-4BC7-A9C2-57856F2C628C}"/>
              </a:ext>
            </a:extLst>
          </p:cNvPr>
          <p:cNvCxnSpPr>
            <a:cxnSpLocks/>
          </p:cNvCxnSpPr>
          <p:nvPr/>
        </p:nvCxnSpPr>
        <p:spPr>
          <a:xfrm flipH="1">
            <a:off x="5065344" y="4766517"/>
            <a:ext cx="661288" cy="0"/>
          </a:xfrm>
          <a:prstGeom prst="line">
            <a:avLst/>
          </a:prstGeom>
          <a:ln>
            <a:solidFill>
              <a:srgbClr val="8858AC"/>
            </a:solidFill>
          </a:ln>
        </p:spPr>
        <p:style>
          <a:lnRef idx="2">
            <a:schemeClr val="accent1"/>
          </a:lnRef>
          <a:fillRef idx="0">
            <a:schemeClr val="accent1"/>
          </a:fillRef>
          <a:effectRef idx="1">
            <a:schemeClr val="accent1"/>
          </a:effectRef>
          <a:fontRef idx="minor">
            <a:schemeClr val="tx1"/>
          </a:fontRef>
        </p:style>
      </p:cxnSp>
      <p:sp>
        <p:nvSpPr>
          <p:cNvPr id="138" name="Metin kutusu 137">
            <a:extLst>
              <a:ext uri="{FF2B5EF4-FFF2-40B4-BE49-F238E27FC236}">
                <a16:creationId xmlns:a16="http://schemas.microsoft.com/office/drawing/2014/main" id="{3539D547-BD4D-43AE-8C2B-49C11FDDBFBE}"/>
              </a:ext>
            </a:extLst>
          </p:cNvPr>
          <p:cNvSpPr txBox="1"/>
          <p:nvPr/>
        </p:nvSpPr>
        <p:spPr>
          <a:xfrm>
            <a:off x="7076541" y="5301223"/>
            <a:ext cx="2060757" cy="287643"/>
          </a:xfrm>
          <a:prstGeom prst="rect">
            <a:avLst/>
          </a:prstGeom>
          <a:noFill/>
        </p:spPr>
        <p:txBody>
          <a:bodyPr wrap="none" rtlCol="0">
            <a:spAutoFit/>
          </a:bodyPr>
          <a:lstStyle/>
          <a:p>
            <a:r>
              <a:rPr lang="tr-TR" sz="1269" dirty="0">
                <a:solidFill>
                  <a:srgbClr val="00B050"/>
                </a:solidFill>
                <a:latin typeface="Myriad Pro"/>
                <a:ea typeface="Calibri" panose="020F0502020204030204" pitchFamily="34" charset="0"/>
                <a:cs typeface="Times New Roman" panose="02020603050405020304" pitchFamily="18" charset="0"/>
              </a:rPr>
              <a:t> Tahsilat Yapıldı </a:t>
            </a:r>
            <a:r>
              <a:rPr lang="tr-TR" sz="1269" b="1" dirty="0">
                <a:solidFill>
                  <a:srgbClr val="00B050"/>
                </a:solidFill>
                <a:latin typeface="Myriad Pro"/>
                <a:ea typeface="Calibri" panose="020F0502020204030204" pitchFamily="34" charset="0"/>
                <a:cs typeface="Times New Roman" panose="02020603050405020304" pitchFamily="18" charset="0"/>
              </a:rPr>
              <a:t>(REC_DIS)</a:t>
            </a:r>
            <a:endParaRPr lang="tr-TR" sz="1269" dirty="0">
              <a:solidFill>
                <a:srgbClr val="00B050"/>
              </a:solidFill>
              <a:latin typeface="Myriad Pro"/>
            </a:endParaRPr>
          </a:p>
        </p:txBody>
      </p:sp>
      <p:cxnSp>
        <p:nvCxnSpPr>
          <p:cNvPr id="68" name="Düz Ok Bağlayıcısı 67">
            <a:extLst>
              <a:ext uri="{FF2B5EF4-FFF2-40B4-BE49-F238E27FC236}">
                <a16:creationId xmlns:a16="http://schemas.microsoft.com/office/drawing/2014/main" id="{CC29ACAA-DFA3-4EAC-9F00-E06FC4BF775F}"/>
              </a:ext>
            </a:extLst>
          </p:cNvPr>
          <p:cNvCxnSpPr>
            <a:cxnSpLocks/>
          </p:cNvCxnSpPr>
          <p:nvPr/>
        </p:nvCxnSpPr>
        <p:spPr>
          <a:xfrm flipH="1">
            <a:off x="3628956" y="4891041"/>
            <a:ext cx="1" cy="1210520"/>
          </a:xfrm>
          <a:prstGeom prst="straightConnector1">
            <a:avLst/>
          </a:prstGeom>
          <a:ln>
            <a:solidFill>
              <a:srgbClr val="3829FF"/>
            </a:solidFill>
            <a:tailEnd type="triangle"/>
          </a:ln>
        </p:spPr>
        <p:style>
          <a:lnRef idx="2">
            <a:schemeClr val="accent1"/>
          </a:lnRef>
          <a:fillRef idx="0">
            <a:schemeClr val="accent1"/>
          </a:fillRef>
          <a:effectRef idx="1">
            <a:schemeClr val="accent1"/>
          </a:effectRef>
          <a:fontRef idx="minor">
            <a:schemeClr val="tx1"/>
          </a:fontRef>
        </p:style>
      </p:cxnSp>
      <p:cxnSp>
        <p:nvCxnSpPr>
          <p:cNvPr id="69" name="Düz Bağlayıcı 68">
            <a:extLst>
              <a:ext uri="{FF2B5EF4-FFF2-40B4-BE49-F238E27FC236}">
                <a16:creationId xmlns:a16="http://schemas.microsoft.com/office/drawing/2014/main" id="{3445B6B9-B6D3-42BB-BEB6-38A9E307A88B}"/>
              </a:ext>
            </a:extLst>
          </p:cNvPr>
          <p:cNvCxnSpPr>
            <a:cxnSpLocks/>
          </p:cNvCxnSpPr>
          <p:nvPr/>
        </p:nvCxnSpPr>
        <p:spPr>
          <a:xfrm flipH="1">
            <a:off x="3628955" y="3857391"/>
            <a:ext cx="1626890" cy="1033650"/>
          </a:xfrm>
          <a:prstGeom prst="line">
            <a:avLst/>
          </a:prstGeom>
          <a:ln>
            <a:solidFill>
              <a:srgbClr val="3829FF"/>
            </a:solidFill>
          </a:ln>
        </p:spPr>
        <p:style>
          <a:lnRef idx="2">
            <a:schemeClr val="accent1"/>
          </a:lnRef>
          <a:fillRef idx="0">
            <a:schemeClr val="accent1"/>
          </a:fillRef>
          <a:effectRef idx="1">
            <a:schemeClr val="accent1"/>
          </a:effectRef>
          <a:fontRef idx="minor">
            <a:schemeClr val="tx1"/>
          </a:fontRef>
        </p:style>
      </p:cxnSp>
      <p:sp>
        <p:nvSpPr>
          <p:cNvPr id="6" name="Text Box 8">
            <a:extLst>
              <a:ext uri="{FF2B5EF4-FFF2-40B4-BE49-F238E27FC236}">
                <a16:creationId xmlns:a16="http://schemas.microsoft.com/office/drawing/2014/main" id="{868299CE-383D-2BBB-3ED6-418703B301BF}"/>
              </a:ext>
            </a:extLst>
          </p:cNvPr>
          <p:cNvSpPr txBox="1">
            <a:spLocks noChangeArrowheads="1"/>
          </p:cNvSpPr>
          <p:nvPr/>
        </p:nvSpPr>
        <p:spPr bwMode="auto">
          <a:xfrm>
            <a:off x="4257067" y="1687345"/>
            <a:ext cx="1187068" cy="482953"/>
          </a:xfrm>
          <a:prstGeom prst="rect">
            <a:avLst/>
          </a:prstGeom>
          <a:solidFill>
            <a:schemeClr val="accent6">
              <a:lumMod val="75000"/>
            </a:schemeClr>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Boşaltma İzni Verilir</a:t>
            </a:r>
            <a:endParaRPr lang="tr-TR" altLang="tr-TR" sz="1164" i="1" dirty="0">
              <a:solidFill>
                <a:schemeClr val="bg1"/>
              </a:solidFill>
              <a:latin typeface="Myriad Pro"/>
            </a:endParaRPr>
          </a:p>
        </p:txBody>
      </p:sp>
      <p:sp>
        <p:nvSpPr>
          <p:cNvPr id="11" name="Text Box 8">
            <a:extLst>
              <a:ext uri="{FF2B5EF4-FFF2-40B4-BE49-F238E27FC236}">
                <a16:creationId xmlns:a16="http://schemas.microsoft.com/office/drawing/2014/main" id="{AB47B605-1E0C-8B99-5DDA-3E6670E724D9}"/>
              </a:ext>
            </a:extLst>
          </p:cNvPr>
          <p:cNvSpPr txBox="1">
            <a:spLocks noChangeArrowheads="1"/>
          </p:cNvSpPr>
          <p:nvPr/>
        </p:nvSpPr>
        <p:spPr bwMode="auto">
          <a:xfrm>
            <a:off x="5862877" y="1693217"/>
            <a:ext cx="1429394" cy="482953"/>
          </a:xfrm>
          <a:prstGeom prst="rect">
            <a:avLst/>
          </a:prstGeom>
          <a:solidFill>
            <a:schemeClr val="accent4">
              <a:lumMod val="75000"/>
            </a:schemeClr>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chemeClr val="bg1"/>
                </a:solidFill>
                <a:latin typeface="Myriad Pro"/>
              </a:rPr>
              <a:t>Boşaltma Sonucu Girilir</a:t>
            </a:r>
            <a:endParaRPr lang="tr-TR" altLang="tr-TR" sz="1164" i="1" dirty="0">
              <a:solidFill>
                <a:schemeClr val="bg1"/>
              </a:solidFill>
              <a:latin typeface="Myriad Pro"/>
            </a:endParaRPr>
          </a:p>
        </p:txBody>
      </p:sp>
      <p:cxnSp>
        <p:nvCxnSpPr>
          <p:cNvPr id="24" name="Düz Ok Bağlayıcısı 23">
            <a:extLst>
              <a:ext uri="{FF2B5EF4-FFF2-40B4-BE49-F238E27FC236}">
                <a16:creationId xmlns:a16="http://schemas.microsoft.com/office/drawing/2014/main" id="{5D227FA8-08A5-3B56-B370-0E52CC435B01}"/>
              </a:ext>
            </a:extLst>
          </p:cNvPr>
          <p:cNvCxnSpPr>
            <a:cxnSpLocks/>
          </p:cNvCxnSpPr>
          <p:nvPr/>
        </p:nvCxnSpPr>
        <p:spPr>
          <a:xfrm>
            <a:off x="5444135" y="1964799"/>
            <a:ext cx="388321" cy="0"/>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cxnSp>
        <p:nvCxnSpPr>
          <p:cNvPr id="26" name="Düz Ok Bağlayıcısı 25">
            <a:extLst>
              <a:ext uri="{FF2B5EF4-FFF2-40B4-BE49-F238E27FC236}">
                <a16:creationId xmlns:a16="http://schemas.microsoft.com/office/drawing/2014/main" id="{6955A8D6-C6A6-E17B-85B2-6DBCBE732783}"/>
              </a:ext>
            </a:extLst>
          </p:cNvPr>
          <p:cNvCxnSpPr>
            <a:cxnSpLocks/>
          </p:cNvCxnSpPr>
          <p:nvPr/>
        </p:nvCxnSpPr>
        <p:spPr>
          <a:xfrm>
            <a:off x="7310871" y="1969518"/>
            <a:ext cx="346070" cy="0"/>
          </a:xfrm>
          <a:prstGeom prst="straightConnector1">
            <a:avLst/>
          </a:prstGeom>
          <a:ln>
            <a:solidFill>
              <a:srgbClr val="47AD23"/>
            </a:solidFill>
            <a:tailEnd type="triangle"/>
          </a:ln>
        </p:spPr>
        <p:style>
          <a:lnRef idx="2">
            <a:schemeClr val="accent1"/>
          </a:lnRef>
          <a:fillRef idx="0">
            <a:schemeClr val="accent1"/>
          </a:fillRef>
          <a:effectRef idx="1">
            <a:schemeClr val="accent1"/>
          </a:effectRef>
          <a:fontRef idx="minor">
            <a:schemeClr val="tx1"/>
          </a:fontRef>
        </p:style>
      </p:cxnSp>
      <p:cxnSp>
        <p:nvCxnSpPr>
          <p:cNvPr id="27" name="Düz Bağlayıcı 26">
            <a:extLst>
              <a:ext uri="{FF2B5EF4-FFF2-40B4-BE49-F238E27FC236}">
                <a16:creationId xmlns:a16="http://schemas.microsoft.com/office/drawing/2014/main" id="{61483821-1D6F-DB59-9ED0-B3A6C282D31D}"/>
              </a:ext>
            </a:extLst>
          </p:cNvPr>
          <p:cNvCxnSpPr>
            <a:cxnSpLocks/>
          </p:cNvCxnSpPr>
          <p:nvPr/>
        </p:nvCxnSpPr>
        <p:spPr>
          <a:xfrm>
            <a:off x="2799959" y="1354142"/>
            <a:ext cx="0" cy="290535"/>
          </a:xfrm>
          <a:prstGeom prst="line">
            <a:avLst/>
          </a:prstGeom>
          <a:ln>
            <a:solidFill>
              <a:srgbClr val="47AD23"/>
            </a:solidFill>
          </a:ln>
        </p:spPr>
        <p:style>
          <a:lnRef idx="2">
            <a:schemeClr val="accent1"/>
          </a:lnRef>
          <a:fillRef idx="0">
            <a:schemeClr val="accent1"/>
          </a:fillRef>
          <a:effectRef idx="1">
            <a:schemeClr val="accent1"/>
          </a:effectRef>
          <a:fontRef idx="minor">
            <a:schemeClr val="tx1"/>
          </a:fontRef>
        </p:style>
      </p:cxnSp>
      <p:cxnSp>
        <p:nvCxnSpPr>
          <p:cNvPr id="30" name="Düz Bağlayıcı 29">
            <a:extLst>
              <a:ext uri="{FF2B5EF4-FFF2-40B4-BE49-F238E27FC236}">
                <a16:creationId xmlns:a16="http://schemas.microsoft.com/office/drawing/2014/main" id="{EB2F84A5-DD77-EC47-07B4-8DF152C11D97}"/>
              </a:ext>
            </a:extLst>
          </p:cNvPr>
          <p:cNvCxnSpPr>
            <a:cxnSpLocks/>
          </p:cNvCxnSpPr>
          <p:nvPr/>
        </p:nvCxnSpPr>
        <p:spPr>
          <a:xfrm flipH="1">
            <a:off x="2799959" y="1354142"/>
            <a:ext cx="1278496" cy="0"/>
          </a:xfrm>
          <a:prstGeom prst="line">
            <a:avLst/>
          </a:prstGeom>
          <a:ln>
            <a:solidFill>
              <a:srgbClr val="47AD23"/>
            </a:solidFill>
          </a:ln>
        </p:spPr>
        <p:style>
          <a:lnRef idx="2">
            <a:schemeClr val="accent1"/>
          </a:lnRef>
          <a:fillRef idx="0">
            <a:schemeClr val="accent1"/>
          </a:fillRef>
          <a:effectRef idx="1">
            <a:schemeClr val="accent1"/>
          </a:effectRef>
          <a:fontRef idx="minor">
            <a:schemeClr val="tx1"/>
          </a:fontRef>
        </p:style>
      </p:cxnSp>
      <p:cxnSp>
        <p:nvCxnSpPr>
          <p:cNvPr id="66" name="Düz Bağlayıcı 65">
            <a:extLst>
              <a:ext uri="{FF2B5EF4-FFF2-40B4-BE49-F238E27FC236}">
                <a16:creationId xmlns:a16="http://schemas.microsoft.com/office/drawing/2014/main" id="{B5C87BDC-C3D1-2092-9EC4-796D038F54EE}"/>
              </a:ext>
            </a:extLst>
          </p:cNvPr>
          <p:cNvCxnSpPr>
            <a:cxnSpLocks/>
          </p:cNvCxnSpPr>
          <p:nvPr/>
        </p:nvCxnSpPr>
        <p:spPr>
          <a:xfrm>
            <a:off x="8106753" y="1344812"/>
            <a:ext cx="0" cy="299865"/>
          </a:xfrm>
          <a:prstGeom prst="line">
            <a:avLst/>
          </a:prstGeom>
          <a:ln>
            <a:solidFill>
              <a:srgbClr val="47AD23"/>
            </a:solidFill>
          </a:ln>
        </p:spPr>
        <p:style>
          <a:lnRef idx="2">
            <a:schemeClr val="accent1"/>
          </a:lnRef>
          <a:fillRef idx="0">
            <a:schemeClr val="accent1"/>
          </a:fillRef>
          <a:effectRef idx="1">
            <a:schemeClr val="accent1"/>
          </a:effectRef>
          <a:fontRef idx="minor">
            <a:schemeClr val="tx1"/>
          </a:fontRef>
        </p:style>
      </p:cxnSp>
      <p:cxnSp>
        <p:nvCxnSpPr>
          <p:cNvPr id="67" name="Düz Bağlayıcı 66">
            <a:extLst>
              <a:ext uri="{FF2B5EF4-FFF2-40B4-BE49-F238E27FC236}">
                <a16:creationId xmlns:a16="http://schemas.microsoft.com/office/drawing/2014/main" id="{7F172C4E-2D8C-19E6-8E10-57A61C62E52F}"/>
              </a:ext>
            </a:extLst>
          </p:cNvPr>
          <p:cNvCxnSpPr>
            <a:cxnSpLocks/>
          </p:cNvCxnSpPr>
          <p:nvPr/>
        </p:nvCxnSpPr>
        <p:spPr>
          <a:xfrm flipH="1">
            <a:off x="6464300" y="1354142"/>
            <a:ext cx="1642452" cy="0"/>
          </a:xfrm>
          <a:prstGeom prst="line">
            <a:avLst/>
          </a:prstGeom>
          <a:ln>
            <a:solidFill>
              <a:srgbClr val="47AD2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5082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6"/>
                                        </p:tgtEl>
                                        <p:attrNameLst>
                                          <p:attrName>style.visibility</p:attrName>
                                        </p:attrNameLst>
                                      </p:cBhvr>
                                      <p:to>
                                        <p:strVal val="visible"/>
                                      </p:to>
                                    </p:set>
                                    <p:animEffect transition="in" filter="fade">
                                      <p:cBhvr>
                                        <p:cTn id="17" dur="500"/>
                                        <p:tgtEl>
                                          <p:spTgt spid="86"/>
                                        </p:tgtEl>
                                      </p:cBhvr>
                                    </p:animEffect>
                                  </p:childTnLst>
                                </p:cTn>
                              </p:par>
                              <p:par>
                                <p:cTn id="18" presetID="10" presetClass="entr" presetSubtype="0" fill="hold" nodeType="with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fade">
                                      <p:cBhvr>
                                        <p:cTn id="23" dur="500"/>
                                        <p:tgtEl>
                                          <p:spTgt spid="4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animEffect transition="in" filter="fade">
                                      <p:cBhvr>
                                        <p:cTn id="47" dur="500"/>
                                        <p:tgtEl>
                                          <p:spTgt spid="9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fade">
                                      <p:cBhvr>
                                        <p:cTn id="58" dur="500"/>
                                        <p:tgtEl>
                                          <p:spTgt spid="47"/>
                                        </p:tgtEl>
                                      </p:cBhvr>
                                    </p:animEffect>
                                  </p:childTnLst>
                                </p:cTn>
                              </p:par>
                              <p:par>
                                <p:cTn id="59" presetID="10" presetClass="entr" presetSubtype="0" fill="hold" nodeType="withEffect">
                                  <p:stCondLst>
                                    <p:cond delay="0"/>
                                  </p:stCondLst>
                                  <p:childTnLst>
                                    <p:set>
                                      <p:cBhvr>
                                        <p:cTn id="60" dur="1" fill="hold">
                                          <p:stCondLst>
                                            <p:cond delay="0"/>
                                          </p:stCondLst>
                                        </p:cTn>
                                        <p:tgtEl>
                                          <p:spTgt spid="67"/>
                                        </p:tgtEl>
                                        <p:attrNameLst>
                                          <p:attrName>style.visibility</p:attrName>
                                        </p:attrNameLst>
                                      </p:cBhvr>
                                      <p:to>
                                        <p:strVal val="visible"/>
                                      </p:to>
                                    </p:set>
                                    <p:animEffect transition="in" filter="fade">
                                      <p:cBhvr>
                                        <p:cTn id="61" dur="500"/>
                                        <p:tgtEl>
                                          <p:spTgt spid="67"/>
                                        </p:tgtEl>
                                      </p:cBhvr>
                                    </p:animEffect>
                                  </p:childTnLst>
                                </p:cTn>
                              </p:par>
                              <p:par>
                                <p:cTn id="62" presetID="10" presetClass="entr" presetSubtype="0" fill="hold" nodeType="with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fade">
                                      <p:cBhvr>
                                        <p:cTn id="64" dur="500"/>
                                        <p:tgtEl>
                                          <p:spTgt spid="6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1"/>
                                        </p:tgtEl>
                                        <p:attrNameLst>
                                          <p:attrName>style.visibility</p:attrName>
                                        </p:attrNameLst>
                                      </p:cBhvr>
                                      <p:to>
                                        <p:strVal val="visible"/>
                                      </p:to>
                                    </p:set>
                                    <p:animEffect transition="in" filter="fade">
                                      <p:cBhvr>
                                        <p:cTn id="69" dur="500"/>
                                        <p:tgtEl>
                                          <p:spTgt spid="5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94"/>
                                        </p:tgtEl>
                                        <p:attrNameLst>
                                          <p:attrName>style.visibility</p:attrName>
                                        </p:attrNameLst>
                                      </p:cBhvr>
                                      <p:to>
                                        <p:strVal val="visible"/>
                                      </p:to>
                                    </p:set>
                                    <p:animEffect transition="in" filter="fade">
                                      <p:cBhvr>
                                        <p:cTn id="74" dur="500"/>
                                        <p:tgtEl>
                                          <p:spTgt spid="9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500"/>
                                        <p:tgtEl>
                                          <p:spTgt spid="35"/>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fade">
                                      <p:cBhvr>
                                        <p:cTn id="82" dur="500"/>
                                        <p:tgtEl>
                                          <p:spTgt spid="49"/>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63"/>
                                        </p:tgtEl>
                                        <p:attrNameLst>
                                          <p:attrName>style.visibility</p:attrName>
                                        </p:attrNameLst>
                                      </p:cBhvr>
                                      <p:to>
                                        <p:strVal val="visible"/>
                                      </p:to>
                                    </p:set>
                                    <p:animEffect transition="in" filter="fade">
                                      <p:cBhvr>
                                        <p:cTn id="87" dur="500"/>
                                        <p:tgtEl>
                                          <p:spTgt spid="63"/>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60"/>
                                        </p:tgtEl>
                                        <p:attrNameLst>
                                          <p:attrName>style.visibility</p:attrName>
                                        </p:attrNameLst>
                                      </p:cBhvr>
                                      <p:to>
                                        <p:strVal val="visible"/>
                                      </p:to>
                                    </p:set>
                                    <p:animEffect transition="in" filter="fade">
                                      <p:cBhvr>
                                        <p:cTn id="92" dur="500"/>
                                        <p:tgtEl>
                                          <p:spTgt spid="60"/>
                                        </p:tgtEl>
                                      </p:cBhvr>
                                    </p:animEffect>
                                  </p:childTnLst>
                                </p:cTn>
                              </p:par>
                              <p:par>
                                <p:cTn id="93" presetID="10" presetClass="entr" presetSubtype="0" fill="hold" nodeType="with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500"/>
                                        <p:tgtEl>
                                          <p:spTgt spid="4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500"/>
                                        <p:tgtEl>
                                          <p:spTgt spid="50"/>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96"/>
                                        </p:tgtEl>
                                        <p:attrNameLst>
                                          <p:attrName>style.visibility</p:attrName>
                                        </p:attrNameLst>
                                      </p:cBhvr>
                                      <p:to>
                                        <p:strVal val="visible"/>
                                      </p:to>
                                    </p:set>
                                    <p:animEffect transition="in" filter="fade">
                                      <p:cBhvr>
                                        <p:cTn id="103" dur="500"/>
                                        <p:tgtEl>
                                          <p:spTgt spid="96"/>
                                        </p:tgtEl>
                                      </p:cBhvr>
                                    </p:animEffect>
                                  </p:childTnLst>
                                </p:cTn>
                              </p:par>
                              <p:par>
                                <p:cTn id="104" presetID="10" presetClass="entr" presetSubtype="0" fill="hold" nodeType="withEffect">
                                  <p:stCondLst>
                                    <p:cond delay="0"/>
                                  </p:stCondLst>
                                  <p:childTnLst>
                                    <p:set>
                                      <p:cBhvr>
                                        <p:cTn id="105" dur="1" fill="hold">
                                          <p:stCondLst>
                                            <p:cond delay="0"/>
                                          </p:stCondLst>
                                        </p:cTn>
                                        <p:tgtEl>
                                          <p:spTgt spid="95"/>
                                        </p:tgtEl>
                                        <p:attrNameLst>
                                          <p:attrName>style.visibility</p:attrName>
                                        </p:attrNameLst>
                                      </p:cBhvr>
                                      <p:to>
                                        <p:strVal val="visible"/>
                                      </p:to>
                                    </p:set>
                                    <p:animEffect transition="in" filter="fade">
                                      <p:cBhvr>
                                        <p:cTn id="106" dur="500"/>
                                        <p:tgtEl>
                                          <p:spTgt spid="95"/>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101"/>
                                        </p:tgtEl>
                                        <p:attrNameLst>
                                          <p:attrName>style.visibility</p:attrName>
                                        </p:attrNameLst>
                                      </p:cBhvr>
                                      <p:to>
                                        <p:strVal val="visible"/>
                                      </p:to>
                                    </p:set>
                                    <p:animEffect transition="in" filter="fade">
                                      <p:cBhvr>
                                        <p:cTn id="111" dur="500"/>
                                        <p:tgtEl>
                                          <p:spTgt spid="101"/>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fade">
                                      <p:cBhvr>
                                        <p:cTn id="116" dur="500"/>
                                        <p:tgtEl>
                                          <p:spTgt spid="54"/>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100"/>
                                        </p:tgtEl>
                                        <p:attrNameLst>
                                          <p:attrName>style.visibility</p:attrName>
                                        </p:attrNameLst>
                                      </p:cBhvr>
                                      <p:to>
                                        <p:strVal val="visible"/>
                                      </p:to>
                                    </p:set>
                                    <p:animEffect transition="in" filter="fade">
                                      <p:cBhvr>
                                        <p:cTn id="121" dur="500"/>
                                        <p:tgtEl>
                                          <p:spTgt spid="100"/>
                                        </p:tgtEl>
                                      </p:cBhvr>
                                    </p:animEffect>
                                  </p:childTnLst>
                                </p:cTn>
                              </p:par>
                              <p:par>
                                <p:cTn id="122" presetID="10" presetClass="entr" presetSubtype="0" fill="hold" nodeType="withEffect">
                                  <p:stCondLst>
                                    <p:cond delay="0"/>
                                  </p:stCondLst>
                                  <p:childTnLst>
                                    <p:set>
                                      <p:cBhvr>
                                        <p:cTn id="123" dur="1" fill="hold">
                                          <p:stCondLst>
                                            <p:cond delay="0"/>
                                          </p:stCondLst>
                                        </p:cTn>
                                        <p:tgtEl>
                                          <p:spTgt spid="55"/>
                                        </p:tgtEl>
                                        <p:attrNameLst>
                                          <p:attrName>style.visibility</p:attrName>
                                        </p:attrNameLst>
                                      </p:cBhvr>
                                      <p:to>
                                        <p:strVal val="visible"/>
                                      </p:to>
                                    </p:set>
                                    <p:animEffect transition="in" filter="fade">
                                      <p:cBhvr>
                                        <p:cTn id="124" dur="500"/>
                                        <p:tgtEl>
                                          <p:spTgt spid="5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3"/>
                                        </p:tgtEl>
                                        <p:attrNameLst>
                                          <p:attrName>style.visibility</p:attrName>
                                        </p:attrNameLst>
                                      </p:cBhvr>
                                      <p:to>
                                        <p:strVal val="visible"/>
                                      </p:to>
                                    </p:set>
                                    <p:animEffect transition="in" filter="fade">
                                      <p:cBhvr>
                                        <p:cTn id="127" dur="500"/>
                                        <p:tgtEl>
                                          <p:spTgt spid="53"/>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57"/>
                                        </p:tgtEl>
                                        <p:attrNameLst>
                                          <p:attrName>style.visibility</p:attrName>
                                        </p:attrNameLst>
                                      </p:cBhvr>
                                      <p:to>
                                        <p:strVal val="visible"/>
                                      </p:to>
                                    </p:set>
                                    <p:animEffect transition="in" filter="fade">
                                      <p:cBhvr>
                                        <p:cTn id="132" dur="500"/>
                                        <p:tgtEl>
                                          <p:spTgt spid="57"/>
                                        </p:tgtEl>
                                      </p:cBhvr>
                                    </p:animEffect>
                                  </p:childTnLst>
                                </p:cTn>
                              </p:par>
                              <p:par>
                                <p:cTn id="133" presetID="10" presetClass="entr" presetSubtype="0" fill="hold" nodeType="withEffect">
                                  <p:stCondLst>
                                    <p:cond delay="0"/>
                                  </p:stCondLst>
                                  <p:childTnLst>
                                    <p:set>
                                      <p:cBhvr>
                                        <p:cTn id="134" dur="1" fill="hold">
                                          <p:stCondLst>
                                            <p:cond delay="0"/>
                                          </p:stCondLst>
                                        </p:cTn>
                                        <p:tgtEl>
                                          <p:spTgt spid="56"/>
                                        </p:tgtEl>
                                        <p:attrNameLst>
                                          <p:attrName>style.visibility</p:attrName>
                                        </p:attrNameLst>
                                      </p:cBhvr>
                                      <p:to>
                                        <p:strVal val="visible"/>
                                      </p:to>
                                    </p:set>
                                    <p:animEffect transition="in" filter="fade">
                                      <p:cBhvr>
                                        <p:cTn id="135" dur="500"/>
                                        <p:tgtEl>
                                          <p:spTgt spid="56"/>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nodeType="clickEffect">
                                  <p:stCondLst>
                                    <p:cond delay="0"/>
                                  </p:stCondLst>
                                  <p:childTnLst>
                                    <p:set>
                                      <p:cBhvr>
                                        <p:cTn id="144" dur="1" fill="hold">
                                          <p:stCondLst>
                                            <p:cond delay="0"/>
                                          </p:stCondLst>
                                        </p:cTn>
                                        <p:tgtEl>
                                          <p:spTgt spid="85"/>
                                        </p:tgtEl>
                                        <p:attrNameLst>
                                          <p:attrName>style.visibility</p:attrName>
                                        </p:attrNameLst>
                                      </p:cBhvr>
                                      <p:to>
                                        <p:strVal val="visible"/>
                                      </p:to>
                                    </p:set>
                                    <p:animEffect transition="in" filter="fade">
                                      <p:cBhvr>
                                        <p:cTn id="145" dur="500"/>
                                        <p:tgtEl>
                                          <p:spTgt spid="85"/>
                                        </p:tgtEl>
                                      </p:cBhvr>
                                    </p:animEffect>
                                  </p:childTnLst>
                                </p:cTn>
                              </p:par>
                              <p:par>
                                <p:cTn id="146" presetID="10" presetClass="entr" presetSubtype="0" fill="hold" nodeType="withEffect">
                                  <p:stCondLst>
                                    <p:cond delay="0"/>
                                  </p:stCondLst>
                                  <p:childTnLst>
                                    <p:set>
                                      <p:cBhvr>
                                        <p:cTn id="147" dur="1" fill="hold">
                                          <p:stCondLst>
                                            <p:cond delay="0"/>
                                          </p:stCondLst>
                                        </p:cTn>
                                        <p:tgtEl>
                                          <p:spTgt spid="48"/>
                                        </p:tgtEl>
                                        <p:attrNameLst>
                                          <p:attrName>style.visibility</p:attrName>
                                        </p:attrNameLst>
                                      </p:cBhvr>
                                      <p:to>
                                        <p:strVal val="visible"/>
                                      </p:to>
                                    </p:set>
                                    <p:animEffect transition="in" filter="fade">
                                      <p:cBhvr>
                                        <p:cTn id="148" dur="500"/>
                                        <p:tgtEl>
                                          <p:spTgt spid="48"/>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34"/>
                                        </p:tgtEl>
                                        <p:attrNameLst>
                                          <p:attrName>style.visibility</p:attrName>
                                        </p:attrNameLst>
                                      </p:cBhvr>
                                      <p:to>
                                        <p:strVal val="visible"/>
                                      </p:to>
                                    </p:set>
                                    <p:animEffect transition="in" filter="fade">
                                      <p:cBhvr>
                                        <p:cTn id="151" dur="500"/>
                                        <p:tgtEl>
                                          <p:spTgt spid="34"/>
                                        </p:tgtEl>
                                      </p:cBhvr>
                                    </p:animEffect>
                                  </p:childTnLst>
                                </p:cTn>
                              </p:par>
                              <p:par>
                                <p:cTn id="152" presetID="10" presetClass="entr" presetSubtype="0" fill="hold" nodeType="withEffect">
                                  <p:stCondLst>
                                    <p:cond delay="0"/>
                                  </p:stCondLst>
                                  <p:childTnLst>
                                    <p:set>
                                      <p:cBhvr>
                                        <p:cTn id="153" dur="1" fill="hold">
                                          <p:stCondLst>
                                            <p:cond delay="0"/>
                                          </p:stCondLst>
                                        </p:cTn>
                                        <p:tgtEl>
                                          <p:spTgt spid="69"/>
                                        </p:tgtEl>
                                        <p:attrNameLst>
                                          <p:attrName>style.visibility</p:attrName>
                                        </p:attrNameLst>
                                      </p:cBhvr>
                                      <p:to>
                                        <p:strVal val="visible"/>
                                      </p:to>
                                    </p:set>
                                    <p:animEffect transition="in" filter="fade">
                                      <p:cBhvr>
                                        <p:cTn id="154" dur="500"/>
                                        <p:tgtEl>
                                          <p:spTgt spid="69"/>
                                        </p:tgtEl>
                                      </p:cBhvr>
                                    </p:animEffect>
                                  </p:childTnLst>
                                </p:cTn>
                              </p:par>
                              <p:par>
                                <p:cTn id="155" presetID="10" presetClass="entr" presetSubtype="0" fill="hold" nodeType="withEffect">
                                  <p:stCondLst>
                                    <p:cond delay="0"/>
                                  </p:stCondLst>
                                  <p:childTnLst>
                                    <p:set>
                                      <p:cBhvr>
                                        <p:cTn id="156" dur="1" fill="hold">
                                          <p:stCondLst>
                                            <p:cond delay="0"/>
                                          </p:stCondLst>
                                        </p:cTn>
                                        <p:tgtEl>
                                          <p:spTgt spid="68"/>
                                        </p:tgtEl>
                                        <p:attrNameLst>
                                          <p:attrName>style.visibility</p:attrName>
                                        </p:attrNameLst>
                                      </p:cBhvr>
                                      <p:to>
                                        <p:strVal val="visible"/>
                                      </p:to>
                                    </p:set>
                                    <p:animEffect transition="in" filter="fade">
                                      <p:cBhvr>
                                        <p:cTn id="157" dur="500"/>
                                        <p:tgtEl>
                                          <p:spTgt spid="68"/>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76"/>
                                        </p:tgtEl>
                                        <p:attrNameLst>
                                          <p:attrName>style.visibility</p:attrName>
                                        </p:attrNameLst>
                                      </p:cBhvr>
                                      <p:to>
                                        <p:strVal val="visible"/>
                                      </p:to>
                                    </p:set>
                                    <p:animEffect transition="in" filter="fade">
                                      <p:cBhvr>
                                        <p:cTn id="160" dur="500"/>
                                        <p:tgtEl>
                                          <p:spTgt spid="76"/>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43"/>
                                        </p:tgtEl>
                                        <p:attrNameLst>
                                          <p:attrName>style.visibility</p:attrName>
                                        </p:attrNameLst>
                                      </p:cBhvr>
                                      <p:to>
                                        <p:strVal val="visible"/>
                                      </p:to>
                                    </p:set>
                                    <p:animEffect transition="in" filter="fade">
                                      <p:cBhvr>
                                        <p:cTn id="165" dur="500"/>
                                        <p:tgtEl>
                                          <p:spTgt spid="43"/>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nodeType="clickEffect">
                                  <p:stCondLst>
                                    <p:cond delay="0"/>
                                  </p:stCondLst>
                                  <p:childTnLst>
                                    <p:set>
                                      <p:cBhvr>
                                        <p:cTn id="169" dur="1" fill="hold">
                                          <p:stCondLst>
                                            <p:cond delay="0"/>
                                          </p:stCondLst>
                                        </p:cTn>
                                        <p:tgtEl>
                                          <p:spTgt spid="107"/>
                                        </p:tgtEl>
                                        <p:attrNameLst>
                                          <p:attrName>style.visibility</p:attrName>
                                        </p:attrNameLst>
                                      </p:cBhvr>
                                      <p:to>
                                        <p:strVal val="visible"/>
                                      </p:to>
                                    </p:set>
                                    <p:animEffect transition="in" filter="fade">
                                      <p:cBhvr>
                                        <p:cTn id="170" dur="500"/>
                                        <p:tgtEl>
                                          <p:spTgt spid="107"/>
                                        </p:tgtEl>
                                      </p:cBhvr>
                                    </p:animEffect>
                                  </p:childTnLst>
                                </p:cTn>
                              </p:par>
                              <p:par>
                                <p:cTn id="171" presetID="10" presetClass="entr" presetSubtype="0" fill="hold" nodeType="withEffect">
                                  <p:stCondLst>
                                    <p:cond delay="0"/>
                                  </p:stCondLst>
                                  <p:childTnLst>
                                    <p:set>
                                      <p:cBhvr>
                                        <p:cTn id="172" dur="1" fill="hold">
                                          <p:stCondLst>
                                            <p:cond delay="0"/>
                                          </p:stCondLst>
                                        </p:cTn>
                                        <p:tgtEl>
                                          <p:spTgt spid="104"/>
                                        </p:tgtEl>
                                        <p:attrNameLst>
                                          <p:attrName>style.visibility</p:attrName>
                                        </p:attrNameLst>
                                      </p:cBhvr>
                                      <p:to>
                                        <p:strVal val="visible"/>
                                      </p:to>
                                    </p:set>
                                    <p:animEffect transition="in" filter="fade">
                                      <p:cBhvr>
                                        <p:cTn id="173" dur="500"/>
                                        <p:tgtEl>
                                          <p:spTgt spid="104"/>
                                        </p:tgtEl>
                                      </p:cBhvr>
                                    </p:animEffect>
                                  </p:childTnLst>
                                </p:cTn>
                              </p:par>
                              <p:par>
                                <p:cTn id="174" presetID="10" presetClass="entr" presetSubtype="0" fill="hold" nodeType="withEffect">
                                  <p:stCondLst>
                                    <p:cond delay="0"/>
                                  </p:stCondLst>
                                  <p:childTnLst>
                                    <p:set>
                                      <p:cBhvr>
                                        <p:cTn id="175" dur="1" fill="hold">
                                          <p:stCondLst>
                                            <p:cond delay="0"/>
                                          </p:stCondLst>
                                        </p:cTn>
                                        <p:tgtEl>
                                          <p:spTgt spid="113"/>
                                        </p:tgtEl>
                                        <p:attrNameLst>
                                          <p:attrName>style.visibility</p:attrName>
                                        </p:attrNameLst>
                                      </p:cBhvr>
                                      <p:to>
                                        <p:strVal val="visible"/>
                                      </p:to>
                                    </p:set>
                                    <p:animEffect transition="in" filter="fade">
                                      <p:cBhvr>
                                        <p:cTn id="176" dur="500"/>
                                        <p:tgtEl>
                                          <p:spTgt spid="113"/>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46"/>
                                        </p:tgtEl>
                                        <p:attrNameLst>
                                          <p:attrName>style.visibility</p:attrName>
                                        </p:attrNameLst>
                                      </p:cBhvr>
                                      <p:to>
                                        <p:strVal val="visible"/>
                                      </p:to>
                                    </p:set>
                                    <p:animEffect transition="in" filter="fade">
                                      <p:cBhvr>
                                        <p:cTn id="181" dur="500"/>
                                        <p:tgtEl>
                                          <p:spTgt spid="46"/>
                                        </p:tgtEl>
                                      </p:cBhvr>
                                    </p:animEffect>
                                  </p:childTnLst>
                                </p:cTn>
                              </p:par>
                              <p:par>
                                <p:cTn id="182" presetID="10" presetClass="entr" presetSubtype="0" fill="hold" nodeType="withEffect">
                                  <p:stCondLst>
                                    <p:cond delay="0"/>
                                  </p:stCondLst>
                                  <p:childTnLst>
                                    <p:set>
                                      <p:cBhvr>
                                        <p:cTn id="183" dur="1" fill="hold">
                                          <p:stCondLst>
                                            <p:cond delay="0"/>
                                          </p:stCondLst>
                                        </p:cTn>
                                        <p:tgtEl>
                                          <p:spTgt spid="52"/>
                                        </p:tgtEl>
                                        <p:attrNameLst>
                                          <p:attrName>style.visibility</p:attrName>
                                        </p:attrNameLst>
                                      </p:cBhvr>
                                      <p:to>
                                        <p:strVal val="visible"/>
                                      </p:to>
                                    </p:set>
                                    <p:animEffect transition="in" filter="fade">
                                      <p:cBhvr>
                                        <p:cTn id="184" dur="500"/>
                                        <p:tgtEl>
                                          <p:spTgt spid="52"/>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ntr" presetSubtype="0" fill="hold" grpId="0" nodeType="clickEffect">
                                  <p:stCondLst>
                                    <p:cond delay="0"/>
                                  </p:stCondLst>
                                  <p:childTnLst>
                                    <p:set>
                                      <p:cBhvr>
                                        <p:cTn id="188" dur="1" fill="hold">
                                          <p:stCondLst>
                                            <p:cond delay="0"/>
                                          </p:stCondLst>
                                        </p:cTn>
                                        <p:tgtEl>
                                          <p:spTgt spid="59"/>
                                        </p:tgtEl>
                                        <p:attrNameLst>
                                          <p:attrName>style.visibility</p:attrName>
                                        </p:attrNameLst>
                                      </p:cBhvr>
                                      <p:to>
                                        <p:strVal val="visible"/>
                                      </p:to>
                                    </p:set>
                                    <p:animEffect transition="in" filter="fade">
                                      <p:cBhvr>
                                        <p:cTn id="189" dur="500"/>
                                        <p:tgtEl>
                                          <p:spTgt spid="59"/>
                                        </p:tgtEl>
                                      </p:cBhvr>
                                    </p:animEffect>
                                  </p:childTnLst>
                                </p:cTn>
                              </p:par>
                            </p:childTnLst>
                          </p:cTn>
                        </p:par>
                      </p:childTnLst>
                    </p:cTn>
                  </p:par>
                  <p:par>
                    <p:cTn id="190" fill="hold">
                      <p:stCondLst>
                        <p:cond delay="indefinite"/>
                      </p:stCondLst>
                      <p:childTnLst>
                        <p:par>
                          <p:cTn id="191" fill="hold">
                            <p:stCondLst>
                              <p:cond delay="0"/>
                            </p:stCondLst>
                            <p:childTnLst>
                              <p:par>
                                <p:cTn id="192" presetID="10" presetClass="entr" presetSubtype="0" fill="hold" nodeType="clickEffect">
                                  <p:stCondLst>
                                    <p:cond delay="0"/>
                                  </p:stCondLst>
                                  <p:childTnLst>
                                    <p:set>
                                      <p:cBhvr>
                                        <p:cTn id="193" dur="1" fill="hold">
                                          <p:stCondLst>
                                            <p:cond delay="0"/>
                                          </p:stCondLst>
                                        </p:cTn>
                                        <p:tgtEl>
                                          <p:spTgt spid="58"/>
                                        </p:tgtEl>
                                        <p:attrNameLst>
                                          <p:attrName>style.visibility</p:attrName>
                                        </p:attrNameLst>
                                      </p:cBhvr>
                                      <p:to>
                                        <p:strVal val="visible"/>
                                      </p:to>
                                    </p:set>
                                    <p:animEffect transition="in" filter="fade">
                                      <p:cBhvr>
                                        <p:cTn id="194" dur="500"/>
                                        <p:tgtEl>
                                          <p:spTgt spid="58"/>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81"/>
                                        </p:tgtEl>
                                        <p:attrNameLst>
                                          <p:attrName>style.visibility</p:attrName>
                                        </p:attrNameLst>
                                      </p:cBhvr>
                                      <p:to>
                                        <p:strVal val="visible"/>
                                      </p:to>
                                    </p:set>
                                    <p:animEffect transition="in" filter="fade">
                                      <p:cBhvr>
                                        <p:cTn id="197" dur="500"/>
                                        <p:tgtEl>
                                          <p:spTgt spid="81"/>
                                        </p:tgtEl>
                                      </p:cBhvr>
                                    </p:animEffect>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nodeType="clickEffect">
                                  <p:stCondLst>
                                    <p:cond delay="0"/>
                                  </p:stCondLst>
                                  <p:childTnLst>
                                    <p:set>
                                      <p:cBhvr>
                                        <p:cTn id="201" dur="1" fill="hold">
                                          <p:stCondLst>
                                            <p:cond delay="0"/>
                                          </p:stCondLst>
                                        </p:cTn>
                                        <p:tgtEl>
                                          <p:spTgt spid="108"/>
                                        </p:tgtEl>
                                        <p:attrNameLst>
                                          <p:attrName>style.visibility</p:attrName>
                                        </p:attrNameLst>
                                      </p:cBhvr>
                                      <p:to>
                                        <p:strVal val="visible"/>
                                      </p:to>
                                    </p:set>
                                    <p:animEffect transition="in" filter="fade">
                                      <p:cBhvr>
                                        <p:cTn id="202" dur="500"/>
                                        <p:tgtEl>
                                          <p:spTgt spid="108"/>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98"/>
                                        </p:tgtEl>
                                        <p:attrNameLst>
                                          <p:attrName>style.visibility</p:attrName>
                                        </p:attrNameLst>
                                      </p:cBhvr>
                                      <p:to>
                                        <p:strVal val="visible"/>
                                      </p:to>
                                    </p:set>
                                    <p:animEffect transition="in" filter="fade">
                                      <p:cBhvr>
                                        <p:cTn id="205" dur="500"/>
                                        <p:tgtEl>
                                          <p:spTgt spid="98"/>
                                        </p:tgtEl>
                                      </p:cBhvr>
                                    </p:animEffect>
                                  </p:childTnLst>
                                </p:cTn>
                              </p:par>
                            </p:childTnLst>
                          </p:cTn>
                        </p:par>
                      </p:childTnLst>
                    </p:cTn>
                  </p:par>
                  <p:par>
                    <p:cTn id="206" fill="hold">
                      <p:stCondLst>
                        <p:cond delay="indefinite"/>
                      </p:stCondLst>
                      <p:childTnLst>
                        <p:par>
                          <p:cTn id="207" fill="hold">
                            <p:stCondLst>
                              <p:cond delay="0"/>
                            </p:stCondLst>
                            <p:childTnLst>
                              <p:par>
                                <p:cTn id="208" presetID="10" presetClass="entr" presetSubtype="0" fill="hold" nodeType="clickEffect">
                                  <p:stCondLst>
                                    <p:cond delay="0"/>
                                  </p:stCondLst>
                                  <p:childTnLst>
                                    <p:set>
                                      <p:cBhvr>
                                        <p:cTn id="209" dur="1" fill="hold">
                                          <p:stCondLst>
                                            <p:cond delay="0"/>
                                          </p:stCondLst>
                                        </p:cTn>
                                        <p:tgtEl>
                                          <p:spTgt spid="82"/>
                                        </p:tgtEl>
                                        <p:attrNameLst>
                                          <p:attrName>style.visibility</p:attrName>
                                        </p:attrNameLst>
                                      </p:cBhvr>
                                      <p:to>
                                        <p:strVal val="visible"/>
                                      </p:to>
                                    </p:set>
                                    <p:animEffect transition="in" filter="fade">
                                      <p:cBhvr>
                                        <p:cTn id="210" dur="500"/>
                                        <p:tgtEl>
                                          <p:spTgt spid="82"/>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90"/>
                                        </p:tgtEl>
                                        <p:attrNameLst>
                                          <p:attrName>style.visibility</p:attrName>
                                        </p:attrNameLst>
                                      </p:cBhvr>
                                      <p:to>
                                        <p:strVal val="visible"/>
                                      </p:to>
                                    </p:set>
                                    <p:animEffect transition="in" filter="fade">
                                      <p:cBhvr>
                                        <p:cTn id="213" dur="500"/>
                                        <p:tgtEl>
                                          <p:spTgt spid="90"/>
                                        </p:tgtEl>
                                      </p:cBhvr>
                                    </p:animEffect>
                                  </p:childTnLst>
                                </p:cTn>
                              </p:par>
                              <p:par>
                                <p:cTn id="214" presetID="10" presetClass="entr" presetSubtype="0" fill="hold" nodeType="withEffect">
                                  <p:stCondLst>
                                    <p:cond delay="0"/>
                                  </p:stCondLst>
                                  <p:childTnLst>
                                    <p:set>
                                      <p:cBhvr>
                                        <p:cTn id="215" dur="1" fill="hold">
                                          <p:stCondLst>
                                            <p:cond delay="0"/>
                                          </p:stCondLst>
                                        </p:cTn>
                                        <p:tgtEl>
                                          <p:spTgt spid="106"/>
                                        </p:tgtEl>
                                        <p:attrNameLst>
                                          <p:attrName>style.visibility</p:attrName>
                                        </p:attrNameLst>
                                      </p:cBhvr>
                                      <p:to>
                                        <p:strVal val="visible"/>
                                      </p:to>
                                    </p:set>
                                    <p:animEffect transition="in" filter="fade">
                                      <p:cBhvr>
                                        <p:cTn id="216" dur="500"/>
                                        <p:tgtEl>
                                          <p:spTgt spid="106"/>
                                        </p:tgtEl>
                                      </p:cBhvr>
                                    </p:animEffect>
                                  </p:childTnLst>
                                </p:cTn>
                              </p:par>
                              <p:par>
                                <p:cTn id="217" presetID="10" presetClass="entr" presetSubtype="0" fill="hold" nodeType="withEffect">
                                  <p:stCondLst>
                                    <p:cond delay="0"/>
                                  </p:stCondLst>
                                  <p:childTnLst>
                                    <p:set>
                                      <p:cBhvr>
                                        <p:cTn id="218" dur="1" fill="hold">
                                          <p:stCondLst>
                                            <p:cond delay="0"/>
                                          </p:stCondLst>
                                        </p:cTn>
                                        <p:tgtEl>
                                          <p:spTgt spid="97"/>
                                        </p:tgtEl>
                                        <p:attrNameLst>
                                          <p:attrName>style.visibility</p:attrName>
                                        </p:attrNameLst>
                                      </p:cBhvr>
                                      <p:to>
                                        <p:strVal val="visible"/>
                                      </p:to>
                                    </p:set>
                                    <p:animEffect transition="in" filter="fade">
                                      <p:cBhvr>
                                        <p:cTn id="219" dur="500"/>
                                        <p:tgtEl>
                                          <p:spTgt spid="97"/>
                                        </p:tgtEl>
                                      </p:cBhvr>
                                    </p:animEffect>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nodeType="clickEffect">
                                  <p:stCondLst>
                                    <p:cond delay="0"/>
                                  </p:stCondLst>
                                  <p:childTnLst>
                                    <p:set>
                                      <p:cBhvr>
                                        <p:cTn id="223" dur="1" fill="hold">
                                          <p:stCondLst>
                                            <p:cond delay="0"/>
                                          </p:stCondLst>
                                        </p:cTn>
                                        <p:tgtEl>
                                          <p:spTgt spid="103"/>
                                        </p:tgtEl>
                                        <p:attrNameLst>
                                          <p:attrName>style.visibility</p:attrName>
                                        </p:attrNameLst>
                                      </p:cBhvr>
                                      <p:to>
                                        <p:strVal val="visible"/>
                                      </p:to>
                                    </p:set>
                                    <p:animEffect transition="in" filter="fade">
                                      <p:cBhvr>
                                        <p:cTn id="224" dur="500"/>
                                        <p:tgtEl>
                                          <p:spTgt spid="103"/>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138"/>
                                        </p:tgtEl>
                                        <p:attrNameLst>
                                          <p:attrName>style.visibility</p:attrName>
                                        </p:attrNameLst>
                                      </p:cBhvr>
                                      <p:to>
                                        <p:strVal val="visible"/>
                                      </p:to>
                                    </p:set>
                                    <p:animEffect transition="in" filter="fade">
                                      <p:cBhvr>
                                        <p:cTn id="227" dur="500"/>
                                        <p:tgtEl>
                                          <p:spTgt spid="138"/>
                                        </p:tgtEl>
                                      </p:cBhvr>
                                    </p:animEffect>
                                  </p:childTnLst>
                                </p:cTn>
                              </p:par>
                              <p:par>
                                <p:cTn id="228" presetID="10" presetClass="entr" presetSubtype="0" fill="hold" nodeType="withEffect">
                                  <p:stCondLst>
                                    <p:cond delay="0"/>
                                  </p:stCondLst>
                                  <p:childTnLst>
                                    <p:set>
                                      <p:cBhvr>
                                        <p:cTn id="229" dur="1" fill="hold">
                                          <p:stCondLst>
                                            <p:cond delay="0"/>
                                          </p:stCondLst>
                                        </p:cTn>
                                        <p:tgtEl>
                                          <p:spTgt spid="105"/>
                                        </p:tgtEl>
                                        <p:attrNameLst>
                                          <p:attrName>style.visibility</p:attrName>
                                        </p:attrNameLst>
                                      </p:cBhvr>
                                      <p:to>
                                        <p:strVal val="visible"/>
                                      </p:to>
                                    </p:set>
                                    <p:animEffect transition="in" filter="fade">
                                      <p:cBhvr>
                                        <p:cTn id="230" dur="500"/>
                                        <p:tgtEl>
                                          <p:spTgt spid="105"/>
                                        </p:tgtEl>
                                      </p:cBhvr>
                                    </p:animEffect>
                                  </p:childTnLst>
                                </p:cTn>
                              </p:par>
                            </p:childTnLst>
                          </p:cTn>
                        </p:par>
                      </p:childTnLst>
                    </p:cTn>
                  </p:par>
                  <p:par>
                    <p:cTn id="231" fill="hold">
                      <p:stCondLst>
                        <p:cond delay="indefinite"/>
                      </p:stCondLst>
                      <p:childTnLst>
                        <p:par>
                          <p:cTn id="232" fill="hold">
                            <p:stCondLst>
                              <p:cond delay="0"/>
                            </p:stCondLst>
                            <p:childTnLst>
                              <p:par>
                                <p:cTn id="233" presetID="10" presetClass="entr" presetSubtype="0" fill="hold" grpId="0" nodeType="clickEffect">
                                  <p:stCondLst>
                                    <p:cond delay="0"/>
                                  </p:stCondLst>
                                  <p:childTnLst>
                                    <p:set>
                                      <p:cBhvr>
                                        <p:cTn id="234" dur="1" fill="hold">
                                          <p:stCondLst>
                                            <p:cond delay="0"/>
                                          </p:stCondLst>
                                        </p:cTn>
                                        <p:tgtEl>
                                          <p:spTgt spid="37"/>
                                        </p:tgtEl>
                                        <p:attrNameLst>
                                          <p:attrName>style.visibility</p:attrName>
                                        </p:attrNameLst>
                                      </p:cBhvr>
                                      <p:to>
                                        <p:strVal val="visible"/>
                                      </p:to>
                                    </p:set>
                                    <p:animEffect transition="in" filter="fade">
                                      <p:cBhvr>
                                        <p:cTn id="235" dur="500"/>
                                        <p:tgtEl>
                                          <p:spTgt spid="37"/>
                                        </p:tgtEl>
                                      </p:cBhvr>
                                    </p:animEffect>
                                  </p:childTnLst>
                                </p:cTn>
                              </p:par>
                            </p:childTnLst>
                          </p:cTn>
                        </p:par>
                      </p:childTnLst>
                    </p:cTn>
                  </p:par>
                  <p:par>
                    <p:cTn id="236" fill="hold">
                      <p:stCondLst>
                        <p:cond delay="indefinite"/>
                      </p:stCondLst>
                      <p:childTnLst>
                        <p:par>
                          <p:cTn id="237" fill="hold">
                            <p:stCondLst>
                              <p:cond delay="0"/>
                            </p:stCondLst>
                            <p:childTnLst>
                              <p:par>
                                <p:cTn id="238" presetID="10" presetClass="entr" presetSubtype="0" fill="hold" nodeType="clickEffect">
                                  <p:stCondLst>
                                    <p:cond delay="0"/>
                                  </p:stCondLst>
                                  <p:childTnLst>
                                    <p:set>
                                      <p:cBhvr>
                                        <p:cTn id="239" dur="1" fill="hold">
                                          <p:stCondLst>
                                            <p:cond delay="0"/>
                                          </p:stCondLst>
                                        </p:cTn>
                                        <p:tgtEl>
                                          <p:spTgt spid="39"/>
                                        </p:tgtEl>
                                        <p:attrNameLst>
                                          <p:attrName>style.visibility</p:attrName>
                                        </p:attrNameLst>
                                      </p:cBhvr>
                                      <p:to>
                                        <p:strVal val="visible"/>
                                      </p:to>
                                    </p:set>
                                    <p:animEffect transition="in" filter="fade">
                                      <p:cBhvr>
                                        <p:cTn id="240" dur="500"/>
                                        <p:tgtEl>
                                          <p:spTgt spid="39"/>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36"/>
                                        </p:tgtEl>
                                        <p:attrNameLst>
                                          <p:attrName>style.visibility</p:attrName>
                                        </p:attrNameLst>
                                      </p:cBhvr>
                                      <p:to>
                                        <p:strVal val="visible"/>
                                      </p:to>
                                    </p:set>
                                    <p:animEffect transition="in" filter="fade">
                                      <p:cBhvr>
                                        <p:cTn id="243" dur="500"/>
                                        <p:tgtEl>
                                          <p:spTgt spid="36"/>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87"/>
                                        </p:tgtEl>
                                        <p:attrNameLst>
                                          <p:attrName>style.visibility</p:attrName>
                                        </p:attrNameLst>
                                      </p:cBhvr>
                                      <p:to>
                                        <p:strVal val="visible"/>
                                      </p:to>
                                    </p:set>
                                    <p:animEffect transition="in" filter="fade">
                                      <p:cBhvr>
                                        <p:cTn id="246" dur="500"/>
                                        <p:tgtEl>
                                          <p:spTgt spid="87"/>
                                        </p:tgtEl>
                                      </p:cBhvr>
                                    </p:animEffect>
                                  </p:childTnLst>
                                </p:cTn>
                              </p:par>
                              <p:par>
                                <p:cTn id="247" presetID="10" presetClass="entr" presetSubtype="0" fill="hold" nodeType="withEffect">
                                  <p:stCondLst>
                                    <p:cond delay="0"/>
                                  </p:stCondLst>
                                  <p:childTnLst>
                                    <p:set>
                                      <p:cBhvr>
                                        <p:cTn id="248" dur="1" fill="hold">
                                          <p:stCondLst>
                                            <p:cond delay="0"/>
                                          </p:stCondLst>
                                        </p:cTn>
                                        <p:tgtEl>
                                          <p:spTgt spid="40"/>
                                        </p:tgtEl>
                                        <p:attrNameLst>
                                          <p:attrName>style.visibility</p:attrName>
                                        </p:attrNameLst>
                                      </p:cBhvr>
                                      <p:to>
                                        <p:strVal val="visible"/>
                                      </p:to>
                                    </p:set>
                                    <p:animEffect transition="in" filter="fade">
                                      <p:cBhvr>
                                        <p:cTn id="24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p:bldP spid="33" grpId="0"/>
      <p:bldP spid="34" grpId="0" animBg="1"/>
      <p:bldP spid="35" grpId="0" animBg="1"/>
      <p:bldP spid="36" grpId="0" animBg="1"/>
      <p:bldP spid="37" grpId="0"/>
      <p:bldP spid="41" grpId="0" animBg="1"/>
      <p:bldP spid="43" grpId="0"/>
      <p:bldP spid="46" grpId="0"/>
      <p:bldP spid="47" grpId="0"/>
      <p:bldP spid="49" grpId="0"/>
      <p:bldP spid="50" grpId="0" animBg="1"/>
      <p:bldP spid="51" grpId="0"/>
      <p:bldP spid="53" grpId="0" animBg="1"/>
      <p:bldP spid="54" grpId="0"/>
      <p:bldP spid="57" grpId="0"/>
      <p:bldP spid="59" grpId="0"/>
      <p:bldP spid="81" grpId="0" animBg="1"/>
      <p:bldP spid="87" grpId="0"/>
      <p:bldP spid="93" grpId="0" animBg="1"/>
      <p:bldP spid="96" grpId="0"/>
      <p:bldP spid="101" grpId="0"/>
      <p:bldP spid="76" grpId="0"/>
      <p:bldP spid="98" grpId="0" animBg="1"/>
      <p:bldP spid="63" grpId="0"/>
      <p:bldP spid="90" grpId="0" animBg="1"/>
      <p:bldP spid="138" grpId="0"/>
      <p:bldP spid="6"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UYUŞMAZLIK İŞLEMLERİ</a:t>
            </a:r>
            <a:endParaRPr lang="tr-TR" sz="1058" b="1" i="1" dirty="0">
              <a:solidFill>
                <a:srgbClr val="FF0000"/>
              </a:solidFill>
              <a:latin typeface="Myriad Pro"/>
            </a:endParaRPr>
          </a:p>
          <a:p>
            <a:pPr marL="0" indent="0">
              <a:buNone/>
            </a:pPr>
            <a:endParaRPr lang="tr-TR" sz="1904" b="1" dirty="0">
              <a:latin typeface="Myriad Pro"/>
              <a:cs typeface="Myriad Pro"/>
            </a:endParaRPr>
          </a:p>
        </p:txBody>
      </p:sp>
      <p:cxnSp>
        <p:nvCxnSpPr>
          <p:cNvPr id="46" name="Düz Bağlayıcı 45">
            <a:extLst>
              <a:ext uri="{FF2B5EF4-FFF2-40B4-BE49-F238E27FC236}">
                <a16:creationId xmlns:a16="http://schemas.microsoft.com/office/drawing/2014/main" id="{FFFC7866-E674-401D-A910-ECE20D327AB1}"/>
              </a:ext>
            </a:extLst>
          </p:cNvPr>
          <p:cNvCxnSpPr>
            <a:cxnSpLocks/>
          </p:cNvCxnSpPr>
          <p:nvPr/>
        </p:nvCxnSpPr>
        <p:spPr>
          <a:xfrm>
            <a:off x="1313320" y="3608608"/>
            <a:ext cx="0" cy="3031474"/>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A467518B-14AC-45C1-8495-A6E6B25BCF8F}"/>
              </a:ext>
            </a:extLst>
          </p:cNvPr>
          <p:cNvSpPr/>
          <p:nvPr/>
        </p:nvSpPr>
        <p:spPr>
          <a:xfrm>
            <a:off x="671543" y="2541726"/>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Asıl Sorumlu</a:t>
            </a:r>
          </a:p>
        </p:txBody>
      </p:sp>
      <p:sp>
        <p:nvSpPr>
          <p:cNvPr id="48" name="Oval 47">
            <a:extLst>
              <a:ext uri="{FF2B5EF4-FFF2-40B4-BE49-F238E27FC236}">
                <a16:creationId xmlns:a16="http://schemas.microsoft.com/office/drawing/2014/main" id="{204A8EA3-C3FA-456B-84CF-52CA44557A8E}"/>
              </a:ext>
            </a:extLst>
          </p:cNvPr>
          <p:cNvSpPr/>
          <p:nvPr/>
        </p:nvSpPr>
        <p:spPr>
          <a:xfrm>
            <a:off x="3821106" y="2543462"/>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Hareket Gümrük İdaresi</a:t>
            </a:r>
          </a:p>
        </p:txBody>
      </p:sp>
      <p:sp>
        <p:nvSpPr>
          <p:cNvPr id="49" name="Oval 48">
            <a:extLst>
              <a:ext uri="{FF2B5EF4-FFF2-40B4-BE49-F238E27FC236}">
                <a16:creationId xmlns:a16="http://schemas.microsoft.com/office/drawing/2014/main" id="{8B6BB648-3D5C-45AC-A754-49B13F693A04}"/>
              </a:ext>
            </a:extLst>
          </p:cNvPr>
          <p:cNvSpPr/>
          <p:nvPr/>
        </p:nvSpPr>
        <p:spPr>
          <a:xfrm>
            <a:off x="6970668" y="2541726"/>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Varış Gümrük İdaresi</a:t>
            </a:r>
          </a:p>
        </p:txBody>
      </p:sp>
      <p:cxnSp>
        <p:nvCxnSpPr>
          <p:cNvPr id="50" name="Düz Bağlayıcı 49">
            <a:extLst>
              <a:ext uri="{FF2B5EF4-FFF2-40B4-BE49-F238E27FC236}">
                <a16:creationId xmlns:a16="http://schemas.microsoft.com/office/drawing/2014/main" id="{C07FAAE8-9CA2-4450-848C-FC180F9A6622}"/>
              </a:ext>
            </a:extLst>
          </p:cNvPr>
          <p:cNvCxnSpPr>
            <a:cxnSpLocks/>
          </p:cNvCxnSpPr>
          <p:nvPr/>
        </p:nvCxnSpPr>
        <p:spPr>
          <a:xfrm>
            <a:off x="7615295" y="3591879"/>
            <a:ext cx="0" cy="3048203"/>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1" name="Düz Bağlayıcı 50">
            <a:extLst>
              <a:ext uri="{FF2B5EF4-FFF2-40B4-BE49-F238E27FC236}">
                <a16:creationId xmlns:a16="http://schemas.microsoft.com/office/drawing/2014/main" id="{C8E774A8-AFE4-41BC-8140-320AA7C73DEF}"/>
              </a:ext>
            </a:extLst>
          </p:cNvPr>
          <p:cNvCxnSpPr>
            <a:cxnSpLocks/>
          </p:cNvCxnSpPr>
          <p:nvPr/>
        </p:nvCxnSpPr>
        <p:spPr>
          <a:xfrm>
            <a:off x="4446294" y="3591880"/>
            <a:ext cx="0" cy="304820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52" name="Metin kutusu 51">
            <a:extLst>
              <a:ext uri="{FF2B5EF4-FFF2-40B4-BE49-F238E27FC236}">
                <a16:creationId xmlns:a16="http://schemas.microsoft.com/office/drawing/2014/main" id="{2992B75B-D4EE-4F57-A0E6-576A80A80FBB}"/>
              </a:ext>
            </a:extLst>
          </p:cNvPr>
          <p:cNvSpPr txBox="1"/>
          <p:nvPr/>
        </p:nvSpPr>
        <p:spPr>
          <a:xfrm>
            <a:off x="2315323" y="1629499"/>
            <a:ext cx="6926655" cy="515526"/>
          </a:xfrm>
          <a:prstGeom prst="rect">
            <a:avLst/>
          </a:prstGeom>
          <a:noFill/>
        </p:spPr>
        <p:txBody>
          <a:bodyPr wrap="square" rtlCol="0">
            <a:spAutoFit/>
          </a:bodyPr>
          <a:lstStyle/>
          <a:p>
            <a:r>
              <a:rPr lang="tr-TR" sz="1692" b="1" dirty="0">
                <a:latin typeface="Myriad Pro"/>
              </a:rPr>
              <a:t>Hareket Gümrük İdaresince Uyuşmazlığın Bildirimi ve Çözülmesi</a:t>
            </a:r>
          </a:p>
          <a:p>
            <a:r>
              <a:rPr lang="tr-TR" sz="1058" b="1" i="1" dirty="0">
                <a:solidFill>
                  <a:srgbClr val="00B0F0"/>
                </a:solidFill>
                <a:latin typeface="Myriad Pro"/>
              </a:rPr>
              <a:t>{4 Seri Nolu Tebliğ, md.37/4}</a:t>
            </a:r>
            <a:endParaRPr lang="tr-TR" sz="1058" b="1" i="1" dirty="0">
              <a:solidFill>
                <a:srgbClr val="FF0000"/>
              </a:solidFill>
              <a:latin typeface="Myriad Pro"/>
            </a:endParaRPr>
          </a:p>
        </p:txBody>
      </p:sp>
      <p:cxnSp>
        <p:nvCxnSpPr>
          <p:cNvPr id="53" name="Düz Ok Bağlayıcısı 20">
            <a:extLst>
              <a:ext uri="{FF2B5EF4-FFF2-40B4-BE49-F238E27FC236}">
                <a16:creationId xmlns:a16="http://schemas.microsoft.com/office/drawing/2014/main" id="{C6007FCD-A0BC-450B-9E40-E14772178A55}"/>
              </a:ext>
            </a:extLst>
          </p:cNvPr>
          <p:cNvCxnSpPr/>
          <p:nvPr/>
        </p:nvCxnSpPr>
        <p:spPr>
          <a:xfrm>
            <a:off x="4669026" y="3862896"/>
            <a:ext cx="2805157" cy="6139"/>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57" name="Metin kutusu 27">
            <a:extLst>
              <a:ext uri="{FF2B5EF4-FFF2-40B4-BE49-F238E27FC236}">
                <a16:creationId xmlns:a16="http://schemas.microsoft.com/office/drawing/2014/main" id="{D4803D1B-5044-417D-817B-26271A0FF2C3}"/>
              </a:ext>
            </a:extLst>
          </p:cNvPr>
          <p:cNvSpPr txBox="1"/>
          <p:nvPr/>
        </p:nvSpPr>
        <p:spPr>
          <a:xfrm>
            <a:off x="5509464" y="3489525"/>
            <a:ext cx="1112805" cy="352725"/>
          </a:xfrm>
          <a:prstGeom prst="rect">
            <a:avLst/>
          </a:prstGeom>
          <a:noFill/>
        </p:spPr>
        <p:txBody>
          <a:bodyPr wrap="none" rtlCol="0">
            <a:spAutoFit/>
          </a:bodyPr>
          <a:lstStyle/>
          <a:p>
            <a:r>
              <a:rPr lang="tr-TR" sz="1692" dirty="0">
                <a:latin typeface="Myriad Pro"/>
              </a:rPr>
              <a:t>AAR_SND</a:t>
            </a:r>
          </a:p>
        </p:txBody>
      </p:sp>
      <p:cxnSp>
        <p:nvCxnSpPr>
          <p:cNvPr id="59" name="Düz Ok Bağlayıcısı 38">
            <a:extLst>
              <a:ext uri="{FF2B5EF4-FFF2-40B4-BE49-F238E27FC236}">
                <a16:creationId xmlns:a16="http://schemas.microsoft.com/office/drawing/2014/main" id="{BE543FBB-A9EE-4249-8EE8-C4B94267CD5A}"/>
              </a:ext>
            </a:extLst>
          </p:cNvPr>
          <p:cNvCxnSpPr/>
          <p:nvPr/>
        </p:nvCxnSpPr>
        <p:spPr>
          <a:xfrm flipH="1" flipV="1">
            <a:off x="4611631" y="4237377"/>
            <a:ext cx="2786987" cy="7811"/>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60" name="Metin kutusu 39">
            <a:extLst>
              <a:ext uri="{FF2B5EF4-FFF2-40B4-BE49-F238E27FC236}">
                <a16:creationId xmlns:a16="http://schemas.microsoft.com/office/drawing/2014/main" id="{EF9A4C0A-E227-426A-9788-35336979C978}"/>
              </a:ext>
            </a:extLst>
          </p:cNvPr>
          <p:cNvSpPr txBox="1"/>
          <p:nvPr/>
        </p:nvSpPr>
        <p:spPr>
          <a:xfrm>
            <a:off x="5546009" y="3897856"/>
            <a:ext cx="1099981" cy="352725"/>
          </a:xfrm>
          <a:prstGeom prst="rect">
            <a:avLst/>
          </a:prstGeom>
          <a:noFill/>
        </p:spPr>
        <p:txBody>
          <a:bodyPr wrap="none" rtlCol="0">
            <a:spAutoFit/>
          </a:bodyPr>
          <a:lstStyle/>
          <a:p>
            <a:r>
              <a:rPr lang="tr-TR" sz="1692" dirty="0">
                <a:latin typeface="Myriad Pro"/>
              </a:rPr>
              <a:t>ARR_ADV</a:t>
            </a:r>
          </a:p>
        </p:txBody>
      </p:sp>
      <p:cxnSp>
        <p:nvCxnSpPr>
          <p:cNvPr id="61" name="Düz Ok Bağlayıcısı 42">
            <a:extLst>
              <a:ext uri="{FF2B5EF4-FFF2-40B4-BE49-F238E27FC236}">
                <a16:creationId xmlns:a16="http://schemas.microsoft.com/office/drawing/2014/main" id="{D5A64984-DD74-4066-9DF5-1AB20ED873AA}"/>
              </a:ext>
            </a:extLst>
          </p:cNvPr>
          <p:cNvCxnSpPr/>
          <p:nvPr/>
        </p:nvCxnSpPr>
        <p:spPr>
          <a:xfrm rot="10800000" flipV="1">
            <a:off x="4611631" y="4675519"/>
            <a:ext cx="2795945" cy="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Metin kutusu 43">
            <a:extLst>
              <a:ext uri="{FF2B5EF4-FFF2-40B4-BE49-F238E27FC236}">
                <a16:creationId xmlns:a16="http://schemas.microsoft.com/office/drawing/2014/main" id="{313C78ED-86D9-4A6A-9237-7C3027A11CFA}"/>
              </a:ext>
            </a:extLst>
          </p:cNvPr>
          <p:cNvSpPr txBox="1"/>
          <p:nvPr/>
        </p:nvSpPr>
        <p:spPr>
          <a:xfrm>
            <a:off x="5286964" y="4317401"/>
            <a:ext cx="1618072" cy="352725"/>
          </a:xfrm>
          <a:prstGeom prst="rect">
            <a:avLst/>
          </a:prstGeom>
          <a:noFill/>
        </p:spPr>
        <p:txBody>
          <a:bodyPr wrap="none" rtlCol="0">
            <a:spAutoFit/>
          </a:bodyPr>
          <a:lstStyle/>
          <a:p>
            <a:r>
              <a:rPr lang="tr-TR" sz="1692" dirty="0">
                <a:solidFill>
                  <a:srgbClr val="FF0000"/>
                </a:solidFill>
                <a:latin typeface="Myriad Pro"/>
              </a:rPr>
              <a:t>DES_CON_NEG</a:t>
            </a:r>
          </a:p>
        </p:txBody>
      </p:sp>
      <p:sp>
        <p:nvSpPr>
          <p:cNvPr id="18" name="73 Metin kutusu">
            <a:extLst>
              <a:ext uri="{FF2B5EF4-FFF2-40B4-BE49-F238E27FC236}">
                <a16:creationId xmlns:a16="http://schemas.microsoft.com/office/drawing/2014/main" id="{5CD6E989-4EDF-C829-2A7D-08194FC3F8C7}"/>
              </a:ext>
            </a:extLst>
          </p:cNvPr>
          <p:cNvSpPr txBox="1"/>
          <p:nvPr/>
        </p:nvSpPr>
        <p:spPr>
          <a:xfrm>
            <a:off x="7813575" y="3665887"/>
            <a:ext cx="4343070" cy="873509"/>
          </a:xfrm>
          <a:prstGeom prst="rect">
            <a:avLst/>
          </a:prstGeom>
          <a:noFill/>
        </p:spPr>
        <p:txBody>
          <a:bodyPr wrap="square" rtlCol="0">
            <a:spAutoFit/>
          </a:bodyPr>
          <a:lstStyle/>
          <a:p>
            <a:pPr algn="ctr"/>
            <a:r>
              <a:rPr lang="tr-TR" sz="1692" dirty="0">
                <a:latin typeface="Myriad Pro"/>
              </a:rPr>
              <a:t>Uyuşmazlık, varış gümrük idaresi tarafından </a:t>
            </a:r>
            <a:r>
              <a:rPr lang="tr-TR" sz="1692" b="1" dirty="0">
                <a:latin typeface="Myriad Pro"/>
              </a:rPr>
              <a:t>‘Diğer Uyuşmazlık Bilgisi’ </a:t>
            </a:r>
            <a:r>
              <a:rPr lang="tr-TR" sz="1692" dirty="0">
                <a:latin typeface="Myriad Pro"/>
              </a:rPr>
              <a:t>kısmına detay girilerek bildirilir.</a:t>
            </a:r>
            <a:endParaRPr lang="tr-TR" sz="1692" u="sng" dirty="0">
              <a:solidFill>
                <a:srgbClr val="FF0000"/>
              </a:solidFill>
              <a:latin typeface="Myriad Pro"/>
            </a:endParaRPr>
          </a:p>
        </p:txBody>
      </p:sp>
      <p:cxnSp>
        <p:nvCxnSpPr>
          <p:cNvPr id="19" name="Düz Ok Bağlayıcısı 23">
            <a:extLst>
              <a:ext uri="{FF2B5EF4-FFF2-40B4-BE49-F238E27FC236}">
                <a16:creationId xmlns:a16="http://schemas.microsoft.com/office/drawing/2014/main" id="{C0B056BC-2062-D6EB-4E82-D87F93F36F9D}"/>
              </a:ext>
            </a:extLst>
          </p:cNvPr>
          <p:cNvCxnSpPr/>
          <p:nvPr/>
        </p:nvCxnSpPr>
        <p:spPr>
          <a:xfrm rot="10800000">
            <a:off x="1388254" y="4668446"/>
            <a:ext cx="2947080" cy="16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Metin kutusu 29">
            <a:extLst>
              <a:ext uri="{FF2B5EF4-FFF2-40B4-BE49-F238E27FC236}">
                <a16:creationId xmlns:a16="http://schemas.microsoft.com/office/drawing/2014/main" id="{9719FEAF-0D8D-CC29-BF0B-B10FB747CA47}"/>
              </a:ext>
            </a:extLst>
          </p:cNvPr>
          <p:cNvSpPr txBox="1"/>
          <p:nvPr/>
        </p:nvSpPr>
        <p:spPr>
          <a:xfrm>
            <a:off x="2376114" y="4330808"/>
            <a:ext cx="1029449" cy="352725"/>
          </a:xfrm>
          <a:prstGeom prst="rect">
            <a:avLst/>
          </a:prstGeom>
          <a:noFill/>
        </p:spPr>
        <p:txBody>
          <a:bodyPr wrap="none" rtlCol="0">
            <a:spAutoFit/>
          </a:bodyPr>
          <a:lstStyle/>
          <a:p>
            <a:r>
              <a:rPr lang="tr-TR" sz="1692" dirty="0">
                <a:solidFill>
                  <a:srgbClr val="FF0000"/>
                </a:solidFill>
                <a:latin typeface="Myriad Pro"/>
              </a:rPr>
              <a:t>DIS_SND</a:t>
            </a:r>
          </a:p>
        </p:txBody>
      </p:sp>
      <p:cxnSp>
        <p:nvCxnSpPr>
          <p:cNvPr id="21" name="Düz Ok Bağlayıcısı 24">
            <a:extLst>
              <a:ext uri="{FF2B5EF4-FFF2-40B4-BE49-F238E27FC236}">
                <a16:creationId xmlns:a16="http://schemas.microsoft.com/office/drawing/2014/main" id="{9BD88838-0F3E-78E1-4577-67C13D563554}"/>
              </a:ext>
            </a:extLst>
          </p:cNvPr>
          <p:cNvCxnSpPr/>
          <p:nvPr/>
        </p:nvCxnSpPr>
        <p:spPr>
          <a:xfrm rot="10800000" flipV="1">
            <a:off x="1503557" y="5767157"/>
            <a:ext cx="2871512" cy="2"/>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22" name="Metin kutusu 26">
            <a:extLst>
              <a:ext uri="{FF2B5EF4-FFF2-40B4-BE49-F238E27FC236}">
                <a16:creationId xmlns:a16="http://schemas.microsoft.com/office/drawing/2014/main" id="{11F405D5-4394-39B4-7FDA-6511C655BBDC}"/>
              </a:ext>
            </a:extLst>
          </p:cNvPr>
          <p:cNvSpPr txBox="1"/>
          <p:nvPr/>
        </p:nvSpPr>
        <p:spPr>
          <a:xfrm>
            <a:off x="2315323" y="5401026"/>
            <a:ext cx="1143903" cy="352725"/>
          </a:xfrm>
          <a:prstGeom prst="rect">
            <a:avLst/>
          </a:prstGeom>
          <a:noFill/>
        </p:spPr>
        <p:txBody>
          <a:bodyPr wrap="none" rtlCol="0">
            <a:spAutoFit/>
          </a:bodyPr>
          <a:lstStyle/>
          <a:p>
            <a:r>
              <a:rPr lang="tr-TR" sz="1692" dirty="0">
                <a:latin typeface="Myriad Pro"/>
              </a:rPr>
              <a:t>WRT_NOT</a:t>
            </a:r>
          </a:p>
        </p:txBody>
      </p:sp>
      <p:cxnSp>
        <p:nvCxnSpPr>
          <p:cNvPr id="23" name="Düz Ok Bağlayıcısı 44">
            <a:extLst>
              <a:ext uri="{FF2B5EF4-FFF2-40B4-BE49-F238E27FC236}">
                <a16:creationId xmlns:a16="http://schemas.microsoft.com/office/drawing/2014/main" id="{E3078FFF-2A7C-C9E2-2F23-8BC19914972B}"/>
              </a:ext>
            </a:extLst>
          </p:cNvPr>
          <p:cNvCxnSpPr/>
          <p:nvPr/>
        </p:nvCxnSpPr>
        <p:spPr>
          <a:xfrm>
            <a:off x="4712160" y="5181828"/>
            <a:ext cx="2795948" cy="168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24" name="Metin kutusu 45">
            <a:extLst>
              <a:ext uri="{FF2B5EF4-FFF2-40B4-BE49-F238E27FC236}">
                <a16:creationId xmlns:a16="http://schemas.microsoft.com/office/drawing/2014/main" id="{6E19EF82-816D-B6ED-0C13-3A3767B7E942}"/>
              </a:ext>
            </a:extLst>
          </p:cNvPr>
          <p:cNvSpPr txBox="1"/>
          <p:nvPr/>
        </p:nvSpPr>
        <p:spPr>
          <a:xfrm>
            <a:off x="5578482" y="4796557"/>
            <a:ext cx="1151413" cy="352725"/>
          </a:xfrm>
          <a:prstGeom prst="rect">
            <a:avLst/>
          </a:prstGeom>
          <a:noFill/>
        </p:spPr>
        <p:txBody>
          <a:bodyPr wrap="square" rtlCol="0">
            <a:spAutoFit/>
          </a:bodyPr>
          <a:lstStyle/>
          <a:p>
            <a:r>
              <a:rPr lang="tr-TR" sz="1692" dirty="0">
                <a:latin typeface="Myriad Pro"/>
              </a:rPr>
              <a:t>DIS_NOT</a:t>
            </a:r>
          </a:p>
        </p:txBody>
      </p:sp>
      <p:sp>
        <p:nvSpPr>
          <p:cNvPr id="28" name="73 Metin kutusu">
            <a:extLst>
              <a:ext uri="{FF2B5EF4-FFF2-40B4-BE49-F238E27FC236}">
                <a16:creationId xmlns:a16="http://schemas.microsoft.com/office/drawing/2014/main" id="{D61835CD-73B9-992F-73FF-777308A0D2C1}"/>
              </a:ext>
            </a:extLst>
          </p:cNvPr>
          <p:cNvSpPr txBox="1"/>
          <p:nvPr/>
        </p:nvSpPr>
        <p:spPr>
          <a:xfrm>
            <a:off x="7773973" y="4880242"/>
            <a:ext cx="4343070" cy="1133900"/>
          </a:xfrm>
          <a:prstGeom prst="rect">
            <a:avLst/>
          </a:prstGeom>
          <a:noFill/>
        </p:spPr>
        <p:txBody>
          <a:bodyPr wrap="square" rtlCol="0">
            <a:spAutoFit/>
          </a:bodyPr>
          <a:lstStyle/>
          <a:p>
            <a:pPr algn="ctr"/>
            <a:r>
              <a:rPr lang="tr-TR" sz="1692" dirty="0">
                <a:latin typeface="Myriad Pro"/>
              </a:rPr>
              <a:t>Hareket gümrük idaresinde belgeye atanan memur tarafından </a:t>
            </a:r>
            <a:r>
              <a:rPr lang="tr-TR" sz="1692" b="1" dirty="0">
                <a:latin typeface="Myriad Pro"/>
              </a:rPr>
              <a:t>‘E-Uyuşmazlık Hareket Gümrük İdaresince çözümlendi’ </a:t>
            </a:r>
            <a:r>
              <a:rPr lang="tr-TR" sz="1692" dirty="0">
                <a:latin typeface="Myriad Pro"/>
              </a:rPr>
              <a:t>seçeneği seçilerek uyuşmazlık çözülür. </a:t>
            </a:r>
            <a:endParaRPr lang="tr-TR" sz="1692" u="sng" dirty="0">
              <a:solidFill>
                <a:srgbClr val="FF0000"/>
              </a:solidFill>
              <a:latin typeface="Myriad Pro"/>
            </a:endParaRPr>
          </a:p>
        </p:txBody>
      </p:sp>
      <p:sp>
        <p:nvSpPr>
          <p:cNvPr id="25" name="Metin kutusu 24">
            <a:extLst>
              <a:ext uri="{FF2B5EF4-FFF2-40B4-BE49-F238E27FC236}">
                <a16:creationId xmlns:a16="http://schemas.microsoft.com/office/drawing/2014/main" id="{E89D67AB-79DC-41DE-A20C-9E91521690F5}"/>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551039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par>
                                <p:cTn id="14" presetID="10" presetClass="entr" presetSubtype="0" fill="hold"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par>
                                <p:cTn id="20" presetID="10" presetClass="entr" presetSubtype="0" fill="hold"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500"/>
                                        <p:tgtEl>
                                          <p:spTgt spid="57"/>
                                        </p:tgtEl>
                                      </p:cBhvr>
                                    </p:animEffect>
                                  </p:childTnLst>
                                </p:cTn>
                              </p:par>
                              <p:par>
                                <p:cTn id="26" presetID="10" presetClass="entr" presetSubtype="0" fill="hold" nodeType="withEffect">
                                  <p:stCondLst>
                                    <p:cond delay="0"/>
                                  </p:stCondLst>
                                  <p:childTnLst>
                                    <p:set>
                                      <p:cBhvr>
                                        <p:cTn id="27" dur="1" fill="hold">
                                          <p:stCondLst>
                                            <p:cond delay="0"/>
                                          </p:stCondLst>
                                        </p:cTn>
                                        <p:tgtEl>
                                          <p:spTgt spid="53"/>
                                        </p:tgtEl>
                                        <p:attrNameLst>
                                          <p:attrName>style.visibility</p:attrName>
                                        </p:attrNameLst>
                                      </p:cBhvr>
                                      <p:to>
                                        <p:strVal val="visible"/>
                                      </p:to>
                                    </p:set>
                                    <p:animEffect transition="in" filter="fade">
                                      <p:cBhvr>
                                        <p:cTn id="28" dur="500"/>
                                        <p:tgtEl>
                                          <p:spTgt spid="5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500"/>
                                        <p:tgtEl>
                                          <p:spTgt spid="60"/>
                                        </p:tgtEl>
                                      </p:cBhvr>
                                    </p:animEffect>
                                  </p:childTnLst>
                                </p:cTn>
                              </p:par>
                              <p:par>
                                <p:cTn id="32" presetID="10" presetClass="entr" presetSubtype="0" fill="hold"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par>
                                <p:cTn id="43" presetID="10" presetClass="entr" presetSubtype="0" fill="hold" nodeType="withEffect">
                                  <p:stCondLst>
                                    <p:cond delay="0"/>
                                  </p:stCondLst>
                                  <p:childTnLst>
                                    <p:set>
                                      <p:cBhvr>
                                        <p:cTn id="44" dur="1" fill="hold">
                                          <p:stCondLst>
                                            <p:cond delay="0"/>
                                          </p:stCondLst>
                                        </p:cTn>
                                        <p:tgtEl>
                                          <p:spTgt spid="61"/>
                                        </p:tgtEl>
                                        <p:attrNameLst>
                                          <p:attrName>style.visibility</p:attrName>
                                        </p:attrNameLst>
                                      </p:cBhvr>
                                      <p:to>
                                        <p:strVal val="visible"/>
                                      </p:to>
                                    </p:set>
                                    <p:animEffect transition="in" filter="fade">
                                      <p:cBhvr>
                                        <p:cTn id="45" dur="500"/>
                                        <p:tgtEl>
                                          <p:spTgt spid="6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7" grpId="0"/>
      <p:bldP spid="60" grpId="0"/>
      <p:bldP spid="62" grpId="0"/>
      <p:bldP spid="18" grpId="0"/>
      <p:bldP spid="20" grpId="0"/>
      <p:bldP spid="22" grpId="0"/>
      <p:bldP spid="24" grpId="0"/>
      <p:bldP spid="2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UYUŞMAZLIK İŞLEMLERİ</a:t>
            </a:r>
            <a:endParaRPr lang="tr-TR" sz="1058" b="1" i="1" dirty="0">
              <a:solidFill>
                <a:srgbClr val="FF0000"/>
              </a:solidFill>
              <a:latin typeface="Myriad Pro"/>
            </a:endParaRPr>
          </a:p>
          <a:p>
            <a:pPr marL="0" indent="0">
              <a:buNone/>
            </a:pPr>
            <a:endParaRPr lang="tr-TR" sz="1904" b="1" dirty="0">
              <a:latin typeface="Myriad Pro"/>
              <a:cs typeface="Myriad Pro"/>
            </a:endParaRPr>
          </a:p>
        </p:txBody>
      </p:sp>
      <p:cxnSp>
        <p:nvCxnSpPr>
          <p:cNvPr id="46" name="Düz Bağlayıcı 45">
            <a:extLst>
              <a:ext uri="{FF2B5EF4-FFF2-40B4-BE49-F238E27FC236}">
                <a16:creationId xmlns:a16="http://schemas.microsoft.com/office/drawing/2014/main" id="{FFFC7866-E674-401D-A910-ECE20D327AB1}"/>
              </a:ext>
            </a:extLst>
          </p:cNvPr>
          <p:cNvCxnSpPr>
            <a:cxnSpLocks/>
          </p:cNvCxnSpPr>
          <p:nvPr/>
        </p:nvCxnSpPr>
        <p:spPr>
          <a:xfrm>
            <a:off x="1313320" y="3057525"/>
            <a:ext cx="0" cy="358255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A467518B-14AC-45C1-8495-A6E6B25BCF8F}"/>
              </a:ext>
            </a:extLst>
          </p:cNvPr>
          <p:cNvSpPr/>
          <p:nvPr/>
        </p:nvSpPr>
        <p:spPr>
          <a:xfrm>
            <a:off x="671543" y="1942608"/>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Asıl Sorumlu</a:t>
            </a:r>
          </a:p>
        </p:txBody>
      </p:sp>
      <p:sp>
        <p:nvSpPr>
          <p:cNvPr id="48" name="Oval 47">
            <a:extLst>
              <a:ext uri="{FF2B5EF4-FFF2-40B4-BE49-F238E27FC236}">
                <a16:creationId xmlns:a16="http://schemas.microsoft.com/office/drawing/2014/main" id="{204A8EA3-C3FA-456B-84CF-52CA44557A8E}"/>
              </a:ext>
            </a:extLst>
          </p:cNvPr>
          <p:cNvSpPr/>
          <p:nvPr/>
        </p:nvSpPr>
        <p:spPr>
          <a:xfrm>
            <a:off x="3821106" y="1944344"/>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Hareket Gümrük İdaresi</a:t>
            </a:r>
          </a:p>
        </p:txBody>
      </p:sp>
      <p:sp>
        <p:nvSpPr>
          <p:cNvPr id="49" name="Oval 48">
            <a:extLst>
              <a:ext uri="{FF2B5EF4-FFF2-40B4-BE49-F238E27FC236}">
                <a16:creationId xmlns:a16="http://schemas.microsoft.com/office/drawing/2014/main" id="{8B6BB648-3D5C-45AC-A754-49B13F693A04}"/>
              </a:ext>
            </a:extLst>
          </p:cNvPr>
          <p:cNvSpPr/>
          <p:nvPr/>
        </p:nvSpPr>
        <p:spPr>
          <a:xfrm>
            <a:off x="6970668" y="1942608"/>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Varış Gümrük İdaresi</a:t>
            </a:r>
          </a:p>
        </p:txBody>
      </p:sp>
      <p:cxnSp>
        <p:nvCxnSpPr>
          <p:cNvPr id="50" name="Düz Bağlayıcı 49">
            <a:extLst>
              <a:ext uri="{FF2B5EF4-FFF2-40B4-BE49-F238E27FC236}">
                <a16:creationId xmlns:a16="http://schemas.microsoft.com/office/drawing/2014/main" id="{C07FAAE8-9CA2-4450-848C-FC180F9A6622}"/>
              </a:ext>
            </a:extLst>
          </p:cNvPr>
          <p:cNvCxnSpPr>
            <a:cxnSpLocks/>
          </p:cNvCxnSpPr>
          <p:nvPr/>
        </p:nvCxnSpPr>
        <p:spPr>
          <a:xfrm>
            <a:off x="7615295" y="3057525"/>
            <a:ext cx="0" cy="358255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1" name="Düz Bağlayıcı 50">
            <a:extLst>
              <a:ext uri="{FF2B5EF4-FFF2-40B4-BE49-F238E27FC236}">
                <a16:creationId xmlns:a16="http://schemas.microsoft.com/office/drawing/2014/main" id="{C8E774A8-AFE4-41BC-8140-320AA7C73DEF}"/>
              </a:ext>
            </a:extLst>
          </p:cNvPr>
          <p:cNvCxnSpPr>
            <a:cxnSpLocks/>
          </p:cNvCxnSpPr>
          <p:nvPr/>
        </p:nvCxnSpPr>
        <p:spPr>
          <a:xfrm>
            <a:off x="4446294" y="3038475"/>
            <a:ext cx="0" cy="360160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52" name="Metin kutusu 51">
            <a:extLst>
              <a:ext uri="{FF2B5EF4-FFF2-40B4-BE49-F238E27FC236}">
                <a16:creationId xmlns:a16="http://schemas.microsoft.com/office/drawing/2014/main" id="{2992B75B-D4EE-4F57-A0E6-576A80A80FBB}"/>
              </a:ext>
            </a:extLst>
          </p:cNvPr>
          <p:cNvSpPr txBox="1"/>
          <p:nvPr/>
        </p:nvSpPr>
        <p:spPr>
          <a:xfrm>
            <a:off x="3038981" y="1354869"/>
            <a:ext cx="5932286" cy="515526"/>
          </a:xfrm>
          <a:prstGeom prst="rect">
            <a:avLst/>
          </a:prstGeom>
          <a:noFill/>
        </p:spPr>
        <p:txBody>
          <a:bodyPr wrap="square" rtlCol="0">
            <a:spAutoFit/>
          </a:bodyPr>
          <a:lstStyle/>
          <a:p>
            <a:r>
              <a:rPr lang="tr-TR" sz="1692" b="1" dirty="0">
                <a:latin typeface="Myriad Pro"/>
              </a:rPr>
              <a:t>Varış Gümrük İdaresince Uyuşmazlığın Çözülmesi</a:t>
            </a:r>
          </a:p>
          <a:p>
            <a:r>
              <a:rPr lang="tr-TR" sz="1058" b="1" i="1" dirty="0">
                <a:solidFill>
                  <a:srgbClr val="00B0F0"/>
                </a:solidFill>
                <a:latin typeface="Myriad Pro"/>
              </a:rPr>
              <a:t>{4 Seri Nolu Tebliğ, md.37/4, 37/6}</a:t>
            </a:r>
            <a:endParaRPr lang="tr-TR" sz="1058" b="1" i="1" dirty="0">
              <a:solidFill>
                <a:srgbClr val="FF0000"/>
              </a:solidFill>
              <a:latin typeface="Myriad Pro"/>
            </a:endParaRPr>
          </a:p>
        </p:txBody>
      </p:sp>
      <p:cxnSp>
        <p:nvCxnSpPr>
          <p:cNvPr id="53" name="Düz Ok Bağlayıcısı 20">
            <a:extLst>
              <a:ext uri="{FF2B5EF4-FFF2-40B4-BE49-F238E27FC236}">
                <a16:creationId xmlns:a16="http://schemas.microsoft.com/office/drawing/2014/main" id="{C6007FCD-A0BC-450B-9E40-E14772178A55}"/>
              </a:ext>
            </a:extLst>
          </p:cNvPr>
          <p:cNvCxnSpPr/>
          <p:nvPr/>
        </p:nvCxnSpPr>
        <p:spPr>
          <a:xfrm>
            <a:off x="4644802" y="3356341"/>
            <a:ext cx="2805157" cy="6139"/>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57" name="Metin kutusu 27">
            <a:extLst>
              <a:ext uri="{FF2B5EF4-FFF2-40B4-BE49-F238E27FC236}">
                <a16:creationId xmlns:a16="http://schemas.microsoft.com/office/drawing/2014/main" id="{D4803D1B-5044-417D-817B-26271A0FF2C3}"/>
              </a:ext>
            </a:extLst>
          </p:cNvPr>
          <p:cNvSpPr txBox="1"/>
          <p:nvPr/>
        </p:nvSpPr>
        <p:spPr>
          <a:xfrm>
            <a:off x="5485240" y="2982970"/>
            <a:ext cx="1112805" cy="352725"/>
          </a:xfrm>
          <a:prstGeom prst="rect">
            <a:avLst/>
          </a:prstGeom>
          <a:noFill/>
        </p:spPr>
        <p:txBody>
          <a:bodyPr wrap="none" rtlCol="0">
            <a:spAutoFit/>
          </a:bodyPr>
          <a:lstStyle/>
          <a:p>
            <a:r>
              <a:rPr lang="tr-TR" sz="1692" dirty="0">
                <a:latin typeface="Myriad Pro"/>
              </a:rPr>
              <a:t>AAR_SND</a:t>
            </a:r>
          </a:p>
        </p:txBody>
      </p:sp>
      <p:cxnSp>
        <p:nvCxnSpPr>
          <p:cNvPr id="59" name="Düz Ok Bağlayıcısı 38">
            <a:extLst>
              <a:ext uri="{FF2B5EF4-FFF2-40B4-BE49-F238E27FC236}">
                <a16:creationId xmlns:a16="http://schemas.microsoft.com/office/drawing/2014/main" id="{BE543FBB-A9EE-4249-8EE8-C4B94267CD5A}"/>
              </a:ext>
            </a:extLst>
          </p:cNvPr>
          <p:cNvCxnSpPr/>
          <p:nvPr/>
        </p:nvCxnSpPr>
        <p:spPr>
          <a:xfrm flipH="1" flipV="1">
            <a:off x="4587407" y="3730822"/>
            <a:ext cx="2786987" cy="7811"/>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60" name="Metin kutusu 39">
            <a:extLst>
              <a:ext uri="{FF2B5EF4-FFF2-40B4-BE49-F238E27FC236}">
                <a16:creationId xmlns:a16="http://schemas.microsoft.com/office/drawing/2014/main" id="{EF9A4C0A-E227-426A-9788-35336979C978}"/>
              </a:ext>
            </a:extLst>
          </p:cNvPr>
          <p:cNvSpPr txBox="1"/>
          <p:nvPr/>
        </p:nvSpPr>
        <p:spPr>
          <a:xfrm>
            <a:off x="5521785" y="3391301"/>
            <a:ext cx="1099981" cy="352725"/>
          </a:xfrm>
          <a:prstGeom prst="rect">
            <a:avLst/>
          </a:prstGeom>
          <a:noFill/>
        </p:spPr>
        <p:txBody>
          <a:bodyPr wrap="none" rtlCol="0">
            <a:spAutoFit/>
          </a:bodyPr>
          <a:lstStyle/>
          <a:p>
            <a:r>
              <a:rPr lang="tr-TR" sz="1692" dirty="0">
                <a:latin typeface="Myriad Pro"/>
              </a:rPr>
              <a:t>ARR_ADV</a:t>
            </a:r>
          </a:p>
        </p:txBody>
      </p:sp>
      <p:cxnSp>
        <p:nvCxnSpPr>
          <p:cNvPr id="61" name="Düz Ok Bağlayıcısı 42">
            <a:extLst>
              <a:ext uri="{FF2B5EF4-FFF2-40B4-BE49-F238E27FC236}">
                <a16:creationId xmlns:a16="http://schemas.microsoft.com/office/drawing/2014/main" id="{D5A64984-DD74-4066-9DF5-1AB20ED873AA}"/>
              </a:ext>
            </a:extLst>
          </p:cNvPr>
          <p:cNvCxnSpPr/>
          <p:nvPr/>
        </p:nvCxnSpPr>
        <p:spPr>
          <a:xfrm rot="10800000" flipV="1">
            <a:off x="4587407" y="4168964"/>
            <a:ext cx="2795945" cy="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2" name="Metin kutusu 43">
            <a:extLst>
              <a:ext uri="{FF2B5EF4-FFF2-40B4-BE49-F238E27FC236}">
                <a16:creationId xmlns:a16="http://schemas.microsoft.com/office/drawing/2014/main" id="{313C78ED-86D9-4A6A-9237-7C3027A11CFA}"/>
              </a:ext>
            </a:extLst>
          </p:cNvPr>
          <p:cNvSpPr txBox="1"/>
          <p:nvPr/>
        </p:nvSpPr>
        <p:spPr>
          <a:xfrm>
            <a:off x="5262740" y="3810846"/>
            <a:ext cx="1618072" cy="352725"/>
          </a:xfrm>
          <a:prstGeom prst="rect">
            <a:avLst/>
          </a:prstGeom>
          <a:noFill/>
        </p:spPr>
        <p:txBody>
          <a:bodyPr wrap="none" rtlCol="0">
            <a:spAutoFit/>
          </a:bodyPr>
          <a:lstStyle/>
          <a:p>
            <a:r>
              <a:rPr lang="tr-TR" sz="1692" dirty="0">
                <a:latin typeface="Myriad Pro"/>
              </a:rPr>
              <a:t>DES_CON_NEG</a:t>
            </a:r>
          </a:p>
        </p:txBody>
      </p:sp>
      <p:sp>
        <p:nvSpPr>
          <p:cNvPr id="18" name="73 Metin kutusu">
            <a:extLst>
              <a:ext uri="{FF2B5EF4-FFF2-40B4-BE49-F238E27FC236}">
                <a16:creationId xmlns:a16="http://schemas.microsoft.com/office/drawing/2014/main" id="{5CD6E989-4EDF-C829-2A7D-08194FC3F8C7}"/>
              </a:ext>
            </a:extLst>
          </p:cNvPr>
          <p:cNvSpPr txBox="1"/>
          <p:nvPr/>
        </p:nvSpPr>
        <p:spPr>
          <a:xfrm>
            <a:off x="7985408" y="3059668"/>
            <a:ext cx="4032969" cy="738664"/>
          </a:xfrm>
          <a:prstGeom prst="rect">
            <a:avLst/>
          </a:prstGeom>
          <a:noFill/>
        </p:spPr>
        <p:txBody>
          <a:bodyPr wrap="square" rtlCol="0">
            <a:spAutoFit/>
          </a:bodyPr>
          <a:lstStyle/>
          <a:p>
            <a:pPr algn="ctr"/>
            <a:r>
              <a:rPr lang="tr-TR" sz="1400" dirty="0">
                <a:latin typeface="Myriad Pro"/>
              </a:rPr>
              <a:t>Fazlalıktan kaynaklanan uyuşmazlık, varış gümrük idaresi tarafından </a:t>
            </a:r>
            <a:r>
              <a:rPr lang="tr-TR" sz="1400" b="1" dirty="0">
                <a:latin typeface="Myriad Pro"/>
              </a:rPr>
              <a:t>‘Diğer Uyuşmazlık Bilgisi’ </a:t>
            </a:r>
            <a:r>
              <a:rPr lang="tr-TR" sz="1400" dirty="0">
                <a:latin typeface="Myriad Pro"/>
              </a:rPr>
              <a:t>kısmına detay girilerek bildirilir.</a:t>
            </a:r>
            <a:endParaRPr lang="tr-TR" sz="1400" u="sng" dirty="0">
              <a:solidFill>
                <a:srgbClr val="FF0000"/>
              </a:solidFill>
              <a:latin typeface="Myriad Pro"/>
            </a:endParaRPr>
          </a:p>
        </p:txBody>
      </p:sp>
      <p:cxnSp>
        <p:nvCxnSpPr>
          <p:cNvPr id="19" name="Düz Ok Bağlayıcısı 23">
            <a:extLst>
              <a:ext uri="{FF2B5EF4-FFF2-40B4-BE49-F238E27FC236}">
                <a16:creationId xmlns:a16="http://schemas.microsoft.com/office/drawing/2014/main" id="{C0B056BC-2062-D6EB-4E82-D87F93F36F9D}"/>
              </a:ext>
            </a:extLst>
          </p:cNvPr>
          <p:cNvCxnSpPr/>
          <p:nvPr/>
        </p:nvCxnSpPr>
        <p:spPr>
          <a:xfrm rot="10800000">
            <a:off x="1364030" y="4161891"/>
            <a:ext cx="2947080" cy="16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Metin kutusu 29">
            <a:extLst>
              <a:ext uri="{FF2B5EF4-FFF2-40B4-BE49-F238E27FC236}">
                <a16:creationId xmlns:a16="http://schemas.microsoft.com/office/drawing/2014/main" id="{9719FEAF-0D8D-CC29-BF0B-B10FB747CA47}"/>
              </a:ext>
            </a:extLst>
          </p:cNvPr>
          <p:cNvSpPr txBox="1"/>
          <p:nvPr/>
        </p:nvSpPr>
        <p:spPr>
          <a:xfrm>
            <a:off x="2351890" y="3824253"/>
            <a:ext cx="1029449" cy="352725"/>
          </a:xfrm>
          <a:prstGeom prst="rect">
            <a:avLst/>
          </a:prstGeom>
          <a:noFill/>
        </p:spPr>
        <p:txBody>
          <a:bodyPr wrap="none" rtlCol="0">
            <a:spAutoFit/>
          </a:bodyPr>
          <a:lstStyle/>
          <a:p>
            <a:r>
              <a:rPr lang="tr-TR" sz="1692" dirty="0">
                <a:latin typeface="Myriad Pro"/>
              </a:rPr>
              <a:t>DIS_SND</a:t>
            </a:r>
          </a:p>
        </p:txBody>
      </p:sp>
      <p:cxnSp>
        <p:nvCxnSpPr>
          <p:cNvPr id="21" name="Düz Ok Bağlayıcısı 24">
            <a:extLst>
              <a:ext uri="{FF2B5EF4-FFF2-40B4-BE49-F238E27FC236}">
                <a16:creationId xmlns:a16="http://schemas.microsoft.com/office/drawing/2014/main" id="{9BD88838-0F3E-78E1-4577-67C13D563554}"/>
              </a:ext>
            </a:extLst>
          </p:cNvPr>
          <p:cNvCxnSpPr/>
          <p:nvPr/>
        </p:nvCxnSpPr>
        <p:spPr>
          <a:xfrm rot="10800000" flipV="1">
            <a:off x="1465195" y="6392548"/>
            <a:ext cx="2871512" cy="2"/>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22" name="Metin kutusu 26">
            <a:extLst>
              <a:ext uri="{FF2B5EF4-FFF2-40B4-BE49-F238E27FC236}">
                <a16:creationId xmlns:a16="http://schemas.microsoft.com/office/drawing/2014/main" id="{11F405D5-4394-39B4-7FDA-6511C655BBDC}"/>
              </a:ext>
            </a:extLst>
          </p:cNvPr>
          <p:cNvSpPr txBox="1"/>
          <p:nvPr/>
        </p:nvSpPr>
        <p:spPr>
          <a:xfrm>
            <a:off x="2298430" y="6027412"/>
            <a:ext cx="1143903" cy="352725"/>
          </a:xfrm>
          <a:prstGeom prst="rect">
            <a:avLst/>
          </a:prstGeom>
          <a:noFill/>
        </p:spPr>
        <p:txBody>
          <a:bodyPr wrap="none" rtlCol="0">
            <a:spAutoFit/>
          </a:bodyPr>
          <a:lstStyle/>
          <a:p>
            <a:r>
              <a:rPr lang="tr-TR" sz="1692" dirty="0">
                <a:latin typeface="Myriad Pro"/>
              </a:rPr>
              <a:t>WRT_NOT</a:t>
            </a:r>
          </a:p>
        </p:txBody>
      </p:sp>
      <p:sp>
        <p:nvSpPr>
          <p:cNvPr id="24" name="Metin kutusu 45">
            <a:extLst>
              <a:ext uri="{FF2B5EF4-FFF2-40B4-BE49-F238E27FC236}">
                <a16:creationId xmlns:a16="http://schemas.microsoft.com/office/drawing/2014/main" id="{6E19EF82-816D-B6ED-0C13-3A3767B7E942}"/>
              </a:ext>
            </a:extLst>
          </p:cNvPr>
          <p:cNvSpPr txBox="1"/>
          <p:nvPr/>
        </p:nvSpPr>
        <p:spPr>
          <a:xfrm>
            <a:off x="5518570" y="4880280"/>
            <a:ext cx="1151413" cy="352725"/>
          </a:xfrm>
          <a:prstGeom prst="rect">
            <a:avLst/>
          </a:prstGeom>
          <a:noFill/>
        </p:spPr>
        <p:txBody>
          <a:bodyPr wrap="square" rtlCol="0">
            <a:spAutoFit/>
          </a:bodyPr>
          <a:lstStyle/>
          <a:p>
            <a:r>
              <a:rPr lang="tr-TR" sz="1692" dirty="0">
                <a:latin typeface="Myriad Pro"/>
              </a:rPr>
              <a:t>REC_REQ</a:t>
            </a:r>
          </a:p>
        </p:txBody>
      </p:sp>
      <p:sp>
        <p:nvSpPr>
          <p:cNvPr id="28" name="73 Metin kutusu">
            <a:extLst>
              <a:ext uri="{FF2B5EF4-FFF2-40B4-BE49-F238E27FC236}">
                <a16:creationId xmlns:a16="http://schemas.microsoft.com/office/drawing/2014/main" id="{D61835CD-73B9-992F-73FF-777308A0D2C1}"/>
              </a:ext>
            </a:extLst>
          </p:cNvPr>
          <p:cNvSpPr txBox="1"/>
          <p:nvPr/>
        </p:nvSpPr>
        <p:spPr>
          <a:xfrm>
            <a:off x="7763416" y="3895776"/>
            <a:ext cx="4254959" cy="1169551"/>
          </a:xfrm>
          <a:prstGeom prst="rect">
            <a:avLst/>
          </a:prstGeom>
          <a:noFill/>
        </p:spPr>
        <p:txBody>
          <a:bodyPr wrap="square" rtlCol="0">
            <a:spAutoFit/>
          </a:bodyPr>
          <a:lstStyle/>
          <a:p>
            <a:pPr algn="ctr"/>
            <a:r>
              <a:rPr lang="tr-TR" sz="1400" dirty="0">
                <a:latin typeface="Myriad Pro"/>
              </a:rPr>
              <a:t>Hareket gümrük idaresinde belgeye atanan memur tarafından </a:t>
            </a:r>
            <a:r>
              <a:rPr lang="tr-TR" sz="1400" b="1" dirty="0">
                <a:latin typeface="Myriad Pro"/>
              </a:rPr>
              <a:t>‘H-Uyuşmazlık Hareket Gümrük İdaresince çözümlenmedi’ </a:t>
            </a:r>
            <a:r>
              <a:rPr lang="tr-TR" sz="1400" dirty="0">
                <a:latin typeface="Myriad Pro"/>
              </a:rPr>
              <a:t>seçeneği seçilir. </a:t>
            </a:r>
          </a:p>
          <a:p>
            <a:pPr algn="ctr"/>
            <a:r>
              <a:rPr lang="tr-TR" sz="1400" dirty="0">
                <a:latin typeface="Myriad Pro"/>
              </a:rPr>
              <a:t>Bu durumda varış gümrük idaresine tahsilat yetkisi devir talebi gönderilir.</a:t>
            </a:r>
            <a:endParaRPr lang="tr-TR" sz="1400" u="sng" dirty="0">
              <a:solidFill>
                <a:srgbClr val="FF0000"/>
              </a:solidFill>
              <a:latin typeface="Myriad Pro"/>
            </a:endParaRPr>
          </a:p>
        </p:txBody>
      </p:sp>
      <p:sp>
        <p:nvSpPr>
          <p:cNvPr id="3" name="Metin kutusu 45">
            <a:extLst>
              <a:ext uri="{FF2B5EF4-FFF2-40B4-BE49-F238E27FC236}">
                <a16:creationId xmlns:a16="http://schemas.microsoft.com/office/drawing/2014/main" id="{39E1FD47-D396-E633-1508-F7DCC1B1293F}"/>
              </a:ext>
            </a:extLst>
          </p:cNvPr>
          <p:cNvSpPr txBox="1"/>
          <p:nvPr/>
        </p:nvSpPr>
        <p:spPr>
          <a:xfrm>
            <a:off x="5518570" y="5294429"/>
            <a:ext cx="1151413" cy="352725"/>
          </a:xfrm>
          <a:prstGeom prst="rect">
            <a:avLst/>
          </a:prstGeom>
          <a:noFill/>
        </p:spPr>
        <p:txBody>
          <a:bodyPr wrap="square" rtlCol="0">
            <a:spAutoFit/>
          </a:bodyPr>
          <a:lstStyle/>
          <a:p>
            <a:r>
              <a:rPr lang="tr-TR" sz="1692" dirty="0">
                <a:latin typeface="Myriad Pro"/>
              </a:rPr>
              <a:t>REC_COM</a:t>
            </a:r>
          </a:p>
        </p:txBody>
      </p:sp>
      <p:cxnSp>
        <p:nvCxnSpPr>
          <p:cNvPr id="4" name="Düz Ok Bağlayıcısı 42">
            <a:extLst>
              <a:ext uri="{FF2B5EF4-FFF2-40B4-BE49-F238E27FC236}">
                <a16:creationId xmlns:a16="http://schemas.microsoft.com/office/drawing/2014/main" id="{4EFF9EE6-ED86-DF3C-99F6-E5DF6F58F5F1}"/>
              </a:ext>
            </a:extLst>
          </p:cNvPr>
          <p:cNvCxnSpPr/>
          <p:nvPr/>
        </p:nvCxnSpPr>
        <p:spPr>
          <a:xfrm rot="10800000" flipV="1">
            <a:off x="4626575" y="5645472"/>
            <a:ext cx="2795945" cy="2"/>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 name="Metin kutusu 45">
            <a:extLst>
              <a:ext uri="{FF2B5EF4-FFF2-40B4-BE49-F238E27FC236}">
                <a16:creationId xmlns:a16="http://schemas.microsoft.com/office/drawing/2014/main" id="{79DD951A-6371-955E-6D47-FFE7AED41785}"/>
              </a:ext>
            </a:extLst>
          </p:cNvPr>
          <p:cNvSpPr txBox="1"/>
          <p:nvPr/>
        </p:nvSpPr>
        <p:spPr>
          <a:xfrm>
            <a:off x="5575568" y="5780115"/>
            <a:ext cx="1151413" cy="352725"/>
          </a:xfrm>
          <a:prstGeom prst="rect">
            <a:avLst/>
          </a:prstGeom>
          <a:noFill/>
        </p:spPr>
        <p:txBody>
          <a:bodyPr wrap="square" rtlCol="0">
            <a:spAutoFit/>
          </a:bodyPr>
          <a:lstStyle/>
          <a:p>
            <a:r>
              <a:rPr lang="tr-TR" sz="1692" dirty="0">
                <a:latin typeface="Myriad Pro"/>
              </a:rPr>
              <a:t>REC_DIS</a:t>
            </a:r>
          </a:p>
        </p:txBody>
      </p:sp>
      <p:sp>
        <p:nvSpPr>
          <p:cNvPr id="7" name="73 Metin kutusu">
            <a:extLst>
              <a:ext uri="{FF2B5EF4-FFF2-40B4-BE49-F238E27FC236}">
                <a16:creationId xmlns:a16="http://schemas.microsoft.com/office/drawing/2014/main" id="{34B3BDDB-827E-245A-289B-F22836529BEB}"/>
              </a:ext>
            </a:extLst>
          </p:cNvPr>
          <p:cNvSpPr txBox="1"/>
          <p:nvPr/>
        </p:nvSpPr>
        <p:spPr>
          <a:xfrm>
            <a:off x="7763416" y="5296863"/>
            <a:ext cx="4254959" cy="523220"/>
          </a:xfrm>
          <a:prstGeom prst="rect">
            <a:avLst/>
          </a:prstGeom>
          <a:noFill/>
        </p:spPr>
        <p:txBody>
          <a:bodyPr wrap="square" rtlCol="0">
            <a:spAutoFit/>
          </a:bodyPr>
          <a:lstStyle/>
          <a:p>
            <a:pPr algn="ctr"/>
            <a:r>
              <a:rPr lang="tr-TR" sz="1400" dirty="0">
                <a:latin typeface="Myriad Pro"/>
              </a:rPr>
              <a:t>Varış gümrük idaresi tahsilat yetkisini alır, fazlalıktan kaynaklanan tahsilatı başlatır.</a:t>
            </a:r>
            <a:endParaRPr lang="tr-TR" sz="1400" u="sng" dirty="0">
              <a:solidFill>
                <a:srgbClr val="FF0000"/>
              </a:solidFill>
              <a:latin typeface="Myriad Pro"/>
            </a:endParaRPr>
          </a:p>
        </p:txBody>
      </p:sp>
      <p:cxnSp>
        <p:nvCxnSpPr>
          <p:cNvPr id="16" name="Düz Ok Bağlayıcısı 42">
            <a:extLst>
              <a:ext uri="{FF2B5EF4-FFF2-40B4-BE49-F238E27FC236}">
                <a16:creationId xmlns:a16="http://schemas.microsoft.com/office/drawing/2014/main" id="{574E21EE-5F6D-1A45-69DB-9193F9A529C0}"/>
              </a:ext>
            </a:extLst>
          </p:cNvPr>
          <p:cNvCxnSpPr/>
          <p:nvPr/>
        </p:nvCxnSpPr>
        <p:spPr>
          <a:xfrm rot="10800000" flipV="1">
            <a:off x="4646363" y="5208460"/>
            <a:ext cx="2795945" cy="2"/>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Düz Ok Bağlayıcısı 24">
            <a:extLst>
              <a:ext uri="{FF2B5EF4-FFF2-40B4-BE49-F238E27FC236}">
                <a16:creationId xmlns:a16="http://schemas.microsoft.com/office/drawing/2014/main" id="{220333B6-C329-0738-8EDF-66A6DCDD61B3}"/>
              </a:ext>
            </a:extLst>
          </p:cNvPr>
          <p:cNvCxnSpPr/>
          <p:nvPr/>
        </p:nvCxnSpPr>
        <p:spPr>
          <a:xfrm rot="10800000" flipV="1">
            <a:off x="4578447" y="6129165"/>
            <a:ext cx="2871512" cy="2"/>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25" name="Düz Ok Bağlayıcısı 20">
            <a:extLst>
              <a:ext uri="{FF2B5EF4-FFF2-40B4-BE49-F238E27FC236}">
                <a16:creationId xmlns:a16="http://schemas.microsoft.com/office/drawing/2014/main" id="{35C3A172-B1F9-2216-3854-FA401A4AF106}"/>
              </a:ext>
            </a:extLst>
          </p:cNvPr>
          <p:cNvCxnSpPr/>
          <p:nvPr/>
        </p:nvCxnSpPr>
        <p:spPr>
          <a:xfrm>
            <a:off x="4628216" y="4594441"/>
            <a:ext cx="2805157" cy="613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Metin kutusu 27">
            <a:extLst>
              <a:ext uri="{FF2B5EF4-FFF2-40B4-BE49-F238E27FC236}">
                <a16:creationId xmlns:a16="http://schemas.microsoft.com/office/drawing/2014/main" id="{A1F6E927-2D3E-77D6-5055-73A8F2ED8A19}"/>
              </a:ext>
            </a:extLst>
          </p:cNvPr>
          <p:cNvSpPr txBox="1"/>
          <p:nvPr/>
        </p:nvSpPr>
        <p:spPr>
          <a:xfrm>
            <a:off x="5562689" y="4240980"/>
            <a:ext cx="1029321" cy="352725"/>
          </a:xfrm>
          <a:prstGeom prst="rect">
            <a:avLst/>
          </a:prstGeom>
          <a:noFill/>
        </p:spPr>
        <p:txBody>
          <a:bodyPr wrap="none" rtlCol="0">
            <a:spAutoFit/>
          </a:bodyPr>
          <a:lstStyle/>
          <a:p>
            <a:r>
              <a:rPr lang="tr-TR" sz="1692" dirty="0">
                <a:latin typeface="Myriad Pro"/>
              </a:rPr>
              <a:t>DIS_NOT</a:t>
            </a:r>
          </a:p>
        </p:txBody>
      </p:sp>
      <p:sp>
        <p:nvSpPr>
          <p:cNvPr id="2" name="73 Metin kutusu">
            <a:extLst>
              <a:ext uri="{FF2B5EF4-FFF2-40B4-BE49-F238E27FC236}">
                <a16:creationId xmlns:a16="http://schemas.microsoft.com/office/drawing/2014/main" id="{4D80EF78-D106-EF06-C20E-205CDAC7B2F0}"/>
              </a:ext>
            </a:extLst>
          </p:cNvPr>
          <p:cNvSpPr txBox="1"/>
          <p:nvPr/>
        </p:nvSpPr>
        <p:spPr>
          <a:xfrm>
            <a:off x="7847239" y="5942164"/>
            <a:ext cx="4254959" cy="738664"/>
          </a:xfrm>
          <a:prstGeom prst="rect">
            <a:avLst/>
          </a:prstGeom>
          <a:noFill/>
        </p:spPr>
        <p:txBody>
          <a:bodyPr wrap="square" rtlCol="0">
            <a:spAutoFit/>
          </a:bodyPr>
          <a:lstStyle/>
          <a:p>
            <a:pPr algn="ctr"/>
            <a:r>
              <a:rPr lang="tr-TR" sz="1400" dirty="0">
                <a:latin typeface="Myriad Pro"/>
              </a:rPr>
              <a:t>Mahreç yazısı alınırsa manuel kapatma yapılır, alınamazsa vergiler tahsil edilir ve tahsilatı tamamlar.</a:t>
            </a:r>
            <a:endParaRPr lang="tr-TR" sz="1400" u="sng" dirty="0">
              <a:solidFill>
                <a:srgbClr val="FF0000"/>
              </a:solidFill>
              <a:latin typeface="Myriad Pro"/>
            </a:endParaRPr>
          </a:p>
        </p:txBody>
      </p:sp>
      <p:sp>
        <p:nvSpPr>
          <p:cNvPr id="33" name="Metin kutusu 32">
            <a:extLst>
              <a:ext uri="{FF2B5EF4-FFF2-40B4-BE49-F238E27FC236}">
                <a16:creationId xmlns:a16="http://schemas.microsoft.com/office/drawing/2014/main" id="{D70406C8-94C4-4DB2-A2EB-198A4A534C2D}"/>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644465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par>
                                <p:cTn id="14" presetID="10" presetClass="entr" presetSubtype="0" fill="hold"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par>
                                <p:cTn id="20" presetID="10" presetClass="entr" presetSubtype="0" fill="hold"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500"/>
                                        <p:tgtEl>
                                          <p:spTgt spid="57"/>
                                        </p:tgtEl>
                                      </p:cBhvr>
                                    </p:animEffect>
                                  </p:childTnLst>
                                </p:cTn>
                              </p:par>
                              <p:par>
                                <p:cTn id="26" presetID="10" presetClass="entr" presetSubtype="0" fill="hold" nodeType="withEffect">
                                  <p:stCondLst>
                                    <p:cond delay="0"/>
                                  </p:stCondLst>
                                  <p:childTnLst>
                                    <p:set>
                                      <p:cBhvr>
                                        <p:cTn id="27" dur="1" fill="hold">
                                          <p:stCondLst>
                                            <p:cond delay="0"/>
                                          </p:stCondLst>
                                        </p:cTn>
                                        <p:tgtEl>
                                          <p:spTgt spid="53"/>
                                        </p:tgtEl>
                                        <p:attrNameLst>
                                          <p:attrName>style.visibility</p:attrName>
                                        </p:attrNameLst>
                                      </p:cBhvr>
                                      <p:to>
                                        <p:strVal val="visible"/>
                                      </p:to>
                                    </p:set>
                                    <p:animEffect transition="in" filter="fade">
                                      <p:cBhvr>
                                        <p:cTn id="28" dur="500"/>
                                        <p:tgtEl>
                                          <p:spTgt spid="5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500"/>
                                        <p:tgtEl>
                                          <p:spTgt spid="60"/>
                                        </p:tgtEl>
                                      </p:cBhvr>
                                    </p:animEffect>
                                  </p:childTnLst>
                                </p:cTn>
                              </p:par>
                              <p:par>
                                <p:cTn id="32" presetID="10" presetClass="entr" presetSubtype="0" fill="hold"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fade">
                                      <p:cBhvr>
                                        <p:cTn id="39" dur="500"/>
                                        <p:tgtEl>
                                          <p:spTgt spid="62"/>
                                        </p:tgtEl>
                                      </p:cBhvr>
                                    </p:animEffect>
                                  </p:childTnLst>
                                </p:cTn>
                              </p:par>
                              <p:par>
                                <p:cTn id="40" presetID="10" presetClass="entr" presetSubtype="0" fill="hold" nodeType="with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fade">
                                      <p:cBhvr>
                                        <p:cTn id="42" dur="500"/>
                                        <p:tgtEl>
                                          <p:spTgt spid="6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500"/>
                                        <p:tgtEl>
                                          <p:spTgt spid="1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fade">
                                      <p:cBhvr>
                                        <p:cTn id="73" dur="500"/>
                                        <p:tgtEl>
                                          <p:spTgt spid="3"/>
                                        </p:tgtEl>
                                      </p:cBhvr>
                                    </p:animEffect>
                                  </p:childTnLst>
                                </p:cTn>
                              </p:par>
                              <p:par>
                                <p:cTn id="74" presetID="10" presetClass="entr" presetSubtype="0" fill="hold" nodeType="with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fade">
                                      <p:cBhvr>
                                        <p:cTn id="76" dur="500"/>
                                        <p:tgtEl>
                                          <p:spTgt spid="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fade">
                                      <p:cBhvr>
                                        <p:cTn id="79" dur="500"/>
                                        <p:tgtEl>
                                          <p:spTgt spid="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fade">
                                      <p:cBhvr>
                                        <p:cTn id="84" dur="500"/>
                                        <p:tgtEl>
                                          <p:spTgt spid="5"/>
                                        </p:tgtEl>
                                      </p:cBhvr>
                                    </p:animEffect>
                                  </p:childTnLst>
                                </p:cTn>
                              </p:par>
                              <p:par>
                                <p:cTn id="85" presetID="10" presetClass="entr" presetSubtype="0" fill="hold" nodeType="with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500"/>
                                        <p:tgtEl>
                                          <p:spTgt spid="1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par>
                                <p:cTn id="91" presetID="10" presetClass="entr" presetSubtype="0" fill="hold"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500"/>
                                        <p:tgtEl>
                                          <p:spTgt spid="2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
                                        </p:tgtEl>
                                        <p:attrNameLst>
                                          <p:attrName>style.visibility</p:attrName>
                                        </p:attrNameLst>
                                      </p:cBhvr>
                                      <p:to>
                                        <p:strVal val="visible"/>
                                      </p:to>
                                    </p:set>
                                    <p:animEffect transition="in" filter="fade">
                                      <p:cBhvr>
                                        <p:cTn id="9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7" grpId="0"/>
      <p:bldP spid="60" grpId="0"/>
      <p:bldP spid="62" grpId="0"/>
      <p:bldP spid="18" grpId="0"/>
      <p:bldP spid="20" grpId="0"/>
      <p:bldP spid="22" grpId="0"/>
      <p:bldP spid="24" grpId="0"/>
      <p:bldP spid="28" grpId="0"/>
      <p:bldP spid="3" grpId="0"/>
      <p:bldP spid="5" grpId="0"/>
      <p:bldP spid="7" grpId="0"/>
      <p:bldP spid="26"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Metin kutusu 13">
            <a:extLst>
              <a:ext uri="{FF2B5EF4-FFF2-40B4-BE49-F238E27FC236}">
                <a16:creationId xmlns:a16="http://schemas.microsoft.com/office/drawing/2014/main" id="{9BE3035B-B8C6-44B6-A4EF-F64FE38953E9}"/>
              </a:ext>
            </a:extLst>
          </p:cNvPr>
          <p:cNvSpPr txBox="1"/>
          <p:nvPr/>
        </p:nvSpPr>
        <p:spPr>
          <a:xfrm>
            <a:off x="6558373" y="794970"/>
            <a:ext cx="5599610" cy="4977003"/>
          </a:xfrm>
          <a:prstGeom prst="rect">
            <a:avLst/>
          </a:prstGeom>
          <a:noFill/>
        </p:spPr>
        <p:txBody>
          <a:bodyPr wrap="none" rtlCol="0">
            <a:spAutoFit/>
          </a:bodyPr>
          <a:lstStyle/>
          <a:p>
            <a:pPr algn="ctr"/>
            <a:r>
              <a:rPr lang="tr-TR" sz="1587" b="1" dirty="0">
                <a:solidFill>
                  <a:srgbClr val="FF0000"/>
                </a:solidFill>
                <a:latin typeface="Myriad Pro"/>
              </a:rPr>
              <a:t>TC20A</a:t>
            </a:r>
            <a:r>
              <a:rPr lang="tr-TR" sz="1587" dirty="0">
                <a:latin typeface="Myriad Pro"/>
              </a:rPr>
              <a:t> formu, genellikle, bir transit refakat belgesine ilişkin </a:t>
            </a:r>
          </a:p>
          <a:p>
            <a:pPr algn="ctr"/>
            <a:r>
              <a:rPr lang="tr-TR" sz="1587" dirty="0">
                <a:latin typeface="Myriad Pro"/>
              </a:rPr>
              <a:t>bazı bilgi ve belge paylaşımlarında bulunmak gerektiğinde, </a:t>
            </a:r>
          </a:p>
          <a:p>
            <a:pPr algn="ctr"/>
            <a:r>
              <a:rPr lang="tr-TR" sz="1587" dirty="0">
                <a:latin typeface="Myriad Pro"/>
              </a:rPr>
              <a:t>NCTS taşımalarına ilişkin bilgi/belge gönderilmesi amacıyla, </a:t>
            </a:r>
          </a:p>
          <a:p>
            <a:pPr algn="ctr"/>
            <a:r>
              <a:rPr lang="tr-TR" sz="1587" dirty="0">
                <a:latin typeface="Myriad Pro"/>
              </a:rPr>
              <a:t>gerek hareket idaresi, gerekse de varış idaresince </a:t>
            </a:r>
          </a:p>
          <a:p>
            <a:pPr algn="ctr"/>
            <a:r>
              <a:rPr lang="tr-TR" sz="1587" dirty="0">
                <a:latin typeface="Myriad Pro"/>
              </a:rPr>
              <a:t>kullanılmaktadır. </a:t>
            </a:r>
          </a:p>
          <a:p>
            <a:pPr algn="ctr"/>
            <a:endParaRPr lang="tr-TR" sz="1587" dirty="0">
              <a:latin typeface="Myriad Pro"/>
            </a:endParaRPr>
          </a:p>
          <a:p>
            <a:pPr algn="ctr"/>
            <a:r>
              <a:rPr lang="tr-TR" sz="1587" dirty="0">
                <a:latin typeface="Myriad Pro"/>
              </a:rPr>
              <a:t>Amacı itibariyle, sadece bilgi/belge paylaşmak </a:t>
            </a:r>
          </a:p>
          <a:p>
            <a:pPr algn="ctr"/>
            <a:r>
              <a:rPr lang="tr-TR" sz="1587" dirty="0">
                <a:latin typeface="Myriad Pro"/>
              </a:rPr>
              <a:t>gerektiği zaman gönderildiğinden, </a:t>
            </a:r>
          </a:p>
          <a:p>
            <a:pPr algn="ctr"/>
            <a:r>
              <a:rPr lang="tr-TR" sz="1587" dirty="0">
                <a:latin typeface="Myriad Pro"/>
              </a:rPr>
              <a:t>herhangi bir teyit/doğrulama/soru içermediğinden,</a:t>
            </a:r>
          </a:p>
          <a:p>
            <a:pPr algn="ctr"/>
            <a:r>
              <a:rPr lang="tr-TR" sz="1587" dirty="0">
                <a:latin typeface="Myriad Pro"/>
              </a:rPr>
              <a:t>gönderilen idarece doldurulacak </a:t>
            </a:r>
          </a:p>
          <a:p>
            <a:pPr algn="ctr"/>
            <a:r>
              <a:rPr lang="tr-TR" sz="1587" dirty="0">
                <a:latin typeface="Myriad Pro"/>
              </a:rPr>
              <a:t>bir bölümü bulunmamakta olup, </a:t>
            </a:r>
          </a:p>
          <a:p>
            <a:pPr algn="ctr"/>
            <a:r>
              <a:rPr lang="tr-TR" sz="1587" dirty="0">
                <a:latin typeface="Myriad Pro"/>
              </a:rPr>
              <a:t>iade edilmesine de gerek bulunmamaktadır.  </a:t>
            </a:r>
          </a:p>
          <a:p>
            <a:pPr algn="ctr"/>
            <a:endParaRPr lang="tr-TR" sz="1587" dirty="0">
              <a:latin typeface="Myriad Pro"/>
            </a:endParaRPr>
          </a:p>
          <a:p>
            <a:pPr algn="ctr"/>
            <a:r>
              <a:rPr lang="tr-TR" sz="1587" dirty="0">
                <a:latin typeface="Myriad Pro"/>
              </a:rPr>
              <a:t>Hareket gümrük idaresi bu formu gönderirken, </a:t>
            </a:r>
          </a:p>
          <a:p>
            <a:pPr algn="ctr"/>
            <a:r>
              <a:rPr lang="tr-TR" sz="1587" dirty="0">
                <a:latin typeface="Myriad Pro"/>
              </a:rPr>
              <a:t>sistem üzerinden ENQ_INF bildirimi yapar. </a:t>
            </a:r>
          </a:p>
          <a:p>
            <a:pPr algn="ctr"/>
            <a:r>
              <a:rPr lang="tr-TR" sz="1587" dirty="0">
                <a:latin typeface="Myriad Pro"/>
              </a:rPr>
              <a:t>Hareket gümrük idaresi bunu </a:t>
            </a:r>
            <a:r>
              <a:rPr lang="tr-TR" sz="1587" dirty="0">
                <a:solidFill>
                  <a:srgbClr val="FF0000"/>
                </a:solidFill>
                <a:latin typeface="Myriad Pro"/>
              </a:rPr>
              <a:t>ENQ_REC </a:t>
            </a:r>
            <a:r>
              <a:rPr lang="tr-TR" sz="1587" dirty="0">
                <a:latin typeface="Myriad Pro"/>
              </a:rPr>
              <a:t>olarak görür.</a:t>
            </a:r>
          </a:p>
          <a:p>
            <a:pPr algn="ctr"/>
            <a:endParaRPr lang="tr-TR" sz="1587" dirty="0">
              <a:latin typeface="Myriad Pro"/>
            </a:endParaRPr>
          </a:p>
          <a:p>
            <a:pPr algn="ctr"/>
            <a:r>
              <a:rPr lang="tr-TR" sz="1587" dirty="0">
                <a:latin typeface="Myriad Pro"/>
              </a:rPr>
              <a:t>Varış gümrük idaresi bu formu gönderirken,</a:t>
            </a:r>
          </a:p>
          <a:p>
            <a:pPr algn="ctr"/>
            <a:r>
              <a:rPr lang="tr-TR" sz="1587" dirty="0">
                <a:latin typeface="Myriad Pro"/>
              </a:rPr>
              <a:t>belge sistem üzerinden </a:t>
            </a:r>
            <a:r>
              <a:rPr lang="tr-TR" sz="1587" dirty="0">
                <a:solidFill>
                  <a:srgbClr val="FF0000"/>
                </a:solidFill>
                <a:latin typeface="Myriad Pro"/>
              </a:rPr>
              <a:t>ENQ_REQ </a:t>
            </a:r>
            <a:r>
              <a:rPr lang="tr-TR" sz="1587" dirty="0">
                <a:latin typeface="Myriad Pro"/>
              </a:rPr>
              <a:t>olarak görünür.</a:t>
            </a:r>
          </a:p>
          <a:p>
            <a:endParaRPr lang="tr-TR" sz="1587" dirty="0">
              <a:latin typeface="Myriad Pro"/>
            </a:endParaRPr>
          </a:p>
        </p:txBody>
      </p:sp>
      <p:pic>
        <p:nvPicPr>
          <p:cNvPr id="16" name="Resim 15">
            <a:extLst>
              <a:ext uri="{FF2B5EF4-FFF2-40B4-BE49-F238E27FC236}">
                <a16:creationId xmlns:a16="http://schemas.microsoft.com/office/drawing/2014/main" id="{B3E8A58F-6518-49DC-BCB1-992985D0C664}"/>
              </a:ext>
            </a:extLst>
          </p:cNvPr>
          <p:cNvPicPr>
            <a:picLocks noChangeAspect="1"/>
          </p:cNvPicPr>
          <p:nvPr/>
        </p:nvPicPr>
        <p:blipFill>
          <a:blip r:embed="rId2"/>
          <a:stretch>
            <a:fillRect/>
          </a:stretch>
        </p:blipFill>
        <p:spPr>
          <a:xfrm>
            <a:off x="2464716" y="377302"/>
            <a:ext cx="3944875" cy="6103396"/>
          </a:xfrm>
          <a:prstGeom prst="rect">
            <a:avLst/>
          </a:prstGeom>
        </p:spPr>
      </p:pic>
      <p:sp>
        <p:nvSpPr>
          <p:cNvPr id="20" name="Content Placeholder 2">
            <a:extLst>
              <a:ext uri="{FF2B5EF4-FFF2-40B4-BE49-F238E27FC236}">
                <a16:creationId xmlns:a16="http://schemas.microsoft.com/office/drawing/2014/main" id="{B7F7927E-3E32-443F-B1E1-B4629DE5ADCB}"/>
              </a:ext>
            </a:extLst>
          </p:cNvPr>
          <p:cNvSpPr txBox="1">
            <a:spLocks/>
          </p:cNvSpPr>
          <p:nvPr/>
        </p:nvSpPr>
        <p:spPr>
          <a:xfrm>
            <a:off x="408605" y="1415204"/>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TC20A FORMU</a:t>
            </a:r>
          </a:p>
          <a:p>
            <a:pPr marL="0" indent="0">
              <a:buNone/>
            </a:pPr>
            <a:r>
              <a:rPr lang="tr-TR" sz="1058" b="1" i="1" dirty="0">
                <a:solidFill>
                  <a:srgbClr val="00B0F0"/>
                </a:solidFill>
                <a:latin typeface="Myriad Pro"/>
              </a:rPr>
              <a:t>{4 Seri Nolu Tebliğ, md.46/1} </a:t>
            </a:r>
          </a:p>
          <a:p>
            <a:pPr marL="0" indent="0">
              <a:buNone/>
            </a:pPr>
            <a:r>
              <a:rPr lang="tr-TR" sz="1058" b="1" i="1" dirty="0">
                <a:solidFill>
                  <a:srgbClr val="00B0F0"/>
                </a:solidFill>
                <a:latin typeface="Myriad Pro"/>
              </a:rPr>
              <a:t>{Transit Manual Ek 8.4}</a:t>
            </a:r>
            <a:endParaRPr lang="tr-TR" sz="1058" dirty="0">
              <a:latin typeface="Myriad Pro"/>
            </a:endParaRPr>
          </a:p>
          <a:p>
            <a:pPr marL="0" indent="0">
              <a:buNone/>
            </a:pPr>
            <a:endParaRPr lang="tr-TR" sz="1058" b="1" i="1" dirty="0">
              <a:solidFill>
                <a:srgbClr val="FF0000"/>
              </a:solidFill>
              <a:latin typeface="Myriad Pro"/>
            </a:endParaRPr>
          </a:p>
          <a:p>
            <a:pPr marL="0" indent="0">
              <a:buNone/>
            </a:pPr>
            <a:endParaRPr lang="tr-TR" sz="1904" b="1" dirty="0">
              <a:latin typeface="Myriad Pro"/>
              <a:cs typeface="Myriad Pro"/>
            </a:endParaRPr>
          </a:p>
        </p:txBody>
      </p:sp>
      <p:sp>
        <p:nvSpPr>
          <p:cNvPr id="6" name="Metin kutusu 5">
            <a:extLst>
              <a:ext uri="{FF2B5EF4-FFF2-40B4-BE49-F238E27FC236}">
                <a16:creationId xmlns:a16="http://schemas.microsoft.com/office/drawing/2014/main" id="{B0879BF9-F1A2-404D-8B7A-A2F5FFDD1A11}"/>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969322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fade">
                                      <p:cBhvr>
                                        <p:cTn id="17" dur="500"/>
                                        <p:tgtEl>
                                          <p:spTgt spid="14">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4">
                                            <p:txEl>
                                              <p:pRg st="1" end="1"/>
                                            </p:txEl>
                                          </p:spTgt>
                                        </p:tgtEl>
                                        <p:attrNameLst>
                                          <p:attrName>style.visibility</p:attrName>
                                        </p:attrNameLst>
                                      </p:cBhvr>
                                      <p:to>
                                        <p:strVal val="visible"/>
                                      </p:to>
                                    </p:set>
                                    <p:animEffect transition="in" filter="fade">
                                      <p:cBhvr>
                                        <p:cTn id="20" dur="500"/>
                                        <p:tgtEl>
                                          <p:spTgt spid="14">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animEffect transition="in" filter="fade">
                                      <p:cBhvr>
                                        <p:cTn id="23" dur="500"/>
                                        <p:tgtEl>
                                          <p:spTgt spid="14">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xEl>
                                              <p:pRg st="3" end="3"/>
                                            </p:txEl>
                                          </p:spTgt>
                                        </p:tgtEl>
                                        <p:attrNameLst>
                                          <p:attrName>style.visibility</p:attrName>
                                        </p:attrNameLst>
                                      </p:cBhvr>
                                      <p:to>
                                        <p:strVal val="visible"/>
                                      </p:to>
                                    </p:set>
                                    <p:animEffect transition="in" filter="fade">
                                      <p:cBhvr>
                                        <p:cTn id="26" dur="500"/>
                                        <p:tgtEl>
                                          <p:spTgt spid="14">
                                            <p:txEl>
                                              <p:pRg st="3" end="3"/>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xEl>
                                              <p:pRg st="4" end="4"/>
                                            </p:txEl>
                                          </p:spTgt>
                                        </p:tgtEl>
                                        <p:attrNameLst>
                                          <p:attrName>style.visibility</p:attrName>
                                        </p:attrNameLst>
                                      </p:cBhvr>
                                      <p:to>
                                        <p:strVal val="visible"/>
                                      </p:to>
                                    </p:set>
                                    <p:animEffect transition="in" filter="fade">
                                      <p:cBhvr>
                                        <p:cTn id="29" dur="500"/>
                                        <p:tgtEl>
                                          <p:spTgt spid="14">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4">
                                            <p:txEl>
                                              <p:pRg st="6" end="6"/>
                                            </p:txEl>
                                          </p:spTgt>
                                        </p:tgtEl>
                                        <p:attrNameLst>
                                          <p:attrName>style.visibility</p:attrName>
                                        </p:attrNameLst>
                                      </p:cBhvr>
                                      <p:to>
                                        <p:strVal val="visible"/>
                                      </p:to>
                                    </p:set>
                                    <p:animEffect transition="in" filter="fade">
                                      <p:cBhvr>
                                        <p:cTn id="34" dur="500"/>
                                        <p:tgtEl>
                                          <p:spTgt spid="14">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xEl>
                                              <p:pRg st="7" end="7"/>
                                            </p:txEl>
                                          </p:spTgt>
                                        </p:tgtEl>
                                        <p:attrNameLst>
                                          <p:attrName>style.visibility</p:attrName>
                                        </p:attrNameLst>
                                      </p:cBhvr>
                                      <p:to>
                                        <p:strVal val="visible"/>
                                      </p:to>
                                    </p:set>
                                    <p:animEffect transition="in" filter="fade">
                                      <p:cBhvr>
                                        <p:cTn id="37" dur="500"/>
                                        <p:tgtEl>
                                          <p:spTgt spid="14">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xEl>
                                              <p:pRg st="8" end="8"/>
                                            </p:txEl>
                                          </p:spTgt>
                                        </p:tgtEl>
                                        <p:attrNameLst>
                                          <p:attrName>style.visibility</p:attrName>
                                        </p:attrNameLst>
                                      </p:cBhvr>
                                      <p:to>
                                        <p:strVal val="visible"/>
                                      </p:to>
                                    </p:set>
                                    <p:animEffect transition="in" filter="fade">
                                      <p:cBhvr>
                                        <p:cTn id="40" dur="500"/>
                                        <p:tgtEl>
                                          <p:spTgt spid="14">
                                            <p:txEl>
                                              <p:pRg st="8" end="8"/>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xEl>
                                              <p:pRg st="9" end="9"/>
                                            </p:txEl>
                                          </p:spTgt>
                                        </p:tgtEl>
                                        <p:attrNameLst>
                                          <p:attrName>style.visibility</p:attrName>
                                        </p:attrNameLst>
                                      </p:cBhvr>
                                      <p:to>
                                        <p:strVal val="visible"/>
                                      </p:to>
                                    </p:set>
                                    <p:animEffect transition="in" filter="fade">
                                      <p:cBhvr>
                                        <p:cTn id="43" dur="500"/>
                                        <p:tgtEl>
                                          <p:spTgt spid="14">
                                            <p:txEl>
                                              <p:pRg st="9" end="9"/>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4">
                                            <p:txEl>
                                              <p:pRg st="10" end="10"/>
                                            </p:txEl>
                                          </p:spTgt>
                                        </p:tgtEl>
                                        <p:attrNameLst>
                                          <p:attrName>style.visibility</p:attrName>
                                        </p:attrNameLst>
                                      </p:cBhvr>
                                      <p:to>
                                        <p:strVal val="visible"/>
                                      </p:to>
                                    </p:set>
                                    <p:animEffect transition="in" filter="fade">
                                      <p:cBhvr>
                                        <p:cTn id="46" dur="500"/>
                                        <p:tgtEl>
                                          <p:spTgt spid="14">
                                            <p:txEl>
                                              <p:pRg st="10" end="1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4">
                                            <p:txEl>
                                              <p:pRg st="11" end="11"/>
                                            </p:txEl>
                                          </p:spTgt>
                                        </p:tgtEl>
                                        <p:attrNameLst>
                                          <p:attrName>style.visibility</p:attrName>
                                        </p:attrNameLst>
                                      </p:cBhvr>
                                      <p:to>
                                        <p:strVal val="visible"/>
                                      </p:to>
                                    </p:set>
                                    <p:animEffect transition="in" filter="fade">
                                      <p:cBhvr>
                                        <p:cTn id="49" dur="500"/>
                                        <p:tgtEl>
                                          <p:spTgt spid="14">
                                            <p:txEl>
                                              <p:pRg st="11" end="1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4">
                                            <p:txEl>
                                              <p:pRg st="13" end="13"/>
                                            </p:txEl>
                                          </p:spTgt>
                                        </p:tgtEl>
                                        <p:attrNameLst>
                                          <p:attrName>style.visibility</p:attrName>
                                        </p:attrNameLst>
                                      </p:cBhvr>
                                      <p:to>
                                        <p:strVal val="visible"/>
                                      </p:to>
                                    </p:set>
                                    <p:animEffect transition="in" filter="fade">
                                      <p:cBhvr>
                                        <p:cTn id="54" dur="500"/>
                                        <p:tgtEl>
                                          <p:spTgt spid="14">
                                            <p:txEl>
                                              <p:pRg st="13" end="1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14">
                                            <p:txEl>
                                              <p:pRg st="14" end="14"/>
                                            </p:txEl>
                                          </p:spTgt>
                                        </p:tgtEl>
                                        <p:attrNameLst>
                                          <p:attrName>style.visibility</p:attrName>
                                        </p:attrNameLst>
                                      </p:cBhvr>
                                      <p:to>
                                        <p:strVal val="visible"/>
                                      </p:to>
                                    </p:set>
                                    <p:animEffect transition="in" filter="fade">
                                      <p:cBhvr>
                                        <p:cTn id="57" dur="500"/>
                                        <p:tgtEl>
                                          <p:spTgt spid="14">
                                            <p:txEl>
                                              <p:pRg st="14" end="1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14">
                                            <p:txEl>
                                              <p:pRg st="15" end="15"/>
                                            </p:txEl>
                                          </p:spTgt>
                                        </p:tgtEl>
                                        <p:attrNameLst>
                                          <p:attrName>style.visibility</p:attrName>
                                        </p:attrNameLst>
                                      </p:cBhvr>
                                      <p:to>
                                        <p:strVal val="visible"/>
                                      </p:to>
                                    </p:set>
                                    <p:animEffect transition="in" filter="fade">
                                      <p:cBhvr>
                                        <p:cTn id="60" dur="500"/>
                                        <p:tgtEl>
                                          <p:spTgt spid="14">
                                            <p:txEl>
                                              <p:pRg st="15" end="1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4">
                                            <p:txEl>
                                              <p:pRg st="17" end="17"/>
                                            </p:txEl>
                                          </p:spTgt>
                                        </p:tgtEl>
                                        <p:attrNameLst>
                                          <p:attrName>style.visibility</p:attrName>
                                        </p:attrNameLst>
                                      </p:cBhvr>
                                      <p:to>
                                        <p:strVal val="visible"/>
                                      </p:to>
                                    </p:set>
                                    <p:animEffect transition="in" filter="fade">
                                      <p:cBhvr>
                                        <p:cTn id="65" dur="500"/>
                                        <p:tgtEl>
                                          <p:spTgt spid="14">
                                            <p:txEl>
                                              <p:pRg st="17" end="17"/>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14">
                                            <p:txEl>
                                              <p:pRg st="18" end="18"/>
                                            </p:txEl>
                                          </p:spTgt>
                                        </p:tgtEl>
                                        <p:attrNameLst>
                                          <p:attrName>style.visibility</p:attrName>
                                        </p:attrNameLst>
                                      </p:cBhvr>
                                      <p:to>
                                        <p:strVal val="visible"/>
                                      </p:to>
                                    </p:set>
                                    <p:animEffect transition="in" filter="fade">
                                      <p:cBhvr>
                                        <p:cTn id="68" dur="500"/>
                                        <p:tgtEl>
                                          <p:spTgt spid="1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9E1013FA-D938-4721-A682-0A0159D390B5}"/>
              </a:ext>
            </a:extLst>
          </p:cNvPr>
          <p:cNvSpPr>
            <a:spLocks noGrp="1"/>
          </p:cNvSpPr>
          <p:nvPr>
            <p:ph idx="1"/>
          </p:nvPr>
        </p:nvSpPr>
        <p:spPr>
          <a:xfrm>
            <a:off x="1944944" y="601996"/>
            <a:ext cx="5650033" cy="370246"/>
          </a:xfrm>
        </p:spPr>
        <p:txBody>
          <a:bodyPr>
            <a:noAutofit/>
          </a:bodyPr>
          <a:lstStyle/>
          <a:p>
            <a:pPr marL="0" indent="0">
              <a:buNone/>
            </a:pPr>
            <a:r>
              <a:rPr lang="tr-TR" sz="1904" b="1" dirty="0">
                <a:latin typeface="Myriad Pro"/>
                <a:cs typeface="Myriad Pro"/>
              </a:rPr>
              <a:t>ALTERNATİF KANIT </a:t>
            </a:r>
            <a:r>
              <a:rPr lang="tr-TR" sz="1058" b="1" i="1" dirty="0">
                <a:solidFill>
                  <a:srgbClr val="00B0F0"/>
                </a:solidFill>
                <a:latin typeface="Myriad Pro"/>
              </a:rPr>
              <a:t>{4 Seri Nolu Tebliğ, md.42}</a:t>
            </a:r>
            <a:endParaRPr lang="tr-TR" sz="1058" b="1" i="1" dirty="0">
              <a:solidFill>
                <a:srgbClr val="FF0000"/>
              </a:solidFill>
              <a:latin typeface="Myriad Pro"/>
            </a:endParaRPr>
          </a:p>
          <a:p>
            <a:pPr marL="0" indent="0">
              <a:buNone/>
            </a:pPr>
            <a:endParaRPr lang="tr-TR" sz="1904" b="1" dirty="0">
              <a:latin typeface="Myriad Pro"/>
              <a:cs typeface="Myriad Pro"/>
            </a:endParaRPr>
          </a:p>
        </p:txBody>
      </p:sp>
      <p:sp>
        <p:nvSpPr>
          <p:cNvPr id="16" name="Dikdörtgen 15">
            <a:extLst>
              <a:ext uri="{FF2B5EF4-FFF2-40B4-BE49-F238E27FC236}">
                <a16:creationId xmlns:a16="http://schemas.microsoft.com/office/drawing/2014/main" id="{EF91A401-98C5-434C-8E21-E92AD95D4852}"/>
              </a:ext>
            </a:extLst>
          </p:cNvPr>
          <p:cNvSpPr/>
          <p:nvPr/>
        </p:nvSpPr>
        <p:spPr>
          <a:xfrm>
            <a:off x="1321008" y="1942812"/>
            <a:ext cx="8695314" cy="3477427"/>
          </a:xfrm>
          <a:prstGeom prst="rect">
            <a:avLst/>
          </a:prstGeom>
        </p:spPr>
        <p:txBody>
          <a:bodyPr wrap="square">
            <a:spAutoFit/>
          </a:bodyPr>
          <a:lstStyle/>
          <a:p>
            <a:pPr algn="just"/>
            <a:r>
              <a:rPr lang="tr-TR" sz="1692" b="1" dirty="0">
                <a:latin typeface="Myriad Pro"/>
              </a:rPr>
              <a:t>Rejimin sonlandırılmasının </a:t>
            </a:r>
            <a:r>
              <a:rPr lang="tr-TR" sz="1692" b="1" dirty="0">
                <a:solidFill>
                  <a:srgbClr val="FF0000"/>
                </a:solidFill>
                <a:latin typeface="Myriad Pro"/>
              </a:rPr>
              <a:t>alternatif kanıtı </a:t>
            </a:r>
            <a:r>
              <a:rPr lang="tr-TR" sz="1692" b="1" dirty="0">
                <a:latin typeface="Myriad Pro"/>
              </a:rPr>
              <a:t>olarak;</a:t>
            </a:r>
          </a:p>
          <a:p>
            <a:pPr algn="just"/>
            <a:endParaRPr lang="tr-TR" sz="1692" dirty="0">
              <a:latin typeface="Myriad Pro"/>
            </a:endParaRPr>
          </a:p>
          <a:p>
            <a:pPr marL="302266" indent="-302266" algn="just">
              <a:buFont typeface="Arial" panose="020B0604020202020204" pitchFamily="34" charset="0"/>
              <a:buChar char="•"/>
            </a:pPr>
            <a:r>
              <a:rPr lang="tr-TR" sz="1692" dirty="0">
                <a:latin typeface="Myriad Pro"/>
              </a:rPr>
              <a:t>TRB fotokopisi veya 5 no’lu iade nüshasının fotokopisi,</a:t>
            </a:r>
          </a:p>
          <a:p>
            <a:pPr marL="302266" indent="-302266" algn="just">
              <a:buFont typeface="Arial" panose="020B0604020202020204" pitchFamily="34" charset="0"/>
              <a:buChar char="•"/>
            </a:pPr>
            <a:r>
              <a:rPr lang="tr-TR" sz="1692" dirty="0">
                <a:latin typeface="Myriad Pro"/>
              </a:rPr>
              <a:t>Eşyanın gümrükçe onaylanmış bir işlem veya kullanıma tabi tutulduğunu gösteren ve eşyayı belirleyen bir gümrük belgesinin bir nüshası veya bir fotokopisi,</a:t>
            </a:r>
          </a:p>
          <a:p>
            <a:pPr marL="302266" indent="-302266" algn="just">
              <a:buFont typeface="Arial" panose="020B0604020202020204" pitchFamily="34" charset="0"/>
              <a:buChar char="•"/>
            </a:pPr>
            <a:r>
              <a:rPr lang="tr-TR" sz="1692" u="sng" dirty="0">
                <a:latin typeface="Myriad Pro"/>
              </a:rPr>
              <a:t>İlişkili olduğu TRB belirtilmek koşuluyla</a:t>
            </a:r>
            <a:r>
              <a:rPr lang="tr-TR" sz="1692" dirty="0">
                <a:latin typeface="Myriad Pro"/>
              </a:rPr>
              <a:t> eşyayı belirleyen boşaltma kayıtları, konşimento, fatura gibi ticari belgelerin fotokopisi, kullanılabilir. </a:t>
            </a:r>
          </a:p>
          <a:p>
            <a:pPr algn="just"/>
            <a:endParaRPr lang="tr-TR" sz="1692" dirty="0">
              <a:latin typeface="Myriad Pro"/>
            </a:endParaRPr>
          </a:p>
          <a:p>
            <a:pPr algn="just"/>
            <a:r>
              <a:rPr lang="tr-TR" sz="1692" dirty="0">
                <a:latin typeface="Myriad Pro"/>
              </a:rPr>
              <a:t>Alternatif kanıt, uygun olduğunda, </a:t>
            </a:r>
            <a:r>
              <a:rPr lang="tr-TR" sz="1692" dirty="0">
                <a:solidFill>
                  <a:srgbClr val="FF0000"/>
                </a:solidFill>
                <a:latin typeface="Myriad Pro"/>
              </a:rPr>
              <a:t>birden fazla transit işlemini kapsayabilir</a:t>
            </a:r>
            <a:r>
              <a:rPr lang="tr-TR" sz="1692" dirty="0">
                <a:latin typeface="Myriad Pro"/>
              </a:rPr>
              <a:t>.</a:t>
            </a:r>
          </a:p>
          <a:p>
            <a:pPr algn="just"/>
            <a:endParaRPr lang="tr-TR" sz="1692" dirty="0">
              <a:latin typeface="Myriad Pro"/>
            </a:endParaRPr>
          </a:p>
          <a:p>
            <a:pPr algn="just"/>
            <a:r>
              <a:rPr lang="tr-TR" sz="1692" dirty="0">
                <a:latin typeface="Myriad Pro"/>
              </a:rPr>
              <a:t>Eşyanın bir başka ülkede gümrükçe onaylanmış işlem veya kullanıma girmiş olması durumunda, yukarıda belirtilen nüshalar veya fotokopiler, </a:t>
            </a:r>
            <a:r>
              <a:rPr lang="tr-TR" sz="1692" dirty="0">
                <a:solidFill>
                  <a:srgbClr val="3829FF"/>
                </a:solidFill>
                <a:latin typeface="Myriad Pro"/>
              </a:rPr>
              <a:t>ilgili ülkelerin yetkili makamları tarafından “</a:t>
            </a:r>
            <a:r>
              <a:rPr lang="tr-TR" sz="1692" u="sng" dirty="0">
                <a:solidFill>
                  <a:srgbClr val="3829FF"/>
                </a:solidFill>
                <a:latin typeface="Myriad Pro"/>
              </a:rPr>
              <a:t>aslı gibidir</a:t>
            </a:r>
            <a:r>
              <a:rPr lang="tr-TR" sz="1692" dirty="0">
                <a:solidFill>
                  <a:srgbClr val="3829FF"/>
                </a:solidFill>
                <a:latin typeface="Myriad Pro"/>
              </a:rPr>
              <a:t>” şeklinde onaylanmış olmalıdır</a:t>
            </a:r>
            <a:r>
              <a:rPr lang="tr-TR" sz="1692" dirty="0">
                <a:latin typeface="Myriad Pro"/>
              </a:rPr>
              <a:t>.</a:t>
            </a:r>
          </a:p>
        </p:txBody>
      </p:sp>
      <p:sp>
        <p:nvSpPr>
          <p:cNvPr id="5" name="Metin kutusu 4">
            <a:extLst>
              <a:ext uri="{FF2B5EF4-FFF2-40B4-BE49-F238E27FC236}">
                <a16:creationId xmlns:a16="http://schemas.microsoft.com/office/drawing/2014/main" id="{33253515-0E13-4B8E-8C2D-C076B19991EB}"/>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13271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xEl>
                                              <p:pRg st="2" end="2"/>
                                            </p:txEl>
                                          </p:spTgt>
                                        </p:tgtEl>
                                        <p:attrNameLst>
                                          <p:attrName>style.visibility</p:attrName>
                                        </p:attrNameLst>
                                      </p:cBhvr>
                                      <p:to>
                                        <p:strVal val="visible"/>
                                      </p:to>
                                    </p:set>
                                    <p:animEffect transition="in" filter="fade">
                                      <p:cBhvr>
                                        <p:cTn id="12" dur="500"/>
                                        <p:tgtEl>
                                          <p:spTgt spid="1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xEl>
                                              <p:pRg st="3" end="3"/>
                                            </p:txEl>
                                          </p:spTgt>
                                        </p:tgtEl>
                                        <p:attrNameLst>
                                          <p:attrName>style.visibility</p:attrName>
                                        </p:attrNameLst>
                                      </p:cBhvr>
                                      <p:to>
                                        <p:strVal val="visible"/>
                                      </p:to>
                                    </p:set>
                                    <p:animEffect transition="in" filter="fade">
                                      <p:cBhvr>
                                        <p:cTn id="17" dur="500"/>
                                        <p:tgtEl>
                                          <p:spTgt spid="1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xEl>
                                              <p:pRg st="4" end="4"/>
                                            </p:txEl>
                                          </p:spTgt>
                                        </p:tgtEl>
                                        <p:attrNameLst>
                                          <p:attrName>style.visibility</p:attrName>
                                        </p:attrNameLst>
                                      </p:cBhvr>
                                      <p:to>
                                        <p:strVal val="visible"/>
                                      </p:to>
                                    </p:set>
                                    <p:animEffect transition="in" filter="fade">
                                      <p:cBhvr>
                                        <p:cTn id="22" dur="500"/>
                                        <p:tgtEl>
                                          <p:spTgt spid="1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xEl>
                                              <p:pRg st="6" end="6"/>
                                            </p:txEl>
                                          </p:spTgt>
                                        </p:tgtEl>
                                        <p:attrNameLst>
                                          <p:attrName>style.visibility</p:attrName>
                                        </p:attrNameLst>
                                      </p:cBhvr>
                                      <p:to>
                                        <p:strVal val="visible"/>
                                      </p:to>
                                    </p:set>
                                    <p:animEffect transition="in" filter="fade">
                                      <p:cBhvr>
                                        <p:cTn id="27" dur="500"/>
                                        <p:tgtEl>
                                          <p:spTgt spid="1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xEl>
                                              <p:pRg st="8" end="8"/>
                                            </p:txEl>
                                          </p:spTgt>
                                        </p:tgtEl>
                                        <p:attrNameLst>
                                          <p:attrName>style.visibility</p:attrName>
                                        </p:attrNameLst>
                                      </p:cBhvr>
                                      <p:to>
                                        <p:strVal val="visible"/>
                                      </p:to>
                                    </p:set>
                                    <p:animEffect transition="in" filter="fade">
                                      <p:cBhvr>
                                        <p:cTn id="32" dur="500"/>
                                        <p:tgtEl>
                                          <p:spTgt spid="1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Resim 8">
            <a:extLst>
              <a:ext uri="{FF2B5EF4-FFF2-40B4-BE49-F238E27FC236}">
                <a16:creationId xmlns:a16="http://schemas.microsoft.com/office/drawing/2014/main" id="{DDE278CA-D890-4434-A093-6C306830E7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2252" y="343949"/>
            <a:ext cx="3726421" cy="6367548"/>
          </a:xfrm>
          <a:prstGeom prst="rect">
            <a:avLst/>
          </a:prstGeom>
        </p:spPr>
      </p:pic>
      <p:sp>
        <p:nvSpPr>
          <p:cNvPr id="10" name="Metin kutusu 9">
            <a:extLst>
              <a:ext uri="{FF2B5EF4-FFF2-40B4-BE49-F238E27FC236}">
                <a16:creationId xmlns:a16="http://schemas.microsoft.com/office/drawing/2014/main" id="{ACB55507-292B-4005-B39A-3640F1F48C42}"/>
              </a:ext>
            </a:extLst>
          </p:cNvPr>
          <p:cNvSpPr txBox="1"/>
          <p:nvPr/>
        </p:nvSpPr>
        <p:spPr>
          <a:xfrm>
            <a:off x="7146156" y="1012111"/>
            <a:ext cx="4698709" cy="1231747"/>
          </a:xfrm>
          <a:prstGeom prst="rect">
            <a:avLst/>
          </a:prstGeom>
          <a:noFill/>
        </p:spPr>
        <p:txBody>
          <a:bodyPr wrap="square" rtlCol="0">
            <a:spAutoFit/>
          </a:bodyPr>
          <a:lstStyle/>
          <a:p>
            <a:pPr algn="ctr"/>
            <a:r>
              <a:rPr lang="tr-TR" sz="1481" dirty="0">
                <a:latin typeface="Myriad Pro"/>
              </a:rPr>
              <a:t>Ortak transit rejiminde, rejim hak sahibi tarafından </a:t>
            </a:r>
          </a:p>
          <a:p>
            <a:pPr algn="ctr"/>
            <a:r>
              <a:rPr lang="tr-TR" sz="1481" dirty="0">
                <a:latin typeface="Myriad Pro"/>
              </a:rPr>
              <a:t>hareket gümrük idaresine alternatif kanıt </a:t>
            </a:r>
          </a:p>
          <a:p>
            <a:pPr algn="ctr"/>
            <a:r>
              <a:rPr lang="tr-TR" sz="1481" dirty="0">
                <a:latin typeface="Myriad Pro"/>
              </a:rPr>
              <a:t>sunulması halinde, varış gümrük idaresinden, </a:t>
            </a:r>
          </a:p>
          <a:p>
            <a:pPr algn="ctr"/>
            <a:r>
              <a:rPr lang="tr-TR" sz="1481" dirty="0">
                <a:latin typeface="Myriad Pro"/>
              </a:rPr>
              <a:t>sunulan </a:t>
            </a:r>
            <a:r>
              <a:rPr lang="tr-TR" sz="1481" dirty="0">
                <a:solidFill>
                  <a:srgbClr val="FF0000"/>
                </a:solidFill>
                <a:latin typeface="Myriad Pro"/>
              </a:rPr>
              <a:t>alternatif kanıtların </a:t>
            </a:r>
          </a:p>
          <a:p>
            <a:pPr algn="ctr"/>
            <a:r>
              <a:rPr lang="tr-TR" sz="1481" dirty="0">
                <a:solidFill>
                  <a:srgbClr val="FF0000"/>
                </a:solidFill>
                <a:latin typeface="Myriad Pro"/>
              </a:rPr>
              <a:t>TC21-Doğrulama Talebi formu ile doğrulanması</a:t>
            </a:r>
            <a:r>
              <a:rPr lang="tr-TR" sz="1481" dirty="0">
                <a:latin typeface="Myriad Pro"/>
              </a:rPr>
              <a:t> istenir. </a:t>
            </a:r>
          </a:p>
        </p:txBody>
      </p:sp>
      <p:sp>
        <p:nvSpPr>
          <p:cNvPr id="18" name="Metin kutusu 17">
            <a:extLst>
              <a:ext uri="{FF2B5EF4-FFF2-40B4-BE49-F238E27FC236}">
                <a16:creationId xmlns:a16="http://schemas.microsoft.com/office/drawing/2014/main" id="{01C76AE9-1FFA-4CB6-822F-F7C37C21494F}"/>
              </a:ext>
            </a:extLst>
          </p:cNvPr>
          <p:cNvSpPr txBox="1"/>
          <p:nvPr/>
        </p:nvSpPr>
        <p:spPr>
          <a:xfrm>
            <a:off x="7264690" y="2882397"/>
            <a:ext cx="4360043" cy="1003865"/>
          </a:xfrm>
          <a:prstGeom prst="rect">
            <a:avLst/>
          </a:prstGeom>
          <a:noFill/>
        </p:spPr>
        <p:txBody>
          <a:bodyPr wrap="square" rtlCol="0">
            <a:spAutoFit/>
          </a:bodyPr>
          <a:lstStyle/>
          <a:p>
            <a:pPr algn="ctr"/>
            <a:r>
              <a:rPr lang="tr-TR" sz="1481" dirty="0">
                <a:latin typeface="Myriad Pro"/>
              </a:rPr>
              <a:t>Alternatif kanıt çerçevesinde, transit işleminin usulüne uygun olarak sonlandırıldığının anlaşılması halinde, </a:t>
            </a:r>
          </a:p>
          <a:p>
            <a:pPr algn="ctr"/>
            <a:r>
              <a:rPr lang="tr-TR" sz="1481" dirty="0">
                <a:latin typeface="Myriad Pro"/>
              </a:rPr>
              <a:t>transit işlemi hareket gümrük idaresince ibra edilir.</a:t>
            </a:r>
          </a:p>
        </p:txBody>
      </p:sp>
      <p:sp>
        <p:nvSpPr>
          <p:cNvPr id="19" name="Metin kutusu 18">
            <a:extLst>
              <a:ext uri="{FF2B5EF4-FFF2-40B4-BE49-F238E27FC236}">
                <a16:creationId xmlns:a16="http://schemas.microsoft.com/office/drawing/2014/main" id="{25B2DC0E-0EE9-4CE1-BF38-4923E3881DC9}"/>
              </a:ext>
            </a:extLst>
          </p:cNvPr>
          <p:cNvSpPr txBox="1"/>
          <p:nvPr/>
        </p:nvSpPr>
        <p:spPr>
          <a:xfrm>
            <a:off x="6993755" y="4508563"/>
            <a:ext cx="4842644" cy="1687513"/>
          </a:xfrm>
          <a:prstGeom prst="rect">
            <a:avLst/>
          </a:prstGeom>
          <a:noFill/>
        </p:spPr>
        <p:txBody>
          <a:bodyPr wrap="square" rtlCol="0">
            <a:spAutoFit/>
          </a:bodyPr>
          <a:lstStyle/>
          <a:p>
            <a:pPr algn="ctr"/>
            <a:r>
              <a:rPr lang="tr-TR" sz="1481" dirty="0">
                <a:latin typeface="Myriad Pro"/>
              </a:rPr>
              <a:t>TC21-Doğrulama Talebi formu ile doğrulama </a:t>
            </a:r>
            <a:r>
              <a:rPr lang="tr-TR" sz="1481" b="1" dirty="0">
                <a:latin typeface="Myriad Pro"/>
              </a:rPr>
              <a:t>öncesinde</a:t>
            </a:r>
            <a:r>
              <a:rPr lang="tr-TR" sz="1481" dirty="0">
                <a:latin typeface="Myriad Pro"/>
              </a:rPr>
              <a:t>, </a:t>
            </a:r>
          </a:p>
          <a:p>
            <a:pPr algn="ctr"/>
            <a:r>
              <a:rPr lang="tr-TR" sz="1481" dirty="0">
                <a:latin typeface="Myriad Pro"/>
              </a:rPr>
              <a:t>varış ülkesinin yetkili makamlarınca, </a:t>
            </a:r>
          </a:p>
          <a:p>
            <a:pPr algn="ctr"/>
            <a:r>
              <a:rPr lang="tr-TR" sz="1481" dirty="0">
                <a:solidFill>
                  <a:srgbClr val="FF0000"/>
                </a:solidFill>
                <a:latin typeface="Myriad Pro"/>
              </a:rPr>
              <a:t>doğrudan gümrük idaresine iletilen resmi yazı ile </a:t>
            </a:r>
          </a:p>
          <a:p>
            <a:pPr algn="ctr"/>
            <a:r>
              <a:rPr lang="tr-TR" sz="1481" dirty="0">
                <a:latin typeface="Myriad Pro"/>
              </a:rPr>
              <a:t>transit işleminin usulüne uygun olarak sonlandırıldığının belirtilmesi halinde, </a:t>
            </a:r>
          </a:p>
          <a:p>
            <a:pPr algn="ctr"/>
            <a:r>
              <a:rPr lang="tr-TR" sz="1481" dirty="0">
                <a:latin typeface="Myriad Pro"/>
              </a:rPr>
              <a:t>ayrıca TC21 </a:t>
            </a:r>
            <a:r>
              <a:rPr lang="tr-TR" sz="1481" dirty="0">
                <a:solidFill>
                  <a:srgbClr val="FF0000"/>
                </a:solidFill>
                <a:latin typeface="Myriad Pro"/>
              </a:rPr>
              <a:t>doğrulaması beklenmeksizin </a:t>
            </a:r>
          </a:p>
          <a:p>
            <a:pPr algn="ctr"/>
            <a:r>
              <a:rPr lang="tr-TR" sz="1481" dirty="0">
                <a:latin typeface="Myriad Pro"/>
              </a:rPr>
              <a:t>transit işlemi ibra edilir.</a:t>
            </a:r>
          </a:p>
        </p:txBody>
      </p:sp>
      <p:sp>
        <p:nvSpPr>
          <p:cNvPr id="20" name="Content Placeholder 2">
            <a:extLst>
              <a:ext uri="{FF2B5EF4-FFF2-40B4-BE49-F238E27FC236}">
                <a16:creationId xmlns:a16="http://schemas.microsoft.com/office/drawing/2014/main" id="{20692D8C-DFBF-423F-B52C-CAB0C4E66304}"/>
              </a:ext>
            </a:extLst>
          </p:cNvPr>
          <p:cNvSpPr txBox="1">
            <a:spLocks/>
          </p:cNvSpPr>
          <p:nvPr/>
        </p:nvSpPr>
        <p:spPr>
          <a:xfrm>
            <a:off x="445967" y="1467117"/>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TC21 FORMU </a:t>
            </a:r>
          </a:p>
          <a:p>
            <a:pPr marL="0" indent="0">
              <a:buNone/>
            </a:pPr>
            <a:r>
              <a:rPr lang="tr-TR" sz="1058" b="1" i="1" dirty="0">
                <a:solidFill>
                  <a:srgbClr val="00B0F0"/>
                </a:solidFill>
                <a:latin typeface="Myriad Pro"/>
              </a:rPr>
              <a:t>{4 Seri Nolu Tebliğ, md.44}</a:t>
            </a:r>
            <a:endParaRPr lang="tr-TR" sz="1058" b="1" i="1" dirty="0">
              <a:solidFill>
                <a:srgbClr val="FF0000"/>
              </a:solidFill>
              <a:latin typeface="Myriad Pro"/>
            </a:endParaRPr>
          </a:p>
          <a:p>
            <a:pPr marL="0" indent="0">
              <a:buNone/>
            </a:pPr>
            <a:endParaRPr lang="tr-TR" sz="1904" b="1" dirty="0">
              <a:latin typeface="Myriad Pro"/>
              <a:cs typeface="Myriad Pro"/>
            </a:endParaRPr>
          </a:p>
        </p:txBody>
      </p:sp>
      <p:sp>
        <p:nvSpPr>
          <p:cNvPr id="8" name="Metin kutusu 7">
            <a:extLst>
              <a:ext uri="{FF2B5EF4-FFF2-40B4-BE49-F238E27FC236}">
                <a16:creationId xmlns:a16="http://schemas.microsoft.com/office/drawing/2014/main" id="{47118F2D-FE13-472E-9791-D9E147BDB160}"/>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90700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P spid="19" grpId="0"/>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1963016" y="634363"/>
            <a:ext cx="7214608" cy="300005"/>
          </a:xfrm>
        </p:spPr>
        <p:txBody>
          <a:bodyPr>
            <a:noAutofit/>
          </a:bodyPr>
          <a:lstStyle/>
          <a:p>
            <a:pPr marL="0" indent="0">
              <a:buNone/>
            </a:pPr>
            <a:r>
              <a:rPr lang="tr-TR" sz="1904" b="1" dirty="0">
                <a:latin typeface="Myriad Pro"/>
              </a:rPr>
              <a:t>ARAŞTIRMA İŞLEMLERİ</a:t>
            </a:r>
            <a:endParaRPr lang="tr-TR" sz="1058" b="1" dirty="0">
              <a:latin typeface="Myriad Pro"/>
            </a:endParaRPr>
          </a:p>
          <a:p>
            <a:pPr marL="0" indent="0">
              <a:buNone/>
            </a:pPr>
            <a:endParaRPr lang="tr-TR" sz="1904" b="1" dirty="0">
              <a:latin typeface="Myriad Pro"/>
              <a:cs typeface="Myriad Pro"/>
            </a:endParaRPr>
          </a:p>
        </p:txBody>
      </p:sp>
      <p:cxnSp>
        <p:nvCxnSpPr>
          <p:cNvPr id="29" name="Düz Bağlayıcı 28">
            <a:extLst>
              <a:ext uri="{FF2B5EF4-FFF2-40B4-BE49-F238E27FC236}">
                <a16:creationId xmlns:a16="http://schemas.microsoft.com/office/drawing/2014/main" id="{51411DD4-C3FA-4FF4-A4FF-610C0414FE57}"/>
              </a:ext>
            </a:extLst>
          </p:cNvPr>
          <p:cNvCxnSpPr>
            <a:cxnSpLocks/>
          </p:cNvCxnSpPr>
          <p:nvPr/>
        </p:nvCxnSpPr>
        <p:spPr>
          <a:xfrm flipH="1">
            <a:off x="2684310" y="3491846"/>
            <a:ext cx="1680" cy="3366155"/>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406C8DF-E920-442D-ADE0-243CC79AD166}"/>
              </a:ext>
            </a:extLst>
          </p:cNvPr>
          <p:cNvSpPr/>
          <p:nvPr/>
        </p:nvSpPr>
        <p:spPr>
          <a:xfrm>
            <a:off x="2016962" y="2639314"/>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Asıl Sorumlu</a:t>
            </a:r>
          </a:p>
        </p:txBody>
      </p:sp>
      <p:sp>
        <p:nvSpPr>
          <p:cNvPr id="31" name="Oval 30">
            <a:extLst>
              <a:ext uri="{FF2B5EF4-FFF2-40B4-BE49-F238E27FC236}">
                <a16:creationId xmlns:a16="http://schemas.microsoft.com/office/drawing/2014/main" id="{D07AED43-1C30-49B8-A52B-3202B5CB5C4B}"/>
              </a:ext>
            </a:extLst>
          </p:cNvPr>
          <p:cNvSpPr/>
          <p:nvPr/>
        </p:nvSpPr>
        <p:spPr>
          <a:xfrm>
            <a:off x="4400990" y="2635707"/>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Hareket Gümrük İdaresi</a:t>
            </a:r>
          </a:p>
        </p:txBody>
      </p:sp>
      <p:sp>
        <p:nvSpPr>
          <p:cNvPr id="32" name="Oval 31">
            <a:extLst>
              <a:ext uri="{FF2B5EF4-FFF2-40B4-BE49-F238E27FC236}">
                <a16:creationId xmlns:a16="http://schemas.microsoft.com/office/drawing/2014/main" id="{C081A547-E848-443B-B9D9-D0A8919A4ADE}"/>
              </a:ext>
            </a:extLst>
          </p:cNvPr>
          <p:cNvSpPr/>
          <p:nvPr/>
        </p:nvSpPr>
        <p:spPr>
          <a:xfrm>
            <a:off x="6872732" y="2644022"/>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Varış Gümrük İdaresi</a:t>
            </a:r>
          </a:p>
        </p:txBody>
      </p:sp>
      <p:cxnSp>
        <p:nvCxnSpPr>
          <p:cNvPr id="33" name="Düz Bağlayıcı 32">
            <a:extLst>
              <a:ext uri="{FF2B5EF4-FFF2-40B4-BE49-F238E27FC236}">
                <a16:creationId xmlns:a16="http://schemas.microsoft.com/office/drawing/2014/main" id="{FB860054-6AF3-40D6-A1D7-0548B302F4E8}"/>
              </a:ext>
            </a:extLst>
          </p:cNvPr>
          <p:cNvCxnSpPr>
            <a:cxnSpLocks/>
          </p:cNvCxnSpPr>
          <p:nvPr/>
        </p:nvCxnSpPr>
        <p:spPr>
          <a:xfrm>
            <a:off x="7523062" y="3491006"/>
            <a:ext cx="0" cy="3366995"/>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 name="Düz Bağlayıcı 33">
            <a:extLst>
              <a:ext uri="{FF2B5EF4-FFF2-40B4-BE49-F238E27FC236}">
                <a16:creationId xmlns:a16="http://schemas.microsoft.com/office/drawing/2014/main" id="{39533E13-AEFF-41E5-A27D-1F7D80DDD233}"/>
              </a:ext>
            </a:extLst>
          </p:cNvPr>
          <p:cNvCxnSpPr>
            <a:cxnSpLocks/>
          </p:cNvCxnSpPr>
          <p:nvPr/>
        </p:nvCxnSpPr>
        <p:spPr>
          <a:xfrm>
            <a:off x="5028539" y="3491846"/>
            <a:ext cx="0" cy="3366155"/>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35" name="71 Metin kutusu">
            <a:extLst>
              <a:ext uri="{FF2B5EF4-FFF2-40B4-BE49-F238E27FC236}">
                <a16:creationId xmlns:a16="http://schemas.microsoft.com/office/drawing/2014/main" id="{191551C5-E4D3-49ED-9132-7491759F3EAE}"/>
              </a:ext>
            </a:extLst>
          </p:cNvPr>
          <p:cNvSpPr txBox="1"/>
          <p:nvPr/>
        </p:nvSpPr>
        <p:spPr>
          <a:xfrm>
            <a:off x="8114687" y="5229027"/>
            <a:ext cx="3389737" cy="1394549"/>
          </a:xfrm>
          <a:prstGeom prst="rect">
            <a:avLst/>
          </a:prstGeom>
          <a:noFill/>
        </p:spPr>
        <p:txBody>
          <a:bodyPr wrap="square" rtlCol="0">
            <a:spAutoFit/>
          </a:bodyPr>
          <a:lstStyle/>
          <a:p>
            <a:r>
              <a:rPr lang="tr-TR" sz="1481" dirty="0">
                <a:solidFill>
                  <a:srgbClr val="7030A0"/>
                </a:solidFill>
                <a:latin typeface="Myriad Pro"/>
              </a:rPr>
              <a:t>ENQ_POZ (Teyit Nüshası Gönderildi) </a:t>
            </a:r>
            <a:r>
              <a:rPr lang="tr-TR" sz="1481" i="1" u="sng" dirty="0">
                <a:solidFill>
                  <a:srgbClr val="7030A0"/>
                </a:solidFill>
                <a:latin typeface="Myriad Pro"/>
              </a:rPr>
              <a:t>Araç geldi, teyidi gitmedi</a:t>
            </a:r>
          </a:p>
          <a:p>
            <a:endParaRPr lang="tr-TR" sz="1481" i="1" u="sng" dirty="0">
              <a:solidFill>
                <a:srgbClr val="7030A0"/>
              </a:solidFill>
              <a:latin typeface="Myriad Pro"/>
            </a:endParaRPr>
          </a:p>
          <a:p>
            <a:r>
              <a:rPr lang="tr-TR" sz="1481" dirty="0">
                <a:solidFill>
                  <a:srgbClr val="7030A0"/>
                </a:solidFill>
                <a:latin typeface="Myriad Pro"/>
              </a:rPr>
              <a:t>* </a:t>
            </a:r>
            <a:r>
              <a:rPr lang="tr-TR" sz="1481" i="1" dirty="0">
                <a:solidFill>
                  <a:srgbClr val="7030A0"/>
                </a:solidFill>
                <a:latin typeface="Myriad Pro"/>
              </a:rPr>
              <a:t>3 Cevap Kodu</a:t>
            </a:r>
          </a:p>
          <a:p>
            <a:pPr marL="302266" indent="-302266">
              <a:buFont typeface="Arial" panose="020B0604020202020204" pitchFamily="34" charset="0"/>
              <a:buChar char="•"/>
            </a:pPr>
            <a:endParaRPr lang="tr-TR" sz="1481" i="1" dirty="0">
              <a:solidFill>
                <a:srgbClr val="002060"/>
              </a:solidFill>
              <a:latin typeface="Myriad Pro"/>
            </a:endParaRPr>
          </a:p>
          <a:p>
            <a:r>
              <a:rPr lang="tr-TR" sz="1058" b="1" i="1" dirty="0">
                <a:solidFill>
                  <a:srgbClr val="00B0F0"/>
                </a:solidFill>
                <a:latin typeface="Myriad Pro"/>
              </a:rPr>
              <a:t>{4 Seri Nolu Tebliğ, md.48/2-a}</a:t>
            </a:r>
            <a:endParaRPr lang="tr-TR" sz="1058" b="1" i="1" dirty="0">
              <a:solidFill>
                <a:srgbClr val="FF0000"/>
              </a:solidFill>
              <a:latin typeface="Myriad Pro"/>
            </a:endParaRPr>
          </a:p>
        </p:txBody>
      </p:sp>
      <p:sp>
        <p:nvSpPr>
          <p:cNvPr id="36" name="73 Metin kutusu">
            <a:extLst>
              <a:ext uri="{FF2B5EF4-FFF2-40B4-BE49-F238E27FC236}">
                <a16:creationId xmlns:a16="http://schemas.microsoft.com/office/drawing/2014/main" id="{71F89F7F-BFAF-429F-B470-7F58C46A45EC}"/>
              </a:ext>
            </a:extLst>
          </p:cNvPr>
          <p:cNvSpPr txBox="1"/>
          <p:nvPr/>
        </p:nvSpPr>
        <p:spPr>
          <a:xfrm>
            <a:off x="8013091" y="3628222"/>
            <a:ext cx="3838598" cy="1133900"/>
          </a:xfrm>
          <a:prstGeom prst="rect">
            <a:avLst/>
          </a:prstGeom>
          <a:noFill/>
        </p:spPr>
        <p:txBody>
          <a:bodyPr wrap="square" rtlCol="0">
            <a:spAutoFit/>
          </a:bodyPr>
          <a:lstStyle/>
          <a:p>
            <a:pPr algn="ctr"/>
            <a:r>
              <a:rPr lang="tr-TR" sz="1692" dirty="0">
                <a:latin typeface="Myriad Pro"/>
              </a:rPr>
              <a:t>Hareket gümrük idaresi makul bir süre bekledikten sonra, </a:t>
            </a:r>
          </a:p>
          <a:p>
            <a:pPr algn="ctr"/>
            <a:r>
              <a:rPr lang="tr-TR" sz="1692" dirty="0">
                <a:latin typeface="Myriad Pro"/>
              </a:rPr>
              <a:t>cevap alamadığı takdirde, </a:t>
            </a:r>
            <a:r>
              <a:rPr lang="tr-TR" sz="1692" b="1" dirty="0">
                <a:latin typeface="Myriad Pro"/>
              </a:rPr>
              <a:t>araştırmaya geçilmesini </a:t>
            </a:r>
            <a:r>
              <a:rPr lang="tr-TR" sz="1692" b="1" u="sng" dirty="0">
                <a:solidFill>
                  <a:srgbClr val="FF0000"/>
                </a:solidFill>
                <a:latin typeface="Myriad Pro"/>
              </a:rPr>
              <a:t>talep eder</a:t>
            </a:r>
            <a:r>
              <a:rPr lang="tr-TR" sz="1692" u="sng" dirty="0">
                <a:solidFill>
                  <a:srgbClr val="FF0000"/>
                </a:solidFill>
                <a:latin typeface="Myriad Pro"/>
              </a:rPr>
              <a:t>.</a:t>
            </a:r>
          </a:p>
        </p:txBody>
      </p:sp>
      <p:cxnSp>
        <p:nvCxnSpPr>
          <p:cNvPr id="37" name="Düz Ok Bağlayıcısı 36">
            <a:extLst>
              <a:ext uri="{FF2B5EF4-FFF2-40B4-BE49-F238E27FC236}">
                <a16:creationId xmlns:a16="http://schemas.microsoft.com/office/drawing/2014/main" id="{1ABB23C8-399F-4A3C-A0CC-06D08175DCCB}"/>
              </a:ext>
            </a:extLst>
          </p:cNvPr>
          <p:cNvCxnSpPr>
            <a:cxnSpLocks/>
          </p:cNvCxnSpPr>
          <p:nvPr/>
        </p:nvCxnSpPr>
        <p:spPr>
          <a:xfrm>
            <a:off x="5507376" y="4203572"/>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38" name="Düz Ok Bağlayıcısı 37">
            <a:extLst>
              <a:ext uri="{FF2B5EF4-FFF2-40B4-BE49-F238E27FC236}">
                <a16:creationId xmlns:a16="http://schemas.microsoft.com/office/drawing/2014/main" id="{464DE94E-4AE3-4587-AA4F-1E5AA13C1127}"/>
              </a:ext>
            </a:extLst>
          </p:cNvPr>
          <p:cNvCxnSpPr>
            <a:cxnSpLocks/>
          </p:cNvCxnSpPr>
          <p:nvPr/>
        </p:nvCxnSpPr>
        <p:spPr>
          <a:xfrm flipH="1">
            <a:off x="2913976" y="6177510"/>
            <a:ext cx="1851564" cy="7749"/>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0" name="Metin kutusu 39">
            <a:extLst>
              <a:ext uri="{FF2B5EF4-FFF2-40B4-BE49-F238E27FC236}">
                <a16:creationId xmlns:a16="http://schemas.microsoft.com/office/drawing/2014/main" id="{6EA309B4-D0F6-4116-B085-76CD296C7E8D}"/>
              </a:ext>
            </a:extLst>
          </p:cNvPr>
          <p:cNvSpPr txBox="1"/>
          <p:nvPr/>
        </p:nvSpPr>
        <p:spPr>
          <a:xfrm>
            <a:off x="5682886" y="3845454"/>
            <a:ext cx="1058303" cy="352725"/>
          </a:xfrm>
          <a:prstGeom prst="rect">
            <a:avLst/>
          </a:prstGeom>
          <a:noFill/>
        </p:spPr>
        <p:txBody>
          <a:bodyPr wrap="none" rtlCol="0">
            <a:spAutoFit/>
          </a:bodyPr>
          <a:lstStyle/>
          <a:p>
            <a:r>
              <a:rPr lang="tr-TR" sz="1692" dirty="0">
                <a:latin typeface="Myriad Pro"/>
              </a:rPr>
              <a:t>STD_REQ</a:t>
            </a:r>
          </a:p>
        </p:txBody>
      </p:sp>
      <p:sp>
        <p:nvSpPr>
          <p:cNvPr id="41" name="Metin kutusu 40">
            <a:extLst>
              <a:ext uri="{FF2B5EF4-FFF2-40B4-BE49-F238E27FC236}">
                <a16:creationId xmlns:a16="http://schemas.microsoft.com/office/drawing/2014/main" id="{4FE19E21-93F9-4161-8F91-309FDFD451A4}"/>
              </a:ext>
            </a:extLst>
          </p:cNvPr>
          <p:cNvSpPr txBox="1"/>
          <p:nvPr/>
        </p:nvSpPr>
        <p:spPr>
          <a:xfrm>
            <a:off x="3043253" y="6177510"/>
            <a:ext cx="1730602" cy="352725"/>
          </a:xfrm>
          <a:prstGeom prst="rect">
            <a:avLst/>
          </a:prstGeom>
          <a:noFill/>
        </p:spPr>
        <p:txBody>
          <a:bodyPr wrap="none" rtlCol="0">
            <a:spAutoFit/>
          </a:bodyPr>
          <a:lstStyle/>
          <a:p>
            <a:r>
              <a:rPr lang="tr-TR" sz="1692" dirty="0">
                <a:solidFill>
                  <a:srgbClr val="7030A0"/>
                </a:solidFill>
                <a:latin typeface="Myriad Pro"/>
              </a:rPr>
              <a:t>WRT_NOT_MAN</a:t>
            </a:r>
          </a:p>
        </p:txBody>
      </p:sp>
      <p:sp>
        <p:nvSpPr>
          <p:cNvPr id="42" name="Metin kutusu 41">
            <a:extLst>
              <a:ext uri="{FF2B5EF4-FFF2-40B4-BE49-F238E27FC236}">
                <a16:creationId xmlns:a16="http://schemas.microsoft.com/office/drawing/2014/main" id="{3DB6481D-C047-4226-8521-6B8E4CF827A6}"/>
              </a:ext>
            </a:extLst>
          </p:cNvPr>
          <p:cNvSpPr txBox="1"/>
          <p:nvPr/>
        </p:nvSpPr>
        <p:spPr>
          <a:xfrm>
            <a:off x="5715318" y="4220068"/>
            <a:ext cx="1023037" cy="352725"/>
          </a:xfrm>
          <a:prstGeom prst="rect">
            <a:avLst/>
          </a:prstGeom>
          <a:noFill/>
        </p:spPr>
        <p:txBody>
          <a:bodyPr wrap="none" rtlCol="0">
            <a:spAutoFit/>
          </a:bodyPr>
          <a:lstStyle/>
          <a:p>
            <a:r>
              <a:rPr lang="tr-TR" sz="1692" dirty="0">
                <a:latin typeface="Myriad Pro"/>
              </a:rPr>
              <a:t>STD_RSP</a:t>
            </a:r>
          </a:p>
        </p:txBody>
      </p:sp>
      <p:sp>
        <p:nvSpPr>
          <p:cNvPr id="43" name="Metin kutusu 42">
            <a:extLst>
              <a:ext uri="{FF2B5EF4-FFF2-40B4-BE49-F238E27FC236}">
                <a16:creationId xmlns:a16="http://schemas.microsoft.com/office/drawing/2014/main" id="{34D60D8E-33E4-4635-934F-57C8EBB5AFE7}"/>
              </a:ext>
            </a:extLst>
          </p:cNvPr>
          <p:cNvSpPr txBox="1"/>
          <p:nvPr/>
        </p:nvSpPr>
        <p:spPr>
          <a:xfrm>
            <a:off x="5687814" y="4650586"/>
            <a:ext cx="1082348" cy="352725"/>
          </a:xfrm>
          <a:prstGeom prst="rect">
            <a:avLst/>
          </a:prstGeom>
          <a:noFill/>
        </p:spPr>
        <p:txBody>
          <a:bodyPr wrap="none" rtlCol="0">
            <a:spAutoFit/>
          </a:bodyPr>
          <a:lstStyle/>
          <a:p>
            <a:r>
              <a:rPr lang="tr-TR" sz="1692" dirty="0">
                <a:latin typeface="Myriad Pro"/>
              </a:rPr>
              <a:t>ENQ_REC</a:t>
            </a:r>
          </a:p>
        </p:txBody>
      </p:sp>
      <p:cxnSp>
        <p:nvCxnSpPr>
          <p:cNvPr id="44" name="Düz Ok Bağlayıcısı 43">
            <a:extLst>
              <a:ext uri="{FF2B5EF4-FFF2-40B4-BE49-F238E27FC236}">
                <a16:creationId xmlns:a16="http://schemas.microsoft.com/office/drawing/2014/main" id="{E10E05B9-9EE2-422C-BD6C-C98DD05A4223}"/>
              </a:ext>
            </a:extLst>
          </p:cNvPr>
          <p:cNvCxnSpPr>
            <a:cxnSpLocks/>
          </p:cNvCxnSpPr>
          <p:nvPr/>
        </p:nvCxnSpPr>
        <p:spPr>
          <a:xfrm flipH="1">
            <a:off x="5503322" y="5837813"/>
            <a:ext cx="1523420" cy="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5" name="Metin kutusu 44">
            <a:extLst>
              <a:ext uri="{FF2B5EF4-FFF2-40B4-BE49-F238E27FC236}">
                <a16:creationId xmlns:a16="http://schemas.microsoft.com/office/drawing/2014/main" id="{73F65E6D-AB82-4892-96A9-7CD0C81E3757}"/>
              </a:ext>
            </a:extLst>
          </p:cNvPr>
          <p:cNvSpPr txBox="1"/>
          <p:nvPr/>
        </p:nvSpPr>
        <p:spPr>
          <a:xfrm>
            <a:off x="5670543" y="5479695"/>
            <a:ext cx="1202189" cy="352725"/>
          </a:xfrm>
          <a:prstGeom prst="rect">
            <a:avLst/>
          </a:prstGeom>
          <a:noFill/>
        </p:spPr>
        <p:txBody>
          <a:bodyPr wrap="none" rtlCol="0">
            <a:spAutoFit/>
          </a:bodyPr>
          <a:lstStyle/>
          <a:p>
            <a:r>
              <a:rPr lang="tr-TR" sz="1692" dirty="0">
                <a:solidFill>
                  <a:srgbClr val="7030A0"/>
                </a:solidFill>
                <a:latin typeface="Myriad Pro"/>
              </a:rPr>
              <a:t>ENQ_POZ*</a:t>
            </a:r>
          </a:p>
        </p:txBody>
      </p:sp>
      <p:cxnSp>
        <p:nvCxnSpPr>
          <p:cNvPr id="68" name="Düz Ok Bağlayıcısı 67">
            <a:extLst>
              <a:ext uri="{FF2B5EF4-FFF2-40B4-BE49-F238E27FC236}">
                <a16:creationId xmlns:a16="http://schemas.microsoft.com/office/drawing/2014/main" id="{89313432-BE86-4903-8BCC-FCAE1C588A7A}"/>
              </a:ext>
            </a:extLst>
          </p:cNvPr>
          <p:cNvCxnSpPr>
            <a:cxnSpLocks/>
          </p:cNvCxnSpPr>
          <p:nvPr/>
        </p:nvCxnSpPr>
        <p:spPr>
          <a:xfrm flipH="1">
            <a:off x="5528364" y="5008704"/>
            <a:ext cx="1523741"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69" name="Düz Ok Bağlayıcısı 68">
            <a:extLst>
              <a:ext uri="{FF2B5EF4-FFF2-40B4-BE49-F238E27FC236}">
                <a16:creationId xmlns:a16="http://schemas.microsoft.com/office/drawing/2014/main" id="{1E7B2B41-9919-4BC9-862A-122E2E16488A}"/>
              </a:ext>
            </a:extLst>
          </p:cNvPr>
          <p:cNvCxnSpPr>
            <a:cxnSpLocks/>
          </p:cNvCxnSpPr>
          <p:nvPr/>
        </p:nvCxnSpPr>
        <p:spPr>
          <a:xfrm>
            <a:off x="5507376" y="3807281"/>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70" name="Metin kutusu 69">
            <a:extLst>
              <a:ext uri="{FF2B5EF4-FFF2-40B4-BE49-F238E27FC236}">
                <a16:creationId xmlns:a16="http://schemas.microsoft.com/office/drawing/2014/main" id="{6CAFABCD-2049-4F7B-B196-0FB55B651D06}"/>
              </a:ext>
            </a:extLst>
          </p:cNvPr>
          <p:cNvSpPr txBox="1"/>
          <p:nvPr/>
        </p:nvSpPr>
        <p:spPr>
          <a:xfrm>
            <a:off x="5670543" y="3449164"/>
            <a:ext cx="1112805" cy="352725"/>
          </a:xfrm>
          <a:prstGeom prst="rect">
            <a:avLst/>
          </a:prstGeom>
          <a:noFill/>
        </p:spPr>
        <p:txBody>
          <a:bodyPr wrap="none" rtlCol="0">
            <a:spAutoFit/>
          </a:bodyPr>
          <a:lstStyle/>
          <a:p>
            <a:r>
              <a:rPr lang="tr-TR" sz="1692" dirty="0">
                <a:latin typeface="Myriad Pro"/>
              </a:rPr>
              <a:t>AAR_SND</a:t>
            </a:r>
          </a:p>
        </p:txBody>
      </p:sp>
      <p:cxnSp>
        <p:nvCxnSpPr>
          <p:cNvPr id="71" name="Düz Ok Bağlayıcısı 70">
            <a:extLst>
              <a:ext uri="{FF2B5EF4-FFF2-40B4-BE49-F238E27FC236}">
                <a16:creationId xmlns:a16="http://schemas.microsoft.com/office/drawing/2014/main" id="{C6ED8DBC-06A8-49D9-A654-C48AF923F487}"/>
              </a:ext>
            </a:extLst>
          </p:cNvPr>
          <p:cNvCxnSpPr>
            <a:cxnSpLocks/>
          </p:cNvCxnSpPr>
          <p:nvPr/>
        </p:nvCxnSpPr>
        <p:spPr>
          <a:xfrm flipH="1">
            <a:off x="5507377" y="4578186"/>
            <a:ext cx="15447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72" name="Düz Ok Bağlayıcısı 71">
            <a:extLst>
              <a:ext uri="{FF2B5EF4-FFF2-40B4-BE49-F238E27FC236}">
                <a16:creationId xmlns:a16="http://schemas.microsoft.com/office/drawing/2014/main" id="{E5C0342C-C800-44E2-976D-1B1E85C17DD6}"/>
              </a:ext>
            </a:extLst>
          </p:cNvPr>
          <p:cNvCxnSpPr>
            <a:cxnSpLocks/>
          </p:cNvCxnSpPr>
          <p:nvPr/>
        </p:nvCxnSpPr>
        <p:spPr>
          <a:xfrm>
            <a:off x="5507376" y="5449705"/>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73" name="Metin kutusu 72">
            <a:extLst>
              <a:ext uri="{FF2B5EF4-FFF2-40B4-BE49-F238E27FC236}">
                <a16:creationId xmlns:a16="http://schemas.microsoft.com/office/drawing/2014/main" id="{910FC24D-97AD-4B44-A40A-17C727CD818B}"/>
              </a:ext>
            </a:extLst>
          </p:cNvPr>
          <p:cNvSpPr txBox="1"/>
          <p:nvPr/>
        </p:nvSpPr>
        <p:spPr>
          <a:xfrm>
            <a:off x="5677900" y="5091588"/>
            <a:ext cx="1111202" cy="352725"/>
          </a:xfrm>
          <a:prstGeom prst="rect">
            <a:avLst/>
          </a:prstGeom>
          <a:noFill/>
        </p:spPr>
        <p:txBody>
          <a:bodyPr wrap="none" rtlCol="0">
            <a:spAutoFit/>
          </a:bodyPr>
          <a:lstStyle/>
          <a:p>
            <a:r>
              <a:rPr lang="tr-TR" sz="1692" dirty="0">
                <a:latin typeface="Myriad Pro"/>
              </a:rPr>
              <a:t>ENQ_REQ</a:t>
            </a:r>
          </a:p>
        </p:txBody>
      </p:sp>
      <p:sp>
        <p:nvSpPr>
          <p:cNvPr id="74" name="Metin kutusu 73">
            <a:extLst>
              <a:ext uri="{FF2B5EF4-FFF2-40B4-BE49-F238E27FC236}">
                <a16:creationId xmlns:a16="http://schemas.microsoft.com/office/drawing/2014/main" id="{28BAF7B3-6EBF-46E4-AEFA-9729243FA949}"/>
              </a:ext>
            </a:extLst>
          </p:cNvPr>
          <p:cNvSpPr txBox="1"/>
          <p:nvPr/>
        </p:nvSpPr>
        <p:spPr>
          <a:xfrm>
            <a:off x="2141609" y="1869784"/>
            <a:ext cx="6857421" cy="352725"/>
          </a:xfrm>
          <a:prstGeom prst="rect">
            <a:avLst/>
          </a:prstGeom>
          <a:noFill/>
        </p:spPr>
        <p:txBody>
          <a:bodyPr wrap="square" rtlCol="0">
            <a:spAutoFit/>
          </a:bodyPr>
          <a:lstStyle/>
          <a:p>
            <a:r>
              <a:rPr lang="tr-TR" sz="1692" b="1" dirty="0">
                <a:latin typeface="Myriad Pro"/>
              </a:rPr>
              <a:t>Hareket Gümrük İdaresinin Araştırma İsteğine Verilecek Cevaplar</a:t>
            </a:r>
          </a:p>
        </p:txBody>
      </p:sp>
      <p:sp>
        <p:nvSpPr>
          <p:cNvPr id="39" name="Metin kutusu 38">
            <a:extLst>
              <a:ext uri="{FF2B5EF4-FFF2-40B4-BE49-F238E27FC236}">
                <a16:creationId xmlns:a16="http://schemas.microsoft.com/office/drawing/2014/main" id="{A13BCEAB-306B-4F8A-8E1B-DC2504F9BFFD}"/>
              </a:ext>
            </a:extLst>
          </p:cNvPr>
          <p:cNvSpPr txBox="1"/>
          <p:nvPr/>
        </p:nvSpPr>
        <p:spPr>
          <a:xfrm>
            <a:off x="3290363" y="5807369"/>
            <a:ext cx="1143903" cy="352725"/>
          </a:xfrm>
          <a:prstGeom prst="rect">
            <a:avLst/>
          </a:prstGeom>
          <a:noFill/>
        </p:spPr>
        <p:txBody>
          <a:bodyPr wrap="none" rtlCol="0">
            <a:spAutoFit/>
          </a:bodyPr>
          <a:lstStyle/>
          <a:p>
            <a:r>
              <a:rPr lang="tr-TR" sz="1692" dirty="0">
                <a:solidFill>
                  <a:srgbClr val="7030A0"/>
                </a:solidFill>
                <a:latin typeface="Myriad Pro"/>
              </a:rPr>
              <a:t>WRT_NOT</a:t>
            </a:r>
          </a:p>
        </p:txBody>
      </p:sp>
      <p:sp>
        <p:nvSpPr>
          <p:cNvPr id="28" name="Metin kutusu 27">
            <a:extLst>
              <a:ext uri="{FF2B5EF4-FFF2-40B4-BE49-F238E27FC236}">
                <a16:creationId xmlns:a16="http://schemas.microsoft.com/office/drawing/2014/main" id="{A0DAAC03-156C-40D7-9B28-55CB4347E329}"/>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048392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500"/>
                                        <p:tgtEl>
                                          <p:spTgt spid="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par>
                                <p:cTn id="13" presetID="10"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par>
                                <p:cTn id="19" presetID="10"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500"/>
                                        <p:tgtEl>
                                          <p:spTgt spid="70"/>
                                        </p:tgtEl>
                                      </p:cBhvr>
                                    </p:animEffect>
                                  </p:childTnLst>
                                </p:cTn>
                              </p:par>
                              <p:par>
                                <p:cTn id="33" presetID="10" presetClass="entr" presetSubtype="0"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fade">
                                      <p:cBhvr>
                                        <p:cTn id="35" dur="500"/>
                                        <p:tgtEl>
                                          <p:spTgt spid="6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10"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500"/>
                                        <p:tgtEl>
                                          <p:spTgt spid="42"/>
                                        </p:tgtEl>
                                      </p:cBhvr>
                                    </p:animEffect>
                                  </p:childTnLst>
                                </p:cTn>
                              </p:par>
                              <p:par>
                                <p:cTn id="49" presetID="10" presetClass="entr" presetSubtype="0" fill="hold" nodeType="with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fade">
                                      <p:cBhvr>
                                        <p:cTn id="51" dur="500"/>
                                        <p:tgtEl>
                                          <p:spTgt spid="7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3"/>
                                        </p:tgtEl>
                                        <p:attrNameLst>
                                          <p:attrName>style.visibility</p:attrName>
                                        </p:attrNameLst>
                                      </p:cBhvr>
                                      <p:to>
                                        <p:strVal val="visible"/>
                                      </p:to>
                                    </p:set>
                                    <p:animEffect transition="in" filter="fade">
                                      <p:cBhvr>
                                        <p:cTn id="56" dur="500"/>
                                        <p:tgtEl>
                                          <p:spTgt spid="43"/>
                                        </p:tgtEl>
                                      </p:cBhvr>
                                    </p:animEffect>
                                  </p:childTnLst>
                                </p:cTn>
                              </p:par>
                              <p:par>
                                <p:cTn id="57" presetID="10" presetClass="entr" presetSubtype="0" fill="hold" nodeType="withEffect">
                                  <p:stCondLst>
                                    <p:cond delay="0"/>
                                  </p:stCondLst>
                                  <p:childTnLst>
                                    <p:set>
                                      <p:cBhvr>
                                        <p:cTn id="58" dur="1" fill="hold">
                                          <p:stCondLst>
                                            <p:cond delay="0"/>
                                          </p:stCondLst>
                                        </p:cTn>
                                        <p:tgtEl>
                                          <p:spTgt spid="68"/>
                                        </p:tgtEl>
                                        <p:attrNameLst>
                                          <p:attrName>style.visibility</p:attrName>
                                        </p:attrNameLst>
                                      </p:cBhvr>
                                      <p:to>
                                        <p:strVal val="visible"/>
                                      </p:to>
                                    </p:set>
                                    <p:animEffect transition="in" filter="fade">
                                      <p:cBhvr>
                                        <p:cTn id="59" dur="500"/>
                                        <p:tgtEl>
                                          <p:spTgt spid="6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73"/>
                                        </p:tgtEl>
                                        <p:attrNameLst>
                                          <p:attrName>style.visibility</p:attrName>
                                        </p:attrNameLst>
                                      </p:cBhvr>
                                      <p:to>
                                        <p:strVal val="visible"/>
                                      </p:to>
                                    </p:set>
                                    <p:animEffect transition="in" filter="fade">
                                      <p:cBhvr>
                                        <p:cTn id="64" dur="500"/>
                                        <p:tgtEl>
                                          <p:spTgt spid="73"/>
                                        </p:tgtEl>
                                      </p:cBhvr>
                                    </p:animEffect>
                                  </p:childTnLst>
                                </p:cTn>
                              </p:par>
                              <p:par>
                                <p:cTn id="65" presetID="10" presetClass="entr" presetSubtype="0" fill="hold" nodeType="withEffect">
                                  <p:stCondLst>
                                    <p:cond delay="0"/>
                                  </p:stCondLst>
                                  <p:childTnLst>
                                    <p:set>
                                      <p:cBhvr>
                                        <p:cTn id="66" dur="1" fill="hold">
                                          <p:stCondLst>
                                            <p:cond delay="0"/>
                                          </p:stCondLst>
                                        </p:cTn>
                                        <p:tgtEl>
                                          <p:spTgt spid="72"/>
                                        </p:tgtEl>
                                        <p:attrNameLst>
                                          <p:attrName>style.visibility</p:attrName>
                                        </p:attrNameLst>
                                      </p:cBhvr>
                                      <p:to>
                                        <p:strVal val="visible"/>
                                      </p:to>
                                    </p:set>
                                    <p:animEffect transition="in" filter="fade">
                                      <p:cBhvr>
                                        <p:cTn id="67" dur="500"/>
                                        <p:tgtEl>
                                          <p:spTgt spid="7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500"/>
                                        <p:tgtEl>
                                          <p:spTgt spid="3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500"/>
                                        <p:tgtEl>
                                          <p:spTgt spid="45"/>
                                        </p:tgtEl>
                                      </p:cBhvr>
                                    </p:animEffect>
                                  </p:childTnLst>
                                </p:cTn>
                              </p:par>
                              <p:par>
                                <p:cTn id="76" presetID="10" presetClass="entr" presetSubtype="0" fill="hold"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5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5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1"/>
                                        </p:tgtEl>
                                        <p:attrNameLst>
                                          <p:attrName>style.visibility</p:attrName>
                                        </p:attrNameLst>
                                      </p:cBhvr>
                                      <p:to>
                                        <p:strVal val="visible"/>
                                      </p:to>
                                    </p:set>
                                    <p:animEffect transition="in" filter="fade">
                                      <p:cBhvr>
                                        <p:cTn id="86" dur="500"/>
                                        <p:tgtEl>
                                          <p:spTgt spid="41"/>
                                        </p:tgtEl>
                                      </p:cBhvr>
                                    </p:animEffect>
                                  </p:childTnLst>
                                </p:cTn>
                              </p:par>
                              <p:par>
                                <p:cTn id="87" presetID="10" presetClass="entr" presetSubtype="0" fill="hold" nodeType="with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500"/>
                                        <p:tgtEl>
                                          <p:spTgt spid="3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5" grpId="0"/>
      <p:bldP spid="36" grpId="0"/>
      <p:bldP spid="40" grpId="0"/>
      <p:bldP spid="41" grpId="0"/>
      <p:bldP spid="42" grpId="0"/>
      <p:bldP spid="43" grpId="0"/>
      <p:bldP spid="45" grpId="0"/>
      <p:bldP spid="70" grpId="0"/>
      <p:bldP spid="73" grpId="0"/>
      <p:bldP spid="74" grpId="0"/>
      <p:bldP spid="3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Düz Bağlayıcı 28">
            <a:extLst>
              <a:ext uri="{FF2B5EF4-FFF2-40B4-BE49-F238E27FC236}">
                <a16:creationId xmlns:a16="http://schemas.microsoft.com/office/drawing/2014/main" id="{51411DD4-C3FA-4FF4-A4FF-610C0414FE57}"/>
              </a:ext>
            </a:extLst>
          </p:cNvPr>
          <p:cNvCxnSpPr>
            <a:cxnSpLocks/>
          </p:cNvCxnSpPr>
          <p:nvPr/>
        </p:nvCxnSpPr>
        <p:spPr>
          <a:xfrm flipH="1">
            <a:off x="2684310" y="3491846"/>
            <a:ext cx="1680" cy="334173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406C8DF-E920-442D-ADE0-243CC79AD166}"/>
              </a:ext>
            </a:extLst>
          </p:cNvPr>
          <p:cNvSpPr/>
          <p:nvPr/>
        </p:nvSpPr>
        <p:spPr>
          <a:xfrm>
            <a:off x="2043681" y="2622369"/>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Asıl Sorumlu</a:t>
            </a:r>
          </a:p>
        </p:txBody>
      </p:sp>
      <p:sp>
        <p:nvSpPr>
          <p:cNvPr id="31" name="Oval 30">
            <a:extLst>
              <a:ext uri="{FF2B5EF4-FFF2-40B4-BE49-F238E27FC236}">
                <a16:creationId xmlns:a16="http://schemas.microsoft.com/office/drawing/2014/main" id="{D07AED43-1C30-49B8-A52B-3202B5CB5C4B}"/>
              </a:ext>
            </a:extLst>
          </p:cNvPr>
          <p:cNvSpPr/>
          <p:nvPr/>
        </p:nvSpPr>
        <p:spPr>
          <a:xfrm>
            <a:off x="4399895" y="2623288"/>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Hareket Gümrük İdaresi</a:t>
            </a:r>
          </a:p>
        </p:txBody>
      </p:sp>
      <p:sp>
        <p:nvSpPr>
          <p:cNvPr id="32" name="Oval 31">
            <a:extLst>
              <a:ext uri="{FF2B5EF4-FFF2-40B4-BE49-F238E27FC236}">
                <a16:creationId xmlns:a16="http://schemas.microsoft.com/office/drawing/2014/main" id="{C081A547-E848-443B-B9D9-D0A8919A4ADE}"/>
              </a:ext>
            </a:extLst>
          </p:cNvPr>
          <p:cNvSpPr/>
          <p:nvPr/>
        </p:nvSpPr>
        <p:spPr>
          <a:xfrm>
            <a:off x="6892352" y="2623288"/>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Varış Gümrük İdaresi</a:t>
            </a:r>
          </a:p>
        </p:txBody>
      </p:sp>
      <p:cxnSp>
        <p:nvCxnSpPr>
          <p:cNvPr id="33" name="Düz Bağlayıcı 32">
            <a:extLst>
              <a:ext uri="{FF2B5EF4-FFF2-40B4-BE49-F238E27FC236}">
                <a16:creationId xmlns:a16="http://schemas.microsoft.com/office/drawing/2014/main" id="{FB860054-6AF3-40D6-A1D7-0548B302F4E8}"/>
              </a:ext>
            </a:extLst>
          </p:cNvPr>
          <p:cNvCxnSpPr>
            <a:cxnSpLocks/>
          </p:cNvCxnSpPr>
          <p:nvPr/>
        </p:nvCxnSpPr>
        <p:spPr>
          <a:xfrm flipH="1">
            <a:off x="7521382" y="3491006"/>
            <a:ext cx="1680" cy="334257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 name="Düz Bağlayıcı 33">
            <a:extLst>
              <a:ext uri="{FF2B5EF4-FFF2-40B4-BE49-F238E27FC236}">
                <a16:creationId xmlns:a16="http://schemas.microsoft.com/office/drawing/2014/main" id="{39533E13-AEFF-41E5-A27D-1F7D80DDD233}"/>
              </a:ext>
            </a:extLst>
          </p:cNvPr>
          <p:cNvCxnSpPr>
            <a:cxnSpLocks/>
          </p:cNvCxnSpPr>
          <p:nvPr/>
        </p:nvCxnSpPr>
        <p:spPr>
          <a:xfrm>
            <a:off x="5028539" y="3491846"/>
            <a:ext cx="0" cy="334173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35" name="71 Metin kutusu">
            <a:extLst>
              <a:ext uri="{FF2B5EF4-FFF2-40B4-BE49-F238E27FC236}">
                <a16:creationId xmlns:a16="http://schemas.microsoft.com/office/drawing/2014/main" id="{191551C5-E4D3-49ED-9132-7491759F3EAE}"/>
              </a:ext>
            </a:extLst>
          </p:cNvPr>
          <p:cNvSpPr txBox="1"/>
          <p:nvPr/>
        </p:nvSpPr>
        <p:spPr>
          <a:xfrm>
            <a:off x="8114688" y="5229027"/>
            <a:ext cx="3746568" cy="1394549"/>
          </a:xfrm>
          <a:prstGeom prst="rect">
            <a:avLst/>
          </a:prstGeom>
          <a:noFill/>
        </p:spPr>
        <p:txBody>
          <a:bodyPr wrap="square" rtlCol="0">
            <a:spAutoFit/>
          </a:bodyPr>
          <a:lstStyle/>
          <a:p>
            <a:r>
              <a:rPr lang="tr-TR" sz="1481" dirty="0">
                <a:solidFill>
                  <a:srgbClr val="7030A0"/>
                </a:solidFill>
                <a:latin typeface="Myriad Pro"/>
              </a:rPr>
              <a:t>ENQ_DUP (Mükerrer Kayıt) </a:t>
            </a:r>
          </a:p>
          <a:p>
            <a:r>
              <a:rPr lang="tr-TR" sz="1481" i="1" u="sng" dirty="0">
                <a:solidFill>
                  <a:srgbClr val="7030A0"/>
                </a:solidFill>
                <a:latin typeface="Myriad Pro"/>
              </a:rPr>
              <a:t>Araç geldi, aynı eşya için iki TRB verilmiş</a:t>
            </a:r>
          </a:p>
          <a:p>
            <a:endParaRPr lang="tr-TR" sz="1481" i="1" dirty="0">
              <a:solidFill>
                <a:srgbClr val="7030A0"/>
              </a:solidFill>
              <a:latin typeface="Myriad Pro"/>
            </a:endParaRPr>
          </a:p>
          <a:p>
            <a:r>
              <a:rPr lang="tr-TR" sz="1481" dirty="0">
                <a:solidFill>
                  <a:srgbClr val="7030A0"/>
                </a:solidFill>
                <a:latin typeface="Myriad Pro"/>
              </a:rPr>
              <a:t>* </a:t>
            </a:r>
            <a:r>
              <a:rPr lang="tr-TR" sz="1481" i="1" dirty="0">
                <a:solidFill>
                  <a:srgbClr val="7030A0"/>
                </a:solidFill>
                <a:latin typeface="Myriad Pro"/>
              </a:rPr>
              <a:t>2 Cevap Kodu</a:t>
            </a:r>
          </a:p>
          <a:p>
            <a:pPr marL="302266" indent="-302266">
              <a:buFont typeface="Arial" panose="020B0604020202020204" pitchFamily="34" charset="0"/>
              <a:buChar char="•"/>
            </a:pPr>
            <a:endParaRPr lang="tr-TR" sz="1481" i="1" dirty="0">
              <a:solidFill>
                <a:srgbClr val="002060"/>
              </a:solidFill>
              <a:latin typeface="Myriad Pro"/>
            </a:endParaRPr>
          </a:p>
          <a:p>
            <a:r>
              <a:rPr lang="tr-TR" sz="1058" b="1" i="1" dirty="0">
                <a:solidFill>
                  <a:srgbClr val="00B0F0"/>
                </a:solidFill>
                <a:latin typeface="Myriad Pro"/>
              </a:rPr>
              <a:t>{4 Seri Nolu Tebliğ, md.48/2-a}</a:t>
            </a:r>
            <a:endParaRPr lang="tr-TR" sz="1058" b="1" i="1" dirty="0">
              <a:solidFill>
                <a:srgbClr val="FF0000"/>
              </a:solidFill>
              <a:latin typeface="Myriad Pro"/>
            </a:endParaRPr>
          </a:p>
        </p:txBody>
      </p:sp>
      <p:sp>
        <p:nvSpPr>
          <p:cNvPr id="36" name="73 Metin kutusu">
            <a:extLst>
              <a:ext uri="{FF2B5EF4-FFF2-40B4-BE49-F238E27FC236}">
                <a16:creationId xmlns:a16="http://schemas.microsoft.com/office/drawing/2014/main" id="{71F89F7F-BFAF-429F-B470-7F58C46A45EC}"/>
              </a:ext>
            </a:extLst>
          </p:cNvPr>
          <p:cNvSpPr txBox="1"/>
          <p:nvPr/>
        </p:nvSpPr>
        <p:spPr>
          <a:xfrm>
            <a:off x="8013092" y="3628222"/>
            <a:ext cx="3848164" cy="1133900"/>
          </a:xfrm>
          <a:prstGeom prst="rect">
            <a:avLst/>
          </a:prstGeom>
          <a:noFill/>
        </p:spPr>
        <p:txBody>
          <a:bodyPr wrap="square" rtlCol="0">
            <a:spAutoFit/>
          </a:bodyPr>
          <a:lstStyle/>
          <a:p>
            <a:pPr algn="ctr"/>
            <a:r>
              <a:rPr lang="tr-TR" sz="1692" dirty="0">
                <a:latin typeface="Myriad Pro"/>
              </a:rPr>
              <a:t>Hareket gümrük idaresi makul bir süre bekledikten sonra, </a:t>
            </a:r>
          </a:p>
          <a:p>
            <a:pPr algn="ctr"/>
            <a:r>
              <a:rPr lang="tr-TR" sz="1692" dirty="0">
                <a:latin typeface="Myriad Pro"/>
              </a:rPr>
              <a:t>cevap alamadığı takdirde, </a:t>
            </a:r>
            <a:r>
              <a:rPr lang="tr-TR" sz="1692" b="1" dirty="0">
                <a:latin typeface="Myriad Pro"/>
              </a:rPr>
              <a:t>araştırmaya geçilmesini </a:t>
            </a:r>
            <a:r>
              <a:rPr lang="tr-TR" sz="1692" b="1" u="sng" dirty="0">
                <a:solidFill>
                  <a:srgbClr val="FF0000"/>
                </a:solidFill>
                <a:latin typeface="Myriad Pro"/>
              </a:rPr>
              <a:t>talep eder</a:t>
            </a:r>
            <a:r>
              <a:rPr lang="tr-TR" sz="1692" u="sng" dirty="0">
                <a:solidFill>
                  <a:srgbClr val="FF0000"/>
                </a:solidFill>
                <a:latin typeface="Myriad Pro"/>
              </a:rPr>
              <a:t>.</a:t>
            </a:r>
          </a:p>
        </p:txBody>
      </p:sp>
      <p:cxnSp>
        <p:nvCxnSpPr>
          <p:cNvPr id="37" name="Düz Ok Bağlayıcısı 36">
            <a:extLst>
              <a:ext uri="{FF2B5EF4-FFF2-40B4-BE49-F238E27FC236}">
                <a16:creationId xmlns:a16="http://schemas.microsoft.com/office/drawing/2014/main" id="{1ABB23C8-399F-4A3C-A0CC-06D08175DCCB}"/>
              </a:ext>
            </a:extLst>
          </p:cNvPr>
          <p:cNvCxnSpPr>
            <a:cxnSpLocks/>
          </p:cNvCxnSpPr>
          <p:nvPr/>
        </p:nvCxnSpPr>
        <p:spPr>
          <a:xfrm>
            <a:off x="5507376" y="4203572"/>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38" name="Düz Ok Bağlayıcısı 37">
            <a:extLst>
              <a:ext uri="{FF2B5EF4-FFF2-40B4-BE49-F238E27FC236}">
                <a16:creationId xmlns:a16="http://schemas.microsoft.com/office/drawing/2014/main" id="{464DE94E-4AE3-4587-AA4F-1E5AA13C1127}"/>
              </a:ext>
            </a:extLst>
          </p:cNvPr>
          <p:cNvCxnSpPr>
            <a:cxnSpLocks/>
          </p:cNvCxnSpPr>
          <p:nvPr/>
        </p:nvCxnSpPr>
        <p:spPr>
          <a:xfrm flipH="1">
            <a:off x="2912999" y="6046610"/>
            <a:ext cx="1851564" cy="7749"/>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0" name="Metin kutusu 39">
            <a:extLst>
              <a:ext uri="{FF2B5EF4-FFF2-40B4-BE49-F238E27FC236}">
                <a16:creationId xmlns:a16="http://schemas.microsoft.com/office/drawing/2014/main" id="{6EA309B4-D0F6-4116-B085-76CD296C7E8D}"/>
              </a:ext>
            </a:extLst>
          </p:cNvPr>
          <p:cNvSpPr txBox="1"/>
          <p:nvPr/>
        </p:nvSpPr>
        <p:spPr>
          <a:xfrm>
            <a:off x="5682886" y="3845454"/>
            <a:ext cx="1209466" cy="352725"/>
          </a:xfrm>
          <a:prstGeom prst="rect">
            <a:avLst/>
          </a:prstGeom>
          <a:noFill/>
        </p:spPr>
        <p:txBody>
          <a:bodyPr wrap="square" rtlCol="0">
            <a:spAutoFit/>
          </a:bodyPr>
          <a:lstStyle/>
          <a:p>
            <a:r>
              <a:rPr lang="tr-TR" sz="1692" dirty="0">
                <a:latin typeface="Myriad Pro"/>
              </a:rPr>
              <a:t>STD_REQ</a:t>
            </a:r>
          </a:p>
        </p:txBody>
      </p:sp>
      <p:sp>
        <p:nvSpPr>
          <p:cNvPr id="41" name="Metin kutusu 40">
            <a:extLst>
              <a:ext uri="{FF2B5EF4-FFF2-40B4-BE49-F238E27FC236}">
                <a16:creationId xmlns:a16="http://schemas.microsoft.com/office/drawing/2014/main" id="{4FE19E21-93F9-4161-8F91-309FDFD451A4}"/>
              </a:ext>
            </a:extLst>
          </p:cNvPr>
          <p:cNvSpPr txBox="1"/>
          <p:nvPr/>
        </p:nvSpPr>
        <p:spPr>
          <a:xfrm>
            <a:off x="3294548" y="5696242"/>
            <a:ext cx="1375106" cy="352725"/>
          </a:xfrm>
          <a:prstGeom prst="rect">
            <a:avLst/>
          </a:prstGeom>
          <a:noFill/>
        </p:spPr>
        <p:txBody>
          <a:bodyPr wrap="square" rtlCol="0">
            <a:spAutoFit/>
          </a:bodyPr>
          <a:lstStyle/>
          <a:p>
            <a:r>
              <a:rPr lang="tr-TR" sz="1692" dirty="0">
                <a:solidFill>
                  <a:srgbClr val="7030A0"/>
                </a:solidFill>
                <a:latin typeface="Myriad Pro"/>
              </a:rPr>
              <a:t>CAN_ACK</a:t>
            </a:r>
            <a:r>
              <a:rPr lang="tr-TR" sz="1692" dirty="0">
                <a:solidFill>
                  <a:srgbClr val="7030A0"/>
                </a:solidFill>
                <a:latin typeface="Myriad Pro"/>
                <a:ea typeface="Calibri" panose="020F0502020204030204" pitchFamily="34" charset="0"/>
                <a:cs typeface="Times New Roman" panose="02020603050405020304" pitchFamily="18" charset="0"/>
              </a:rPr>
              <a:t> </a:t>
            </a:r>
            <a:r>
              <a:rPr lang="tr-TR" sz="1692" dirty="0">
                <a:solidFill>
                  <a:srgbClr val="7030A0"/>
                </a:solidFill>
                <a:latin typeface="Myriad Pro"/>
                <a:cs typeface="Times New Roman" panose="02020603050405020304" pitchFamily="18" charset="0"/>
              </a:rPr>
              <a:t>₁</a:t>
            </a:r>
            <a:endParaRPr lang="tr-TR" sz="1692" dirty="0">
              <a:solidFill>
                <a:srgbClr val="7030A0"/>
              </a:solidFill>
              <a:latin typeface="Myriad Pro"/>
            </a:endParaRPr>
          </a:p>
        </p:txBody>
      </p:sp>
      <p:sp>
        <p:nvSpPr>
          <p:cNvPr id="42" name="Metin kutusu 41">
            <a:extLst>
              <a:ext uri="{FF2B5EF4-FFF2-40B4-BE49-F238E27FC236}">
                <a16:creationId xmlns:a16="http://schemas.microsoft.com/office/drawing/2014/main" id="{3DB6481D-C047-4226-8521-6B8E4CF827A6}"/>
              </a:ext>
            </a:extLst>
          </p:cNvPr>
          <p:cNvSpPr txBox="1"/>
          <p:nvPr/>
        </p:nvSpPr>
        <p:spPr>
          <a:xfrm>
            <a:off x="5715318" y="4220068"/>
            <a:ext cx="1177034" cy="352725"/>
          </a:xfrm>
          <a:prstGeom prst="rect">
            <a:avLst/>
          </a:prstGeom>
          <a:noFill/>
        </p:spPr>
        <p:txBody>
          <a:bodyPr wrap="square" rtlCol="0">
            <a:spAutoFit/>
          </a:bodyPr>
          <a:lstStyle/>
          <a:p>
            <a:r>
              <a:rPr lang="tr-TR" sz="1692" dirty="0">
                <a:latin typeface="Myriad Pro"/>
              </a:rPr>
              <a:t>STD_RSP</a:t>
            </a:r>
          </a:p>
        </p:txBody>
      </p:sp>
      <p:sp>
        <p:nvSpPr>
          <p:cNvPr id="43" name="Metin kutusu 42">
            <a:extLst>
              <a:ext uri="{FF2B5EF4-FFF2-40B4-BE49-F238E27FC236}">
                <a16:creationId xmlns:a16="http://schemas.microsoft.com/office/drawing/2014/main" id="{34D60D8E-33E4-4635-934F-57C8EBB5AFE7}"/>
              </a:ext>
            </a:extLst>
          </p:cNvPr>
          <p:cNvSpPr txBox="1"/>
          <p:nvPr/>
        </p:nvSpPr>
        <p:spPr>
          <a:xfrm>
            <a:off x="5687814" y="4650586"/>
            <a:ext cx="1241942" cy="352725"/>
          </a:xfrm>
          <a:prstGeom prst="rect">
            <a:avLst/>
          </a:prstGeom>
          <a:noFill/>
        </p:spPr>
        <p:txBody>
          <a:bodyPr wrap="square" rtlCol="0">
            <a:spAutoFit/>
          </a:bodyPr>
          <a:lstStyle/>
          <a:p>
            <a:r>
              <a:rPr lang="tr-TR" sz="1692" dirty="0">
                <a:latin typeface="Myriad Pro"/>
              </a:rPr>
              <a:t>ENQ_REC</a:t>
            </a:r>
          </a:p>
        </p:txBody>
      </p:sp>
      <p:cxnSp>
        <p:nvCxnSpPr>
          <p:cNvPr id="44" name="Düz Ok Bağlayıcısı 43">
            <a:extLst>
              <a:ext uri="{FF2B5EF4-FFF2-40B4-BE49-F238E27FC236}">
                <a16:creationId xmlns:a16="http://schemas.microsoft.com/office/drawing/2014/main" id="{E10E05B9-9EE2-422C-BD6C-C98DD05A4223}"/>
              </a:ext>
            </a:extLst>
          </p:cNvPr>
          <p:cNvCxnSpPr>
            <a:cxnSpLocks/>
          </p:cNvCxnSpPr>
          <p:nvPr/>
        </p:nvCxnSpPr>
        <p:spPr>
          <a:xfrm flipH="1">
            <a:off x="5503322" y="5837813"/>
            <a:ext cx="1523420" cy="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5" name="Metin kutusu 44">
            <a:extLst>
              <a:ext uri="{FF2B5EF4-FFF2-40B4-BE49-F238E27FC236}">
                <a16:creationId xmlns:a16="http://schemas.microsoft.com/office/drawing/2014/main" id="{73F65E6D-AB82-4892-96A9-7CD0C81E3757}"/>
              </a:ext>
            </a:extLst>
          </p:cNvPr>
          <p:cNvSpPr txBox="1"/>
          <p:nvPr/>
        </p:nvSpPr>
        <p:spPr>
          <a:xfrm>
            <a:off x="5670543" y="5479695"/>
            <a:ext cx="1356199" cy="352725"/>
          </a:xfrm>
          <a:prstGeom prst="rect">
            <a:avLst/>
          </a:prstGeom>
          <a:noFill/>
        </p:spPr>
        <p:txBody>
          <a:bodyPr wrap="square" rtlCol="0">
            <a:spAutoFit/>
          </a:bodyPr>
          <a:lstStyle/>
          <a:p>
            <a:r>
              <a:rPr lang="tr-TR" sz="1692" dirty="0">
                <a:solidFill>
                  <a:srgbClr val="7030A0"/>
                </a:solidFill>
                <a:latin typeface="Myriad Pro"/>
              </a:rPr>
              <a:t>ENQ_DUP*</a:t>
            </a:r>
          </a:p>
        </p:txBody>
      </p:sp>
      <p:cxnSp>
        <p:nvCxnSpPr>
          <p:cNvPr id="68" name="Düz Ok Bağlayıcısı 67">
            <a:extLst>
              <a:ext uri="{FF2B5EF4-FFF2-40B4-BE49-F238E27FC236}">
                <a16:creationId xmlns:a16="http://schemas.microsoft.com/office/drawing/2014/main" id="{89313432-BE86-4903-8BCC-FCAE1C588A7A}"/>
              </a:ext>
            </a:extLst>
          </p:cNvPr>
          <p:cNvCxnSpPr>
            <a:cxnSpLocks/>
          </p:cNvCxnSpPr>
          <p:nvPr/>
        </p:nvCxnSpPr>
        <p:spPr>
          <a:xfrm flipH="1">
            <a:off x="5528364" y="5008704"/>
            <a:ext cx="1523741"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69" name="Düz Ok Bağlayıcısı 68">
            <a:extLst>
              <a:ext uri="{FF2B5EF4-FFF2-40B4-BE49-F238E27FC236}">
                <a16:creationId xmlns:a16="http://schemas.microsoft.com/office/drawing/2014/main" id="{1E7B2B41-9919-4BC9-862A-122E2E16488A}"/>
              </a:ext>
            </a:extLst>
          </p:cNvPr>
          <p:cNvCxnSpPr>
            <a:cxnSpLocks/>
          </p:cNvCxnSpPr>
          <p:nvPr/>
        </p:nvCxnSpPr>
        <p:spPr>
          <a:xfrm>
            <a:off x="5507376" y="3807281"/>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70" name="Metin kutusu 69">
            <a:extLst>
              <a:ext uri="{FF2B5EF4-FFF2-40B4-BE49-F238E27FC236}">
                <a16:creationId xmlns:a16="http://schemas.microsoft.com/office/drawing/2014/main" id="{6CAFABCD-2049-4F7B-B196-0FB55B651D06}"/>
              </a:ext>
            </a:extLst>
          </p:cNvPr>
          <p:cNvSpPr txBox="1"/>
          <p:nvPr/>
        </p:nvSpPr>
        <p:spPr>
          <a:xfrm>
            <a:off x="5670543" y="3449164"/>
            <a:ext cx="1221809" cy="352725"/>
          </a:xfrm>
          <a:prstGeom prst="rect">
            <a:avLst/>
          </a:prstGeom>
          <a:noFill/>
        </p:spPr>
        <p:txBody>
          <a:bodyPr wrap="square" rtlCol="0">
            <a:spAutoFit/>
          </a:bodyPr>
          <a:lstStyle/>
          <a:p>
            <a:r>
              <a:rPr lang="tr-TR" sz="1692" dirty="0">
                <a:latin typeface="Myriad Pro"/>
              </a:rPr>
              <a:t>AAR_SND</a:t>
            </a:r>
          </a:p>
        </p:txBody>
      </p:sp>
      <p:cxnSp>
        <p:nvCxnSpPr>
          <p:cNvPr id="71" name="Düz Ok Bağlayıcısı 70">
            <a:extLst>
              <a:ext uri="{FF2B5EF4-FFF2-40B4-BE49-F238E27FC236}">
                <a16:creationId xmlns:a16="http://schemas.microsoft.com/office/drawing/2014/main" id="{C6ED8DBC-06A8-49D9-A654-C48AF923F487}"/>
              </a:ext>
            </a:extLst>
          </p:cNvPr>
          <p:cNvCxnSpPr>
            <a:cxnSpLocks/>
          </p:cNvCxnSpPr>
          <p:nvPr/>
        </p:nvCxnSpPr>
        <p:spPr>
          <a:xfrm flipH="1">
            <a:off x="5507377" y="4578186"/>
            <a:ext cx="15447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72" name="Düz Ok Bağlayıcısı 71">
            <a:extLst>
              <a:ext uri="{FF2B5EF4-FFF2-40B4-BE49-F238E27FC236}">
                <a16:creationId xmlns:a16="http://schemas.microsoft.com/office/drawing/2014/main" id="{E5C0342C-C800-44E2-976D-1B1E85C17DD6}"/>
              </a:ext>
            </a:extLst>
          </p:cNvPr>
          <p:cNvCxnSpPr>
            <a:cxnSpLocks/>
          </p:cNvCxnSpPr>
          <p:nvPr/>
        </p:nvCxnSpPr>
        <p:spPr>
          <a:xfrm>
            <a:off x="5507376" y="5449705"/>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73" name="Metin kutusu 72">
            <a:extLst>
              <a:ext uri="{FF2B5EF4-FFF2-40B4-BE49-F238E27FC236}">
                <a16:creationId xmlns:a16="http://schemas.microsoft.com/office/drawing/2014/main" id="{910FC24D-97AD-4B44-A40A-17C727CD818B}"/>
              </a:ext>
            </a:extLst>
          </p:cNvPr>
          <p:cNvSpPr txBox="1"/>
          <p:nvPr/>
        </p:nvSpPr>
        <p:spPr>
          <a:xfrm>
            <a:off x="5677900" y="5091588"/>
            <a:ext cx="1251856" cy="352725"/>
          </a:xfrm>
          <a:prstGeom prst="rect">
            <a:avLst/>
          </a:prstGeom>
          <a:noFill/>
        </p:spPr>
        <p:txBody>
          <a:bodyPr wrap="square" rtlCol="0">
            <a:spAutoFit/>
          </a:bodyPr>
          <a:lstStyle/>
          <a:p>
            <a:r>
              <a:rPr lang="tr-TR" sz="1692" dirty="0">
                <a:latin typeface="Myriad Pro"/>
              </a:rPr>
              <a:t>ENQ_REQ</a:t>
            </a:r>
          </a:p>
        </p:txBody>
      </p:sp>
      <p:sp>
        <p:nvSpPr>
          <p:cNvPr id="74" name="Metin kutusu 73">
            <a:extLst>
              <a:ext uri="{FF2B5EF4-FFF2-40B4-BE49-F238E27FC236}">
                <a16:creationId xmlns:a16="http://schemas.microsoft.com/office/drawing/2014/main" id="{28BAF7B3-6EBF-46E4-AEFA-9729243FA949}"/>
              </a:ext>
            </a:extLst>
          </p:cNvPr>
          <p:cNvSpPr txBox="1"/>
          <p:nvPr/>
        </p:nvSpPr>
        <p:spPr>
          <a:xfrm>
            <a:off x="2301633" y="1901746"/>
            <a:ext cx="6772361" cy="352725"/>
          </a:xfrm>
          <a:prstGeom prst="rect">
            <a:avLst/>
          </a:prstGeom>
          <a:noFill/>
        </p:spPr>
        <p:txBody>
          <a:bodyPr wrap="square" rtlCol="0">
            <a:spAutoFit/>
          </a:bodyPr>
          <a:lstStyle/>
          <a:p>
            <a:r>
              <a:rPr lang="tr-TR" sz="1692" b="1" dirty="0">
                <a:latin typeface="Myriad Pro"/>
              </a:rPr>
              <a:t>Hareket Gümrük İdaresinin Araştırma İsteğine Verilecek Cevaplar</a:t>
            </a:r>
          </a:p>
        </p:txBody>
      </p:sp>
      <p:cxnSp>
        <p:nvCxnSpPr>
          <p:cNvPr id="39" name="Düz Ok Bağlayıcısı 38">
            <a:extLst>
              <a:ext uri="{FF2B5EF4-FFF2-40B4-BE49-F238E27FC236}">
                <a16:creationId xmlns:a16="http://schemas.microsoft.com/office/drawing/2014/main" id="{AEFE03FA-D6B2-4DFA-B74A-C6EA50B9F03F}"/>
              </a:ext>
            </a:extLst>
          </p:cNvPr>
          <p:cNvCxnSpPr>
            <a:cxnSpLocks/>
          </p:cNvCxnSpPr>
          <p:nvPr/>
        </p:nvCxnSpPr>
        <p:spPr>
          <a:xfrm flipH="1">
            <a:off x="2888641" y="6558289"/>
            <a:ext cx="1851564" cy="774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6" name="Metin kutusu 45">
            <a:extLst>
              <a:ext uri="{FF2B5EF4-FFF2-40B4-BE49-F238E27FC236}">
                <a16:creationId xmlns:a16="http://schemas.microsoft.com/office/drawing/2014/main" id="{769FB71F-1BFF-4FC7-BE01-9E6E928CC7D6}"/>
              </a:ext>
            </a:extLst>
          </p:cNvPr>
          <p:cNvSpPr txBox="1"/>
          <p:nvPr/>
        </p:nvSpPr>
        <p:spPr>
          <a:xfrm>
            <a:off x="3270191" y="6207921"/>
            <a:ext cx="1470014" cy="352725"/>
          </a:xfrm>
          <a:prstGeom prst="rect">
            <a:avLst/>
          </a:prstGeom>
          <a:noFill/>
          <a:ln>
            <a:noFill/>
          </a:ln>
        </p:spPr>
        <p:txBody>
          <a:bodyPr wrap="square" rtlCol="0">
            <a:spAutoFit/>
          </a:bodyPr>
          <a:lstStyle/>
          <a:p>
            <a:r>
              <a:rPr lang="tr-TR" sz="1692" dirty="0">
                <a:solidFill>
                  <a:srgbClr val="00B050"/>
                </a:solidFill>
                <a:latin typeface="Myriad Pro"/>
              </a:rPr>
              <a:t>WRT_NOT </a:t>
            </a:r>
            <a:r>
              <a:rPr lang="tr-TR" sz="1692" dirty="0">
                <a:solidFill>
                  <a:srgbClr val="00B050"/>
                </a:solidFill>
                <a:latin typeface="Myriad Pro"/>
                <a:cs typeface="Times New Roman" panose="02020603050405020304" pitchFamily="18" charset="0"/>
              </a:rPr>
              <a:t>₂</a:t>
            </a:r>
            <a:endParaRPr lang="tr-TR" sz="1692" dirty="0">
              <a:solidFill>
                <a:srgbClr val="00B050"/>
              </a:solidFill>
              <a:latin typeface="Myriad Pro"/>
            </a:endParaRPr>
          </a:p>
        </p:txBody>
      </p:sp>
      <p:sp>
        <p:nvSpPr>
          <p:cNvPr id="47" name="Metin kutusu 46">
            <a:extLst>
              <a:ext uri="{FF2B5EF4-FFF2-40B4-BE49-F238E27FC236}">
                <a16:creationId xmlns:a16="http://schemas.microsoft.com/office/drawing/2014/main" id="{E234B049-D431-4F4E-92E0-795270BEC43E}"/>
              </a:ext>
            </a:extLst>
          </p:cNvPr>
          <p:cNvSpPr txBox="1"/>
          <p:nvPr/>
        </p:nvSpPr>
        <p:spPr>
          <a:xfrm>
            <a:off x="150714" y="5842196"/>
            <a:ext cx="2521972" cy="320216"/>
          </a:xfrm>
          <a:prstGeom prst="rect">
            <a:avLst/>
          </a:prstGeom>
          <a:noFill/>
        </p:spPr>
        <p:txBody>
          <a:bodyPr wrap="square" rtlCol="0">
            <a:spAutoFit/>
          </a:bodyPr>
          <a:lstStyle/>
          <a:p>
            <a:r>
              <a:rPr lang="tr-TR" sz="1481" dirty="0">
                <a:solidFill>
                  <a:srgbClr val="7030A0"/>
                </a:solidFill>
                <a:latin typeface="Myriad Pro"/>
                <a:ea typeface="Calibri" panose="020F0502020204030204" pitchFamily="34" charset="0"/>
                <a:cs typeface="Times New Roman" panose="02020603050405020304" pitchFamily="18" charset="0"/>
              </a:rPr>
              <a:t> </a:t>
            </a:r>
            <a:r>
              <a:rPr lang="tr-TR" sz="1481" dirty="0">
                <a:solidFill>
                  <a:srgbClr val="7030A0"/>
                </a:solidFill>
                <a:latin typeface="Myriad Pro"/>
                <a:cs typeface="Times New Roman" panose="02020603050405020304" pitchFamily="18" charset="0"/>
              </a:rPr>
              <a:t>₁</a:t>
            </a:r>
            <a:r>
              <a:rPr lang="tr-TR" sz="1481" dirty="0">
                <a:solidFill>
                  <a:srgbClr val="7030A0"/>
                </a:solidFill>
                <a:latin typeface="Myriad Pro"/>
                <a:ea typeface="Calibri" panose="020F0502020204030204" pitchFamily="34" charset="0"/>
                <a:cs typeface="Times New Roman" panose="02020603050405020304" pitchFamily="18" charset="0"/>
              </a:rPr>
              <a:t> Mükerrer belge iptal edilir</a:t>
            </a:r>
            <a:endParaRPr lang="tr-TR" sz="1481" dirty="0">
              <a:solidFill>
                <a:srgbClr val="7030A0"/>
              </a:solidFill>
              <a:latin typeface="Myriad Pro"/>
            </a:endParaRPr>
          </a:p>
        </p:txBody>
      </p:sp>
      <p:sp>
        <p:nvSpPr>
          <p:cNvPr id="48" name="Metin kutusu 47">
            <a:extLst>
              <a:ext uri="{FF2B5EF4-FFF2-40B4-BE49-F238E27FC236}">
                <a16:creationId xmlns:a16="http://schemas.microsoft.com/office/drawing/2014/main" id="{9557DE15-E6AD-4219-AA66-A0AF243F0E51}"/>
              </a:ext>
            </a:extLst>
          </p:cNvPr>
          <p:cNvSpPr txBox="1"/>
          <p:nvPr/>
        </p:nvSpPr>
        <p:spPr>
          <a:xfrm>
            <a:off x="150715" y="6243304"/>
            <a:ext cx="2529667" cy="320216"/>
          </a:xfrm>
          <a:prstGeom prst="rect">
            <a:avLst/>
          </a:prstGeom>
          <a:noFill/>
        </p:spPr>
        <p:txBody>
          <a:bodyPr wrap="square" rtlCol="0">
            <a:spAutoFit/>
          </a:bodyPr>
          <a:lstStyle/>
          <a:p>
            <a:r>
              <a:rPr lang="tr-TR" sz="1481" dirty="0">
                <a:solidFill>
                  <a:srgbClr val="47AD23"/>
                </a:solidFill>
                <a:latin typeface="Myriad Pro"/>
                <a:ea typeface="Calibri" panose="020F0502020204030204" pitchFamily="34" charset="0"/>
                <a:cs typeface="Times New Roman" panose="02020603050405020304" pitchFamily="18" charset="0"/>
              </a:rPr>
              <a:t> </a:t>
            </a:r>
            <a:r>
              <a:rPr lang="tr-TR" sz="1481" dirty="0">
                <a:solidFill>
                  <a:srgbClr val="00B050"/>
                </a:solidFill>
                <a:latin typeface="Myriad Pro"/>
                <a:cs typeface="Times New Roman" panose="02020603050405020304" pitchFamily="18" charset="0"/>
              </a:rPr>
              <a:t>₂</a:t>
            </a:r>
            <a:r>
              <a:rPr lang="tr-TR" sz="1481" dirty="0">
                <a:solidFill>
                  <a:schemeClr val="accent6">
                    <a:lumMod val="75000"/>
                  </a:schemeClr>
                </a:solidFill>
                <a:latin typeface="Myriad Pro"/>
                <a:ea typeface="Calibri" panose="020F0502020204030204" pitchFamily="34" charset="0"/>
                <a:cs typeface="Times New Roman" panose="02020603050405020304" pitchFamily="18" charset="0"/>
              </a:rPr>
              <a:t> </a:t>
            </a:r>
            <a:r>
              <a:rPr lang="tr-TR" sz="1481" dirty="0">
                <a:solidFill>
                  <a:srgbClr val="00B050"/>
                </a:solidFill>
                <a:latin typeface="Myriad Pro"/>
                <a:ea typeface="Calibri" panose="020F0502020204030204" pitchFamily="34" charset="0"/>
                <a:cs typeface="Times New Roman" panose="02020603050405020304" pitchFamily="18" charset="0"/>
              </a:rPr>
              <a:t>İşlem gören belge kapanır</a:t>
            </a:r>
            <a:endParaRPr lang="tr-TR" sz="1481" dirty="0">
              <a:solidFill>
                <a:srgbClr val="00B050"/>
              </a:solidFill>
              <a:latin typeface="Myriad Pro"/>
            </a:endParaRPr>
          </a:p>
        </p:txBody>
      </p:sp>
      <p:sp>
        <p:nvSpPr>
          <p:cNvPr id="54" name="Content Placeholder 2">
            <a:extLst>
              <a:ext uri="{FF2B5EF4-FFF2-40B4-BE49-F238E27FC236}">
                <a16:creationId xmlns:a16="http://schemas.microsoft.com/office/drawing/2014/main" id="{A43CC9BF-C225-496C-9D3B-8B7D055CDE3B}"/>
              </a:ext>
            </a:extLst>
          </p:cNvPr>
          <p:cNvSpPr txBox="1">
            <a:spLocks/>
          </p:cNvSpPr>
          <p:nvPr/>
        </p:nvSpPr>
        <p:spPr>
          <a:xfrm>
            <a:off x="1963016" y="634363"/>
            <a:ext cx="7214608" cy="3000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tr-TR" sz="1904" b="1" dirty="0">
                <a:latin typeface="Myriad Pro"/>
              </a:rPr>
              <a:t>ARAŞTIRMA İŞLEMLERİ</a:t>
            </a:r>
            <a:endParaRPr lang="tr-TR" sz="1058" b="1" dirty="0">
              <a:latin typeface="Myriad Pro"/>
            </a:endParaRPr>
          </a:p>
          <a:p>
            <a:pPr marL="0" indent="0">
              <a:buFont typeface="Arial" panose="020B0604020202020204" pitchFamily="34" charset="0"/>
              <a:buNone/>
            </a:pPr>
            <a:endParaRPr lang="tr-TR" sz="1904" b="1" dirty="0">
              <a:latin typeface="Myriad Pro"/>
              <a:cs typeface="Myriad Pro"/>
            </a:endParaRPr>
          </a:p>
        </p:txBody>
      </p:sp>
      <p:sp>
        <p:nvSpPr>
          <p:cNvPr id="51" name="Metin kutusu 50">
            <a:extLst>
              <a:ext uri="{FF2B5EF4-FFF2-40B4-BE49-F238E27FC236}">
                <a16:creationId xmlns:a16="http://schemas.microsoft.com/office/drawing/2014/main" id="{BC9CA111-73DE-4F26-9BED-32F9744B44F6}"/>
              </a:ext>
            </a:extLst>
          </p:cNvPr>
          <p:cNvSpPr txBox="1"/>
          <p:nvPr/>
        </p:nvSpPr>
        <p:spPr>
          <a:xfrm>
            <a:off x="1659907" y="1633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80868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19" presetID="10"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fade">
                                      <p:cBhvr>
                                        <p:cTn id="24" dur="500"/>
                                        <p:tgtEl>
                                          <p:spTgt spid="4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fade">
                                      <p:cBhvr>
                                        <p:cTn id="35"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1" grpId="0"/>
      <p:bldP spid="45" grpId="0"/>
      <p:bldP spid="46" grpId="0"/>
      <p:bldP spid="47" grpId="0"/>
      <p:bldP spid="4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Düz Bağlayıcı 28">
            <a:extLst>
              <a:ext uri="{FF2B5EF4-FFF2-40B4-BE49-F238E27FC236}">
                <a16:creationId xmlns:a16="http://schemas.microsoft.com/office/drawing/2014/main" id="{51411DD4-C3FA-4FF4-A4FF-610C0414FE57}"/>
              </a:ext>
            </a:extLst>
          </p:cNvPr>
          <p:cNvCxnSpPr>
            <a:cxnSpLocks/>
          </p:cNvCxnSpPr>
          <p:nvPr/>
        </p:nvCxnSpPr>
        <p:spPr>
          <a:xfrm flipH="1">
            <a:off x="2684310" y="3491846"/>
            <a:ext cx="1680" cy="334173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406C8DF-E920-442D-ADE0-243CC79AD166}"/>
              </a:ext>
            </a:extLst>
          </p:cNvPr>
          <p:cNvSpPr/>
          <p:nvPr/>
        </p:nvSpPr>
        <p:spPr>
          <a:xfrm>
            <a:off x="2047609" y="2626341"/>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Asıl Sorumlu</a:t>
            </a:r>
          </a:p>
        </p:txBody>
      </p:sp>
      <p:sp>
        <p:nvSpPr>
          <p:cNvPr id="31" name="Oval 30">
            <a:extLst>
              <a:ext uri="{FF2B5EF4-FFF2-40B4-BE49-F238E27FC236}">
                <a16:creationId xmlns:a16="http://schemas.microsoft.com/office/drawing/2014/main" id="{D07AED43-1C30-49B8-A52B-3202B5CB5C4B}"/>
              </a:ext>
            </a:extLst>
          </p:cNvPr>
          <p:cNvSpPr/>
          <p:nvPr/>
        </p:nvSpPr>
        <p:spPr>
          <a:xfrm>
            <a:off x="4391838" y="2626341"/>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Hareket Gümrük İdaresi</a:t>
            </a:r>
          </a:p>
        </p:txBody>
      </p:sp>
      <p:sp>
        <p:nvSpPr>
          <p:cNvPr id="32" name="Oval 31">
            <a:extLst>
              <a:ext uri="{FF2B5EF4-FFF2-40B4-BE49-F238E27FC236}">
                <a16:creationId xmlns:a16="http://schemas.microsoft.com/office/drawing/2014/main" id="{C081A547-E848-443B-B9D9-D0A8919A4ADE}"/>
              </a:ext>
            </a:extLst>
          </p:cNvPr>
          <p:cNvSpPr/>
          <p:nvPr/>
        </p:nvSpPr>
        <p:spPr>
          <a:xfrm>
            <a:off x="6886361" y="2616230"/>
            <a:ext cx="1273401" cy="832934"/>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Varış Gümrük İdaresi</a:t>
            </a:r>
          </a:p>
        </p:txBody>
      </p:sp>
      <p:cxnSp>
        <p:nvCxnSpPr>
          <p:cNvPr id="33" name="Düz Bağlayıcı 32">
            <a:extLst>
              <a:ext uri="{FF2B5EF4-FFF2-40B4-BE49-F238E27FC236}">
                <a16:creationId xmlns:a16="http://schemas.microsoft.com/office/drawing/2014/main" id="{FB860054-6AF3-40D6-A1D7-0548B302F4E8}"/>
              </a:ext>
            </a:extLst>
          </p:cNvPr>
          <p:cNvCxnSpPr>
            <a:cxnSpLocks/>
          </p:cNvCxnSpPr>
          <p:nvPr/>
        </p:nvCxnSpPr>
        <p:spPr>
          <a:xfrm>
            <a:off x="7523062" y="3491006"/>
            <a:ext cx="0" cy="334257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 name="Düz Bağlayıcı 33">
            <a:extLst>
              <a:ext uri="{FF2B5EF4-FFF2-40B4-BE49-F238E27FC236}">
                <a16:creationId xmlns:a16="http://schemas.microsoft.com/office/drawing/2014/main" id="{39533E13-AEFF-41E5-A27D-1F7D80DDD233}"/>
              </a:ext>
            </a:extLst>
          </p:cNvPr>
          <p:cNvCxnSpPr>
            <a:cxnSpLocks/>
          </p:cNvCxnSpPr>
          <p:nvPr/>
        </p:nvCxnSpPr>
        <p:spPr>
          <a:xfrm>
            <a:off x="5028539" y="3491846"/>
            <a:ext cx="0" cy="334173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35" name="71 Metin kutusu">
            <a:extLst>
              <a:ext uri="{FF2B5EF4-FFF2-40B4-BE49-F238E27FC236}">
                <a16:creationId xmlns:a16="http://schemas.microsoft.com/office/drawing/2014/main" id="{191551C5-E4D3-49ED-9132-7491759F3EAE}"/>
              </a:ext>
            </a:extLst>
          </p:cNvPr>
          <p:cNvSpPr txBox="1"/>
          <p:nvPr/>
        </p:nvSpPr>
        <p:spPr>
          <a:xfrm>
            <a:off x="8114687" y="5229027"/>
            <a:ext cx="3359671" cy="1394549"/>
          </a:xfrm>
          <a:prstGeom prst="rect">
            <a:avLst/>
          </a:prstGeom>
          <a:noFill/>
        </p:spPr>
        <p:txBody>
          <a:bodyPr wrap="square" rtlCol="0">
            <a:spAutoFit/>
          </a:bodyPr>
          <a:lstStyle/>
          <a:p>
            <a:r>
              <a:rPr lang="tr-TR" sz="1481" dirty="0">
                <a:solidFill>
                  <a:schemeClr val="accent2">
                    <a:lumMod val="75000"/>
                  </a:schemeClr>
                </a:solidFill>
                <a:latin typeface="Myriad Pro"/>
              </a:rPr>
              <a:t>ENQ_NEG (Varışta bilinmeyen sevkiyat)</a:t>
            </a:r>
          </a:p>
          <a:p>
            <a:endParaRPr lang="tr-TR" sz="1481" dirty="0">
              <a:solidFill>
                <a:schemeClr val="accent2">
                  <a:lumMod val="75000"/>
                </a:schemeClr>
              </a:solidFill>
              <a:latin typeface="Myriad Pro"/>
            </a:endParaRPr>
          </a:p>
          <a:p>
            <a:r>
              <a:rPr lang="tr-TR" sz="1481" dirty="0">
                <a:solidFill>
                  <a:schemeClr val="accent2">
                    <a:lumMod val="75000"/>
                  </a:schemeClr>
                </a:solidFill>
                <a:latin typeface="Myriad Pro"/>
              </a:rPr>
              <a:t>* </a:t>
            </a:r>
            <a:r>
              <a:rPr lang="tr-TR" sz="1481" i="1" dirty="0">
                <a:solidFill>
                  <a:schemeClr val="accent2">
                    <a:lumMod val="75000"/>
                  </a:schemeClr>
                </a:solidFill>
                <a:latin typeface="Myriad Pro"/>
              </a:rPr>
              <a:t>1 Cevap Kodu</a:t>
            </a:r>
          </a:p>
          <a:p>
            <a:pPr marL="302266" indent="-302266">
              <a:buFont typeface="Arial" panose="020B0604020202020204" pitchFamily="34" charset="0"/>
              <a:buChar char="•"/>
            </a:pPr>
            <a:endParaRPr lang="tr-TR" sz="1481" i="1" dirty="0">
              <a:solidFill>
                <a:srgbClr val="002060"/>
              </a:solidFill>
              <a:latin typeface="Myriad Pro"/>
            </a:endParaRPr>
          </a:p>
          <a:p>
            <a:r>
              <a:rPr lang="tr-TR" sz="1058" b="1" i="1" dirty="0">
                <a:solidFill>
                  <a:srgbClr val="00B0F0"/>
                </a:solidFill>
                <a:latin typeface="Myriad Pro"/>
              </a:rPr>
              <a:t>{4 Seri Nolu Tebliğ, md.48/2-a}</a:t>
            </a:r>
            <a:endParaRPr lang="tr-TR" sz="1058" b="1" i="1" dirty="0">
              <a:solidFill>
                <a:srgbClr val="FF0000"/>
              </a:solidFill>
              <a:latin typeface="Myriad Pro"/>
            </a:endParaRPr>
          </a:p>
        </p:txBody>
      </p:sp>
      <p:sp>
        <p:nvSpPr>
          <p:cNvPr id="36" name="73 Metin kutusu">
            <a:extLst>
              <a:ext uri="{FF2B5EF4-FFF2-40B4-BE49-F238E27FC236}">
                <a16:creationId xmlns:a16="http://schemas.microsoft.com/office/drawing/2014/main" id="{71F89F7F-BFAF-429F-B470-7F58C46A45EC}"/>
              </a:ext>
            </a:extLst>
          </p:cNvPr>
          <p:cNvSpPr txBox="1"/>
          <p:nvPr/>
        </p:nvSpPr>
        <p:spPr>
          <a:xfrm>
            <a:off x="8013091" y="3628222"/>
            <a:ext cx="3909620" cy="1133900"/>
          </a:xfrm>
          <a:prstGeom prst="rect">
            <a:avLst/>
          </a:prstGeom>
          <a:noFill/>
        </p:spPr>
        <p:txBody>
          <a:bodyPr wrap="square" rtlCol="0">
            <a:spAutoFit/>
          </a:bodyPr>
          <a:lstStyle/>
          <a:p>
            <a:pPr algn="ctr"/>
            <a:r>
              <a:rPr lang="tr-TR" sz="1692" dirty="0">
                <a:latin typeface="Myriad Pro"/>
              </a:rPr>
              <a:t>Hareket gümrük idaresi makul bir süre bekledikten sonra, </a:t>
            </a:r>
          </a:p>
          <a:p>
            <a:pPr algn="ctr"/>
            <a:r>
              <a:rPr lang="tr-TR" sz="1692" dirty="0">
                <a:latin typeface="Myriad Pro"/>
              </a:rPr>
              <a:t>cevap alamadığı takdirde, </a:t>
            </a:r>
            <a:r>
              <a:rPr lang="tr-TR" sz="1692" b="1" dirty="0">
                <a:latin typeface="Myriad Pro"/>
              </a:rPr>
              <a:t>araştırmaya geçilmesini </a:t>
            </a:r>
            <a:r>
              <a:rPr lang="tr-TR" sz="1692" b="1" u="sng" dirty="0">
                <a:solidFill>
                  <a:srgbClr val="FF0000"/>
                </a:solidFill>
                <a:latin typeface="Myriad Pro"/>
              </a:rPr>
              <a:t>talep eder</a:t>
            </a:r>
            <a:r>
              <a:rPr lang="tr-TR" sz="1692" u="sng" dirty="0">
                <a:solidFill>
                  <a:srgbClr val="FF0000"/>
                </a:solidFill>
                <a:latin typeface="Myriad Pro"/>
              </a:rPr>
              <a:t>.</a:t>
            </a:r>
          </a:p>
        </p:txBody>
      </p:sp>
      <p:cxnSp>
        <p:nvCxnSpPr>
          <p:cNvPr id="37" name="Düz Ok Bağlayıcısı 36">
            <a:extLst>
              <a:ext uri="{FF2B5EF4-FFF2-40B4-BE49-F238E27FC236}">
                <a16:creationId xmlns:a16="http://schemas.microsoft.com/office/drawing/2014/main" id="{1ABB23C8-399F-4A3C-A0CC-06D08175DCCB}"/>
              </a:ext>
            </a:extLst>
          </p:cNvPr>
          <p:cNvCxnSpPr>
            <a:cxnSpLocks/>
          </p:cNvCxnSpPr>
          <p:nvPr/>
        </p:nvCxnSpPr>
        <p:spPr>
          <a:xfrm>
            <a:off x="5507376" y="4203572"/>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38" name="Düz Ok Bağlayıcısı 37">
            <a:extLst>
              <a:ext uri="{FF2B5EF4-FFF2-40B4-BE49-F238E27FC236}">
                <a16:creationId xmlns:a16="http://schemas.microsoft.com/office/drawing/2014/main" id="{464DE94E-4AE3-4587-AA4F-1E5AA13C1127}"/>
              </a:ext>
            </a:extLst>
          </p:cNvPr>
          <p:cNvCxnSpPr>
            <a:cxnSpLocks/>
          </p:cNvCxnSpPr>
          <p:nvPr/>
        </p:nvCxnSpPr>
        <p:spPr>
          <a:xfrm flipH="1">
            <a:off x="2921733" y="5924457"/>
            <a:ext cx="1851564" cy="7749"/>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Metin kutusu 38">
            <a:extLst>
              <a:ext uri="{FF2B5EF4-FFF2-40B4-BE49-F238E27FC236}">
                <a16:creationId xmlns:a16="http://schemas.microsoft.com/office/drawing/2014/main" id="{80416015-5A57-4A82-B476-0BE76F69FEBA}"/>
              </a:ext>
            </a:extLst>
          </p:cNvPr>
          <p:cNvSpPr txBox="1"/>
          <p:nvPr/>
        </p:nvSpPr>
        <p:spPr>
          <a:xfrm>
            <a:off x="3269866" y="5997349"/>
            <a:ext cx="1279836" cy="352725"/>
          </a:xfrm>
          <a:prstGeom prst="rect">
            <a:avLst/>
          </a:prstGeom>
          <a:noFill/>
          <a:ln>
            <a:noFill/>
          </a:ln>
        </p:spPr>
        <p:txBody>
          <a:bodyPr wrap="square" rtlCol="0">
            <a:spAutoFit/>
          </a:bodyPr>
          <a:lstStyle/>
          <a:p>
            <a:r>
              <a:rPr lang="tr-TR" sz="1692" dirty="0">
                <a:solidFill>
                  <a:srgbClr val="00B050"/>
                </a:solidFill>
                <a:latin typeface="Myriad Pro"/>
              </a:rPr>
              <a:t>MVT_RSP</a:t>
            </a:r>
          </a:p>
        </p:txBody>
      </p:sp>
      <p:sp>
        <p:nvSpPr>
          <p:cNvPr id="40" name="Metin kutusu 39">
            <a:extLst>
              <a:ext uri="{FF2B5EF4-FFF2-40B4-BE49-F238E27FC236}">
                <a16:creationId xmlns:a16="http://schemas.microsoft.com/office/drawing/2014/main" id="{6EA309B4-D0F6-4116-B085-76CD296C7E8D}"/>
              </a:ext>
            </a:extLst>
          </p:cNvPr>
          <p:cNvSpPr txBox="1"/>
          <p:nvPr/>
        </p:nvSpPr>
        <p:spPr>
          <a:xfrm>
            <a:off x="5682886" y="3845454"/>
            <a:ext cx="1058303" cy="352725"/>
          </a:xfrm>
          <a:prstGeom prst="rect">
            <a:avLst/>
          </a:prstGeom>
          <a:noFill/>
        </p:spPr>
        <p:txBody>
          <a:bodyPr wrap="none" rtlCol="0">
            <a:spAutoFit/>
          </a:bodyPr>
          <a:lstStyle/>
          <a:p>
            <a:r>
              <a:rPr lang="tr-TR" sz="1692" dirty="0">
                <a:latin typeface="Myriad Pro"/>
              </a:rPr>
              <a:t>STD_REQ</a:t>
            </a:r>
          </a:p>
        </p:txBody>
      </p:sp>
      <p:sp>
        <p:nvSpPr>
          <p:cNvPr id="41" name="Metin kutusu 40">
            <a:extLst>
              <a:ext uri="{FF2B5EF4-FFF2-40B4-BE49-F238E27FC236}">
                <a16:creationId xmlns:a16="http://schemas.microsoft.com/office/drawing/2014/main" id="{4FE19E21-93F9-4161-8F91-309FDFD451A4}"/>
              </a:ext>
            </a:extLst>
          </p:cNvPr>
          <p:cNvSpPr txBox="1"/>
          <p:nvPr/>
        </p:nvSpPr>
        <p:spPr>
          <a:xfrm>
            <a:off x="3269867" y="5574089"/>
            <a:ext cx="1170513" cy="352725"/>
          </a:xfrm>
          <a:prstGeom prst="rect">
            <a:avLst/>
          </a:prstGeom>
          <a:noFill/>
        </p:spPr>
        <p:txBody>
          <a:bodyPr wrap="none" rtlCol="0">
            <a:spAutoFit/>
          </a:bodyPr>
          <a:lstStyle/>
          <a:p>
            <a:r>
              <a:rPr lang="tr-TR" sz="1692" dirty="0">
                <a:solidFill>
                  <a:schemeClr val="accent2">
                    <a:lumMod val="75000"/>
                  </a:schemeClr>
                </a:solidFill>
                <a:latin typeface="Myriad Pro"/>
              </a:rPr>
              <a:t>REQ_MOV</a:t>
            </a:r>
          </a:p>
        </p:txBody>
      </p:sp>
      <p:sp>
        <p:nvSpPr>
          <p:cNvPr id="42" name="Metin kutusu 41">
            <a:extLst>
              <a:ext uri="{FF2B5EF4-FFF2-40B4-BE49-F238E27FC236}">
                <a16:creationId xmlns:a16="http://schemas.microsoft.com/office/drawing/2014/main" id="{3DB6481D-C047-4226-8521-6B8E4CF827A6}"/>
              </a:ext>
            </a:extLst>
          </p:cNvPr>
          <p:cNvSpPr txBox="1"/>
          <p:nvPr/>
        </p:nvSpPr>
        <p:spPr>
          <a:xfrm>
            <a:off x="5715318" y="4220068"/>
            <a:ext cx="1023037" cy="352725"/>
          </a:xfrm>
          <a:prstGeom prst="rect">
            <a:avLst/>
          </a:prstGeom>
          <a:noFill/>
        </p:spPr>
        <p:txBody>
          <a:bodyPr wrap="none" rtlCol="0">
            <a:spAutoFit/>
          </a:bodyPr>
          <a:lstStyle/>
          <a:p>
            <a:r>
              <a:rPr lang="tr-TR" sz="1692" dirty="0">
                <a:latin typeface="Myriad Pro"/>
              </a:rPr>
              <a:t>STD_RSP</a:t>
            </a:r>
          </a:p>
        </p:txBody>
      </p:sp>
      <p:sp>
        <p:nvSpPr>
          <p:cNvPr id="43" name="Metin kutusu 42">
            <a:extLst>
              <a:ext uri="{FF2B5EF4-FFF2-40B4-BE49-F238E27FC236}">
                <a16:creationId xmlns:a16="http://schemas.microsoft.com/office/drawing/2014/main" id="{34D60D8E-33E4-4635-934F-57C8EBB5AFE7}"/>
              </a:ext>
            </a:extLst>
          </p:cNvPr>
          <p:cNvSpPr txBox="1"/>
          <p:nvPr/>
        </p:nvSpPr>
        <p:spPr>
          <a:xfrm>
            <a:off x="5687814" y="4650586"/>
            <a:ext cx="1082348" cy="352725"/>
          </a:xfrm>
          <a:prstGeom prst="rect">
            <a:avLst/>
          </a:prstGeom>
          <a:noFill/>
        </p:spPr>
        <p:txBody>
          <a:bodyPr wrap="none" rtlCol="0">
            <a:spAutoFit/>
          </a:bodyPr>
          <a:lstStyle/>
          <a:p>
            <a:r>
              <a:rPr lang="tr-TR" sz="1692" dirty="0">
                <a:latin typeface="Myriad Pro"/>
              </a:rPr>
              <a:t>ENQ_REC</a:t>
            </a:r>
          </a:p>
        </p:txBody>
      </p:sp>
      <p:cxnSp>
        <p:nvCxnSpPr>
          <p:cNvPr id="44" name="Düz Ok Bağlayıcısı 43">
            <a:extLst>
              <a:ext uri="{FF2B5EF4-FFF2-40B4-BE49-F238E27FC236}">
                <a16:creationId xmlns:a16="http://schemas.microsoft.com/office/drawing/2014/main" id="{E10E05B9-9EE2-422C-BD6C-C98DD05A4223}"/>
              </a:ext>
            </a:extLst>
          </p:cNvPr>
          <p:cNvCxnSpPr>
            <a:cxnSpLocks/>
          </p:cNvCxnSpPr>
          <p:nvPr/>
        </p:nvCxnSpPr>
        <p:spPr>
          <a:xfrm flipH="1">
            <a:off x="5503322" y="5837813"/>
            <a:ext cx="1523420" cy="0"/>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Metin kutusu 44">
            <a:extLst>
              <a:ext uri="{FF2B5EF4-FFF2-40B4-BE49-F238E27FC236}">
                <a16:creationId xmlns:a16="http://schemas.microsoft.com/office/drawing/2014/main" id="{73F65E6D-AB82-4892-96A9-7CD0C81E3757}"/>
              </a:ext>
            </a:extLst>
          </p:cNvPr>
          <p:cNvSpPr txBox="1"/>
          <p:nvPr/>
        </p:nvSpPr>
        <p:spPr>
          <a:xfrm>
            <a:off x="5670543" y="5479695"/>
            <a:ext cx="1218603" cy="352725"/>
          </a:xfrm>
          <a:prstGeom prst="rect">
            <a:avLst/>
          </a:prstGeom>
          <a:noFill/>
        </p:spPr>
        <p:txBody>
          <a:bodyPr wrap="none" rtlCol="0">
            <a:spAutoFit/>
          </a:bodyPr>
          <a:lstStyle/>
          <a:p>
            <a:r>
              <a:rPr lang="tr-TR" sz="1692" dirty="0">
                <a:solidFill>
                  <a:schemeClr val="accent2">
                    <a:lumMod val="75000"/>
                  </a:schemeClr>
                </a:solidFill>
                <a:latin typeface="Myriad Pro"/>
              </a:rPr>
              <a:t>ENQ_NEG*</a:t>
            </a:r>
          </a:p>
        </p:txBody>
      </p:sp>
      <p:cxnSp>
        <p:nvCxnSpPr>
          <p:cNvPr id="67" name="Düz Ok Bağlayıcısı 66">
            <a:extLst>
              <a:ext uri="{FF2B5EF4-FFF2-40B4-BE49-F238E27FC236}">
                <a16:creationId xmlns:a16="http://schemas.microsoft.com/office/drawing/2014/main" id="{63904B78-2DD8-44B4-9B29-3ABEB8760AD1}"/>
              </a:ext>
            </a:extLst>
          </p:cNvPr>
          <p:cNvCxnSpPr>
            <a:cxnSpLocks/>
          </p:cNvCxnSpPr>
          <p:nvPr/>
        </p:nvCxnSpPr>
        <p:spPr>
          <a:xfrm>
            <a:off x="2921733" y="6377130"/>
            <a:ext cx="1851564"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Düz Ok Bağlayıcısı 67">
            <a:extLst>
              <a:ext uri="{FF2B5EF4-FFF2-40B4-BE49-F238E27FC236}">
                <a16:creationId xmlns:a16="http://schemas.microsoft.com/office/drawing/2014/main" id="{89313432-BE86-4903-8BCC-FCAE1C588A7A}"/>
              </a:ext>
            </a:extLst>
          </p:cNvPr>
          <p:cNvCxnSpPr>
            <a:cxnSpLocks/>
          </p:cNvCxnSpPr>
          <p:nvPr/>
        </p:nvCxnSpPr>
        <p:spPr>
          <a:xfrm flipH="1">
            <a:off x="5528364" y="5008704"/>
            <a:ext cx="1523741"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69" name="Düz Ok Bağlayıcısı 68">
            <a:extLst>
              <a:ext uri="{FF2B5EF4-FFF2-40B4-BE49-F238E27FC236}">
                <a16:creationId xmlns:a16="http://schemas.microsoft.com/office/drawing/2014/main" id="{1E7B2B41-9919-4BC9-862A-122E2E16488A}"/>
              </a:ext>
            </a:extLst>
          </p:cNvPr>
          <p:cNvCxnSpPr>
            <a:cxnSpLocks/>
          </p:cNvCxnSpPr>
          <p:nvPr/>
        </p:nvCxnSpPr>
        <p:spPr>
          <a:xfrm>
            <a:off x="5507376" y="3807281"/>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70" name="Metin kutusu 69">
            <a:extLst>
              <a:ext uri="{FF2B5EF4-FFF2-40B4-BE49-F238E27FC236}">
                <a16:creationId xmlns:a16="http://schemas.microsoft.com/office/drawing/2014/main" id="{6CAFABCD-2049-4F7B-B196-0FB55B651D06}"/>
              </a:ext>
            </a:extLst>
          </p:cNvPr>
          <p:cNvSpPr txBox="1"/>
          <p:nvPr/>
        </p:nvSpPr>
        <p:spPr>
          <a:xfrm>
            <a:off x="5670543" y="3449164"/>
            <a:ext cx="1112805" cy="352725"/>
          </a:xfrm>
          <a:prstGeom prst="rect">
            <a:avLst/>
          </a:prstGeom>
          <a:noFill/>
        </p:spPr>
        <p:txBody>
          <a:bodyPr wrap="none" rtlCol="0">
            <a:spAutoFit/>
          </a:bodyPr>
          <a:lstStyle/>
          <a:p>
            <a:r>
              <a:rPr lang="tr-TR" sz="1692" dirty="0">
                <a:latin typeface="Myriad Pro"/>
              </a:rPr>
              <a:t>AAR_SND</a:t>
            </a:r>
          </a:p>
        </p:txBody>
      </p:sp>
      <p:cxnSp>
        <p:nvCxnSpPr>
          <p:cNvPr id="71" name="Düz Ok Bağlayıcısı 70">
            <a:extLst>
              <a:ext uri="{FF2B5EF4-FFF2-40B4-BE49-F238E27FC236}">
                <a16:creationId xmlns:a16="http://schemas.microsoft.com/office/drawing/2014/main" id="{C6ED8DBC-06A8-49D9-A654-C48AF923F487}"/>
              </a:ext>
            </a:extLst>
          </p:cNvPr>
          <p:cNvCxnSpPr>
            <a:cxnSpLocks/>
          </p:cNvCxnSpPr>
          <p:nvPr/>
        </p:nvCxnSpPr>
        <p:spPr>
          <a:xfrm flipH="1">
            <a:off x="5507377" y="4578186"/>
            <a:ext cx="15447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72" name="Düz Ok Bağlayıcısı 71">
            <a:extLst>
              <a:ext uri="{FF2B5EF4-FFF2-40B4-BE49-F238E27FC236}">
                <a16:creationId xmlns:a16="http://schemas.microsoft.com/office/drawing/2014/main" id="{E5C0342C-C800-44E2-976D-1B1E85C17DD6}"/>
              </a:ext>
            </a:extLst>
          </p:cNvPr>
          <p:cNvCxnSpPr>
            <a:cxnSpLocks/>
          </p:cNvCxnSpPr>
          <p:nvPr/>
        </p:nvCxnSpPr>
        <p:spPr>
          <a:xfrm>
            <a:off x="5507376" y="5449705"/>
            <a:ext cx="156692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73" name="Metin kutusu 72">
            <a:extLst>
              <a:ext uri="{FF2B5EF4-FFF2-40B4-BE49-F238E27FC236}">
                <a16:creationId xmlns:a16="http://schemas.microsoft.com/office/drawing/2014/main" id="{910FC24D-97AD-4B44-A40A-17C727CD818B}"/>
              </a:ext>
            </a:extLst>
          </p:cNvPr>
          <p:cNvSpPr txBox="1"/>
          <p:nvPr/>
        </p:nvSpPr>
        <p:spPr>
          <a:xfrm>
            <a:off x="5677900" y="5091588"/>
            <a:ext cx="1111202" cy="352725"/>
          </a:xfrm>
          <a:prstGeom prst="rect">
            <a:avLst/>
          </a:prstGeom>
          <a:noFill/>
        </p:spPr>
        <p:txBody>
          <a:bodyPr wrap="none" rtlCol="0">
            <a:spAutoFit/>
          </a:bodyPr>
          <a:lstStyle/>
          <a:p>
            <a:r>
              <a:rPr lang="tr-TR" sz="1692" dirty="0">
                <a:latin typeface="Myriad Pro"/>
              </a:rPr>
              <a:t>ENQ_REQ</a:t>
            </a:r>
          </a:p>
        </p:txBody>
      </p:sp>
      <p:sp>
        <p:nvSpPr>
          <p:cNvPr id="74" name="Metin kutusu 73">
            <a:extLst>
              <a:ext uri="{FF2B5EF4-FFF2-40B4-BE49-F238E27FC236}">
                <a16:creationId xmlns:a16="http://schemas.microsoft.com/office/drawing/2014/main" id="{28BAF7B3-6EBF-46E4-AEFA-9729243FA949}"/>
              </a:ext>
            </a:extLst>
          </p:cNvPr>
          <p:cNvSpPr txBox="1"/>
          <p:nvPr/>
        </p:nvSpPr>
        <p:spPr>
          <a:xfrm>
            <a:off x="2196910" y="1850307"/>
            <a:ext cx="6947265" cy="352725"/>
          </a:xfrm>
          <a:prstGeom prst="rect">
            <a:avLst/>
          </a:prstGeom>
          <a:noFill/>
        </p:spPr>
        <p:txBody>
          <a:bodyPr wrap="square" rtlCol="0">
            <a:spAutoFit/>
          </a:bodyPr>
          <a:lstStyle/>
          <a:p>
            <a:r>
              <a:rPr lang="tr-TR" sz="1692" b="1" dirty="0">
                <a:latin typeface="Myriad Pro"/>
              </a:rPr>
              <a:t>Hareket Gümrük İdaresinin Araştırma İsteğine Verilecek Cevaplar</a:t>
            </a:r>
          </a:p>
        </p:txBody>
      </p:sp>
      <p:sp>
        <p:nvSpPr>
          <p:cNvPr id="46" name="Metin kutusu 45">
            <a:extLst>
              <a:ext uri="{FF2B5EF4-FFF2-40B4-BE49-F238E27FC236}">
                <a16:creationId xmlns:a16="http://schemas.microsoft.com/office/drawing/2014/main" id="{A357B279-0DF3-4A97-B7AE-212BE760827F}"/>
              </a:ext>
            </a:extLst>
          </p:cNvPr>
          <p:cNvSpPr txBox="1"/>
          <p:nvPr/>
        </p:nvSpPr>
        <p:spPr>
          <a:xfrm>
            <a:off x="3261643" y="6402422"/>
            <a:ext cx="1288059" cy="352725"/>
          </a:xfrm>
          <a:prstGeom prst="rect">
            <a:avLst/>
          </a:prstGeom>
          <a:noFill/>
        </p:spPr>
        <p:txBody>
          <a:bodyPr wrap="square" rtlCol="0">
            <a:spAutoFit/>
          </a:bodyPr>
          <a:lstStyle/>
          <a:p>
            <a:r>
              <a:rPr lang="tr-TR" sz="1692" dirty="0">
                <a:solidFill>
                  <a:srgbClr val="FF0000"/>
                </a:solidFill>
                <a:latin typeface="Myriad Pro"/>
              </a:rPr>
              <a:t>MOV_RSP</a:t>
            </a:r>
          </a:p>
        </p:txBody>
      </p:sp>
      <p:cxnSp>
        <p:nvCxnSpPr>
          <p:cNvPr id="47" name="Düz Ok Bağlayıcısı 46">
            <a:extLst>
              <a:ext uri="{FF2B5EF4-FFF2-40B4-BE49-F238E27FC236}">
                <a16:creationId xmlns:a16="http://schemas.microsoft.com/office/drawing/2014/main" id="{6CFD97D3-D6A2-47E6-A768-730B8BE142F4}"/>
              </a:ext>
            </a:extLst>
          </p:cNvPr>
          <p:cNvCxnSpPr>
            <a:cxnSpLocks/>
          </p:cNvCxnSpPr>
          <p:nvPr/>
        </p:nvCxnSpPr>
        <p:spPr>
          <a:xfrm>
            <a:off x="2953436" y="6782699"/>
            <a:ext cx="1851564" cy="29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Content Placeholder 2">
            <a:extLst>
              <a:ext uri="{FF2B5EF4-FFF2-40B4-BE49-F238E27FC236}">
                <a16:creationId xmlns:a16="http://schemas.microsoft.com/office/drawing/2014/main" id="{BA23B3DF-64D4-483D-8EFC-19A0E809DA9A}"/>
              </a:ext>
            </a:extLst>
          </p:cNvPr>
          <p:cNvSpPr txBox="1">
            <a:spLocks/>
          </p:cNvSpPr>
          <p:nvPr/>
        </p:nvSpPr>
        <p:spPr>
          <a:xfrm>
            <a:off x="1963016" y="634363"/>
            <a:ext cx="7214608" cy="3000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tr-TR" sz="1904" b="1" dirty="0">
                <a:latin typeface="Myriad Pro"/>
              </a:rPr>
              <a:t>ARAŞTIRMA İŞLEMLERİ</a:t>
            </a:r>
            <a:endParaRPr lang="tr-TR" sz="1058" b="1" dirty="0">
              <a:latin typeface="Myriad Pro"/>
            </a:endParaRPr>
          </a:p>
          <a:p>
            <a:pPr marL="0" indent="0">
              <a:buFont typeface="Arial" panose="020B0604020202020204" pitchFamily="34" charset="0"/>
              <a:buNone/>
            </a:pPr>
            <a:endParaRPr lang="tr-TR" sz="1904" b="1" dirty="0">
              <a:latin typeface="Myriad Pro"/>
              <a:cs typeface="Myriad Pro"/>
            </a:endParaRPr>
          </a:p>
        </p:txBody>
      </p:sp>
      <p:sp>
        <p:nvSpPr>
          <p:cNvPr id="50" name="Metin kutusu 49">
            <a:extLst>
              <a:ext uri="{FF2B5EF4-FFF2-40B4-BE49-F238E27FC236}">
                <a16:creationId xmlns:a16="http://schemas.microsoft.com/office/drawing/2014/main" id="{1C7771D5-5058-46C4-9BB0-2A0B9460D4A9}"/>
              </a:ext>
            </a:extLst>
          </p:cNvPr>
          <p:cNvSpPr txBox="1"/>
          <p:nvPr/>
        </p:nvSpPr>
        <p:spPr>
          <a:xfrm>
            <a:off x="1304556" y="190601"/>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296709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fade">
                                      <p:cBhvr>
                                        <p:cTn id="18" dur="500"/>
                                        <p:tgtEl>
                                          <p:spTgt spid="3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par>
                                <p:cTn id="27" presetID="10" presetClass="entr" presetSubtype="0"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fade">
                                      <p:cBhvr>
                                        <p:cTn id="29" dur="500"/>
                                        <p:tgtEl>
                                          <p:spTgt spid="6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500"/>
                                        <p:tgtEl>
                                          <p:spTgt spid="46"/>
                                        </p:tgtEl>
                                      </p:cBhvr>
                                    </p:animEffect>
                                  </p:childTnLst>
                                </p:cTn>
                              </p:par>
                              <p:par>
                                <p:cTn id="35" presetID="10"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9" grpId="0"/>
      <p:bldP spid="41" grpId="0"/>
      <p:bldP spid="45" grpId="0"/>
      <p:bldP spid="4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Metin kutusu 13">
            <a:extLst>
              <a:ext uri="{FF2B5EF4-FFF2-40B4-BE49-F238E27FC236}">
                <a16:creationId xmlns:a16="http://schemas.microsoft.com/office/drawing/2014/main" id="{12E7414B-BDFE-4911-934A-3BAA5D0F100B}"/>
              </a:ext>
            </a:extLst>
          </p:cNvPr>
          <p:cNvSpPr txBox="1"/>
          <p:nvPr/>
        </p:nvSpPr>
        <p:spPr>
          <a:xfrm>
            <a:off x="7144577" y="608005"/>
            <a:ext cx="4947974" cy="2143279"/>
          </a:xfrm>
          <a:prstGeom prst="rect">
            <a:avLst/>
          </a:prstGeom>
          <a:noFill/>
        </p:spPr>
        <p:txBody>
          <a:bodyPr wrap="square" rtlCol="0">
            <a:spAutoFit/>
          </a:bodyPr>
          <a:lstStyle/>
          <a:p>
            <a:pPr algn="ctr"/>
            <a:r>
              <a:rPr lang="tr-TR" sz="1481" b="1" dirty="0">
                <a:solidFill>
                  <a:srgbClr val="FF0000"/>
                </a:solidFill>
                <a:latin typeface="Myriad Pro"/>
              </a:rPr>
              <a:t>TC20 formu</a:t>
            </a:r>
            <a:r>
              <a:rPr lang="tr-TR" sz="1481" dirty="0">
                <a:latin typeface="Myriad Pro"/>
              </a:rPr>
              <a:t>, </a:t>
            </a:r>
          </a:p>
          <a:p>
            <a:pPr algn="ctr"/>
            <a:r>
              <a:rPr lang="tr-TR" sz="1481" dirty="0">
                <a:latin typeface="Myriad Pro"/>
              </a:rPr>
              <a:t>hareket idaresinin eşyayla ilgili yeterli bilgiye ulaşamaması, asıl sorumludan da yeterli bilgi alamaması gibi durumlarda, </a:t>
            </a:r>
          </a:p>
          <a:p>
            <a:pPr algn="ctr"/>
            <a:r>
              <a:rPr lang="tr-TR" sz="1481" dirty="0">
                <a:latin typeface="Myriad Pro"/>
              </a:rPr>
              <a:t>belge kapsamı </a:t>
            </a:r>
            <a:r>
              <a:rPr lang="tr-TR" sz="1481" u="sng" dirty="0">
                <a:latin typeface="Myriad Pro"/>
              </a:rPr>
              <a:t>eşyanın akıbetini varış idaresi nezdinde araştırmak ve/veya sistemden başlatılmış olan </a:t>
            </a:r>
          </a:p>
          <a:p>
            <a:pPr algn="ctr"/>
            <a:r>
              <a:rPr lang="tr-TR" sz="1481" u="sng" dirty="0">
                <a:latin typeface="Myriad Pro"/>
              </a:rPr>
              <a:t>araştırma prosedürünü devam ettirmek amacıyla, </a:t>
            </a:r>
          </a:p>
          <a:p>
            <a:pPr algn="ctr"/>
            <a:r>
              <a:rPr lang="tr-TR" sz="1481" u="sng" dirty="0">
                <a:solidFill>
                  <a:srgbClr val="00B050"/>
                </a:solidFill>
                <a:latin typeface="Myriad Pro"/>
              </a:rPr>
              <a:t>hareket idaresince düzenlenerek varış idaresine gönderilen </a:t>
            </a:r>
            <a:r>
              <a:rPr lang="tr-TR" sz="1481" dirty="0">
                <a:latin typeface="Myriad Pro"/>
              </a:rPr>
              <a:t>bir formdur. </a:t>
            </a:r>
          </a:p>
        </p:txBody>
      </p:sp>
      <p:pic>
        <p:nvPicPr>
          <p:cNvPr id="16" name="Resim 15">
            <a:extLst>
              <a:ext uri="{FF2B5EF4-FFF2-40B4-BE49-F238E27FC236}">
                <a16:creationId xmlns:a16="http://schemas.microsoft.com/office/drawing/2014/main" id="{8E0F8D1B-BA1E-4671-B38F-72C3D9FBF4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7564" y="375222"/>
            <a:ext cx="4047014" cy="5880332"/>
          </a:xfrm>
          <a:prstGeom prst="rect">
            <a:avLst/>
          </a:prstGeom>
        </p:spPr>
      </p:pic>
      <p:sp>
        <p:nvSpPr>
          <p:cNvPr id="20" name="Metin kutusu 19">
            <a:extLst>
              <a:ext uri="{FF2B5EF4-FFF2-40B4-BE49-F238E27FC236}">
                <a16:creationId xmlns:a16="http://schemas.microsoft.com/office/drawing/2014/main" id="{88ADAF6F-C31F-4C61-97A6-E4FDE2110F62}"/>
              </a:ext>
            </a:extLst>
          </p:cNvPr>
          <p:cNvSpPr txBox="1"/>
          <p:nvPr/>
        </p:nvSpPr>
        <p:spPr>
          <a:xfrm>
            <a:off x="7632203" y="3127455"/>
            <a:ext cx="4004657" cy="1231747"/>
          </a:xfrm>
          <a:prstGeom prst="rect">
            <a:avLst/>
          </a:prstGeom>
          <a:noFill/>
        </p:spPr>
        <p:txBody>
          <a:bodyPr wrap="square" rtlCol="0">
            <a:spAutoFit/>
          </a:bodyPr>
          <a:lstStyle/>
          <a:p>
            <a:pPr algn="ctr"/>
            <a:r>
              <a:rPr lang="tr-TR" sz="1481" dirty="0">
                <a:latin typeface="Myriad Pro"/>
              </a:rPr>
              <a:t>TC20 formunda yer alan bilgi ve eki belgeler </a:t>
            </a:r>
          </a:p>
          <a:p>
            <a:pPr algn="ctr"/>
            <a:r>
              <a:rPr lang="tr-TR" sz="1481" dirty="0">
                <a:latin typeface="Myriad Pro"/>
              </a:rPr>
              <a:t>yeterli bulunmaz ise, </a:t>
            </a:r>
            <a:r>
              <a:rPr lang="tr-TR" sz="1481" b="1" dirty="0">
                <a:latin typeface="Myriad Pro"/>
              </a:rPr>
              <a:t>varış idaresi, </a:t>
            </a:r>
          </a:p>
          <a:p>
            <a:pPr algn="ctr"/>
            <a:r>
              <a:rPr lang="tr-TR" sz="1481" dirty="0">
                <a:latin typeface="Myriad Pro"/>
              </a:rPr>
              <a:t>aynı formun </a:t>
            </a:r>
            <a:r>
              <a:rPr lang="tr-TR" sz="1481" dirty="0">
                <a:solidFill>
                  <a:srgbClr val="FF0000"/>
                </a:solidFill>
                <a:latin typeface="Myriad Pro"/>
              </a:rPr>
              <a:t>II nolu bölümünü </a:t>
            </a:r>
            <a:r>
              <a:rPr lang="tr-TR" sz="1481" dirty="0">
                <a:latin typeface="Myriad Pro"/>
              </a:rPr>
              <a:t>doldurarak, </a:t>
            </a:r>
          </a:p>
          <a:p>
            <a:pPr algn="ctr"/>
            <a:r>
              <a:rPr lang="tr-TR" sz="1481" dirty="0">
                <a:latin typeface="Myriad Pro"/>
              </a:rPr>
              <a:t>hareket idaresine iade etmek suretiyle </a:t>
            </a:r>
          </a:p>
          <a:p>
            <a:pPr algn="ctr"/>
            <a:r>
              <a:rPr lang="tr-TR" sz="1481" dirty="0">
                <a:latin typeface="Myriad Pro"/>
              </a:rPr>
              <a:t>ek bilgi/belge de talep edebilir. </a:t>
            </a:r>
          </a:p>
        </p:txBody>
      </p:sp>
      <p:sp>
        <p:nvSpPr>
          <p:cNvPr id="21" name="Metin kutusu 20">
            <a:extLst>
              <a:ext uri="{FF2B5EF4-FFF2-40B4-BE49-F238E27FC236}">
                <a16:creationId xmlns:a16="http://schemas.microsoft.com/office/drawing/2014/main" id="{7B6EE336-27BE-4F5F-A1E0-849434E16E6B}"/>
              </a:ext>
            </a:extLst>
          </p:cNvPr>
          <p:cNvSpPr txBox="1"/>
          <p:nvPr/>
        </p:nvSpPr>
        <p:spPr>
          <a:xfrm>
            <a:off x="7394628" y="4963225"/>
            <a:ext cx="4436300" cy="1003865"/>
          </a:xfrm>
          <a:prstGeom prst="rect">
            <a:avLst/>
          </a:prstGeom>
          <a:noFill/>
        </p:spPr>
        <p:txBody>
          <a:bodyPr wrap="square" rtlCol="0">
            <a:spAutoFit/>
          </a:bodyPr>
          <a:lstStyle/>
          <a:p>
            <a:pPr algn="ctr"/>
            <a:r>
              <a:rPr lang="tr-TR" sz="1481" b="1" dirty="0">
                <a:latin typeface="Myriad Pro"/>
              </a:rPr>
              <a:t>Hareket idaresi</a:t>
            </a:r>
            <a:r>
              <a:rPr lang="tr-TR" sz="1481" dirty="0">
                <a:latin typeface="Myriad Pro"/>
              </a:rPr>
              <a:t>, istenen bilgi/belgeleri,</a:t>
            </a:r>
          </a:p>
          <a:p>
            <a:pPr algn="ctr"/>
            <a:r>
              <a:rPr lang="tr-TR" sz="1481" dirty="0">
                <a:latin typeface="Myriad Pro"/>
              </a:rPr>
              <a:t>formun </a:t>
            </a:r>
            <a:r>
              <a:rPr lang="tr-TR" sz="1481" dirty="0">
                <a:solidFill>
                  <a:srgbClr val="0066FF"/>
                </a:solidFill>
                <a:latin typeface="Myriad Pro"/>
              </a:rPr>
              <a:t>III. nolu bölümünde </a:t>
            </a:r>
            <a:r>
              <a:rPr lang="tr-TR" sz="1481" dirty="0">
                <a:latin typeface="Myriad Pro"/>
              </a:rPr>
              <a:t>belirterek (veya ekleyerek)</a:t>
            </a:r>
          </a:p>
          <a:p>
            <a:pPr algn="ctr"/>
            <a:r>
              <a:rPr lang="tr-TR" sz="1481" dirty="0">
                <a:latin typeface="Myriad Pro"/>
              </a:rPr>
              <a:t>varış idaresine tekrar gönderir.</a:t>
            </a:r>
          </a:p>
        </p:txBody>
      </p:sp>
      <p:sp>
        <p:nvSpPr>
          <p:cNvPr id="22" name="Content Placeholder 2">
            <a:extLst>
              <a:ext uri="{FF2B5EF4-FFF2-40B4-BE49-F238E27FC236}">
                <a16:creationId xmlns:a16="http://schemas.microsoft.com/office/drawing/2014/main" id="{86E6AF34-C80D-4204-9B1B-E379026BB59F}"/>
              </a:ext>
            </a:extLst>
          </p:cNvPr>
          <p:cNvSpPr txBox="1">
            <a:spLocks/>
          </p:cNvSpPr>
          <p:nvPr/>
        </p:nvSpPr>
        <p:spPr>
          <a:xfrm>
            <a:off x="445967" y="1403853"/>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TC20 FORMU </a:t>
            </a:r>
          </a:p>
          <a:p>
            <a:pPr marL="0" indent="0">
              <a:buNone/>
            </a:pPr>
            <a:r>
              <a:rPr lang="tr-TR" sz="1058" b="1" i="1" dirty="0">
                <a:solidFill>
                  <a:srgbClr val="00B0F0"/>
                </a:solidFill>
                <a:latin typeface="Myriad Pro"/>
              </a:rPr>
              <a:t>{Transit Manual Ek 8.3}</a:t>
            </a:r>
            <a:endParaRPr lang="tr-TR" sz="1058" dirty="0">
              <a:latin typeface="Myriad Pro"/>
            </a:endParaRPr>
          </a:p>
          <a:p>
            <a:pPr marL="0" indent="0">
              <a:buNone/>
            </a:pPr>
            <a:endParaRPr lang="tr-TR" sz="1904" b="1" dirty="0">
              <a:latin typeface="Myriad Pro"/>
              <a:cs typeface="Myriad Pro"/>
            </a:endParaRPr>
          </a:p>
        </p:txBody>
      </p:sp>
      <p:sp>
        <p:nvSpPr>
          <p:cNvPr id="18" name="Yuvarlatılmış Dikdörtgen 17"/>
          <p:cNvSpPr/>
          <p:nvPr/>
        </p:nvSpPr>
        <p:spPr>
          <a:xfrm>
            <a:off x="2944433" y="3868338"/>
            <a:ext cx="4353273" cy="1276378"/>
          </a:xfrm>
          <a:prstGeom prst="roundRect">
            <a:avLst/>
          </a:prstGeom>
          <a:noFill/>
          <a:ln w="444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9" name="Yuvarlatılmış Dikdörtgen 18"/>
          <p:cNvSpPr/>
          <p:nvPr/>
        </p:nvSpPr>
        <p:spPr>
          <a:xfrm>
            <a:off x="2944432" y="5303147"/>
            <a:ext cx="4353273" cy="994101"/>
          </a:xfrm>
          <a:prstGeom prst="roundRect">
            <a:avLst/>
          </a:prstGeom>
          <a:noFill/>
          <a:ln w="44450">
            <a:solidFill>
              <a:srgbClr val="0C6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0" name="Metin kutusu 9">
            <a:extLst>
              <a:ext uri="{FF2B5EF4-FFF2-40B4-BE49-F238E27FC236}">
                <a16:creationId xmlns:a16="http://schemas.microsoft.com/office/drawing/2014/main" id="{910CF616-9F82-4E59-821D-22850B54E7D5}"/>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281816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fade">
                                      <p:cBhvr>
                                        <p:cTn id="15" dur="500"/>
                                        <p:tgtEl>
                                          <p:spTgt spid="14">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xEl>
                                              <p:pRg st="1" end="1"/>
                                            </p:txEl>
                                          </p:spTgt>
                                        </p:tgtEl>
                                        <p:attrNameLst>
                                          <p:attrName>style.visibility</p:attrName>
                                        </p:attrNameLst>
                                      </p:cBhvr>
                                      <p:to>
                                        <p:strVal val="visible"/>
                                      </p:to>
                                    </p:set>
                                    <p:animEffect transition="in" filter="fade">
                                      <p:cBhvr>
                                        <p:cTn id="18" dur="500"/>
                                        <p:tgtEl>
                                          <p:spTgt spid="14">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500"/>
                                        <p:tgtEl>
                                          <p:spTgt spid="14">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xEl>
                                              <p:pRg st="3" end="3"/>
                                            </p:txEl>
                                          </p:spTgt>
                                        </p:tgtEl>
                                        <p:attrNameLst>
                                          <p:attrName>style.visibility</p:attrName>
                                        </p:attrNameLst>
                                      </p:cBhvr>
                                      <p:to>
                                        <p:strVal val="visible"/>
                                      </p:to>
                                    </p:set>
                                    <p:animEffect transition="in" filter="fade">
                                      <p:cBhvr>
                                        <p:cTn id="24" dur="500"/>
                                        <p:tgtEl>
                                          <p:spTgt spid="14">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fade">
                                      <p:cBhvr>
                                        <p:cTn id="27" dur="5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18" grpId="0" animBg="1"/>
      <p:bldP spid="1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Metin kutusu 17">
            <a:extLst>
              <a:ext uri="{FF2B5EF4-FFF2-40B4-BE49-F238E27FC236}">
                <a16:creationId xmlns:a16="http://schemas.microsoft.com/office/drawing/2014/main" id="{9A2929B0-827C-4B88-A798-10DEEAD563D0}"/>
              </a:ext>
            </a:extLst>
          </p:cNvPr>
          <p:cNvSpPr txBox="1"/>
          <p:nvPr/>
        </p:nvSpPr>
        <p:spPr>
          <a:xfrm>
            <a:off x="6963620" y="873115"/>
            <a:ext cx="5183317" cy="1801968"/>
          </a:xfrm>
          <a:prstGeom prst="rect">
            <a:avLst/>
          </a:prstGeom>
          <a:noFill/>
        </p:spPr>
        <p:txBody>
          <a:bodyPr wrap="square" rtlCol="0">
            <a:spAutoFit/>
          </a:bodyPr>
          <a:lstStyle/>
          <a:p>
            <a:pPr algn="ctr"/>
            <a:r>
              <a:rPr lang="tr-TR" sz="1587" dirty="0">
                <a:latin typeface="Myriad Pro"/>
              </a:rPr>
              <a:t>Varış idaresince yapılan araştırma sonucunda, </a:t>
            </a:r>
          </a:p>
          <a:p>
            <a:pPr algn="ctr"/>
            <a:r>
              <a:rPr lang="tr-TR" sz="1587" b="1" dirty="0">
                <a:solidFill>
                  <a:srgbClr val="7030A0"/>
                </a:solidFill>
                <a:latin typeface="Myriad Pro"/>
              </a:rPr>
              <a:t>varış idaresi değişikliği (varış sapması) yapıldığı </a:t>
            </a:r>
            <a:r>
              <a:rPr lang="tr-TR" sz="1587" dirty="0">
                <a:latin typeface="Myriad Pro"/>
              </a:rPr>
              <a:t>anlaşılır ve tespit edilebilirse, bahse konu formun </a:t>
            </a:r>
            <a:r>
              <a:rPr lang="tr-TR" sz="1587" dirty="0">
                <a:solidFill>
                  <a:srgbClr val="00B050"/>
                </a:solidFill>
                <a:latin typeface="Myriad Pro"/>
              </a:rPr>
              <a:t>IV Nolu </a:t>
            </a:r>
            <a:r>
              <a:rPr lang="tr-TR" sz="1587" dirty="0">
                <a:latin typeface="Myriad Pro"/>
              </a:rPr>
              <a:t>bölümü doldurularak ve konuyla ilgili kısa açıklama/not eklenerek, gereği yapılmak üzere </a:t>
            </a:r>
          </a:p>
          <a:p>
            <a:pPr algn="ctr"/>
            <a:r>
              <a:rPr lang="tr-TR" sz="1587" b="1" dirty="0">
                <a:latin typeface="Myriad Pro"/>
              </a:rPr>
              <a:t>fiili varış idaresine</a:t>
            </a:r>
            <a:r>
              <a:rPr lang="tr-TR" sz="1587" dirty="0">
                <a:latin typeface="Myriad Pro"/>
              </a:rPr>
              <a:t>, </a:t>
            </a:r>
          </a:p>
          <a:p>
            <a:pPr algn="ctr"/>
            <a:r>
              <a:rPr lang="tr-TR" sz="1587" dirty="0">
                <a:latin typeface="Myriad Pro"/>
              </a:rPr>
              <a:t>kopyası da hareket idaresine gönderilir.</a:t>
            </a:r>
          </a:p>
        </p:txBody>
      </p:sp>
      <p:pic>
        <p:nvPicPr>
          <p:cNvPr id="19" name="Resim 18">
            <a:extLst>
              <a:ext uri="{FF2B5EF4-FFF2-40B4-BE49-F238E27FC236}">
                <a16:creationId xmlns:a16="http://schemas.microsoft.com/office/drawing/2014/main" id="{995CA268-37C5-42A5-B1DC-3FEC336D2742}"/>
              </a:ext>
            </a:extLst>
          </p:cNvPr>
          <p:cNvPicPr>
            <a:picLocks noChangeAspect="1"/>
          </p:cNvPicPr>
          <p:nvPr/>
        </p:nvPicPr>
        <p:blipFill>
          <a:blip r:embed="rId2"/>
          <a:stretch>
            <a:fillRect/>
          </a:stretch>
        </p:blipFill>
        <p:spPr>
          <a:xfrm>
            <a:off x="2761578" y="168636"/>
            <a:ext cx="4103556" cy="6664947"/>
          </a:xfrm>
          <a:prstGeom prst="rect">
            <a:avLst/>
          </a:prstGeom>
        </p:spPr>
      </p:pic>
      <p:sp>
        <p:nvSpPr>
          <p:cNvPr id="25" name="Metin kutusu 24">
            <a:extLst>
              <a:ext uri="{FF2B5EF4-FFF2-40B4-BE49-F238E27FC236}">
                <a16:creationId xmlns:a16="http://schemas.microsoft.com/office/drawing/2014/main" id="{E594AE41-8CB0-479D-B517-56BF4345EE78}"/>
              </a:ext>
            </a:extLst>
          </p:cNvPr>
          <p:cNvSpPr txBox="1"/>
          <p:nvPr/>
        </p:nvSpPr>
        <p:spPr>
          <a:xfrm>
            <a:off x="7384725" y="3205983"/>
            <a:ext cx="4341105" cy="2778902"/>
          </a:xfrm>
          <a:prstGeom prst="rect">
            <a:avLst/>
          </a:prstGeom>
          <a:noFill/>
        </p:spPr>
        <p:txBody>
          <a:bodyPr wrap="square" rtlCol="0">
            <a:spAutoFit/>
          </a:bodyPr>
          <a:lstStyle/>
          <a:p>
            <a:pPr algn="ctr"/>
            <a:r>
              <a:rPr lang="tr-TR" sz="1587" u="sng" dirty="0">
                <a:latin typeface="Myriad Pro"/>
              </a:rPr>
              <a:t>Fiili varış idaresi tespit edilemez </a:t>
            </a:r>
            <a:r>
              <a:rPr lang="tr-TR" sz="1587" dirty="0">
                <a:latin typeface="Myriad Pro"/>
              </a:rPr>
              <a:t>ve araştırma konusu </a:t>
            </a:r>
            <a:r>
              <a:rPr lang="tr-TR" sz="1587" u="sng" dirty="0">
                <a:latin typeface="Myriad Pro"/>
              </a:rPr>
              <a:t>eşya ilgili hiçbir bilgiye ulaşılamaz ise</a:t>
            </a:r>
            <a:r>
              <a:rPr lang="tr-TR" sz="1587" dirty="0">
                <a:latin typeface="Myriad Pro"/>
              </a:rPr>
              <a:t>, </a:t>
            </a:r>
          </a:p>
          <a:p>
            <a:pPr algn="ctr"/>
            <a:r>
              <a:rPr lang="tr-TR" sz="1587" dirty="0">
                <a:latin typeface="Myriad Pro"/>
              </a:rPr>
              <a:t>formun </a:t>
            </a:r>
            <a:r>
              <a:rPr lang="tr-TR" sz="1587" dirty="0">
                <a:solidFill>
                  <a:srgbClr val="00B050"/>
                </a:solidFill>
                <a:latin typeface="Myriad Pro"/>
              </a:rPr>
              <a:t>IV Nolu </a:t>
            </a:r>
            <a:r>
              <a:rPr lang="tr-TR" sz="1587" dirty="0">
                <a:latin typeface="Myriad Pro"/>
              </a:rPr>
              <a:t>bölümü doldurularak</a:t>
            </a:r>
          </a:p>
          <a:p>
            <a:pPr algn="ctr"/>
            <a:r>
              <a:rPr lang="tr-TR" sz="1587" dirty="0">
                <a:latin typeface="Myriad Pro"/>
              </a:rPr>
              <a:t> </a:t>
            </a:r>
            <a:r>
              <a:rPr lang="tr-TR" sz="1587" b="1" dirty="0">
                <a:latin typeface="Myriad Pro"/>
              </a:rPr>
              <a:t>son öngörülen transit idaresine</a:t>
            </a:r>
            <a:r>
              <a:rPr lang="tr-TR" sz="1587" dirty="0">
                <a:latin typeface="Myriad Pro"/>
              </a:rPr>
              <a:t>,</a:t>
            </a:r>
          </a:p>
          <a:p>
            <a:pPr algn="ctr"/>
            <a:r>
              <a:rPr lang="tr-TR" sz="1587" dirty="0">
                <a:latin typeface="Myriad Pro"/>
              </a:rPr>
              <a:t>kopyası da </a:t>
            </a:r>
            <a:r>
              <a:rPr lang="tr-TR" sz="1587" b="1" dirty="0">
                <a:latin typeface="Myriad Pro"/>
              </a:rPr>
              <a:t>bilgi amaçlı olarak hareket idaresine </a:t>
            </a:r>
            <a:r>
              <a:rPr lang="tr-TR" sz="1587" dirty="0">
                <a:latin typeface="Myriad Pro"/>
              </a:rPr>
              <a:t>gönderilir. </a:t>
            </a:r>
          </a:p>
          <a:p>
            <a:pPr algn="ctr"/>
            <a:endParaRPr lang="tr-TR" sz="1587" dirty="0">
              <a:latin typeface="Myriad Pro"/>
            </a:endParaRPr>
          </a:p>
          <a:p>
            <a:pPr algn="ctr"/>
            <a:endParaRPr lang="tr-TR" sz="1587" dirty="0">
              <a:latin typeface="Myriad Pro"/>
            </a:endParaRPr>
          </a:p>
          <a:p>
            <a:pPr algn="ctr"/>
            <a:r>
              <a:rPr lang="tr-TR" sz="1587" dirty="0">
                <a:latin typeface="Myriad Pro"/>
              </a:rPr>
              <a:t>Şayet transit idaresi yok ise,</a:t>
            </a:r>
          </a:p>
          <a:p>
            <a:pPr algn="ctr"/>
            <a:r>
              <a:rPr lang="tr-TR" sz="1587" dirty="0">
                <a:latin typeface="Myriad Pro"/>
              </a:rPr>
              <a:t>bu durumda form tekrar hareket idaresine </a:t>
            </a:r>
          </a:p>
          <a:p>
            <a:pPr algn="ctr"/>
            <a:r>
              <a:rPr lang="tr-TR" sz="1587" dirty="0">
                <a:latin typeface="Myriad Pro"/>
              </a:rPr>
              <a:t>iade edilir ve süreç tamamlanır.</a:t>
            </a:r>
            <a:endParaRPr lang="tr-TR" sz="1904" dirty="0">
              <a:latin typeface="Myriad Pro"/>
            </a:endParaRPr>
          </a:p>
        </p:txBody>
      </p:sp>
      <p:sp>
        <p:nvSpPr>
          <p:cNvPr id="14" name="Yuvarlatılmış Dikdörtgen 13"/>
          <p:cNvSpPr/>
          <p:nvPr/>
        </p:nvSpPr>
        <p:spPr>
          <a:xfrm>
            <a:off x="2636719" y="168635"/>
            <a:ext cx="4353273" cy="2057685"/>
          </a:xfrm>
          <a:prstGeom prst="roundRect">
            <a:avLst/>
          </a:prstGeom>
          <a:noFill/>
          <a:ln w="444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1" name="Content Placeholder 2">
            <a:extLst>
              <a:ext uri="{FF2B5EF4-FFF2-40B4-BE49-F238E27FC236}">
                <a16:creationId xmlns:a16="http://schemas.microsoft.com/office/drawing/2014/main" id="{BA208B1D-4CE5-4B7E-BE24-7347344BDDE4}"/>
              </a:ext>
            </a:extLst>
          </p:cNvPr>
          <p:cNvSpPr txBox="1">
            <a:spLocks/>
          </p:cNvSpPr>
          <p:nvPr/>
        </p:nvSpPr>
        <p:spPr>
          <a:xfrm>
            <a:off x="445967" y="1403853"/>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TC20 FORMU </a:t>
            </a:r>
          </a:p>
          <a:p>
            <a:pPr marL="0" indent="0">
              <a:buNone/>
            </a:pPr>
            <a:r>
              <a:rPr lang="tr-TR" sz="1058" b="1" i="1" dirty="0">
                <a:solidFill>
                  <a:srgbClr val="00B0F0"/>
                </a:solidFill>
                <a:latin typeface="Myriad Pro"/>
              </a:rPr>
              <a:t>{Transit Manual Ek 8.3}</a:t>
            </a:r>
            <a:endParaRPr lang="tr-TR" sz="1058" dirty="0">
              <a:latin typeface="Myriad Pro"/>
            </a:endParaRPr>
          </a:p>
          <a:p>
            <a:pPr marL="0" indent="0">
              <a:buNone/>
            </a:pPr>
            <a:endParaRPr lang="tr-TR" sz="1904" b="1" dirty="0">
              <a:latin typeface="Myriad Pro"/>
              <a:cs typeface="Myriad Pro"/>
            </a:endParaRPr>
          </a:p>
        </p:txBody>
      </p:sp>
      <p:sp>
        <p:nvSpPr>
          <p:cNvPr id="8" name="Metin kutusu 7">
            <a:extLst>
              <a:ext uri="{FF2B5EF4-FFF2-40B4-BE49-F238E27FC236}">
                <a16:creationId xmlns:a16="http://schemas.microsoft.com/office/drawing/2014/main" id="{85410F53-CE49-49FA-85C0-1050EC9444A4}"/>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96447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animEffect transition="in" filter="fade">
                                      <p:cBhvr>
                                        <p:cTn id="22" dur="500"/>
                                        <p:tgtEl>
                                          <p:spTgt spid="25">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xEl>
                                              <p:pRg st="1" end="1"/>
                                            </p:txEl>
                                          </p:spTgt>
                                        </p:tgtEl>
                                        <p:attrNameLst>
                                          <p:attrName>style.visibility</p:attrName>
                                        </p:attrNameLst>
                                      </p:cBhvr>
                                      <p:to>
                                        <p:strVal val="visible"/>
                                      </p:to>
                                    </p:set>
                                    <p:animEffect transition="in" filter="fade">
                                      <p:cBhvr>
                                        <p:cTn id="25" dur="500"/>
                                        <p:tgtEl>
                                          <p:spTgt spid="25">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xEl>
                                              <p:pRg st="2" end="2"/>
                                            </p:txEl>
                                          </p:spTgt>
                                        </p:tgtEl>
                                        <p:attrNameLst>
                                          <p:attrName>style.visibility</p:attrName>
                                        </p:attrNameLst>
                                      </p:cBhvr>
                                      <p:to>
                                        <p:strVal val="visible"/>
                                      </p:to>
                                    </p:set>
                                    <p:animEffect transition="in" filter="fade">
                                      <p:cBhvr>
                                        <p:cTn id="28" dur="500"/>
                                        <p:tgtEl>
                                          <p:spTgt spid="25">
                                            <p:txEl>
                                              <p:pRg st="2" end="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xEl>
                                              <p:pRg st="3" end="3"/>
                                            </p:txEl>
                                          </p:spTgt>
                                        </p:tgtEl>
                                        <p:attrNameLst>
                                          <p:attrName>style.visibility</p:attrName>
                                        </p:attrNameLst>
                                      </p:cBhvr>
                                      <p:to>
                                        <p:strVal val="visible"/>
                                      </p:to>
                                    </p:set>
                                    <p:animEffect transition="in" filter="fade">
                                      <p:cBhvr>
                                        <p:cTn id="31" dur="500"/>
                                        <p:tgtEl>
                                          <p:spTgt spid="25">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
                                            <p:txEl>
                                              <p:pRg st="6" end="6"/>
                                            </p:txEl>
                                          </p:spTgt>
                                        </p:tgtEl>
                                        <p:attrNameLst>
                                          <p:attrName>style.visibility</p:attrName>
                                        </p:attrNameLst>
                                      </p:cBhvr>
                                      <p:to>
                                        <p:strVal val="visible"/>
                                      </p:to>
                                    </p:set>
                                    <p:animEffect transition="in" filter="fade">
                                      <p:cBhvr>
                                        <p:cTn id="36" dur="500"/>
                                        <p:tgtEl>
                                          <p:spTgt spid="25">
                                            <p:txEl>
                                              <p:pRg st="6" end="6"/>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5">
                                            <p:txEl>
                                              <p:pRg st="7" end="7"/>
                                            </p:txEl>
                                          </p:spTgt>
                                        </p:tgtEl>
                                        <p:attrNameLst>
                                          <p:attrName>style.visibility</p:attrName>
                                        </p:attrNameLst>
                                      </p:cBhvr>
                                      <p:to>
                                        <p:strVal val="visible"/>
                                      </p:to>
                                    </p:set>
                                    <p:animEffect transition="in" filter="fade">
                                      <p:cBhvr>
                                        <p:cTn id="39" dur="500"/>
                                        <p:tgtEl>
                                          <p:spTgt spid="25">
                                            <p:txEl>
                                              <p:pRg st="7" end="7"/>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xEl>
                                              <p:pRg st="8" end="8"/>
                                            </p:txEl>
                                          </p:spTgt>
                                        </p:tgtEl>
                                        <p:attrNameLst>
                                          <p:attrName>style.visibility</p:attrName>
                                        </p:attrNameLst>
                                      </p:cBhvr>
                                      <p:to>
                                        <p:strVal val="visible"/>
                                      </p:to>
                                    </p:set>
                                    <p:animEffect transition="in" filter="fade">
                                      <p:cBhvr>
                                        <p:cTn id="42" dur="500"/>
                                        <p:tgtEl>
                                          <p:spTgt spid="2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a:extLst>
              <a:ext uri="{FF2B5EF4-FFF2-40B4-BE49-F238E27FC236}">
                <a16:creationId xmlns:a16="http://schemas.microsoft.com/office/drawing/2014/main" id="{B7F7927E-3E32-443F-B1E1-B4629DE5ADCB}"/>
              </a:ext>
            </a:extLst>
          </p:cNvPr>
          <p:cNvSpPr txBox="1">
            <a:spLocks/>
          </p:cNvSpPr>
          <p:nvPr/>
        </p:nvSpPr>
        <p:spPr>
          <a:xfrm>
            <a:off x="445967" y="1457735"/>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TC24 FORMU</a:t>
            </a:r>
          </a:p>
          <a:p>
            <a:pPr marL="0" indent="0">
              <a:buNone/>
            </a:pPr>
            <a:r>
              <a:rPr lang="tr-TR" sz="1058" b="1" i="1" dirty="0">
                <a:solidFill>
                  <a:srgbClr val="00B0F0"/>
                </a:solidFill>
                <a:latin typeface="Myriad Pro"/>
              </a:rPr>
              <a:t>{Transit Manual Ek 8.2}</a:t>
            </a:r>
            <a:endParaRPr lang="tr-TR" sz="1058" dirty="0">
              <a:latin typeface="Myriad Pro"/>
            </a:endParaRPr>
          </a:p>
          <a:p>
            <a:pPr marL="0" indent="0">
              <a:buNone/>
            </a:pPr>
            <a:endParaRPr lang="tr-TR" sz="1904" b="1" dirty="0">
              <a:latin typeface="Myriad Pro"/>
              <a:cs typeface="Myriad Pro"/>
            </a:endParaRPr>
          </a:p>
        </p:txBody>
      </p:sp>
      <p:pic>
        <p:nvPicPr>
          <p:cNvPr id="10" name="Resim 9">
            <a:extLst>
              <a:ext uri="{FF2B5EF4-FFF2-40B4-BE49-F238E27FC236}">
                <a16:creationId xmlns:a16="http://schemas.microsoft.com/office/drawing/2014/main" id="{9F79910E-54A3-469D-8C1B-F3DC8B6689EA}"/>
              </a:ext>
            </a:extLst>
          </p:cNvPr>
          <p:cNvPicPr>
            <a:picLocks noChangeAspect="1"/>
          </p:cNvPicPr>
          <p:nvPr/>
        </p:nvPicPr>
        <p:blipFill>
          <a:blip r:embed="rId2"/>
          <a:stretch>
            <a:fillRect/>
          </a:stretch>
        </p:blipFill>
        <p:spPr>
          <a:xfrm>
            <a:off x="2957878" y="375399"/>
            <a:ext cx="4216752" cy="6247993"/>
          </a:xfrm>
          <a:prstGeom prst="rect">
            <a:avLst/>
          </a:prstGeom>
        </p:spPr>
      </p:pic>
      <p:sp>
        <p:nvSpPr>
          <p:cNvPr id="18" name="Metin kutusu 17">
            <a:extLst>
              <a:ext uri="{FF2B5EF4-FFF2-40B4-BE49-F238E27FC236}">
                <a16:creationId xmlns:a16="http://schemas.microsoft.com/office/drawing/2014/main" id="{F91568DD-BD74-4142-9687-F56ED3D87348}"/>
              </a:ext>
            </a:extLst>
          </p:cNvPr>
          <p:cNvSpPr txBox="1"/>
          <p:nvPr/>
        </p:nvSpPr>
        <p:spPr>
          <a:xfrm>
            <a:off x="7251915" y="1099567"/>
            <a:ext cx="4881978" cy="2746201"/>
          </a:xfrm>
          <a:prstGeom prst="rect">
            <a:avLst/>
          </a:prstGeom>
          <a:noFill/>
        </p:spPr>
        <p:txBody>
          <a:bodyPr wrap="none" rtlCol="0">
            <a:spAutoFit/>
          </a:bodyPr>
          <a:lstStyle/>
          <a:p>
            <a:pPr algn="ctr"/>
            <a:r>
              <a:rPr lang="tr-TR" sz="1587" b="1" dirty="0">
                <a:solidFill>
                  <a:srgbClr val="FF0000"/>
                </a:solidFill>
                <a:latin typeface="Myriad Pro"/>
              </a:rPr>
              <a:t>TC24 </a:t>
            </a:r>
            <a:r>
              <a:rPr lang="tr-TR" sz="1587" b="1" dirty="0">
                <a:latin typeface="Myriad Pro"/>
              </a:rPr>
              <a:t>Formu</a:t>
            </a:r>
            <a:r>
              <a:rPr lang="tr-TR" sz="1587" dirty="0">
                <a:latin typeface="Myriad Pro"/>
              </a:rPr>
              <a:t> tahsilat sorumluluğunun </a:t>
            </a:r>
          </a:p>
          <a:p>
            <a:pPr algn="ctr"/>
            <a:r>
              <a:rPr lang="tr-TR" sz="1587" dirty="0">
                <a:latin typeface="Myriad Pro"/>
              </a:rPr>
              <a:t>hangi ülkede olduğuna dair ülkeler arasında </a:t>
            </a:r>
          </a:p>
          <a:p>
            <a:pPr algn="ctr"/>
            <a:r>
              <a:rPr lang="tr-TR" sz="1587" dirty="0">
                <a:latin typeface="Myriad Pro"/>
              </a:rPr>
              <a:t>bilgi alışverişinde bulunmak amacıyla </a:t>
            </a:r>
          </a:p>
          <a:p>
            <a:pPr algn="ctr"/>
            <a:r>
              <a:rPr lang="tr-TR" sz="1587" dirty="0">
                <a:latin typeface="Myriad Pro"/>
              </a:rPr>
              <a:t>kullanılır.</a:t>
            </a:r>
          </a:p>
          <a:p>
            <a:pPr algn="ctr"/>
            <a:endParaRPr lang="tr-TR" sz="1481" dirty="0">
              <a:latin typeface="Myriad Pro"/>
            </a:endParaRPr>
          </a:p>
          <a:p>
            <a:pPr algn="ctr"/>
            <a:r>
              <a:rPr lang="tr-TR" sz="1481" dirty="0">
                <a:latin typeface="Myriad Pro"/>
              </a:rPr>
              <a:t> </a:t>
            </a:r>
          </a:p>
          <a:p>
            <a:pPr lvl="0" algn="ctr"/>
            <a:r>
              <a:rPr lang="tr-TR" sz="1587" b="1" u="sng" dirty="0">
                <a:latin typeface="Myriad Pro"/>
              </a:rPr>
              <a:t>Hareket idaresi </a:t>
            </a:r>
            <a:r>
              <a:rPr lang="tr-TR" sz="1587" b="1" dirty="0">
                <a:latin typeface="Myriad Pro"/>
              </a:rPr>
              <a:t>gönderirse:</a:t>
            </a:r>
            <a:r>
              <a:rPr lang="tr-TR" sz="1587" dirty="0">
                <a:latin typeface="Myriad Pro"/>
              </a:rPr>
              <a:t>  </a:t>
            </a:r>
          </a:p>
          <a:p>
            <a:pPr lvl="0" algn="ctr"/>
            <a:r>
              <a:rPr lang="tr-TR" sz="1587" dirty="0">
                <a:latin typeface="Myriad Pro"/>
              </a:rPr>
              <a:t>Tahsilat sorumluluğunun başka bir ülkede olduğunu </a:t>
            </a:r>
          </a:p>
          <a:p>
            <a:pPr lvl="0" algn="ctr"/>
            <a:r>
              <a:rPr lang="tr-TR" sz="1587" dirty="0">
                <a:latin typeface="Myriad Pro"/>
              </a:rPr>
              <a:t>o ülkeye bildirmek, </a:t>
            </a:r>
          </a:p>
          <a:p>
            <a:pPr lvl="0" algn="ctr"/>
            <a:r>
              <a:rPr lang="tr-TR" sz="1587" dirty="0">
                <a:latin typeface="Myriad Pro"/>
              </a:rPr>
              <a:t>yani tahsilat sorumluluğunu </a:t>
            </a:r>
          </a:p>
          <a:p>
            <a:pPr lvl="0" algn="ctr"/>
            <a:r>
              <a:rPr lang="tr-TR" sz="1587" dirty="0">
                <a:latin typeface="Myriad Pro"/>
              </a:rPr>
              <a:t>o ülkeye vermek amacıyla gönderir.</a:t>
            </a:r>
          </a:p>
        </p:txBody>
      </p:sp>
      <p:sp>
        <p:nvSpPr>
          <p:cNvPr id="19" name="Metin kutusu 18">
            <a:extLst>
              <a:ext uri="{FF2B5EF4-FFF2-40B4-BE49-F238E27FC236}">
                <a16:creationId xmlns:a16="http://schemas.microsoft.com/office/drawing/2014/main" id="{FC2FC0C3-4E9B-4675-966F-2D0A3E4881B6}"/>
              </a:ext>
            </a:extLst>
          </p:cNvPr>
          <p:cNvSpPr txBox="1"/>
          <p:nvPr/>
        </p:nvSpPr>
        <p:spPr>
          <a:xfrm>
            <a:off x="8371630" y="4703800"/>
            <a:ext cx="2648803" cy="825034"/>
          </a:xfrm>
          <a:prstGeom prst="rect">
            <a:avLst/>
          </a:prstGeom>
          <a:noFill/>
        </p:spPr>
        <p:txBody>
          <a:bodyPr wrap="none" rtlCol="0">
            <a:spAutoFit/>
          </a:bodyPr>
          <a:lstStyle/>
          <a:p>
            <a:pPr algn="ctr"/>
            <a:r>
              <a:rPr lang="tr-TR" sz="1587" dirty="0">
                <a:latin typeface="Myriad Pro"/>
              </a:rPr>
              <a:t>Bu durumda Hareket ülkesi,</a:t>
            </a:r>
          </a:p>
          <a:p>
            <a:pPr algn="ctr"/>
            <a:r>
              <a:rPr lang="tr-TR" sz="1587" dirty="0">
                <a:latin typeface="Myriad Pro"/>
              </a:rPr>
              <a:t>1-2-3 nolu bölümler ile  </a:t>
            </a:r>
          </a:p>
          <a:p>
            <a:pPr algn="ctr"/>
            <a:r>
              <a:rPr lang="tr-TR" sz="1587" b="1" dirty="0">
                <a:solidFill>
                  <a:srgbClr val="FF0000"/>
                </a:solidFill>
                <a:latin typeface="Myriad Pro"/>
              </a:rPr>
              <a:t>4a</a:t>
            </a:r>
            <a:r>
              <a:rPr lang="tr-TR" sz="1587" dirty="0">
                <a:solidFill>
                  <a:srgbClr val="FF0000"/>
                </a:solidFill>
                <a:latin typeface="Myriad Pro"/>
              </a:rPr>
              <a:t> </a:t>
            </a:r>
            <a:r>
              <a:rPr lang="tr-TR" sz="1587" dirty="0">
                <a:latin typeface="Myriad Pro"/>
              </a:rPr>
              <a:t>bölümünü doldurur. </a:t>
            </a:r>
          </a:p>
        </p:txBody>
      </p:sp>
      <p:sp>
        <p:nvSpPr>
          <p:cNvPr id="14" name="Yuvarlatılmış Dikdörtgen 13"/>
          <p:cNvSpPr/>
          <p:nvPr/>
        </p:nvSpPr>
        <p:spPr>
          <a:xfrm>
            <a:off x="2821358" y="4034590"/>
            <a:ext cx="4353273" cy="2510443"/>
          </a:xfrm>
          <a:prstGeom prst="roundRect">
            <a:avLst/>
          </a:prstGeom>
          <a:noFill/>
          <a:ln w="444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8" name="Metin kutusu 7">
            <a:extLst>
              <a:ext uri="{FF2B5EF4-FFF2-40B4-BE49-F238E27FC236}">
                <a16:creationId xmlns:a16="http://schemas.microsoft.com/office/drawing/2014/main" id="{D6BD15B6-32D9-4134-A5C2-FF0AC894644E}"/>
              </a:ext>
            </a:extLst>
          </p:cNvPr>
          <p:cNvSpPr txBox="1"/>
          <p:nvPr/>
        </p:nvSpPr>
        <p:spPr>
          <a:xfrm>
            <a:off x="1830236" y="6599049"/>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91407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500"/>
                                        <p:tgtEl>
                                          <p:spTgt spid="18">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Effect transition="in" filter="fade">
                                      <p:cBhvr>
                                        <p:cTn id="15" dur="500"/>
                                        <p:tgtEl>
                                          <p:spTgt spid="18">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8">
                                            <p:txEl>
                                              <p:pRg st="2" end="2"/>
                                            </p:txEl>
                                          </p:spTgt>
                                        </p:tgtEl>
                                        <p:attrNameLst>
                                          <p:attrName>style.visibility</p:attrName>
                                        </p:attrNameLst>
                                      </p:cBhvr>
                                      <p:to>
                                        <p:strVal val="visible"/>
                                      </p:to>
                                    </p:set>
                                    <p:animEffect transition="in" filter="fade">
                                      <p:cBhvr>
                                        <p:cTn id="18" dur="500"/>
                                        <p:tgtEl>
                                          <p:spTgt spid="18">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xEl>
                                              <p:pRg st="3" end="3"/>
                                            </p:txEl>
                                          </p:spTgt>
                                        </p:tgtEl>
                                        <p:attrNameLst>
                                          <p:attrName>style.visibility</p:attrName>
                                        </p:attrNameLst>
                                      </p:cBhvr>
                                      <p:to>
                                        <p:strVal val="visible"/>
                                      </p:to>
                                    </p:set>
                                    <p:animEffect transition="in" filter="fade">
                                      <p:cBhvr>
                                        <p:cTn id="21" dur="500"/>
                                        <p:tgtEl>
                                          <p:spTgt spid="18">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8">
                                            <p:txEl>
                                              <p:pRg st="6" end="6"/>
                                            </p:txEl>
                                          </p:spTgt>
                                        </p:tgtEl>
                                        <p:attrNameLst>
                                          <p:attrName>style.visibility</p:attrName>
                                        </p:attrNameLst>
                                      </p:cBhvr>
                                      <p:to>
                                        <p:strVal val="visible"/>
                                      </p:to>
                                    </p:set>
                                    <p:animEffect transition="in" filter="fade">
                                      <p:cBhvr>
                                        <p:cTn id="26" dur="500"/>
                                        <p:tgtEl>
                                          <p:spTgt spid="18">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xEl>
                                              <p:pRg st="7" end="7"/>
                                            </p:txEl>
                                          </p:spTgt>
                                        </p:tgtEl>
                                        <p:attrNameLst>
                                          <p:attrName>style.visibility</p:attrName>
                                        </p:attrNameLst>
                                      </p:cBhvr>
                                      <p:to>
                                        <p:strVal val="visible"/>
                                      </p:to>
                                    </p:set>
                                    <p:animEffect transition="in" filter="fade">
                                      <p:cBhvr>
                                        <p:cTn id="29" dur="500"/>
                                        <p:tgtEl>
                                          <p:spTgt spid="18">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xEl>
                                              <p:pRg st="8" end="8"/>
                                            </p:txEl>
                                          </p:spTgt>
                                        </p:tgtEl>
                                        <p:attrNameLst>
                                          <p:attrName>style.visibility</p:attrName>
                                        </p:attrNameLst>
                                      </p:cBhvr>
                                      <p:to>
                                        <p:strVal val="visible"/>
                                      </p:to>
                                    </p:set>
                                    <p:animEffect transition="in" filter="fade">
                                      <p:cBhvr>
                                        <p:cTn id="32" dur="500"/>
                                        <p:tgtEl>
                                          <p:spTgt spid="18">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xEl>
                                              <p:pRg st="9" end="9"/>
                                            </p:txEl>
                                          </p:spTgt>
                                        </p:tgtEl>
                                        <p:attrNameLst>
                                          <p:attrName>style.visibility</p:attrName>
                                        </p:attrNameLst>
                                      </p:cBhvr>
                                      <p:to>
                                        <p:strVal val="visible"/>
                                      </p:to>
                                    </p:set>
                                    <p:animEffect transition="in" filter="fade">
                                      <p:cBhvr>
                                        <p:cTn id="35" dur="500"/>
                                        <p:tgtEl>
                                          <p:spTgt spid="18">
                                            <p:txEl>
                                              <p:pRg st="9" end="9"/>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xEl>
                                              <p:pRg st="10" end="10"/>
                                            </p:txEl>
                                          </p:spTgt>
                                        </p:tgtEl>
                                        <p:attrNameLst>
                                          <p:attrName>style.visibility</p:attrName>
                                        </p:attrNameLst>
                                      </p:cBhvr>
                                      <p:to>
                                        <p:strVal val="visible"/>
                                      </p:to>
                                    </p:set>
                                    <p:animEffect transition="in" filter="fade">
                                      <p:cBhvr>
                                        <p:cTn id="38" dur="500"/>
                                        <p:tgtEl>
                                          <p:spTgt spid="18">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Metin kutusu 13">
            <a:extLst>
              <a:ext uri="{FF2B5EF4-FFF2-40B4-BE49-F238E27FC236}">
                <a16:creationId xmlns:a16="http://schemas.microsoft.com/office/drawing/2014/main" id="{81D96BC4-35D1-4043-BC97-DE33C3EFF80C}"/>
              </a:ext>
            </a:extLst>
          </p:cNvPr>
          <p:cNvSpPr txBox="1"/>
          <p:nvPr/>
        </p:nvSpPr>
        <p:spPr>
          <a:xfrm>
            <a:off x="8179311" y="2314017"/>
            <a:ext cx="2975303" cy="548099"/>
          </a:xfrm>
          <a:prstGeom prst="rect">
            <a:avLst/>
          </a:prstGeom>
          <a:noFill/>
        </p:spPr>
        <p:txBody>
          <a:bodyPr wrap="none" rtlCol="0">
            <a:spAutoFit/>
          </a:bodyPr>
          <a:lstStyle/>
          <a:p>
            <a:pPr algn="ctr"/>
            <a:r>
              <a:rPr lang="tr-TR" sz="1481" b="1" dirty="0">
                <a:latin typeface="Myriad Pro"/>
              </a:rPr>
              <a:t>Varış ülkesi 6a bölümünü </a:t>
            </a:r>
          </a:p>
          <a:p>
            <a:pPr algn="ctr"/>
            <a:r>
              <a:rPr lang="tr-TR" sz="1481" b="1" u="sng" dirty="0">
                <a:latin typeface="Myriad Pro"/>
              </a:rPr>
              <a:t>         cevaben doldururken        </a:t>
            </a:r>
          </a:p>
        </p:txBody>
      </p:sp>
      <p:pic>
        <p:nvPicPr>
          <p:cNvPr id="16" name="Resim 15">
            <a:extLst>
              <a:ext uri="{FF2B5EF4-FFF2-40B4-BE49-F238E27FC236}">
                <a16:creationId xmlns:a16="http://schemas.microsoft.com/office/drawing/2014/main" id="{6D251FDA-F910-4319-8C42-BEECC274A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2372" y="208254"/>
            <a:ext cx="4283819" cy="6141195"/>
          </a:xfrm>
          <a:prstGeom prst="rect">
            <a:avLst/>
          </a:prstGeom>
        </p:spPr>
      </p:pic>
      <p:sp>
        <p:nvSpPr>
          <p:cNvPr id="23" name="Metin kutusu 22">
            <a:extLst>
              <a:ext uri="{FF2B5EF4-FFF2-40B4-BE49-F238E27FC236}">
                <a16:creationId xmlns:a16="http://schemas.microsoft.com/office/drawing/2014/main" id="{D8946AD8-D579-45C2-BC3B-270105FBEBE7}"/>
              </a:ext>
            </a:extLst>
          </p:cNvPr>
          <p:cNvSpPr txBox="1"/>
          <p:nvPr/>
        </p:nvSpPr>
        <p:spPr>
          <a:xfrm>
            <a:off x="8464724" y="586384"/>
            <a:ext cx="2601546" cy="548099"/>
          </a:xfrm>
          <a:prstGeom prst="rect">
            <a:avLst/>
          </a:prstGeom>
          <a:noFill/>
        </p:spPr>
        <p:txBody>
          <a:bodyPr wrap="none" rtlCol="0">
            <a:spAutoFit/>
          </a:bodyPr>
          <a:lstStyle/>
          <a:p>
            <a:r>
              <a:rPr lang="tr-TR" sz="1481" dirty="0">
                <a:latin typeface="Myriad Pro"/>
              </a:rPr>
              <a:t>Hareket ülkesi 4a ile beraber </a:t>
            </a:r>
          </a:p>
          <a:p>
            <a:r>
              <a:rPr lang="tr-TR" sz="1481" b="1" dirty="0">
                <a:solidFill>
                  <a:srgbClr val="FF0000"/>
                </a:solidFill>
                <a:latin typeface="Myriad Pro"/>
              </a:rPr>
              <a:t>5 nolu </a:t>
            </a:r>
            <a:r>
              <a:rPr lang="tr-TR" sz="1481" dirty="0">
                <a:latin typeface="Myriad Pro"/>
              </a:rPr>
              <a:t>bölümü de doldurur. </a:t>
            </a:r>
          </a:p>
        </p:txBody>
      </p:sp>
      <p:sp>
        <p:nvSpPr>
          <p:cNvPr id="24" name="Metin kutusu 23">
            <a:extLst>
              <a:ext uri="{FF2B5EF4-FFF2-40B4-BE49-F238E27FC236}">
                <a16:creationId xmlns:a16="http://schemas.microsoft.com/office/drawing/2014/main" id="{304B599F-E0CD-4FB3-91AA-FD7A3860D4AD}"/>
              </a:ext>
            </a:extLst>
          </p:cNvPr>
          <p:cNvSpPr txBox="1"/>
          <p:nvPr/>
        </p:nvSpPr>
        <p:spPr>
          <a:xfrm>
            <a:off x="7942339" y="1262815"/>
            <a:ext cx="3669081" cy="775982"/>
          </a:xfrm>
          <a:prstGeom prst="rect">
            <a:avLst/>
          </a:prstGeom>
          <a:noFill/>
        </p:spPr>
        <p:txBody>
          <a:bodyPr wrap="none" rtlCol="0">
            <a:spAutoFit/>
          </a:bodyPr>
          <a:lstStyle/>
          <a:p>
            <a:pPr algn="ctr"/>
            <a:r>
              <a:rPr lang="tr-TR" sz="1481" dirty="0">
                <a:latin typeface="Myriad Pro"/>
              </a:rPr>
              <a:t>Bu formu alan varış ülkesi, </a:t>
            </a:r>
          </a:p>
          <a:p>
            <a:pPr algn="ctr"/>
            <a:r>
              <a:rPr lang="tr-TR" sz="1481" dirty="0">
                <a:latin typeface="Myriad Pro"/>
              </a:rPr>
              <a:t>cevaben </a:t>
            </a:r>
            <a:r>
              <a:rPr lang="tr-TR" sz="1481" b="1" dirty="0">
                <a:solidFill>
                  <a:srgbClr val="00B050"/>
                </a:solidFill>
                <a:latin typeface="Myriad Pro"/>
              </a:rPr>
              <a:t>6a ve 7 nolu </a:t>
            </a:r>
            <a:r>
              <a:rPr lang="tr-TR" sz="1481" dirty="0">
                <a:latin typeface="Myriad Pro"/>
              </a:rPr>
              <a:t>bölümü doldurarak</a:t>
            </a:r>
          </a:p>
          <a:p>
            <a:pPr algn="ctr"/>
            <a:r>
              <a:rPr lang="tr-TR" sz="1481" dirty="0">
                <a:latin typeface="Myriad Pro"/>
              </a:rPr>
              <a:t>formu geri gönderir.</a:t>
            </a:r>
          </a:p>
        </p:txBody>
      </p:sp>
      <p:sp>
        <p:nvSpPr>
          <p:cNvPr id="27" name="Metin kutusu 26">
            <a:extLst>
              <a:ext uri="{FF2B5EF4-FFF2-40B4-BE49-F238E27FC236}">
                <a16:creationId xmlns:a16="http://schemas.microsoft.com/office/drawing/2014/main" id="{04A84ABC-A858-425D-872D-89ABF2E195E0}"/>
              </a:ext>
            </a:extLst>
          </p:cNvPr>
          <p:cNvSpPr txBox="1"/>
          <p:nvPr/>
        </p:nvSpPr>
        <p:spPr>
          <a:xfrm>
            <a:off x="7427343" y="4491929"/>
            <a:ext cx="4479240" cy="775982"/>
          </a:xfrm>
          <a:prstGeom prst="rect">
            <a:avLst/>
          </a:prstGeom>
          <a:noFill/>
        </p:spPr>
        <p:txBody>
          <a:bodyPr wrap="none" rtlCol="0">
            <a:spAutoFit/>
          </a:bodyPr>
          <a:lstStyle/>
          <a:p>
            <a:pPr marL="302266" indent="-302266" algn="ctr">
              <a:buFont typeface="Wingdings" panose="05000000000000000000" pitchFamily="2" charset="2"/>
              <a:buChar char="Ø"/>
            </a:pPr>
            <a:r>
              <a:rPr lang="tr-TR" sz="1481" dirty="0">
                <a:latin typeface="Myriad Pro"/>
              </a:rPr>
              <a:t>Şayet, tahsilat sorumluluğunu kabul etmiyorsa, </a:t>
            </a:r>
            <a:r>
              <a:rPr lang="tr-TR" sz="1481" i="1" dirty="0">
                <a:latin typeface="Myriad Pro"/>
              </a:rPr>
              <a:t> </a:t>
            </a:r>
          </a:p>
          <a:p>
            <a:pPr lvl="0" algn="ctr"/>
            <a:r>
              <a:rPr lang="tr-TR" sz="1481" i="1" dirty="0">
                <a:latin typeface="Myriad Pro"/>
              </a:rPr>
              <a:t>(gerekçelerini de noktalı bölüme </a:t>
            </a:r>
          </a:p>
          <a:p>
            <a:pPr lvl="0" algn="ctr"/>
            <a:r>
              <a:rPr lang="tr-TR" sz="1481" i="1" dirty="0">
                <a:latin typeface="Myriad Pro"/>
              </a:rPr>
              <a:t>İngilizce olarak yazarak)</a:t>
            </a:r>
            <a:endParaRPr lang="tr-TR" sz="1481" dirty="0">
              <a:latin typeface="Myriad Pro"/>
            </a:endParaRPr>
          </a:p>
        </p:txBody>
      </p:sp>
      <p:sp>
        <p:nvSpPr>
          <p:cNvPr id="28" name="Oval 27">
            <a:extLst>
              <a:ext uri="{FF2B5EF4-FFF2-40B4-BE49-F238E27FC236}">
                <a16:creationId xmlns:a16="http://schemas.microsoft.com/office/drawing/2014/main" id="{203D663B-0BC7-468F-B184-332A54022422}"/>
              </a:ext>
            </a:extLst>
          </p:cNvPr>
          <p:cNvSpPr/>
          <p:nvPr/>
        </p:nvSpPr>
        <p:spPr>
          <a:xfrm>
            <a:off x="3259614" y="3037972"/>
            <a:ext cx="228507" cy="165007"/>
          </a:xfrm>
          <a:prstGeom prst="ellipse">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sp>
        <p:nvSpPr>
          <p:cNvPr id="29" name="Oval 28">
            <a:extLst>
              <a:ext uri="{FF2B5EF4-FFF2-40B4-BE49-F238E27FC236}">
                <a16:creationId xmlns:a16="http://schemas.microsoft.com/office/drawing/2014/main" id="{69263E2F-AE34-4CDE-9883-B50C44D0B75B}"/>
              </a:ext>
            </a:extLst>
          </p:cNvPr>
          <p:cNvSpPr/>
          <p:nvPr/>
        </p:nvSpPr>
        <p:spPr>
          <a:xfrm>
            <a:off x="3259614" y="3300281"/>
            <a:ext cx="228507" cy="165007"/>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sp>
        <p:nvSpPr>
          <p:cNvPr id="2" name="Metin kutusu 1">
            <a:extLst>
              <a:ext uri="{FF2B5EF4-FFF2-40B4-BE49-F238E27FC236}">
                <a16:creationId xmlns:a16="http://schemas.microsoft.com/office/drawing/2014/main" id="{123DCD77-D458-49C1-8F79-42EEA7E6D573}"/>
              </a:ext>
            </a:extLst>
          </p:cNvPr>
          <p:cNvSpPr txBox="1"/>
          <p:nvPr/>
        </p:nvSpPr>
        <p:spPr>
          <a:xfrm>
            <a:off x="7831726" y="2926310"/>
            <a:ext cx="3730637" cy="320216"/>
          </a:xfrm>
          <a:prstGeom prst="rect">
            <a:avLst/>
          </a:prstGeom>
          <a:noFill/>
        </p:spPr>
        <p:txBody>
          <a:bodyPr wrap="none" rtlCol="0">
            <a:spAutoFit/>
          </a:bodyPr>
          <a:lstStyle/>
          <a:p>
            <a:pPr marL="302266" indent="-302266" algn="ctr">
              <a:buFont typeface="Wingdings" panose="05000000000000000000" pitchFamily="2" charset="2"/>
              <a:buChar char="Ø"/>
            </a:pPr>
            <a:r>
              <a:rPr lang="tr-TR" sz="1481" dirty="0">
                <a:latin typeface="Myriad Pro"/>
              </a:rPr>
              <a:t>Tahsilat sorumluluğunu kabul ediyorsa,</a:t>
            </a:r>
          </a:p>
        </p:txBody>
      </p:sp>
      <p:sp>
        <p:nvSpPr>
          <p:cNvPr id="3" name="Metin kutusu 2">
            <a:extLst>
              <a:ext uri="{FF2B5EF4-FFF2-40B4-BE49-F238E27FC236}">
                <a16:creationId xmlns:a16="http://schemas.microsoft.com/office/drawing/2014/main" id="{C7875C23-8D80-4938-B918-A0618AA6AB07}"/>
              </a:ext>
            </a:extLst>
          </p:cNvPr>
          <p:cNvSpPr txBox="1"/>
          <p:nvPr/>
        </p:nvSpPr>
        <p:spPr>
          <a:xfrm>
            <a:off x="8026755" y="3156090"/>
            <a:ext cx="3489290" cy="548099"/>
          </a:xfrm>
          <a:prstGeom prst="rect">
            <a:avLst/>
          </a:prstGeom>
          <a:noFill/>
        </p:spPr>
        <p:txBody>
          <a:bodyPr wrap="none" rtlCol="0">
            <a:spAutoFit/>
          </a:bodyPr>
          <a:lstStyle/>
          <a:p>
            <a:pPr lvl="0" algn="ctr"/>
            <a:r>
              <a:rPr lang="tr-TR" sz="1481" i="1" dirty="0">
                <a:solidFill>
                  <a:srgbClr val="FF0000"/>
                </a:solidFill>
                <a:latin typeface="Myriad Pro"/>
              </a:rPr>
              <a:t>yani eşyanın kendi ülkesi sınırları içinde </a:t>
            </a:r>
          </a:p>
          <a:p>
            <a:pPr lvl="0" algn="ctr"/>
            <a:r>
              <a:rPr lang="tr-TR" sz="1481" i="1" dirty="0">
                <a:solidFill>
                  <a:srgbClr val="FF0000"/>
                </a:solidFill>
                <a:latin typeface="Myriad Pro"/>
              </a:rPr>
              <a:t>olduğu kanaatinde ise,</a:t>
            </a:r>
          </a:p>
        </p:txBody>
      </p:sp>
      <p:sp>
        <p:nvSpPr>
          <p:cNvPr id="4" name="Metin kutusu 3">
            <a:extLst>
              <a:ext uri="{FF2B5EF4-FFF2-40B4-BE49-F238E27FC236}">
                <a16:creationId xmlns:a16="http://schemas.microsoft.com/office/drawing/2014/main" id="{A4513263-85C5-4A73-A889-86D4D11DF5AF}"/>
              </a:ext>
            </a:extLst>
          </p:cNvPr>
          <p:cNvSpPr txBox="1"/>
          <p:nvPr/>
        </p:nvSpPr>
        <p:spPr>
          <a:xfrm>
            <a:off x="7679065" y="3908863"/>
            <a:ext cx="4195636" cy="548099"/>
          </a:xfrm>
          <a:prstGeom prst="rect">
            <a:avLst/>
          </a:prstGeom>
          <a:noFill/>
        </p:spPr>
        <p:txBody>
          <a:bodyPr wrap="none" rtlCol="0">
            <a:spAutoFit/>
          </a:bodyPr>
          <a:lstStyle/>
          <a:p>
            <a:pPr lvl="0" algn="ctr"/>
            <a:r>
              <a:rPr lang="tr-TR" sz="1481" b="1" dirty="0">
                <a:solidFill>
                  <a:srgbClr val="7030A0"/>
                </a:solidFill>
                <a:latin typeface="Myriad Pro"/>
              </a:rPr>
              <a:t>6a</a:t>
            </a:r>
            <a:r>
              <a:rPr lang="tr-TR" sz="1481" dirty="0">
                <a:latin typeface="Myriad Pro"/>
              </a:rPr>
              <a:t> bölümündeki </a:t>
            </a:r>
            <a:r>
              <a:rPr lang="tr-TR" sz="1481" b="1" u="sng" dirty="0">
                <a:solidFill>
                  <a:srgbClr val="7030A0"/>
                </a:solidFill>
                <a:latin typeface="Myriad Pro"/>
              </a:rPr>
              <a:t>ilk kutucuğu</a:t>
            </a:r>
            <a:r>
              <a:rPr lang="tr-TR" sz="1481" u="sng" dirty="0">
                <a:solidFill>
                  <a:srgbClr val="7030A0"/>
                </a:solidFill>
                <a:latin typeface="Myriad Pro"/>
              </a:rPr>
              <a:t> </a:t>
            </a:r>
            <a:r>
              <a:rPr lang="tr-TR" sz="1481" dirty="0">
                <a:latin typeface="Myriad Pro"/>
              </a:rPr>
              <a:t>işaretleyerek </a:t>
            </a:r>
          </a:p>
          <a:p>
            <a:pPr lvl="0" algn="ctr"/>
            <a:r>
              <a:rPr lang="tr-TR" sz="1481" dirty="0">
                <a:latin typeface="Myriad Pro"/>
              </a:rPr>
              <a:t>tahsilat işleminde sorumlu olduğunu kabul eder.</a:t>
            </a:r>
          </a:p>
        </p:txBody>
      </p:sp>
      <p:sp>
        <p:nvSpPr>
          <p:cNvPr id="5" name="Metin kutusu 4">
            <a:extLst>
              <a:ext uri="{FF2B5EF4-FFF2-40B4-BE49-F238E27FC236}">
                <a16:creationId xmlns:a16="http://schemas.microsoft.com/office/drawing/2014/main" id="{49234DA5-A4F2-4DCA-9C80-37DD5510F0C7}"/>
              </a:ext>
            </a:extLst>
          </p:cNvPr>
          <p:cNvSpPr txBox="1"/>
          <p:nvPr/>
        </p:nvSpPr>
        <p:spPr>
          <a:xfrm>
            <a:off x="7789309" y="5302888"/>
            <a:ext cx="3815468" cy="775982"/>
          </a:xfrm>
          <a:prstGeom prst="rect">
            <a:avLst/>
          </a:prstGeom>
          <a:noFill/>
        </p:spPr>
        <p:txBody>
          <a:bodyPr wrap="none" rtlCol="0">
            <a:spAutoFit/>
          </a:bodyPr>
          <a:lstStyle/>
          <a:p>
            <a:pPr lvl="0" algn="ctr"/>
            <a:r>
              <a:rPr lang="tr-TR" sz="1481" b="1" dirty="0">
                <a:solidFill>
                  <a:schemeClr val="accent6"/>
                </a:solidFill>
                <a:latin typeface="Myriad Pro"/>
              </a:rPr>
              <a:t>6a</a:t>
            </a:r>
            <a:r>
              <a:rPr lang="tr-TR" sz="1481" dirty="0">
                <a:latin typeface="Myriad Pro"/>
              </a:rPr>
              <a:t> bölümündeki </a:t>
            </a:r>
            <a:r>
              <a:rPr lang="tr-TR" sz="1481" b="1" u="sng" dirty="0">
                <a:solidFill>
                  <a:schemeClr val="accent6"/>
                </a:solidFill>
                <a:latin typeface="Myriad Pro"/>
              </a:rPr>
              <a:t>ikinci kutucuğu</a:t>
            </a:r>
            <a:r>
              <a:rPr lang="tr-TR" sz="1481" u="sng" dirty="0">
                <a:solidFill>
                  <a:schemeClr val="accent6"/>
                </a:solidFill>
                <a:latin typeface="Myriad Pro"/>
              </a:rPr>
              <a:t> </a:t>
            </a:r>
            <a:r>
              <a:rPr lang="tr-TR" sz="1481" dirty="0">
                <a:latin typeface="Myriad Pro"/>
              </a:rPr>
              <a:t>doldurur </a:t>
            </a:r>
          </a:p>
          <a:p>
            <a:pPr lvl="0" algn="ctr"/>
            <a:r>
              <a:rPr lang="tr-TR" sz="1481" dirty="0">
                <a:latin typeface="Myriad Pro"/>
              </a:rPr>
              <a:t>ve tahsilat sorumluluğunun </a:t>
            </a:r>
          </a:p>
          <a:p>
            <a:pPr lvl="0" algn="ctr"/>
            <a:r>
              <a:rPr lang="tr-TR" sz="1481" dirty="0">
                <a:latin typeface="Myriad Pro"/>
              </a:rPr>
              <a:t>kendi ülkesinde olmadığını bildirir.</a:t>
            </a:r>
          </a:p>
        </p:txBody>
      </p:sp>
      <p:sp>
        <p:nvSpPr>
          <p:cNvPr id="31" name="Yuvarlatılmış Dikdörtgen 30"/>
          <p:cNvSpPr/>
          <p:nvPr/>
        </p:nvSpPr>
        <p:spPr>
          <a:xfrm>
            <a:off x="2898180" y="1670796"/>
            <a:ext cx="4353273" cy="879016"/>
          </a:xfrm>
          <a:prstGeom prst="roundRect">
            <a:avLst/>
          </a:prstGeom>
          <a:noFill/>
          <a:ln w="444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2" name="Yuvarlatılmış Dikdörtgen 31"/>
          <p:cNvSpPr/>
          <p:nvPr/>
        </p:nvSpPr>
        <p:spPr>
          <a:xfrm>
            <a:off x="2903992" y="2625935"/>
            <a:ext cx="4353273" cy="1344062"/>
          </a:xfrm>
          <a:prstGeom prst="roundRect">
            <a:avLst/>
          </a:prstGeom>
          <a:noFill/>
          <a:ln w="444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3" name="Yuvarlatılmış Dikdörtgen 32"/>
          <p:cNvSpPr/>
          <p:nvPr/>
        </p:nvSpPr>
        <p:spPr>
          <a:xfrm>
            <a:off x="2903991" y="5546151"/>
            <a:ext cx="4353273" cy="910135"/>
          </a:xfrm>
          <a:prstGeom prst="roundRect">
            <a:avLst/>
          </a:prstGeom>
          <a:noFill/>
          <a:ln w="444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5" name="Content Placeholder 2">
            <a:extLst>
              <a:ext uri="{FF2B5EF4-FFF2-40B4-BE49-F238E27FC236}">
                <a16:creationId xmlns:a16="http://schemas.microsoft.com/office/drawing/2014/main" id="{0585BEEE-1ED2-4AD5-9CE7-B78065E5F1A9}"/>
              </a:ext>
            </a:extLst>
          </p:cNvPr>
          <p:cNvSpPr txBox="1">
            <a:spLocks/>
          </p:cNvSpPr>
          <p:nvPr/>
        </p:nvSpPr>
        <p:spPr>
          <a:xfrm>
            <a:off x="445967" y="1457735"/>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TC24 FORMU</a:t>
            </a:r>
          </a:p>
          <a:p>
            <a:pPr marL="0" indent="0">
              <a:buNone/>
            </a:pPr>
            <a:r>
              <a:rPr lang="tr-TR" sz="1058" b="1" i="1" dirty="0">
                <a:solidFill>
                  <a:srgbClr val="00B0F0"/>
                </a:solidFill>
                <a:latin typeface="Myriad Pro"/>
              </a:rPr>
              <a:t>{Transit Manual Ek 8.2}</a:t>
            </a:r>
            <a:endParaRPr lang="tr-TR" sz="1058" dirty="0">
              <a:latin typeface="Myriad Pro"/>
            </a:endParaRPr>
          </a:p>
          <a:p>
            <a:pPr marL="0" indent="0">
              <a:buNone/>
            </a:pPr>
            <a:endParaRPr lang="tr-TR" sz="1904" b="1" dirty="0">
              <a:latin typeface="Myriad Pro"/>
              <a:cs typeface="Myriad Pro"/>
            </a:endParaRPr>
          </a:p>
        </p:txBody>
      </p:sp>
      <p:sp>
        <p:nvSpPr>
          <p:cNvPr id="18" name="Metin kutusu 17">
            <a:extLst>
              <a:ext uri="{FF2B5EF4-FFF2-40B4-BE49-F238E27FC236}">
                <a16:creationId xmlns:a16="http://schemas.microsoft.com/office/drawing/2014/main" id="{6E77D37E-06D4-48B3-8616-1FD874231C1D}"/>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555643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fade">
                                      <p:cBhvr>
                                        <p:cTn id="60" dur="500"/>
                                        <p:tgtEl>
                                          <p:spTgt spid="5"/>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P spid="24" grpId="0"/>
      <p:bldP spid="27" grpId="0"/>
      <p:bldP spid="28" grpId="0" animBg="1"/>
      <p:bldP spid="29" grpId="0" animBg="1"/>
      <p:bldP spid="2" grpId="0"/>
      <p:bldP spid="3" grpId="0"/>
      <p:bldP spid="4" grpId="0"/>
      <p:bldP spid="5" grpId="0"/>
      <p:bldP spid="31" grpId="0" animBg="1"/>
      <p:bldP spid="32" grpId="0" animBg="1"/>
      <p:bldP spid="3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Düz Bağlayıcı 45">
            <a:extLst>
              <a:ext uri="{FF2B5EF4-FFF2-40B4-BE49-F238E27FC236}">
                <a16:creationId xmlns:a16="http://schemas.microsoft.com/office/drawing/2014/main" id="{CF9C76D5-FCF7-4F96-A896-05F8A061337C}"/>
              </a:ext>
            </a:extLst>
          </p:cNvPr>
          <p:cNvCxnSpPr/>
          <p:nvPr/>
        </p:nvCxnSpPr>
        <p:spPr>
          <a:xfrm rot="5400000">
            <a:off x="1324428" y="4964545"/>
            <a:ext cx="2947079" cy="168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90CBA841-D42C-4EDE-8EA0-E7FE89EADC90}"/>
              </a:ext>
            </a:extLst>
          </p:cNvPr>
          <p:cNvSpPr/>
          <p:nvPr/>
        </p:nvSpPr>
        <p:spPr>
          <a:xfrm>
            <a:off x="2193438" y="2433079"/>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Hareket Gümrük İdaresi</a:t>
            </a:r>
          </a:p>
        </p:txBody>
      </p:sp>
      <p:sp>
        <p:nvSpPr>
          <p:cNvPr id="48" name="Oval 47">
            <a:extLst>
              <a:ext uri="{FF2B5EF4-FFF2-40B4-BE49-F238E27FC236}">
                <a16:creationId xmlns:a16="http://schemas.microsoft.com/office/drawing/2014/main" id="{80D43317-0775-497D-A58B-D2EC410B987C}"/>
              </a:ext>
            </a:extLst>
          </p:cNvPr>
          <p:cNvSpPr/>
          <p:nvPr/>
        </p:nvSpPr>
        <p:spPr>
          <a:xfrm>
            <a:off x="4535988" y="2433079"/>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Transit Gümrük İdaresi</a:t>
            </a:r>
          </a:p>
        </p:txBody>
      </p:sp>
      <p:sp>
        <p:nvSpPr>
          <p:cNvPr id="49" name="Oval 48">
            <a:extLst>
              <a:ext uri="{FF2B5EF4-FFF2-40B4-BE49-F238E27FC236}">
                <a16:creationId xmlns:a16="http://schemas.microsoft.com/office/drawing/2014/main" id="{39D97F18-1E19-4E50-9036-00D0F69FC558}"/>
              </a:ext>
            </a:extLst>
          </p:cNvPr>
          <p:cNvSpPr/>
          <p:nvPr/>
        </p:nvSpPr>
        <p:spPr>
          <a:xfrm>
            <a:off x="6954105" y="2433079"/>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269" dirty="0">
                <a:latin typeface="Myriad Pro"/>
              </a:rPr>
              <a:t>Varış Gümrük İdaresi</a:t>
            </a:r>
          </a:p>
        </p:txBody>
      </p:sp>
      <p:cxnSp>
        <p:nvCxnSpPr>
          <p:cNvPr id="50" name="Düz Bağlayıcı 49">
            <a:extLst>
              <a:ext uri="{FF2B5EF4-FFF2-40B4-BE49-F238E27FC236}">
                <a16:creationId xmlns:a16="http://schemas.microsoft.com/office/drawing/2014/main" id="{40CB03A4-0763-4970-8CD2-E9C40FA25EBF}"/>
              </a:ext>
            </a:extLst>
          </p:cNvPr>
          <p:cNvCxnSpPr/>
          <p:nvPr/>
        </p:nvCxnSpPr>
        <p:spPr>
          <a:xfrm rot="5400000">
            <a:off x="6199282" y="4925923"/>
            <a:ext cx="2871516" cy="168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1" name="Düz Bağlayıcı 50">
            <a:extLst>
              <a:ext uri="{FF2B5EF4-FFF2-40B4-BE49-F238E27FC236}">
                <a16:creationId xmlns:a16="http://schemas.microsoft.com/office/drawing/2014/main" id="{E74A15B4-B07C-40C1-ACFF-89501854CFFB}"/>
              </a:ext>
            </a:extLst>
          </p:cNvPr>
          <p:cNvCxnSpPr/>
          <p:nvPr/>
        </p:nvCxnSpPr>
        <p:spPr>
          <a:xfrm rot="5400000">
            <a:off x="3704760" y="4926762"/>
            <a:ext cx="2871514" cy="168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52" name="71 Metin kutusu">
            <a:extLst>
              <a:ext uri="{FF2B5EF4-FFF2-40B4-BE49-F238E27FC236}">
                <a16:creationId xmlns:a16="http://schemas.microsoft.com/office/drawing/2014/main" id="{48677A8D-14CE-4440-80B0-9BC381AF0B69}"/>
              </a:ext>
            </a:extLst>
          </p:cNvPr>
          <p:cNvSpPr txBox="1"/>
          <p:nvPr/>
        </p:nvSpPr>
        <p:spPr>
          <a:xfrm>
            <a:off x="8013092" y="5229027"/>
            <a:ext cx="2936686" cy="1394549"/>
          </a:xfrm>
          <a:prstGeom prst="rect">
            <a:avLst/>
          </a:prstGeom>
          <a:noFill/>
        </p:spPr>
        <p:txBody>
          <a:bodyPr wrap="square" rtlCol="0">
            <a:spAutoFit/>
          </a:bodyPr>
          <a:lstStyle/>
          <a:p>
            <a:r>
              <a:rPr lang="tr-TR" sz="1481" dirty="0">
                <a:solidFill>
                  <a:srgbClr val="3399FF"/>
                </a:solidFill>
                <a:latin typeface="Myriad Pro"/>
              </a:rPr>
              <a:t>ENQ_NEG </a:t>
            </a:r>
          </a:p>
          <a:p>
            <a:r>
              <a:rPr lang="tr-TR" sz="1481" dirty="0">
                <a:solidFill>
                  <a:srgbClr val="3399FF"/>
                </a:solidFill>
                <a:latin typeface="Myriad Pro"/>
              </a:rPr>
              <a:t>(Varışta tahsilat talebi)</a:t>
            </a:r>
          </a:p>
          <a:p>
            <a:r>
              <a:rPr lang="tr-TR" sz="1481" dirty="0">
                <a:solidFill>
                  <a:srgbClr val="3399FF"/>
                </a:solidFill>
                <a:latin typeface="Myriad Pro"/>
              </a:rPr>
              <a:t>* </a:t>
            </a:r>
            <a:r>
              <a:rPr lang="tr-TR" sz="1481" i="1" dirty="0">
                <a:solidFill>
                  <a:srgbClr val="3399FF"/>
                </a:solidFill>
                <a:latin typeface="Myriad Pro"/>
              </a:rPr>
              <a:t>4 Cevap Kodu</a:t>
            </a:r>
          </a:p>
          <a:p>
            <a:pPr marL="302266" indent="-302266">
              <a:buFont typeface="Arial" panose="020B0604020202020204" pitchFamily="34" charset="0"/>
              <a:buChar char="•"/>
            </a:pPr>
            <a:endParaRPr lang="tr-TR" sz="1481" i="1" dirty="0">
              <a:solidFill>
                <a:srgbClr val="002060"/>
              </a:solidFill>
              <a:latin typeface="Myriad Pro"/>
            </a:endParaRPr>
          </a:p>
          <a:p>
            <a:r>
              <a:rPr lang="tr-TR" sz="1058" b="1" i="1" dirty="0">
                <a:solidFill>
                  <a:srgbClr val="00B0F0"/>
                </a:solidFill>
                <a:latin typeface="Myriad Pro"/>
              </a:rPr>
              <a:t>{4 Seri Nolu Tebliğ, md.48/2-ç}</a:t>
            </a:r>
            <a:endParaRPr lang="tr-TR" sz="1058" b="1" i="1" dirty="0">
              <a:solidFill>
                <a:srgbClr val="FF0000"/>
              </a:solidFill>
              <a:latin typeface="Myriad Pro"/>
            </a:endParaRPr>
          </a:p>
          <a:p>
            <a:pPr marL="302266" indent="-302266">
              <a:buFont typeface="Arial" panose="020B0604020202020204" pitchFamily="34" charset="0"/>
              <a:buChar char="•"/>
            </a:pPr>
            <a:endParaRPr lang="tr-TR" sz="1481" i="1" dirty="0">
              <a:solidFill>
                <a:srgbClr val="002060"/>
              </a:solidFill>
              <a:latin typeface="Myriad Pro"/>
            </a:endParaRPr>
          </a:p>
        </p:txBody>
      </p:sp>
      <p:cxnSp>
        <p:nvCxnSpPr>
          <p:cNvPr id="54" name="Düz Ok Bağlayıcısı 20">
            <a:extLst>
              <a:ext uri="{FF2B5EF4-FFF2-40B4-BE49-F238E27FC236}">
                <a16:creationId xmlns:a16="http://schemas.microsoft.com/office/drawing/2014/main" id="{A7057D04-B8CE-434E-A292-0C3445DD9857}"/>
              </a:ext>
            </a:extLst>
          </p:cNvPr>
          <p:cNvCxnSpPr/>
          <p:nvPr/>
        </p:nvCxnSpPr>
        <p:spPr>
          <a:xfrm>
            <a:off x="3251364" y="4700064"/>
            <a:ext cx="4156138" cy="168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55" name="Metin kutusu 27">
            <a:extLst>
              <a:ext uri="{FF2B5EF4-FFF2-40B4-BE49-F238E27FC236}">
                <a16:creationId xmlns:a16="http://schemas.microsoft.com/office/drawing/2014/main" id="{F745E9CA-7B77-422B-99B5-AF4B0059CBA8}"/>
              </a:ext>
            </a:extLst>
          </p:cNvPr>
          <p:cNvSpPr txBox="1"/>
          <p:nvPr/>
        </p:nvSpPr>
        <p:spPr>
          <a:xfrm>
            <a:off x="5745046" y="4322233"/>
            <a:ext cx="1058303" cy="352725"/>
          </a:xfrm>
          <a:prstGeom prst="rect">
            <a:avLst/>
          </a:prstGeom>
          <a:noFill/>
        </p:spPr>
        <p:txBody>
          <a:bodyPr wrap="none" rtlCol="0">
            <a:spAutoFit/>
          </a:bodyPr>
          <a:lstStyle/>
          <a:p>
            <a:r>
              <a:rPr lang="tr-TR" sz="1692" dirty="0">
                <a:latin typeface="Myriad Pro"/>
              </a:rPr>
              <a:t>STD_REQ</a:t>
            </a:r>
          </a:p>
        </p:txBody>
      </p:sp>
      <p:cxnSp>
        <p:nvCxnSpPr>
          <p:cNvPr id="56" name="Düz Ok Bağlayıcısı 38">
            <a:extLst>
              <a:ext uri="{FF2B5EF4-FFF2-40B4-BE49-F238E27FC236}">
                <a16:creationId xmlns:a16="http://schemas.microsoft.com/office/drawing/2014/main" id="{7580C8BB-E990-4FB4-A9F1-ADF7A13EA581}"/>
              </a:ext>
            </a:extLst>
          </p:cNvPr>
          <p:cNvCxnSpPr/>
          <p:nvPr/>
        </p:nvCxnSpPr>
        <p:spPr>
          <a:xfrm rot="10800000">
            <a:off x="3251364" y="5077894"/>
            <a:ext cx="4156138" cy="168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57" name="Metin kutusu 39">
            <a:extLst>
              <a:ext uri="{FF2B5EF4-FFF2-40B4-BE49-F238E27FC236}">
                <a16:creationId xmlns:a16="http://schemas.microsoft.com/office/drawing/2014/main" id="{718B8713-A056-4C10-A86F-7645A7385281}"/>
              </a:ext>
            </a:extLst>
          </p:cNvPr>
          <p:cNvSpPr txBox="1"/>
          <p:nvPr/>
        </p:nvSpPr>
        <p:spPr>
          <a:xfrm>
            <a:off x="5745047" y="4775630"/>
            <a:ext cx="1023037" cy="352725"/>
          </a:xfrm>
          <a:prstGeom prst="rect">
            <a:avLst/>
          </a:prstGeom>
          <a:noFill/>
        </p:spPr>
        <p:txBody>
          <a:bodyPr wrap="none" rtlCol="0">
            <a:spAutoFit/>
          </a:bodyPr>
          <a:lstStyle/>
          <a:p>
            <a:r>
              <a:rPr lang="tr-TR" sz="1692" dirty="0">
                <a:latin typeface="Myriad Pro"/>
              </a:rPr>
              <a:t>STD_RSP</a:t>
            </a:r>
          </a:p>
        </p:txBody>
      </p:sp>
      <p:sp>
        <p:nvSpPr>
          <p:cNvPr id="58" name="Metin kutusu 41">
            <a:extLst>
              <a:ext uri="{FF2B5EF4-FFF2-40B4-BE49-F238E27FC236}">
                <a16:creationId xmlns:a16="http://schemas.microsoft.com/office/drawing/2014/main" id="{D466B231-13C1-4ECC-A050-1B87A609754D}"/>
              </a:ext>
            </a:extLst>
          </p:cNvPr>
          <p:cNvSpPr txBox="1"/>
          <p:nvPr/>
        </p:nvSpPr>
        <p:spPr>
          <a:xfrm>
            <a:off x="3481797" y="5069977"/>
            <a:ext cx="1082348" cy="352725"/>
          </a:xfrm>
          <a:prstGeom prst="rect">
            <a:avLst/>
          </a:prstGeom>
          <a:noFill/>
        </p:spPr>
        <p:txBody>
          <a:bodyPr wrap="none" rtlCol="0">
            <a:spAutoFit/>
          </a:bodyPr>
          <a:lstStyle/>
          <a:p>
            <a:r>
              <a:rPr lang="tr-TR" sz="1692" dirty="0">
                <a:latin typeface="Myriad Pro"/>
              </a:rPr>
              <a:t>ENQ_REC</a:t>
            </a:r>
          </a:p>
        </p:txBody>
      </p:sp>
      <p:cxnSp>
        <p:nvCxnSpPr>
          <p:cNvPr id="59" name="Düz Ok Bağlayıcısı 40">
            <a:extLst>
              <a:ext uri="{FF2B5EF4-FFF2-40B4-BE49-F238E27FC236}">
                <a16:creationId xmlns:a16="http://schemas.microsoft.com/office/drawing/2014/main" id="{0B09252D-DF41-4A9A-BCEC-B9CD9847669F}"/>
              </a:ext>
            </a:extLst>
          </p:cNvPr>
          <p:cNvCxnSpPr/>
          <p:nvPr/>
        </p:nvCxnSpPr>
        <p:spPr>
          <a:xfrm>
            <a:off x="3251364" y="3717704"/>
            <a:ext cx="1716219" cy="2923"/>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60" name="Metin kutusu 46">
            <a:extLst>
              <a:ext uri="{FF2B5EF4-FFF2-40B4-BE49-F238E27FC236}">
                <a16:creationId xmlns:a16="http://schemas.microsoft.com/office/drawing/2014/main" id="{6678C1B0-3AA8-4A10-87C2-E8526CEF649C}"/>
              </a:ext>
            </a:extLst>
          </p:cNvPr>
          <p:cNvSpPr txBox="1"/>
          <p:nvPr/>
        </p:nvSpPr>
        <p:spPr>
          <a:xfrm>
            <a:off x="3553629" y="3339873"/>
            <a:ext cx="1071575" cy="352725"/>
          </a:xfrm>
          <a:prstGeom prst="rect">
            <a:avLst/>
          </a:prstGeom>
          <a:noFill/>
        </p:spPr>
        <p:txBody>
          <a:bodyPr wrap="none" rtlCol="0">
            <a:spAutoFit/>
          </a:bodyPr>
          <a:lstStyle/>
          <a:p>
            <a:r>
              <a:rPr lang="tr-TR" sz="1692" dirty="0">
                <a:latin typeface="Myriad Pro"/>
              </a:rPr>
              <a:t>ATR_SND</a:t>
            </a:r>
          </a:p>
        </p:txBody>
      </p:sp>
      <p:cxnSp>
        <p:nvCxnSpPr>
          <p:cNvPr id="61" name="Düz Ok Bağlayıcısı 50">
            <a:extLst>
              <a:ext uri="{FF2B5EF4-FFF2-40B4-BE49-F238E27FC236}">
                <a16:creationId xmlns:a16="http://schemas.microsoft.com/office/drawing/2014/main" id="{EF2685E7-B690-43CE-9BA8-1D21E2A037D7}"/>
              </a:ext>
            </a:extLst>
          </p:cNvPr>
          <p:cNvCxnSpPr/>
          <p:nvPr/>
        </p:nvCxnSpPr>
        <p:spPr>
          <a:xfrm rot="10800000">
            <a:off x="3251365" y="4397801"/>
            <a:ext cx="1734894" cy="3212"/>
          </a:xfrm>
          <a:prstGeom prst="straightConnector1">
            <a:avLst/>
          </a:prstGeom>
          <a:ln w="285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Düz Ok Bağlayıcısı 51">
            <a:extLst>
              <a:ext uri="{FF2B5EF4-FFF2-40B4-BE49-F238E27FC236}">
                <a16:creationId xmlns:a16="http://schemas.microsoft.com/office/drawing/2014/main" id="{B6887300-D1D1-45F5-AC19-9F9E53D722A9}"/>
              </a:ext>
            </a:extLst>
          </p:cNvPr>
          <p:cNvCxnSpPr/>
          <p:nvPr/>
        </p:nvCxnSpPr>
        <p:spPr>
          <a:xfrm>
            <a:off x="3251364" y="5833556"/>
            <a:ext cx="4080572" cy="168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63" name="Metin kutusu 54">
            <a:extLst>
              <a:ext uri="{FF2B5EF4-FFF2-40B4-BE49-F238E27FC236}">
                <a16:creationId xmlns:a16="http://schemas.microsoft.com/office/drawing/2014/main" id="{22CC9387-B483-40D3-AC75-67CED3B47595}"/>
              </a:ext>
            </a:extLst>
          </p:cNvPr>
          <p:cNvSpPr txBox="1"/>
          <p:nvPr/>
        </p:nvSpPr>
        <p:spPr>
          <a:xfrm>
            <a:off x="3465316" y="5502724"/>
            <a:ext cx="1111202" cy="352725"/>
          </a:xfrm>
          <a:prstGeom prst="rect">
            <a:avLst/>
          </a:prstGeom>
          <a:noFill/>
        </p:spPr>
        <p:txBody>
          <a:bodyPr wrap="none" rtlCol="0">
            <a:spAutoFit/>
          </a:bodyPr>
          <a:lstStyle/>
          <a:p>
            <a:r>
              <a:rPr lang="tr-TR" sz="1692" dirty="0">
                <a:latin typeface="Myriad Pro"/>
              </a:rPr>
              <a:t>ENQ_REQ</a:t>
            </a:r>
          </a:p>
        </p:txBody>
      </p:sp>
      <p:cxnSp>
        <p:nvCxnSpPr>
          <p:cNvPr id="64" name="Düz Ok Bağlayıcısı 57">
            <a:extLst>
              <a:ext uri="{FF2B5EF4-FFF2-40B4-BE49-F238E27FC236}">
                <a16:creationId xmlns:a16="http://schemas.microsoft.com/office/drawing/2014/main" id="{79272910-D12F-4035-ADD9-C89442A0D500}"/>
              </a:ext>
            </a:extLst>
          </p:cNvPr>
          <p:cNvCxnSpPr/>
          <p:nvPr/>
        </p:nvCxnSpPr>
        <p:spPr>
          <a:xfrm>
            <a:off x="3251364" y="4019969"/>
            <a:ext cx="4156138" cy="1"/>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65" name="Metin kutusu 58">
            <a:extLst>
              <a:ext uri="{FF2B5EF4-FFF2-40B4-BE49-F238E27FC236}">
                <a16:creationId xmlns:a16="http://schemas.microsoft.com/office/drawing/2014/main" id="{A33C02AC-E56C-47C9-B51C-518E880981F5}"/>
              </a:ext>
            </a:extLst>
          </p:cNvPr>
          <p:cNvSpPr txBox="1"/>
          <p:nvPr/>
        </p:nvSpPr>
        <p:spPr>
          <a:xfrm>
            <a:off x="5669481" y="3642138"/>
            <a:ext cx="1112805" cy="352725"/>
          </a:xfrm>
          <a:prstGeom prst="rect">
            <a:avLst/>
          </a:prstGeom>
          <a:noFill/>
        </p:spPr>
        <p:txBody>
          <a:bodyPr wrap="none" rtlCol="0">
            <a:spAutoFit/>
          </a:bodyPr>
          <a:lstStyle/>
          <a:p>
            <a:r>
              <a:rPr lang="tr-TR" sz="1692" dirty="0">
                <a:latin typeface="Myriad Pro"/>
              </a:rPr>
              <a:t>AAR_SND</a:t>
            </a:r>
          </a:p>
        </p:txBody>
      </p:sp>
      <p:sp>
        <p:nvSpPr>
          <p:cNvPr id="66" name="Metin kutusu 59">
            <a:extLst>
              <a:ext uri="{FF2B5EF4-FFF2-40B4-BE49-F238E27FC236}">
                <a16:creationId xmlns:a16="http://schemas.microsoft.com/office/drawing/2014/main" id="{EB2C7005-D938-48A7-8953-F1903B18F115}"/>
              </a:ext>
            </a:extLst>
          </p:cNvPr>
          <p:cNvSpPr txBox="1"/>
          <p:nvPr/>
        </p:nvSpPr>
        <p:spPr>
          <a:xfrm>
            <a:off x="3553629" y="4074141"/>
            <a:ext cx="1106265" cy="352725"/>
          </a:xfrm>
          <a:prstGeom prst="rect">
            <a:avLst/>
          </a:prstGeom>
          <a:noFill/>
        </p:spPr>
        <p:txBody>
          <a:bodyPr wrap="none" rtlCol="0">
            <a:spAutoFit/>
          </a:bodyPr>
          <a:lstStyle/>
          <a:p>
            <a:r>
              <a:rPr lang="tr-TR" sz="1692" dirty="0">
                <a:latin typeface="Myriad Pro"/>
              </a:rPr>
              <a:t>NCF_NOT</a:t>
            </a:r>
          </a:p>
        </p:txBody>
      </p:sp>
      <p:cxnSp>
        <p:nvCxnSpPr>
          <p:cNvPr id="75" name="Düz Ok Bağlayıcısı 60">
            <a:extLst>
              <a:ext uri="{FF2B5EF4-FFF2-40B4-BE49-F238E27FC236}">
                <a16:creationId xmlns:a16="http://schemas.microsoft.com/office/drawing/2014/main" id="{B76D863B-26E2-4A89-8099-12B3DE401E35}"/>
              </a:ext>
            </a:extLst>
          </p:cNvPr>
          <p:cNvCxnSpPr/>
          <p:nvPr/>
        </p:nvCxnSpPr>
        <p:spPr>
          <a:xfrm flipH="1" flipV="1">
            <a:off x="3251365" y="5423929"/>
            <a:ext cx="4080571" cy="4166"/>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76" name="Düz Ok Bağlayıcısı 63">
            <a:extLst>
              <a:ext uri="{FF2B5EF4-FFF2-40B4-BE49-F238E27FC236}">
                <a16:creationId xmlns:a16="http://schemas.microsoft.com/office/drawing/2014/main" id="{BA6975E4-176C-4905-B222-A85BEC2D150A}"/>
              </a:ext>
            </a:extLst>
          </p:cNvPr>
          <p:cNvCxnSpPr/>
          <p:nvPr/>
        </p:nvCxnSpPr>
        <p:spPr>
          <a:xfrm rot="10800000">
            <a:off x="3251364" y="6211387"/>
            <a:ext cx="4080572" cy="1680"/>
          </a:xfrm>
          <a:prstGeom prst="straightConnector1">
            <a:avLst/>
          </a:prstGeom>
          <a:ln w="28575">
            <a:solidFill>
              <a:srgbClr val="3399FF"/>
            </a:solidFill>
            <a:tailEnd type="triangle"/>
          </a:ln>
        </p:spPr>
        <p:style>
          <a:lnRef idx="1">
            <a:schemeClr val="accent1"/>
          </a:lnRef>
          <a:fillRef idx="0">
            <a:schemeClr val="accent1"/>
          </a:fillRef>
          <a:effectRef idx="0">
            <a:schemeClr val="accent1"/>
          </a:effectRef>
          <a:fontRef idx="minor">
            <a:schemeClr val="tx1"/>
          </a:fontRef>
        </p:style>
      </p:cxnSp>
      <p:sp>
        <p:nvSpPr>
          <p:cNvPr id="77" name="Metin kutusu 64">
            <a:extLst>
              <a:ext uri="{FF2B5EF4-FFF2-40B4-BE49-F238E27FC236}">
                <a16:creationId xmlns:a16="http://schemas.microsoft.com/office/drawing/2014/main" id="{38715AD2-CA05-4D36-8EFC-DDC40D41D355}"/>
              </a:ext>
            </a:extLst>
          </p:cNvPr>
          <p:cNvSpPr txBox="1"/>
          <p:nvPr/>
        </p:nvSpPr>
        <p:spPr>
          <a:xfrm>
            <a:off x="5669481" y="5833556"/>
            <a:ext cx="1218603" cy="352725"/>
          </a:xfrm>
          <a:prstGeom prst="rect">
            <a:avLst/>
          </a:prstGeom>
          <a:noFill/>
        </p:spPr>
        <p:txBody>
          <a:bodyPr wrap="none" rtlCol="0">
            <a:spAutoFit/>
          </a:bodyPr>
          <a:lstStyle/>
          <a:p>
            <a:r>
              <a:rPr lang="tr-TR" sz="1692" dirty="0">
                <a:solidFill>
                  <a:srgbClr val="3399FF"/>
                </a:solidFill>
                <a:latin typeface="Myriad Pro"/>
              </a:rPr>
              <a:t>ENQ_NEG*</a:t>
            </a:r>
          </a:p>
        </p:txBody>
      </p:sp>
      <p:sp>
        <p:nvSpPr>
          <p:cNvPr id="78" name="73 Metin kutusu">
            <a:extLst>
              <a:ext uri="{FF2B5EF4-FFF2-40B4-BE49-F238E27FC236}">
                <a16:creationId xmlns:a16="http://schemas.microsoft.com/office/drawing/2014/main" id="{9D9F9D26-B29A-4E72-8BF3-D2BD4BDA79BE}"/>
              </a:ext>
            </a:extLst>
          </p:cNvPr>
          <p:cNvSpPr txBox="1"/>
          <p:nvPr/>
        </p:nvSpPr>
        <p:spPr>
          <a:xfrm>
            <a:off x="8013091" y="3628222"/>
            <a:ext cx="3766101" cy="1133900"/>
          </a:xfrm>
          <a:prstGeom prst="rect">
            <a:avLst/>
          </a:prstGeom>
          <a:noFill/>
        </p:spPr>
        <p:txBody>
          <a:bodyPr wrap="square" rtlCol="0">
            <a:spAutoFit/>
          </a:bodyPr>
          <a:lstStyle/>
          <a:p>
            <a:pPr algn="ctr"/>
            <a:r>
              <a:rPr lang="tr-TR" sz="1692" dirty="0">
                <a:latin typeface="Myriad Pro"/>
              </a:rPr>
              <a:t>Hareket gümrük idaresi makul bir süre bekledikten sonra, </a:t>
            </a:r>
          </a:p>
          <a:p>
            <a:pPr algn="ctr"/>
            <a:r>
              <a:rPr lang="tr-TR" sz="1692" dirty="0">
                <a:latin typeface="Myriad Pro"/>
              </a:rPr>
              <a:t>cevap alamadığı takdirde, </a:t>
            </a:r>
            <a:r>
              <a:rPr lang="tr-TR" sz="1692" b="1" dirty="0">
                <a:latin typeface="Myriad Pro"/>
              </a:rPr>
              <a:t>araştırmaya geçilmesini </a:t>
            </a:r>
            <a:r>
              <a:rPr lang="tr-TR" sz="1692" b="1" u="sng" dirty="0">
                <a:solidFill>
                  <a:srgbClr val="FF0000"/>
                </a:solidFill>
                <a:latin typeface="Myriad Pro"/>
              </a:rPr>
              <a:t>talep eder</a:t>
            </a:r>
            <a:r>
              <a:rPr lang="tr-TR" sz="1692" u="sng" dirty="0">
                <a:solidFill>
                  <a:srgbClr val="FF0000"/>
                </a:solidFill>
                <a:latin typeface="Myriad Pro"/>
              </a:rPr>
              <a:t>.</a:t>
            </a:r>
          </a:p>
        </p:txBody>
      </p:sp>
      <p:sp>
        <p:nvSpPr>
          <p:cNvPr id="80" name="Metin kutusu 79">
            <a:extLst>
              <a:ext uri="{FF2B5EF4-FFF2-40B4-BE49-F238E27FC236}">
                <a16:creationId xmlns:a16="http://schemas.microsoft.com/office/drawing/2014/main" id="{91793217-3490-49A4-BE35-95896B60F8C9}"/>
              </a:ext>
            </a:extLst>
          </p:cNvPr>
          <p:cNvSpPr txBox="1"/>
          <p:nvPr/>
        </p:nvSpPr>
        <p:spPr>
          <a:xfrm>
            <a:off x="1878887" y="1888584"/>
            <a:ext cx="6825524" cy="352725"/>
          </a:xfrm>
          <a:prstGeom prst="rect">
            <a:avLst/>
          </a:prstGeom>
          <a:noFill/>
        </p:spPr>
        <p:txBody>
          <a:bodyPr wrap="square" rtlCol="0">
            <a:spAutoFit/>
          </a:bodyPr>
          <a:lstStyle/>
          <a:p>
            <a:r>
              <a:rPr lang="tr-TR" sz="1692" b="1" dirty="0">
                <a:latin typeface="Myriad Pro"/>
              </a:rPr>
              <a:t>Hareket Gümrük İdaresinin Araştırma İsteğine Verilecek Cevaplar</a:t>
            </a:r>
          </a:p>
        </p:txBody>
      </p:sp>
      <p:sp>
        <p:nvSpPr>
          <p:cNvPr id="33" name="Content Placeholder 2">
            <a:extLst>
              <a:ext uri="{FF2B5EF4-FFF2-40B4-BE49-F238E27FC236}">
                <a16:creationId xmlns:a16="http://schemas.microsoft.com/office/drawing/2014/main" id="{B805B948-0913-4A1D-A2FB-7BC37508567A}"/>
              </a:ext>
            </a:extLst>
          </p:cNvPr>
          <p:cNvSpPr txBox="1">
            <a:spLocks/>
          </p:cNvSpPr>
          <p:nvPr/>
        </p:nvSpPr>
        <p:spPr>
          <a:xfrm>
            <a:off x="1963016" y="634363"/>
            <a:ext cx="7214608" cy="3000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tr-TR" sz="1904" b="1" dirty="0">
                <a:latin typeface="Myriad Pro"/>
              </a:rPr>
              <a:t>ARAŞTIRMA İŞLEMLERİ</a:t>
            </a:r>
            <a:endParaRPr lang="tr-TR" sz="1058" b="1" dirty="0">
              <a:latin typeface="Myriad Pro"/>
            </a:endParaRPr>
          </a:p>
          <a:p>
            <a:pPr marL="0" indent="0">
              <a:buFont typeface="Arial" panose="020B0604020202020204" pitchFamily="34" charset="0"/>
              <a:buNone/>
            </a:pPr>
            <a:endParaRPr lang="tr-TR" sz="1904" b="1" dirty="0">
              <a:latin typeface="Myriad Pro"/>
              <a:cs typeface="Myriad Pro"/>
            </a:endParaRPr>
          </a:p>
        </p:txBody>
      </p:sp>
      <p:sp>
        <p:nvSpPr>
          <p:cNvPr id="29" name="Metin kutusu 28">
            <a:extLst>
              <a:ext uri="{FF2B5EF4-FFF2-40B4-BE49-F238E27FC236}">
                <a16:creationId xmlns:a16="http://schemas.microsoft.com/office/drawing/2014/main" id="{9AEF62B4-9F9A-44B6-BAE5-15F780259646}"/>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48243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500"/>
                                        <p:tgtEl>
                                          <p:spTgt spid="4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fade">
                                      <p:cBhvr>
                                        <p:cTn id="18" dur="500"/>
                                        <p:tgtEl>
                                          <p:spTgt spid="49"/>
                                        </p:tgtEl>
                                      </p:cBhvr>
                                    </p:animEffect>
                                  </p:childTnLst>
                                </p:cTn>
                              </p:par>
                              <p:par>
                                <p:cTn id="19" presetID="10"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par>
                                <p:cTn id="22" presetID="10" presetClass="entr" presetSubtype="0" fill="hold" nodeType="with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fade">
                                      <p:cBhvr>
                                        <p:cTn id="24" dur="500"/>
                                        <p:tgtEl>
                                          <p:spTgt spid="51"/>
                                        </p:tgtEl>
                                      </p:cBhvr>
                                    </p:animEffect>
                                  </p:childTnLst>
                                </p:cTn>
                              </p:par>
                              <p:par>
                                <p:cTn id="25" presetID="10"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500"/>
                                        <p:tgtEl>
                                          <p:spTgt spid="5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5"/>
                                        </p:tgtEl>
                                        <p:attrNameLst>
                                          <p:attrName>style.visibility</p:attrName>
                                        </p:attrNameLst>
                                      </p:cBhvr>
                                      <p:to>
                                        <p:strVal val="visible"/>
                                      </p:to>
                                    </p:set>
                                    <p:animEffect transition="in" filter="fade">
                                      <p:cBhvr>
                                        <p:cTn id="38" dur="500"/>
                                        <p:tgtEl>
                                          <p:spTgt spid="65"/>
                                        </p:tgtEl>
                                      </p:cBhvr>
                                    </p:animEffect>
                                  </p:childTnLst>
                                </p:cTn>
                              </p:par>
                              <p:par>
                                <p:cTn id="39" presetID="10" presetClass="entr" presetSubtype="0" fill="hold" nodeType="withEffect">
                                  <p:stCondLst>
                                    <p:cond delay="0"/>
                                  </p:stCondLst>
                                  <p:childTnLst>
                                    <p:set>
                                      <p:cBhvr>
                                        <p:cTn id="40" dur="1" fill="hold">
                                          <p:stCondLst>
                                            <p:cond delay="0"/>
                                          </p:stCondLst>
                                        </p:cTn>
                                        <p:tgtEl>
                                          <p:spTgt spid="64"/>
                                        </p:tgtEl>
                                        <p:attrNameLst>
                                          <p:attrName>style.visibility</p:attrName>
                                        </p:attrNameLst>
                                      </p:cBhvr>
                                      <p:to>
                                        <p:strVal val="visible"/>
                                      </p:to>
                                    </p:set>
                                    <p:animEffect transition="in" filter="fade">
                                      <p:cBhvr>
                                        <p:cTn id="41" dur="500"/>
                                        <p:tgtEl>
                                          <p:spTgt spid="6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fade">
                                      <p:cBhvr>
                                        <p:cTn id="46" dur="500"/>
                                        <p:tgtEl>
                                          <p:spTgt spid="6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6"/>
                                        </p:tgtEl>
                                        <p:attrNameLst>
                                          <p:attrName>style.visibility</p:attrName>
                                        </p:attrNameLst>
                                      </p:cBhvr>
                                      <p:to>
                                        <p:strVal val="visible"/>
                                      </p:to>
                                    </p:set>
                                    <p:animEffect transition="in" filter="fade">
                                      <p:cBhvr>
                                        <p:cTn id="49" dur="500"/>
                                        <p:tgtEl>
                                          <p:spTgt spid="6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fade">
                                      <p:cBhvr>
                                        <p:cTn id="54" dur="500"/>
                                        <p:tgtEl>
                                          <p:spTgt spid="55"/>
                                        </p:tgtEl>
                                      </p:cBhvr>
                                    </p:animEffect>
                                  </p:childTnLst>
                                </p:cTn>
                              </p:par>
                              <p:par>
                                <p:cTn id="55" presetID="10" presetClass="entr" presetSubtype="0" fill="hold" nodeType="with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fade">
                                      <p:cBhvr>
                                        <p:cTn id="57" dur="500"/>
                                        <p:tgtEl>
                                          <p:spTgt spid="5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fade">
                                      <p:cBhvr>
                                        <p:cTn id="62" dur="500"/>
                                        <p:tgtEl>
                                          <p:spTgt spid="57"/>
                                        </p:tgtEl>
                                      </p:cBhvr>
                                    </p:animEffect>
                                  </p:childTnLst>
                                </p:cTn>
                              </p:par>
                              <p:par>
                                <p:cTn id="63" presetID="10" presetClass="entr" presetSubtype="0" fill="hold" nodeType="with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fade">
                                      <p:cBhvr>
                                        <p:cTn id="65" dur="500"/>
                                        <p:tgtEl>
                                          <p:spTgt spid="5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58"/>
                                        </p:tgtEl>
                                        <p:attrNameLst>
                                          <p:attrName>style.visibility</p:attrName>
                                        </p:attrNameLst>
                                      </p:cBhvr>
                                      <p:to>
                                        <p:strVal val="visible"/>
                                      </p:to>
                                    </p:set>
                                    <p:animEffect transition="in" filter="fade">
                                      <p:cBhvr>
                                        <p:cTn id="70" dur="500"/>
                                        <p:tgtEl>
                                          <p:spTgt spid="58"/>
                                        </p:tgtEl>
                                      </p:cBhvr>
                                    </p:animEffect>
                                  </p:childTnLst>
                                </p:cTn>
                              </p:par>
                              <p:par>
                                <p:cTn id="71" presetID="10" presetClass="entr" presetSubtype="0" fill="hold" nodeType="withEffect">
                                  <p:stCondLst>
                                    <p:cond delay="0"/>
                                  </p:stCondLst>
                                  <p:childTnLst>
                                    <p:set>
                                      <p:cBhvr>
                                        <p:cTn id="72" dur="1" fill="hold">
                                          <p:stCondLst>
                                            <p:cond delay="0"/>
                                          </p:stCondLst>
                                        </p:cTn>
                                        <p:tgtEl>
                                          <p:spTgt spid="75"/>
                                        </p:tgtEl>
                                        <p:attrNameLst>
                                          <p:attrName>style.visibility</p:attrName>
                                        </p:attrNameLst>
                                      </p:cBhvr>
                                      <p:to>
                                        <p:strVal val="visible"/>
                                      </p:to>
                                    </p:set>
                                    <p:animEffect transition="in" filter="fade">
                                      <p:cBhvr>
                                        <p:cTn id="73" dur="500"/>
                                        <p:tgtEl>
                                          <p:spTgt spid="75"/>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63"/>
                                        </p:tgtEl>
                                        <p:attrNameLst>
                                          <p:attrName>style.visibility</p:attrName>
                                        </p:attrNameLst>
                                      </p:cBhvr>
                                      <p:to>
                                        <p:strVal val="visible"/>
                                      </p:to>
                                    </p:set>
                                    <p:animEffect transition="in" filter="fade">
                                      <p:cBhvr>
                                        <p:cTn id="78" dur="500"/>
                                        <p:tgtEl>
                                          <p:spTgt spid="63"/>
                                        </p:tgtEl>
                                      </p:cBhvr>
                                    </p:animEffect>
                                  </p:childTnLst>
                                </p:cTn>
                              </p:par>
                              <p:par>
                                <p:cTn id="79" presetID="10" presetClass="entr" presetSubtype="0" fill="hold" nodeType="withEffect">
                                  <p:stCondLst>
                                    <p:cond delay="0"/>
                                  </p:stCondLst>
                                  <p:childTnLst>
                                    <p:set>
                                      <p:cBhvr>
                                        <p:cTn id="80" dur="1" fill="hold">
                                          <p:stCondLst>
                                            <p:cond delay="0"/>
                                          </p:stCondLst>
                                        </p:cTn>
                                        <p:tgtEl>
                                          <p:spTgt spid="62"/>
                                        </p:tgtEl>
                                        <p:attrNameLst>
                                          <p:attrName>style.visibility</p:attrName>
                                        </p:attrNameLst>
                                      </p:cBhvr>
                                      <p:to>
                                        <p:strVal val="visible"/>
                                      </p:to>
                                    </p:set>
                                    <p:animEffect transition="in" filter="fade">
                                      <p:cBhvr>
                                        <p:cTn id="81" dur="500"/>
                                        <p:tgtEl>
                                          <p:spTgt spid="6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78"/>
                                        </p:tgtEl>
                                        <p:attrNameLst>
                                          <p:attrName>style.visibility</p:attrName>
                                        </p:attrNameLst>
                                      </p:cBhvr>
                                      <p:to>
                                        <p:strVal val="visible"/>
                                      </p:to>
                                    </p:set>
                                    <p:animEffect transition="in" filter="fade">
                                      <p:cBhvr>
                                        <p:cTn id="84" dur="500"/>
                                        <p:tgtEl>
                                          <p:spTgt spid="78"/>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77"/>
                                        </p:tgtEl>
                                        <p:attrNameLst>
                                          <p:attrName>style.visibility</p:attrName>
                                        </p:attrNameLst>
                                      </p:cBhvr>
                                      <p:to>
                                        <p:strVal val="visible"/>
                                      </p:to>
                                    </p:set>
                                    <p:animEffect transition="in" filter="fade">
                                      <p:cBhvr>
                                        <p:cTn id="89" dur="500"/>
                                        <p:tgtEl>
                                          <p:spTgt spid="77"/>
                                        </p:tgtEl>
                                      </p:cBhvr>
                                    </p:animEffect>
                                  </p:childTnLst>
                                </p:cTn>
                              </p:par>
                              <p:par>
                                <p:cTn id="90" presetID="10" presetClass="entr" presetSubtype="0" fill="hold" nodeType="withEffect">
                                  <p:stCondLst>
                                    <p:cond delay="0"/>
                                  </p:stCondLst>
                                  <p:childTnLst>
                                    <p:set>
                                      <p:cBhvr>
                                        <p:cTn id="91" dur="1" fill="hold">
                                          <p:stCondLst>
                                            <p:cond delay="0"/>
                                          </p:stCondLst>
                                        </p:cTn>
                                        <p:tgtEl>
                                          <p:spTgt spid="76"/>
                                        </p:tgtEl>
                                        <p:attrNameLst>
                                          <p:attrName>style.visibility</p:attrName>
                                        </p:attrNameLst>
                                      </p:cBhvr>
                                      <p:to>
                                        <p:strVal val="visible"/>
                                      </p:to>
                                    </p:set>
                                    <p:animEffect transition="in" filter="fade">
                                      <p:cBhvr>
                                        <p:cTn id="92" dur="500"/>
                                        <p:tgtEl>
                                          <p:spTgt spid="7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animBg="1"/>
      <p:bldP spid="49" grpId="0" animBg="1"/>
      <p:bldP spid="52" grpId="0"/>
      <p:bldP spid="55" grpId="0"/>
      <p:bldP spid="57" grpId="0"/>
      <p:bldP spid="58" grpId="0"/>
      <p:bldP spid="60" grpId="0"/>
      <p:bldP spid="63" grpId="0"/>
      <p:bldP spid="65" grpId="0"/>
      <p:bldP spid="66" grpId="0"/>
      <p:bldP spid="77" grpId="0"/>
      <p:bldP spid="78" grpId="0"/>
      <p:bldP spid="8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Resim 9">
            <a:extLst>
              <a:ext uri="{FF2B5EF4-FFF2-40B4-BE49-F238E27FC236}">
                <a16:creationId xmlns:a16="http://schemas.microsoft.com/office/drawing/2014/main" id="{9F79910E-54A3-469D-8C1B-F3DC8B6689EA}"/>
              </a:ext>
            </a:extLst>
          </p:cNvPr>
          <p:cNvPicPr>
            <a:picLocks noChangeAspect="1"/>
          </p:cNvPicPr>
          <p:nvPr/>
        </p:nvPicPr>
        <p:blipFill>
          <a:blip r:embed="rId2"/>
          <a:stretch>
            <a:fillRect/>
          </a:stretch>
        </p:blipFill>
        <p:spPr>
          <a:xfrm>
            <a:off x="2745736" y="367934"/>
            <a:ext cx="4216752" cy="6247993"/>
          </a:xfrm>
          <a:prstGeom prst="rect">
            <a:avLst/>
          </a:prstGeom>
        </p:spPr>
      </p:pic>
      <p:sp>
        <p:nvSpPr>
          <p:cNvPr id="14" name="Metin kutusu 13">
            <a:extLst>
              <a:ext uri="{FF2B5EF4-FFF2-40B4-BE49-F238E27FC236}">
                <a16:creationId xmlns:a16="http://schemas.microsoft.com/office/drawing/2014/main" id="{5FA0FF12-6F88-4E8C-9453-F9B89448B49D}"/>
              </a:ext>
            </a:extLst>
          </p:cNvPr>
          <p:cNvSpPr txBox="1"/>
          <p:nvPr/>
        </p:nvSpPr>
        <p:spPr>
          <a:xfrm>
            <a:off x="7056235" y="1375147"/>
            <a:ext cx="5133714" cy="2290435"/>
          </a:xfrm>
          <a:prstGeom prst="rect">
            <a:avLst/>
          </a:prstGeom>
          <a:noFill/>
        </p:spPr>
        <p:txBody>
          <a:bodyPr wrap="square" rtlCol="0">
            <a:spAutoFit/>
          </a:bodyPr>
          <a:lstStyle/>
          <a:p>
            <a:pPr lvl="0" algn="ctr"/>
            <a:r>
              <a:rPr lang="tr-TR" sz="1587" b="1" u="sng" dirty="0">
                <a:latin typeface="Myriad Pro"/>
              </a:rPr>
              <a:t>Varış ülkesi </a:t>
            </a:r>
          </a:p>
          <a:p>
            <a:pPr lvl="0" algn="ctr"/>
            <a:r>
              <a:rPr lang="tr-TR" sz="1587" b="1" i="1" u="sng" dirty="0">
                <a:latin typeface="Myriad Pro"/>
              </a:rPr>
              <a:t>veya</a:t>
            </a:r>
            <a:r>
              <a:rPr lang="tr-TR" sz="1587" b="1" u="sng" dirty="0">
                <a:latin typeface="Myriad Pro"/>
              </a:rPr>
              <a:t> </a:t>
            </a:r>
            <a:r>
              <a:rPr lang="tr-TR" sz="1587" b="1" i="1" u="sng" dirty="0">
                <a:latin typeface="Myriad Pro"/>
              </a:rPr>
              <a:t>Ortak Transit Sözleşmesine taraf olan başka bir ülke </a:t>
            </a:r>
          </a:p>
          <a:p>
            <a:pPr lvl="0" algn="ctr"/>
            <a:r>
              <a:rPr lang="tr-TR" sz="1587" b="1" u="sng" dirty="0">
                <a:solidFill>
                  <a:srgbClr val="FF0000"/>
                </a:solidFill>
                <a:latin typeface="Myriad Pro"/>
              </a:rPr>
              <a:t>TC24</a:t>
            </a:r>
            <a:r>
              <a:rPr lang="tr-TR" sz="1587" b="1" u="sng" dirty="0">
                <a:latin typeface="Myriad Pro"/>
              </a:rPr>
              <a:t> formu gönderirse</a:t>
            </a:r>
            <a:r>
              <a:rPr lang="tr-TR" sz="1587" b="1" dirty="0">
                <a:latin typeface="Myriad Pro"/>
              </a:rPr>
              <a:t>:</a:t>
            </a:r>
            <a:r>
              <a:rPr lang="tr-TR" sz="1587" dirty="0">
                <a:latin typeface="Myriad Pro"/>
              </a:rPr>
              <a:t>  </a:t>
            </a:r>
          </a:p>
          <a:p>
            <a:pPr lvl="0" algn="ctr"/>
            <a:endParaRPr lang="tr-TR" sz="1587" dirty="0">
              <a:latin typeface="Myriad Pro"/>
            </a:endParaRPr>
          </a:p>
          <a:p>
            <a:pPr lvl="0" algn="ctr"/>
            <a:r>
              <a:rPr lang="tr-TR" sz="1587" dirty="0">
                <a:latin typeface="Myriad Pro"/>
              </a:rPr>
              <a:t>Tahsilat sorumluluğunun kendisinde olduğunu, </a:t>
            </a:r>
          </a:p>
          <a:p>
            <a:pPr lvl="0" algn="ctr"/>
            <a:r>
              <a:rPr lang="tr-TR" sz="1587" dirty="0">
                <a:latin typeface="Myriad Pro"/>
              </a:rPr>
              <a:t>tahsilat yapacağını </a:t>
            </a:r>
          </a:p>
          <a:p>
            <a:pPr lvl="0" algn="ctr"/>
            <a:r>
              <a:rPr lang="tr-TR" sz="1587" dirty="0">
                <a:latin typeface="Myriad Pro"/>
              </a:rPr>
              <a:t>hareket idaresine bildirmek </a:t>
            </a:r>
          </a:p>
          <a:p>
            <a:pPr lvl="0" algn="ctr"/>
            <a:r>
              <a:rPr lang="tr-TR" sz="1587" dirty="0">
                <a:latin typeface="Myriad Pro"/>
              </a:rPr>
              <a:t>ve onay almak istediği anlamına gelir.</a:t>
            </a:r>
          </a:p>
        </p:txBody>
      </p:sp>
      <p:sp>
        <p:nvSpPr>
          <p:cNvPr id="16" name="Metin kutusu 15">
            <a:extLst>
              <a:ext uri="{FF2B5EF4-FFF2-40B4-BE49-F238E27FC236}">
                <a16:creationId xmlns:a16="http://schemas.microsoft.com/office/drawing/2014/main" id="{80FF0F73-F3F6-4835-A61B-40E7CAB592B2}"/>
              </a:ext>
            </a:extLst>
          </p:cNvPr>
          <p:cNvSpPr txBox="1"/>
          <p:nvPr/>
        </p:nvSpPr>
        <p:spPr>
          <a:xfrm>
            <a:off x="8069302" y="4290692"/>
            <a:ext cx="3198032" cy="825034"/>
          </a:xfrm>
          <a:prstGeom prst="rect">
            <a:avLst/>
          </a:prstGeom>
          <a:noFill/>
        </p:spPr>
        <p:txBody>
          <a:bodyPr wrap="square" rtlCol="0">
            <a:spAutoFit/>
          </a:bodyPr>
          <a:lstStyle/>
          <a:p>
            <a:pPr algn="ctr"/>
            <a:r>
              <a:rPr lang="tr-TR" sz="1587" b="1" dirty="0">
                <a:solidFill>
                  <a:srgbClr val="FF0000"/>
                </a:solidFill>
                <a:latin typeface="Myriad Pro"/>
              </a:rPr>
              <a:t>**</a:t>
            </a:r>
            <a:r>
              <a:rPr lang="tr-TR" sz="1587" b="1" dirty="0">
                <a:solidFill>
                  <a:srgbClr val="0066FF"/>
                </a:solidFill>
                <a:latin typeface="Myriad Pro"/>
              </a:rPr>
              <a:t> </a:t>
            </a:r>
            <a:r>
              <a:rPr lang="tr-TR" sz="1587" b="1" dirty="0">
                <a:latin typeface="Myriad Pro"/>
              </a:rPr>
              <a:t>Bu durumda formun </a:t>
            </a:r>
          </a:p>
          <a:p>
            <a:pPr algn="ctr"/>
            <a:r>
              <a:rPr lang="tr-TR" sz="1587" b="1" dirty="0">
                <a:latin typeface="Myriad Pro"/>
              </a:rPr>
              <a:t>ilk sayfasında sadece 1, 2 ve 3 numaralı bölümler doldurulur.</a:t>
            </a:r>
          </a:p>
        </p:txBody>
      </p:sp>
      <p:sp>
        <p:nvSpPr>
          <p:cNvPr id="18" name="Content Placeholder 2">
            <a:extLst>
              <a:ext uri="{FF2B5EF4-FFF2-40B4-BE49-F238E27FC236}">
                <a16:creationId xmlns:a16="http://schemas.microsoft.com/office/drawing/2014/main" id="{989D62DF-2E52-48FC-8618-F456B476B275}"/>
              </a:ext>
            </a:extLst>
          </p:cNvPr>
          <p:cNvSpPr txBox="1">
            <a:spLocks/>
          </p:cNvSpPr>
          <p:nvPr/>
        </p:nvSpPr>
        <p:spPr>
          <a:xfrm>
            <a:off x="445967" y="1457735"/>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TC24 FORMU</a:t>
            </a:r>
          </a:p>
          <a:p>
            <a:pPr marL="0" indent="0">
              <a:buNone/>
            </a:pPr>
            <a:r>
              <a:rPr lang="tr-TR" sz="1058" b="1" i="1" dirty="0">
                <a:solidFill>
                  <a:srgbClr val="00B0F0"/>
                </a:solidFill>
                <a:latin typeface="Myriad Pro"/>
              </a:rPr>
              <a:t>{Transit Manual Ek 8.2}</a:t>
            </a:r>
            <a:endParaRPr lang="tr-TR" sz="1058" dirty="0">
              <a:latin typeface="Myriad Pro"/>
            </a:endParaRPr>
          </a:p>
          <a:p>
            <a:pPr marL="0" indent="0">
              <a:buNone/>
            </a:pPr>
            <a:endParaRPr lang="tr-TR" sz="1904" b="1" dirty="0">
              <a:latin typeface="Myriad Pro"/>
              <a:cs typeface="Myriad Pro"/>
            </a:endParaRPr>
          </a:p>
        </p:txBody>
      </p:sp>
      <p:sp>
        <p:nvSpPr>
          <p:cNvPr id="7" name="Metin kutusu 6">
            <a:extLst>
              <a:ext uri="{FF2B5EF4-FFF2-40B4-BE49-F238E27FC236}">
                <a16:creationId xmlns:a16="http://schemas.microsoft.com/office/drawing/2014/main" id="{4587B465-55C7-4657-B2CA-95A5A5B6AA17}"/>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166373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4" end="4"/>
                                            </p:txEl>
                                          </p:spTgt>
                                        </p:tgtEl>
                                        <p:attrNameLst>
                                          <p:attrName>style.visibility</p:attrName>
                                        </p:attrNameLst>
                                      </p:cBhvr>
                                      <p:to>
                                        <p:strVal val="visible"/>
                                      </p:to>
                                    </p:set>
                                    <p:animEffect transition="in" filter="fade">
                                      <p:cBhvr>
                                        <p:cTn id="22" dur="500"/>
                                        <p:tgtEl>
                                          <p:spTgt spid="14">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xEl>
                                              <p:pRg st="5" end="5"/>
                                            </p:txEl>
                                          </p:spTgt>
                                        </p:tgtEl>
                                        <p:attrNameLst>
                                          <p:attrName>style.visibility</p:attrName>
                                        </p:attrNameLst>
                                      </p:cBhvr>
                                      <p:to>
                                        <p:strVal val="visible"/>
                                      </p:to>
                                    </p:set>
                                    <p:animEffect transition="in" filter="fade">
                                      <p:cBhvr>
                                        <p:cTn id="25" dur="500"/>
                                        <p:tgtEl>
                                          <p:spTgt spid="14">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xEl>
                                              <p:pRg st="6" end="6"/>
                                            </p:txEl>
                                          </p:spTgt>
                                        </p:tgtEl>
                                        <p:attrNameLst>
                                          <p:attrName>style.visibility</p:attrName>
                                        </p:attrNameLst>
                                      </p:cBhvr>
                                      <p:to>
                                        <p:strVal val="visible"/>
                                      </p:to>
                                    </p:set>
                                    <p:animEffect transition="in" filter="fade">
                                      <p:cBhvr>
                                        <p:cTn id="28" dur="500"/>
                                        <p:tgtEl>
                                          <p:spTgt spid="14">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xEl>
                                              <p:pRg st="7" end="7"/>
                                            </p:txEl>
                                          </p:spTgt>
                                        </p:tgtEl>
                                        <p:attrNameLst>
                                          <p:attrName>style.visibility</p:attrName>
                                        </p:attrNameLst>
                                      </p:cBhvr>
                                      <p:to>
                                        <p:strVal val="visible"/>
                                      </p:to>
                                    </p:set>
                                    <p:animEffect transition="in" filter="fade">
                                      <p:cBhvr>
                                        <p:cTn id="31" dur="500"/>
                                        <p:tgtEl>
                                          <p:spTgt spid="14">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
                                            <p:txEl>
                                              <p:pRg st="0" end="0"/>
                                            </p:txEl>
                                          </p:spTgt>
                                        </p:tgtEl>
                                        <p:attrNameLst>
                                          <p:attrName>style.visibility</p:attrName>
                                        </p:attrNameLst>
                                      </p:cBhvr>
                                      <p:to>
                                        <p:strVal val="visible"/>
                                      </p:to>
                                    </p:set>
                                    <p:animEffect transition="in" filter="fade">
                                      <p:cBhvr>
                                        <p:cTn id="36" dur="500"/>
                                        <p:tgtEl>
                                          <p:spTgt spid="16">
                                            <p:txEl>
                                              <p:pRg st="0" end="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xEl>
                                              <p:pRg st="1" end="1"/>
                                            </p:txEl>
                                          </p:spTgt>
                                        </p:tgtEl>
                                        <p:attrNameLst>
                                          <p:attrName>style.visibility</p:attrName>
                                        </p:attrNameLst>
                                      </p:cBhvr>
                                      <p:to>
                                        <p:strVal val="visible"/>
                                      </p:to>
                                    </p:set>
                                    <p:animEffect transition="in" filter="fade">
                                      <p:cBhvr>
                                        <p:cTn id="39"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Metin kutusu 13">
            <a:extLst>
              <a:ext uri="{FF2B5EF4-FFF2-40B4-BE49-F238E27FC236}">
                <a16:creationId xmlns:a16="http://schemas.microsoft.com/office/drawing/2014/main" id="{81D96BC4-35D1-4043-BC97-DE33C3EFF80C}"/>
              </a:ext>
            </a:extLst>
          </p:cNvPr>
          <p:cNvSpPr txBox="1"/>
          <p:nvPr/>
        </p:nvSpPr>
        <p:spPr>
          <a:xfrm>
            <a:off x="8209390" y="1555801"/>
            <a:ext cx="2975303" cy="548099"/>
          </a:xfrm>
          <a:prstGeom prst="rect">
            <a:avLst/>
          </a:prstGeom>
          <a:noFill/>
        </p:spPr>
        <p:txBody>
          <a:bodyPr wrap="none" rtlCol="0">
            <a:spAutoFit/>
          </a:bodyPr>
          <a:lstStyle/>
          <a:p>
            <a:pPr algn="ctr"/>
            <a:r>
              <a:rPr lang="tr-TR" sz="1481" b="1" dirty="0">
                <a:latin typeface="Myriad Pro"/>
              </a:rPr>
              <a:t>Hareket ülkesi 6b bölümünü </a:t>
            </a:r>
          </a:p>
          <a:p>
            <a:pPr algn="ctr"/>
            <a:r>
              <a:rPr lang="tr-TR" sz="1481" b="1" u="sng" dirty="0">
                <a:latin typeface="Myriad Pro"/>
              </a:rPr>
              <a:t>         cevaben doldururken        </a:t>
            </a:r>
          </a:p>
        </p:txBody>
      </p:sp>
      <p:pic>
        <p:nvPicPr>
          <p:cNvPr id="16" name="Resim 15">
            <a:extLst>
              <a:ext uri="{FF2B5EF4-FFF2-40B4-BE49-F238E27FC236}">
                <a16:creationId xmlns:a16="http://schemas.microsoft.com/office/drawing/2014/main" id="{6D251FDA-F910-4319-8C42-BEECC274A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5441" y="208254"/>
            <a:ext cx="4283819" cy="6141195"/>
          </a:xfrm>
          <a:prstGeom prst="rect">
            <a:avLst/>
          </a:prstGeom>
        </p:spPr>
      </p:pic>
      <p:sp>
        <p:nvSpPr>
          <p:cNvPr id="23" name="Metin kutusu 22">
            <a:extLst>
              <a:ext uri="{FF2B5EF4-FFF2-40B4-BE49-F238E27FC236}">
                <a16:creationId xmlns:a16="http://schemas.microsoft.com/office/drawing/2014/main" id="{D8946AD8-D579-45C2-BC3B-270105FBEBE7}"/>
              </a:ext>
            </a:extLst>
          </p:cNvPr>
          <p:cNvSpPr txBox="1"/>
          <p:nvPr/>
        </p:nvSpPr>
        <p:spPr>
          <a:xfrm>
            <a:off x="7805731" y="209695"/>
            <a:ext cx="4233980" cy="320216"/>
          </a:xfrm>
          <a:prstGeom prst="rect">
            <a:avLst/>
          </a:prstGeom>
          <a:noFill/>
        </p:spPr>
        <p:txBody>
          <a:bodyPr wrap="none" rtlCol="0">
            <a:spAutoFit/>
          </a:bodyPr>
          <a:lstStyle/>
          <a:p>
            <a:r>
              <a:rPr lang="tr-TR" sz="1481" dirty="0">
                <a:latin typeface="Myriad Pro"/>
              </a:rPr>
              <a:t>Talep eden ülke </a:t>
            </a:r>
            <a:r>
              <a:rPr lang="tr-TR" sz="1481" b="1" dirty="0">
                <a:solidFill>
                  <a:srgbClr val="FF0000"/>
                </a:solidFill>
                <a:latin typeface="Myriad Pro"/>
              </a:rPr>
              <a:t>4b ve 5 nolu bölümü</a:t>
            </a:r>
            <a:r>
              <a:rPr lang="tr-TR" sz="1481" dirty="0">
                <a:latin typeface="Myriad Pro"/>
              </a:rPr>
              <a:t> doldurur. </a:t>
            </a:r>
          </a:p>
        </p:txBody>
      </p:sp>
      <p:sp>
        <p:nvSpPr>
          <p:cNvPr id="24" name="Metin kutusu 23">
            <a:extLst>
              <a:ext uri="{FF2B5EF4-FFF2-40B4-BE49-F238E27FC236}">
                <a16:creationId xmlns:a16="http://schemas.microsoft.com/office/drawing/2014/main" id="{304B599F-E0CD-4FB3-91AA-FD7A3860D4AD}"/>
              </a:ext>
            </a:extLst>
          </p:cNvPr>
          <p:cNvSpPr txBox="1"/>
          <p:nvPr/>
        </p:nvSpPr>
        <p:spPr>
          <a:xfrm>
            <a:off x="7917355" y="687018"/>
            <a:ext cx="3683509" cy="775982"/>
          </a:xfrm>
          <a:prstGeom prst="rect">
            <a:avLst/>
          </a:prstGeom>
          <a:noFill/>
        </p:spPr>
        <p:txBody>
          <a:bodyPr wrap="none" rtlCol="0">
            <a:spAutoFit/>
          </a:bodyPr>
          <a:lstStyle/>
          <a:p>
            <a:pPr algn="ctr"/>
            <a:r>
              <a:rPr lang="tr-TR" sz="1481" dirty="0">
                <a:latin typeface="Myriad Pro"/>
              </a:rPr>
              <a:t>Bu formu alan hareket ülkesi, </a:t>
            </a:r>
          </a:p>
          <a:p>
            <a:pPr algn="ctr"/>
            <a:r>
              <a:rPr lang="tr-TR" sz="1481" dirty="0">
                <a:latin typeface="Myriad Pro"/>
              </a:rPr>
              <a:t>cevaben </a:t>
            </a:r>
            <a:r>
              <a:rPr lang="tr-TR" sz="1481" b="1" dirty="0">
                <a:solidFill>
                  <a:srgbClr val="00B050"/>
                </a:solidFill>
                <a:latin typeface="Myriad Pro"/>
              </a:rPr>
              <a:t>6b ve 7 nolu </a:t>
            </a:r>
            <a:r>
              <a:rPr lang="tr-TR" sz="1481" dirty="0">
                <a:latin typeface="Myriad Pro"/>
              </a:rPr>
              <a:t>bölümü doldurarak</a:t>
            </a:r>
          </a:p>
          <a:p>
            <a:pPr algn="ctr"/>
            <a:r>
              <a:rPr lang="tr-TR" sz="1481" dirty="0">
                <a:latin typeface="Myriad Pro"/>
              </a:rPr>
              <a:t>formu talep eden ülkeye geri gönderir.</a:t>
            </a:r>
          </a:p>
        </p:txBody>
      </p:sp>
      <p:sp>
        <p:nvSpPr>
          <p:cNvPr id="27" name="Metin kutusu 26">
            <a:extLst>
              <a:ext uri="{FF2B5EF4-FFF2-40B4-BE49-F238E27FC236}">
                <a16:creationId xmlns:a16="http://schemas.microsoft.com/office/drawing/2014/main" id="{04A84ABC-A858-425D-872D-89ABF2E195E0}"/>
              </a:ext>
            </a:extLst>
          </p:cNvPr>
          <p:cNvSpPr txBox="1"/>
          <p:nvPr/>
        </p:nvSpPr>
        <p:spPr>
          <a:xfrm>
            <a:off x="7681043" y="4224488"/>
            <a:ext cx="4170874" cy="1231747"/>
          </a:xfrm>
          <a:prstGeom prst="rect">
            <a:avLst/>
          </a:prstGeom>
          <a:noFill/>
        </p:spPr>
        <p:txBody>
          <a:bodyPr wrap="square" rtlCol="0">
            <a:spAutoFit/>
          </a:bodyPr>
          <a:lstStyle/>
          <a:p>
            <a:pPr marL="302266" indent="-302266" algn="ctr">
              <a:buFont typeface="Wingdings" panose="05000000000000000000" pitchFamily="2" charset="2"/>
              <a:buChar char="Ø"/>
            </a:pPr>
            <a:r>
              <a:rPr lang="tr-TR" sz="1481" dirty="0">
                <a:latin typeface="Myriad Pro"/>
              </a:rPr>
              <a:t>Şayet, tahsilat sorumluluğunun </a:t>
            </a:r>
          </a:p>
          <a:p>
            <a:pPr lvl="0" algn="ctr"/>
            <a:r>
              <a:rPr lang="tr-TR" sz="1481" dirty="0">
                <a:latin typeface="Myriad Pro"/>
              </a:rPr>
              <a:t>talep eden ülkede olmadığı kanaatinde ise</a:t>
            </a:r>
            <a:r>
              <a:rPr lang="tr-TR" sz="1481" i="1" dirty="0">
                <a:latin typeface="Myriad Pro"/>
              </a:rPr>
              <a:t>,</a:t>
            </a:r>
          </a:p>
          <a:p>
            <a:pPr lvl="0" algn="ctr"/>
            <a:endParaRPr lang="tr-TR" sz="1481" i="1" dirty="0">
              <a:latin typeface="Myriad Pro"/>
            </a:endParaRPr>
          </a:p>
          <a:p>
            <a:pPr lvl="0" algn="ctr"/>
            <a:r>
              <a:rPr lang="tr-TR" sz="1481" dirty="0">
                <a:latin typeface="Myriad Pro"/>
              </a:rPr>
              <a:t>(gerekçelerini de noktalı bölüme İngilizce yazarak) </a:t>
            </a:r>
          </a:p>
        </p:txBody>
      </p:sp>
      <p:sp>
        <p:nvSpPr>
          <p:cNvPr id="28" name="Oval 27">
            <a:extLst>
              <a:ext uri="{FF2B5EF4-FFF2-40B4-BE49-F238E27FC236}">
                <a16:creationId xmlns:a16="http://schemas.microsoft.com/office/drawing/2014/main" id="{203D663B-0BC7-468F-B184-332A54022422}"/>
              </a:ext>
            </a:extLst>
          </p:cNvPr>
          <p:cNvSpPr/>
          <p:nvPr/>
        </p:nvSpPr>
        <p:spPr>
          <a:xfrm>
            <a:off x="3281812" y="4421790"/>
            <a:ext cx="228507" cy="165007"/>
          </a:xfrm>
          <a:prstGeom prst="ellipse">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solidFill>
                <a:srgbClr val="7030A0"/>
              </a:solidFill>
              <a:latin typeface="Myriad Pro"/>
            </a:endParaRPr>
          </a:p>
        </p:txBody>
      </p:sp>
      <p:sp>
        <p:nvSpPr>
          <p:cNvPr id="29" name="Oval 28">
            <a:extLst>
              <a:ext uri="{FF2B5EF4-FFF2-40B4-BE49-F238E27FC236}">
                <a16:creationId xmlns:a16="http://schemas.microsoft.com/office/drawing/2014/main" id="{69263E2F-AE34-4CDE-9883-B50C44D0B75B}"/>
              </a:ext>
            </a:extLst>
          </p:cNvPr>
          <p:cNvSpPr/>
          <p:nvPr/>
        </p:nvSpPr>
        <p:spPr>
          <a:xfrm>
            <a:off x="3281812" y="4696456"/>
            <a:ext cx="228507" cy="165007"/>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sp>
        <p:nvSpPr>
          <p:cNvPr id="2" name="Metin kutusu 1">
            <a:extLst>
              <a:ext uri="{FF2B5EF4-FFF2-40B4-BE49-F238E27FC236}">
                <a16:creationId xmlns:a16="http://schemas.microsoft.com/office/drawing/2014/main" id="{123DCD77-D458-49C1-8F79-42EEA7E6D573}"/>
              </a:ext>
            </a:extLst>
          </p:cNvPr>
          <p:cNvSpPr txBox="1"/>
          <p:nvPr/>
        </p:nvSpPr>
        <p:spPr>
          <a:xfrm>
            <a:off x="7908025" y="2109256"/>
            <a:ext cx="3578032" cy="548099"/>
          </a:xfrm>
          <a:prstGeom prst="rect">
            <a:avLst/>
          </a:prstGeom>
          <a:noFill/>
        </p:spPr>
        <p:txBody>
          <a:bodyPr wrap="none" rtlCol="0">
            <a:spAutoFit/>
          </a:bodyPr>
          <a:lstStyle/>
          <a:p>
            <a:pPr marL="302266" indent="-302266" algn="ctr">
              <a:buFont typeface="Wingdings" panose="05000000000000000000" pitchFamily="2" charset="2"/>
              <a:buChar char="Ø"/>
            </a:pPr>
            <a:r>
              <a:rPr lang="tr-TR" sz="1481" dirty="0">
                <a:latin typeface="Myriad Pro"/>
              </a:rPr>
              <a:t>Tahsilat sorumluluğunun </a:t>
            </a:r>
          </a:p>
          <a:p>
            <a:pPr lvl="0" algn="ctr"/>
            <a:r>
              <a:rPr lang="tr-TR" sz="1481" dirty="0">
                <a:latin typeface="Myriad Pro"/>
              </a:rPr>
              <a:t>talep eden ülkede olduğunu onaylıyorsa,</a:t>
            </a:r>
          </a:p>
        </p:txBody>
      </p:sp>
      <p:sp>
        <p:nvSpPr>
          <p:cNvPr id="3" name="Metin kutusu 2">
            <a:extLst>
              <a:ext uri="{FF2B5EF4-FFF2-40B4-BE49-F238E27FC236}">
                <a16:creationId xmlns:a16="http://schemas.microsoft.com/office/drawing/2014/main" id="{C7875C23-8D80-4938-B918-A0618AA6AB07}"/>
              </a:ext>
            </a:extLst>
          </p:cNvPr>
          <p:cNvSpPr txBox="1"/>
          <p:nvPr/>
        </p:nvSpPr>
        <p:spPr>
          <a:xfrm>
            <a:off x="8247219" y="2649155"/>
            <a:ext cx="3023777" cy="548099"/>
          </a:xfrm>
          <a:prstGeom prst="rect">
            <a:avLst/>
          </a:prstGeom>
          <a:noFill/>
        </p:spPr>
        <p:txBody>
          <a:bodyPr wrap="none" rtlCol="0">
            <a:spAutoFit/>
          </a:bodyPr>
          <a:lstStyle/>
          <a:p>
            <a:pPr lvl="0" algn="ctr"/>
            <a:r>
              <a:rPr lang="tr-TR" sz="1481" i="1" dirty="0">
                <a:solidFill>
                  <a:srgbClr val="FF0000"/>
                </a:solidFill>
                <a:latin typeface="Myriad Pro"/>
              </a:rPr>
              <a:t>yani eşyanın o ülke sınırları içinde </a:t>
            </a:r>
          </a:p>
          <a:p>
            <a:pPr lvl="0" algn="ctr"/>
            <a:r>
              <a:rPr lang="tr-TR" sz="1481" i="1" dirty="0">
                <a:solidFill>
                  <a:srgbClr val="FF0000"/>
                </a:solidFill>
                <a:latin typeface="Myriad Pro"/>
              </a:rPr>
              <a:t>olduğu kanaatinde ise,</a:t>
            </a:r>
          </a:p>
        </p:txBody>
      </p:sp>
      <p:sp>
        <p:nvSpPr>
          <p:cNvPr id="4" name="Metin kutusu 3">
            <a:extLst>
              <a:ext uri="{FF2B5EF4-FFF2-40B4-BE49-F238E27FC236}">
                <a16:creationId xmlns:a16="http://schemas.microsoft.com/office/drawing/2014/main" id="{A4513263-85C5-4A73-A889-86D4D11DF5AF}"/>
              </a:ext>
            </a:extLst>
          </p:cNvPr>
          <p:cNvSpPr txBox="1"/>
          <p:nvPr/>
        </p:nvSpPr>
        <p:spPr>
          <a:xfrm>
            <a:off x="7848785" y="3259891"/>
            <a:ext cx="3883307" cy="775982"/>
          </a:xfrm>
          <a:prstGeom prst="rect">
            <a:avLst/>
          </a:prstGeom>
          <a:noFill/>
        </p:spPr>
        <p:txBody>
          <a:bodyPr wrap="none" rtlCol="0">
            <a:spAutoFit/>
          </a:bodyPr>
          <a:lstStyle/>
          <a:p>
            <a:pPr lvl="0" algn="ctr"/>
            <a:r>
              <a:rPr lang="tr-TR" sz="1481" b="1" dirty="0">
                <a:solidFill>
                  <a:srgbClr val="7030A0"/>
                </a:solidFill>
                <a:latin typeface="Myriad Pro"/>
              </a:rPr>
              <a:t>6b</a:t>
            </a:r>
            <a:r>
              <a:rPr lang="tr-TR" sz="1481" dirty="0">
                <a:solidFill>
                  <a:srgbClr val="7030A0"/>
                </a:solidFill>
                <a:latin typeface="Myriad Pro"/>
              </a:rPr>
              <a:t> bölümündeki </a:t>
            </a:r>
            <a:r>
              <a:rPr lang="tr-TR" sz="1481" b="1" dirty="0">
                <a:solidFill>
                  <a:srgbClr val="7030A0"/>
                </a:solidFill>
                <a:latin typeface="Myriad Pro"/>
              </a:rPr>
              <a:t>ilk kutucuğu</a:t>
            </a:r>
            <a:r>
              <a:rPr lang="tr-TR" sz="1481" dirty="0">
                <a:solidFill>
                  <a:srgbClr val="7030A0"/>
                </a:solidFill>
                <a:latin typeface="Myriad Pro"/>
              </a:rPr>
              <a:t> işaretleyerek </a:t>
            </a:r>
          </a:p>
          <a:p>
            <a:pPr lvl="0" algn="ctr"/>
            <a:r>
              <a:rPr lang="tr-TR" sz="1481" dirty="0">
                <a:solidFill>
                  <a:srgbClr val="7030A0"/>
                </a:solidFill>
                <a:latin typeface="Myriad Pro"/>
              </a:rPr>
              <a:t>tahsilat sorumluluğunun </a:t>
            </a:r>
          </a:p>
          <a:p>
            <a:pPr lvl="0" algn="ctr"/>
            <a:r>
              <a:rPr lang="tr-TR" sz="1481" dirty="0">
                <a:solidFill>
                  <a:srgbClr val="7030A0"/>
                </a:solidFill>
                <a:latin typeface="Myriad Pro"/>
              </a:rPr>
              <a:t>talep eden ülkede olduğunu onaylar.</a:t>
            </a:r>
          </a:p>
        </p:txBody>
      </p:sp>
      <p:sp>
        <p:nvSpPr>
          <p:cNvPr id="5" name="Metin kutusu 4">
            <a:extLst>
              <a:ext uri="{FF2B5EF4-FFF2-40B4-BE49-F238E27FC236}">
                <a16:creationId xmlns:a16="http://schemas.microsoft.com/office/drawing/2014/main" id="{49234DA5-A4F2-4DCA-9C80-37DD5510F0C7}"/>
              </a:ext>
            </a:extLst>
          </p:cNvPr>
          <p:cNvSpPr txBox="1"/>
          <p:nvPr/>
        </p:nvSpPr>
        <p:spPr>
          <a:xfrm>
            <a:off x="7917040" y="5681686"/>
            <a:ext cx="3829896" cy="775982"/>
          </a:xfrm>
          <a:prstGeom prst="rect">
            <a:avLst/>
          </a:prstGeom>
          <a:noFill/>
        </p:spPr>
        <p:txBody>
          <a:bodyPr wrap="none" rtlCol="0">
            <a:spAutoFit/>
          </a:bodyPr>
          <a:lstStyle/>
          <a:p>
            <a:pPr lvl="0" algn="ctr"/>
            <a:r>
              <a:rPr lang="tr-TR" sz="1481" b="1" dirty="0">
                <a:solidFill>
                  <a:schemeClr val="accent6">
                    <a:lumMod val="75000"/>
                  </a:schemeClr>
                </a:solidFill>
                <a:latin typeface="Myriad Pro"/>
              </a:rPr>
              <a:t>6b</a:t>
            </a:r>
            <a:r>
              <a:rPr lang="tr-TR" sz="1481" dirty="0">
                <a:latin typeface="Myriad Pro"/>
              </a:rPr>
              <a:t> bölümündeki </a:t>
            </a:r>
            <a:r>
              <a:rPr lang="tr-TR" sz="1481" b="1" dirty="0">
                <a:solidFill>
                  <a:schemeClr val="accent6">
                    <a:lumMod val="75000"/>
                  </a:schemeClr>
                </a:solidFill>
                <a:latin typeface="Myriad Pro"/>
              </a:rPr>
              <a:t>ikinci kutucuğu</a:t>
            </a:r>
            <a:r>
              <a:rPr lang="tr-TR" sz="1481" dirty="0">
                <a:solidFill>
                  <a:schemeClr val="accent6">
                    <a:lumMod val="75000"/>
                  </a:schemeClr>
                </a:solidFill>
                <a:latin typeface="Myriad Pro"/>
              </a:rPr>
              <a:t> </a:t>
            </a:r>
            <a:r>
              <a:rPr lang="tr-TR" sz="1481" dirty="0">
                <a:latin typeface="Myriad Pro"/>
              </a:rPr>
              <a:t>doldurur </a:t>
            </a:r>
          </a:p>
          <a:p>
            <a:pPr lvl="0" algn="ctr"/>
            <a:r>
              <a:rPr lang="tr-TR" sz="1481" dirty="0">
                <a:latin typeface="Myriad Pro"/>
              </a:rPr>
              <a:t>ve tahsilat sorumluluğunun </a:t>
            </a:r>
          </a:p>
          <a:p>
            <a:pPr lvl="0" algn="ctr"/>
            <a:r>
              <a:rPr lang="tr-TR" sz="1481" dirty="0">
                <a:latin typeface="Myriad Pro"/>
              </a:rPr>
              <a:t>talep eden ülkede olmadığını bildirir.</a:t>
            </a:r>
          </a:p>
        </p:txBody>
      </p:sp>
      <p:sp>
        <p:nvSpPr>
          <p:cNvPr id="32" name="Yuvarlatılmış Dikdörtgen 31"/>
          <p:cNvSpPr/>
          <p:nvPr/>
        </p:nvSpPr>
        <p:spPr>
          <a:xfrm>
            <a:off x="2905988" y="3944004"/>
            <a:ext cx="4353273" cy="1434183"/>
          </a:xfrm>
          <a:prstGeom prst="roundRect">
            <a:avLst/>
          </a:prstGeom>
          <a:noFill/>
          <a:ln w="444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3" name="Yuvarlatılmış Dikdörtgen 32"/>
          <p:cNvSpPr/>
          <p:nvPr/>
        </p:nvSpPr>
        <p:spPr>
          <a:xfrm>
            <a:off x="2903993" y="5528875"/>
            <a:ext cx="4353273" cy="887828"/>
          </a:xfrm>
          <a:prstGeom prst="roundRect">
            <a:avLst/>
          </a:prstGeom>
          <a:noFill/>
          <a:ln w="444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4" name="Yuvarlatılmış Dikdörtgen 33"/>
          <p:cNvSpPr/>
          <p:nvPr/>
        </p:nvSpPr>
        <p:spPr>
          <a:xfrm>
            <a:off x="2903992" y="1709348"/>
            <a:ext cx="4353273" cy="939807"/>
          </a:xfrm>
          <a:prstGeom prst="roundRect">
            <a:avLst/>
          </a:prstGeom>
          <a:noFill/>
          <a:ln w="444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5" name="Yuvarlatılmış Dikdörtgen 34"/>
          <p:cNvSpPr/>
          <p:nvPr/>
        </p:nvSpPr>
        <p:spPr>
          <a:xfrm>
            <a:off x="2903992" y="208461"/>
            <a:ext cx="4294950" cy="1391227"/>
          </a:xfrm>
          <a:prstGeom prst="roundRect">
            <a:avLst/>
          </a:prstGeom>
          <a:noFill/>
          <a:ln w="444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6" name="Content Placeholder 2">
            <a:extLst>
              <a:ext uri="{FF2B5EF4-FFF2-40B4-BE49-F238E27FC236}">
                <a16:creationId xmlns:a16="http://schemas.microsoft.com/office/drawing/2014/main" id="{2E082F15-3B2F-4C55-B2FA-EE1140B5C395}"/>
              </a:ext>
            </a:extLst>
          </p:cNvPr>
          <p:cNvSpPr txBox="1">
            <a:spLocks/>
          </p:cNvSpPr>
          <p:nvPr/>
        </p:nvSpPr>
        <p:spPr>
          <a:xfrm>
            <a:off x="445967" y="1457735"/>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TC24 FORMU</a:t>
            </a:r>
          </a:p>
          <a:p>
            <a:pPr marL="0" indent="0">
              <a:buNone/>
            </a:pPr>
            <a:r>
              <a:rPr lang="tr-TR" sz="1058" b="1" i="1" dirty="0">
                <a:solidFill>
                  <a:srgbClr val="00B0F0"/>
                </a:solidFill>
                <a:latin typeface="Myriad Pro"/>
              </a:rPr>
              <a:t>{Transit Manual Ek 8.2}</a:t>
            </a:r>
            <a:endParaRPr lang="tr-TR" sz="1058" dirty="0">
              <a:latin typeface="Myriad Pro"/>
            </a:endParaRPr>
          </a:p>
          <a:p>
            <a:pPr marL="0" indent="0">
              <a:buNone/>
            </a:pPr>
            <a:endParaRPr lang="tr-TR" sz="1904" b="1" dirty="0">
              <a:latin typeface="Myriad Pro"/>
              <a:cs typeface="Myriad Pro"/>
            </a:endParaRPr>
          </a:p>
        </p:txBody>
      </p:sp>
      <p:sp>
        <p:nvSpPr>
          <p:cNvPr id="19" name="Metin kutusu 18">
            <a:extLst>
              <a:ext uri="{FF2B5EF4-FFF2-40B4-BE49-F238E27FC236}">
                <a16:creationId xmlns:a16="http://schemas.microsoft.com/office/drawing/2014/main" id="{2C28D446-82A1-4F00-A8F5-8F4B77A93B7C}"/>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95710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fade">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fade">
                                      <p:cBhvr>
                                        <p:cTn id="48" dur="500"/>
                                        <p:tgtEl>
                                          <p:spTgt spid="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fade">
                                      <p:cBhvr>
                                        <p:cTn id="63" dur="500"/>
                                        <p:tgtEl>
                                          <p:spTgt spid="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P spid="24" grpId="0"/>
      <p:bldP spid="27" grpId="0"/>
      <p:bldP spid="28" grpId="0" animBg="1"/>
      <p:bldP spid="29" grpId="0" animBg="1"/>
      <p:bldP spid="2" grpId="0"/>
      <p:bldP spid="3" grpId="0"/>
      <p:bldP spid="4" grpId="0"/>
      <p:bldP spid="5" grpId="0"/>
      <p:bldP spid="32" grpId="0" animBg="1"/>
      <p:bldP spid="33" grpId="0" animBg="1"/>
      <p:bldP spid="34" grpId="0" animBg="1"/>
      <p:bldP spid="3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Metin kutusu 17">
            <a:extLst>
              <a:ext uri="{FF2B5EF4-FFF2-40B4-BE49-F238E27FC236}">
                <a16:creationId xmlns:a16="http://schemas.microsoft.com/office/drawing/2014/main" id="{F91568DD-BD74-4142-9687-F56ED3D87348}"/>
              </a:ext>
            </a:extLst>
          </p:cNvPr>
          <p:cNvSpPr txBox="1"/>
          <p:nvPr/>
        </p:nvSpPr>
        <p:spPr>
          <a:xfrm>
            <a:off x="7402333" y="799741"/>
            <a:ext cx="4636205" cy="954107"/>
          </a:xfrm>
          <a:prstGeom prst="rect">
            <a:avLst/>
          </a:prstGeom>
          <a:noFill/>
        </p:spPr>
        <p:txBody>
          <a:bodyPr wrap="none" rtlCol="0">
            <a:spAutoFit/>
          </a:bodyPr>
          <a:lstStyle/>
          <a:p>
            <a:pPr algn="ctr"/>
            <a:r>
              <a:rPr lang="tr-TR" sz="1400" b="1" dirty="0">
                <a:solidFill>
                  <a:srgbClr val="FF0000"/>
                </a:solidFill>
                <a:latin typeface="Myriad Pro"/>
              </a:rPr>
              <a:t>TC25 </a:t>
            </a:r>
            <a:r>
              <a:rPr lang="tr-TR" sz="1400" b="1" dirty="0">
                <a:latin typeface="Myriad Pro"/>
              </a:rPr>
              <a:t>Formu</a:t>
            </a:r>
            <a:r>
              <a:rPr lang="tr-TR" sz="1400" dirty="0">
                <a:latin typeface="Myriad Pro"/>
              </a:rPr>
              <a:t> tahsilata geçilmesi kararı verildikten sonra, </a:t>
            </a:r>
          </a:p>
          <a:p>
            <a:pPr algn="ctr"/>
            <a:r>
              <a:rPr lang="tr-TR" sz="1400" b="1" dirty="0">
                <a:latin typeface="Myriad Pro"/>
              </a:rPr>
              <a:t>somut kanıtlar çerçevesince</a:t>
            </a:r>
            <a:r>
              <a:rPr lang="tr-TR" sz="1400" dirty="0">
                <a:latin typeface="Myriad Pro"/>
              </a:rPr>
              <a:t>, sorumluluğunun </a:t>
            </a:r>
          </a:p>
          <a:p>
            <a:pPr algn="ctr"/>
            <a:r>
              <a:rPr lang="tr-TR" sz="1400" dirty="0">
                <a:latin typeface="Myriad Pro"/>
              </a:rPr>
              <a:t>hangi ülkede olduğuna dair </a:t>
            </a:r>
          </a:p>
          <a:p>
            <a:pPr algn="ctr"/>
            <a:r>
              <a:rPr lang="tr-TR" sz="1400" dirty="0">
                <a:solidFill>
                  <a:srgbClr val="FF0000"/>
                </a:solidFill>
                <a:latin typeface="Myriad Pro"/>
              </a:rPr>
              <a:t>kesin mutabakata </a:t>
            </a:r>
            <a:r>
              <a:rPr lang="tr-TR" sz="1400" dirty="0">
                <a:latin typeface="Myriad Pro"/>
              </a:rPr>
              <a:t>varılmak amacıyla kullanılır.</a:t>
            </a:r>
          </a:p>
        </p:txBody>
      </p:sp>
      <p:pic>
        <p:nvPicPr>
          <p:cNvPr id="2" name="Resi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7307" y="0"/>
            <a:ext cx="4566875" cy="6858000"/>
          </a:xfrm>
          <a:prstGeom prst="rect">
            <a:avLst/>
          </a:prstGeom>
        </p:spPr>
      </p:pic>
      <p:sp>
        <p:nvSpPr>
          <p:cNvPr id="24" name="Content Placeholder 2">
            <a:extLst>
              <a:ext uri="{FF2B5EF4-FFF2-40B4-BE49-F238E27FC236}">
                <a16:creationId xmlns:a16="http://schemas.microsoft.com/office/drawing/2014/main" id="{021DE9B6-22A0-4B2B-B770-C244460A2DE7}"/>
              </a:ext>
            </a:extLst>
          </p:cNvPr>
          <p:cNvSpPr txBox="1">
            <a:spLocks/>
          </p:cNvSpPr>
          <p:nvPr/>
        </p:nvSpPr>
        <p:spPr>
          <a:xfrm>
            <a:off x="445967" y="1457735"/>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TC25 FORMU</a:t>
            </a:r>
          </a:p>
          <a:p>
            <a:pPr marL="0" indent="0">
              <a:buNone/>
            </a:pPr>
            <a:r>
              <a:rPr lang="tr-TR" sz="1058" b="1" i="1" dirty="0">
                <a:solidFill>
                  <a:srgbClr val="00B0F0"/>
                </a:solidFill>
                <a:latin typeface="Myriad Pro"/>
              </a:rPr>
              <a:t>{Transit Manual Ek 8.2.2}</a:t>
            </a:r>
            <a:endParaRPr lang="tr-TR" sz="1058" dirty="0">
              <a:latin typeface="Myriad Pro"/>
            </a:endParaRPr>
          </a:p>
          <a:p>
            <a:pPr marL="0" indent="0">
              <a:buNone/>
            </a:pPr>
            <a:endParaRPr lang="tr-TR" sz="1904" b="1" dirty="0">
              <a:latin typeface="Myriad Pro"/>
              <a:cs typeface="Myriad Pro"/>
            </a:endParaRPr>
          </a:p>
        </p:txBody>
      </p:sp>
      <p:sp>
        <p:nvSpPr>
          <p:cNvPr id="4" name="Metin kutusu 3">
            <a:extLst>
              <a:ext uri="{FF2B5EF4-FFF2-40B4-BE49-F238E27FC236}">
                <a16:creationId xmlns:a16="http://schemas.microsoft.com/office/drawing/2014/main" id="{930A9160-3A1F-72BB-6903-D76F09A81529}"/>
              </a:ext>
            </a:extLst>
          </p:cNvPr>
          <p:cNvSpPr txBox="1"/>
          <p:nvPr/>
        </p:nvSpPr>
        <p:spPr>
          <a:xfrm>
            <a:off x="7509453" y="1925294"/>
            <a:ext cx="4292142" cy="523220"/>
          </a:xfrm>
          <a:prstGeom prst="rect">
            <a:avLst/>
          </a:prstGeom>
          <a:noFill/>
        </p:spPr>
        <p:txBody>
          <a:bodyPr wrap="square" rtlCol="0">
            <a:spAutoFit/>
          </a:bodyPr>
          <a:lstStyle/>
          <a:p>
            <a:pPr algn="ctr"/>
            <a:r>
              <a:rPr lang="tr-TR" sz="1400" dirty="0">
                <a:solidFill>
                  <a:srgbClr val="000000"/>
                </a:solidFill>
              </a:rPr>
              <a:t>Eşyanın varış gümrük idaresine sunulması gereken tarihten itibaren </a:t>
            </a:r>
            <a:r>
              <a:rPr lang="tr-TR" sz="1400" b="1" dirty="0">
                <a:solidFill>
                  <a:srgbClr val="FF0000"/>
                </a:solidFill>
              </a:rPr>
              <a:t>7 ay içinde</a:t>
            </a:r>
            <a:endParaRPr lang="tr-TR" sz="1400" dirty="0">
              <a:solidFill>
                <a:srgbClr val="FF0000"/>
              </a:solidFill>
            </a:endParaRPr>
          </a:p>
        </p:txBody>
      </p:sp>
      <p:sp>
        <p:nvSpPr>
          <p:cNvPr id="5" name="Metin kutusu 4">
            <a:extLst>
              <a:ext uri="{FF2B5EF4-FFF2-40B4-BE49-F238E27FC236}">
                <a16:creationId xmlns:a16="http://schemas.microsoft.com/office/drawing/2014/main" id="{422F6C25-B828-888F-555B-3FC61BB20A9F}"/>
              </a:ext>
            </a:extLst>
          </p:cNvPr>
          <p:cNvSpPr txBox="1"/>
          <p:nvPr/>
        </p:nvSpPr>
        <p:spPr>
          <a:xfrm>
            <a:off x="7182354" y="2847323"/>
            <a:ext cx="4946340" cy="1600438"/>
          </a:xfrm>
          <a:prstGeom prst="rect">
            <a:avLst/>
          </a:prstGeom>
          <a:noFill/>
        </p:spPr>
        <p:txBody>
          <a:bodyPr wrap="square" rtlCol="0">
            <a:spAutoFit/>
          </a:bodyPr>
          <a:lstStyle/>
          <a:p>
            <a:pPr marL="285750" indent="-285750" algn="ctr">
              <a:buFont typeface="Wingdings" panose="05000000000000000000" pitchFamily="2" charset="2"/>
              <a:buChar char="Ø"/>
            </a:pPr>
            <a:r>
              <a:rPr lang="tr-TR" sz="1400" dirty="0">
                <a:solidFill>
                  <a:srgbClr val="000000"/>
                </a:solidFill>
                <a:latin typeface="Calibri" panose="020F0502020204030204" pitchFamily="34" charset="0"/>
                <a:cs typeface="Calibri" panose="020F0502020204030204" pitchFamily="34" charset="0"/>
              </a:rPr>
              <a:t>Varış işleminin hareket gümrük idaresine bildirilmemiş olması,</a:t>
            </a:r>
          </a:p>
          <a:p>
            <a:pPr marL="285750" indent="-285750" algn="ctr">
              <a:buFont typeface="Wingdings" panose="05000000000000000000" pitchFamily="2" charset="2"/>
              <a:buChar char="Ø"/>
            </a:pPr>
            <a:r>
              <a:rPr lang="tr-TR" sz="1400" dirty="0">
                <a:solidFill>
                  <a:srgbClr val="000000"/>
                </a:solidFill>
                <a:latin typeface="Calibri" panose="020F0502020204030204" pitchFamily="34" charset="0"/>
                <a:cs typeface="Calibri" panose="020F0502020204030204" pitchFamily="34" charset="0"/>
              </a:rPr>
              <a:t>Rejim hak sahibinin yetersiz bilgi sunmuş veya hiç bilgi sunmamış olması </a:t>
            </a:r>
          </a:p>
          <a:p>
            <a:pPr algn="ctr"/>
            <a:endParaRPr lang="tr-TR" sz="1400" dirty="0">
              <a:solidFill>
                <a:srgbClr val="000000"/>
              </a:solidFill>
              <a:latin typeface="Calibri" panose="020F0502020204030204" pitchFamily="34" charset="0"/>
              <a:cs typeface="Calibri" panose="020F0502020204030204" pitchFamily="34" charset="0"/>
            </a:endParaRPr>
          </a:p>
          <a:p>
            <a:pPr algn="ctr"/>
            <a:r>
              <a:rPr lang="tr-TR" sz="1400" dirty="0">
                <a:solidFill>
                  <a:srgbClr val="000000"/>
                </a:solidFill>
                <a:latin typeface="Calibri" panose="020F0502020204030204" pitchFamily="34" charset="0"/>
                <a:cs typeface="Calibri" panose="020F0502020204030204" pitchFamily="34" charset="0"/>
              </a:rPr>
              <a:t>halinde, rejimin ibrası için gereken bilgi talebine rejim hak sahibinin cevabı için 28 günlük süre sınırının aşılmasından itibaren </a:t>
            </a:r>
          </a:p>
          <a:p>
            <a:pPr algn="ctr"/>
            <a:r>
              <a:rPr lang="tr-TR" sz="1400" b="1" dirty="0">
                <a:solidFill>
                  <a:srgbClr val="FF0000"/>
                </a:solidFill>
                <a:latin typeface="Calibri" panose="020F0502020204030204" pitchFamily="34" charset="0"/>
                <a:cs typeface="Calibri" panose="020F0502020204030204" pitchFamily="34" charset="0"/>
              </a:rPr>
              <a:t>1 ay içinde</a:t>
            </a:r>
            <a:r>
              <a:rPr lang="tr-TR" sz="1400" dirty="0">
                <a:solidFill>
                  <a:srgbClr val="FF0000"/>
                </a:solidFill>
                <a:latin typeface="Calibri" panose="020F0502020204030204" pitchFamily="34" charset="0"/>
                <a:cs typeface="Calibri" panose="020F0502020204030204" pitchFamily="34" charset="0"/>
              </a:rPr>
              <a:t>;</a:t>
            </a:r>
          </a:p>
        </p:txBody>
      </p:sp>
      <p:sp>
        <p:nvSpPr>
          <p:cNvPr id="6" name="Metin kutusu 5">
            <a:extLst>
              <a:ext uri="{FF2B5EF4-FFF2-40B4-BE49-F238E27FC236}">
                <a16:creationId xmlns:a16="http://schemas.microsoft.com/office/drawing/2014/main" id="{E8CD64B3-CDD7-61D4-48EF-DA9C4665723B}"/>
              </a:ext>
            </a:extLst>
          </p:cNvPr>
          <p:cNvSpPr txBox="1"/>
          <p:nvPr/>
        </p:nvSpPr>
        <p:spPr>
          <a:xfrm>
            <a:off x="7574364" y="4888708"/>
            <a:ext cx="4292142" cy="1169551"/>
          </a:xfrm>
          <a:prstGeom prst="rect">
            <a:avLst/>
          </a:prstGeom>
          <a:noFill/>
        </p:spPr>
        <p:txBody>
          <a:bodyPr wrap="square" rtlCol="0">
            <a:spAutoFit/>
          </a:bodyPr>
          <a:lstStyle/>
          <a:p>
            <a:pPr lvl="0" algn="ctr"/>
            <a:r>
              <a:rPr lang="tr-TR" sz="1400" dirty="0">
                <a:solidFill>
                  <a:srgbClr val="000000"/>
                </a:solidFill>
                <a:latin typeface="Calibri" panose="020F0502020204030204" pitchFamily="34" charset="0"/>
                <a:cs typeface="Calibri" panose="020F0502020204030204" pitchFamily="34" charset="0"/>
              </a:rPr>
              <a:t>Tahsilattan sorumlu ülke gümrük idaresinin belirlenememesi halinde TC25 formu düzenlenir ve transit işlemine ilişkin son sınır geçiş bildirimini yapan ülke ile varış ülkesinin gümrük makamlarına intikal ettirilir.</a:t>
            </a:r>
          </a:p>
        </p:txBody>
      </p:sp>
      <p:sp>
        <p:nvSpPr>
          <p:cNvPr id="9" name="Metin kutusu 8">
            <a:extLst>
              <a:ext uri="{FF2B5EF4-FFF2-40B4-BE49-F238E27FC236}">
                <a16:creationId xmlns:a16="http://schemas.microsoft.com/office/drawing/2014/main" id="{46EB0050-5596-4AE5-B7DD-955AFBD28278}"/>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177191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5" grpId="0"/>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etin kutusu 18">
            <a:extLst>
              <a:ext uri="{FF2B5EF4-FFF2-40B4-BE49-F238E27FC236}">
                <a16:creationId xmlns:a16="http://schemas.microsoft.com/office/drawing/2014/main" id="{FC2FC0C3-4E9B-4675-966F-2D0A3E4881B6}"/>
              </a:ext>
            </a:extLst>
          </p:cNvPr>
          <p:cNvSpPr txBox="1"/>
          <p:nvPr/>
        </p:nvSpPr>
        <p:spPr>
          <a:xfrm>
            <a:off x="7512059" y="1377316"/>
            <a:ext cx="4468018" cy="523220"/>
          </a:xfrm>
          <a:prstGeom prst="rect">
            <a:avLst/>
          </a:prstGeom>
          <a:noFill/>
        </p:spPr>
        <p:txBody>
          <a:bodyPr wrap="none" rtlCol="0">
            <a:spAutoFit/>
          </a:bodyPr>
          <a:lstStyle/>
          <a:p>
            <a:pPr algn="ctr"/>
            <a:r>
              <a:rPr lang="tr-TR" sz="1400" dirty="0">
                <a:latin typeface="Myriad Pro"/>
              </a:rPr>
              <a:t>Formu gönderen ülke, 1-2-3 nolu bölümler ile beraber</a:t>
            </a:r>
          </a:p>
          <a:p>
            <a:pPr algn="ctr"/>
            <a:r>
              <a:rPr lang="tr-TR" sz="1400" b="1" dirty="0">
                <a:solidFill>
                  <a:srgbClr val="FF0000"/>
                </a:solidFill>
                <a:latin typeface="Myriad Pro"/>
              </a:rPr>
              <a:t>4, 5 ve 6 nolu</a:t>
            </a:r>
            <a:r>
              <a:rPr lang="tr-TR" sz="1400" dirty="0">
                <a:solidFill>
                  <a:srgbClr val="FF0000"/>
                </a:solidFill>
                <a:latin typeface="Myriad Pro"/>
              </a:rPr>
              <a:t> </a:t>
            </a:r>
            <a:r>
              <a:rPr lang="tr-TR" sz="1400" dirty="0">
                <a:latin typeface="Myriad Pro"/>
              </a:rPr>
              <a:t>bölümleri doldurur. </a:t>
            </a:r>
          </a:p>
        </p:txBody>
      </p:sp>
      <p:pic>
        <p:nvPicPr>
          <p:cNvPr id="2" name="Resi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7307" y="0"/>
            <a:ext cx="4566875" cy="6858000"/>
          </a:xfrm>
          <a:prstGeom prst="rect">
            <a:avLst/>
          </a:prstGeom>
        </p:spPr>
      </p:pic>
      <p:sp>
        <p:nvSpPr>
          <p:cNvPr id="16" name="Yuvarlatılmış Dikdörtgen 15"/>
          <p:cNvSpPr/>
          <p:nvPr/>
        </p:nvSpPr>
        <p:spPr>
          <a:xfrm>
            <a:off x="2542438" y="2802257"/>
            <a:ext cx="4776613" cy="2330902"/>
          </a:xfrm>
          <a:prstGeom prst="roundRect">
            <a:avLst/>
          </a:prstGeom>
          <a:noFill/>
          <a:ln w="444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1" name="Metin kutusu 20">
            <a:extLst>
              <a:ext uri="{FF2B5EF4-FFF2-40B4-BE49-F238E27FC236}">
                <a16:creationId xmlns:a16="http://schemas.microsoft.com/office/drawing/2014/main" id="{FC2FC0C3-4E9B-4675-966F-2D0A3E4881B6}"/>
              </a:ext>
            </a:extLst>
          </p:cNvPr>
          <p:cNvSpPr txBox="1"/>
          <p:nvPr/>
        </p:nvSpPr>
        <p:spPr>
          <a:xfrm>
            <a:off x="7708330" y="2030148"/>
            <a:ext cx="4075476" cy="307777"/>
          </a:xfrm>
          <a:prstGeom prst="rect">
            <a:avLst/>
          </a:prstGeom>
          <a:noFill/>
        </p:spPr>
        <p:txBody>
          <a:bodyPr wrap="none" rtlCol="0">
            <a:spAutoFit/>
          </a:bodyPr>
          <a:lstStyle/>
          <a:p>
            <a:pPr algn="ctr"/>
            <a:r>
              <a:rPr lang="tr-TR" sz="1400" dirty="0">
                <a:latin typeface="Myriad Pro"/>
              </a:rPr>
              <a:t>Formu alan ülke </a:t>
            </a:r>
            <a:r>
              <a:rPr lang="tr-TR" sz="1400" b="1" dirty="0">
                <a:solidFill>
                  <a:srgbClr val="3829FF"/>
                </a:solidFill>
                <a:latin typeface="Myriad Pro"/>
              </a:rPr>
              <a:t>7 ve 8 nolu</a:t>
            </a:r>
            <a:r>
              <a:rPr lang="tr-TR" sz="1400" dirty="0">
                <a:solidFill>
                  <a:srgbClr val="3829FF"/>
                </a:solidFill>
                <a:latin typeface="Myriad Pro"/>
              </a:rPr>
              <a:t> </a:t>
            </a:r>
            <a:r>
              <a:rPr lang="tr-TR" sz="1400" dirty="0">
                <a:latin typeface="Myriad Pro"/>
              </a:rPr>
              <a:t>bölümleri doldurur. </a:t>
            </a:r>
          </a:p>
        </p:txBody>
      </p:sp>
      <p:sp>
        <p:nvSpPr>
          <p:cNvPr id="22" name="Yuvarlatılmış Dikdörtgen 21"/>
          <p:cNvSpPr/>
          <p:nvPr/>
        </p:nvSpPr>
        <p:spPr>
          <a:xfrm>
            <a:off x="2527988" y="5209520"/>
            <a:ext cx="4776613" cy="1648480"/>
          </a:xfrm>
          <a:prstGeom prst="roundRect">
            <a:avLst/>
          </a:prstGeom>
          <a:noFill/>
          <a:ln w="44450">
            <a:solidFill>
              <a:srgbClr val="382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23" name="Metin kutusu 22">
            <a:extLst>
              <a:ext uri="{FF2B5EF4-FFF2-40B4-BE49-F238E27FC236}">
                <a16:creationId xmlns:a16="http://schemas.microsoft.com/office/drawing/2014/main" id="{81D96BC4-35D1-4043-BC97-DE33C3EFF80C}"/>
              </a:ext>
            </a:extLst>
          </p:cNvPr>
          <p:cNvSpPr txBox="1"/>
          <p:nvPr/>
        </p:nvSpPr>
        <p:spPr>
          <a:xfrm>
            <a:off x="8284193" y="2476187"/>
            <a:ext cx="2923749" cy="523220"/>
          </a:xfrm>
          <a:prstGeom prst="rect">
            <a:avLst/>
          </a:prstGeom>
          <a:noFill/>
        </p:spPr>
        <p:txBody>
          <a:bodyPr wrap="none" rtlCol="0">
            <a:spAutoFit/>
          </a:bodyPr>
          <a:lstStyle/>
          <a:p>
            <a:pPr algn="ctr"/>
            <a:r>
              <a:rPr lang="tr-TR" sz="1400" b="1" dirty="0">
                <a:latin typeface="Myriad Pro"/>
              </a:rPr>
              <a:t>Formu alan ülke, 7 nolu bölümü </a:t>
            </a:r>
          </a:p>
          <a:p>
            <a:pPr algn="ctr"/>
            <a:r>
              <a:rPr lang="tr-TR" sz="1400" b="1" u="sng" dirty="0">
                <a:latin typeface="Myriad Pro"/>
              </a:rPr>
              <a:t>         cevaben doldururken        </a:t>
            </a:r>
          </a:p>
        </p:txBody>
      </p:sp>
      <p:sp>
        <p:nvSpPr>
          <p:cNvPr id="25" name="Metin kutusu 24">
            <a:extLst>
              <a:ext uri="{FF2B5EF4-FFF2-40B4-BE49-F238E27FC236}">
                <a16:creationId xmlns:a16="http://schemas.microsoft.com/office/drawing/2014/main" id="{49234DA5-A4F2-4DCA-9C80-37DD5510F0C7}"/>
              </a:ext>
            </a:extLst>
          </p:cNvPr>
          <p:cNvSpPr txBox="1"/>
          <p:nvPr/>
        </p:nvSpPr>
        <p:spPr>
          <a:xfrm>
            <a:off x="7512059" y="3137669"/>
            <a:ext cx="4376064" cy="954107"/>
          </a:xfrm>
          <a:prstGeom prst="rect">
            <a:avLst/>
          </a:prstGeom>
          <a:noFill/>
        </p:spPr>
        <p:txBody>
          <a:bodyPr wrap="square" rtlCol="0">
            <a:spAutoFit/>
          </a:bodyPr>
          <a:lstStyle/>
          <a:p>
            <a:pPr lvl="0" algn="ctr"/>
            <a:r>
              <a:rPr lang="tr-TR" sz="1400" b="1" dirty="0">
                <a:latin typeface="Myriad Pro"/>
              </a:rPr>
              <a:t>- Tahsilat sorumluluğunu üzerine alıyorsa,</a:t>
            </a:r>
          </a:p>
          <a:p>
            <a:pPr lvl="0" algn="ctr"/>
            <a:r>
              <a:rPr lang="tr-TR" sz="1400" b="1" dirty="0">
                <a:solidFill>
                  <a:srgbClr val="00B0F0"/>
                </a:solidFill>
                <a:latin typeface="Myriad Pro"/>
              </a:rPr>
              <a:t>birinci kutucuğu</a:t>
            </a:r>
            <a:r>
              <a:rPr lang="tr-TR" sz="1400" dirty="0">
                <a:solidFill>
                  <a:srgbClr val="00B0F0"/>
                </a:solidFill>
                <a:latin typeface="Myriad Pro"/>
              </a:rPr>
              <a:t> </a:t>
            </a:r>
            <a:r>
              <a:rPr lang="tr-TR" sz="1400" dirty="0">
                <a:latin typeface="Myriad Pro"/>
              </a:rPr>
              <a:t>işaretler ve tahsilat sorumluluğunun </a:t>
            </a:r>
          </a:p>
          <a:p>
            <a:pPr lvl="0" algn="ctr"/>
            <a:r>
              <a:rPr lang="tr-TR" sz="1400" dirty="0">
                <a:latin typeface="Myriad Pro"/>
              </a:rPr>
              <a:t>kendisinde olduğunu bildirir.</a:t>
            </a:r>
          </a:p>
        </p:txBody>
      </p:sp>
      <p:sp>
        <p:nvSpPr>
          <p:cNvPr id="27" name="Metin kutusu 26">
            <a:extLst>
              <a:ext uri="{FF2B5EF4-FFF2-40B4-BE49-F238E27FC236}">
                <a16:creationId xmlns:a16="http://schemas.microsoft.com/office/drawing/2014/main" id="{49234DA5-A4F2-4DCA-9C80-37DD5510F0C7}"/>
              </a:ext>
            </a:extLst>
          </p:cNvPr>
          <p:cNvSpPr txBox="1"/>
          <p:nvPr/>
        </p:nvSpPr>
        <p:spPr>
          <a:xfrm>
            <a:off x="7510204" y="4101716"/>
            <a:ext cx="4363502" cy="954107"/>
          </a:xfrm>
          <a:prstGeom prst="rect">
            <a:avLst/>
          </a:prstGeom>
          <a:noFill/>
        </p:spPr>
        <p:txBody>
          <a:bodyPr wrap="none" rtlCol="0">
            <a:spAutoFit/>
          </a:bodyPr>
          <a:lstStyle/>
          <a:p>
            <a:pPr lvl="0" algn="ctr"/>
            <a:r>
              <a:rPr lang="tr-TR" sz="1400" b="1" dirty="0">
                <a:latin typeface="Myriad Pro"/>
              </a:rPr>
              <a:t>- Tahsilat sorumluluğunu üzerine almıyorsa,</a:t>
            </a:r>
          </a:p>
          <a:p>
            <a:pPr lvl="0" algn="ctr"/>
            <a:r>
              <a:rPr lang="tr-TR" sz="1400" b="1" dirty="0">
                <a:solidFill>
                  <a:schemeClr val="accent2">
                    <a:lumMod val="75000"/>
                  </a:schemeClr>
                </a:solidFill>
                <a:latin typeface="Myriad Pro"/>
              </a:rPr>
              <a:t>ikinci kutucuğu</a:t>
            </a:r>
            <a:r>
              <a:rPr lang="tr-TR" sz="1400" dirty="0">
                <a:solidFill>
                  <a:schemeClr val="accent2">
                    <a:lumMod val="75000"/>
                  </a:schemeClr>
                </a:solidFill>
                <a:latin typeface="Myriad Pro"/>
              </a:rPr>
              <a:t> </a:t>
            </a:r>
            <a:r>
              <a:rPr lang="tr-TR" sz="1400" dirty="0">
                <a:latin typeface="Myriad Pro"/>
              </a:rPr>
              <a:t>işaretler ve tahsilat sorumluluğunun</a:t>
            </a:r>
          </a:p>
          <a:p>
            <a:pPr lvl="0" algn="ctr"/>
            <a:r>
              <a:rPr lang="tr-TR" sz="1400" dirty="0">
                <a:latin typeface="Myriad Pro"/>
              </a:rPr>
              <a:t> kendisinde olmadığını bildirir.</a:t>
            </a:r>
          </a:p>
          <a:p>
            <a:pPr algn="ctr"/>
            <a:r>
              <a:rPr lang="tr-TR" sz="1400" dirty="0">
                <a:latin typeface="Myriad Pro"/>
              </a:rPr>
              <a:t>(gerekçelerini de noktalı bölüme İngilizce yazarak)</a:t>
            </a:r>
          </a:p>
        </p:txBody>
      </p:sp>
      <p:sp>
        <p:nvSpPr>
          <p:cNvPr id="28" name="Oval 27">
            <a:extLst>
              <a:ext uri="{FF2B5EF4-FFF2-40B4-BE49-F238E27FC236}">
                <a16:creationId xmlns:a16="http://schemas.microsoft.com/office/drawing/2014/main" id="{203D663B-0BC7-468F-B184-332A54022422}"/>
              </a:ext>
            </a:extLst>
          </p:cNvPr>
          <p:cNvSpPr/>
          <p:nvPr/>
        </p:nvSpPr>
        <p:spPr>
          <a:xfrm>
            <a:off x="2881576" y="5549134"/>
            <a:ext cx="147272" cy="104217"/>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sp>
        <p:nvSpPr>
          <p:cNvPr id="29" name="Oval 28">
            <a:extLst>
              <a:ext uri="{FF2B5EF4-FFF2-40B4-BE49-F238E27FC236}">
                <a16:creationId xmlns:a16="http://schemas.microsoft.com/office/drawing/2014/main" id="{203D663B-0BC7-468F-B184-332A54022422}"/>
              </a:ext>
            </a:extLst>
          </p:cNvPr>
          <p:cNvSpPr/>
          <p:nvPr/>
        </p:nvSpPr>
        <p:spPr>
          <a:xfrm>
            <a:off x="2881575" y="5677604"/>
            <a:ext cx="147272" cy="104217"/>
          </a:xfrm>
          <a:prstGeom prst="ellipse">
            <a:avLst/>
          </a:prstGeom>
          <a:noFill/>
          <a:ln w="28575">
            <a:solidFill>
              <a:srgbClr val="E46C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sp>
        <p:nvSpPr>
          <p:cNvPr id="30" name="Metin kutusu 29">
            <a:extLst>
              <a:ext uri="{FF2B5EF4-FFF2-40B4-BE49-F238E27FC236}">
                <a16:creationId xmlns:a16="http://schemas.microsoft.com/office/drawing/2014/main" id="{F91568DD-BD74-4142-9687-F56ED3D87348}"/>
              </a:ext>
            </a:extLst>
          </p:cNvPr>
          <p:cNvSpPr txBox="1"/>
          <p:nvPr/>
        </p:nvSpPr>
        <p:spPr>
          <a:xfrm>
            <a:off x="7657933" y="543730"/>
            <a:ext cx="4176271" cy="738664"/>
          </a:xfrm>
          <a:prstGeom prst="rect">
            <a:avLst/>
          </a:prstGeom>
          <a:noFill/>
        </p:spPr>
        <p:txBody>
          <a:bodyPr wrap="none" rtlCol="0">
            <a:spAutoFit/>
          </a:bodyPr>
          <a:lstStyle/>
          <a:p>
            <a:pPr lvl="0" algn="ctr"/>
            <a:r>
              <a:rPr lang="tr-TR" sz="1400" b="1" u="sng" dirty="0">
                <a:latin typeface="Myriad Pro"/>
              </a:rPr>
              <a:t>Formu dolduran idare</a:t>
            </a:r>
            <a:r>
              <a:rPr lang="tr-TR" sz="1400" b="1" dirty="0">
                <a:latin typeface="Myriad Pro"/>
              </a:rPr>
              <a:t>, </a:t>
            </a:r>
          </a:p>
          <a:p>
            <a:pPr lvl="0" algn="ctr"/>
            <a:r>
              <a:rPr lang="tr-TR" sz="1400" dirty="0">
                <a:latin typeface="Myriad Pro"/>
              </a:rPr>
              <a:t>tahsilat sorumluluğunun formu gönderdiği ülkede </a:t>
            </a:r>
          </a:p>
          <a:p>
            <a:pPr lvl="0" algn="ctr"/>
            <a:r>
              <a:rPr lang="tr-TR" sz="1400" dirty="0">
                <a:latin typeface="Myriad Pro"/>
              </a:rPr>
              <a:t>olduğunu, o ülkeye bildirmek amacıyla gönderir.</a:t>
            </a:r>
          </a:p>
        </p:txBody>
      </p:sp>
      <p:sp>
        <p:nvSpPr>
          <p:cNvPr id="24" name="Content Placeholder 2">
            <a:extLst>
              <a:ext uri="{FF2B5EF4-FFF2-40B4-BE49-F238E27FC236}">
                <a16:creationId xmlns:a16="http://schemas.microsoft.com/office/drawing/2014/main" id="{021DE9B6-22A0-4B2B-B770-C244460A2DE7}"/>
              </a:ext>
            </a:extLst>
          </p:cNvPr>
          <p:cNvSpPr txBox="1">
            <a:spLocks/>
          </p:cNvSpPr>
          <p:nvPr/>
        </p:nvSpPr>
        <p:spPr>
          <a:xfrm>
            <a:off x="445967" y="1457735"/>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TC25 FORMU</a:t>
            </a:r>
          </a:p>
          <a:p>
            <a:pPr marL="0" indent="0">
              <a:buNone/>
            </a:pPr>
            <a:r>
              <a:rPr lang="tr-TR" sz="1058" b="1" i="1" dirty="0">
                <a:solidFill>
                  <a:srgbClr val="00B0F0"/>
                </a:solidFill>
                <a:latin typeface="Myriad Pro"/>
              </a:rPr>
              <a:t>{Transit Manual Ek 8.2.2}</a:t>
            </a:r>
            <a:endParaRPr lang="tr-TR" sz="1058" dirty="0">
              <a:latin typeface="Myriad Pro"/>
            </a:endParaRPr>
          </a:p>
          <a:p>
            <a:pPr marL="0" indent="0">
              <a:buNone/>
            </a:pPr>
            <a:endParaRPr lang="tr-TR" sz="1904" b="1" dirty="0">
              <a:latin typeface="Myriad Pro"/>
              <a:cs typeface="Myriad Pro"/>
            </a:endParaRPr>
          </a:p>
        </p:txBody>
      </p:sp>
      <p:sp>
        <p:nvSpPr>
          <p:cNvPr id="3" name="Metin kutusu 2">
            <a:extLst>
              <a:ext uri="{FF2B5EF4-FFF2-40B4-BE49-F238E27FC236}">
                <a16:creationId xmlns:a16="http://schemas.microsoft.com/office/drawing/2014/main" id="{2DABB677-74BE-4056-8078-F48F44C1EC75}"/>
              </a:ext>
            </a:extLst>
          </p:cNvPr>
          <p:cNvSpPr txBox="1"/>
          <p:nvPr/>
        </p:nvSpPr>
        <p:spPr>
          <a:xfrm>
            <a:off x="7683130" y="5316697"/>
            <a:ext cx="4125873" cy="1169551"/>
          </a:xfrm>
          <a:prstGeom prst="rect">
            <a:avLst/>
          </a:prstGeom>
          <a:noFill/>
        </p:spPr>
        <p:txBody>
          <a:bodyPr wrap="square" rtlCol="0">
            <a:spAutoFit/>
          </a:bodyPr>
          <a:lstStyle/>
          <a:p>
            <a:pPr lvl="0" algn="ctr">
              <a:spcAft>
                <a:spcPts val="600"/>
              </a:spcAft>
            </a:pPr>
            <a:r>
              <a:rPr lang="tr-TR" sz="1400" dirty="0">
                <a:solidFill>
                  <a:srgbClr val="000000"/>
                </a:solidFill>
                <a:latin typeface="Calibri" panose="020F0502020204030204" pitchFamily="34" charset="0"/>
                <a:cs typeface="Calibri" panose="020F0502020204030204" pitchFamily="34" charset="0"/>
              </a:rPr>
              <a:t>TC25 formunun iletildiği ülke makamlarından, TC25 formlarının gönderilmesinden sonraki </a:t>
            </a:r>
            <a:r>
              <a:rPr lang="tr-TR" sz="1400" b="1" dirty="0">
                <a:solidFill>
                  <a:srgbClr val="FF0000"/>
                </a:solidFill>
                <a:latin typeface="Calibri" panose="020F0502020204030204" pitchFamily="34" charset="0"/>
                <a:cs typeface="Calibri" panose="020F0502020204030204" pitchFamily="34" charset="0"/>
              </a:rPr>
              <a:t>3 ay içerisinde</a:t>
            </a:r>
            <a:r>
              <a:rPr lang="tr-TR" sz="1400" dirty="0">
                <a:solidFill>
                  <a:srgbClr val="000000"/>
                </a:solidFill>
                <a:latin typeface="Calibri" panose="020F0502020204030204" pitchFamily="34" charset="0"/>
                <a:cs typeface="Calibri" panose="020F0502020204030204" pitchFamily="34" charset="0"/>
              </a:rPr>
              <a:t> tahsilat sorumluluğunu kabul ettiklerine dair bildirim alınmaması durumunda, tahsilata ilişkin işlemler hareket gümrük idaresi tarafından yapılır.</a:t>
            </a:r>
          </a:p>
        </p:txBody>
      </p:sp>
      <p:sp>
        <p:nvSpPr>
          <p:cNvPr id="17" name="Metin kutusu 16">
            <a:extLst>
              <a:ext uri="{FF2B5EF4-FFF2-40B4-BE49-F238E27FC236}">
                <a16:creationId xmlns:a16="http://schemas.microsoft.com/office/drawing/2014/main" id="{381BDF37-A03B-40A0-A8FA-F19789FD97EC}"/>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556521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6" grpId="0" animBg="1"/>
      <p:bldP spid="21" grpId="0"/>
      <p:bldP spid="22" grpId="0" animBg="1"/>
      <p:bldP spid="23" grpId="0"/>
      <p:bldP spid="25" grpId="0"/>
      <p:bldP spid="27" grpId="0"/>
      <p:bldP spid="28" grpId="0" animBg="1"/>
      <p:bldP spid="29" grpId="0" animBg="1"/>
      <p:bldP spid="30" grpId="0"/>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93D3DEB1-843C-42E4-82B6-E7DAD26941F1}"/>
              </a:ext>
            </a:extLst>
          </p:cNvPr>
          <p:cNvSpPr txBox="1"/>
          <p:nvPr/>
        </p:nvSpPr>
        <p:spPr>
          <a:xfrm>
            <a:off x="1279924" y="2263620"/>
            <a:ext cx="9480225" cy="1394741"/>
          </a:xfrm>
          <a:prstGeom prst="rect">
            <a:avLst/>
          </a:prstGeom>
          <a:noFill/>
        </p:spPr>
        <p:txBody>
          <a:bodyPr wrap="square" rtlCol="0">
            <a:spAutoFit/>
          </a:bodyPr>
          <a:lstStyle/>
          <a:p>
            <a:pPr algn="ctr"/>
            <a:r>
              <a:rPr lang="tr-TR" sz="2116" dirty="0">
                <a:latin typeface="Myriad Pro"/>
              </a:rPr>
              <a:t>Hareket Gümrük İdaresi, </a:t>
            </a:r>
          </a:p>
          <a:p>
            <a:pPr algn="ctr"/>
            <a:r>
              <a:rPr lang="tr-TR" sz="2116" u="sng" dirty="0">
                <a:latin typeface="Myriad Pro"/>
              </a:rPr>
              <a:t>eşyanın Varış Gümrük İdaresine sunulması için verilen süre sınırından itibaren</a:t>
            </a:r>
            <a:r>
              <a:rPr lang="tr-TR" sz="2116" dirty="0">
                <a:latin typeface="Myriad Pro"/>
              </a:rPr>
              <a:t> </a:t>
            </a:r>
          </a:p>
          <a:p>
            <a:pPr algn="ctr"/>
            <a:r>
              <a:rPr lang="tr-TR" sz="2116" b="1" u="sng" dirty="0">
                <a:solidFill>
                  <a:srgbClr val="FF0000"/>
                </a:solidFill>
                <a:latin typeface="Myriad Pro"/>
              </a:rPr>
              <a:t>en geç 6 ay içinde </a:t>
            </a:r>
          </a:p>
          <a:p>
            <a:pPr algn="ctr"/>
            <a:r>
              <a:rPr lang="tr-TR" sz="2116" dirty="0">
                <a:latin typeface="Myriad Pro"/>
              </a:rPr>
              <a:t>araştırma usulünün sonucuna karar verir.</a:t>
            </a:r>
          </a:p>
        </p:txBody>
      </p:sp>
      <p:sp>
        <p:nvSpPr>
          <p:cNvPr id="10" name="Metin kutusu 9">
            <a:extLst>
              <a:ext uri="{FF2B5EF4-FFF2-40B4-BE49-F238E27FC236}">
                <a16:creationId xmlns:a16="http://schemas.microsoft.com/office/drawing/2014/main" id="{17A31661-7692-4642-B32E-F746D0B8D256}"/>
              </a:ext>
            </a:extLst>
          </p:cNvPr>
          <p:cNvSpPr txBox="1"/>
          <p:nvPr/>
        </p:nvSpPr>
        <p:spPr>
          <a:xfrm>
            <a:off x="1388954" y="4371845"/>
            <a:ext cx="9246509" cy="1199367"/>
          </a:xfrm>
          <a:prstGeom prst="rect">
            <a:avLst/>
          </a:prstGeom>
          <a:noFill/>
        </p:spPr>
        <p:txBody>
          <a:bodyPr wrap="square" rtlCol="0">
            <a:spAutoFit/>
          </a:bodyPr>
          <a:lstStyle/>
          <a:p>
            <a:pPr algn="ctr"/>
            <a:r>
              <a:rPr lang="tr-TR" sz="2116" dirty="0">
                <a:latin typeface="Myriad Pro"/>
              </a:rPr>
              <a:t>Yürütülen araştırma sonucunda elde edilen bilgiler ve kanıtlar çerçevesinde,</a:t>
            </a:r>
          </a:p>
          <a:p>
            <a:pPr algn="ctr"/>
            <a:r>
              <a:rPr lang="tr-TR" sz="2116" b="1" dirty="0">
                <a:solidFill>
                  <a:srgbClr val="00B050"/>
                </a:solidFill>
                <a:latin typeface="Myriad Pro"/>
              </a:rPr>
              <a:t>rejim ibra edilir </a:t>
            </a:r>
            <a:r>
              <a:rPr lang="tr-TR" sz="2116" b="1" u="sng" dirty="0">
                <a:latin typeface="Myriad Pro"/>
              </a:rPr>
              <a:t>VEYA</a:t>
            </a:r>
            <a:r>
              <a:rPr lang="tr-TR" sz="2116" dirty="0">
                <a:latin typeface="Myriad Pro"/>
              </a:rPr>
              <a:t> </a:t>
            </a:r>
            <a:r>
              <a:rPr lang="tr-TR" sz="2116" b="1" dirty="0">
                <a:solidFill>
                  <a:srgbClr val="7030A0"/>
                </a:solidFill>
                <a:latin typeface="Myriad Pro"/>
              </a:rPr>
              <a:t>tahsilat usulüne geçilir.</a:t>
            </a:r>
          </a:p>
          <a:p>
            <a:pPr algn="ctr"/>
            <a:endParaRPr lang="tr-TR" sz="1904" dirty="0">
              <a:latin typeface="Myriad Pro"/>
            </a:endParaRPr>
          </a:p>
          <a:p>
            <a:pPr algn="ctr"/>
            <a:r>
              <a:rPr lang="tr-TR" sz="1058" b="1" i="1" dirty="0">
                <a:solidFill>
                  <a:srgbClr val="00B0F0"/>
                </a:solidFill>
                <a:latin typeface="Myriad Pro"/>
              </a:rPr>
              <a:t>{4 Seri Nolu Tebliğ, Md.49}</a:t>
            </a:r>
          </a:p>
        </p:txBody>
      </p:sp>
      <p:sp>
        <p:nvSpPr>
          <p:cNvPr id="18" name="Content Placeholder 2">
            <a:extLst>
              <a:ext uri="{FF2B5EF4-FFF2-40B4-BE49-F238E27FC236}">
                <a16:creationId xmlns:a16="http://schemas.microsoft.com/office/drawing/2014/main" id="{38648083-0EA4-4C3C-9FB0-C4412A4F5040}"/>
              </a:ext>
            </a:extLst>
          </p:cNvPr>
          <p:cNvSpPr txBox="1">
            <a:spLocks/>
          </p:cNvSpPr>
          <p:nvPr/>
        </p:nvSpPr>
        <p:spPr>
          <a:xfrm>
            <a:off x="1963016" y="634363"/>
            <a:ext cx="7214608" cy="3000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tr-TR" sz="1904" b="1" dirty="0">
                <a:latin typeface="Myriad Pro"/>
              </a:rPr>
              <a:t>ARAŞTIRMA İŞLEMLERİNİN TAMAMLANMASI</a:t>
            </a:r>
            <a:endParaRPr lang="tr-TR" sz="1058" b="1" dirty="0">
              <a:latin typeface="Myriad Pro"/>
            </a:endParaRPr>
          </a:p>
          <a:p>
            <a:pPr marL="0" indent="0">
              <a:buFont typeface="Arial" panose="020B0604020202020204" pitchFamily="34" charset="0"/>
              <a:buNone/>
            </a:pPr>
            <a:endParaRPr lang="tr-TR" sz="1904" b="1" dirty="0">
              <a:latin typeface="Myriad Pro"/>
              <a:cs typeface="Myriad Pro"/>
            </a:endParaRPr>
          </a:p>
        </p:txBody>
      </p:sp>
      <p:sp>
        <p:nvSpPr>
          <p:cNvPr id="6" name="Metin kutusu 5">
            <a:extLst>
              <a:ext uri="{FF2B5EF4-FFF2-40B4-BE49-F238E27FC236}">
                <a16:creationId xmlns:a16="http://schemas.microsoft.com/office/drawing/2014/main" id="{126A43CB-5076-42C9-9B03-2E9847B046BD}"/>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970465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Düz Bağlayıcı 24">
            <a:extLst>
              <a:ext uri="{FF2B5EF4-FFF2-40B4-BE49-F238E27FC236}">
                <a16:creationId xmlns:a16="http://schemas.microsoft.com/office/drawing/2014/main" id="{504CADEE-1C95-4AE3-8E68-661C952FE9A2}"/>
              </a:ext>
            </a:extLst>
          </p:cNvPr>
          <p:cNvCxnSpPr/>
          <p:nvPr/>
        </p:nvCxnSpPr>
        <p:spPr>
          <a:xfrm>
            <a:off x="3897608" y="3836401"/>
            <a:ext cx="0" cy="217943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85DF1EEB-E2D2-44BC-BE1E-5FA52EEFD52C}"/>
              </a:ext>
            </a:extLst>
          </p:cNvPr>
          <p:cNvSpPr/>
          <p:nvPr/>
        </p:nvSpPr>
        <p:spPr>
          <a:xfrm>
            <a:off x="3245593" y="2727296"/>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81" dirty="0">
                <a:latin typeface="Myriad Pro"/>
              </a:rPr>
              <a:t>Asıl Sorumlu</a:t>
            </a:r>
          </a:p>
        </p:txBody>
      </p:sp>
      <p:sp>
        <p:nvSpPr>
          <p:cNvPr id="27" name="Oval 26">
            <a:extLst>
              <a:ext uri="{FF2B5EF4-FFF2-40B4-BE49-F238E27FC236}">
                <a16:creationId xmlns:a16="http://schemas.microsoft.com/office/drawing/2014/main" id="{852E8FF4-5FF6-4C3B-B40B-C267BB94CAF2}"/>
              </a:ext>
            </a:extLst>
          </p:cNvPr>
          <p:cNvSpPr/>
          <p:nvPr/>
        </p:nvSpPr>
        <p:spPr>
          <a:xfrm>
            <a:off x="5368477" y="2713186"/>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81" dirty="0">
                <a:latin typeface="Myriad Pro"/>
              </a:rPr>
              <a:t>Hareket  İdaresi</a:t>
            </a:r>
          </a:p>
        </p:txBody>
      </p:sp>
      <p:sp>
        <p:nvSpPr>
          <p:cNvPr id="28" name="Oval 27">
            <a:extLst>
              <a:ext uri="{FF2B5EF4-FFF2-40B4-BE49-F238E27FC236}">
                <a16:creationId xmlns:a16="http://schemas.microsoft.com/office/drawing/2014/main" id="{E9A41AFF-ED2F-41C7-B197-1B8CCC27C017}"/>
              </a:ext>
            </a:extLst>
          </p:cNvPr>
          <p:cNvSpPr/>
          <p:nvPr/>
        </p:nvSpPr>
        <p:spPr>
          <a:xfrm>
            <a:off x="7611619" y="2731074"/>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81" dirty="0">
                <a:latin typeface="Myriad Pro"/>
              </a:rPr>
              <a:t>Varış İdaresi</a:t>
            </a:r>
          </a:p>
        </p:txBody>
      </p:sp>
      <p:cxnSp>
        <p:nvCxnSpPr>
          <p:cNvPr id="29" name="Düz Ok Bağlayıcısı 28">
            <a:extLst>
              <a:ext uri="{FF2B5EF4-FFF2-40B4-BE49-F238E27FC236}">
                <a16:creationId xmlns:a16="http://schemas.microsoft.com/office/drawing/2014/main" id="{44BD880E-1602-41A4-8A49-A10A438FCF22}"/>
              </a:ext>
            </a:extLst>
          </p:cNvPr>
          <p:cNvCxnSpPr/>
          <p:nvPr/>
        </p:nvCxnSpPr>
        <p:spPr>
          <a:xfrm>
            <a:off x="6170621" y="4586752"/>
            <a:ext cx="1901693" cy="1886"/>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30" name="Metin kutusu 29">
            <a:extLst>
              <a:ext uri="{FF2B5EF4-FFF2-40B4-BE49-F238E27FC236}">
                <a16:creationId xmlns:a16="http://schemas.microsoft.com/office/drawing/2014/main" id="{7AA31B24-BE15-488E-8F21-37BC3744FEA0}"/>
              </a:ext>
            </a:extLst>
          </p:cNvPr>
          <p:cNvSpPr txBox="1"/>
          <p:nvPr/>
        </p:nvSpPr>
        <p:spPr>
          <a:xfrm>
            <a:off x="6555601" y="4233677"/>
            <a:ext cx="1138773" cy="352725"/>
          </a:xfrm>
          <a:prstGeom prst="rect">
            <a:avLst/>
          </a:prstGeom>
          <a:noFill/>
        </p:spPr>
        <p:txBody>
          <a:bodyPr wrap="none" rtlCol="0">
            <a:spAutoFit/>
          </a:bodyPr>
          <a:lstStyle/>
          <a:p>
            <a:r>
              <a:rPr lang="tr-TR" sz="1692" dirty="0">
                <a:latin typeface="Myriad Pro"/>
              </a:rPr>
              <a:t>REC_COM</a:t>
            </a:r>
          </a:p>
        </p:txBody>
      </p:sp>
      <p:sp>
        <p:nvSpPr>
          <p:cNvPr id="31" name="Metin kutusu 30">
            <a:extLst>
              <a:ext uri="{FF2B5EF4-FFF2-40B4-BE49-F238E27FC236}">
                <a16:creationId xmlns:a16="http://schemas.microsoft.com/office/drawing/2014/main" id="{297806C3-EE59-475A-958E-B6B99C879F5F}"/>
              </a:ext>
            </a:extLst>
          </p:cNvPr>
          <p:cNvSpPr txBox="1"/>
          <p:nvPr/>
        </p:nvSpPr>
        <p:spPr>
          <a:xfrm>
            <a:off x="6579057" y="4942185"/>
            <a:ext cx="973343" cy="352725"/>
          </a:xfrm>
          <a:prstGeom prst="rect">
            <a:avLst/>
          </a:prstGeom>
          <a:noFill/>
        </p:spPr>
        <p:txBody>
          <a:bodyPr wrap="none" rtlCol="0">
            <a:spAutoFit/>
          </a:bodyPr>
          <a:lstStyle/>
          <a:p>
            <a:r>
              <a:rPr lang="tr-TR" sz="1692" dirty="0">
                <a:latin typeface="Myriad Pro"/>
              </a:rPr>
              <a:t>REC_DIS</a:t>
            </a:r>
          </a:p>
        </p:txBody>
      </p:sp>
      <p:cxnSp>
        <p:nvCxnSpPr>
          <p:cNvPr id="32" name="Düz Ok Bağlayıcısı 31">
            <a:extLst>
              <a:ext uri="{FF2B5EF4-FFF2-40B4-BE49-F238E27FC236}">
                <a16:creationId xmlns:a16="http://schemas.microsoft.com/office/drawing/2014/main" id="{463259E9-218F-40DF-8475-B2A1C851E64D}"/>
              </a:ext>
            </a:extLst>
          </p:cNvPr>
          <p:cNvCxnSpPr/>
          <p:nvPr/>
        </p:nvCxnSpPr>
        <p:spPr>
          <a:xfrm>
            <a:off x="6170621" y="5300303"/>
            <a:ext cx="1901693" cy="1"/>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33" name="Düz Ok Bağlayıcısı 32">
            <a:extLst>
              <a:ext uri="{FF2B5EF4-FFF2-40B4-BE49-F238E27FC236}">
                <a16:creationId xmlns:a16="http://schemas.microsoft.com/office/drawing/2014/main" id="{E2AF92A6-9FB0-423E-A47C-FC09EA54D522}"/>
              </a:ext>
            </a:extLst>
          </p:cNvPr>
          <p:cNvCxnSpPr>
            <a:cxnSpLocks/>
          </p:cNvCxnSpPr>
          <p:nvPr/>
        </p:nvCxnSpPr>
        <p:spPr>
          <a:xfrm flipH="1">
            <a:off x="4056051" y="5790301"/>
            <a:ext cx="1685161"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34" name="Metin kutusu 33">
            <a:extLst>
              <a:ext uri="{FF2B5EF4-FFF2-40B4-BE49-F238E27FC236}">
                <a16:creationId xmlns:a16="http://schemas.microsoft.com/office/drawing/2014/main" id="{10DE2F05-241B-47D8-90E6-6FB252E5D5CE}"/>
              </a:ext>
            </a:extLst>
          </p:cNvPr>
          <p:cNvSpPr txBox="1"/>
          <p:nvPr/>
        </p:nvSpPr>
        <p:spPr>
          <a:xfrm>
            <a:off x="4371763" y="5399626"/>
            <a:ext cx="1143903" cy="352725"/>
          </a:xfrm>
          <a:prstGeom prst="rect">
            <a:avLst/>
          </a:prstGeom>
          <a:noFill/>
        </p:spPr>
        <p:txBody>
          <a:bodyPr wrap="none" rtlCol="0">
            <a:spAutoFit/>
          </a:bodyPr>
          <a:lstStyle/>
          <a:p>
            <a:r>
              <a:rPr lang="tr-TR" sz="1692" dirty="0">
                <a:latin typeface="Myriad Pro"/>
              </a:rPr>
              <a:t>WRT_NOT</a:t>
            </a:r>
          </a:p>
        </p:txBody>
      </p:sp>
      <p:sp>
        <p:nvSpPr>
          <p:cNvPr id="35" name="Metin kutusu 34">
            <a:extLst>
              <a:ext uri="{FF2B5EF4-FFF2-40B4-BE49-F238E27FC236}">
                <a16:creationId xmlns:a16="http://schemas.microsoft.com/office/drawing/2014/main" id="{B07DB553-FCB9-45F0-BB3F-35F748A1494D}"/>
              </a:ext>
            </a:extLst>
          </p:cNvPr>
          <p:cNvSpPr txBox="1"/>
          <p:nvPr/>
        </p:nvSpPr>
        <p:spPr>
          <a:xfrm>
            <a:off x="2837204" y="2067824"/>
            <a:ext cx="6335947" cy="775918"/>
          </a:xfrm>
          <a:prstGeom prst="rect">
            <a:avLst/>
          </a:prstGeom>
          <a:noFill/>
        </p:spPr>
        <p:txBody>
          <a:bodyPr wrap="square" rtlCol="0">
            <a:spAutoFit/>
          </a:bodyPr>
          <a:lstStyle/>
          <a:p>
            <a:pPr algn="ctr"/>
            <a:r>
              <a:rPr lang="tr-TR" sz="1692" b="1" dirty="0">
                <a:latin typeface="Myriad Pro"/>
              </a:rPr>
              <a:t>Hareket gümrük idaresi tarafından yapılan tahsilat işlemi</a:t>
            </a:r>
          </a:p>
          <a:p>
            <a:pPr algn="ctr"/>
            <a:r>
              <a:rPr lang="tr-TR" sz="1058" b="1" i="1" dirty="0">
                <a:solidFill>
                  <a:srgbClr val="00B0F0"/>
                </a:solidFill>
                <a:latin typeface="Myriad Pro"/>
              </a:rPr>
              <a:t>{4 Seri Nolu Tebliğ, md.51}</a:t>
            </a:r>
            <a:endParaRPr lang="tr-TR" sz="1058" b="1" i="1" dirty="0">
              <a:solidFill>
                <a:srgbClr val="FF0000"/>
              </a:solidFill>
              <a:latin typeface="Myriad Pro"/>
            </a:endParaRPr>
          </a:p>
          <a:p>
            <a:pPr algn="ctr"/>
            <a:endParaRPr lang="tr-TR" sz="1692" b="1" dirty="0">
              <a:latin typeface="Myriad Pro"/>
            </a:endParaRPr>
          </a:p>
        </p:txBody>
      </p:sp>
      <p:cxnSp>
        <p:nvCxnSpPr>
          <p:cNvPr id="36" name="Düz Ok Bağlayıcısı 35">
            <a:extLst>
              <a:ext uri="{FF2B5EF4-FFF2-40B4-BE49-F238E27FC236}">
                <a16:creationId xmlns:a16="http://schemas.microsoft.com/office/drawing/2014/main" id="{365996D1-7699-4AB1-B8E0-7A187A14F635}"/>
              </a:ext>
            </a:extLst>
          </p:cNvPr>
          <p:cNvCxnSpPr/>
          <p:nvPr/>
        </p:nvCxnSpPr>
        <p:spPr>
          <a:xfrm flipH="1">
            <a:off x="4189186" y="4853407"/>
            <a:ext cx="1523420"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37" name="Metin kutusu 36">
            <a:extLst>
              <a:ext uri="{FF2B5EF4-FFF2-40B4-BE49-F238E27FC236}">
                <a16:creationId xmlns:a16="http://schemas.microsoft.com/office/drawing/2014/main" id="{73C4736A-2B41-4D8E-B7E1-D4D4921ECBB5}"/>
              </a:ext>
            </a:extLst>
          </p:cNvPr>
          <p:cNvSpPr txBox="1"/>
          <p:nvPr/>
        </p:nvSpPr>
        <p:spPr>
          <a:xfrm>
            <a:off x="4387403" y="4462733"/>
            <a:ext cx="1077411" cy="352725"/>
          </a:xfrm>
          <a:prstGeom prst="rect">
            <a:avLst/>
          </a:prstGeom>
          <a:noFill/>
        </p:spPr>
        <p:txBody>
          <a:bodyPr wrap="none" rtlCol="0">
            <a:spAutoFit/>
          </a:bodyPr>
          <a:lstStyle/>
          <a:p>
            <a:r>
              <a:rPr lang="tr-TR" sz="1692" dirty="0">
                <a:latin typeface="Myriad Pro"/>
              </a:rPr>
              <a:t>REC_NOT</a:t>
            </a:r>
          </a:p>
        </p:txBody>
      </p:sp>
      <p:cxnSp>
        <p:nvCxnSpPr>
          <p:cNvPr id="40" name="Düz Bağlayıcı 39">
            <a:extLst>
              <a:ext uri="{FF2B5EF4-FFF2-40B4-BE49-F238E27FC236}">
                <a16:creationId xmlns:a16="http://schemas.microsoft.com/office/drawing/2014/main" id="{374FFD01-1976-4541-9CB4-F9AC11E5D47B}"/>
              </a:ext>
            </a:extLst>
          </p:cNvPr>
          <p:cNvCxnSpPr/>
          <p:nvPr/>
        </p:nvCxnSpPr>
        <p:spPr>
          <a:xfrm>
            <a:off x="6018973" y="3861584"/>
            <a:ext cx="0" cy="217943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1" name="Düz Bağlayıcı 40">
            <a:extLst>
              <a:ext uri="{FF2B5EF4-FFF2-40B4-BE49-F238E27FC236}">
                <a16:creationId xmlns:a16="http://schemas.microsoft.com/office/drawing/2014/main" id="{23C59E15-C02D-4E44-8DEF-A8DEA83C0B29}"/>
              </a:ext>
            </a:extLst>
          </p:cNvPr>
          <p:cNvCxnSpPr/>
          <p:nvPr/>
        </p:nvCxnSpPr>
        <p:spPr>
          <a:xfrm>
            <a:off x="8260174" y="3861584"/>
            <a:ext cx="0" cy="217943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3" name="Düz Ok Bağlayıcısı 22">
            <a:extLst>
              <a:ext uri="{FF2B5EF4-FFF2-40B4-BE49-F238E27FC236}">
                <a16:creationId xmlns:a16="http://schemas.microsoft.com/office/drawing/2014/main" id="{B9E8355A-5E2B-48E9-9A76-4FDE72B481F5}"/>
              </a:ext>
            </a:extLst>
          </p:cNvPr>
          <p:cNvCxnSpPr/>
          <p:nvPr/>
        </p:nvCxnSpPr>
        <p:spPr>
          <a:xfrm>
            <a:off x="6190207" y="4108323"/>
            <a:ext cx="1901693" cy="1886"/>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24" name="Metin kutusu 23">
            <a:extLst>
              <a:ext uri="{FF2B5EF4-FFF2-40B4-BE49-F238E27FC236}">
                <a16:creationId xmlns:a16="http://schemas.microsoft.com/office/drawing/2014/main" id="{49C84F87-99F3-4398-B121-CE38A323D51D}"/>
              </a:ext>
            </a:extLst>
          </p:cNvPr>
          <p:cNvSpPr txBox="1"/>
          <p:nvPr/>
        </p:nvSpPr>
        <p:spPr>
          <a:xfrm>
            <a:off x="6575187" y="3755247"/>
            <a:ext cx="1047979" cy="352725"/>
          </a:xfrm>
          <a:prstGeom prst="rect">
            <a:avLst/>
          </a:prstGeom>
          <a:noFill/>
        </p:spPr>
        <p:txBody>
          <a:bodyPr wrap="none" rtlCol="0">
            <a:spAutoFit/>
          </a:bodyPr>
          <a:lstStyle/>
          <a:p>
            <a:r>
              <a:rPr lang="tr-TR" sz="1692" dirty="0">
                <a:latin typeface="Myriad Pro"/>
              </a:rPr>
              <a:t>REC_ACC</a:t>
            </a:r>
          </a:p>
        </p:txBody>
      </p:sp>
      <p:sp>
        <p:nvSpPr>
          <p:cNvPr id="38" name="Content Placeholder 2">
            <a:extLst>
              <a:ext uri="{FF2B5EF4-FFF2-40B4-BE49-F238E27FC236}">
                <a16:creationId xmlns:a16="http://schemas.microsoft.com/office/drawing/2014/main" id="{8F0E910A-3D51-4D28-96E5-CE8C04F6AFFC}"/>
              </a:ext>
            </a:extLst>
          </p:cNvPr>
          <p:cNvSpPr>
            <a:spLocks noGrp="1"/>
          </p:cNvSpPr>
          <p:nvPr>
            <p:ph idx="1"/>
          </p:nvPr>
        </p:nvSpPr>
        <p:spPr>
          <a:xfrm>
            <a:off x="1963016" y="634363"/>
            <a:ext cx="7214608" cy="300005"/>
          </a:xfrm>
        </p:spPr>
        <p:txBody>
          <a:bodyPr>
            <a:noAutofit/>
          </a:bodyPr>
          <a:lstStyle/>
          <a:p>
            <a:pPr marL="0" indent="0">
              <a:buNone/>
            </a:pPr>
            <a:r>
              <a:rPr lang="tr-TR" sz="1904" b="1" dirty="0">
                <a:latin typeface="Myriad Pro"/>
              </a:rPr>
              <a:t>TAHSİLAT İŞLEMLERİ</a:t>
            </a:r>
            <a:endParaRPr lang="tr-TR" sz="1058" b="1" dirty="0">
              <a:latin typeface="Myriad Pro"/>
            </a:endParaRPr>
          </a:p>
          <a:p>
            <a:pPr marL="0" indent="0">
              <a:buNone/>
            </a:pPr>
            <a:endParaRPr lang="tr-TR" sz="1904" b="1" dirty="0">
              <a:latin typeface="Myriad Pro"/>
              <a:cs typeface="Myriad Pro"/>
            </a:endParaRPr>
          </a:p>
        </p:txBody>
      </p:sp>
      <p:sp>
        <p:nvSpPr>
          <p:cNvPr id="21" name="Metin kutusu 20">
            <a:extLst>
              <a:ext uri="{FF2B5EF4-FFF2-40B4-BE49-F238E27FC236}">
                <a16:creationId xmlns:a16="http://schemas.microsoft.com/office/drawing/2014/main" id="{5E6F5A9E-E00E-4E00-9FE7-F964756B7BF6}"/>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434808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19" presetID="10"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00"/>
                                        <p:tgtEl>
                                          <p:spTgt spid="3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nodeType="with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00"/>
                                        <p:tgtEl>
                                          <p:spTgt spid="3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500"/>
                                        <p:tgtEl>
                                          <p:spTgt spid="34"/>
                                        </p:tgtEl>
                                      </p:cBhvr>
                                    </p:animEffect>
                                  </p:childTnLst>
                                </p:cTn>
                              </p:par>
                              <p:par>
                                <p:cTn id="61" presetID="10"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0" grpId="0"/>
      <p:bldP spid="31" grpId="0"/>
      <p:bldP spid="34" grpId="0"/>
      <p:bldP spid="35" grpId="0"/>
      <p:bldP spid="37" grpId="0"/>
      <p:bldP spid="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Düz Bağlayıcı 24">
            <a:extLst>
              <a:ext uri="{FF2B5EF4-FFF2-40B4-BE49-F238E27FC236}">
                <a16:creationId xmlns:a16="http://schemas.microsoft.com/office/drawing/2014/main" id="{504CADEE-1C95-4AE3-8E68-661C952FE9A2}"/>
              </a:ext>
            </a:extLst>
          </p:cNvPr>
          <p:cNvCxnSpPr>
            <a:cxnSpLocks/>
          </p:cNvCxnSpPr>
          <p:nvPr/>
        </p:nvCxnSpPr>
        <p:spPr>
          <a:xfrm>
            <a:off x="3897608" y="3836401"/>
            <a:ext cx="0" cy="2753011"/>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85DF1EEB-E2D2-44BC-BE1E-5FA52EEFD52C}"/>
              </a:ext>
            </a:extLst>
          </p:cNvPr>
          <p:cNvSpPr/>
          <p:nvPr/>
        </p:nvSpPr>
        <p:spPr>
          <a:xfrm>
            <a:off x="3245593" y="2727296"/>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81" dirty="0">
                <a:latin typeface="Myriad Pro"/>
              </a:rPr>
              <a:t>Asıl Sorumlu</a:t>
            </a:r>
          </a:p>
        </p:txBody>
      </p:sp>
      <p:sp>
        <p:nvSpPr>
          <p:cNvPr id="27" name="Oval 26">
            <a:extLst>
              <a:ext uri="{FF2B5EF4-FFF2-40B4-BE49-F238E27FC236}">
                <a16:creationId xmlns:a16="http://schemas.microsoft.com/office/drawing/2014/main" id="{852E8FF4-5FF6-4C3B-B40B-C267BB94CAF2}"/>
              </a:ext>
            </a:extLst>
          </p:cNvPr>
          <p:cNvSpPr/>
          <p:nvPr/>
        </p:nvSpPr>
        <p:spPr>
          <a:xfrm>
            <a:off x="5368477" y="2713186"/>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81" dirty="0">
                <a:latin typeface="Myriad Pro"/>
              </a:rPr>
              <a:t>Hareket  İdaresi</a:t>
            </a:r>
          </a:p>
        </p:txBody>
      </p:sp>
      <p:sp>
        <p:nvSpPr>
          <p:cNvPr id="28" name="Oval 27">
            <a:extLst>
              <a:ext uri="{FF2B5EF4-FFF2-40B4-BE49-F238E27FC236}">
                <a16:creationId xmlns:a16="http://schemas.microsoft.com/office/drawing/2014/main" id="{E9A41AFF-ED2F-41C7-B197-1B8CCC27C017}"/>
              </a:ext>
            </a:extLst>
          </p:cNvPr>
          <p:cNvSpPr/>
          <p:nvPr/>
        </p:nvSpPr>
        <p:spPr>
          <a:xfrm>
            <a:off x="7611619" y="2731074"/>
            <a:ext cx="1273401" cy="1027951"/>
          </a:xfrm>
          <a:prstGeom prst="ellipse">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481" dirty="0">
                <a:latin typeface="Myriad Pro"/>
              </a:rPr>
              <a:t>Varış İdaresi</a:t>
            </a:r>
          </a:p>
        </p:txBody>
      </p:sp>
      <p:cxnSp>
        <p:nvCxnSpPr>
          <p:cNvPr id="40" name="Düz Bağlayıcı 39">
            <a:extLst>
              <a:ext uri="{FF2B5EF4-FFF2-40B4-BE49-F238E27FC236}">
                <a16:creationId xmlns:a16="http://schemas.microsoft.com/office/drawing/2014/main" id="{374FFD01-1976-4541-9CB4-F9AC11E5D47B}"/>
              </a:ext>
            </a:extLst>
          </p:cNvPr>
          <p:cNvCxnSpPr>
            <a:cxnSpLocks/>
          </p:cNvCxnSpPr>
          <p:nvPr/>
        </p:nvCxnSpPr>
        <p:spPr>
          <a:xfrm>
            <a:off x="6018973" y="3861585"/>
            <a:ext cx="0" cy="272782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1" name="Düz Bağlayıcı 40">
            <a:extLst>
              <a:ext uri="{FF2B5EF4-FFF2-40B4-BE49-F238E27FC236}">
                <a16:creationId xmlns:a16="http://schemas.microsoft.com/office/drawing/2014/main" id="{23C59E15-C02D-4E44-8DEF-A8DEA83C0B29}"/>
              </a:ext>
            </a:extLst>
          </p:cNvPr>
          <p:cNvCxnSpPr>
            <a:cxnSpLocks/>
          </p:cNvCxnSpPr>
          <p:nvPr/>
        </p:nvCxnSpPr>
        <p:spPr>
          <a:xfrm>
            <a:off x="8260174" y="3861585"/>
            <a:ext cx="0" cy="2727827"/>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5" name="Düz Ok Bağlayıcısı 44">
            <a:extLst>
              <a:ext uri="{FF2B5EF4-FFF2-40B4-BE49-F238E27FC236}">
                <a16:creationId xmlns:a16="http://schemas.microsoft.com/office/drawing/2014/main" id="{6A59E8EE-812F-4FF7-A2C5-A51F27EBC727}"/>
              </a:ext>
            </a:extLst>
          </p:cNvPr>
          <p:cNvCxnSpPr/>
          <p:nvPr/>
        </p:nvCxnSpPr>
        <p:spPr>
          <a:xfrm flipH="1">
            <a:off x="6351166" y="6161300"/>
            <a:ext cx="1523420"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46" name="Düz Ok Bağlayıcısı 45">
            <a:extLst>
              <a:ext uri="{FF2B5EF4-FFF2-40B4-BE49-F238E27FC236}">
                <a16:creationId xmlns:a16="http://schemas.microsoft.com/office/drawing/2014/main" id="{06DBE32F-5303-4029-AEE8-F832DDED5D39}"/>
              </a:ext>
            </a:extLst>
          </p:cNvPr>
          <p:cNvCxnSpPr/>
          <p:nvPr/>
        </p:nvCxnSpPr>
        <p:spPr>
          <a:xfrm flipH="1">
            <a:off x="6372630" y="4431523"/>
            <a:ext cx="1523420"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47" name="Metin kutusu 46">
            <a:extLst>
              <a:ext uri="{FF2B5EF4-FFF2-40B4-BE49-F238E27FC236}">
                <a16:creationId xmlns:a16="http://schemas.microsoft.com/office/drawing/2014/main" id="{BEB9AC2B-E41E-457D-AAF3-3AFF56917B50}"/>
              </a:ext>
            </a:extLst>
          </p:cNvPr>
          <p:cNvSpPr txBox="1"/>
          <p:nvPr/>
        </p:nvSpPr>
        <p:spPr>
          <a:xfrm>
            <a:off x="6569943" y="4073406"/>
            <a:ext cx="1218603" cy="352725"/>
          </a:xfrm>
          <a:prstGeom prst="rect">
            <a:avLst/>
          </a:prstGeom>
          <a:noFill/>
        </p:spPr>
        <p:txBody>
          <a:bodyPr wrap="none" rtlCol="0">
            <a:spAutoFit/>
          </a:bodyPr>
          <a:lstStyle/>
          <a:p>
            <a:r>
              <a:rPr lang="tr-TR" sz="1692" dirty="0">
                <a:solidFill>
                  <a:srgbClr val="FF0000"/>
                </a:solidFill>
                <a:latin typeface="Myriad Pro"/>
              </a:rPr>
              <a:t>ENQ_NEG*</a:t>
            </a:r>
          </a:p>
        </p:txBody>
      </p:sp>
      <p:sp>
        <p:nvSpPr>
          <p:cNvPr id="48" name="Metin kutusu 47">
            <a:extLst>
              <a:ext uri="{FF2B5EF4-FFF2-40B4-BE49-F238E27FC236}">
                <a16:creationId xmlns:a16="http://schemas.microsoft.com/office/drawing/2014/main" id="{3F256C53-552F-41E7-98BA-ACEFE4F9FF92}"/>
              </a:ext>
            </a:extLst>
          </p:cNvPr>
          <p:cNvSpPr txBox="1"/>
          <p:nvPr/>
        </p:nvSpPr>
        <p:spPr>
          <a:xfrm>
            <a:off x="6363509" y="4883770"/>
            <a:ext cx="1541319" cy="352725"/>
          </a:xfrm>
          <a:prstGeom prst="rect">
            <a:avLst/>
          </a:prstGeom>
          <a:noFill/>
        </p:spPr>
        <p:txBody>
          <a:bodyPr wrap="none" rtlCol="0">
            <a:spAutoFit/>
          </a:bodyPr>
          <a:lstStyle/>
          <a:p>
            <a:r>
              <a:rPr lang="tr-TR" sz="1692" dirty="0">
                <a:latin typeface="Myriad Pro"/>
              </a:rPr>
              <a:t>REC_ACC_POZ</a:t>
            </a:r>
          </a:p>
        </p:txBody>
      </p:sp>
      <p:cxnSp>
        <p:nvCxnSpPr>
          <p:cNvPr id="49" name="Düz Ok Bağlayıcısı 48">
            <a:extLst>
              <a:ext uri="{FF2B5EF4-FFF2-40B4-BE49-F238E27FC236}">
                <a16:creationId xmlns:a16="http://schemas.microsoft.com/office/drawing/2014/main" id="{2DD86D60-6650-4BE4-BFB8-86886A3745AE}"/>
              </a:ext>
            </a:extLst>
          </p:cNvPr>
          <p:cNvCxnSpPr/>
          <p:nvPr/>
        </p:nvCxnSpPr>
        <p:spPr>
          <a:xfrm>
            <a:off x="6395544" y="5230934"/>
            <a:ext cx="1556670"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cxnSp>
        <p:nvCxnSpPr>
          <p:cNvPr id="50" name="Düz Ok Bağlayıcısı 49">
            <a:extLst>
              <a:ext uri="{FF2B5EF4-FFF2-40B4-BE49-F238E27FC236}">
                <a16:creationId xmlns:a16="http://schemas.microsoft.com/office/drawing/2014/main" id="{D00ED6A0-D112-4F4B-93D7-EC8B77FE2939}"/>
              </a:ext>
            </a:extLst>
          </p:cNvPr>
          <p:cNvCxnSpPr/>
          <p:nvPr/>
        </p:nvCxnSpPr>
        <p:spPr>
          <a:xfrm flipH="1">
            <a:off x="4193058" y="6457455"/>
            <a:ext cx="1523420"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51" name="Metin kutusu 50">
            <a:extLst>
              <a:ext uri="{FF2B5EF4-FFF2-40B4-BE49-F238E27FC236}">
                <a16:creationId xmlns:a16="http://schemas.microsoft.com/office/drawing/2014/main" id="{98CDE787-9C0F-419B-82A6-722AE4A5833A}"/>
              </a:ext>
            </a:extLst>
          </p:cNvPr>
          <p:cNvSpPr txBox="1"/>
          <p:nvPr/>
        </p:nvSpPr>
        <p:spPr>
          <a:xfrm>
            <a:off x="4406768" y="6099338"/>
            <a:ext cx="1143903" cy="352725"/>
          </a:xfrm>
          <a:prstGeom prst="rect">
            <a:avLst/>
          </a:prstGeom>
          <a:noFill/>
        </p:spPr>
        <p:txBody>
          <a:bodyPr wrap="none" rtlCol="0">
            <a:spAutoFit/>
          </a:bodyPr>
          <a:lstStyle/>
          <a:p>
            <a:r>
              <a:rPr lang="tr-TR" sz="1692" dirty="0">
                <a:latin typeface="Myriad Pro"/>
              </a:rPr>
              <a:t>WRT_NOT</a:t>
            </a:r>
          </a:p>
        </p:txBody>
      </p:sp>
      <p:cxnSp>
        <p:nvCxnSpPr>
          <p:cNvPr id="52" name="Düz Ok Bağlayıcısı 51">
            <a:extLst>
              <a:ext uri="{FF2B5EF4-FFF2-40B4-BE49-F238E27FC236}">
                <a16:creationId xmlns:a16="http://schemas.microsoft.com/office/drawing/2014/main" id="{C7688118-CDF1-45B7-BC28-5A8A18CE2FE8}"/>
              </a:ext>
            </a:extLst>
          </p:cNvPr>
          <p:cNvCxnSpPr>
            <a:cxnSpLocks/>
          </p:cNvCxnSpPr>
          <p:nvPr/>
        </p:nvCxnSpPr>
        <p:spPr>
          <a:xfrm flipH="1">
            <a:off x="6347368" y="5684824"/>
            <a:ext cx="1567799"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53" name="Metin kutusu 52">
            <a:extLst>
              <a:ext uri="{FF2B5EF4-FFF2-40B4-BE49-F238E27FC236}">
                <a16:creationId xmlns:a16="http://schemas.microsoft.com/office/drawing/2014/main" id="{92F307D6-8EBF-43FB-A63D-665163844837}"/>
              </a:ext>
            </a:extLst>
          </p:cNvPr>
          <p:cNvSpPr txBox="1"/>
          <p:nvPr/>
        </p:nvSpPr>
        <p:spPr>
          <a:xfrm>
            <a:off x="6573014" y="5326706"/>
            <a:ext cx="1138773" cy="352725"/>
          </a:xfrm>
          <a:prstGeom prst="rect">
            <a:avLst/>
          </a:prstGeom>
          <a:noFill/>
        </p:spPr>
        <p:txBody>
          <a:bodyPr wrap="none" rtlCol="0">
            <a:spAutoFit/>
          </a:bodyPr>
          <a:lstStyle/>
          <a:p>
            <a:r>
              <a:rPr lang="tr-TR" sz="1692" dirty="0">
                <a:latin typeface="Myriad Pro"/>
              </a:rPr>
              <a:t>REC_COM</a:t>
            </a:r>
          </a:p>
        </p:txBody>
      </p:sp>
      <p:sp>
        <p:nvSpPr>
          <p:cNvPr id="54" name="Dikdörtgen 53">
            <a:extLst>
              <a:ext uri="{FF2B5EF4-FFF2-40B4-BE49-F238E27FC236}">
                <a16:creationId xmlns:a16="http://schemas.microsoft.com/office/drawing/2014/main" id="{DE8F8100-CE37-4EE1-AFD3-29A491852B98}"/>
              </a:ext>
            </a:extLst>
          </p:cNvPr>
          <p:cNvSpPr/>
          <p:nvPr/>
        </p:nvSpPr>
        <p:spPr>
          <a:xfrm>
            <a:off x="6618396" y="5829645"/>
            <a:ext cx="973343" cy="352725"/>
          </a:xfrm>
          <a:prstGeom prst="rect">
            <a:avLst/>
          </a:prstGeom>
        </p:spPr>
        <p:txBody>
          <a:bodyPr wrap="none">
            <a:spAutoFit/>
          </a:bodyPr>
          <a:lstStyle/>
          <a:p>
            <a:r>
              <a:rPr lang="tr-TR" sz="1692" dirty="0">
                <a:latin typeface="Myriad Pro"/>
              </a:rPr>
              <a:t>REC_DIS</a:t>
            </a:r>
          </a:p>
        </p:txBody>
      </p:sp>
      <p:cxnSp>
        <p:nvCxnSpPr>
          <p:cNvPr id="55" name="Düz Ok Bağlayıcısı 54">
            <a:extLst>
              <a:ext uri="{FF2B5EF4-FFF2-40B4-BE49-F238E27FC236}">
                <a16:creationId xmlns:a16="http://schemas.microsoft.com/office/drawing/2014/main" id="{3CF9DB53-28A6-4D24-BC2B-603543FA0024}"/>
              </a:ext>
            </a:extLst>
          </p:cNvPr>
          <p:cNvCxnSpPr/>
          <p:nvPr/>
        </p:nvCxnSpPr>
        <p:spPr>
          <a:xfrm flipH="1">
            <a:off x="4177270" y="5662510"/>
            <a:ext cx="1523420"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56" name="Metin kutusu 55">
            <a:extLst>
              <a:ext uri="{FF2B5EF4-FFF2-40B4-BE49-F238E27FC236}">
                <a16:creationId xmlns:a16="http://schemas.microsoft.com/office/drawing/2014/main" id="{6DA77031-7A6C-407A-8E60-F57C4BC99216}"/>
              </a:ext>
            </a:extLst>
          </p:cNvPr>
          <p:cNvSpPr txBox="1"/>
          <p:nvPr/>
        </p:nvSpPr>
        <p:spPr>
          <a:xfrm>
            <a:off x="4390124" y="5322611"/>
            <a:ext cx="1077411" cy="352725"/>
          </a:xfrm>
          <a:prstGeom prst="rect">
            <a:avLst/>
          </a:prstGeom>
          <a:noFill/>
        </p:spPr>
        <p:txBody>
          <a:bodyPr wrap="none" rtlCol="0">
            <a:spAutoFit/>
          </a:bodyPr>
          <a:lstStyle/>
          <a:p>
            <a:r>
              <a:rPr lang="tr-TR" sz="1692" dirty="0">
                <a:latin typeface="Myriad Pro"/>
              </a:rPr>
              <a:t>REC_NOT</a:t>
            </a:r>
          </a:p>
        </p:txBody>
      </p:sp>
      <p:sp>
        <p:nvSpPr>
          <p:cNvPr id="57" name="Metin kutusu 56">
            <a:extLst>
              <a:ext uri="{FF2B5EF4-FFF2-40B4-BE49-F238E27FC236}">
                <a16:creationId xmlns:a16="http://schemas.microsoft.com/office/drawing/2014/main" id="{EB2480E1-5E55-44B9-B9B1-0CB28463BF9D}"/>
              </a:ext>
            </a:extLst>
          </p:cNvPr>
          <p:cNvSpPr txBox="1"/>
          <p:nvPr/>
        </p:nvSpPr>
        <p:spPr>
          <a:xfrm>
            <a:off x="6576813" y="3612961"/>
            <a:ext cx="1111202" cy="352725"/>
          </a:xfrm>
          <a:prstGeom prst="rect">
            <a:avLst/>
          </a:prstGeom>
          <a:noFill/>
        </p:spPr>
        <p:txBody>
          <a:bodyPr wrap="none" rtlCol="0">
            <a:spAutoFit/>
          </a:bodyPr>
          <a:lstStyle/>
          <a:p>
            <a:r>
              <a:rPr lang="tr-TR" sz="1692" dirty="0">
                <a:latin typeface="Myriad Pro"/>
              </a:rPr>
              <a:t>ENQ_REQ</a:t>
            </a:r>
          </a:p>
        </p:txBody>
      </p:sp>
      <p:cxnSp>
        <p:nvCxnSpPr>
          <p:cNvPr id="58" name="Düz Ok Bağlayıcısı 57">
            <a:extLst>
              <a:ext uri="{FF2B5EF4-FFF2-40B4-BE49-F238E27FC236}">
                <a16:creationId xmlns:a16="http://schemas.microsoft.com/office/drawing/2014/main" id="{327516FB-ECA2-42CF-9E1C-02EE7975ABDC}"/>
              </a:ext>
            </a:extLst>
          </p:cNvPr>
          <p:cNvCxnSpPr/>
          <p:nvPr/>
        </p:nvCxnSpPr>
        <p:spPr>
          <a:xfrm>
            <a:off x="6399027" y="3981728"/>
            <a:ext cx="1556670"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61" name="Dikdörtgen 60">
            <a:extLst>
              <a:ext uri="{FF2B5EF4-FFF2-40B4-BE49-F238E27FC236}">
                <a16:creationId xmlns:a16="http://schemas.microsoft.com/office/drawing/2014/main" id="{17A41DBA-B76F-444B-B04A-F050C1C974A9}"/>
              </a:ext>
            </a:extLst>
          </p:cNvPr>
          <p:cNvSpPr/>
          <p:nvPr/>
        </p:nvSpPr>
        <p:spPr>
          <a:xfrm>
            <a:off x="8802194" y="4497790"/>
            <a:ext cx="2217723" cy="873509"/>
          </a:xfrm>
          <a:prstGeom prst="rect">
            <a:avLst/>
          </a:prstGeom>
        </p:spPr>
        <p:txBody>
          <a:bodyPr wrap="none">
            <a:spAutoFit/>
          </a:bodyPr>
          <a:lstStyle/>
          <a:p>
            <a:r>
              <a:rPr lang="tr-TR" sz="1692" b="1" dirty="0">
                <a:solidFill>
                  <a:srgbClr val="FF0000"/>
                </a:solidFill>
                <a:latin typeface="Myriad Pro"/>
              </a:rPr>
              <a:t>ENQ_NEG*: </a:t>
            </a:r>
          </a:p>
          <a:p>
            <a:r>
              <a:rPr lang="tr-TR" sz="1692" dirty="0">
                <a:solidFill>
                  <a:srgbClr val="FF0000"/>
                </a:solidFill>
                <a:latin typeface="Myriad Pro"/>
              </a:rPr>
              <a:t>Varışta tahsilat talebi </a:t>
            </a:r>
          </a:p>
          <a:p>
            <a:r>
              <a:rPr lang="tr-TR" sz="1692" dirty="0">
                <a:solidFill>
                  <a:srgbClr val="FF0000"/>
                </a:solidFill>
                <a:latin typeface="Myriad Pro"/>
              </a:rPr>
              <a:t>(4 cevap kodu)</a:t>
            </a:r>
          </a:p>
        </p:txBody>
      </p:sp>
      <p:cxnSp>
        <p:nvCxnSpPr>
          <p:cNvPr id="32" name="Düz Ok Bağlayıcısı 31">
            <a:extLst>
              <a:ext uri="{FF2B5EF4-FFF2-40B4-BE49-F238E27FC236}">
                <a16:creationId xmlns:a16="http://schemas.microsoft.com/office/drawing/2014/main" id="{291C7436-2B28-42A1-A165-2620F551124D}"/>
              </a:ext>
            </a:extLst>
          </p:cNvPr>
          <p:cNvCxnSpPr/>
          <p:nvPr/>
        </p:nvCxnSpPr>
        <p:spPr>
          <a:xfrm flipH="1">
            <a:off x="6382840" y="4813010"/>
            <a:ext cx="1523420" cy="0"/>
          </a:xfrm>
          <a:prstGeom prst="straightConnector1">
            <a:avLst/>
          </a:prstGeom>
          <a:ln w="28575">
            <a:solidFill>
              <a:srgbClr val="1BE55A"/>
            </a:solidFill>
            <a:tailEnd type="triangle"/>
          </a:ln>
        </p:spPr>
        <p:style>
          <a:lnRef idx="1">
            <a:schemeClr val="accent1"/>
          </a:lnRef>
          <a:fillRef idx="0">
            <a:schemeClr val="accent1"/>
          </a:fillRef>
          <a:effectRef idx="0">
            <a:schemeClr val="accent1"/>
          </a:effectRef>
          <a:fontRef idx="minor">
            <a:schemeClr val="tx1"/>
          </a:fontRef>
        </p:style>
      </p:cxnSp>
      <p:sp>
        <p:nvSpPr>
          <p:cNvPr id="33" name="Metin kutusu 32">
            <a:extLst>
              <a:ext uri="{FF2B5EF4-FFF2-40B4-BE49-F238E27FC236}">
                <a16:creationId xmlns:a16="http://schemas.microsoft.com/office/drawing/2014/main" id="{55DB5A94-C48C-4A05-9A73-69677B649932}"/>
              </a:ext>
            </a:extLst>
          </p:cNvPr>
          <p:cNvSpPr txBox="1"/>
          <p:nvPr/>
        </p:nvSpPr>
        <p:spPr>
          <a:xfrm>
            <a:off x="6595693" y="4473111"/>
            <a:ext cx="1050288" cy="352725"/>
          </a:xfrm>
          <a:prstGeom prst="rect">
            <a:avLst/>
          </a:prstGeom>
          <a:noFill/>
        </p:spPr>
        <p:txBody>
          <a:bodyPr wrap="none" rtlCol="0">
            <a:spAutoFit/>
          </a:bodyPr>
          <a:lstStyle/>
          <a:p>
            <a:r>
              <a:rPr lang="tr-TR" sz="1692" dirty="0">
                <a:latin typeface="Myriad Pro"/>
              </a:rPr>
              <a:t>REC_REQ</a:t>
            </a:r>
          </a:p>
        </p:txBody>
      </p:sp>
      <p:sp>
        <p:nvSpPr>
          <p:cNvPr id="34" name="Metin kutusu 33">
            <a:extLst>
              <a:ext uri="{FF2B5EF4-FFF2-40B4-BE49-F238E27FC236}">
                <a16:creationId xmlns:a16="http://schemas.microsoft.com/office/drawing/2014/main" id="{FEAE904E-4BE3-41EC-8AC6-6716E2979DDB}"/>
              </a:ext>
            </a:extLst>
          </p:cNvPr>
          <p:cNvSpPr txBox="1"/>
          <p:nvPr/>
        </p:nvSpPr>
        <p:spPr>
          <a:xfrm>
            <a:off x="2837204" y="2067824"/>
            <a:ext cx="6335947" cy="775918"/>
          </a:xfrm>
          <a:prstGeom prst="rect">
            <a:avLst/>
          </a:prstGeom>
          <a:noFill/>
        </p:spPr>
        <p:txBody>
          <a:bodyPr wrap="square" rtlCol="0">
            <a:spAutoFit/>
          </a:bodyPr>
          <a:lstStyle/>
          <a:p>
            <a:pPr algn="ctr"/>
            <a:r>
              <a:rPr lang="tr-TR" sz="1692" b="1" dirty="0">
                <a:latin typeface="Myriad Pro"/>
              </a:rPr>
              <a:t>Varış gümrük idaresi tarafından yapılan tahsilat işlemi</a:t>
            </a:r>
          </a:p>
          <a:p>
            <a:pPr algn="ctr"/>
            <a:r>
              <a:rPr lang="tr-TR" sz="1058" b="1" i="1" dirty="0">
                <a:solidFill>
                  <a:srgbClr val="00B0F0"/>
                </a:solidFill>
                <a:latin typeface="Myriad Pro"/>
              </a:rPr>
              <a:t>{4 Seri Nolu Tebliğ, md.52}</a:t>
            </a:r>
            <a:endParaRPr lang="tr-TR" sz="1058" b="1" i="1" dirty="0">
              <a:solidFill>
                <a:srgbClr val="FF0000"/>
              </a:solidFill>
              <a:latin typeface="Myriad Pro"/>
            </a:endParaRPr>
          </a:p>
          <a:p>
            <a:pPr algn="ctr"/>
            <a:endParaRPr lang="tr-TR" sz="1692" b="1" dirty="0">
              <a:latin typeface="Myriad Pro"/>
            </a:endParaRPr>
          </a:p>
        </p:txBody>
      </p:sp>
      <p:sp>
        <p:nvSpPr>
          <p:cNvPr id="35" name="Content Placeholder 2">
            <a:extLst>
              <a:ext uri="{FF2B5EF4-FFF2-40B4-BE49-F238E27FC236}">
                <a16:creationId xmlns:a16="http://schemas.microsoft.com/office/drawing/2014/main" id="{C4CDB503-840E-414B-B172-0184C70C35EB}"/>
              </a:ext>
            </a:extLst>
          </p:cNvPr>
          <p:cNvSpPr>
            <a:spLocks noGrp="1"/>
          </p:cNvSpPr>
          <p:nvPr>
            <p:ph idx="1"/>
          </p:nvPr>
        </p:nvSpPr>
        <p:spPr>
          <a:xfrm>
            <a:off x="1963016" y="634363"/>
            <a:ext cx="7214608" cy="300005"/>
          </a:xfrm>
        </p:spPr>
        <p:txBody>
          <a:bodyPr>
            <a:noAutofit/>
          </a:bodyPr>
          <a:lstStyle/>
          <a:p>
            <a:pPr marL="0" indent="0">
              <a:buNone/>
            </a:pPr>
            <a:r>
              <a:rPr lang="tr-TR" sz="1904" b="1" dirty="0">
                <a:latin typeface="Myriad Pro"/>
              </a:rPr>
              <a:t>TAHSİLAT İŞLEMLERİ</a:t>
            </a:r>
            <a:endParaRPr lang="tr-TR" sz="1058" b="1" dirty="0">
              <a:latin typeface="Myriad Pro"/>
            </a:endParaRPr>
          </a:p>
          <a:p>
            <a:pPr marL="0" indent="0">
              <a:buNone/>
            </a:pPr>
            <a:endParaRPr lang="tr-TR" sz="1904" b="1" dirty="0">
              <a:latin typeface="Myriad Pro"/>
              <a:cs typeface="Myriad Pro"/>
            </a:endParaRPr>
          </a:p>
        </p:txBody>
      </p:sp>
      <p:sp>
        <p:nvSpPr>
          <p:cNvPr id="29" name="Metin kutusu 28">
            <a:extLst>
              <a:ext uri="{FF2B5EF4-FFF2-40B4-BE49-F238E27FC236}">
                <a16:creationId xmlns:a16="http://schemas.microsoft.com/office/drawing/2014/main" id="{5B1E4114-2E97-4055-9FEC-6537B4F4D66A}"/>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782158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nodeType="with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fade">
                                      <p:cBhvr>
                                        <p:cTn id="24" dur="500"/>
                                        <p:tgtEl>
                                          <p:spTgt spid="40"/>
                                        </p:tgtEl>
                                      </p:cBhvr>
                                    </p:animEffect>
                                  </p:childTnLst>
                                </p:cTn>
                              </p:par>
                              <p:par>
                                <p:cTn id="25" presetID="10"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par>
                                <p:cTn id="33" presetID="10"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par>
                                <p:cTn id="41" presetID="10"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fade">
                                      <p:cBhvr>
                                        <p:cTn id="46" dur="500"/>
                                        <p:tgtEl>
                                          <p:spTgt spid="6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par>
                                <p:cTn id="52" presetID="10" presetClass="entr" presetSubtype="0" fill="hold"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fade">
                                      <p:cBhvr>
                                        <p:cTn id="54" dur="500"/>
                                        <p:tgtEl>
                                          <p:spTgt spid="3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childTnLst>
                                </p:cTn>
                              </p:par>
                              <p:par>
                                <p:cTn id="60" presetID="10" presetClass="entr" presetSubtype="0" fill="hold" nodeType="with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500"/>
                                        <p:tgtEl>
                                          <p:spTgt spid="4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fade">
                                      <p:cBhvr>
                                        <p:cTn id="67" dur="500"/>
                                        <p:tgtEl>
                                          <p:spTgt spid="53"/>
                                        </p:tgtEl>
                                      </p:cBhvr>
                                    </p:animEffect>
                                  </p:childTnLst>
                                </p:cTn>
                              </p:par>
                              <p:par>
                                <p:cTn id="68" presetID="10" presetClass="entr" presetSubtype="0" fill="hold" nodeType="with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fade">
                                      <p:cBhvr>
                                        <p:cTn id="70" dur="500"/>
                                        <p:tgtEl>
                                          <p:spTgt spid="5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animEffect transition="in" filter="fade">
                                      <p:cBhvr>
                                        <p:cTn id="73" dur="500"/>
                                        <p:tgtEl>
                                          <p:spTgt spid="56"/>
                                        </p:tgtEl>
                                      </p:cBhvr>
                                    </p:animEffect>
                                  </p:childTnLst>
                                </p:cTn>
                              </p:par>
                              <p:par>
                                <p:cTn id="74" presetID="10" presetClass="entr" presetSubtype="0" fill="hold" nodeType="withEffect">
                                  <p:stCondLst>
                                    <p:cond delay="0"/>
                                  </p:stCondLst>
                                  <p:childTnLst>
                                    <p:set>
                                      <p:cBhvr>
                                        <p:cTn id="75" dur="1" fill="hold">
                                          <p:stCondLst>
                                            <p:cond delay="0"/>
                                          </p:stCondLst>
                                        </p:cTn>
                                        <p:tgtEl>
                                          <p:spTgt spid="55"/>
                                        </p:tgtEl>
                                        <p:attrNameLst>
                                          <p:attrName>style.visibility</p:attrName>
                                        </p:attrNameLst>
                                      </p:cBhvr>
                                      <p:to>
                                        <p:strVal val="visible"/>
                                      </p:to>
                                    </p:set>
                                    <p:animEffect transition="in" filter="fade">
                                      <p:cBhvr>
                                        <p:cTn id="76" dur="500"/>
                                        <p:tgtEl>
                                          <p:spTgt spid="55"/>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fade">
                                      <p:cBhvr>
                                        <p:cTn id="81" dur="500"/>
                                        <p:tgtEl>
                                          <p:spTgt spid="54"/>
                                        </p:tgtEl>
                                      </p:cBhvr>
                                    </p:animEffect>
                                  </p:childTnLst>
                                </p:cTn>
                              </p:par>
                              <p:par>
                                <p:cTn id="82" presetID="10" presetClass="entr" presetSubtype="0" fill="hold" nodeType="with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fade">
                                      <p:cBhvr>
                                        <p:cTn id="84" dur="500"/>
                                        <p:tgtEl>
                                          <p:spTgt spid="45"/>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51"/>
                                        </p:tgtEl>
                                        <p:attrNameLst>
                                          <p:attrName>style.visibility</p:attrName>
                                        </p:attrNameLst>
                                      </p:cBhvr>
                                      <p:to>
                                        <p:strVal val="visible"/>
                                      </p:to>
                                    </p:set>
                                    <p:animEffect transition="in" filter="fade">
                                      <p:cBhvr>
                                        <p:cTn id="89" dur="500"/>
                                        <p:tgtEl>
                                          <p:spTgt spid="51"/>
                                        </p:tgtEl>
                                      </p:cBhvr>
                                    </p:animEffect>
                                  </p:childTnLst>
                                </p:cTn>
                              </p:par>
                              <p:par>
                                <p:cTn id="90" presetID="10" presetClass="entr" presetSubtype="0" fill="hold" nodeType="withEffect">
                                  <p:stCondLst>
                                    <p:cond delay="0"/>
                                  </p:stCondLst>
                                  <p:childTnLst>
                                    <p:set>
                                      <p:cBhvr>
                                        <p:cTn id="91" dur="1" fill="hold">
                                          <p:stCondLst>
                                            <p:cond delay="0"/>
                                          </p:stCondLst>
                                        </p:cTn>
                                        <p:tgtEl>
                                          <p:spTgt spid="50"/>
                                        </p:tgtEl>
                                        <p:attrNameLst>
                                          <p:attrName>style.visibility</p:attrName>
                                        </p:attrNameLst>
                                      </p:cBhvr>
                                      <p:to>
                                        <p:strVal val="visible"/>
                                      </p:to>
                                    </p:set>
                                    <p:animEffect transition="in" filter="fade">
                                      <p:cBhvr>
                                        <p:cTn id="9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47" grpId="0"/>
      <p:bldP spid="48" grpId="0"/>
      <p:bldP spid="51" grpId="0"/>
      <p:bldP spid="53" grpId="0"/>
      <p:bldP spid="54" grpId="0"/>
      <p:bldP spid="56" grpId="0"/>
      <p:bldP spid="57" grpId="0"/>
      <p:bldP spid="61" grpId="0"/>
      <p:bldP spid="33" grpId="0"/>
      <p:bldP spid="3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Metin kutusu 15">
            <a:extLst>
              <a:ext uri="{FF2B5EF4-FFF2-40B4-BE49-F238E27FC236}">
                <a16:creationId xmlns:a16="http://schemas.microsoft.com/office/drawing/2014/main" id="{719D0D27-D109-44EC-B381-43E77024E963}"/>
              </a:ext>
            </a:extLst>
          </p:cNvPr>
          <p:cNvSpPr txBox="1"/>
          <p:nvPr/>
        </p:nvSpPr>
        <p:spPr>
          <a:xfrm>
            <a:off x="1173399" y="2023534"/>
            <a:ext cx="9726929" cy="3608680"/>
          </a:xfrm>
          <a:prstGeom prst="rect">
            <a:avLst/>
          </a:prstGeom>
          <a:noFill/>
        </p:spPr>
        <p:txBody>
          <a:bodyPr wrap="square" rtlCol="0">
            <a:spAutoFit/>
          </a:bodyPr>
          <a:lstStyle/>
          <a:p>
            <a:pPr algn="ctr"/>
            <a:r>
              <a:rPr lang="tr-TR" sz="1904" dirty="0">
                <a:latin typeface="Myriad Pro"/>
              </a:rPr>
              <a:t>Süresinde ödenmeyen gümrük vergileri ve diğer yükler için </a:t>
            </a:r>
          </a:p>
          <a:p>
            <a:pPr algn="ctr"/>
            <a:r>
              <a:rPr lang="tr-TR" sz="1904" dirty="0">
                <a:latin typeface="Myriad Pro"/>
              </a:rPr>
              <a:t>6183 sayılı Kanun hükümlerine göre işlem yapılır. </a:t>
            </a:r>
            <a:r>
              <a:rPr lang="tr-TR" sz="1058" b="1" i="1" dirty="0">
                <a:solidFill>
                  <a:srgbClr val="00B0F0"/>
                </a:solidFill>
                <a:latin typeface="Myriad Pro"/>
              </a:rPr>
              <a:t>{4 Seri Nolu Tebliğ, Md.52/2}</a:t>
            </a:r>
          </a:p>
          <a:p>
            <a:pPr algn="ctr"/>
            <a:endParaRPr lang="tr-TR" sz="1904" dirty="0">
              <a:latin typeface="Myriad Pro"/>
            </a:endParaRPr>
          </a:p>
          <a:p>
            <a:pPr algn="ctr"/>
            <a:endParaRPr lang="tr-TR" sz="1904" dirty="0">
              <a:latin typeface="Myriad Pro"/>
            </a:endParaRPr>
          </a:p>
          <a:p>
            <a:pPr algn="ctr"/>
            <a:r>
              <a:rPr lang="tr-TR" sz="1904" dirty="0">
                <a:latin typeface="Myriad Pro"/>
              </a:rPr>
              <a:t>Transit işlemlerinde rejimin ibra edilmediği hususu, </a:t>
            </a:r>
          </a:p>
          <a:p>
            <a:pPr algn="ctr"/>
            <a:r>
              <a:rPr lang="tr-TR" sz="1904" b="1" dirty="0">
                <a:solidFill>
                  <a:srgbClr val="FF0000"/>
                </a:solidFill>
                <a:latin typeface="Myriad Pro"/>
              </a:rPr>
              <a:t>eşyanın varış gümrük idaresine sunulması gereken tarihten itibaren </a:t>
            </a:r>
          </a:p>
          <a:p>
            <a:pPr algn="ctr"/>
            <a:r>
              <a:rPr lang="tr-TR" sz="1904" b="1" dirty="0">
                <a:solidFill>
                  <a:srgbClr val="FF0000"/>
                </a:solidFill>
                <a:latin typeface="Myriad Pro"/>
              </a:rPr>
              <a:t>en geç 9 ay içinde </a:t>
            </a:r>
            <a:r>
              <a:rPr lang="tr-TR" sz="1904" b="1" dirty="0">
                <a:latin typeface="Myriad Pro"/>
              </a:rPr>
              <a:t>kefile bildirilmelidir</a:t>
            </a:r>
            <a:r>
              <a:rPr lang="tr-TR" sz="1904" dirty="0">
                <a:latin typeface="Myriad Pro"/>
              </a:rPr>
              <a:t>. </a:t>
            </a:r>
            <a:r>
              <a:rPr lang="tr-TR" sz="1058" b="1" i="1" dirty="0">
                <a:solidFill>
                  <a:srgbClr val="00B0F0"/>
                </a:solidFill>
                <a:latin typeface="Myriad Pro"/>
              </a:rPr>
              <a:t>{4 Seri Nolu Tebliğ, Md.53/1}</a:t>
            </a:r>
            <a:endParaRPr lang="tr-TR" sz="1058" b="1" i="1" dirty="0">
              <a:latin typeface="Myriad Pro"/>
            </a:endParaRPr>
          </a:p>
          <a:p>
            <a:pPr algn="ctr"/>
            <a:endParaRPr lang="tr-TR" sz="1904" dirty="0">
              <a:latin typeface="Myriad Pro"/>
            </a:endParaRPr>
          </a:p>
          <a:p>
            <a:pPr algn="ctr"/>
            <a:endParaRPr lang="tr-TR" sz="1904" dirty="0">
              <a:latin typeface="Myriad Pro"/>
            </a:endParaRPr>
          </a:p>
          <a:p>
            <a:pPr algn="ctr"/>
            <a:r>
              <a:rPr lang="tr-TR" sz="1904" b="1" dirty="0">
                <a:latin typeface="Myriad Pro"/>
              </a:rPr>
              <a:t>Kefile süresi içinde bildirim yapılmamışsa, </a:t>
            </a:r>
            <a:r>
              <a:rPr lang="tr-TR" sz="1904" b="1" u="sng" dirty="0">
                <a:latin typeface="Myriad Pro"/>
              </a:rPr>
              <a:t>kefil yükümlülükten kurtulur</a:t>
            </a:r>
            <a:r>
              <a:rPr lang="tr-TR" sz="1904" b="1" dirty="0">
                <a:latin typeface="Myriad Pro"/>
              </a:rPr>
              <a:t>.</a:t>
            </a:r>
          </a:p>
          <a:p>
            <a:pPr algn="ctr"/>
            <a:r>
              <a:rPr lang="tr-TR" sz="1904" dirty="0">
                <a:latin typeface="Myriad Pro"/>
              </a:rPr>
              <a:t>Ancak rejim hak sahibinin sorumluluğu devam eder. </a:t>
            </a:r>
            <a:r>
              <a:rPr lang="tr-TR" sz="1058" b="1" i="1" dirty="0">
                <a:solidFill>
                  <a:srgbClr val="00B0F0"/>
                </a:solidFill>
                <a:latin typeface="Myriad Pro"/>
              </a:rPr>
              <a:t>{4 Seri Nolu Tebliğ, Md.53/4}</a:t>
            </a:r>
            <a:endParaRPr lang="tr-TR" sz="1904" dirty="0">
              <a:latin typeface="Myriad Pro"/>
            </a:endParaRPr>
          </a:p>
          <a:p>
            <a:pPr algn="ctr"/>
            <a:endParaRPr lang="tr-TR" sz="1904" dirty="0">
              <a:latin typeface="Myriad Pro"/>
            </a:endParaRPr>
          </a:p>
        </p:txBody>
      </p:sp>
      <p:sp>
        <p:nvSpPr>
          <p:cNvPr id="9" name="Content Placeholder 2">
            <a:extLst>
              <a:ext uri="{FF2B5EF4-FFF2-40B4-BE49-F238E27FC236}">
                <a16:creationId xmlns:a16="http://schemas.microsoft.com/office/drawing/2014/main" id="{BCB4777D-C220-4B6A-8AF8-F9EDA6FA62C2}"/>
              </a:ext>
            </a:extLst>
          </p:cNvPr>
          <p:cNvSpPr>
            <a:spLocks noGrp="1"/>
          </p:cNvSpPr>
          <p:nvPr>
            <p:ph idx="1"/>
          </p:nvPr>
        </p:nvSpPr>
        <p:spPr>
          <a:xfrm>
            <a:off x="1963016" y="634363"/>
            <a:ext cx="7214608" cy="300005"/>
          </a:xfrm>
        </p:spPr>
        <p:txBody>
          <a:bodyPr>
            <a:noAutofit/>
          </a:bodyPr>
          <a:lstStyle/>
          <a:p>
            <a:pPr marL="0" indent="0">
              <a:buNone/>
            </a:pPr>
            <a:r>
              <a:rPr lang="tr-TR" sz="1904" b="1" dirty="0">
                <a:latin typeface="Myriad Pro"/>
              </a:rPr>
              <a:t>TAHSİLAT İŞLEMLERİ</a:t>
            </a:r>
            <a:endParaRPr lang="tr-TR" sz="1058" b="1" dirty="0">
              <a:latin typeface="Myriad Pro"/>
            </a:endParaRPr>
          </a:p>
          <a:p>
            <a:pPr marL="0" indent="0">
              <a:buNone/>
            </a:pPr>
            <a:endParaRPr lang="tr-TR" sz="1904" b="1" dirty="0">
              <a:latin typeface="Myriad Pro"/>
              <a:cs typeface="Myriad Pro"/>
            </a:endParaRPr>
          </a:p>
        </p:txBody>
      </p:sp>
      <p:sp>
        <p:nvSpPr>
          <p:cNvPr id="5" name="Metin kutusu 4">
            <a:extLst>
              <a:ext uri="{FF2B5EF4-FFF2-40B4-BE49-F238E27FC236}">
                <a16:creationId xmlns:a16="http://schemas.microsoft.com/office/drawing/2014/main" id="{A3BE71C1-FC76-4B9C-BA79-698BFA9A538B}"/>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244403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fade">
                                      <p:cBhvr>
                                        <p:cTn id="10" dur="500"/>
                                        <p:tgtEl>
                                          <p:spTgt spid="1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animEffect transition="in" filter="fade">
                                      <p:cBhvr>
                                        <p:cTn id="15" dur="500"/>
                                        <p:tgtEl>
                                          <p:spTgt spid="16">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xEl>
                                              <p:pRg st="5" end="5"/>
                                            </p:txEl>
                                          </p:spTgt>
                                        </p:tgtEl>
                                        <p:attrNameLst>
                                          <p:attrName>style.visibility</p:attrName>
                                        </p:attrNameLst>
                                      </p:cBhvr>
                                      <p:to>
                                        <p:strVal val="visible"/>
                                      </p:to>
                                    </p:set>
                                    <p:animEffect transition="in" filter="fade">
                                      <p:cBhvr>
                                        <p:cTn id="18" dur="500"/>
                                        <p:tgtEl>
                                          <p:spTgt spid="16">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xEl>
                                              <p:pRg st="6" end="6"/>
                                            </p:txEl>
                                          </p:spTgt>
                                        </p:tgtEl>
                                        <p:attrNameLst>
                                          <p:attrName>style.visibility</p:attrName>
                                        </p:attrNameLst>
                                      </p:cBhvr>
                                      <p:to>
                                        <p:strVal val="visible"/>
                                      </p:to>
                                    </p:set>
                                    <p:animEffect transition="in" filter="fade">
                                      <p:cBhvr>
                                        <p:cTn id="21" dur="500"/>
                                        <p:tgtEl>
                                          <p:spTgt spid="16">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xEl>
                                              <p:pRg st="9" end="9"/>
                                            </p:txEl>
                                          </p:spTgt>
                                        </p:tgtEl>
                                        <p:attrNameLst>
                                          <p:attrName>style.visibility</p:attrName>
                                        </p:attrNameLst>
                                      </p:cBhvr>
                                      <p:to>
                                        <p:strVal val="visible"/>
                                      </p:to>
                                    </p:set>
                                    <p:animEffect transition="in" filter="fade">
                                      <p:cBhvr>
                                        <p:cTn id="26" dur="500"/>
                                        <p:tgtEl>
                                          <p:spTgt spid="16">
                                            <p:txEl>
                                              <p:pRg st="9" end="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
                                            <p:txEl>
                                              <p:pRg st="10" end="10"/>
                                            </p:txEl>
                                          </p:spTgt>
                                        </p:tgtEl>
                                        <p:attrNameLst>
                                          <p:attrName>style.visibility</p:attrName>
                                        </p:attrNameLst>
                                      </p:cBhvr>
                                      <p:to>
                                        <p:strVal val="visible"/>
                                      </p:to>
                                    </p:set>
                                    <p:animEffect transition="in" filter="fade">
                                      <p:cBhvr>
                                        <p:cTn id="31" dur="500"/>
                                        <p:tgtEl>
                                          <p:spTgt spid="1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Metin kutusu 13">
            <a:extLst>
              <a:ext uri="{FF2B5EF4-FFF2-40B4-BE49-F238E27FC236}">
                <a16:creationId xmlns:a16="http://schemas.microsoft.com/office/drawing/2014/main" id="{5FA0FF12-6F88-4E8C-9453-F9B89448B49D}"/>
              </a:ext>
            </a:extLst>
          </p:cNvPr>
          <p:cNvSpPr txBox="1"/>
          <p:nvPr/>
        </p:nvSpPr>
        <p:spPr>
          <a:xfrm>
            <a:off x="7056235" y="2585412"/>
            <a:ext cx="5133714" cy="825034"/>
          </a:xfrm>
          <a:prstGeom prst="rect">
            <a:avLst/>
          </a:prstGeom>
          <a:noFill/>
        </p:spPr>
        <p:txBody>
          <a:bodyPr wrap="square" rtlCol="0">
            <a:spAutoFit/>
          </a:bodyPr>
          <a:lstStyle/>
          <a:p>
            <a:pPr lvl="0" algn="ctr"/>
            <a:r>
              <a:rPr lang="tr-TR" sz="1587" b="1" u="sng" dirty="0">
                <a:latin typeface="Myriad Pro"/>
              </a:rPr>
              <a:t>TC30 Formu</a:t>
            </a:r>
          </a:p>
          <a:p>
            <a:pPr lvl="0" algn="ctr"/>
            <a:r>
              <a:rPr lang="tr-TR" sz="1587" dirty="0">
                <a:latin typeface="Myriad Pro"/>
              </a:rPr>
              <a:t>Kefilin (tüzel kişilik) bilgilerinin talep edilmesi </a:t>
            </a:r>
          </a:p>
          <a:p>
            <a:pPr lvl="0" algn="ctr"/>
            <a:r>
              <a:rPr lang="tr-TR" sz="1587" dirty="0">
                <a:latin typeface="Myriad Pro"/>
              </a:rPr>
              <a:t>sırasında kullanılan bir formdur.</a:t>
            </a:r>
          </a:p>
        </p:txBody>
      </p:sp>
      <p:pic>
        <p:nvPicPr>
          <p:cNvPr id="2" name="Resi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9320" y="683738"/>
            <a:ext cx="4625282" cy="5269790"/>
          </a:xfrm>
          <a:prstGeom prst="rect">
            <a:avLst/>
          </a:prstGeom>
        </p:spPr>
      </p:pic>
      <p:sp>
        <p:nvSpPr>
          <p:cNvPr id="16" name="Content Placeholder 2">
            <a:extLst>
              <a:ext uri="{FF2B5EF4-FFF2-40B4-BE49-F238E27FC236}">
                <a16:creationId xmlns:a16="http://schemas.microsoft.com/office/drawing/2014/main" id="{C7B95CCB-9452-442E-ACB7-1EBABF1B6176}"/>
              </a:ext>
            </a:extLst>
          </p:cNvPr>
          <p:cNvSpPr txBox="1">
            <a:spLocks/>
          </p:cNvSpPr>
          <p:nvPr/>
        </p:nvSpPr>
        <p:spPr>
          <a:xfrm>
            <a:off x="445967" y="1457735"/>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b="1" dirty="0">
                <a:latin typeface="Myriad Pro"/>
                <a:cs typeface="Myriad Pro"/>
              </a:rPr>
              <a:t>TC30 FORMU</a:t>
            </a:r>
          </a:p>
          <a:p>
            <a:pPr marL="0" indent="0">
              <a:buNone/>
            </a:pPr>
            <a:r>
              <a:rPr lang="tr-TR" sz="1058" b="1" i="1" dirty="0">
                <a:solidFill>
                  <a:srgbClr val="00B0F0"/>
                </a:solidFill>
                <a:latin typeface="Myriad Pro"/>
              </a:rPr>
              <a:t>{Transit Manual Ek 8.3.2}</a:t>
            </a:r>
            <a:endParaRPr lang="tr-TR" sz="1058" dirty="0">
              <a:latin typeface="Myriad Pro"/>
            </a:endParaRPr>
          </a:p>
          <a:p>
            <a:pPr marL="0" indent="0">
              <a:buNone/>
            </a:pPr>
            <a:endParaRPr lang="tr-TR" sz="1904" b="1" dirty="0">
              <a:latin typeface="Myriad Pro"/>
              <a:cs typeface="Myriad Pro"/>
            </a:endParaRPr>
          </a:p>
        </p:txBody>
      </p:sp>
      <p:sp>
        <p:nvSpPr>
          <p:cNvPr id="6" name="Metin kutusu 5">
            <a:extLst>
              <a:ext uri="{FF2B5EF4-FFF2-40B4-BE49-F238E27FC236}">
                <a16:creationId xmlns:a16="http://schemas.microsoft.com/office/drawing/2014/main" id="{CCAFC251-A4A4-448B-9CB5-16A08B4530A3}"/>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56339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Metin kutusu 15">
            <a:extLst>
              <a:ext uri="{FF2B5EF4-FFF2-40B4-BE49-F238E27FC236}">
                <a16:creationId xmlns:a16="http://schemas.microsoft.com/office/drawing/2014/main" id="{719D0D27-D109-44EC-B381-43E77024E963}"/>
              </a:ext>
            </a:extLst>
          </p:cNvPr>
          <p:cNvSpPr txBox="1"/>
          <p:nvPr/>
        </p:nvSpPr>
        <p:spPr>
          <a:xfrm>
            <a:off x="1205271" y="2337201"/>
            <a:ext cx="10273556" cy="3478453"/>
          </a:xfrm>
          <a:prstGeom prst="rect">
            <a:avLst/>
          </a:prstGeom>
          <a:noFill/>
        </p:spPr>
        <p:txBody>
          <a:bodyPr wrap="square" rtlCol="0">
            <a:spAutoFit/>
          </a:bodyPr>
          <a:lstStyle/>
          <a:p>
            <a:pPr algn="ctr"/>
            <a:r>
              <a:rPr lang="tr-TR" sz="1904" dirty="0">
                <a:latin typeface="Myriad Pro"/>
              </a:rPr>
              <a:t>Ortak transit rejimi kapsamındaki işlemler için gümrük yükümlülüğü</a:t>
            </a:r>
          </a:p>
          <a:p>
            <a:pPr algn="ctr"/>
            <a:r>
              <a:rPr lang="tr-TR" sz="1904" dirty="0">
                <a:latin typeface="Myriad Pro"/>
              </a:rPr>
              <a:t>Türkiye Gümrük Bölgesinde doğmuş ise,</a:t>
            </a:r>
          </a:p>
          <a:p>
            <a:pPr algn="ctr"/>
            <a:endParaRPr lang="tr-TR" sz="1904" dirty="0">
              <a:latin typeface="Myriad Pro"/>
            </a:endParaRPr>
          </a:p>
          <a:p>
            <a:pPr algn="ctr"/>
            <a:r>
              <a:rPr lang="tr-TR" sz="1904" dirty="0">
                <a:latin typeface="Myriad Pro"/>
              </a:rPr>
              <a:t> </a:t>
            </a:r>
          </a:p>
          <a:p>
            <a:pPr algn="ctr"/>
            <a:r>
              <a:rPr lang="tr-TR" sz="1904" b="1" u="sng" dirty="0">
                <a:solidFill>
                  <a:srgbClr val="3829FF"/>
                </a:solidFill>
                <a:latin typeface="Myriad Pro"/>
              </a:rPr>
              <a:t>Kefile süresi içinde usulüne uygun şekilde bildirim yapılmış olması kaydıyla</a:t>
            </a:r>
            <a:r>
              <a:rPr lang="tr-TR" sz="1904" b="1" dirty="0">
                <a:solidFill>
                  <a:srgbClr val="3829FF"/>
                </a:solidFill>
                <a:latin typeface="Myriad Pro"/>
              </a:rPr>
              <a:t>,</a:t>
            </a:r>
          </a:p>
          <a:p>
            <a:pPr algn="ctr"/>
            <a:endParaRPr lang="tr-TR" sz="1904" dirty="0">
              <a:latin typeface="Myriad Pro"/>
            </a:endParaRPr>
          </a:p>
          <a:p>
            <a:pPr algn="ctr"/>
            <a:endParaRPr lang="tr-TR" sz="1904" dirty="0">
              <a:latin typeface="Myriad Pro"/>
            </a:endParaRPr>
          </a:p>
          <a:p>
            <a:pPr algn="ctr"/>
            <a:r>
              <a:rPr lang="tr-TR" sz="1904" dirty="0">
                <a:latin typeface="Myriad Pro"/>
              </a:rPr>
              <a:t>İlgili gümrük idaresi tarafından transit beyanının </a:t>
            </a:r>
            <a:r>
              <a:rPr lang="tr-TR" sz="1904" b="1" dirty="0">
                <a:solidFill>
                  <a:srgbClr val="FF0000"/>
                </a:solidFill>
                <a:latin typeface="Myriad Pro"/>
              </a:rPr>
              <a:t>kabul tarihinden itibaren</a:t>
            </a:r>
          </a:p>
          <a:p>
            <a:pPr algn="ctr"/>
            <a:r>
              <a:rPr lang="tr-TR" sz="1904" b="1" dirty="0">
                <a:solidFill>
                  <a:srgbClr val="FF0000"/>
                </a:solidFill>
                <a:latin typeface="Myriad Pro"/>
              </a:rPr>
              <a:t>3 yıl içinde</a:t>
            </a:r>
            <a:r>
              <a:rPr lang="tr-TR" sz="1904" dirty="0">
                <a:solidFill>
                  <a:srgbClr val="FF0000"/>
                </a:solidFill>
                <a:latin typeface="Myriad Pro"/>
              </a:rPr>
              <a:t> </a:t>
            </a:r>
            <a:r>
              <a:rPr lang="tr-TR" sz="1904" dirty="0">
                <a:latin typeface="Myriad Pro"/>
              </a:rPr>
              <a:t>yükümlü olduğu vergileri ödemesi gerekeceği bildirilir. </a:t>
            </a:r>
            <a:r>
              <a:rPr lang="tr-TR" sz="1058" b="1" i="1" dirty="0">
                <a:solidFill>
                  <a:srgbClr val="00B0F0"/>
                </a:solidFill>
                <a:latin typeface="Myriad Pro"/>
              </a:rPr>
              <a:t>{4 Seri Nolu Tebliğ, Md.53/2}</a:t>
            </a:r>
          </a:p>
          <a:p>
            <a:pPr algn="ctr"/>
            <a:endParaRPr lang="tr-TR" sz="1058" b="1" i="1" dirty="0">
              <a:solidFill>
                <a:srgbClr val="00B0F0"/>
              </a:solidFill>
              <a:latin typeface="Myriad Pro"/>
            </a:endParaRPr>
          </a:p>
          <a:p>
            <a:pPr algn="ctr"/>
            <a:endParaRPr lang="tr-TR" sz="1904" dirty="0">
              <a:latin typeface="Myriad Pro"/>
            </a:endParaRPr>
          </a:p>
          <a:p>
            <a:pPr algn="ctr"/>
            <a:r>
              <a:rPr lang="tr-TR" sz="1904" dirty="0">
                <a:latin typeface="Myriad Pro"/>
              </a:rPr>
              <a:t>Tahsilat asıl sorumludan yapılırsa, kefile tahsilatın gerçekleştiği bilgisi verilir.</a:t>
            </a:r>
            <a:r>
              <a:rPr lang="tr-TR" sz="1904" b="1" i="1" dirty="0">
                <a:solidFill>
                  <a:srgbClr val="00B0F0"/>
                </a:solidFill>
                <a:latin typeface="Myriad Pro"/>
              </a:rPr>
              <a:t> </a:t>
            </a:r>
            <a:r>
              <a:rPr lang="tr-TR" sz="1058" b="1" i="1" dirty="0">
                <a:solidFill>
                  <a:srgbClr val="00B0F0"/>
                </a:solidFill>
                <a:latin typeface="Myriad Pro"/>
              </a:rPr>
              <a:t>{4 Seri Nolu Tebliğ, Md.53/3}</a:t>
            </a:r>
            <a:endParaRPr lang="tr-TR" sz="1058" b="1" i="1" dirty="0">
              <a:latin typeface="Myriad Pro"/>
            </a:endParaRPr>
          </a:p>
        </p:txBody>
      </p:sp>
      <p:sp>
        <p:nvSpPr>
          <p:cNvPr id="14" name="Content Placeholder 2">
            <a:extLst>
              <a:ext uri="{FF2B5EF4-FFF2-40B4-BE49-F238E27FC236}">
                <a16:creationId xmlns:a16="http://schemas.microsoft.com/office/drawing/2014/main" id="{4265A2F4-9FE7-4E35-B807-20F2548772B9}"/>
              </a:ext>
            </a:extLst>
          </p:cNvPr>
          <p:cNvSpPr>
            <a:spLocks noGrp="1"/>
          </p:cNvSpPr>
          <p:nvPr>
            <p:ph idx="1"/>
          </p:nvPr>
        </p:nvSpPr>
        <p:spPr>
          <a:xfrm>
            <a:off x="1963016" y="634363"/>
            <a:ext cx="7214608" cy="300005"/>
          </a:xfrm>
        </p:spPr>
        <p:txBody>
          <a:bodyPr>
            <a:noAutofit/>
          </a:bodyPr>
          <a:lstStyle/>
          <a:p>
            <a:pPr marL="0" indent="0">
              <a:buNone/>
            </a:pPr>
            <a:r>
              <a:rPr lang="tr-TR" sz="1904" b="1" dirty="0">
                <a:latin typeface="Myriad Pro"/>
              </a:rPr>
              <a:t>TAHSİLAT İŞLEMLERİ</a:t>
            </a:r>
            <a:endParaRPr lang="tr-TR" sz="1058" b="1" dirty="0">
              <a:latin typeface="Myriad Pro"/>
            </a:endParaRPr>
          </a:p>
          <a:p>
            <a:pPr marL="0" indent="0">
              <a:buNone/>
            </a:pPr>
            <a:endParaRPr lang="tr-TR" sz="1904" b="1" dirty="0">
              <a:latin typeface="Myriad Pro"/>
              <a:cs typeface="Myriad Pro"/>
            </a:endParaRPr>
          </a:p>
        </p:txBody>
      </p:sp>
      <p:sp>
        <p:nvSpPr>
          <p:cNvPr id="5" name="Metin kutusu 4">
            <a:extLst>
              <a:ext uri="{FF2B5EF4-FFF2-40B4-BE49-F238E27FC236}">
                <a16:creationId xmlns:a16="http://schemas.microsoft.com/office/drawing/2014/main" id="{B47AFCC8-7B81-47C4-9833-30F278CC0B17}"/>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82785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500"/>
                                        <p:tgtEl>
                                          <p:spTgt spid="1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fade">
                                      <p:cBhvr>
                                        <p:cTn id="10" dur="500"/>
                                        <p:tgtEl>
                                          <p:spTgt spid="1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animEffect transition="in" filter="fade">
                                      <p:cBhvr>
                                        <p:cTn id="13" dur="500"/>
                                        <p:tgtEl>
                                          <p:spTgt spid="1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
                                            <p:txEl>
                                              <p:pRg st="4" end="4"/>
                                            </p:txEl>
                                          </p:spTgt>
                                        </p:tgtEl>
                                        <p:attrNameLst>
                                          <p:attrName>style.visibility</p:attrName>
                                        </p:attrNameLst>
                                      </p:cBhvr>
                                      <p:to>
                                        <p:strVal val="visible"/>
                                      </p:to>
                                    </p:set>
                                    <p:animEffect transition="in" filter="fade">
                                      <p:cBhvr>
                                        <p:cTn id="18" dur="500"/>
                                        <p:tgtEl>
                                          <p:spTgt spid="1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xEl>
                                              <p:pRg st="7" end="7"/>
                                            </p:txEl>
                                          </p:spTgt>
                                        </p:tgtEl>
                                        <p:attrNameLst>
                                          <p:attrName>style.visibility</p:attrName>
                                        </p:attrNameLst>
                                      </p:cBhvr>
                                      <p:to>
                                        <p:strVal val="visible"/>
                                      </p:to>
                                    </p:set>
                                    <p:animEffect transition="in" filter="fade">
                                      <p:cBhvr>
                                        <p:cTn id="23" dur="500"/>
                                        <p:tgtEl>
                                          <p:spTgt spid="16">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xEl>
                                              <p:pRg st="8" end="8"/>
                                            </p:txEl>
                                          </p:spTgt>
                                        </p:tgtEl>
                                        <p:attrNameLst>
                                          <p:attrName>style.visibility</p:attrName>
                                        </p:attrNameLst>
                                      </p:cBhvr>
                                      <p:to>
                                        <p:strVal val="visible"/>
                                      </p:to>
                                    </p:set>
                                    <p:animEffect transition="in" filter="fade">
                                      <p:cBhvr>
                                        <p:cTn id="26" dur="500"/>
                                        <p:tgtEl>
                                          <p:spTgt spid="16">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
                                            <p:txEl>
                                              <p:pRg st="11" end="11"/>
                                            </p:txEl>
                                          </p:spTgt>
                                        </p:tgtEl>
                                        <p:attrNameLst>
                                          <p:attrName>style.visibility</p:attrName>
                                        </p:attrNameLst>
                                      </p:cBhvr>
                                      <p:to>
                                        <p:strVal val="visible"/>
                                      </p:to>
                                    </p:set>
                                    <p:animEffect transition="in" filter="fade">
                                      <p:cBhvr>
                                        <p:cTn id="31" dur="500"/>
                                        <p:tgtEl>
                                          <p:spTgt spid="1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Düz Bağlayıcı 13">
            <a:extLst>
              <a:ext uri="{FF2B5EF4-FFF2-40B4-BE49-F238E27FC236}">
                <a16:creationId xmlns:a16="http://schemas.microsoft.com/office/drawing/2014/main" id="{4635C0CA-AD39-46D7-AF34-C79342CCF6D4}"/>
              </a:ext>
            </a:extLst>
          </p:cNvPr>
          <p:cNvCxnSpPr>
            <a:cxnSpLocks/>
          </p:cNvCxnSpPr>
          <p:nvPr/>
        </p:nvCxnSpPr>
        <p:spPr>
          <a:xfrm>
            <a:off x="5896884" y="1668840"/>
            <a:ext cx="0" cy="50279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6" name="Metin kutusu 15">
            <a:extLst>
              <a:ext uri="{FF2B5EF4-FFF2-40B4-BE49-F238E27FC236}">
                <a16:creationId xmlns:a16="http://schemas.microsoft.com/office/drawing/2014/main" id="{0246F714-F706-4E54-B95E-8068966981D5}"/>
              </a:ext>
            </a:extLst>
          </p:cNvPr>
          <p:cNvSpPr txBox="1"/>
          <p:nvPr/>
        </p:nvSpPr>
        <p:spPr>
          <a:xfrm>
            <a:off x="1408161" y="1857276"/>
            <a:ext cx="3607462" cy="417935"/>
          </a:xfrm>
          <a:prstGeom prst="rect">
            <a:avLst/>
          </a:prstGeom>
          <a:noFill/>
        </p:spPr>
        <p:txBody>
          <a:bodyPr wrap="none" rtlCol="0">
            <a:spAutoFit/>
          </a:bodyPr>
          <a:lstStyle/>
          <a:p>
            <a:r>
              <a:rPr lang="tr-TR" sz="2116" dirty="0">
                <a:solidFill>
                  <a:srgbClr val="3829FF"/>
                </a:solidFill>
                <a:latin typeface="Myriad Pro"/>
              </a:rPr>
              <a:t>Hareket Gümrük İdaresi Rolü</a:t>
            </a:r>
          </a:p>
        </p:txBody>
      </p:sp>
      <p:sp>
        <p:nvSpPr>
          <p:cNvPr id="21" name="Metin kutusu 20">
            <a:extLst>
              <a:ext uri="{FF2B5EF4-FFF2-40B4-BE49-F238E27FC236}">
                <a16:creationId xmlns:a16="http://schemas.microsoft.com/office/drawing/2014/main" id="{BAF9E2B9-41FA-486F-8622-BAE5AC8E186D}"/>
              </a:ext>
            </a:extLst>
          </p:cNvPr>
          <p:cNvSpPr txBox="1"/>
          <p:nvPr/>
        </p:nvSpPr>
        <p:spPr>
          <a:xfrm>
            <a:off x="1051246" y="4913142"/>
            <a:ext cx="1024639" cy="613117"/>
          </a:xfrm>
          <a:prstGeom prst="rect">
            <a:avLst/>
          </a:prstGeom>
          <a:noFill/>
        </p:spPr>
        <p:txBody>
          <a:bodyPr wrap="none" rtlCol="0">
            <a:spAutoFit/>
          </a:bodyPr>
          <a:lstStyle/>
          <a:p>
            <a:pPr algn="ctr"/>
            <a:r>
              <a:rPr lang="tr-TR" sz="1692" dirty="0">
                <a:solidFill>
                  <a:srgbClr val="3829FF"/>
                </a:solidFill>
                <a:latin typeface="Myriad Pro"/>
              </a:rPr>
              <a:t>DEP_REJ</a:t>
            </a:r>
          </a:p>
          <a:p>
            <a:pPr algn="ctr"/>
            <a:r>
              <a:rPr lang="tr-TR" sz="1692" dirty="0">
                <a:solidFill>
                  <a:srgbClr val="3829FF"/>
                </a:solidFill>
                <a:latin typeface="Myriad Pro"/>
              </a:rPr>
              <a:t>INV_DEC</a:t>
            </a:r>
          </a:p>
        </p:txBody>
      </p:sp>
      <p:sp>
        <p:nvSpPr>
          <p:cNvPr id="23" name="Metin kutusu 22">
            <a:extLst>
              <a:ext uri="{FF2B5EF4-FFF2-40B4-BE49-F238E27FC236}">
                <a16:creationId xmlns:a16="http://schemas.microsoft.com/office/drawing/2014/main" id="{A899F97F-90B4-4837-9618-94C14F01695F}"/>
              </a:ext>
            </a:extLst>
          </p:cNvPr>
          <p:cNvSpPr txBox="1"/>
          <p:nvPr/>
        </p:nvSpPr>
        <p:spPr>
          <a:xfrm>
            <a:off x="164295" y="2364674"/>
            <a:ext cx="5747472" cy="1938992"/>
          </a:xfrm>
          <a:prstGeom prst="rect">
            <a:avLst/>
          </a:prstGeom>
          <a:noFill/>
        </p:spPr>
        <p:txBody>
          <a:bodyPr wrap="none" rtlCol="0">
            <a:spAutoFit/>
          </a:bodyPr>
          <a:lstStyle/>
          <a:p>
            <a:pPr algn="ctr"/>
            <a:r>
              <a:rPr lang="tr-TR" sz="1500" dirty="0">
                <a:solidFill>
                  <a:srgbClr val="3829FF"/>
                </a:solidFill>
                <a:latin typeface="Myriad Pro"/>
              </a:rPr>
              <a:t>DEC_DAT </a:t>
            </a:r>
            <a:r>
              <a:rPr lang="tr-TR" sz="1500" dirty="0">
                <a:latin typeface="Myriad Pro"/>
              </a:rPr>
              <a:t>ve</a:t>
            </a:r>
            <a:r>
              <a:rPr lang="tr-TR" sz="1500" dirty="0">
                <a:solidFill>
                  <a:srgbClr val="3829FF"/>
                </a:solidFill>
                <a:latin typeface="Myriad Pro"/>
              </a:rPr>
              <a:t> POS_ACK </a:t>
            </a:r>
            <a:r>
              <a:rPr lang="tr-TR" sz="1500" dirty="0">
                <a:latin typeface="Myriad Pro"/>
              </a:rPr>
              <a:t>(30 günü geçtiyse belge geri çevrilmeli)</a:t>
            </a:r>
          </a:p>
          <a:p>
            <a:pPr algn="ctr"/>
            <a:r>
              <a:rPr lang="tr-TR" sz="1500" dirty="0">
                <a:solidFill>
                  <a:srgbClr val="3829FF"/>
                </a:solidFill>
                <a:latin typeface="Myriad Pro"/>
              </a:rPr>
              <a:t>DEP_REJ </a:t>
            </a:r>
            <a:r>
              <a:rPr lang="tr-TR" sz="1500" dirty="0">
                <a:latin typeface="Myriad Pro"/>
              </a:rPr>
              <a:t>(mükelleften kaynaklanan iptallerde 241/1 düzenlenmeli)</a:t>
            </a:r>
          </a:p>
          <a:p>
            <a:pPr algn="ctr"/>
            <a:r>
              <a:rPr lang="tr-TR" sz="1500" dirty="0">
                <a:solidFill>
                  <a:srgbClr val="3829FF"/>
                </a:solidFill>
                <a:latin typeface="Myriad Pro"/>
              </a:rPr>
              <a:t>DES_CON_NEG</a:t>
            </a:r>
            <a:r>
              <a:rPr lang="tr-TR" sz="1500" dirty="0">
                <a:latin typeface="Myriad Pro"/>
              </a:rPr>
              <a:t> ve </a:t>
            </a:r>
            <a:r>
              <a:rPr lang="tr-TR" sz="1500" dirty="0">
                <a:solidFill>
                  <a:srgbClr val="3829FF"/>
                </a:solidFill>
                <a:latin typeface="Myriad Pro"/>
              </a:rPr>
              <a:t>DIS_NOT </a:t>
            </a:r>
            <a:r>
              <a:rPr lang="tr-TR" sz="1500" dirty="0">
                <a:latin typeface="Myriad Pro"/>
              </a:rPr>
              <a:t>(eksiklik takibatı yapılacak ise)</a:t>
            </a:r>
          </a:p>
          <a:p>
            <a:pPr algn="ctr"/>
            <a:r>
              <a:rPr lang="tr-TR" sz="1500" dirty="0">
                <a:solidFill>
                  <a:srgbClr val="3829FF"/>
                </a:solidFill>
                <a:latin typeface="Myriad Pro"/>
              </a:rPr>
              <a:t>ENQ_REC </a:t>
            </a:r>
            <a:r>
              <a:rPr lang="tr-TR" sz="1500" dirty="0">
                <a:latin typeface="Myriad Pro"/>
              </a:rPr>
              <a:t>(varış araştırmaya geçmesi için uyarılmalı)</a:t>
            </a:r>
          </a:p>
          <a:p>
            <a:pPr algn="ctr"/>
            <a:r>
              <a:rPr lang="tr-TR" sz="1500" dirty="0">
                <a:solidFill>
                  <a:srgbClr val="3829FF"/>
                </a:solidFill>
                <a:latin typeface="Myriad Pro"/>
              </a:rPr>
              <a:t>ENQ_NEG </a:t>
            </a:r>
            <a:r>
              <a:rPr lang="tr-TR" sz="1500" dirty="0">
                <a:latin typeface="Myriad Pro"/>
              </a:rPr>
              <a:t>(varış 1 ile dönüş yapmış, asıl sorumluya gidilmeli)</a:t>
            </a:r>
          </a:p>
          <a:p>
            <a:pPr algn="ctr"/>
            <a:r>
              <a:rPr lang="tr-TR" sz="1500" dirty="0">
                <a:solidFill>
                  <a:srgbClr val="3829FF"/>
                </a:solidFill>
                <a:latin typeface="Myriad Pro"/>
              </a:rPr>
              <a:t>REQ_MOV </a:t>
            </a:r>
            <a:r>
              <a:rPr lang="tr-TR" sz="1500" dirty="0">
                <a:latin typeface="Myriad Pro"/>
              </a:rPr>
              <a:t>(asıl sorumlunun cevabı takip edilmeli)</a:t>
            </a:r>
          </a:p>
          <a:p>
            <a:pPr algn="ctr"/>
            <a:r>
              <a:rPr lang="tr-TR" sz="1500" dirty="0">
                <a:solidFill>
                  <a:srgbClr val="3829FF"/>
                </a:solidFill>
                <a:latin typeface="Myriad Pro"/>
              </a:rPr>
              <a:t>MOV_RSP </a:t>
            </a:r>
            <a:r>
              <a:rPr lang="tr-TR" sz="1500" dirty="0">
                <a:latin typeface="Myriad Pro"/>
              </a:rPr>
              <a:t>(asıl sorumlu olumsuz dönmüş, takip edilmeli)</a:t>
            </a:r>
          </a:p>
          <a:p>
            <a:pPr algn="ctr"/>
            <a:r>
              <a:rPr lang="tr-TR" sz="1500" dirty="0">
                <a:solidFill>
                  <a:srgbClr val="3829FF"/>
                </a:solidFill>
                <a:latin typeface="Myriad Pro"/>
              </a:rPr>
              <a:t>REC_REQ </a:t>
            </a:r>
            <a:r>
              <a:rPr lang="tr-TR" sz="1500" dirty="0">
                <a:latin typeface="Myriad Pro"/>
              </a:rPr>
              <a:t>(varış 4 ile dönüş yapmış, tahsilat yetkisini istiyor)</a:t>
            </a:r>
          </a:p>
        </p:txBody>
      </p:sp>
      <p:cxnSp>
        <p:nvCxnSpPr>
          <p:cNvPr id="29" name="Düz Bağlayıcı 28">
            <a:extLst>
              <a:ext uri="{FF2B5EF4-FFF2-40B4-BE49-F238E27FC236}">
                <a16:creationId xmlns:a16="http://schemas.microsoft.com/office/drawing/2014/main" id="{9D780087-DBE9-42B7-96E0-18263723D8DB}"/>
              </a:ext>
            </a:extLst>
          </p:cNvPr>
          <p:cNvCxnSpPr>
            <a:cxnSpLocks/>
          </p:cNvCxnSpPr>
          <p:nvPr/>
        </p:nvCxnSpPr>
        <p:spPr>
          <a:xfrm flipV="1">
            <a:off x="617178" y="2234552"/>
            <a:ext cx="10831949" cy="1476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Metin kutusu 30">
            <a:extLst>
              <a:ext uri="{FF2B5EF4-FFF2-40B4-BE49-F238E27FC236}">
                <a16:creationId xmlns:a16="http://schemas.microsoft.com/office/drawing/2014/main" id="{7C6639CD-250D-44E9-A5AB-F62BA8785CF9}"/>
              </a:ext>
            </a:extLst>
          </p:cNvPr>
          <p:cNvSpPr txBox="1"/>
          <p:nvPr/>
        </p:nvSpPr>
        <p:spPr>
          <a:xfrm>
            <a:off x="7084613" y="1853824"/>
            <a:ext cx="3242747" cy="417935"/>
          </a:xfrm>
          <a:prstGeom prst="rect">
            <a:avLst/>
          </a:prstGeom>
          <a:noFill/>
        </p:spPr>
        <p:txBody>
          <a:bodyPr wrap="none" rtlCol="0">
            <a:spAutoFit/>
          </a:bodyPr>
          <a:lstStyle/>
          <a:p>
            <a:r>
              <a:rPr lang="tr-TR" sz="2116" dirty="0">
                <a:solidFill>
                  <a:srgbClr val="FF0000"/>
                </a:solidFill>
                <a:latin typeface="Myriad Pro"/>
              </a:rPr>
              <a:t>Varış Gümrük İdaresi Rolü</a:t>
            </a:r>
          </a:p>
        </p:txBody>
      </p:sp>
      <p:sp>
        <p:nvSpPr>
          <p:cNvPr id="32" name="Sağ Ayraç 31">
            <a:extLst>
              <a:ext uri="{FF2B5EF4-FFF2-40B4-BE49-F238E27FC236}">
                <a16:creationId xmlns:a16="http://schemas.microsoft.com/office/drawing/2014/main" id="{CDD5E6FF-77C9-4CA9-966E-D7F44D28DDDD}"/>
              </a:ext>
            </a:extLst>
          </p:cNvPr>
          <p:cNvSpPr/>
          <p:nvPr/>
        </p:nvSpPr>
        <p:spPr>
          <a:xfrm rot="16200000" flipH="1">
            <a:off x="1369724" y="4910924"/>
            <a:ext cx="389337" cy="1359100"/>
          </a:xfrm>
          <a:prstGeom prst="rightBrace">
            <a:avLst/>
          </a:prstGeom>
          <a:ln>
            <a:solidFill>
              <a:srgbClr val="003399"/>
            </a:solidFill>
          </a:ln>
        </p:spPr>
        <p:style>
          <a:lnRef idx="3">
            <a:schemeClr val="accent2"/>
          </a:lnRef>
          <a:fillRef idx="0">
            <a:schemeClr val="accent2"/>
          </a:fillRef>
          <a:effectRef idx="2">
            <a:schemeClr val="accent2"/>
          </a:effectRef>
          <a:fontRef idx="minor">
            <a:schemeClr val="tx1"/>
          </a:fontRef>
        </p:style>
        <p:txBody>
          <a:bodyPr rtlCol="0" anchor="ctr"/>
          <a:lstStyle/>
          <a:p>
            <a:pPr algn="ctr"/>
            <a:r>
              <a:rPr lang="tr-TR" sz="1904" dirty="0">
                <a:latin typeface="Myriad Pro"/>
              </a:rPr>
              <a:t> </a:t>
            </a:r>
          </a:p>
        </p:txBody>
      </p:sp>
      <p:sp>
        <p:nvSpPr>
          <p:cNvPr id="33" name="Metin kutusu 32">
            <a:extLst>
              <a:ext uri="{FF2B5EF4-FFF2-40B4-BE49-F238E27FC236}">
                <a16:creationId xmlns:a16="http://schemas.microsoft.com/office/drawing/2014/main" id="{8D4CB748-B8E1-4165-98B0-9062B7A1A4DB}"/>
              </a:ext>
            </a:extLst>
          </p:cNvPr>
          <p:cNvSpPr txBox="1"/>
          <p:nvPr/>
        </p:nvSpPr>
        <p:spPr>
          <a:xfrm>
            <a:off x="344254" y="5819251"/>
            <a:ext cx="2580643" cy="352725"/>
          </a:xfrm>
          <a:prstGeom prst="rect">
            <a:avLst/>
          </a:prstGeom>
          <a:noFill/>
        </p:spPr>
        <p:txBody>
          <a:bodyPr wrap="none" rtlCol="0">
            <a:spAutoFit/>
          </a:bodyPr>
          <a:lstStyle/>
          <a:p>
            <a:r>
              <a:rPr lang="tr-TR" sz="1692" dirty="0">
                <a:latin typeface="Myriad Pro"/>
              </a:rPr>
              <a:t>Damga Vergisi Alındı Mı?</a:t>
            </a:r>
          </a:p>
        </p:txBody>
      </p:sp>
      <p:sp>
        <p:nvSpPr>
          <p:cNvPr id="34" name="Metin kutusu 33">
            <a:extLst>
              <a:ext uri="{FF2B5EF4-FFF2-40B4-BE49-F238E27FC236}">
                <a16:creationId xmlns:a16="http://schemas.microsoft.com/office/drawing/2014/main" id="{D9BD6A1E-083A-435B-A71F-BFB2CFCCCFEB}"/>
              </a:ext>
            </a:extLst>
          </p:cNvPr>
          <p:cNvSpPr txBox="1"/>
          <p:nvPr/>
        </p:nvSpPr>
        <p:spPr>
          <a:xfrm>
            <a:off x="3957448" y="4910890"/>
            <a:ext cx="1058175" cy="613117"/>
          </a:xfrm>
          <a:prstGeom prst="rect">
            <a:avLst/>
          </a:prstGeom>
          <a:noFill/>
        </p:spPr>
        <p:txBody>
          <a:bodyPr wrap="none" rtlCol="0">
            <a:spAutoFit/>
          </a:bodyPr>
          <a:lstStyle/>
          <a:p>
            <a:pPr algn="ctr"/>
            <a:r>
              <a:rPr lang="tr-TR" sz="1692" dirty="0">
                <a:solidFill>
                  <a:srgbClr val="3829FF"/>
                </a:solidFill>
                <a:latin typeface="Myriad Pro"/>
              </a:rPr>
              <a:t>INV_NOT</a:t>
            </a:r>
          </a:p>
          <a:p>
            <a:pPr algn="ctr"/>
            <a:r>
              <a:rPr lang="tr-TR" sz="1692" dirty="0">
                <a:solidFill>
                  <a:srgbClr val="3829FF"/>
                </a:solidFill>
                <a:latin typeface="Myriad Pro"/>
              </a:rPr>
              <a:t>REL_NOT</a:t>
            </a:r>
          </a:p>
        </p:txBody>
      </p:sp>
      <p:sp>
        <p:nvSpPr>
          <p:cNvPr id="35" name="Sağ Ayraç 34">
            <a:extLst>
              <a:ext uri="{FF2B5EF4-FFF2-40B4-BE49-F238E27FC236}">
                <a16:creationId xmlns:a16="http://schemas.microsoft.com/office/drawing/2014/main" id="{D16EA9F8-6920-463F-9FF7-6719EDF1C8E1}"/>
              </a:ext>
            </a:extLst>
          </p:cNvPr>
          <p:cNvSpPr/>
          <p:nvPr/>
        </p:nvSpPr>
        <p:spPr>
          <a:xfrm rot="16200000" flipH="1">
            <a:off x="4283310" y="5014851"/>
            <a:ext cx="389337" cy="1151245"/>
          </a:xfrm>
          <a:prstGeom prst="rightBrace">
            <a:avLst/>
          </a:prstGeom>
          <a:ln>
            <a:solidFill>
              <a:srgbClr val="003399"/>
            </a:solidFill>
          </a:ln>
        </p:spPr>
        <p:style>
          <a:lnRef idx="3">
            <a:schemeClr val="accent2"/>
          </a:lnRef>
          <a:fillRef idx="0">
            <a:schemeClr val="accent2"/>
          </a:fillRef>
          <a:effectRef idx="2">
            <a:schemeClr val="accent2"/>
          </a:effectRef>
          <a:fontRef idx="minor">
            <a:schemeClr val="tx1"/>
          </a:fontRef>
        </p:style>
        <p:txBody>
          <a:bodyPr rtlCol="0" anchor="ctr"/>
          <a:lstStyle/>
          <a:p>
            <a:pPr algn="ctr"/>
            <a:r>
              <a:rPr lang="tr-TR" sz="1904" dirty="0">
                <a:latin typeface="Myriad Pro"/>
              </a:rPr>
              <a:t> </a:t>
            </a:r>
          </a:p>
        </p:txBody>
      </p:sp>
      <p:sp>
        <p:nvSpPr>
          <p:cNvPr id="36" name="Metin kutusu 35">
            <a:extLst>
              <a:ext uri="{FF2B5EF4-FFF2-40B4-BE49-F238E27FC236}">
                <a16:creationId xmlns:a16="http://schemas.microsoft.com/office/drawing/2014/main" id="{BD0C61AE-6AB2-47A6-B9D1-8FEF992DE127}"/>
              </a:ext>
            </a:extLst>
          </p:cNvPr>
          <p:cNvSpPr txBox="1"/>
          <p:nvPr/>
        </p:nvSpPr>
        <p:spPr>
          <a:xfrm>
            <a:off x="3198680" y="5819251"/>
            <a:ext cx="2580643" cy="613117"/>
          </a:xfrm>
          <a:prstGeom prst="rect">
            <a:avLst/>
          </a:prstGeom>
          <a:noFill/>
        </p:spPr>
        <p:txBody>
          <a:bodyPr wrap="none" rtlCol="0">
            <a:spAutoFit/>
          </a:bodyPr>
          <a:lstStyle/>
          <a:p>
            <a:pPr algn="ctr"/>
            <a:r>
              <a:rPr lang="tr-TR" sz="1692" dirty="0">
                <a:latin typeface="Myriad Pro"/>
              </a:rPr>
              <a:t>Damga Vergisi Alındı Mı?</a:t>
            </a:r>
          </a:p>
          <a:p>
            <a:pPr algn="ctr"/>
            <a:r>
              <a:rPr lang="tr-TR" sz="1692" dirty="0">
                <a:latin typeface="Myriad Pro"/>
              </a:rPr>
              <a:t>241/1 Uygulandı Mı?</a:t>
            </a:r>
          </a:p>
        </p:txBody>
      </p:sp>
      <p:sp>
        <p:nvSpPr>
          <p:cNvPr id="37" name="Metin kutusu 36">
            <a:extLst>
              <a:ext uri="{FF2B5EF4-FFF2-40B4-BE49-F238E27FC236}">
                <a16:creationId xmlns:a16="http://schemas.microsoft.com/office/drawing/2014/main" id="{CA08B515-35D4-4C32-BDCF-9839D44A0F90}"/>
              </a:ext>
            </a:extLst>
          </p:cNvPr>
          <p:cNvSpPr txBox="1"/>
          <p:nvPr/>
        </p:nvSpPr>
        <p:spPr>
          <a:xfrm>
            <a:off x="6046377" y="2406809"/>
            <a:ext cx="5659194" cy="1708160"/>
          </a:xfrm>
          <a:prstGeom prst="rect">
            <a:avLst/>
          </a:prstGeom>
          <a:noFill/>
        </p:spPr>
        <p:txBody>
          <a:bodyPr wrap="square" rtlCol="0">
            <a:spAutoFit/>
          </a:bodyPr>
          <a:lstStyle/>
          <a:p>
            <a:pPr algn="ctr"/>
            <a:r>
              <a:rPr lang="tr-TR" sz="1500" dirty="0">
                <a:solidFill>
                  <a:srgbClr val="FF0000"/>
                </a:solidFill>
                <a:latin typeface="Myriad Pro"/>
              </a:rPr>
              <a:t>AAR_SND </a:t>
            </a:r>
            <a:r>
              <a:rPr lang="tr-TR" sz="1500" dirty="0">
                <a:latin typeface="Myriad Pro"/>
              </a:rPr>
              <a:t>(Türkiye’ye giriş yapmış mı?)</a:t>
            </a:r>
          </a:p>
          <a:p>
            <a:pPr algn="ctr"/>
            <a:r>
              <a:rPr lang="tr-TR" sz="1500" dirty="0">
                <a:solidFill>
                  <a:srgbClr val="FF0000"/>
                </a:solidFill>
                <a:latin typeface="Myriad Pro"/>
              </a:rPr>
              <a:t>ARR_ADV </a:t>
            </a:r>
            <a:r>
              <a:rPr lang="tr-TR" sz="1500" dirty="0">
                <a:latin typeface="Myriad Pro"/>
              </a:rPr>
              <a:t>ve </a:t>
            </a:r>
            <a:r>
              <a:rPr lang="tr-TR" sz="1500" dirty="0">
                <a:solidFill>
                  <a:srgbClr val="FF0000"/>
                </a:solidFill>
                <a:latin typeface="Myriad Pro"/>
              </a:rPr>
              <a:t>RED_LINE </a:t>
            </a:r>
            <a:r>
              <a:rPr lang="tr-TR" sz="1500" dirty="0">
                <a:latin typeface="Myriad Pro"/>
              </a:rPr>
              <a:t>(6 gün geçmiş mi?)</a:t>
            </a:r>
          </a:p>
          <a:p>
            <a:pPr algn="ctr"/>
            <a:r>
              <a:rPr lang="tr-TR" sz="1500" dirty="0">
                <a:solidFill>
                  <a:srgbClr val="FF0000"/>
                </a:solidFill>
                <a:latin typeface="Myriad Pro"/>
              </a:rPr>
              <a:t>ARR_RSP </a:t>
            </a:r>
            <a:r>
              <a:rPr lang="tr-TR" sz="1500" dirty="0">
                <a:latin typeface="Myriad Pro"/>
              </a:rPr>
              <a:t>(hareket cevap vermiş, varış işlemlerine devam edilmeli)</a:t>
            </a:r>
          </a:p>
          <a:p>
            <a:pPr algn="ctr"/>
            <a:r>
              <a:rPr lang="tr-TR" sz="1500" dirty="0">
                <a:solidFill>
                  <a:srgbClr val="FF0000"/>
                </a:solidFill>
                <a:latin typeface="Myriad Pro"/>
              </a:rPr>
              <a:t>DES_CON_NEG </a:t>
            </a:r>
            <a:r>
              <a:rPr lang="tr-TR" sz="1500" dirty="0">
                <a:latin typeface="Myriad Pro"/>
              </a:rPr>
              <a:t>ve</a:t>
            </a:r>
            <a:r>
              <a:rPr lang="tr-TR" sz="1500" dirty="0">
                <a:solidFill>
                  <a:srgbClr val="FF0000"/>
                </a:solidFill>
                <a:latin typeface="Myriad Pro"/>
              </a:rPr>
              <a:t> DIS_NOT </a:t>
            </a:r>
            <a:r>
              <a:rPr lang="tr-TR" sz="1500" dirty="0">
                <a:latin typeface="Myriad Pro"/>
              </a:rPr>
              <a:t>(fazlalık takibatı yapılıyor ise)</a:t>
            </a:r>
          </a:p>
          <a:p>
            <a:pPr algn="ctr"/>
            <a:r>
              <a:rPr lang="tr-TR" sz="1500" dirty="0">
                <a:solidFill>
                  <a:srgbClr val="FF0000"/>
                </a:solidFill>
                <a:latin typeface="Myriad Pro"/>
              </a:rPr>
              <a:t>ENQ_REQ </a:t>
            </a:r>
            <a:r>
              <a:rPr lang="tr-TR" sz="1500" dirty="0">
                <a:latin typeface="Myriad Pro"/>
              </a:rPr>
              <a:t>(dört koddan biriyle cevap verilmesi gerekir)</a:t>
            </a:r>
          </a:p>
          <a:p>
            <a:pPr algn="ctr"/>
            <a:r>
              <a:rPr lang="tr-TR" sz="1500" dirty="0">
                <a:solidFill>
                  <a:srgbClr val="FF0000"/>
                </a:solidFill>
                <a:latin typeface="Myriad Pro"/>
              </a:rPr>
              <a:t>REC_REQ </a:t>
            </a:r>
            <a:r>
              <a:rPr lang="tr-TR" sz="1500" dirty="0">
                <a:latin typeface="Myriad Pro"/>
              </a:rPr>
              <a:t>(tahsilat istendi, hareketin cevabı takip edilmeli)</a:t>
            </a:r>
          </a:p>
          <a:p>
            <a:pPr algn="ctr"/>
            <a:r>
              <a:rPr lang="tr-TR" sz="1500" dirty="0">
                <a:solidFill>
                  <a:srgbClr val="FF0000"/>
                </a:solidFill>
                <a:latin typeface="Myriad Pro"/>
              </a:rPr>
              <a:t>REC_ACC_POZ </a:t>
            </a:r>
            <a:r>
              <a:rPr lang="tr-TR" sz="1500" dirty="0">
                <a:latin typeface="Myriad Pro"/>
              </a:rPr>
              <a:t>(tahsilat yetkisi alındı, tahsilat yapılmalı)</a:t>
            </a:r>
          </a:p>
        </p:txBody>
      </p:sp>
      <p:cxnSp>
        <p:nvCxnSpPr>
          <p:cNvPr id="20" name="Düz Bağlayıcı 19">
            <a:extLst>
              <a:ext uri="{FF2B5EF4-FFF2-40B4-BE49-F238E27FC236}">
                <a16:creationId xmlns:a16="http://schemas.microsoft.com/office/drawing/2014/main" id="{D0369F13-DB3D-49BA-BF5A-BD00AA6628B6}"/>
              </a:ext>
            </a:extLst>
          </p:cNvPr>
          <p:cNvCxnSpPr>
            <a:cxnSpLocks/>
          </p:cNvCxnSpPr>
          <p:nvPr/>
        </p:nvCxnSpPr>
        <p:spPr>
          <a:xfrm>
            <a:off x="685302" y="4596712"/>
            <a:ext cx="4811963" cy="0"/>
          </a:xfrm>
          <a:prstGeom prst="line">
            <a:avLst/>
          </a:prstGeom>
          <a:ln>
            <a:solidFill>
              <a:srgbClr val="003399"/>
            </a:solidFill>
          </a:ln>
        </p:spPr>
        <p:style>
          <a:lnRef idx="2">
            <a:schemeClr val="accent1"/>
          </a:lnRef>
          <a:fillRef idx="0">
            <a:schemeClr val="accent1"/>
          </a:fillRef>
          <a:effectRef idx="1">
            <a:schemeClr val="accent1"/>
          </a:effectRef>
          <a:fontRef idx="minor">
            <a:schemeClr val="tx1"/>
          </a:fontRef>
        </p:style>
      </p:cxnSp>
      <p:sp>
        <p:nvSpPr>
          <p:cNvPr id="25" name="Content Placeholder 2">
            <a:extLst>
              <a:ext uri="{FF2B5EF4-FFF2-40B4-BE49-F238E27FC236}">
                <a16:creationId xmlns:a16="http://schemas.microsoft.com/office/drawing/2014/main" id="{6DAC3301-257C-4150-A315-83033219981C}"/>
              </a:ext>
            </a:extLst>
          </p:cNvPr>
          <p:cNvSpPr>
            <a:spLocks noGrp="1"/>
          </p:cNvSpPr>
          <p:nvPr>
            <p:ph idx="1"/>
          </p:nvPr>
        </p:nvSpPr>
        <p:spPr>
          <a:xfrm>
            <a:off x="1963016" y="634363"/>
            <a:ext cx="7989058" cy="300005"/>
          </a:xfrm>
        </p:spPr>
        <p:txBody>
          <a:bodyPr>
            <a:noAutofit/>
          </a:bodyPr>
          <a:lstStyle/>
          <a:p>
            <a:pPr marL="0" indent="0">
              <a:buNone/>
            </a:pPr>
            <a:r>
              <a:rPr lang="tr-TR" sz="1904" b="1" dirty="0">
                <a:latin typeface="Myriad Pro"/>
                <a:cs typeface="Myriad Pro"/>
              </a:rPr>
              <a:t>NCTS SORGULAMALARINDA ODAKLANILMASI GEREKEN STATÜLER</a:t>
            </a:r>
          </a:p>
        </p:txBody>
      </p:sp>
      <p:sp>
        <p:nvSpPr>
          <p:cNvPr id="17" name="Metin kutusu 16">
            <a:extLst>
              <a:ext uri="{FF2B5EF4-FFF2-40B4-BE49-F238E27FC236}">
                <a16:creationId xmlns:a16="http://schemas.microsoft.com/office/drawing/2014/main" id="{A14CAEAB-FE69-4F9D-9C75-7F469C460AF1}"/>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301240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animEffect transition="in" filter="fade">
                                      <p:cBhvr>
                                        <p:cTn id="23" dur="500"/>
                                        <p:tgtEl>
                                          <p:spTgt spid="2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3">
                                            <p:txEl>
                                              <p:pRg st="1" end="1"/>
                                            </p:txEl>
                                          </p:spTgt>
                                        </p:tgtEl>
                                        <p:attrNameLst>
                                          <p:attrName>style.visibility</p:attrName>
                                        </p:attrNameLst>
                                      </p:cBhvr>
                                      <p:to>
                                        <p:strVal val="visible"/>
                                      </p:to>
                                    </p:set>
                                    <p:animEffect transition="in" filter="fade">
                                      <p:cBhvr>
                                        <p:cTn id="28" dur="500"/>
                                        <p:tgtEl>
                                          <p:spTgt spid="23">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3">
                                            <p:txEl>
                                              <p:pRg st="2" end="2"/>
                                            </p:txEl>
                                          </p:spTgt>
                                        </p:tgtEl>
                                        <p:attrNameLst>
                                          <p:attrName>style.visibility</p:attrName>
                                        </p:attrNameLst>
                                      </p:cBhvr>
                                      <p:to>
                                        <p:strVal val="visible"/>
                                      </p:to>
                                    </p:set>
                                    <p:animEffect transition="in" filter="fade">
                                      <p:cBhvr>
                                        <p:cTn id="33" dur="500"/>
                                        <p:tgtEl>
                                          <p:spTgt spid="23">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3">
                                            <p:txEl>
                                              <p:pRg st="3" end="3"/>
                                            </p:txEl>
                                          </p:spTgt>
                                        </p:tgtEl>
                                        <p:attrNameLst>
                                          <p:attrName>style.visibility</p:attrName>
                                        </p:attrNameLst>
                                      </p:cBhvr>
                                      <p:to>
                                        <p:strVal val="visible"/>
                                      </p:to>
                                    </p:set>
                                    <p:animEffect transition="in" filter="fade">
                                      <p:cBhvr>
                                        <p:cTn id="38" dur="500"/>
                                        <p:tgtEl>
                                          <p:spTgt spid="2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xEl>
                                              <p:pRg st="4" end="4"/>
                                            </p:txEl>
                                          </p:spTgt>
                                        </p:tgtEl>
                                        <p:attrNameLst>
                                          <p:attrName>style.visibility</p:attrName>
                                        </p:attrNameLst>
                                      </p:cBhvr>
                                      <p:to>
                                        <p:strVal val="visible"/>
                                      </p:to>
                                    </p:set>
                                    <p:animEffect transition="in" filter="fade">
                                      <p:cBhvr>
                                        <p:cTn id="43" dur="500"/>
                                        <p:tgtEl>
                                          <p:spTgt spid="23">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3">
                                            <p:txEl>
                                              <p:pRg st="5" end="5"/>
                                            </p:txEl>
                                          </p:spTgt>
                                        </p:tgtEl>
                                        <p:attrNameLst>
                                          <p:attrName>style.visibility</p:attrName>
                                        </p:attrNameLst>
                                      </p:cBhvr>
                                      <p:to>
                                        <p:strVal val="visible"/>
                                      </p:to>
                                    </p:set>
                                    <p:animEffect transition="in" filter="fade">
                                      <p:cBhvr>
                                        <p:cTn id="48" dur="500"/>
                                        <p:tgtEl>
                                          <p:spTgt spid="23">
                                            <p:txEl>
                                              <p:pRg st="5" end="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3">
                                            <p:txEl>
                                              <p:pRg st="6" end="6"/>
                                            </p:txEl>
                                          </p:spTgt>
                                        </p:tgtEl>
                                        <p:attrNameLst>
                                          <p:attrName>style.visibility</p:attrName>
                                        </p:attrNameLst>
                                      </p:cBhvr>
                                      <p:to>
                                        <p:strVal val="visible"/>
                                      </p:to>
                                    </p:set>
                                    <p:animEffect transition="in" filter="fade">
                                      <p:cBhvr>
                                        <p:cTn id="53" dur="500"/>
                                        <p:tgtEl>
                                          <p:spTgt spid="23">
                                            <p:txEl>
                                              <p:pRg st="6" end="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3">
                                            <p:txEl>
                                              <p:pRg st="7" end="7"/>
                                            </p:txEl>
                                          </p:spTgt>
                                        </p:tgtEl>
                                        <p:attrNameLst>
                                          <p:attrName>style.visibility</p:attrName>
                                        </p:attrNameLst>
                                      </p:cBhvr>
                                      <p:to>
                                        <p:strVal val="visible"/>
                                      </p:to>
                                    </p:set>
                                    <p:animEffect transition="in" filter="fade">
                                      <p:cBhvr>
                                        <p:cTn id="58" dur="500"/>
                                        <p:tgtEl>
                                          <p:spTgt spid="2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5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500"/>
                                        <p:tgtEl>
                                          <p:spTgt spid="33"/>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500"/>
                                        <p:tgtEl>
                                          <p:spTgt spid="3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500"/>
                                        <p:tgtEl>
                                          <p:spTgt spid="3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500"/>
                                        <p:tgtEl>
                                          <p:spTgt spid="3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7">
                                            <p:txEl>
                                              <p:pRg st="0" end="0"/>
                                            </p:txEl>
                                          </p:spTgt>
                                        </p:tgtEl>
                                        <p:attrNameLst>
                                          <p:attrName>style.visibility</p:attrName>
                                        </p:attrNameLst>
                                      </p:cBhvr>
                                      <p:to>
                                        <p:strVal val="visible"/>
                                      </p:to>
                                    </p:set>
                                    <p:animEffect transition="in" filter="fade">
                                      <p:cBhvr>
                                        <p:cTn id="94" dur="500"/>
                                        <p:tgtEl>
                                          <p:spTgt spid="37">
                                            <p:txEl>
                                              <p:pRg st="0" end="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37">
                                            <p:txEl>
                                              <p:pRg st="1" end="1"/>
                                            </p:txEl>
                                          </p:spTgt>
                                        </p:tgtEl>
                                        <p:attrNameLst>
                                          <p:attrName>style.visibility</p:attrName>
                                        </p:attrNameLst>
                                      </p:cBhvr>
                                      <p:to>
                                        <p:strVal val="visible"/>
                                      </p:to>
                                    </p:set>
                                    <p:animEffect transition="in" filter="fade">
                                      <p:cBhvr>
                                        <p:cTn id="99" dur="500"/>
                                        <p:tgtEl>
                                          <p:spTgt spid="37">
                                            <p:txEl>
                                              <p:pRg st="1" end="1"/>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7">
                                            <p:txEl>
                                              <p:pRg st="2" end="2"/>
                                            </p:txEl>
                                          </p:spTgt>
                                        </p:tgtEl>
                                        <p:attrNameLst>
                                          <p:attrName>style.visibility</p:attrName>
                                        </p:attrNameLst>
                                      </p:cBhvr>
                                      <p:to>
                                        <p:strVal val="visible"/>
                                      </p:to>
                                    </p:set>
                                    <p:animEffect transition="in" filter="fade">
                                      <p:cBhvr>
                                        <p:cTn id="104" dur="500"/>
                                        <p:tgtEl>
                                          <p:spTgt spid="37">
                                            <p:txEl>
                                              <p:pRg st="2" end="2"/>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37">
                                            <p:txEl>
                                              <p:pRg st="3" end="3"/>
                                            </p:txEl>
                                          </p:spTgt>
                                        </p:tgtEl>
                                        <p:attrNameLst>
                                          <p:attrName>style.visibility</p:attrName>
                                        </p:attrNameLst>
                                      </p:cBhvr>
                                      <p:to>
                                        <p:strVal val="visible"/>
                                      </p:to>
                                    </p:set>
                                    <p:animEffect transition="in" filter="fade">
                                      <p:cBhvr>
                                        <p:cTn id="109" dur="500"/>
                                        <p:tgtEl>
                                          <p:spTgt spid="37">
                                            <p:txEl>
                                              <p:pRg st="3" end="3"/>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37">
                                            <p:txEl>
                                              <p:pRg st="4" end="4"/>
                                            </p:txEl>
                                          </p:spTgt>
                                        </p:tgtEl>
                                        <p:attrNameLst>
                                          <p:attrName>style.visibility</p:attrName>
                                        </p:attrNameLst>
                                      </p:cBhvr>
                                      <p:to>
                                        <p:strVal val="visible"/>
                                      </p:to>
                                    </p:set>
                                    <p:animEffect transition="in" filter="fade">
                                      <p:cBhvr>
                                        <p:cTn id="114" dur="500"/>
                                        <p:tgtEl>
                                          <p:spTgt spid="37">
                                            <p:txEl>
                                              <p:pRg st="4" end="4"/>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37">
                                            <p:txEl>
                                              <p:pRg st="5" end="5"/>
                                            </p:txEl>
                                          </p:spTgt>
                                        </p:tgtEl>
                                        <p:attrNameLst>
                                          <p:attrName>style.visibility</p:attrName>
                                        </p:attrNameLst>
                                      </p:cBhvr>
                                      <p:to>
                                        <p:strVal val="visible"/>
                                      </p:to>
                                    </p:set>
                                    <p:animEffect transition="in" filter="fade">
                                      <p:cBhvr>
                                        <p:cTn id="119" dur="500"/>
                                        <p:tgtEl>
                                          <p:spTgt spid="37">
                                            <p:txEl>
                                              <p:pRg st="5" end="5"/>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37">
                                            <p:txEl>
                                              <p:pRg st="6" end="6"/>
                                            </p:txEl>
                                          </p:spTgt>
                                        </p:tgtEl>
                                        <p:attrNameLst>
                                          <p:attrName>style.visibility</p:attrName>
                                        </p:attrNameLst>
                                      </p:cBhvr>
                                      <p:to>
                                        <p:strVal val="visible"/>
                                      </p:to>
                                    </p:set>
                                    <p:animEffect transition="in" filter="fade">
                                      <p:cBhvr>
                                        <p:cTn id="124" dur="500"/>
                                        <p:tgtEl>
                                          <p:spTgt spid="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p:bldP spid="31" grpId="0"/>
      <p:bldP spid="32" grpId="0" animBg="1"/>
      <p:bldP spid="33" grpId="0"/>
      <p:bldP spid="34" grpId="0"/>
      <p:bldP spid="35" grpId="0" animBg="1"/>
      <p:bldP spid="3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BELİRGİN ŞEKİLDE FARKLI ÇIKAN EŞYA </a:t>
            </a:r>
            <a:r>
              <a:rPr lang="tr-TR" sz="1000" b="1" i="1" dirty="0">
                <a:solidFill>
                  <a:srgbClr val="00B0F0"/>
                </a:solidFill>
                <a:latin typeface="Myriad Pro"/>
                <a:cs typeface="Times New Roman" pitchFamily="18" charset="0"/>
              </a:rPr>
              <a:t>{GY Md.243}</a:t>
            </a:r>
          </a:p>
          <a:p>
            <a:pPr marL="0" indent="0">
              <a:buNone/>
            </a:pPr>
            <a:endParaRPr lang="tr-TR" sz="1904" b="1" dirty="0">
              <a:latin typeface="Myriad Pro"/>
              <a:cs typeface="Myriad Pro"/>
            </a:endParaRPr>
          </a:p>
        </p:txBody>
      </p:sp>
      <p:sp>
        <p:nvSpPr>
          <p:cNvPr id="30" name="Dikdörtgen 29">
            <a:extLst>
              <a:ext uri="{FF2B5EF4-FFF2-40B4-BE49-F238E27FC236}">
                <a16:creationId xmlns:a16="http://schemas.microsoft.com/office/drawing/2014/main" id="{6CA7809C-3CD5-4982-93CF-AE640E3FA347}"/>
              </a:ext>
            </a:extLst>
          </p:cNvPr>
          <p:cNvSpPr/>
          <p:nvPr/>
        </p:nvSpPr>
        <p:spPr>
          <a:xfrm>
            <a:off x="1194572" y="1929737"/>
            <a:ext cx="8864457" cy="3901709"/>
          </a:xfrm>
          <a:prstGeom prst="rect">
            <a:avLst/>
          </a:prstGeom>
        </p:spPr>
        <p:txBody>
          <a:bodyPr wrap="square">
            <a:spAutoFit/>
          </a:bodyPr>
          <a:lstStyle/>
          <a:p>
            <a:pPr algn="just"/>
            <a:r>
              <a:rPr lang="tr-TR" sz="1904" dirty="0">
                <a:latin typeface="Myriad Pro"/>
                <a:cs typeface="Times New Roman" pitchFamily="18" charset="0"/>
              </a:rPr>
              <a:t>Türkiye Gümrük Bölgesine getirilerek transit rejimine konu edilen serbest dolaşımda olmayan eşyanın giriş gümrük idaresinde yapılan kontrolü neticesinde, </a:t>
            </a:r>
          </a:p>
          <a:p>
            <a:pPr algn="just"/>
            <a:endParaRPr lang="tr-TR" sz="1904" dirty="0">
              <a:latin typeface="Myriad Pro"/>
              <a:cs typeface="Times New Roman" pitchFamily="18" charset="0"/>
            </a:endParaRPr>
          </a:p>
          <a:p>
            <a:pPr algn="just"/>
            <a:r>
              <a:rPr lang="tr-TR" sz="1904" b="1" dirty="0">
                <a:latin typeface="Myriad Pro"/>
                <a:cs typeface="Times New Roman" pitchFamily="18" charset="0"/>
              </a:rPr>
              <a:t>Beyan edilenden açıkça farklı olduğu tahlil, teknik inceleme ve araştırmaya gerek olmaksızın kolayca anlaşılabilen, </a:t>
            </a:r>
          </a:p>
          <a:p>
            <a:pPr algn="just"/>
            <a:endParaRPr lang="tr-TR" sz="1904" b="1" dirty="0">
              <a:latin typeface="Myriad Pro"/>
              <a:cs typeface="Times New Roman" pitchFamily="18" charset="0"/>
            </a:endParaRPr>
          </a:p>
          <a:p>
            <a:pPr algn="just"/>
            <a:r>
              <a:rPr lang="tr-TR" sz="1904" dirty="0">
                <a:latin typeface="Myriad Pro"/>
                <a:cs typeface="Times New Roman" pitchFamily="18" charset="0"/>
              </a:rPr>
              <a:t>Gümrük vergileri ve/veya ticaret politikası önlemleri açısından farklılık oluşturan eşya, </a:t>
            </a:r>
          </a:p>
          <a:p>
            <a:pPr algn="just"/>
            <a:endParaRPr lang="tr-TR" sz="1904" b="1" dirty="0">
              <a:solidFill>
                <a:srgbClr val="FF0000"/>
              </a:solidFill>
              <a:latin typeface="Myriad Pro"/>
              <a:cs typeface="Times New Roman" pitchFamily="18" charset="0"/>
            </a:endParaRPr>
          </a:p>
          <a:p>
            <a:pPr algn="just"/>
            <a:r>
              <a:rPr lang="tr-TR" sz="1904" b="1" dirty="0">
                <a:solidFill>
                  <a:srgbClr val="FF0000"/>
                </a:solidFill>
                <a:latin typeface="Myriad Pro"/>
                <a:cs typeface="Times New Roman" pitchFamily="18" charset="0"/>
              </a:rPr>
              <a:t>Belirgin bir şekilde farklı cinste eşya olarak kabul edilir</a:t>
            </a:r>
            <a:r>
              <a:rPr lang="tr-TR" sz="1904" dirty="0">
                <a:latin typeface="Myriad Pro"/>
                <a:cs typeface="Times New Roman" pitchFamily="18" charset="0"/>
              </a:rPr>
              <a:t>. </a:t>
            </a:r>
          </a:p>
          <a:p>
            <a:pPr algn="just"/>
            <a:endParaRPr lang="tr-TR" sz="1904" dirty="0">
              <a:latin typeface="Myriad Pro"/>
              <a:cs typeface="Times New Roman" pitchFamily="18" charset="0"/>
            </a:endParaRPr>
          </a:p>
          <a:p>
            <a:pPr algn="just"/>
            <a:r>
              <a:rPr lang="tr-TR" sz="1904" dirty="0">
                <a:latin typeface="Myriad Pro"/>
                <a:cs typeface="Times New Roman" pitchFamily="18" charset="0"/>
              </a:rPr>
              <a:t>Kanunun 235 inci maddesinin beşinci fıkrası uyarınca idari para cezasının uygulanmasını müteakip eşyanın sevkine izin verilir.</a:t>
            </a:r>
          </a:p>
        </p:txBody>
      </p:sp>
      <p:sp>
        <p:nvSpPr>
          <p:cNvPr id="5" name="Metin kutusu 4">
            <a:extLst>
              <a:ext uri="{FF2B5EF4-FFF2-40B4-BE49-F238E27FC236}">
                <a16:creationId xmlns:a16="http://schemas.microsoft.com/office/drawing/2014/main" id="{EA78EE95-2547-4471-891B-1557D517AD77}"/>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421026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2" end="2"/>
                                            </p:txEl>
                                          </p:spTgt>
                                        </p:tgtEl>
                                        <p:attrNameLst>
                                          <p:attrName>style.visibility</p:attrName>
                                        </p:attrNameLst>
                                      </p:cBhvr>
                                      <p:to>
                                        <p:strVal val="visible"/>
                                      </p:to>
                                    </p:set>
                                    <p:animEffect transition="in" filter="fade">
                                      <p:cBhvr>
                                        <p:cTn id="12" dur="500"/>
                                        <p:tgtEl>
                                          <p:spTgt spid="3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4" end="4"/>
                                            </p:txEl>
                                          </p:spTgt>
                                        </p:tgtEl>
                                        <p:attrNameLst>
                                          <p:attrName>style.visibility</p:attrName>
                                        </p:attrNameLst>
                                      </p:cBhvr>
                                      <p:to>
                                        <p:strVal val="visible"/>
                                      </p:to>
                                    </p:set>
                                    <p:animEffect transition="in" filter="fade">
                                      <p:cBhvr>
                                        <p:cTn id="17" dur="500"/>
                                        <p:tgtEl>
                                          <p:spTgt spid="3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6" end="6"/>
                                            </p:txEl>
                                          </p:spTgt>
                                        </p:tgtEl>
                                        <p:attrNameLst>
                                          <p:attrName>style.visibility</p:attrName>
                                        </p:attrNameLst>
                                      </p:cBhvr>
                                      <p:to>
                                        <p:strVal val="visible"/>
                                      </p:to>
                                    </p:set>
                                    <p:animEffect transition="in" filter="fade">
                                      <p:cBhvr>
                                        <p:cTn id="22" dur="500"/>
                                        <p:tgtEl>
                                          <p:spTgt spid="3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xEl>
                                              <p:pRg st="8" end="8"/>
                                            </p:txEl>
                                          </p:spTgt>
                                        </p:tgtEl>
                                        <p:attrNameLst>
                                          <p:attrName>style.visibility</p:attrName>
                                        </p:attrNameLst>
                                      </p:cBhvr>
                                      <p:to>
                                        <p:strVal val="visible"/>
                                      </p:to>
                                    </p:set>
                                    <p:animEffect transition="in" filter="fade">
                                      <p:cBhvr>
                                        <p:cTn id="27" dur="500"/>
                                        <p:tgtEl>
                                          <p:spTgt spid="3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497CA7F0-46A9-46D4-88DB-368230AA81E8}"/>
              </a:ext>
            </a:extLst>
          </p:cNvPr>
          <p:cNvSpPr/>
          <p:nvPr/>
        </p:nvSpPr>
        <p:spPr>
          <a:xfrm>
            <a:off x="1021991" y="1621419"/>
            <a:ext cx="10290259" cy="1850443"/>
          </a:xfrm>
          <a:prstGeom prst="rect">
            <a:avLst/>
          </a:prstGeom>
        </p:spPr>
        <p:txBody>
          <a:bodyPr wrap="square">
            <a:spAutoFit/>
          </a:bodyPr>
          <a:lstStyle/>
          <a:p>
            <a:pPr marL="362720" indent="-362720" algn="just">
              <a:buFont typeface="Wingdings" panose="05000000000000000000" pitchFamily="2" charset="2"/>
              <a:buChar char="Ø"/>
            </a:pPr>
            <a:r>
              <a:rPr lang="tr-TR" sz="2116" b="1" i="1" u="sng" dirty="0">
                <a:latin typeface="Myriad Pro"/>
                <a:cs typeface="Times New Roman" pitchFamily="18" charset="0"/>
              </a:rPr>
              <a:t>Gümrük Kanunu 235/5. Madde</a:t>
            </a:r>
          </a:p>
          <a:p>
            <a:pPr marL="362720" indent="-362720" algn="just">
              <a:buFont typeface="Wingdings" panose="05000000000000000000" pitchFamily="2" charset="2"/>
              <a:buChar char="Ø"/>
            </a:pPr>
            <a:endParaRPr lang="tr-TR" sz="1692" u="sng" dirty="0">
              <a:latin typeface="Myriad Pro"/>
              <a:cs typeface="Times New Roman" panose="02020603050405020304" pitchFamily="18" charset="0"/>
            </a:endParaRPr>
          </a:p>
          <a:p>
            <a:pPr algn="just"/>
            <a:r>
              <a:rPr lang="tr-TR" sz="1904" dirty="0">
                <a:latin typeface="Myriad Pro"/>
                <a:cs typeface="Times New Roman" panose="02020603050405020304" pitchFamily="18" charset="0"/>
              </a:rPr>
              <a:t>       </a:t>
            </a:r>
            <a:r>
              <a:rPr lang="tr-TR" sz="1904" b="1" dirty="0">
                <a:latin typeface="Myriad Pro"/>
              </a:rPr>
              <a:t>Transit rejimine konu edilen serbest dolaşımda olmayan eşyanın</a:t>
            </a:r>
            <a:r>
              <a:rPr lang="tr-TR" sz="1904" dirty="0">
                <a:latin typeface="Myriad Pro"/>
              </a:rPr>
              <a:t>, </a:t>
            </a:r>
            <a:r>
              <a:rPr lang="tr-TR" sz="1904" dirty="0">
                <a:solidFill>
                  <a:srgbClr val="FF0000"/>
                </a:solidFill>
                <a:latin typeface="Myriad Pro"/>
              </a:rPr>
              <a:t>hareket gümrük idaresinden sevk edilmesinden sonra,</a:t>
            </a:r>
            <a:r>
              <a:rPr lang="tr-TR" sz="1904" dirty="0">
                <a:latin typeface="Myriad Pro"/>
              </a:rPr>
              <a:t> </a:t>
            </a:r>
            <a:r>
              <a:rPr lang="tr-TR" sz="1904" dirty="0">
                <a:solidFill>
                  <a:srgbClr val="FF0000"/>
                </a:solidFill>
                <a:latin typeface="Myriad Pro"/>
              </a:rPr>
              <a:t>varış gümrük idaresine varışından önce </a:t>
            </a:r>
            <a:r>
              <a:rPr lang="tr-TR" sz="1904" dirty="0">
                <a:latin typeface="Myriad Pro"/>
              </a:rPr>
              <a:t>ya da </a:t>
            </a:r>
            <a:r>
              <a:rPr lang="tr-TR" sz="1904" dirty="0">
                <a:solidFill>
                  <a:srgbClr val="3829FF"/>
                </a:solidFill>
                <a:latin typeface="Myriad Pro"/>
              </a:rPr>
              <a:t>varış gümrük idaresinde yapılan kontrolü veya muayenesi sonucunda </a:t>
            </a:r>
            <a:r>
              <a:rPr lang="tr-TR" sz="1904" b="1" dirty="0">
                <a:latin typeface="Myriad Pro"/>
              </a:rPr>
              <a:t>beyana göre eksiklik veya fazlalık tespit edilmesi hâlinde</a:t>
            </a:r>
            <a:r>
              <a:rPr lang="tr-TR" sz="1904" dirty="0">
                <a:latin typeface="Myriad Pro"/>
              </a:rPr>
              <a:t>;</a:t>
            </a:r>
            <a:endParaRPr lang="tr-TR" sz="1692" dirty="0">
              <a:latin typeface="Myriad Pro"/>
              <a:cs typeface="Times New Roman" panose="02020603050405020304" pitchFamily="18" charset="0"/>
            </a:endParaRPr>
          </a:p>
        </p:txBody>
      </p:sp>
      <p:sp>
        <p:nvSpPr>
          <p:cNvPr id="2" name="Sağ Ok 1"/>
          <p:cNvSpPr/>
          <p:nvPr/>
        </p:nvSpPr>
        <p:spPr>
          <a:xfrm>
            <a:off x="1156862" y="3895654"/>
            <a:ext cx="506668" cy="316855"/>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4" name="Sağ Ok 13"/>
          <p:cNvSpPr/>
          <p:nvPr/>
        </p:nvSpPr>
        <p:spPr>
          <a:xfrm>
            <a:off x="1156862" y="5071818"/>
            <a:ext cx="506668" cy="316855"/>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6" name="Metin kutusu 15"/>
          <p:cNvSpPr txBox="1"/>
          <p:nvPr/>
        </p:nvSpPr>
        <p:spPr>
          <a:xfrm>
            <a:off x="1687037" y="3847859"/>
            <a:ext cx="9450413" cy="971420"/>
          </a:xfrm>
          <a:prstGeom prst="rect">
            <a:avLst/>
          </a:prstGeom>
          <a:noFill/>
        </p:spPr>
        <p:txBody>
          <a:bodyPr wrap="square" rtlCol="0">
            <a:spAutoFit/>
          </a:bodyPr>
          <a:lstStyle/>
          <a:p>
            <a:pPr algn="just"/>
            <a:r>
              <a:rPr lang="tr-TR" sz="1904" dirty="0">
                <a:latin typeface="Myriad Pro"/>
              </a:rPr>
              <a:t>c) Beyana göre eksik olduğunun tespit edilmesi hâlinde, </a:t>
            </a:r>
            <a:r>
              <a:rPr lang="tr-TR" sz="1904" b="1" dirty="0">
                <a:latin typeface="Myriad Pro"/>
              </a:rPr>
              <a:t>eksik çıkan eşyaya ilişkin </a:t>
            </a:r>
            <a:r>
              <a:rPr lang="tr-TR" sz="1904" b="1" dirty="0">
                <a:solidFill>
                  <a:srgbClr val="FF0000"/>
                </a:solidFill>
                <a:latin typeface="Myriad Pro"/>
              </a:rPr>
              <a:t>gümrük vergilerinin alınmasının yanı sıra,</a:t>
            </a:r>
            <a:r>
              <a:rPr lang="tr-TR" sz="1904" dirty="0">
                <a:solidFill>
                  <a:srgbClr val="FF0000"/>
                </a:solidFill>
                <a:latin typeface="Myriad Pro"/>
              </a:rPr>
              <a:t> </a:t>
            </a:r>
            <a:r>
              <a:rPr lang="tr-TR" sz="1904" b="1" dirty="0">
                <a:solidFill>
                  <a:srgbClr val="FF0000"/>
                </a:solidFill>
                <a:latin typeface="Myriad Pro"/>
              </a:rPr>
              <a:t>eşyanın gümrük vergilerinin iki katı idari para cezası verilir.</a:t>
            </a:r>
            <a:endParaRPr lang="tr-TR" sz="1904" b="1" dirty="0">
              <a:latin typeface="Myriad Pro"/>
            </a:endParaRPr>
          </a:p>
        </p:txBody>
      </p:sp>
      <p:sp>
        <p:nvSpPr>
          <p:cNvPr id="18" name="Metin kutusu 17"/>
          <p:cNvSpPr txBox="1"/>
          <p:nvPr/>
        </p:nvSpPr>
        <p:spPr>
          <a:xfrm>
            <a:off x="1663530" y="5028314"/>
            <a:ext cx="9450413" cy="678391"/>
          </a:xfrm>
          <a:prstGeom prst="rect">
            <a:avLst/>
          </a:prstGeom>
          <a:noFill/>
        </p:spPr>
        <p:txBody>
          <a:bodyPr wrap="square" rtlCol="0">
            <a:spAutoFit/>
          </a:bodyPr>
          <a:lstStyle/>
          <a:p>
            <a:pPr algn="just"/>
            <a:r>
              <a:rPr lang="tr-TR" sz="1904" dirty="0">
                <a:latin typeface="Myriad Pro"/>
              </a:rPr>
              <a:t>d) Beyana göre fazla olduğunun tespit edilmesi hâlinde, </a:t>
            </a:r>
            <a:r>
              <a:rPr lang="tr-TR" sz="1904" b="1" dirty="0">
                <a:latin typeface="Myriad Pro"/>
              </a:rPr>
              <a:t>fazla çıkan eşyanın </a:t>
            </a:r>
            <a:r>
              <a:rPr lang="tr-TR" sz="1904" b="1" dirty="0">
                <a:solidFill>
                  <a:srgbClr val="FF0000"/>
                </a:solidFill>
                <a:latin typeface="Myriad Pro"/>
              </a:rPr>
              <a:t>gümrük vergileri kadar idari para cezası verilir </a:t>
            </a:r>
            <a:r>
              <a:rPr lang="tr-TR" sz="1904" dirty="0">
                <a:latin typeface="Myriad Pro"/>
              </a:rPr>
              <a:t>ve </a:t>
            </a:r>
            <a:r>
              <a:rPr lang="tr-TR" sz="1904" b="1" dirty="0">
                <a:solidFill>
                  <a:srgbClr val="FF0000"/>
                </a:solidFill>
                <a:latin typeface="Myriad Pro"/>
              </a:rPr>
              <a:t>fazla çıkan eşya tasfiyeye tabi tutulur.</a:t>
            </a:r>
            <a:endParaRPr lang="tr-TR" sz="1692" b="1" dirty="0">
              <a:solidFill>
                <a:srgbClr val="FF0000"/>
              </a:solidFill>
              <a:latin typeface="Myriad Pro"/>
              <a:cs typeface="Times New Roman" panose="02020603050405020304" pitchFamily="18" charset="0"/>
            </a:endParaRPr>
          </a:p>
        </p:txBody>
      </p:sp>
      <p:sp>
        <p:nvSpPr>
          <p:cNvPr id="20" name="Content Placeholder 2">
            <a:extLst>
              <a:ext uri="{FF2B5EF4-FFF2-40B4-BE49-F238E27FC236}">
                <a16:creationId xmlns:a16="http://schemas.microsoft.com/office/drawing/2014/main" id="{540CB36E-1D37-46C0-837B-DEC1B0552A84}"/>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BELİRGİN ŞEKİLDE FARKLI ÇIKAN EŞYA </a:t>
            </a:r>
            <a:r>
              <a:rPr lang="tr-TR" sz="1000" b="1" i="1" dirty="0">
                <a:solidFill>
                  <a:srgbClr val="00B0F0"/>
                </a:solidFill>
                <a:latin typeface="Myriad Pro"/>
                <a:cs typeface="Times New Roman" pitchFamily="18" charset="0"/>
              </a:rPr>
              <a:t>{GY Md.243}</a:t>
            </a:r>
          </a:p>
        </p:txBody>
      </p:sp>
      <p:sp>
        <p:nvSpPr>
          <p:cNvPr id="10" name="Metin kutusu 9">
            <a:extLst>
              <a:ext uri="{FF2B5EF4-FFF2-40B4-BE49-F238E27FC236}">
                <a16:creationId xmlns:a16="http://schemas.microsoft.com/office/drawing/2014/main" id="{3DC75C01-C2D9-4098-85FD-DC4A10E9BDC7}"/>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
        <p:nvSpPr>
          <p:cNvPr id="11" name="Metin kutusu 10">
            <a:extLst>
              <a:ext uri="{FF2B5EF4-FFF2-40B4-BE49-F238E27FC236}">
                <a16:creationId xmlns:a16="http://schemas.microsoft.com/office/drawing/2014/main" id="{AB0C3C32-B018-4AAB-AAA0-9E97A4398499}"/>
              </a:ext>
            </a:extLst>
          </p:cNvPr>
          <p:cNvSpPr txBox="1"/>
          <p:nvPr/>
        </p:nvSpPr>
        <p:spPr>
          <a:xfrm>
            <a:off x="1982636" y="65916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031609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500"/>
                                        <p:tgtEl>
                                          <p:spTgt spid="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6" grpId="0"/>
      <p:bldP spid="1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BELİRGİN ŞEKİLDE FARKLI ÇIKAN EŞYA </a:t>
            </a:r>
            <a:r>
              <a:rPr lang="tr-TR" sz="1000" b="1" i="1" dirty="0">
                <a:solidFill>
                  <a:srgbClr val="00B0F0"/>
                </a:solidFill>
                <a:latin typeface="Myriad Pro"/>
                <a:cs typeface="Times New Roman" pitchFamily="18" charset="0"/>
              </a:rPr>
              <a:t>{GY Md.243}</a:t>
            </a:r>
          </a:p>
          <a:p>
            <a:pPr marL="0" indent="0">
              <a:buNone/>
            </a:pPr>
            <a:endParaRPr lang="tr-TR" sz="1904" b="1" dirty="0">
              <a:latin typeface="Myriad Pro"/>
              <a:cs typeface="Myriad Pro"/>
            </a:endParaRPr>
          </a:p>
        </p:txBody>
      </p:sp>
      <p:sp>
        <p:nvSpPr>
          <p:cNvPr id="7" name="Dikdörtgen 6">
            <a:extLst>
              <a:ext uri="{FF2B5EF4-FFF2-40B4-BE49-F238E27FC236}">
                <a16:creationId xmlns:a16="http://schemas.microsoft.com/office/drawing/2014/main" id="{9B125280-C0C8-4795-9D55-42C22214CA1F}"/>
              </a:ext>
            </a:extLst>
          </p:cNvPr>
          <p:cNvSpPr/>
          <p:nvPr/>
        </p:nvSpPr>
        <p:spPr>
          <a:xfrm>
            <a:off x="1034950" y="1284689"/>
            <a:ext cx="9264071" cy="1003929"/>
          </a:xfrm>
          <a:prstGeom prst="rect">
            <a:avLst/>
          </a:prstGeom>
        </p:spPr>
        <p:txBody>
          <a:bodyPr wrap="square">
            <a:spAutoFit/>
          </a:bodyPr>
          <a:lstStyle/>
          <a:p>
            <a:pPr marL="362720" indent="-362720" algn="just">
              <a:buFont typeface="Wingdings" panose="05000000000000000000" pitchFamily="2" charset="2"/>
              <a:buChar char="Ø"/>
            </a:pPr>
            <a:endParaRPr lang="tr-TR" sz="2116" i="1" u="sng" dirty="0">
              <a:latin typeface="Myriad Pro"/>
              <a:cs typeface="Times New Roman" pitchFamily="18" charset="0"/>
            </a:endParaRPr>
          </a:p>
          <a:p>
            <a:pPr marL="362720" indent="-362720" algn="just">
              <a:buFont typeface="Wingdings" panose="05000000000000000000" pitchFamily="2" charset="2"/>
              <a:buChar char="Ø"/>
            </a:pPr>
            <a:r>
              <a:rPr lang="tr-TR" sz="2116" b="1" i="1" u="sng" dirty="0">
                <a:latin typeface="Myriad Pro"/>
                <a:cs typeface="Times New Roman" pitchFamily="18" charset="0"/>
              </a:rPr>
              <a:t>Gümrük Kanunu 235/5. Madde</a:t>
            </a:r>
          </a:p>
          <a:p>
            <a:pPr algn="just"/>
            <a:endParaRPr lang="tr-TR" sz="1692" u="sng" dirty="0">
              <a:latin typeface="Myriad Pro"/>
              <a:cs typeface="Times New Roman" panose="02020603050405020304" pitchFamily="18" charset="0"/>
            </a:endParaRPr>
          </a:p>
        </p:txBody>
      </p:sp>
      <p:sp>
        <p:nvSpPr>
          <p:cNvPr id="12" name="İçerik Yer Tutucusu 2">
            <a:extLst>
              <a:ext uri="{FF2B5EF4-FFF2-40B4-BE49-F238E27FC236}">
                <a16:creationId xmlns:a16="http://schemas.microsoft.com/office/drawing/2014/main" id="{DBE74251-F7D2-416E-A48F-BFF6E27445FD}"/>
              </a:ext>
            </a:extLst>
          </p:cNvPr>
          <p:cNvSpPr txBox="1">
            <a:spLocks/>
          </p:cNvSpPr>
          <p:nvPr/>
        </p:nvSpPr>
        <p:spPr>
          <a:xfrm>
            <a:off x="1338734" y="2202933"/>
            <a:ext cx="7570337" cy="103315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dirty="0">
                <a:latin typeface="Myriad Pro"/>
              </a:rPr>
              <a:t>Bu maddenin uygulanmasında beyan farklılığı yalnız başına yeterli değildir. </a:t>
            </a:r>
          </a:p>
          <a:p>
            <a:pPr marL="0" indent="0">
              <a:buNone/>
            </a:pPr>
            <a:endParaRPr lang="tr-TR" sz="1904" dirty="0">
              <a:latin typeface="Myriad Pro"/>
            </a:endParaRPr>
          </a:p>
          <a:p>
            <a:pPr marL="0" indent="0">
              <a:buNone/>
            </a:pPr>
            <a:r>
              <a:rPr lang="tr-TR" sz="1904" dirty="0">
                <a:latin typeface="Myriad Pro"/>
              </a:rPr>
              <a:t>Bu maddeye göre ceza uygulanabilmesi için, </a:t>
            </a:r>
          </a:p>
        </p:txBody>
      </p:sp>
      <p:sp>
        <p:nvSpPr>
          <p:cNvPr id="13" name="Metin kutusu 12">
            <a:extLst>
              <a:ext uri="{FF2B5EF4-FFF2-40B4-BE49-F238E27FC236}">
                <a16:creationId xmlns:a16="http://schemas.microsoft.com/office/drawing/2014/main" id="{427B0071-06BE-4CF5-8B1C-CCDD69E29077}"/>
              </a:ext>
            </a:extLst>
          </p:cNvPr>
          <p:cNvSpPr txBox="1"/>
          <p:nvPr/>
        </p:nvSpPr>
        <p:spPr>
          <a:xfrm>
            <a:off x="1338735" y="3517239"/>
            <a:ext cx="7597570" cy="3022622"/>
          </a:xfrm>
          <a:prstGeom prst="rect">
            <a:avLst/>
          </a:prstGeom>
          <a:noFill/>
        </p:spPr>
        <p:txBody>
          <a:bodyPr wrap="square" rtlCol="0">
            <a:spAutoFit/>
          </a:bodyPr>
          <a:lstStyle/>
          <a:p>
            <a:r>
              <a:rPr lang="tr-TR" sz="1904" dirty="0">
                <a:latin typeface="Myriad Pro"/>
              </a:rPr>
              <a:t>- Eşyanın </a:t>
            </a:r>
            <a:r>
              <a:rPr lang="tr-TR" sz="1904" b="1" dirty="0">
                <a:latin typeface="Myriad Pro"/>
              </a:rPr>
              <a:t>belirgin bir şekilde farklı cinste </a:t>
            </a:r>
            <a:r>
              <a:rPr lang="tr-TR" sz="1904" dirty="0">
                <a:latin typeface="Myriad Pro"/>
              </a:rPr>
              <a:t>olması </a:t>
            </a:r>
          </a:p>
          <a:p>
            <a:endParaRPr lang="tr-TR" sz="1904" dirty="0">
              <a:latin typeface="Myriad Pro"/>
            </a:endParaRPr>
          </a:p>
          <a:p>
            <a:r>
              <a:rPr lang="tr-TR" sz="1904" i="1" u="sng" dirty="0">
                <a:latin typeface="Myriad Pro"/>
              </a:rPr>
              <a:t>aynı zamanda</a:t>
            </a:r>
            <a:r>
              <a:rPr lang="tr-TR" sz="1904" i="1" dirty="0">
                <a:latin typeface="Myriad Pro"/>
              </a:rPr>
              <a:t> </a:t>
            </a:r>
          </a:p>
          <a:p>
            <a:endParaRPr lang="tr-TR" sz="1904" dirty="0">
              <a:latin typeface="Myriad Pro"/>
            </a:endParaRPr>
          </a:p>
          <a:p>
            <a:r>
              <a:rPr lang="tr-TR" sz="1904" dirty="0">
                <a:latin typeface="Myriad Pro"/>
              </a:rPr>
              <a:t>- Gümrük vergileri ve/veya ticaret politikası önlemleri açısından </a:t>
            </a:r>
          </a:p>
          <a:p>
            <a:r>
              <a:rPr lang="tr-TR" sz="1904" b="1" dirty="0">
                <a:solidFill>
                  <a:srgbClr val="FF0000"/>
                </a:solidFill>
                <a:latin typeface="Myriad Pro"/>
              </a:rPr>
              <a:t>beyan sahibi lehine bir durum oluşturması</a:t>
            </a:r>
            <a:r>
              <a:rPr lang="tr-TR" sz="1904" dirty="0">
                <a:solidFill>
                  <a:srgbClr val="FF0000"/>
                </a:solidFill>
                <a:latin typeface="Myriad Pro"/>
              </a:rPr>
              <a:t> </a:t>
            </a:r>
            <a:r>
              <a:rPr lang="tr-TR" sz="1904" dirty="0">
                <a:latin typeface="Myriad Pro"/>
              </a:rPr>
              <a:t>da gerekmektedir.</a:t>
            </a:r>
          </a:p>
          <a:p>
            <a:endParaRPr lang="tr-TR" sz="1904" dirty="0">
              <a:latin typeface="Myriad Pro"/>
            </a:endParaRPr>
          </a:p>
          <a:p>
            <a:r>
              <a:rPr lang="tr-TR" sz="1904" i="1" dirty="0">
                <a:latin typeface="Myriad Pro"/>
              </a:rPr>
              <a:t>Transit beyanında yer almayan beyan harici eşya için de </a:t>
            </a:r>
          </a:p>
          <a:p>
            <a:r>
              <a:rPr lang="tr-TR" sz="1904" i="1" dirty="0">
                <a:latin typeface="Myriad Pro"/>
              </a:rPr>
              <a:t>235/5 maddesinin (a) ya da (b) fıkrası uygulanır.</a:t>
            </a:r>
          </a:p>
          <a:p>
            <a:endParaRPr lang="tr-TR" sz="1904" dirty="0">
              <a:latin typeface="Myriad Pro"/>
            </a:endParaRPr>
          </a:p>
        </p:txBody>
      </p:sp>
    </p:spTree>
    <p:extLst>
      <p:ext uri="{BB962C8B-B14F-4D97-AF65-F5344CB8AC3E}">
        <p14:creationId xmlns:p14="http://schemas.microsoft.com/office/powerpoint/2010/main" val="1483422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fade">
                                      <p:cBhvr>
                                        <p:cTn id="22" dur="5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animEffect transition="in" filter="fade">
                                      <p:cBhvr>
                                        <p:cTn id="27" dur="500"/>
                                        <p:tgtEl>
                                          <p:spTgt spid="1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4" end="4"/>
                                            </p:txEl>
                                          </p:spTgt>
                                        </p:tgtEl>
                                        <p:attrNameLst>
                                          <p:attrName>style.visibility</p:attrName>
                                        </p:attrNameLst>
                                      </p:cBhvr>
                                      <p:to>
                                        <p:strVal val="visible"/>
                                      </p:to>
                                    </p:set>
                                    <p:animEffect transition="in" filter="fade">
                                      <p:cBhvr>
                                        <p:cTn id="32" dur="500"/>
                                        <p:tgtEl>
                                          <p:spTgt spid="13">
                                            <p:txEl>
                                              <p:pRg st="4" end="4"/>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xEl>
                                              <p:pRg st="5" end="5"/>
                                            </p:txEl>
                                          </p:spTgt>
                                        </p:tgtEl>
                                        <p:attrNameLst>
                                          <p:attrName>style.visibility</p:attrName>
                                        </p:attrNameLst>
                                      </p:cBhvr>
                                      <p:to>
                                        <p:strVal val="visible"/>
                                      </p:to>
                                    </p:set>
                                    <p:animEffect transition="in" filter="fade">
                                      <p:cBhvr>
                                        <p:cTn id="35" dur="500"/>
                                        <p:tgtEl>
                                          <p:spTgt spid="1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xEl>
                                              <p:pRg st="7" end="7"/>
                                            </p:txEl>
                                          </p:spTgt>
                                        </p:tgtEl>
                                        <p:attrNameLst>
                                          <p:attrName>style.visibility</p:attrName>
                                        </p:attrNameLst>
                                      </p:cBhvr>
                                      <p:to>
                                        <p:strVal val="visible"/>
                                      </p:to>
                                    </p:set>
                                    <p:animEffect transition="in" filter="fade">
                                      <p:cBhvr>
                                        <p:cTn id="40" dur="500"/>
                                        <p:tgtEl>
                                          <p:spTgt spid="1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3">
                                            <p:txEl>
                                              <p:pRg st="8" end="8"/>
                                            </p:txEl>
                                          </p:spTgt>
                                        </p:tgtEl>
                                        <p:attrNameLst>
                                          <p:attrName>style.visibility</p:attrName>
                                        </p:attrNameLst>
                                      </p:cBhvr>
                                      <p:to>
                                        <p:strVal val="visible"/>
                                      </p:to>
                                    </p:set>
                                    <p:animEffect transition="in" filter="fade">
                                      <p:cBhvr>
                                        <p:cTn id="43" dur="500"/>
                                        <p:tgtEl>
                                          <p:spTgt spid="1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etin kutusu 8">
            <a:extLst>
              <a:ext uri="{FF2B5EF4-FFF2-40B4-BE49-F238E27FC236}">
                <a16:creationId xmlns:a16="http://schemas.microsoft.com/office/drawing/2014/main" id="{53D2FEB9-96B8-4BAD-A141-501E326048EF}"/>
              </a:ext>
            </a:extLst>
          </p:cNvPr>
          <p:cNvSpPr txBox="1"/>
          <p:nvPr/>
        </p:nvSpPr>
        <p:spPr>
          <a:xfrm>
            <a:off x="2822983" y="601176"/>
            <a:ext cx="6725054" cy="385362"/>
          </a:xfrm>
          <a:prstGeom prst="rect">
            <a:avLst/>
          </a:prstGeom>
          <a:noFill/>
        </p:spPr>
        <p:txBody>
          <a:bodyPr wrap="square" rtlCol="0">
            <a:spAutoFit/>
          </a:bodyPr>
          <a:lstStyle/>
          <a:p>
            <a:pPr algn="ctr"/>
            <a:r>
              <a:rPr lang="tr-TR" sz="1904" b="1" dirty="0">
                <a:solidFill>
                  <a:srgbClr val="FF0000"/>
                </a:solidFill>
                <a:latin typeface="Myriad Pro"/>
              </a:rPr>
              <a:t>Ulusal </a:t>
            </a:r>
            <a:r>
              <a:rPr lang="tr-TR" sz="1904" dirty="0">
                <a:latin typeface="Myriad Pro"/>
              </a:rPr>
              <a:t>Transit Rejiminde </a:t>
            </a:r>
            <a:r>
              <a:rPr lang="tr-TR" sz="1904" b="1" u="sng" dirty="0">
                <a:latin typeface="Myriad Pro"/>
              </a:rPr>
              <a:t>EKSİKLİK</a:t>
            </a:r>
            <a:r>
              <a:rPr lang="tr-TR" sz="1904" dirty="0">
                <a:latin typeface="Myriad Pro"/>
              </a:rPr>
              <a:t> Takibatı</a:t>
            </a:r>
            <a:r>
              <a:rPr lang="tr-TR" sz="1058" dirty="0">
                <a:latin typeface="Myriad Pro"/>
              </a:rPr>
              <a:t> </a:t>
            </a:r>
            <a:r>
              <a:rPr lang="tr-TR" sz="1058" b="1" i="1" dirty="0">
                <a:solidFill>
                  <a:srgbClr val="00B0F0"/>
                </a:solidFill>
                <a:latin typeface="Myriad Pro"/>
              </a:rPr>
              <a:t>{GK 235/5-c, GY Md. 239/1}</a:t>
            </a:r>
          </a:p>
        </p:txBody>
      </p:sp>
      <p:sp>
        <p:nvSpPr>
          <p:cNvPr id="10" name="Dikdörtgen 9">
            <a:extLst>
              <a:ext uri="{FF2B5EF4-FFF2-40B4-BE49-F238E27FC236}">
                <a16:creationId xmlns:a16="http://schemas.microsoft.com/office/drawing/2014/main" id="{A5D1C2AF-AA32-4761-BAE0-59E1CC64B691}"/>
              </a:ext>
            </a:extLst>
          </p:cNvPr>
          <p:cNvSpPr/>
          <p:nvPr/>
        </p:nvSpPr>
        <p:spPr>
          <a:xfrm>
            <a:off x="1321009" y="2444632"/>
            <a:ext cx="3414436" cy="98772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181360" indent="-181360" algn="ctr">
              <a:buFont typeface="Wingdings" panose="05000000000000000000" pitchFamily="2" charset="2"/>
              <a:buChar char="ü"/>
            </a:pPr>
            <a:r>
              <a:rPr lang="tr-TR" sz="1058" dirty="0">
                <a:solidFill>
                  <a:srgbClr val="00B0F0"/>
                </a:solidFill>
                <a:latin typeface="Myriad Pro"/>
              </a:rPr>
              <a:t>Varış gümrük idaresince </a:t>
            </a:r>
            <a:r>
              <a:rPr lang="tr-TR" sz="1058" dirty="0">
                <a:latin typeface="Myriad Pro"/>
              </a:rPr>
              <a:t>eksik çıkan miktar üzerinden uyuşmazlık bildirilir </a:t>
            </a:r>
            <a:r>
              <a:rPr lang="tr-TR" sz="1058" i="1" dirty="0">
                <a:latin typeface="Myriad Pro"/>
              </a:rPr>
              <a:t>(DES_CON_NEG)</a:t>
            </a:r>
          </a:p>
          <a:p>
            <a:pPr marL="181360" indent="-181360" algn="ctr">
              <a:buFont typeface="Wingdings" panose="05000000000000000000" pitchFamily="2" charset="2"/>
              <a:buChar char="ü"/>
            </a:pPr>
            <a:r>
              <a:rPr lang="tr-TR" sz="1058" dirty="0">
                <a:latin typeface="Myriad Pro"/>
              </a:rPr>
              <a:t>Yanlış beyan veya mahrecinde eksik yüklemeden kaynaklandığının </a:t>
            </a:r>
            <a:r>
              <a:rPr lang="tr-TR" sz="1058" dirty="0">
                <a:solidFill>
                  <a:srgbClr val="7030A0"/>
                </a:solidFill>
                <a:latin typeface="Myriad Pro"/>
              </a:rPr>
              <a:t>hareket gümrük idaresine</a:t>
            </a:r>
          </a:p>
          <a:p>
            <a:pPr algn="ctr"/>
            <a:r>
              <a:rPr lang="tr-TR" sz="1058" b="1" dirty="0">
                <a:latin typeface="Myriad Pro"/>
              </a:rPr>
              <a:t>uyuşmazlık bildirimi yapılan tarihten itibaren </a:t>
            </a:r>
          </a:p>
          <a:p>
            <a:pPr algn="ctr"/>
            <a:r>
              <a:rPr lang="tr-TR" sz="1058" b="1" dirty="0">
                <a:latin typeface="Myriad Pro"/>
              </a:rPr>
              <a:t>28 gün </a:t>
            </a:r>
            <a:r>
              <a:rPr lang="tr-TR" sz="1058" dirty="0">
                <a:latin typeface="Myriad Pro"/>
              </a:rPr>
              <a:t>içinde ispatı gerekir</a:t>
            </a:r>
            <a:endParaRPr lang="tr-TR" sz="1058" dirty="0">
              <a:solidFill>
                <a:schemeClr val="tx1"/>
              </a:solidFill>
              <a:latin typeface="Myriad Pro"/>
            </a:endParaRPr>
          </a:p>
        </p:txBody>
      </p:sp>
      <p:sp>
        <p:nvSpPr>
          <p:cNvPr id="14" name="Dikdörtgen 13">
            <a:extLst>
              <a:ext uri="{FF2B5EF4-FFF2-40B4-BE49-F238E27FC236}">
                <a16:creationId xmlns:a16="http://schemas.microsoft.com/office/drawing/2014/main" id="{75CA8F06-EB1E-4EA1-B286-DBE0B3EAA887}"/>
              </a:ext>
            </a:extLst>
          </p:cNvPr>
          <p:cNvSpPr/>
          <p:nvPr/>
        </p:nvSpPr>
        <p:spPr>
          <a:xfrm>
            <a:off x="7450348" y="2438023"/>
            <a:ext cx="3213191" cy="98832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Kontrol sonuçları </a:t>
            </a:r>
            <a:r>
              <a:rPr lang="tr-TR" sz="1164" i="1" dirty="0">
                <a:latin typeface="Myriad Pro"/>
              </a:rPr>
              <a:t>(DES_CON_NEG) </a:t>
            </a:r>
            <a:r>
              <a:rPr lang="tr-TR" sz="1164" dirty="0">
                <a:latin typeface="Myriad Pro"/>
              </a:rPr>
              <a:t>girilmeden, varış bildirimini </a:t>
            </a:r>
            <a:r>
              <a:rPr lang="tr-TR" sz="1164" i="1" dirty="0">
                <a:latin typeface="Myriad Pro"/>
              </a:rPr>
              <a:t>(ARR_ADV) </a:t>
            </a:r>
            <a:r>
              <a:rPr lang="tr-TR" sz="1164" dirty="0">
                <a:latin typeface="Myriad Pro"/>
              </a:rPr>
              <a:t>müteakip </a:t>
            </a:r>
          </a:p>
          <a:p>
            <a:pPr algn="ctr"/>
            <a:r>
              <a:rPr lang="tr-TR" sz="1164" b="1" dirty="0">
                <a:latin typeface="Myriad Pro"/>
              </a:rPr>
              <a:t>3 gün </a:t>
            </a:r>
            <a:r>
              <a:rPr lang="tr-TR" sz="1164" dirty="0">
                <a:latin typeface="Myriad Pro"/>
              </a:rPr>
              <a:t>içerisinde;</a:t>
            </a:r>
            <a:endParaRPr lang="tr-TR" sz="1164" dirty="0">
              <a:solidFill>
                <a:schemeClr val="tx1"/>
              </a:solidFill>
              <a:latin typeface="Myriad Pro"/>
            </a:endParaRPr>
          </a:p>
        </p:txBody>
      </p:sp>
      <p:cxnSp>
        <p:nvCxnSpPr>
          <p:cNvPr id="19" name="Düz Ok Bağlayıcısı 18">
            <a:extLst>
              <a:ext uri="{FF2B5EF4-FFF2-40B4-BE49-F238E27FC236}">
                <a16:creationId xmlns:a16="http://schemas.microsoft.com/office/drawing/2014/main" id="{3EF31C77-939A-4083-8FF0-F190020D73A0}"/>
              </a:ext>
            </a:extLst>
          </p:cNvPr>
          <p:cNvCxnSpPr/>
          <p:nvPr/>
        </p:nvCxnSpPr>
        <p:spPr>
          <a:xfrm flipH="1">
            <a:off x="3840851" y="2082638"/>
            <a:ext cx="692832" cy="343858"/>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Düz Ok Bağlayıcısı 19">
            <a:extLst>
              <a:ext uri="{FF2B5EF4-FFF2-40B4-BE49-F238E27FC236}">
                <a16:creationId xmlns:a16="http://schemas.microsoft.com/office/drawing/2014/main" id="{E7640135-D3E2-4612-8E7F-3B54FF800A01}"/>
              </a:ext>
            </a:extLst>
          </p:cNvPr>
          <p:cNvCxnSpPr>
            <a:cxnSpLocks/>
          </p:cNvCxnSpPr>
          <p:nvPr/>
        </p:nvCxnSpPr>
        <p:spPr>
          <a:xfrm>
            <a:off x="7530938" y="2094054"/>
            <a:ext cx="577613" cy="3324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Düz Ok Bağlayıcısı 20">
            <a:extLst>
              <a:ext uri="{FF2B5EF4-FFF2-40B4-BE49-F238E27FC236}">
                <a16:creationId xmlns:a16="http://schemas.microsoft.com/office/drawing/2014/main" id="{00D2D1A5-9106-4593-A8CD-05FAD21A4A70}"/>
              </a:ext>
            </a:extLst>
          </p:cNvPr>
          <p:cNvCxnSpPr/>
          <p:nvPr/>
        </p:nvCxnSpPr>
        <p:spPr>
          <a:xfrm>
            <a:off x="1885950" y="3442976"/>
            <a:ext cx="0" cy="634340"/>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Düz Ok Bağlayıcısı 21">
            <a:extLst>
              <a:ext uri="{FF2B5EF4-FFF2-40B4-BE49-F238E27FC236}">
                <a16:creationId xmlns:a16="http://schemas.microsoft.com/office/drawing/2014/main" id="{A3FD26B4-497E-407F-B33D-507C316F21F5}"/>
              </a:ext>
            </a:extLst>
          </p:cNvPr>
          <p:cNvCxnSpPr>
            <a:cxnSpLocks/>
          </p:cNvCxnSpPr>
          <p:nvPr/>
        </p:nvCxnSpPr>
        <p:spPr>
          <a:xfrm>
            <a:off x="4187266" y="3445183"/>
            <a:ext cx="0" cy="63213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Dikdörtgen 22">
            <a:extLst>
              <a:ext uri="{FF2B5EF4-FFF2-40B4-BE49-F238E27FC236}">
                <a16:creationId xmlns:a16="http://schemas.microsoft.com/office/drawing/2014/main" id="{CE57E63C-959A-4204-8E71-458E66C7A4E9}"/>
              </a:ext>
            </a:extLst>
          </p:cNvPr>
          <p:cNvSpPr/>
          <p:nvPr/>
        </p:nvSpPr>
        <p:spPr>
          <a:xfrm>
            <a:off x="685302" y="4095452"/>
            <a:ext cx="2268343"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İspat edildi</a:t>
            </a:r>
          </a:p>
        </p:txBody>
      </p:sp>
      <p:sp>
        <p:nvSpPr>
          <p:cNvPr id="24" name="Dikdörtgen 23">
            <a:extLst>
              <a:ext uri="{FF2B5EF4-FFF2-40B4-BE49-F238E27FC236}">
                <a16:creationId xmlns:a16="http://schemas.microsoft.com/office/drawing/2014/main" id="{9B335E43-D312-44E1-818C-F82F3F65FE59}"/>
              </a:ext>
            </a:extLst>
          </p:cNvPr>
          <p:cNvSpPr/>
          <p:nvPr/>
        </p:nvSpPr>
        <p:spPr>
          <a:xfrm>
            <a:off x="3289061" y="4085509"/>
            <a:ext cx="2431963"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solidFill>
                  <a:schemeClr val="tx1"/>
                </a:solidFill>
                <a:latin typeface="Myriad Pro"/>
              </a:rPr>
              <a:t>İspat edilemedi</a:t>
            </a:r>
          </a:p>
        </p:txBody>
      </p:sp>
      <p:cxnSp>
        <p:nvCxnSpPr>
          <p:cNvPr id="25" name="Düz Ok Bağlayıcısı 24">
            <a:extLst>
              <a:ext uri="{FF2B5EF4-FFF2-40B4-BE49-F238E27FC236}">
                <a16:creationId xmlns:a16="http://schemas.microsoft.com/office/drawing/2014/main" id="{D76EB64E-4CC9-4F4A-BAF8-E2A14B42D9AB}"/>
              </a:ext>
            </a:extLst>
          </p:cNvPr>
          <p:cNvCxnSpPr/>
          <p:nvPr/>
        </p:nvCxnSpPr>
        <p:spPr>
          <a:xfrm flipH="1">
            <a:off x="1756501" y="5041206"/>
            <a:ext cx="1725" cy="513221"/>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Düz Ok Bağlayıcısı 25">
            <a:extLst>
              <a:ext uri="{FF2B5EF4-FFF2-40B4-BE49-F238E27FC236}">
                <a16:creationId xmlns:a16="http://schemas.microsoft.com/office/drawing/2014/main" id="{A7BCA3E9-73DE-4D01-B1F6-1A27B7B93E39}"/>
              </a:ext>
            </a:extLst>
          </p:cNvPr>
          <p:cNvCxnSpPr/>
          <p:nvPr/>
        </p:nvCxnSpPr>
        <p:spPr>
          <a:xfrm flipH="1">
            <a:off x="4482345" y="5058773"/>
            <a:ext cx="1725" cy="5132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Dikdörtgen 26">
            <a:extLst>
              <a:ext uri="{FF2B5EF4-FFF2-40B4-BE49-F238E27FC236}">
                <a16:creationId xmlns:a16="http://schemas.microsoft.com/office/drawing/2014/main" id="{395DCF71-3DE6-4E80-B965-72F931C42214}"/>
              </a:ext>
            </a:extLst>
          </p:cNvPr>
          <p:cNvSpPr/>
          <p:nvPr/>
        </p:nvSpPr>
        <p:spPr>
          <a:xfrm>
            <a:off x="685303" y="5586290"/>
            <a:ext cx="2263553" cy="117605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dirty="0">
                <a:solidFill>
                  <a:srgbClr val="FF0000"/>
                </a:solidFill>
                <a:latin typeface="Myriad Pro"/>
              </a:rPr>
              <a:t>Rejim hareket gümrük idaresince ibra edilir</a:t>
            </a:r>
          </a:p>
          <a:p>
            <a:pPr algn="ctr"/>
            <a:r>
              <a:rPr lang="tr-TR" sz="1164" b="1" i="1" dirty="0">
                <a:solidFill>
                  <a:srgbClr val="FF0000"/>
                </a:solidFill>
                <a:latin typeface="Myriad Pro"/>
              </a:rPr>
              <a:t>(WRT_NOT)</a:t>
            </a:r>
          </a:p>
        </p:txBody>
      </p:sp>
      <p:sp>
        <p:nvSpPr>
          <p:cNvPr id="28" name="Dikdörtgen 27">
            <a:extLst>
              <a:ext uri="{FF2B5EF4-FFF2-40B4-BE49-F238E27FC236}">
                <a16:creationId xmlns:a16="http://schemas.microsoft.com/office/drawing/2014/main" id="{BC479B77-AF80-4E7A-820C-EF21B0EE375F}"/>
              </a:ext>
            </a:extLst>
          </p:cNvPr>
          <p:cNvSpPr/>
          <p:nvPr/>
        </p:nvSpPr>
        <p:spPr>
          <a:xfrm>
            <a:off x="3289061" y="5586289"/>
            <a:ext cx="2509093" cy="117605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u="sng" dirty="0">
                <a:solidFill>
                  <a:schemeClr val="tx1"/>
                </a:solidFill>
                <a:latin typeface="Myriad Pro"/>
              </a:rPr>
              <a:t>Hareket gümrük idaresince</a:t>
            </a:r>
            <a:r>
              <a:rPr lang="tr-TR" sz="1164" b="1" dirty="0">
                <a:solidFill>
                  <a:schemeClr val="tx1"/>
                </a:solidFill>
                <a:latin typeface="Myriad Pro"/>
              </a:rPr>
              <a:t>;</a:t>
            </a:r>
          </a:p>
          <a:p>
            <a:pPr marL="181360" indent="-181360" algn="ctr">
              <a:buFont typeface="Wingdings" panose="05000000000000000000" pitchFamily="2" charset="2"/>
              <a:buChar char="Ø"/>
            </a:pPr>
            <a:r>
              <a:rPr lang="tr-TR" sz="1164" b="1" dirty="0">
                <a:solidFill>
                  <a:srgbClr val="00B050"/>
                </a:solidFill>
                <a:latin typeface="Myriad Pro"/>
              </a:rPr>
              <a:t>Gümrük vergileri ve diğer yükler tahsil edilir</a:t>
            </a:r>
            <a:r>
              <a:rPr lang="tr-TR" sz="1164" dirty="0">
                <a:latin typeface="Myriad Pro"/>
              </a:rPr>
              <a:t>.</a:t>
            </a:r>
          </a:p>
          <a:p>
            <a:pPr marL="181360" indent="-181360" algn="ctr">
              <a:buFont typeface="Wingdings" panose="05000000000000000000" pitchFamily="2" charset="2"/>
              <a:buChar char="Ø"/>
            </a:pPr>
            <a:r>
              <a:rPr lang="tr-TR" sz="1164" b="1" dirty="0">
                <a:solidFill>
                  <a:srgbClr val="0066FF"/>
                </a:solidFill>
                <a:latin typeface="Myriad Pro"/>
              </a:rPr>
              <a:t>GK 235/5-c uygulanır.</a:t>
            </a:r>
          </a:p>
          <a:p>
            <a:pPr marL="181360" indent="-181360" algn="ctr">
              <a:buFont typeface="Wingdings" panose="05000000000000000000" pitchFamily="2" charset="2"/>
              <a:buChar char="Ø"/>
            </a:pPr>
            <a:r>
              <a:rPr lang="tr-TR" sz="1164" b="1" i="1" dirty="0">
                <a:solidFill>
                  <a:srgbClr val="FF0000"/>
                </a:solidFill>
                <a:latin typeface="Myriad Pro"/>
              </a:rPr>
              <a:t>Rejim ibra edilir (WRT_NOT)</a:t>
            </a:r>
            <a:endParaRPr lang="tr-TR" sz="1164" i="1" dirty="0">
              <a:solidFill>
                <a:schemeClr val="tx1"/>
              </a:solidFill>
              <a:latin typeface="Myriad Pro"/>
            </a:endParaRPr>
          </a:p>
        </p:txBody>
      </p:sp>
      <p:sp>
        <p:nvSpPr>
          <p:cNvPr id="29" name="Dikdörtgen 28">
            <a:extLst>
              <a:ext uri="{FF2B5EF4-FFF2-40B4-BE49-F238E27FC236}">
                <a16:creationId xmlns:a16="http://schemas.microsoft.com/office/drawing/2014/main" id="{6404B4DD-B2F4-4D1A-933F-E872E86C172F}"/>
              </a:ext>
            </a:extLst>
          </p:cNvPr>
          <p:cNvSpPr/>
          <p:nvPr/>
        </p:nvSpPr>
        <p:spPr>
          <a:xfrm>
            <a:off x="6268834" y="4085509"/>
            <a:ext cx="2459240"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Gümrük vergileri ve diğer yükler ile GK 235/5-c cezasının </a:t>
            </a:r>
          </a:p>
          <a:p>
            <a:pPr algn="ctr"/>
            <a:r>
              <a:rPr lang="tr-TR" sz="1164" dirty="0">
                <a:solidFill>
                  <a:srgbClr val="00B0F0"/>
                </a:solidFill>
                <a:latin typeface="Myriad Pro"/>
              </a:rPr>
              <a:t>varış gümrük idaresine </a:t>
            </a:r>
          </a:p>
          <a:p>
            <a:pPr algn="ctr"/>
            <a:r>
              <a:rPr lang="tr-TR" sz="1164" b="1" dirty="0">
                <a:solidFill>
                  <a:srgbClr val="00B050"/>
                </a:solidFill>
                <a:latin typeface="Myriad Pro"/>
              </a:rPr>
              <a:t>ödenmesi halinde;</a:t>
            </a:r>
            <a:endParaRPr lang="tr-TR" sz="1164" b="1" i="1" dirty="0">
              <a:solidFill>
                <a:srgbClr val="00B050"/>
              </a:solidFill>
              <a:latin typeface="Myriad Pro"/>
            </a:endParaRPr>
          </a:p>
        </p:txBody>
      </p:sp>
      <p:sp>
        <p:nvSpPr>
          <p:cNvPr id="30" name="Dikdörtgen 29">
            <a:extLst>
              <a:ext uri="{FF2B5EF4-FFF2-40B4-BE49-F238E27FC236}">
                <a16:creationId xmlns:a16="http://schemas.microsoft.com/office/drawing/2014/main" id="{DCBFCA4F-62E1-4813-9B21-57C4DAEBAD48}"/>
              </a:ext>
            </a:extLst>
          </p:cNvPr>
          <p:cNvSpPr/>
          <p:nvPr/>
        </p:nvSpPr>
        <p:spPr>
          <a:xfrm>
            <a:off x="9207227" y="4097633"/>
            <a:ext cx="2447174"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Gümrük vergileri ve diğer yükler ile GK 235/5-c cezasının </a:t>
            </a:r>
          </a:p>
          <a:p>
            <a:pPr algn="ctr"/>
            <a:r>
              <a:rPr lang="tr-TR" sz="1164" dirty="0">
                <a:solidFill>
                  <a:srgbClr val="00B0F0"/>
                </a:solidFill>
                <a:latin typeface="Myriad Pro"/>
              </a:rPr>
              <a:t>varış gümrük idaresine </a:t>
            </a:r>
          </a:p>
          <a:p>
            <a:pPr algn="ctr"/>
            <a:r>
              <a:rPr lang="tr-TR" sz="1164" b="1" dirty="0">
                <a:solidFill>
                  <a:srgbClr val="FF0000"/>
                </a:solidFill>
                <a:latin typeface="Myriad Pro"/>
              </a:rPr>
              <a:t>ödenmemesi halinde;</a:t>
            </a:r>
            <a:endParaRPr lang="tr-TR" sz="1164" dirty="0">
              <a:solidFill>
                <a:srgbClr val="FF0000"/>
              </a:solidFill>
              <a:latin typeface="Myriad Pro"/>
            </a:endParaRPr>
          </a:p>
        </p:txBody>
      </p:sp>
      <p:cxnSp>
        <p:nvCxnSpPr>
          <p:cNvPr id="31" name="Düz Ok Bağlayıcısı 30">
            <a:extLst>
              <a:ext uri="{FF2B5EF4-FFF2-40B4-BE49-F238E27FC236}">
                <a16:creationId xmlns:a16="http://schemas.microsoft.com/office/drawing/2014/main" id="{C02471CB-AF6B-4DAD-B209-439EBAFC1D7B}"/>
              </a:ext>
            </a:extLst>
          </p:cNvPr>
          <p:cNvCxnSpPr/>
          <p:nvPr/>
        </p:nvCxnSpPr>
        <p:spPr>
          <a:xfrm flipH="1">
            <a:off x="7496728" y="5043765"/>
            <a:ext cx="1725" cy="513221"/>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Düz Ok Bağlayıcısı 31">
            <a:extLst>
              <a:ext uri="{FF2B5EF4-FFF2-40B4-BE49-F238E27FC236}">
                <a16:creationId xmlns:a16="http://schemas.microsoft.com/office/drawing/2014/main" id="{B9BBB88A-3F2C-4D80-A944-61BB0AF5E76B}"/>
              </a:ext>
            </a:extLst>
          </p:cNvPr>
          <p:cNvCxnSpPr/>
          <p:nvPr/>
        </p:nvCxnSpPr>
        <p:spPr>
          <a:xfrm flipH="1">
            <a:off x="10433916" y="5036302"/>
            <a:ext cx="1725" cy="5132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3" name="Dikdörtgen 32">
            <a:extLst>
              <a:ext uri="{FF2B5EF4-FFF2-40B4-BE49-F238E27FC236}">
                <a16:creationId xmlns:a16="http://schemas.microsoft.com/office/drawing/2014/main" id="{8FCB8601-426F-4662-B509-2C21807E9631}"/>
              </a:ext>
            </a:extLst>
          </p:cNvPr>
          <p:cNvSpPr/>
          <p:nvPr/>
        </p:nvSpPr>
        <p:spPr>
          <a:xfrm>
            <a:off x="6280901" y="5561052"/>
            <a:ext cx="2447173" cy="117423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058" dirty="0">
                <a:latin typeface="Myriad Pro"/>
              </a:rPr>
              <a:t>Uyuşmazlık çözümünün beklenmediği ve vergilerin ödendiğini içeren mesaj </a:t>
            </a:r>
            <a:r>
              <a:rPr lang="tr-TR" sz="1058" dirty="0">
                <a:solidFill>
                  <a:srgbClr val="7030A0"/>
                </a:solidFill>
                <a:latin typeface="Myriad Pro"/>
              </a:rPr>
              <a:t>Hareket Gümrük idaresine </a:t>
            </a:r>
            <a:r>
              <a:rPr lang="tr-TR" sz="1058" dirty="0">
                <a:latin typeface="Myriad Pro"/>
              </a:rPr>
              <a:t>gönderilir, </a:t>
            </a:r>
          </a:p>
          <a:p>
            <a:pPr algn="ctr"/>
            <a:r>
              <a:rPr lang="tr-TR" sz="1058" dirty="0">
                <a:latin typeface="Myriad Pro"/>
              </a:rPr>
              <a:t>ekstra belge aranmaksızın </a:t>
            </a:r>
          </a:p>
          <a:p>
            <a:pPr algn="ctr"/>
            <a:r>
              <a:rPr lang="tr-TR" sz="1058" b="1" i="1" dirty="0">
                <a:solidFill>
                  <a:srgbClr val="FF0000"/>
                </a:solidFill>
                <a:latin typeface="Myriad Pro"/>
              </a:rPr>
              <a:t>rejim hareket gümrük idaresince ibra edilir (WRT_NOT)</a:t>
            </a:r>
          </a:p>
        </p:txBody>
      </p:sp>
      <p:sp>
        <p:nvSpPr>
          <p:cNvPr id="34" name="Dikdörtgen 33">
            <a:extLst>
              <a:ext uri="{FF2B5EF4-FFF2-40B4-BE49-F238E27FC236}">
                <a16:creationId xmlns:a16="http://schemas.microsoft.com/office/drawing/2014/main" id="{AC3EF3B5-F295-4758-940E-6204B9ECD16B}"/>
              </a:ext>
            </a:extLst>
          </p:cNvPr>
          <p:cNvSpPr/>
          <p:nvPr/>
        </p:nvSpPr>
        <p:spPr>
          <a:xfrm>
            <a:off x="9207226" y="5561051"/>
            <a:ext cx="2447174" cy="117423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11" b="1" dirty="0">
                <a:solidFill>
                  <a:schemeClr val="tx1"/>
                </a:solidFill>
                <a:latin typeface="Myriad Pro"/>
              </a:rPr>
              <a:t>Konu </a:t>
            </a:r>
            <a:r>
              <a:rPr lang="tr-TR" sz="1111" b="1" dirty="0">
                <a:solidFill>
                  <a:srgbClr val="7030A0"/>
                </a:solidFill>
                <a:latin typeface="Myriad Pro"/>
              </a:rPr>
              <a:t>Hareket Gümrük İdaresine </a:t>
            </a:r>
            <a:r>
              <a:rPr lang="tr-TR" sz="1111" b="1" dirty="0">
                <a:solidFill>
                  <a:schemeClr val="tx1"/>
                </a:solidFill>
                <a:latin typeface="Myriad Pro"/>
              </a:rPr>
              <a:t>bildirilir</a:t>
            </a:r>
            <a:r>
              <a:rPr lang="tr-TR" sz="1111" b="1" u="sng" dirty="0">
                <a:solidFill>
                  <a:schemeClr val="tx1"/>
                </a:solidFill>
                <a:latin typeface="Myriad Pro"/>
              </a:rPr>
              <a:t>, </a:t>
            </a:r>
            <a:r>
              <a:rPr lang="tr-TR" sz="1111" b="1" u="sng" dirty="0">
                <a:solidFill>
                  <a:srgbClr val="7030A0"/>
                </a:solidFill>
                <a:latin typeface="Myriad Pro"/>
              </a:rPr>
              <a:t>hareket gümrük idaresince</a:t>
            </a:r>
            <a:r>
              <a:rPr lang="tr-TR" sz="1111" b="1" dirty="0">
                <a:solidFill>
                  <a:schemeClr val="tx1"/>
                </a:solidFill>
                <a:latin typeface="Myriad Pro"/>
              </a:rPr>
              <a:t>;</a:t>
            </a:r>
          </a:p>
          <a:p>
            <a:pPr marL="181360" indent="-181360" algn="ctr">
              <a:buFont typeface="Wingdings" panose="05000000000000000000" pitchFamily="2" charset="2"/>
              <a:buChar char="Ø"/>
            </a:pPr>
            <a:r>
              <a:rPr lang="tr-TR" sz="1111" b="1" dirty="0">
                <a:solidFill>
                  <a:srgbClr val="00B050"/>
                </a:solidFill>
                <a:latin typeface="Myriad Pro"/>
              </a:rPr>
              <a:t>Gümrük vergileri ve diğer yükler tahsil edilir</a:t>
            </a:r>
            <a:r>
              <a:rPr lang="tr-TR" sz="1111" dirty="0">
                <a:solidFill>
                  <a:srgbClr val="00B050"/>
                </a:solidFill>
                <a:latin typeface="Myriad Pro"/>
              </a:rPr>
              <a:t>.</a:t>
            </a:r>
          </a:p>
          <a:p>
            <a:pPr marL="181360" indent="-181360" algn="ctr">
              <a:buFont typeface="Wingdings" panose="05000000000000000000" pitchFamily="2" charset="2"/>
              <a:buChar char="Ø"/>
            </a:pPr>
            <a:r>
              <a:rPr lang="tr-TR" sz="1111" b="1" dirty="0">
                <a:solidFill>
                  <a:srgbClr val="0066FF"/>
                </a:solidFill>
                <a:latin typeface="Myriad Pro"/>
              </a:rPr>
              <a:t>GK 235/5-c uygulanır.</a:t>
            </a:r>
          </a:p>
          <a:p>
            <a:pPr marL="181360" indent="-181360" algn="ctr">
              <a:buFont typeface="Wingdings" panose="05000000000000000000" pitchFamily="2" charset="2"/>
              <a:buChar char="Ø"/>
            </a:pPr>
            <a:r>
              <a:rPr lang="tr-TR" sz="1111" b="1" i="1" dirty="0">
                <a:solidFill>
                  <a:srgbClr val="FF0000"/>
                </a:solidFill>
                <a:latin typeface="Myriad Pro"/>
              </a:rPr>
              <a:t>Rejim ibra edilir</a:t>
            </a:r>
            <a:r>
              <a:rPr lang="tr-TR" sz="1111" i="1" dirty="0">
                <a:solidFill>
                  <a:schemeClr val="tx1"/>
                </a:solidFill>
                <a:latin typeface="Myriad Pro"/>
              </a:rPr>
              <a:t> </a:t>
            </a:r>
            <a:r>
              <a:rPr lang="tr-TR" sz="1111" b="1" i="1" dirty="0">
                <a:solidFill>
                  <a:srgbClr val="FF0000"/>
                </a:solidFill>
                <a:latin typeface="Myriad Pro"/>
              </a:rPr>
              <a:t>(WRT_NOT)</a:t>
            </a:r>
          </a:p>
        </p:txBody>
      </p:sp>
      <p:sp>
        <p:nvSpPr>
          <p:cNvPr id="35" name="Dikdörtgen 34">
            <a:extLst>
              <a:ext uri="{FF2B5EF4-FFF2-40B4-BE49-F238E27FC236}">
                <a16:creationId xmlns:a16="http://schemas.microsoft.com/office/drawing/2014/main" id="{18A0BD8A-E28D-44B0-B97B-2E09020AD35C}"/>
              </a:ext>
            </a:extLst>
          </p:cNvPr>
          <p:cNvSpPr/>
          <p:nvPr/>
        </p:nvSpPr>
        <p:spPr>
          <a:xfrm>
            <a:off x="4324741" y="1098207"/>
            <a:ext cx="3414437" cy="94326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dirty="0">
                <a:solidFill>
                  <a:schemeClr val="tx1"/>
                </a:solidFill>
                <a:latin typeface="Myriad Pro"/>
              </a:rPr>
              <a:t>Türkiye Gümrük Bölgesine getirilerek, </a:t>
            </a:r>
          </a:p>
          <a:p>
            <a:pPr algn="ctr"/>
            <a:r>
              <a:rPr lang="tr-TR" sz="1164" b="1" dirty="0">
                <a:solidFill>
                  <a:schemeClr val="tx1"/>
                </a:solidFill>
                <a:latin typeface="Myriad Pro"/>
              </a:rPr>
              <a:t>ulusal transit rejimi altında taşınan ve</a:t>
            </a:r>
          </a:p>
          <a:p>
            <a:pPr algn="ctr"/>
            <a:r>
              <a:rPr lang="tr-TR" sz="1164" b="1" dirty="0">
                <a:solidFill>
                  <a:schemeClr val="tx1"/>
                </a:solidFill>
                <a:latin typeface="Myriad Pro"/>
              </a:rPr>
              <a:t>serbest dolaşımda olmayan eşyada </a:t>
            </a:r>
          </a:p>
          <a:p>
            <a:pPr algn="ctr"/>
            <a:r>
              <a:rPr lang="tr-TR" sz="1164" b="1" dirty="0">
                <a:solidFill>
                  <a:schemeClr val="tx1"/>
                </a:solidFill>
                <a:latin typeface="Myriad Pro"/>
              </a:rPr>
              <a:t>beyana göre </a:t>
            </a:r>
            <a:r>
              <a:rPr lang="tr-TR" sz="1164" b="1" dirty="0">
                <a:solidFill>
                  <a:srgbClr val="FF0000"/>
                </a:solidFill>
                <a:latin typeface="Myriad Pro"/>
              </a:rPr>
              <a:t>eksiklik çıkması </a:t>
            </a:r>
            <a:r>
              <a:rPr lang="tr-TR" sz="1164" b="1" dirty="0">
                <a:solidFill>
                  <a:schemeClr val="tx1"/>
                </a:solidFill>
                <a:latin typeface="Myriad Pro"/>
              </a:rPr>
              <a:t>durumu </a:t>
            </a:r>
          </a:p>
          <a:p>
            <a:pPr algn="ctr"/>
            <a:r>
              <a:rPr lang="tr-TR" sz="1058" b="1" i="1" dirty="0">
                <a:solidFill>
                  <a:srgbClr val="00B0F0"/>
                </a:solidFill>
                <a:latin typeface="Myriad Pro"/>
              </a:rPr>
              <a:t>{GY Md. 239-1/a-b}</a:t>
            </a:r>
          </a:p>
        </p:txBody>
      </p:sp>
      <p:cxnSp>
        <p:nvCxnSpPr>
          <p:cNvPr id="36" name="Düz Ok Bağlayıcısı 35">
            <a:extLst>
              <a:ext uri="{FF2B5EF4-FFF2-40B4-BE49-F238E27FC236}">
                <a16:creationId xmlns:a16="http://schemas.microsoft.com/office/drawing/2014/main" id="{A1659574-318C-4356-A7F7-4E347EB222B4}"/>
              </a:ext>
            </a:extLst>
          </p:cNvPr>
          <p:cNvCxnSpPr>
            <a:cxnSpLocks/>
          </p:cNvCxnSpPr>
          <p:nvPr/>
        </p:nvCxnSpPr>
        <p:spPr>
          <a:xfrm flipH="1">
            <a:off x="8193408" y="3434784"/>
            <a:ext cx="707151" cy="650725"/>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Düz Ok Bağlayıcısı 36">
            <a:extLst>
              <a:ext uri="{FF2B5EF4-FFF2-40B4-BE49-F238E27FC236}">
                <a16:creationId xmlns:a16="http://schemas.microsoft.com/office/drawing/2014/main" id="{39BC5653-A59C-4BC8-96B3-E4A82AC5D8DE}"/>
              </a:ext>
            </a:extLst>
          </p:cNvPr>
          <p:cNvCxnSpPr>
            <a:cxnSpLocks/>
          </p:cNvCxnSpPr>
          <p:nvPr/>
        </p:nvCxnSpPr>
        <p:spPr>
          <a:xfrm>
            <a:off x="9110192" y="3437024"/>
            <a:ext cx="722084" cy="62221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8" name="Dikdörtgen 37">
            <a:extLst>
              <a:ext uri="{FF2B5EF4-FFF2-40B4-BE49-F238E27FC236}">
                <a16:creationId xmlns:a16="http://schemas.microsoft.com/office/drawing/2014/main" id="{F11D9F1E-3DF3-430C-A3F0-9E20C83AC243}"/>
              </a:ext>
            </a:extLst>
          </p:cNvPr>
          <p:cNvSpPr/>
          <p:nvPr/>
        </p:nvSpPr>
        <p:spPr>
          <a:xfrm>
            <a:off x="2254000" y="3446652"/>
            <a:ext cx="1700411" cy="580736"/>
          </a:xfrm>
          <a:prstGeom prst="rect">
            <a:avLst/>
          </a:prstGeom>
        </p:spPr>
        <p:txBody>
          <a:bodyPr wrap="square">
            <a:spAutoFit/>
          </a:bodyPr>
          <a:lstStyle/>
          <a:p>
            <a:pPr algn="ctr"/>
            <a:r>
              <a:rPr lang="tr-TR" sz="1058" i="1" dirty="0">
                <a:latin typeface="Myriad Pro"/>
              </a:rPr>
              <a:t>Yazılı başvuru halinde </a:t>
            </a:r>
          </a:p>
          <a:p>
            <a:pPr algn="ctr"/>
            <a:r>
              <a:rPr lang="tr-TR" sz="1058" i="1" dirty="0">
                <a:latin typeface="Myriad Pro"/>
              </a:rPr>
              <a:t>süre 28 gün daha uzatılabilir</a:t>
            </a:r>
          </a:p>
        </p:txBody>
      </p:sp>
    </p:spTree>
    <p:extLst>
      <p:ext uri="{BB962C8B-B14F-4D97-AF65-F5344CB8AC3E}">
        <p14:creationId xmlns:p14="http://schemas.microsoft.com/office/powerpoint/2010/main" val="2816182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5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500"/>
                                        <p:tgtEl>
                                          <p:spTgt spid="3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500"/>
                                        <p:tgtEl>
                                          <p:spTgt spid="2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5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500"/>
                                        <p:tgtEl>
                                          <p:spTgt spid="3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4" grpId="0" animBg="1"/>
      <p:bldP spid="23" grpId="0" animBg="1"/>
      <p:bldP spid="24" grpId="0" animBg="1"/>
      <p:bldP spid="27" grpId="0" animBg="1"/>
      <p:bldP spid="28" grpId="0" animBg="1"/>
      <p:bldP spid="29" grpId="0" animBg="1"/>
      <p:bldP spid="30" grpId="0" animBg="1"/>
      <p:bldP spid="33" grpId="0" animBg="1"/>
      <p:bldP spid="34" grpId="0" animBg="1"/>
      <p:bldP spid="35" grpId="0" animBg="1"/>
      <p:bldP spid="3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Düz Ok Bağlayıcısı 39">
            <a:extLst>
              <a:ext uri="{FF2B5EF4-FFF2-40B4-BE49-F238E27FC236}">
                <a16:creationId xmlns:a16="http://schemas.microsoft.com/office/drawing/2014/main" id="{70F2A137-52B1-4B4A-9C9B-AC7FCC9F71E0}"/>
              </a:ext>
            </a:extLst>
          </p:cNvPr>
          <p:cNvCxnSpPr>
            <a:cxnSpLocks/>
          </p:cNvCxnSpPr>
          <p:nvPr/>
        </p:nvCxnSpPr>
        <p:spPr>
          <a:xfrm>
            <a:off x="6447452" y="3150982"/>
            <a:ext cx="0" cy="826376"/>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41" name="Dikdörtgen 40">
            <a:extLst>
              <a:ext uri="{FF2B5EF4-FFF2-40B4-BE49-F238E27FC236}">
                <a16:creationId xmlns:a16="http://schemas.microsoft.com/office/drawing/2014/main" id="{E867843F-EA58-4EA6-94E2-0F3067446CA6}"/>
              </a:ext>
            </a:extLst>
          </p:cNvPr>
          <p:cNvSpPr/>
          <p:nvPr/>
        </p:nvSpPr>
        <p:spPr>
          <a:xfrm>
            <a:off x="4737837" y="4062043"/>
            <a:ext cx="3402641" cy="169639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b="1" dirty="0">
                <a:solidFill>
                  <a:schemeClr val="tx1"/>
                </a:solidFill>
                <a:latin typeface="Myriad Pro"/>
              </a:rPr>
              <a:t>«Varış gümrük idaresi» konumundaki </a:t>
            </a:r>
          </a:p>
          <a:p>
            <a:pPr algn="ctr"/>
            <a:r>
              <a:rPr lang="tr-TR" sz="1269" b="1" u="sng" dirty="0">
                <a:solidFill>
                  <a:schemeClr val="tx1"/>
                </a:solidFill>
                <a:latin typeface="Myriad Pro"/>
              </a:rPr>
              <a:t>çıkış gümrük idaresi tarafından</a:t>
            </a:r>
          </a:p>
          <a:p>
            <a:pPr algn="ctr"/>
            <a:endParaRPr lang="tr-TR" sz="1269" b="1" dirty="0">
              <a:solidFill>
                <a:schemeClr val="tx1"/>
              </a:solidFill>
              <a:latin typeface="Myriad Pro"/>
            </a:endParaRPr>
          </a:p>
          <a:p>
            <a:pPr algn="ctr"/>
            <a:r>
              <a:rPr lang="tr-TR" sz="1269" b="1" dirty="0">
                <a:solidFill>
                  <a:srgbClr val="00B050"/>
                </a:solidFill>
                <a:latin typeface="Myriad Pro"/>
              </a:rPr>
              <a:t>Eksik çıkan eşyaya ilişkin gümrük vergileri ve diğer yükler tahsil edilir.</a:t>
            </a:r>
          </a:p>
          <a:p>
            <a:pPr algn="ctr"/>
            <a:r>
              <a:rPr lang="tr-TR" sz="1269" b="1" dirty="0">
                <a:solidFill>
                  <a:srgbClr val="FF0000"/>
                </a:solidFill>
                <a:latin typeface="Myriad Pro"/>
              </a:rPr>
              <a:t>GK 235/5-c maddesi uygulanır.</a:t>
            </a:r>
          </a:p>
          <a:p>
            <a:pPr algn="ctr"/>
            <a:endParaRPr lang="tr-TR" sz="1269" b="1" dirty="0">
              <a:latin typeface="Myriad Pro"/>
            </a:endParaRPr>
          </a:p>
          <a:p>
            <a:pPr algn="ctr"/>
            <a:r>
              <a:rPr lang="tr-TR" sz="1269" b="1" dirty="0">
                <a:solidFill>
                  <a:srgbClr val="3829FF"/>
                </a:solidFill>
                <a:latin typeface="Myriad Pro"/>
              </a:rPr>
              <a:t>Aracın yurtdışına çıkışına izin verilir.</a:t>
            </a:r>
          </a:p>
        </p:txBody>
      </p:sp>
      <p:sp>
        <p:nvSpPr>
          <p:cNvPr id="42" name="Dikdörtgen 41">
            <a:extLst>
              <a:ext uri="{FF2B5EF4-FFF2-40B4-BE49-F238E27FC236}">
                <a16:creationId xmlns:a16="http://schemas.microsoft.com/office/drawing/2014/main" id="{C729CF94-FB1B-42DD-B479-C342D22EDA37}"/>
              </a:ext>
            </a:extLst>
          </p:cNvPr>
          <p:cNvSpPr/>
          <p:nvPr/>
        </p:nvSpPr>
        <p:spPr>
          <a:xfrm>
            <a:off x="4737837" y="1394254"/>
            <a:ext cx="3414437" cy="169639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b="1" dirty="0">
                <a:solidFill>
                  <a:schemeClr val="tx1"/>
                </a:solidFill>
                <a:latin typeface="Myriad Pro"/>
              </a:rPr>
              <a:t>Ulusal transit rejimi altında taşınarak</a:t>
            </a:r>
          </a:p>
          <a:p>
            <a:pPr algn="ctr"/>
            <a:r>
              <a:rPr lang="tr-TR" sz="1269" b="1" dirty="0">
                <a:solidFill>
                  <a:schemeClr val="tx1"/>
                </a:solidFill>
                <a:latin typeface="Myriad Pro"/>
              </a:rPr>
              <a:t> Türkiye Gümrük Bölgesinden çıkacak olan </a:t>
            </a:r>
          </a:p>
          <a:p>
            <a:pPr algn="ctr"/>
            <a:r>
              <a:rPr lang="tr-TR" sz="1269" b="1" dirty="0">
                <a:solidFill>
                  <a:schemeClr val="tx1"/>
                </a:solidFill>
                <a:latin typeface="Myriad Pro"/>
              </a:rPr>
              <a:t>ve serbest dolaşımda olmayan eşyada </a:t>
            </a:r>
          </a:p>
          <a:p>
            <a:pPr algn="ctr"/>
            <a:r>
              <a:rPr lang="tr-TR" sz="1269" b="1" dirty="0">
                <a:solidFill>
                  <a:srgbClr val="FF0000"/>
                </a:solidFill>
                <a:latin typeface="Myriad Pro"/>
              </a:rPr>
              <a:t>eksik çıkması </a:t>
            </a:r>
            <a:r>
              <a:rPr lang="tr-TR" sz="1269" b="1" dirty="0">
                <a:solidFill>
                  <a:schemeClr val="tx1"/>
                </a:solidFill>
                <a:latin typeface="Myriad Pro"/>
              </a:rPr>
              <a:t>durumu </a:t>
            </a:r>
            <a:r>
              <a:rPr lang="tr-TR" sz="1000" b="1" i="1" dirty="0">
                <a:solidFill>
                  <a:srgbClr val="00B0F0"/>
                </a:solidFill>
                <a:latin typeface="Myriad Pro"/>
              </a:rPr>
              <a:t>{GY Md. 239-1/c}</a:t>
            </a:r>
            <a:endParaRPr lang="tr-TR" sz="1000" b="1" i="1" dirty="0">
              <a:solidFill>
                <a:schemeClr val="tx1"/>
              </a:solidFill>
              <a:latin typeface="Myriad Pro"/>
            </a:endParaRPr>
          </a:p>
        </p:txBody>
      </p:sp>
      <p:sp>
        <p:nvSpPr>
          <p:cNvPr id="14" name="Metin kutusu 13">
            <a:extLst>
              <a:ext uri="{FF2B5EF4-FFF2-40B4-BE49-F238E27FC236}">
                <a16:creationId xmlns:a16="http://schemas.microsoft.com/office/drawing/2014/main" id="{53D2FEB9-96B8-4BAD-A141-501E326048EF}"/>
              </a:ext>
            </a:extLst>
          </p:cNvPr>
          <p:cNvSpPr txBox="1"/>
          <p:nvPr/>
        </p:nvSpPr>
        <p:spPr>
          <a:xfrm>
            <a:off x="3349827" y="584485"/>
            <a:ext cx="6895004" cy="385362"/>
          </a:xfrm>
          <a:prstGeom prst="rect">
            <a:avLst/>
          </a:prstGeom>
          <a:noFill/>
        </p:spPr>
        <p:txBody>
          <a:bodyPr wrap="square" rtlCol="0">
            <a:spAutoFit/>
          </a:bodyPr>
          <a:lstStyle/>
          <a:p>
            <a:pPr algn="ctr"/>
            <a:r>
              <a:rPr lang="tr-TR" sz="1904" b="1" dirty="0">
                <a:solidFill>
                  <a:srgbClr val="FF0000"/>
                </a:solidFill>
                <a:latin typeface="Myriad Pro"/>
              </a:rPr>
              <a:t>Ulusal </a:t>
            </a:r>
            <a:r>
              <a:rPr lang="tr-TR" sz="1904" dirty="0">
                <a:latin typeface="Myriad Pro"/>
              </a:rPr>
              <a:t>Transit Rejiminde </a:t>
            </a:r>
            <a:r>
              <a:rPr lang="tr-TR" sz="1904" b="1" u="sng" dirty="0">
                <a:latin typeface="Myriad Pro"/>
              </a:rPr>
              <a:t>EKSİKLİK</a:t>
            </a:r>
            <a:r>
              <a:rPr lang="tr-TR" sz="1904" dirty="0">
                <a:latin typeface="Myriad Pro"/>
              </a:rPr>
              <a:t> Takibatı</a:t>
            </a:r>
            <a:r>
              <a:rPr lang="tr-TR" sz="1058" dirty="0">
                <a:latin typeface="Myriad Pro"/>
              </a:rPr>
              <a:t> </a:t>
            </a:r>
            <a:r>
              <a:rPr lang="tr-TR" sz="1058" b="1" i="1" dirty="0">
                <a:solidFill>
                  <a:srgbClr val="00B0F0"/>
                </a:solidFill>
                <a:latin typeface="Myriad Pro"/>
              </a:rPr>
              <a:t>{GK 235/5-c, GY Md. 239/1}</a:t>
            </a:r>
          </a:p>
        </p:txBody>
      </p:sp>
      <p:sp>
        <p:nvSpPr>
          <p:cNvPr id="7" name="Metin kutusu 6">
            <a:extLst>
              <a:ext uri="{FF2B5EF4-FFF2-40B4-BE49-F238E27FC236}">
                <a16:creationId xmlns:a16="http://schemas.microsoft.com/office/drawing/2014/main" id="{361B76EA-32B3-4431-BDD4-77550F8746F2}"/>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666396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a:extLst>
              <a:ext uri="{FF2B5EF4-FFF2-40B4-BE49-F238E27FC236}">
                <a16:creationId xmlns:a16="http://schemas.microsoft.com/office/drawing/2014/main" id="{57D6CC07-4F76-4F1B-B5F0-8BF7E68A4778}"/>
              </a:ext>
            </a:extLst>
          </p:cNvPr>
          <p:cNvSpPr/>
          <p:nvPr/>
        </p:nvSpPr>
        <p:spPr>
          <a:xfrm>
            <a:off x="5105059" y="2098495"/>
            <a:ext cx="2992110"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058" dirty="0">
                <a:solidFill>
                  <a:schemeClr val="tx1"/>
                </a:solidFill>
                <a:latin typeface="Myriad Pro"/>
              </a:rPr>
              <a:t>Fazla çıkan eşya </a:t>
            </a:r>
            <a:r>
              <a:rPr lang="tr-TR" sz="1058" dirty="0">
                <a:solidFill>
                  <a:srgbClr val="00B0F0"/>
                </a:solidFill>
                <a:latin typeface="Myriad Pro"/>
              </a:rPr>
              <a:t>varış gümrük idaresince </a:t>
            </a:r>
            <a:r>
              <a:rPr lang="tr-TR" sz="1058" dirty="0">
                <a:latin typeface="Myriad Pro"/>
              </a:rPr>
              <a:t>geçici depolama yeri veya antrepoya alınır. </a:t>
            </a:r>
          </a:p>
          <a:p>
            <a:pPr algn="ctr"/>
            <a:endParaRPr lang="tr-TR" sz="1058" dirty="0">
              <a:latin typeface="Myriad Pro"/>
            </a:endParaRPr>
          </a:p>
          <a:p>
            <a:pPr algn="ctr"/>
            <a:r>
              <a:rPr lang="tr-TR" sz="1058" dirty="0">
                <a:latin typeface="Myriad Pro"/>
              </a:rPr>
              <a:t>Talep edilirse, beyana konu diğer eşyanın gümrük işlemlerine devam edilir.</a:t>
            </a:r>
            <a:endParaRPr lang="tr-TR" sz="1058" dirty="0">
              <a:solidFill>
                <a:schemeClr val="tx1"/>
              </a:solidFill>
              <a:latin typeface="Myriad Pro"/>
            </a:endParaRPr>
          </a:p>
        </p:txBody>
      </p:sp>
      <p:cxnSp>
        <p:nvCxnSpPr>
          <p:cNvPr id="16" name="Düz Ok Bağlayıcısı 15">
            <a:extLst>
              <a:ext uri="{FF2B5EF4-FFF2-40B4-BE49-F238E27FC236}">
                <a16:creationId xmlns:a16="http://schemas.microsoft.com/office/drawing/2014/main" id="{ED78E9DE-07DC-479B-907C-35A71F2A43D1}"/>
              </a:ext>
            </a:extLst>
          </p:cNvPr>
          <p:cNvCxnSpPr/>
          <p:nvPr/>
        </p:nvCxnSpPr>
        <p:spPr>
          <a:xfrm>
            <a:off x="5444878" y="3991703"/>
            <a:ext cx="0" cy="289024"/>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Düz Ok Bağlayıcısı 17">
            <a:extLst>
              <a:ext uri="{FF2B5EF4-FFF2-40B4-BE49-F238E27FC236}">
                <a16:creationId xmlns:a16="http://schemas.microsoft.com/office/drawing/2014/main" id="{14C8C1BC-01AB-492C-807B-53E109843C9A}"/>
              </a:ext>
            </a:extLst>
          </p:cNvPr>
          <p:cNvCxnSpPr/>
          <p:nvPr/>
        </p:nvCxnSpPr>
        <p:spPr>
          <a:xfrm>
            <a:off x="2440190" y="3991471"/>
            <a:ext cx="0" cy="2836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Dikdörtgen 18">
            <a:extLst>
              <a:ext uri="{FF2B5EF4-FFF2-40B4-BE49-F238E27FC236}">
                <a16:creationId xmlns:a16="http://schemas.microsoft.com/office/drawing/2014/main" id="{8234BDA3-D9A9-4A36-91C1-EE93A00F0197}"/>
              </a:ext>
            </a:extLst>
          </p:cNvPr>
          <p:cNvSpPr/>
          <p:nvPr/>
        </p:nvSpPr>
        <p:spPr>
          <a:xfrm>
            <a:off x="4407608" y="4316975"/>
            <a:ext cx="2002436"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İspat edildi</a:t>
            </a:r>
          </a:p>
        </p:txBody>
      </p:sp>
      <p:sp>
        <p:nvSpPr>
          <p:cNvPr id="20" name="Dikdörtgen 19">
            <a:extLst>
              <a:ext uri="{FF2B5EF4-FFF2-40B4-BE49-F238E27FC236}">
                <a16:creationId xmlns:a16="http://schemas.microsoft.com/office/drawing/2014/main" id="{1C5285EE-4AB9-4B1E-8BC6-43E10B4F9915}"/>
              </a:ext>
            </a:extLst>
          </p:cNvPr>
          <p:cNvSpPr/>
          <p:nvPr/>
        </p:nvSpPr>
        <p:spPr>
          <a:xfrm>
            <a:off x="1383890" y="4318145"/>
            <a:ext cx="2095725"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solidFill>
                  <a:schemeClr val="tx1"/>
                </a:solidFill>
                <a:latin typeface="Myriad Pro"/>
              </a:rPr>
              <a:t>İspat edilemedi</a:t>
            </a:r>
          </a:p>
        </p:txBody>
      </p:sp>
      <p:cxnSp>
        <p:nvCxnSpPr>
          <p:cNvPr id="21" name="Düz Ok Bağlayıcısı 20">
            <a:extLst>
              <a:ext uri="{FF2B5EF4-FFF2-40B4-BE49-F238E27FC236}">
                <a16:creationId xmlns:a16="http://schemas.microsoft.com/office/drawing/2014/main" id="{014E718E-E008-4387-8064-1913DE707525}"/>
              </a:ext>
            </a:extLst>
          </p:cNvPr>
          <p:cNvCxnSpPr>
            <a:cxnSpLocks/>
          </p:cNvCxnSpPr>
          <p:nvPr/>
        </p:nvCxnSpPr>
        <p:spPr>
          <a:xfrm>
            <a:off x="5444876" y="5280253"/>
            <a:ext cx="0" cy="334468"/>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2" name="Dikdörtgen 21">
            <a:extLst>
              <a:ext uri="{FF2B5EF4-FFF2-40B4-BE49-F238E27FC236}">
                <a16:creationId xmlns:a16="http://schemas.microsoft.com/office/drawing/2014/main" id="{FB60896C-405D-4508-8074-4EBC7856FDC2}"/>
              </a:ext>
            </a:extLst>
          </p:cNvPr>
          <p:cNvSpPr/>
          <p:nvPr/>
        </p:nvSpPr>
        <p:spPr>
          <a:xfrm>
            <a:off x="4134512" y="5648953"/>
            <a:ext cx="2617149" cy="111338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181360" indent="-181360" algn="ctr">
              <a:buFont typeface="Wingdings" panose="05000000000000000000" pitchFamily="2" charset="2"/>
              <a:buChar char="Ø"/>
            </a:pPr>
            <a:r>
              <a:rPr lang="tr-TR" sz="1100" b="1" dirty="0">
                <a:solidFill>
                  <a:srgbClr val="3829FF"/>
                </a:solidFill>
                <a:latin typeface="Myriad Pro"/>
              </a:rPr>
              <a:t>Varış gümrük idaresince </a:t>
            </a:r>
          </a:p>
          <a:p>
            <a:pPr algn="ctr"/>
            <a:r>
              <a:rPr lang="tr-TR" sz="1100" b="1" dirty="0">
                <a:solidFill>
                  <a:srgbClr val="3829FF"/>
                </a:solidFill>
                <a:latin typeface="Myriad Pro"/>
              </a:rPr>
              <a:t>fazla eşyaya ilişkin rejim beyanında</a:t>
            </a:r>
          </a:p>
          <a:p>
            <a:pPr algn="ctr"/>
            <a:r>
              <a:rPr lang="tr-TR" sz="1100" b="1" dirty="0">
                <a:solidFill>
                  <a:srgbClr val="3829FF"/>
                </a:solidFill>
                <a:latin typeface="Myriad Pro"/>
              </a:rPr>
              <a:t>bulunulmasına izin verilir.</a:t>
            </a:r>
          </a:p>
          <a:p>
            <a:pPr marL="181360" indent="-181360" algn="ctr">
              <a:buFont typeface="Wingdings" panose="05000000000000000000" pitchFamily="2" charset="2"/>
              <a:buChar char="Ø"/>
            </a:pPr>
            <a:r>
              <a:rPr lang="tr-TR" sz="1100" b="1" i="1" dirty="0">
                <a:solidFill>
                  <a:srgbClr val="FF0000"/>
                </a:solidFill>
                <a:latin typeface="Myriad Pro"/>
              </a:rPr>
              <a:t>Rejim hareket gümrük idaresince ibra edilir (WRT_NOT)</a:t>
            </a:r>
          </a:p>
        </p:txBody>
      </p:sp>
      <p:sp>
        <p:nvSpPr>
          <p:cNvPr id="23" name="Dikdörtgen 22">
            <a:extLst>
              <a:ext uri="{FF2B5EF4-FFF2-40B4-BE49-F238E27FC236}">
                <a16:creationId xmlns:a16="http://schemas.microsoft.com/office/drawing/2014/main" id="{2C9C3FC2-85B9-4BE2-8964-4DD1ADE10813}"/>
              </a:ext>
            </a:extLst>
          </p:cNvPr>
          <p:cNvSpPr/>
          <p:nvPr/>
        </p:nvSpPr>
        <p:spPr>
          <a:xfrm>
            <a:off x="1383890" y="5648953"/>
            <a:ext cx="2095725" cy="109671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181360" indent="-181360" algn="ctr">
              <a:buFont typeface="Wingdings" panose="05000000000000000000" pitchFamily="2" charset="2"/>
              <a:buChar char="Ø"/>
            </a:pPr>
            <a:r>
              <a:rPr lang="tr-TR" sz="1100" b="1" dirty="0">
                <a:solidFill>
                  <a:srgbClr val="00B050"/>
                </a:solidFill>
                <a:latin typeface="Myriad Pro"/>
              </a:rPr>
              <a:t>Varış gümrük idaresince fazla çıkan eşyaya </a:t>
            </a:r>
          </a:p>
          <a:p>
            <a:pPr algn="ctr"/>
            <a:r>
              <a:rPr lang="tr-TR" sz="1100" b="1" dirty="0">
                <a:solidFill>
                  <a:srgbClr val="00B050"/>
                </a:solidFill>
                <a:latin typeface="Myriad Pro"/>
              </a:rPr>
              <a:t>   GK 235/5-d uygulanır.</a:t>
            </a:r>
          </a:p>
          <a:p>
            <a:pPr marL="181360" indent="-181360" algn="ctr">
              <a:buFont typeface="Wingdings" panose="05000000000000000000" pitchFamily="2" charset="2"/>
              <a:buChar char="Ø"/>
            </a:pPr>
            <a:r>
              <a:rPr lang="tr-TR" sz="1100" b="1" i="1" dirty="0">
                <a:solidFill>
                  <a:srgbClr val="FF0000"/>
                </a:solidFill>
                <a:latin typeface="Myriad Pro"/>
              </a:rPr>
              <a:t>Rejim hareket gümrük idaresince ibra edilir (WRT_NOT)</a:t>
            </a:r>
          </a:p>
        </p:txBody>
      </p:sp>
      <p:sp>
        <p:nvSpPr>
          <p:cNvPr id="24" name="Dikdörtgen 23">
            <a:extLst>
              <a:ext uri="{FF2B5EF4-FFF2-40B4-BE49-F238E27FC236}">
                <a16:creationId xmlns:a16="http://schemas.microsoft.com/office/drawing/2014/main" id="{D1518D8D-AC3D-4895-A069-13BABE9E76FF}"/>
              </a:ext>
            </a:extLst>
          </p:cNvPr>
          <p:cNvSpPr/>
          <p:nvPr/>
        </p:nvSpPr>
        <p:spPr>
          <a:xfrm>
            <a:off x="8162402" y="4137960"/>
            <a:ext cx="2818256" cy="110615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Fazlalığın yanlış beyandan </a:t>
            </a:r>
          </a:p>
          <a:p>
            <a:pPr algn="ctr"/>
            <a:r>
              <a:rPr lang="tr-TR" sz="1164" dirty="0">
                <a:latin typeface="Myriad Pro"/>
              </a:rPr>
              <a:t>kaynaklandığının beyan eki fatura ve </a:t>
            </a:r>
          </a:p>
          <a:p>
            <a:pPr algn="ctr"/>
            <a:r>
              <a:rPr lang="tr-TR" sz="1164" dirty="0">
                <a:latin typeface="Myriad Pro"/>
              </a:rPr>
              <a:t>ticari belgelerde kayıtlı bilgilerden anlaşılması</a:t>
            </a:r>
            <a:endParaRPr lang="tr-TR" sz="1164" dirty="0">
              <a:solidFill>
                <a:schemeClr val="tx1"/>
              </a:solidFill>
              <a:latin typeface="Myriad Pro"/>
            </a:endParaRPr>
          </a:p>
        </p:txBody>
      </p:sp>
      <p:cxnSp>
        <p:nvCxnSpPr>
          <p:cNvPr id="25" name="Düz Ok Bağlayıcısı 24">
            <a:extLst>
              <a:ext uri="{FF2B5EF4-FFF2-40B4-BE49-F238E27FC236}">
                <a16:creationId xmlns:a16="http://schemas.microsoft.com/office/drawing/2014/main" id="{51CEEE7F-CDF4-461E-B3B0-D7BF910F00B7}"/>
              </a:ext>
            </a:extLst>
          </p:cNvPr>
          <p:cNvCxnSpPr>
            <a:cxnSpLocks/>
          </p:cNvCxnSpPr>
          <p:nvPr/>
        </p:nvCxnSpPr>
        <p:spPr>
          <a:xfrm flipH="1">
            <a:off x="6836636" y="5280253"/>
            <a:ext cx="2632548" cy="9946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Dikdörtgen 25">
            <a:extLst>
              <a:ext uri="{FF2B5EF4-FFF2-40B4-BE49-F238E27FC236}">
                <a16:creationId xmlns:a16="http://schemas.microsoft.com/office/drawing/2014/main" id="{B16AB735-CBC6-46A2-AD9D-5A08A3256BF2}"/>
              </a:ext>
            </a:extLst>
          </p:cNvPr>
          <p:cNvSpPr/>
          <p:nvPr/>
        </p:nvSpPr>
        <p:spPr>
          <a:xfrm>
            <a:off x="1888278" y="3312605"/>
            <a:ext cx="4057475" cy="63376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Yanlış beyan veya mahrecinde fazla yüklemeden kaynaklandığının</a:t>
            </a:r>
          </a:p>
          <a:p>
            <a:pPr algn="ctr"/>
            <a:r>
              <a:rPr lang="tr-TR" sz="1164" b="1" dirty="0">
                <a:latin typeface="Myriad Pro"/>
              </a:rPr>
              <a:t>28 gün </a:t>
            </a:r>
            <a:r>
              <a:rPr lang="tr-TR" sz="1164" dirty="0">
                <a:latin typeface="Myriad Pro"/>
              </a:rPr>
              <a:t>içinde ispatı gerekir</a:t>
            </a:r>
            <a:endParaRPr lang="tr-TR" sz="1164" dirty="0">
              <a:solidFill>
                <a:schemeClr val="tx1"/>
              </a:solidFill>
              <a:latin typeface="Myriad Pro"/>
            </a:endParaRPr>
          </a:p>
        </p:txBody>
      </p:sp>
      <p:cxnSp>
        <p:nvCxnSpPr>
          <p:cNvPr id="27" name="Düz Ok Bağlayıcısı 26">
            <a:extLst>
              <a:ext uri="{FF2B5EF4-FFF2-40B4-BE49-F238E27FC236}">
                <a16:creationId xmlns:a16="http://schemas.microsoft.com/office/drawing/2014/main" id="{DBE110C0-8CC4-4894-91BF-F6EF644937B5}"/>
              </a:ext>
            </a:extLst>
          </p:cNvPr>
          <p:cNvCxnSpPr>
            <a:cxnSpLocks/>
            <a:stCxn id="20" idx="2"/>
            <a:endCxn id="23" idx="0"/>
          </p:cNvCxnSpPr>
          <p:nvPr/>
        </p:nvCxnSpPr>
        <p:spPr>
          <a:xfrm>
            <a:off x="2431753" y="5245287"/>
            <a:ext cx="0" cy="40366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0" name="Dikdörtgen 29">
            <a:extLst>
              <a:ext uri="{FF2B5EF4-FFF2-40B4-BE49-F238E27FC236}">
                <a16:creationId xmlns:a16="http://schemas.microsoft.com/office/drawing/2014/main" id="{276358E2-389A-4ABC-B67D-415D5486FA30}"/>
              </a:ext>
            </a:extLst>
          </p:cNvPr>
          <p:cNvSpPr/>
          <p:nvPr/>
        </p:nvSpPr>
        <p:spPr>
          <a:xfrm>
            <a:off x="4651234" y="1079213"/>
            <a:ext cx="3936142"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dirty="0">
                <a:solidFill>
                  <a:schemeClr val="tx1"/>
                </a:solidFill>
                <a:latin typeface="Myriad Pro"/>
              </a:rPr>
              <a:t>Türkiye Gümrük Bölgesine getirilerek, </a:t>
            </a:r>
          </a:p>
          <a:p>
            <a:pPr algn="ctr"/>
            <a:r>
              <a:rPr lang="tr-TR" sz="1164" b="1" dirty="0">
                <a:solidFill>
                  <a:schemeClr val="tx1"/>
                </a:solidFill>
                <a:latin typeface="Myriad Pro"/>
              </a:rPr>
              <a:t>ulusal transit rejimi altında taşınan ve</a:t>
            </a:r>
          </a:p>
          <a:p>
            <a:pPr algn="ctr"/>
            <a:r>
              <a:rPr lang="tr-TR" sz="1164" b="1" dirty="0">
                <a:solidFill>
                  <a:schemeClr val="tx1"/>
                </a:solidFill>
                <a:latin typeface="Myriad Pro"/>
              </a:rPr>
              <a:t>serbest dolaşımda olmayan eşyada </a:t>
            </a:r>
          </a:p>
          <a:p>
            <a:pPr algn="ctr"/>
            <a:r>
              <a:rPr lang="tr-TR" sz="1164" b="1" dirty="0">
                <a:solidFill>
                  <a:srgbClr val="FF0000"/>
                </a:solidFill>
                <a:latin typeface="Myriad Pro"/>
              </a:rPr>
              <a:t>fazlalık çıkması </a:t>
            </a:r>
            <a:r>
              <a:rPr lang="tr-TR" sz="1164" b="1" dirty="0">
                <a:solidFill>
                  <a:schemeClr val="tx1"/>
                </a:solidFill>
                <a:latin typeface="Myriad Pro"/>
              </a:rPr>
              <a:t>durumu </a:t>
            </a:r>
            <a:r>
              <a:rPr lang="tr-TR" sz="1058" b="1" i="1" dirty="0">
                <a:solidFill>
                  <a:srgbClr val="00B0F0"/>
                </a:solidFill>
                <a:latin typeface="Myriad Pro"/>
              </a:rPr>
              <a:t>{GY Md. 239/2-a}</a:t>
            </a:r>
            <a:endParaRPr lang="tr-TR" sz="1058" b="1" i="1" dirty="0">
              <a:solidFill>
                <a:schemeClr val="tx1"/>
              </a:solidFill>
              <a:latin typeface="Myriad Pro"/>
            </a:endParaRPr>
          </a:p>
        </p:txBody>
      </p:sp>
      <p:cxnSp>
        <p:nvCxnSpPr>
          <p:cNvPr id="31" name="Dirsek Bağlayıcısı 53">
            <a:extLst>
              <a:ext uri="{FF2B5EF4-FFF2-40B4-BE49-F238E27FC236}">
                <a16:creationId xmlns:a16="http://schemas.microsoft.com/office/drawing/2014/main" id="{3F2832A4-462D-457E-9664-6C728DA601CD}"/>
              </a:ext>
            </a:extLst>
          </p:cNvPr>
          <p:cNvCxnSpPr>
            <a:cxnSpLocks/>
            <a:stCxn id="14" idx="3"/>
            <a:endCxn id="24" idx="0"/>
          </p:cNvCxnSpPr>
          <p:nvPr/>
        </p:nvCxnSpPr>
        <p:spPr>
          <a:xfrm>
            <a:off x="8097169" y="2562066"/>
            <a:ext cx="1474361" cy="157589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Dirsek Bağlayıcısı 63">
            <a:extLst>
              <a:ext uri="{FF2B5EF4-FFF2-40B4-BE49-F238E27FC236}">
                <a16:creationId xmlns:a16="http://schemas.microsoft.com/office/drawing/2014/main" id="{14DCBC50-6BCE-472C-98E3-382FA374A7F6}"/>
              </a:ext>
            </a:extLst>
          </p:cNvPr>
          <p:cNvCxnSpPr>
            <a:cxnSpLocks/>
            <a:stCxn id="14" idx="1"/>
          </p:cNvCxnSpPr>
          <p:nvPr/>
        </p:nvCxnSpPr>
        <p:spPr>
          <a:xfrm rot="10800000" flipV="1">
            <a:off x="3914888" y="2562066"/>
            <a:ext cx="1190171" cy="734203"/>
          </a:xfrm>
          <a:prstGeom prst="bentConnector3">
            <a:avLst>
              <a:gd name="adj1" fmla="val 99742"/>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3" name="Dikdörtgen 32">
            <a:extLst>
              <a:ext uri="{FF2B5EF4-FFF2-40B4-BE49-F238E27FC236}">
                <a16:creationId xmlns:a16="http://schemas.microsoft.com/office/drawing/2014/main" id="{3AB839B0-7E99-4EF4-BE0A-8F9D8448F148}"/>
              </a:ext>
            </a:extLst>
          </p:cNvPr>
          <p:cNvSpPr/>
          <p:nvPr/>
        </p:nvSpPr>
        <p:spPr>
          <a:xfrm>
            <a:off x="2906877" y="3919473"/>
            <a:ext cx="2019366" cy="417935"/>
          </a:xfrm>
          <a:prstGeom prst="rect">
            <a:avLst/>
          </a:prstGeom>
        </p:spPr>
        <p:txBody>
          <a:bodyPr wrap="square">
            <a:spAutoFit/>
          </a:bodyPr>
          <a:lstStyle/>
          <a:p>
            <a:pPr algn="ctr"/>
            <a:r>
              <a:rPr lang="tr-TR" sz="1058" i="1" dirty="0">
                <a:latin typeface="Myriad Pro"/>
              </a:rPr>
              <a:t>Yazılı başvuru halinde </a:t>
            </a:r>
          </a:p>
          <a:p>
            <a:pPr algn="ctr"/>
            <a:r>
              <a:rPr lang="tr-TR" sz="1058" i="1" dirty="0">
                <a:latin typeface="Myriad Pro"/>
              </a:rPr>
              <a:t>süre 28 gün daha uzatılabilir</a:t>
            </a:r>
          </a:p>
        </p:txBody>
      </p:sp>
      <p:sp>
        <p:nvSpPr>
          <p:cNvPr id="37" name="Metin kutusu 36">
            <a:extLst>
              <a:ext uri="{FF2B5EF4-FFF2-40B4-BE49-F238E27FC236}">
                <a16:creationId xmlns:a16="http://schemas.microsoft.com/office/drawing/2014/main" id="{7CF4DAA8-AE72-4DBD-B6C5-5988986C43FD}"/>
              </a:ext>
            </a:extLst>
          </p:cNvPr>
          <p:cNvSpPr txBox="1"/>
          <p:nvPr/>
        </p:nvSpPr>
        <p:spPr>
          <a:xfrm>
            <a:off x="3284041" y="583098"/>
            <a:ext cx="6845380" cy="385362"/>
          </a:xfrm>
          <a:prstGeom prst="rect">
            <a:avLst/>
          </a:prstGeom>
          <a:noFill/>
        </p:spPr>
        <p:txBody>
          <a:bodyPr wrap="square" rtlCol="0">
            <a:spAutoFit/>
          </a:bodyPr>
          <a:lstStyle/>
          <a:p>
            <a:pPr algn="ctr"/>
            <a:r>
              <a:rPr lang="tr-TR" sz="1904" b="1" dirty="0">
                <a:solidFill>
                  <a:srgbClr val="FF0000"/>
                </a:solidFill>
                <a:latin typeface="Myriad Pro"/>
              </a:rPr>
              <a:t>Ulusal </a:t>
            </a:r>
            <a:r>
              <a:rPr lang="tr-TR" sz="1904" dirty="0">
                <a:latin typeface="Myriad Pro"/>
              </a:rPr>
              <a:t>Transit Rejiminde </a:t>
            </a:r>
            <a:r>
              <a:rPr lang="tr-TR" sz="1904" b="1" u="sng" dirty="0">
                <a:latin typeface="Myriad Pro"/>
              </a:rPr>
              <a:t>FAZLALIK</a:t>
            </a:r>
            <a:r>
              <a:rPr lang="tr-TR" sz="1904" dirty="0">
                <a:latin typeface="Myriad Pro"/>
              </a:rPr>
              <a:t> Takibatı</a:t>
            </a:r>
            <a:r>
              <a:rPr lang="tr-TR" sz="1058" dirty="0">
                <a:latin typeface="Myriad Pro"/>
              </a:rPr>
              <a:t> </a:t>
            </a:r>
            <a:r>
              <a:rPr lang="tr-TR" sz="1058" b="1" i="1" dirty="0">
                <a:solidFill>
                  <a:srgbClr val="00B0F0"/>
                </a:solidFill>
                <a:latin typeface="Myriad Pro"/>
              </a:rPr>
              <a:t>{GK 235/5-d, GY Md. 239/2}</a:t>
            </a:r>
          </a:p>
        </p:txBody>
      </p:sp>
    </p:spTree>
    <p:extLst>
      <p:ext uri="{BB962C8B-B14F-4D97-AF65-F5344CB8AC3E}">
        <p14:creationId xmlns:p14="http://schemas.microsoft.com/office/powerpoint/2010/main" val="373914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0" grpId="0" animBg="1"/>
      <p:bldP spid="22" grpId="0" animBg="1"/>
      <p:bldP spid="23" grpId="0" animBg="1"/>
      <p:bldP spid="24" grpId="0" animBg="1"/>
      <p:bldP spid="26" grpId="0" animBg="1"/>
      <p:bldP spid="30" grpId="0" animBg="1"/>
      <p:bldP spid="33" grpId="0"/>
      <p:bldP spid="3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Dikdörtgen 34">
            <a:extLst>
              <a:ext uri="{FF2B5EF4-FFF2-40B4-BE49-F238E27FC236}">
                <a16:creationId xmlns:a16="http://schemas.microsoft.com/office/drawing/2014/main" id="{53BC6238-9054-4DDF-9A1E-282A5FF27DB4}"/>
              </a:ext>
            </a:extLst>
          </p:cNvPr>
          <p:cNvSpPr/>
          <p:nvPr/>
        </p:nvSpPr>
        <p:spPr>
          <a:xfrm>
            <a:off x="1686808" y="1526698"/>
            <a:ext cx="2307329" cy="65387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Fazla çıkan eşya ile beyan edilen eşyanın aynı olması</a:t>
            </a:r>
            <a:endParaRPr lang="tr-TR" sz="1269" dirty="0">
              <a:solidFill>
                <a:schemeClr val="tx1"/>
              </a:solidFill>
              <a:latin typeface="Myriad Pro"/>
            </a:endParaRPr>
          </a:p>
        </p:txBody>
      </p:sp>
      <p:sp>
        <p:nvSpPr>
          <p:cNvPr id="36" name="Dikdörtgen 35">
            <a:extLst>
              <a:ext uri="{FF2B5EF4-FFF2-40B4-BE49-F238E27FC236}">
                <a16:creationId xmlns:a16="http://schemas.microsoft.com/office/drawing/2014/main" id="{95114D34-8D88-4123-B1E3-BB6A777648D6}"/>
              </a:ext>
            </a:extLst>
          </p:cNvPr>
          <p:cNvSpPr/>
          <p:nvPr/>
        </p:nvSpPr>
        <p:spPr>
          <a:xfrm>
            <a:off x="8237350" y="1526698"/>
            <a:ext cx="2321547" cy="65775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solidFill>
                  <a:schemeClr val="tx1"/>
                </a:solidFill>
                <a:latin typeface="Myriad Pro"/>
              </a:rPr>
              <a:t>Beyan edilen </a:t>
            </a:r>
            <a:r>
              <a:rPr lang="tr-TR" sz="1269" u="sng" dirty="0">
                <a:solidFill>
                  <a:schemeClr val="tx1"/>
                </a:solidFill>
                <a:latin typeface="Myriad Pro"/>
              </a:rPr>
              <a:t>eşya haricinde </a:t>
            </a:r>
          </a:p>
          <a:p>
            <a:pPr algn="ctr"/>
            <a:r>
              <a:rPr lang="tr-TR" sz="1269" b="1" dirty="0">
                <a:solidFill>
                  <a:schemeClr val="tx1"/>
                </a:solidFill>
                <a:latin typeface="Myriad Pro"/>
              </a:rPr>
              <a:t>ilaveten başka bir eşya bulunması</a:t>
            </a:r>
          </a:p>
        </p:txBody>
      </p:sp>
      <p:sp>
        <p:nvSpPr>
          <p:cNvPr id="37" name="Dikdörtgen 36">
            <a:extLst>
              <a:ext uri="{FF2B5EF4-FFF2-40B4-BE49-F238E27FC236}">
                <a16:creationId xmlns:a16="http://schemas.microsoft.com/office/drawing/2014/main" id="{6D039384-4071-4120-B869-E2EF4CF03AFE}"/>
              </a:ext>
            </a:extLst>
          </p:cNvPr>
          <p:cNvSpPr/>
          <p:nvPr/>
        </p:nvSpPr>
        <p:spPr>
          <a:xfrm>
            <a:off x="1686808" y="2664883"/>
            <a:ext cx="2307329" cy="173906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181360" indent="-181360" algn="ctr">
              <a:buFont typeface="Wingdings" panose="05000000000000000000" pitchFamily="2" charset="2"/>
              <a:buChar char="Ø"/>
            </a:pPr>
            <a:r>
              <a:rPr lang="tr-TR" sz="1164" dirty="0">
                <a:latin typeface="Myriad Pro"/>
              </a:rPr>
              <a:t>Tespit edilen fazlalık TRB’ye ve sisteme gerekli açıklamalar yapılarak kaydedilir.</a:t>
            </a:r>
          </a:p>
          <a:p>
            <a:pPr marL="181360" indent="-181360" algn="ctr">
              <a:buFont typeface="Wingdings" panose="05000000000000000000" pitchFamily="2" charset="2"/>
              <a:buChar char="Ø"/>
            </a:pPr>
            <a:r>
              <a:rPr lang="tr-TR" sz="1164" dirty="0">
                <a:latin typeface="Myriad Pro"/>
              </a:rPr>
              <a:t>Transit rejimi sonlandırılır.</a:t>
            </a:r>
          </a:p>
          <a:p>
            <a:pPr marL="181360" indent="-181360" algn="ctr">
              <a:buFont typeface="Wingdings" panose="05000000000000000000" pitchFamily="2" charset="2"/>
              <a:buChar char="Ø"/>
            </a:pPr>
            <a:r>
              <a:rPr lang="tr-TR" sz="1164" dirty="0">
                <a:latin typeface="Myriad Pro"/>
              </a:rPr>
              <a:t>Eşyanın Türkiye Gümrük Bölgesi dışına çıkarılmasına izin verilir.</a:t>
            </a:r>
            <a:endParaRPr lang="tr-TR" sz="1164" dirty="0">
              <a:solidFill>
                <a:schemeClr val="tx1"/>
              </a:solidFill>
              <a:latin typeface="Myriad Pro"/>
            </a:endParaRPr>
          </a:p>
        </p:txBody>
      </p:sp>
      <p:cxnSp>
        <p:nvCxnSpPr>
          <p:cNvPr id="38" name="Düz Ok Bağlayıcısı 37">
            <a:extLst>
              <a:ext uri="{FF2B5EF4-FFF2-40B4-BE49-F238E27FC236}">
                <a16:creationId xmlns:a16="http://schemas.microsoft.com/office/drawing/2014/main" id="{67DF426B-D434-45CD-ABE3-01D9EB5E691E}"/>
              </a:ext>
            </a:extLst>
          </p:cNvPr>
          <p:cNvCxnSpPr>
            <a:cxnSpLocks/>
          </p:cNvCxnSpPr>
          <p:nvPr/>
        </p:nvCxnSpPr>
        <p:spPr>
          <a:xfrm flipH="1">
            <a:off x="4387589" y="5282813"/>
            <a:ext cx="973857" cy="470597"/>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Düz Ok Bağlayıcısı 38">
            <a:extLst>
              <a:ext uri="{FF2B5EF4-FFF2-40B4-BE49-F238E27FC236}">
                <a16:creationId xmlns:a16="http://schemas.microsoft.com/office/drawing/2014/main" id="{BCAC161F-DC88-4AEB-BD70-EAB572FDAFFC}"/>
              </a:ext>
            </a:extLst>
          </p:cNvPr>
          <p:cNvCxnSpPr>
            <a:cxnSpLocks/>
          </p:cNvCxnSpPr>
          <p:nvPr/>
        </p:nvCxnSpPr>
        <p:spPr>
          <a:xfrm>
            <a:off x="7024535" y="5282813"/>
            <a:ext cx="973857" cy="47059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0" name="Dikdörtgen 39">
            <a:extLst>
              <a:ext uri="{FF2B5EF4-FFF2-40B4-BE49-F238E27FC236}">
                <a16:creationId xmlns:a16="http://schemas.microsoft.com/office/drawing/2014/main" id="{684E8488-2AE3-45B5-A06F-A7A9252EA273}"/>
              </a:ext>
            </a:extLst>
          </p:cNvPr>
          <p:cNvSpPr/>
          <p:nvPr/>
        </p:nvSpPr>
        <p:spPr>
          <a:xfrm>
            <a:off x="2626008" y="5814298"/>
            <a:ext cx="3523162"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b="1" dirty="0">
                <a:latin typeface="Myriad Pro"/>
              </a:rPr>
              <a:t>Fazla çıkan diğer eşyaya ilişkin rejim beyanında bulunulmasına </a:t>
            </a:r>
          </a:p>
          <a:p>
            <a:pPr algn="ctr"/>
            <a:r>
              <a:rPr lang="tr-TR" sz="1269" b="1" dirty="0">
                <a:latin typeface="Myriad Pro"/>
              </a:rPr>
              <a:t>veya </a:t>
            </a:r>
          </a:p>
          <a:p>
            <a:pPr algn="ctr"/>
            <a:r>
              <a:rPr lang="tr-TR" sz="1269" b="1" dirty="0">
                <a:latin typeface="Myriad Pro"/>
              </a:rPr>
              <a:t>eşyanın yurtdışı edilmesine izin verilir.</a:t>
            </a:r>
            <a:endParaRPr lang="tr-TR" sz="1269" b="1" i="1" dirty="0">
              <a:solidFill>
                <a:srgbClr val="FF0000"/>
              </a:solidFill>
              <a:latin typeface="Myriad Pro"/>
            </a:endParaRPr>
          </a:p>
        </p:txBody>
      </p:sp>
      <p:sp>
        <p:nvSpPr>
          <p:cNvPr id="41" name="Dikdörtgen 40">
            <a:extLst>
              <a:ext uri="{FF2B5EF4-FFF2-40B4-BE49-F238E27FC236}">
                <a16:creationId xmlns:a16="http://schemas.microsoft.com/office/drawing/2014/main" id="{A3CDF654-4347-4931-BD27-3AF954B2A808}"/>
              </a:ext>
            </a:extLst>
          </p:cNvPr>
          <p:cNvSpPr/>
          <p:nvPr/>
        </p:nvSpPr>
        <p:spPr>
          <a:xfrm>
            <a:off x="6335336" y="5814298"/>
            <a:ext cx="3606106"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181360" indent="-181360" algn="ctr">
              <a:buFont typeface="Wingdings" panose="05000000000000000000" pitchFamily="2" charset="2"/>
              <a:buChar char="Ø"/>
            </a:pPr>
            <a:r>
              <a:rPr lang="tr-TR" sz="1100" b="1" dirty="0">
                <a:solidFill>
                  <a:srgbClr val="00B050"/>
                </a:solidFill>
                <a:latin typeface="Myriad Pro"/>
              </a:rPr>
              <a:t>Varış gümrük idaresince fazla çıkan eşyaya </a:t>
            </a:r>
          </a:p>
          <a:p>
            <a:pPr algn="ctr"/>
            <a:r>
              <a:rPr lang="tr-TR" sz="1100" b="1" dirty="0">
                <a:solidFill>
                  <a:srgbClr val="00B050"/>
                </a:solidFill>
                <a:latin typeface="Myriad Pro"/>
              </a:rPr>
              <a:t>   GK 235/5-d uygulanır.</a:t>
            </a:r>
          </a:p>
          <a:p>
            <a:pPr marL="181360" indent="-181360" algn="ctr">
              <a:buFont typeface="Wingdings" panose="05000000000000000000" pitchFamily="2" charset="2"/>
              <a:buChar char="Ø"/>
            </a:pPr>
            <a:r>
              <a:rPr lang="tr-TR" sz="1100" b="1" i="1" dirty="0">
                <a:solidFill>
                  <a:srgbClr val="FF0000"/>
                </a:solidFill>
                <a:latin typeface="Myriad Pro"/>
              </a:rPr>
              <a:t>Hareket gümrük idaresince</a:t>
            </a:r>
          </a:p>
          <a:p>
            <a:pPr algn="ctr"/>
            <a:r>
              <a:rPr lang="tr-TR" sz="1100" b="1" i="1" dirty="0">
                <a:solidFill>
                  <a:srgbClr val="FF0000"/>
                </a:solidFill>
                <a:latin typeface="Myriad Pro"/>
              </a:rPr>
              <a:t>rejim ibra edilir (WRT_NOT)</a:t>
            </a:r>
          </a:p>
        </p:txBody>
      </p:sp>
      <p:sp>
        <p:nvSpPr>
          <p:cNvPr id="42" name="Dikdörtgen 41">
            <a:extLst>
              <a:ext uri="{FF2B5EF4-FFF2-40B4-BE49-F238E27FC236}">
                <a16:creationId xmlns:a16="http://schemas.microsoft.com/office/drawing/2014/main" id="{5A3C1198-267B-440A-A58E-A77ABF9DAB8A}"/>
              </a:ext>
            </a:extLst>
          </p:cNvPr>
          <p:cNvSpPr/>
          <p:nvPr/>
        </p:nvSpPr>
        <p:spPr>
          <a:xfrm>
            <a:off x="4973807" y="1335175"/>
            <a:ext cx="2471494" cy="120115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dirty="0">
                <a:latin typeface="Myriad Pro"/>
              </a:rPr>
              <a:t>Ulusal transit rejiminde serbest dolaşımda olmayan ve Türkiye Gümrük Bölgesinden çıkarılacak eşyanın beyana göre </a:t>
            </a:r>
          </a:p>
          <a:p>
            <a:pPr algn="ctr"/>
            <a:r>
              <a:rPr lang="tr-TR" sz="1164" b="1" dirty="0">
                <a:solidFill>
                  <a:srgbClr val="FF0000"/>
                </a:solidFill>
                <a:latin typeface="Myriad Pro"/>
              </a:rPr>
              <a:t>fazla çıkması </a:t>
            </a:r>
            <a:r>
              <a:rPr lang="tr-TR" sz="1164" b="1" dirty="0">
                <a:solidFill>
                  <a:schemeClr val="tx1"/>
                </a:solidFill>
                <a:latin typeface="Myriad Pro"/>
              </a:rPr>
              <a:t>durumu </a:t>
            </a:r>
          </a:p>
          <a:p>
            <a:pPr algn="ctr"/>
            <a:r>
              <a:rPr lang="tr-TR" sz="1058" b="1" i="1" dirty="0">
                <a:solidFill>
                  <a:srgbClr val="00B0F0"/>
                </a:solidFill>
                <a:latin typeface="Myriad Pro"/>
              </a:rPr>
              <a:t>{GY Md. 239/2-b}</a:t>
            </a:r>
            <a:endParaRPr lang="tr-TR" sz="1058" b="1" i="1" dirty="0">
              <a:solidFill>
                <a:schemeClr val="tx1"/>
              </a:solidFill>
              <a:latin typeface="Myriad Pro"/>
            </a:endParaRPr>
          </a:p>
        </p:txBody>
      </p:sp>
      <p:cxnSp>
        <p:nvCxnSpPr>
          <p:cNvPr id="43" name="Düz Ok Bağlayıcısı 42">
            <a:extLst>
              <a:ext uri="{FF2B5EF4-FFF2-40B4-BE49-F238E27FC236}">
                <a16:creationId xmlns:a16="http://schemas.microsoft.com/office/drawing/2014/main" id="{DB9B7EE2-6F2F-49C6-9425-8B3C29470FBF}"/>
              </a:ext>
            </a:extLst>
          </p:cNvPr>
          <p:cNvCxnSpPr/>
          <p:nvPr/>
        </p:nvCxnSpPr>
        <p:spPr>
          <a:xfrm>
            <a:off x="2842019" y="2223558"/>
            <a:ext cx="1" cy="398342"/>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44" name="Dikdörtgen 43">
            <a:extLst>
              <a:ext uri="{FF2B5EF4-FFF2-40B4-BE49-F238E27FC236}">
                <a16:creationId xmlns:a16="http://schemas.microsoft.com/office/drawing/2014/main" id="{FD073DD7-A60C-477F-A7C1-C353341D91F7}"/>
              </a:ext>
            </a:extLst>
          </p:cNvPr>
          <p:cNvSpPr/>
          <p:nvPr/>
        </p:nvSpPr>
        <p:spPr>
          <a:xfrm>
            <a:off x="8237350" y="2664881"/>
            <a:ext cx="2321547" cy="211374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181360" indent="-181360" algn="ctr">
              <a:buFont typeface="Wingdings" panose="05000000000000000000" pitchFamily="2" charset="2"/>
              <a:buChar char="Ø"/>
            </a:pPr>
            <a:r>
              <a:rPr lang="tr-TR" sz="1164" dirty="0">
                <a:latin typeface="Myriad Pro"/>
              </a:rPr>
              <a:t>Tespit edilen fazlalık TRB’ye ve sisteme gerekli açıklamalar yapılarak kaydedilir.</a:t>
            </a:r>
          </a:p>
          <a:p>
            <a:pPr marL="181360" indent="-181360" algn="ctr">
              <a:buFont typeface="Wingdings" panose="05000000000000000000" pitchFamily="2" charset="2"/>
              <a:buChar char="Ø"/>
            </a:pPr>
            <a:r>
              <a:rPr lang="tr-TR" sz="1164" dirty="0">
                <a:latin typeface="Myriad Pro"/>
              </a:rPr>
              <a:t>Transit rejimi sonlandırılır.</a:t>
            </a:r>
          </a:p>
          <a:p>
            <a:pPr marL="181360" indent="-181360" algn="ctr">
              <a:buFont typeface="Wingdings" panose="05000000000000000000" pitchFamily="2" charset="2"/>
              <a:buChar char="Ø"/>
            </a:pPr>
            <a:r>
              <a:rPr lang="tr-TR" sz="1164" dirty="0">
                <a:latin typeface="Myriad Pro"/>
              </a:rPr>
              <a:t>Eşyanın Türkiye Gümrük Bölgesi dışına çıkarılmasına izin verilir.</a:t>
            </a:r>
          </a:p>
          <a:p>
            <a:pPr marL="181360" indent="-181360" algn="ctr">
              <a:buFont typeface="Wingdings" panose="05000000000000000000" pitchFamily="2" charset="2"/>
              <a:buChar char="Ø"/>
            </a:pPr>
            <a:endParaRPr lang="tr-TR" sz="1164" dirty="0">
              <a:solidFill>
                <a:schemeClr val="tx1"/>
              </a:solidFill>
              <a:latin typeface="Myriad Pro"/>
            </a:endParaRPr>
          </a:p>
          <a:p>
            <a:pPr marL="181360" indent="-181360" algn="ctr">
              <a:buFont typeface="Wingdings" panose="05000000000000000000" pitchFamily="2" charset="2"/>
              <a:buChar char="Ø"/>
            </a:pPr>
            <a:r>
              <a:rPr lang="tr-TR" sz="1164" dirty="0">
                <a:solidFill>
                  <a:srgbClr val="FF0000"/>
                </a:solidFill>
                <a:latin typeface="Myriad Pro"/>
              </a:rPr>
              <a:t>Farklı çıkan eşyanın yurt dışı edilmesine izin verilmez.</a:t>
            </a:r>
          </a:p>
        </p:txBody>
      </p:sp>
      <p:cxnSp>
        <p:nvCxnSpPr>
          <p:cNvPr id="45" name="Düz Bağlayıcı 44">
            <a:extLst>
              <a:ext uri="{FF2B5EF4-FFF2-40B4-BE49-F238E27FC236}">
                <a16:creationId xmlns:a16="http://schemas.microsoft.com/office/drawing/2014/main" id="{867FD70A-7313-40B5-97D9-88C6E332D365}"/>
              </a:ext>
            </a:extLst>
          </p:cNvPr>
          <p:cNvCxnSpPr/>
          <p:nvPr/>
        </p:nvCxnSpPr>
        <p:spPr>
          <a:xfrm flipV="1">
            <a:off x="4047938" y="1826060"/>
            <a:ext cx="888050" cy="2"/>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46" name="Düz Bağlayıcı 45">
            <a:extLst>
              <a:ext uri="{FF2B5EF4-FFF2-40B4-BE49-F238E27FC236}">
                <a16:creationId xmlns:a16="http://schemas.microsoft.com/office/drawing/2014/main" id="{E285BA62-D1A8-459A-A59D-56C09B04FEB7}"/>
              </a:ext>
            </a:extLst>
          </p:cNvPr>
          <p:cNvCxnSpPr/>
          <p:nvPr/>
        </p:nvCxnSpPr>
        <p:spPr>
          <a:xfrm>
            <a:off x="7499761" y="1826060"/>
            <a:ext cx="6855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Düz Ok Bağlayıcısı 46">
            <a:extLst>
              <a:ext uri="{FF2B5EF4-FFF2-40B4-BE49-F238E27FC236}">
                <a16:creationId xmlns:a16="http://schemas.microsoft.com/office/drawing/2014/main" id="{5E66D39F-D10B-4C12-A808-5135452DC1CA}"/>
              </a:ext>
            </a:extLst>
          </p:cNvPr>
          <p:cNvCxnSpPr/>
          <p:nvPr/>
        </p:nvCxnSpPr>
        <p:spPr>
          <a:xfrm>
            <a:off x="9288443" y="2223558"/>
            <a:ext cx="0" cy="3860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Dikdörtgen 47">
            <a:extLst>
              <a:ext uri="{FF2B5EF4-FFF2-40B4-BE49-F238E27FC236}">
                <a16:creationId xmlns:a16="http://schemas.microsoft.com/office/drawing/2014/main" id="{8EEA5B09-0F26-4D05-B6C0-22DDF74BD1F9}"/>
              </a:ext>
            </a:extLst>
          </p:cNvPr>
          <p:cNvSpPr/>
          <p:nvPr/>
        </p:nvSpPr>
        <p:spPr>
          <a:xfrm>
            <a:off x="5190586" y="2784932"/>
            <a:ext cx="2072105"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Beyan harici eşyanın yanlış beyan veya fazla yüklemeden kaynaklandığının</a:t>
            </a:r>
          </a:p>
          <a:p>
            <a:pPr algn="ctr"/>
            <a:r>
              <a:rPr lang="tr-TR" sz="1164" b="1" dirty="0">
                <a:latin typeface="Myriad Pro"/>
              </a:rPr>
              <a:t>28 gün içinde</a:t>
            </a:r>
            <a:r>
              <a:rPr lang="tr-TR" sz="1164" dirty="0">
                <a:latin typeface="Myriad Pro"/>
              </a:rPr>
              <a:t> ispatı</a:t>
            </a:r>
            <a:endParaRPr lang="tr-TR" sz="1164" dirty="0">
              <a:solidFill>
                <a:schemeClr val="tx1"/>
              </a:solidFill>
              <a:latin typeface="Myriad Pro"/>
            </a:endParaRPr>
          </a:p>
        </p:txBody>
      </p:sp>
      <p:cxnSp>
        <p:nvCxnSpPr>
          <p:cNvPr id="49" name="Düz Ok Bağlayıcısı 48">
            <a:extLst>
              <a:ext uri="{FF2B5EF4-FFF2-40B4-BE49-F238E27FC236}">
                <a16:creationId xmlns:a16="http://schemas.microsoft.com/office/drawing/2014/main" id="{18DAB9DA-DABD-4458-B859-3CFCFE8B86D9}"/>
              </a:ext>
            </a:extLst>
          </p:cNvPr>
          <p:cNvCxnSpPr>
            <a:cxnSpLocks/>
          </p:cNvCxnSpPr>
          <p:nvPr/>
        </p:nvCxnSpPr>
        <p:spPr>
          <a:xfrm>
            <a:off x="5361446" y="3778130"/>
            <a:ext cx="0" cy="486955"/>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Düz Ok Bağlayıcısı 49">
            <a:extLst>
              <a:ext uri="{FF2B5EF4-FFF2-40B4-BE49-F238E27FC236}">
                <a16:creationId xmlns:a16="http://schemas.microsoft.com/office/drawing/2014/main" id="{D874DD47-1839-47D2-98DA-8BF43ADE4F9C}"/>
              </a:ext>
            </a:extLst>
          </p:cNvPr>
          <p:cNvCxnSpPr/>
          <p:nvPr/>
        </p:nvCxnSpPr>
        <p:spPr>
          <a:xfrm>
            <a:off x="7030975" y="3778130"/>
            <a:ext cx="0" cy="46233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1" name="Dikdörtgen 50">
            <a:extLst>
              <a:ext uri="{FF2B5EF4-FFF2-40B4-BE49-F238E27FC236}">
                <a16:creationId xmlns:a16="http://schemas.microsoft.com/office/drawing/2014/main" id="{DFBDCA81-F38F-41B4-9FD2-F43D676A8856}"/>
              </a:ext>
            </a:extLst>
          </p:cNvPr>
          <p:cNvSpPr/>
          <p:nvPr/>
        </p:nvSpPr>
        <p:spPr>
          <a:xfrm>
            <a:off x="4735310" y="4315060"/>
            <a:ext cx="1419040"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İspat edildi</a:t>
            </a:r>
          </a:p>
        </p:txBody>
      </p:sp>
      <p:sp>
        <p:nvSpPr>
          <p:cNvPr id="52" name="Dikdörtgen 51">
            <a:extLst>
              <a:ext uri="{FF2B5EF4-FFF2-40B4-BE49-F238E27FC236}">
                <a16:creationId xmlns:a16="http://schemas.microsoft.com/office/drawing/2014/main" id="{8A66D88A-B3A4-4564-8881-B88CFC4F95A3}"/>
              </a:ext>
            </a:extLst>
          </p:cNvPr>
          <p:cNvSpPr/>
          <p:nvPr/>
        </p:nvSpPr>
        <p:spPr>
          <a:xfrm>
            <a:off x="6313859" y="4316676"/>
            <a:ext cx="1417898"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solidFill>
                  <a:schemeClr val="tx1"/>
                </a:solidFill>
                <a:latin typeface="Myriad Pro"/>
              </a:rPr>
              <a:t>İspat edilemedi</a:t>
            </a:r>
          </a:p>
        </p:txBody>
      </p:sp>
      <p:cxnSp>
        <p:nvCxnSpPr>
          <p:cNvPr id="53" name="Düz Ok Bağlayıcısı 52">
            <a:extLst>
              <a:ext uri="{FF2B5EF4-FFF2-40B4-BE49-F238E27FC236}">
                <a16:creationId xmlns:a16="http://schemas.microsoft.com/office/drawing/2014/main" id="{1ACEFEBF-AA21-490F-AFC2-E32AE39B8C94}"/>
              </a:ext>
            </a:extLst>
          </p:cNvPr>
          <p:cNvCxnSpPr>
            <a:cxnSpLocks/>
          </p:cNvCxnSpPr>
          <p:nvPr/>
        </p:nvCxnSpPr>
        <p:spPr>
          <a:xfrm flipH="1">
            <a:off x="7262692" y="3314636"/>
            <a:ext cx="93813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Dikdörtgen 53">
            <a:extLst>
              <a:ext uri="{FF2B5EF4-FFF2-40B4-BE49-F238E27FC236}">
                <a16:creationId xmlns:a16="http://schemas.microsoft.com/office/drawing/2014/main" id="{0908338D-E343-4F30-B3A4-D8F525EA56BE}"/>
              </a:ext>
            </a:extLst>
          </p:cNvPr>
          <p:cNvSpPr/>
          <p:nvPr/>
        </p:nvSpPr>
        <p:spPr>
          <a:xfrm>
            <a:off x="5332684" y="3747195"/>
            <a:ext cx="1753739" cy="580736"/>
          </a:xfrm>
          <a:prstGeom prst="rect">
            <a:avLst/>
          </a:prstGeom>
        </p:spPr>
        <p:txBody>
          <a:bodyPr wrap="square">
            <a:spAutoFit/>
          </a:bodyPr>
          <a:lstStyle/>
          <a:p>
            <a:pPr algn="ctr"/>
            <a:r>
              <a:rPr lang="tr-TR" sz="1058" i="1" dirty="0">
                <a:latin typeface="Myriad Pro"/>
              </a:rPr>
              <a:t>Yazılı başvuru halinde </a:t>
            </a:r>
          </a:p>
          <a:p>
            <a:pPr algn="ctr"/>
            <a:r>
              <a:rPr lang="tr-TR" sz="1058" i="1" dirty="0">
                <a:latin typeface="Myriad Pro"/>
              </a:rPr>
              <a:t>süre 28 gün daha uzatılabilir</a:t>
            </a:r>
          </a:p>
        </p:txBody>
      </p:sp>
      <p:sp>
        <p:nvSpPr>
          <p:cNvPr id="31" name="Metin kutusu 30">
            <a:extLst>
              <a:ext uri="{FF2B5EF4-FFF2-40B4-BE49-F238E27FC236}">
                <a16:creationId xmlns:a16="http://schemas.microsoft.com/office/drawing/2014/main" id="{7CF4DAA8-AE72-4DBD-B6C5-5988986C43FD}"/>
              </a:ext>
            </a:extLst>
          </p:cNvPr>
          <p:cNvSpPr txBox="1"/>
          <p:nvPr/>
        </p:nvSpPr>
        <p:spPr>
          <a:xfrm>
            <a:off x="2992151" y="579616"/>
            <a:ext cx="6817674" cy="385362"/>
          </a:xfrm>
          <a:prstGeom prst="rect">
            <a:avLst/>
          </a:prstGeom>
          <a:noFill/>
        </p:spPr>
        <p:txBody>
          <a:bodyPr wrap="square" rtlCol="0">
            <a:spAutoFit/>
          </a:bodyPr>
          <a:lstStyle/>
          <a:p>
            <a:pPr algn="ctr"/>
            <a:r>
              <a:rPr lang="tr-TR" sz="1904" b="1" dirty="0">
                <a:solidFill>
                  <a:srgbClr val="FF0000"/>
                </a:solidFill>
                <a:latin typeface="Myriad Pro"/>
              </a:rPr>
              <a:t>Ulusal </a:t>
            </a:r>
            <a:r>
              <a:rPr lang="tr-TR" sz="1904" dirty="0">
                <a:latin typeface="Myriad Pro"/>
              </a:rPr>
              <a:t>Transit Rejiminde </a:t>
            </a:r>
            <a:r>
              <a:rPr lang="tr-TR" sz="1904" b="1" u="sng" dirty="0">
                <a:latin typeface="Myriad Pro"/>
              </a:rPr>
              <a:t>FAZLALIK</a:t>
            </a:r>
            <a:r>
              <a:rPr lang="tr-TR" sz="1904" dirty="0">
                <a:latin typeface="Myriad Pro"/>
              </a:rPr>
              <a:t> Takibatı</a:t>
            </a:r>
            <a:r>
              <a:rPr lang="tr-TR" sz="1058" dirty="0">
                <a:latin typeface="Myriad Pro"/>
              </a:rPr>
              <a:t> </a:t>
            </a:r>
            <a:r>
              <a:rPr lang="tr-TR" sz="1058" b="1" i="1" dirty="0">
                <a:solidFill>
                  <a:srgbClr val="00B0F0"/>
                </a:solidFill>
                <a:latin typeface="Myriad Pro"/>
              </a:rPr>
              <a:t>{GK 235/5-d, GY Md. 239/2}</a:t>
            </a:r>
          </a:p>
        </p:txBody>
      </p:sp>
      <p:sp>
        <p:nvSpPr>
          <p:cNvPr id="24" name="Metin kutusu 23">
            <a:extLst>
              <a:ext uri="{FF2B5EF4-FFF2-40B4-BE49-F238E27FC236}">
                <a16:creationId xmlns:a16="http://schemas.microsoft.com/office/drawing/2014/main" id="{A28ECD36-6496-48E0-AAD9-52F6B29D3E3B}"/>
              </a:ext>
            </a:extLst>
          </p:cNvPr>
          <p:cNvSpPr txBox="1"/>
          <p:nvPr/>
        </p:nvSpPr>
        <p:spPr>
          <a:xfrm>
            <a:off x="1883406" y="316813"/>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32582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fade">
                                      <p:cBhvr>
                                        <p:cTn id="41" dur="500"/>
                                        <p:tgtEl>
                                          <p:spTgt spid="4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500"/>
                                        <p:tgtEl>
                                          <p:spTgt spid="4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fade">
                                      <p:cBhvr>
                                        <p:cTn id="49" dur="500"/>
                                        <p:tgtEl>
                                          <p:spTgt spid="5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fade">
                                      <p:cBhvr>
                                        <p:cTn id="57" dur="500"/>
                                        <p:tgtEl>
                                          <p:spTgt spid="5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fade">
                                      <p:cBhvr>
                                        <p:cTn id="62" dur="500"/>
                                        <p:tgtEl>
                                          <p:spTgt spid="4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1"/>
                                        </p:tgtEl>
                                        <p:attrNameLst>
                                          <p:attrName>style.visibility</p:attrName>
                                        </p:attrNameLst>
                                      </p:cBhvr>
                                      <p:to>
                                        <p:strVal val="visible"/>
                                      </p:to>
                                    </p:set>
                                    <p:animEffect transition="in" filter="fade">
                                      <p:cBhvr>
                                        <p:cTn id="65" dur="500"/>
                                        <p:tgtEl>
                                          <p:spTgt spid="51"/>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500"/>
                                        <p:tgtEl>
                                          <p:spTgt spid="3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fade">
                                      <p:cBhvr>
                                        <p:cTn id="73" dur="500"/>
                                        <p:tgtEl>
                                          <p:spTgt spid="4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500"/>
                                        <p:tgtEl>
                                          <p:spTgt spid="5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2"/>
                                        </p:tgtEl>
                                        <p:attrNameLst>
                                          <p:attrName>style.visibility</p:attrName>
                                        </p:attrNameLst>
                                      </p:cBhvr>
                                      <p:to>
                                        <p:strVal val="visible"/>
                                      </p:to>
                                    </p:set>
                                    <p:animEffect transition="in" filter="fade">
                                      <p:cBhvr>
                                        <p:cTn id="81" dur="500"/>
                                        <p:tgtEl>
                                          <p:spTgt spid="52"/>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500"/>
                                        <p:tgtEl>
                                          <p:spTgt spid="3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40" grpId="0" animBg="1"/>
      <p:bldP spid="41" grpId="0" animBg="1"/>
      <p:bldP spid="42" grpId="0" animBg="1"/>
      <p:bldP spid="44" grpId="0" animBg="1"/>
      <p:bldP spid="48" grpId="0" animBg="1"/>
      <p:bldP spid="51" grpId="0" animBg="1"/>
      <p:bldP spid="52" grpId="0" animBg="1"/>
      <p:bldP spid="54" grpId="0"/>
      <p:bldP spid="3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Metin kutusu 54">
            <a:extLst>
              <a:ext uri="{FF2B5EF4-FFF2-40B4-BE49-F238E27FC236}">
                <a16:creationId xmlns:a16="http://schemas.microsoft.com/office/drawing/2014/main" id="{A3E07E3B-9BBC-4D05-AC33-726760D18E22}"/>
              </a:ext>
            </a:extLst>
          </p:cNvPr>
          <p:cNvSpPr txBox="1"/>
          <p:nvPr/>
        </p:nvSpPr>
        <p:spPr>
          <a:xfrm>
            <a:off x="3224594" y="603433"/>
            <a:ext cx="6025937" cy="385362"/>
          </a:xfrm>
          <a:prstGeom prst="rect">
            <a:avLst/>
          </a:prstGeom>
          <a:noFill/>
        </p:spPr>
        <p:txBody>
          <a:bodyPr wrap="square" rtlCol="0">
            <a:spAutoFit/>
          </a:bodyPr>
          <a:lstStyle/>
          <a:p>
            <a:pPr algn="ctr"/>
            <a:r>
              <a:rPr lang="tr-TR" sz="1904" b="1" dirty="0">
                <a:solidFill>
                  <a:srgbClr val="3829FF"/>
                </a:solidFill>
                <a:latin typeface="Myriad Pro"/>
              </a:rPr>
              <a:t>Ortak</a:t>
            </a:r>
            <a:r>
              <a:rPr lang="tr-TR" sz="1904" b="1" dirty="0">
                <a:solidFill>
                  <a:srgbClr val="FF0000"/>
                </a:solidFill>
                <a:latin typeface="Myriad Pro"/>
              </a:rPr>
              <a:t> </a:t>
            </a:r>
            <a:r>
              <a:rPr lang="tr-TR" sz="1904" dirty="0">
                <a:latin typeface="Myriad Pro"/>
              </a:rPr>
              <a:t>Transit Rejiminde </a:t>
            </a:r>
            <a:r>
              <a:rPr lang="tr-TR" sz="1904" b="1" u="sng" dirty="0">
                <a:latin typeface="Myriad Pro"/>
              </a:rPr>
              <a:t>EKSİKLİK</a:t>
            </a:r>
            <a:r>
              <a:rPr lang="tr-TR" sz="1904" dirty="0">
                <a:latin typeface="Myriad Pro"/>
              </a:rPr>
              <a:t> Takibatı </a:t>
            </a:r>
            <a:r>
              <a:rPr lang="tr-TR" sz="1058" b="1" i="1" dirty="0">
                <a:solidFill>
                  <a:srgbClr val="00B0F0"/>
                </a:solidFill>
                <a:latin typeface="Myriad Pro"/>
              </a:rPr>
              <a:t>{GY Md. 240/1}</a:t>
            </a:r>
            <a:r>
              <a:rPr lang="tr-TR" sz="1058" b="1" i="1" dirty="0">
                <a:latin typeface="Myriad Pro"/>
              </a:rPr>
              <a:t>  </a:t>
            </a:r>
          </a:p>
        </p:txBody>
      </p:sp>
      <p:sp>
        <p:nvSpPr>
          <p:cNvPr id="28" name="Dikdörtgen 27">
            <a:extLst>
              <a:ext uri="{FF2B5EF4-FFF2-40B4-BE49-F238E27FC236}">
                <a16:creationId xmlns:a16="http://schemas.microsoft.com/office/drawing/2014/main" id="{E724A5C5-1E6E-484A-B8DE-31E16AA0E4C7}"/>
              </a:ext>
            </a:extLst>
          </p:cNvPr>
          <p:cNvSpPr/>
          <p:nvPr/>
        </p:nvSpPr>
        <p:spPr>
          <a:xfrm>
            <a:off x="2345112" y="2586274"/>
            <a:ext cx="2860021"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Tatbik edilen orijinal mühür</a:t>
            </a:r>
          </a:p>
          <a:p>
            <a:pPr algn="ctr"/>
            <a:r>
              <a:rPr lang="tr-TR" sz="1269" dirty="0">
                <a:solidFill>
                  <a:srgbClr val="3829FF"/>
                </a:solidFill>
                <a:latin typeface="Myriad Pro"/>
              </a:rPr>
              <a:t> sağlam ise </a:t>
            </a:r>
          </a:p>
          <a:p>
            <a:pPr algn="ctr"/>
            <a:r>
              <a:rPr lang="tr-TR" sz="1058" b="1" i="1" dirty="0">
                <a:solidFill>
                  <a:srgbClr val="00B0F0"/>
                </a:solidFill>
                <a:latin typeface="Myriad Pro"/>
              </a:rPr>
              <a:t>{GY Md. 240/1-a}</a:t>
            </a:r>
            <a:endParaRPr lang="tr-TR" sz="1058" b="1" i="1" dirty="0">
              <a:solidFill>
                <a:srgbClr val="3829FF"/>
              </a:solidFill>
              <a:latin typeface="Myriad Pro"/>
            </a:endParaRPr>
          </a:p>
        </p:txBody>
      </p:sp>
      <p:sp>
        <p:nvSpPr>
          <p:cNvPr id="29" name="Dikdörtgen 28">
            <a:extLst>
              <a:ext uri="{FF2B5EF4-FFF2-40B4-BE49-F238E27FC236}">
                <a16:creationId xmlns:a16="http://schemas.microsoft.com/office/drawing/2014/main" id="{C51EEFDD-ABF7-4829-9C20-52E84CA600BC}"/>
              </a:ext>
            </a:extLst>
          </p:cNvPr>
          <p:cNvSpPr/>
          <p:nvPr/>
        </p:nvSpPr>
        <p:spPr>
          <a:xfrm>
            <a:off x="5466292" y="2565520"/>
            <a:ext cx="4000848" cy="156546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Tatbik edilen orijinal mührün </a:t>
            </a:r>
          </a:p>
          <a:p>
            <a:pPr marL="181360" indent="-181360" algn="ctr">
              <a:buFont typeface="Wingdings" panose="05000000000000000000" pitchFamily="2" charset="2"/>
              <a:buChar char="Ø"/>
            </a:pPr>
            <a:r>
              <a:rPr lang="tr-TR" sz="1269" dirty="0">
                <a:solidFill>
                  <a:srgbClr val="3829FF"/>
                </a:solidFill>
                <a:latin typeface="Myriad Pro"/>
              </a:rPr>
              <a:t>sağlam olmaması</a:t>
            </a:r>
          </a:p>
          <a:p>
            <a:pPr marL="181360" indent="-181360" algn="ctr">
              <a:buFont typeface="Wingdings" panose="05000000000000000000" pitchFamily="2" charset="2"/>
              <a:buChar char="Ø"/>
            </a:pPr>
            <a:r>
              <a:rPr lang="tr-TR" sz="1269" dirty="0">
                <a:solidFill>
                  <a:srgbClr val="3829FF"/>
                </a:solidFill>
                <a:latin typeface="Myriad Pro"/>
              </a:rPr>
              <a:t> sökülmüş olması </a:t>
            </a:r>
          </a:p>
          <a:p>
            <a:pPr algn="ctr"/>
            <a:r>
              <a:rPr lang="tr-TR" sz="1269" dirty="0">
                <a:solidFill>
                  <a:schemeClr val="tx1"/>
                </a:solidFill>
                <a:latin typeface="Myriad Pro"/>
              </a:rPr>
              <a:t>ya da </a:t>
            </a:r>
          </a:p>
          <a:p>
            <a:pPr marL="181360" indent="-181360" algn="ctr">
              <a:buFont typeface="Wingdings" panose="05000000000000000000" pitchFamily="2" charset="2"/>
              <a:buChar char="Ø"/>
            </a:pPr>
            <a:r>
              <a:rPr lang="tr-TR" sz="1269" dirty="0">
                <a:solidFill>
                  <a:srgbClr val="3829FF"/>
                </a:solidFill>
                <a:latin typeface="Myriad Pro"/>
              </a:rPr>
              <a:t>Eşyanın Türkiye Gümrük Bölgesi içinde boşaltıldığı veya değiştirildiğine ilişkin kanaat oluşması</a:t>
            </a:r>
            <a:r>
              <a:rPr lang="tr-TR" sz="1269" dirty="0">
                <a:solidFill>
                  <a:srgbClr val="00B0F0"/>
                </a:solidFill>
                <a:latin typeface="Myriad Pro"/>
              </a:rPr>
              <a:t> </a:t>
            </a:r>
          </a:p>
          <a:p>
            <a:pPr algn="ctr"/>
            <a:r>
              <a:rPr lang="tr-TR" sz="1058" b="1" i="1" dirty="0">
                <a:solidFill>
                  <a:srgbClr val="00B0F0"/>
                </a:solidFill>
                <a:latin typeface="Myriad Pro"/>
              </a:rPr>
              <a:t>{GY Md. 240/1-b}</a:t>
            </a:r>
            <a:endParaRPr lang="tr-TR" sz="1058" b="1" i="1" dirty="0">
              <a:solidFill>
                <a:srgbClr val="3829FF"/>
              </a:solidFill>
              <a:latin typeface="Myriad Pro"/>
            </a:endParaRPr>
          </a:p>
        </p:txBody>
      </p:sp>
      <p:cxnSp>
        <p:nvCxnSpPr>
          <p:cNvPr id="30" name="Düz Ok Bağlayıcısı 29">
            <a:extLst>
              <a:ext uri="{FF2B5EF4-FFF2-40B4-BE49-F238E27FC236}">
                <a16:creationId xmlns:a16="http://schemas.microsoft.com/office/drawing/2014/main" id="{A17AE074-44E7-44CD-8C66-3E3475F2AAD0}"/>
              </a:ext>
            </a:extLst>
          </p:cNvPr>
          <p:cNvCxnSpPr/>
          <p:nvPr/>
        </p:nvCxnSpPr>
        <p:spPr>
          <a:xfrm flipH="1">
            <a:off x="4125049" y="2221662"/>
            <a:ext cx="692832" cy="343858"/>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Düz Ok Bağlayıcısı 30">
            <a:extLst>
              <a:ext uri="{FF2B5EF4-FFF2-40B4-BE49-F238E27FC236}">
                <a16:creationId xmlns:a16="http://schemas.microsoft.com/office/drawing/2014/main" id="{95632A54-AD1B-4A6F-B767-22796E0266B5}"/>
              </a:ext>
            </a:extLst>
          </p:cNvPr>
          <p:cNvCxnSpPr/>
          <p:nvPr/>
        </p:nvCxnSpPr>
        <p:spPr>
          <a:xfrm>
            <a:off x="6961873" y="2206864"/>
            <a:ext cx="577613" cy="321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Düz Ok Bağlayıcısı 31">
            <a:extLst>
              <a:ext uri="{FF2B5EF4-FFF2-40B4-BE49-F238E27FC236}">
                <a16:creationId xmlns:a16="http://schemas.microsoft.com/office/drawing/2014/main" id="{FDF108F4-706B-4154-83A2-826E6E6520EB}"/>
              </a:ext>
            </a:extLst>
          </p:cNvPr>
          <p:cNvCxnSpPr/>
          <p:nvPr/>
        </p:nvCxnSpPr>
        <p:spPr>
          <a:xfrm flipH="1">
            <a:off x="3775122" y="3562630"/>
            <a:ext cx="1" cy="620306"/>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3" name="Dikdörtgen 32">
            <a:extLst>
              <a:ext uri="{FF2B5EF4-FFF2-40B4-BE49-F238E27FC236}">
                <a16:creationId xmlns:a16="http://schemas.microsoft.com/office/drawing/2014/main" id="{28016C36-A779-4B42-A88F-165FD50892D4}"/>
              </a:ext>
            </a:extLst>
          </p:cNvPr>
          <p:cNvSpPr/>
          <p:nvPr/>
        </p:nvSpPr>
        <p:spPr>
          <a:xfrm>
            <a:off x="2501518" y="4232149"/>
            <a:ext cx="2444350"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Eksik çıkan miktar üzerinden transit işlemi sonlandırılır.</a:t>
            </a:r>
            <a:endParaRPr lang="tr-TR" sz="1269" i="1" dirty="0">
              <a:solidFill>
                <a:schemeClr val="tx1"/>
              </a:solidFill>
              <a:latin typeface="Myriad Pro"/>
            </a:endParaRPr>
          </a:p>
        </p:txBody>
      </p:sp>
      <p:cxnSp>
        <p:nvCxnSpPr>
          <p:cNvPr id="34" name="Düz Ok Bağlayıcısı 33">
            <a:extLst>
              <a:ext uri="{FF2B5EF4-FFF2-40B4-BE49-F238E27FC236}">
                <a16:creationId xmlns:a16="http://schemas.microsoft.com/office/drawing/2014/main" id="{12A95E89-3638-4B76-964C-787E17C754DB}"/>
              </a:ext>
            </a:extLst>
          </p:cNvPr>
          <p:cNvCxnSpPr/>
          <p:nvPr/>
        </p:nvCxnSpPr>
        <p:spPr>
          <a:xfrm flipH="1">
            <a:off x="3751994" y="5181883"/>
            <a:ext cx="1725" cy="513221"/>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56" name="Dikdörtgen 55">
            <a:extLst>
              <a:ext uri="{FF2B5EF4-FFF2-40B4-BE49-F238E27FC236}">
                <a16:creationId xmlns:a16="http://schemas.microsoft.com/office/drawing/2014/main" id="{999DB75A-47D6-4BB4-AD8E-F2C8DBB65FDC}"/>
              </a:ext>
            </a:extLst>
          </p:cNvPr>
          <p:cNvSpPr/>
          <p:nvPr/>
        </p:nvSpPr>
        <p:spPr>
          <a:xfrm>
            <a:off x="2501517" y="5753328"/>
            <a:ext cx="2528458"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solidFill>
                  <a:srgbClr val="7030A0"/>
                </a:solidFill>
                <a:latin typeface="Myriad Pro"/>
              </a:rPr>
              <a:t>Hareket gümrük idaresine</a:t>
            </a:r>
            <a:r>
              <a:rPr lang="tr-TR" sz="1164" dirty="0">
                <a:latin typeface="Myriad Pro"/>
              </a:rPr>
              <a:t>, </a:t>
            </a:r>
            <a:r>
              <a:rPr lang="tr-TR" sz="1164" b="1" dirty="0">
                <a:solidFill>
                  <a:schemeClr val="tx1"/>
                </a:solidFill>
                <a:latin typeface="Myriad Pro"/>
              </a:rPr>
              <a:t>çözümünün beklenmediği </a:t>
            </a:r>
            <a:r>
              <a:rPr lang="tr-TR" sz="1164" dirty="0">
                <a:latin typeface="Myriad Pro"/>
              </a:rPr>
              <a:t>belirtilerek </a:t>
            </a:r>
          </a:p>
          <a:p>
            <a:pPr algn="ctr"/>
            <a:r>
              <a:rPr lang="tr-TR" sz="1164" b="1" dirty="0">
                <a:solidFill>
                  <a:srgbClr val="3829FF"/>
                </a:solidFill>
                <a:latin typeface="Myriad Pro"/>
              </a:rPr>
              <a:t>uyuşmazlık bildirilir.</a:t>
            </a:r>
          </a:p>
          <a:p>
            <a:pPr algn="ctr"/>
            <a:r>
              <a:rPr lang="tr-TR" sz="1164" b="1" i="1" dirty="0">
                <a:solidFill>
                  <a:srgbClr val="3829FF"/>
                </a:solidFill>
                <a:latin typeface="Myriad Pro"/>
              </a:rPr>
              <a:t>(DES_CON)</a:t>
            </a:r>
          </a:p>
        </p:txBody>
      </p:sp>
      <p:sp>
        <p:nvSpPr>
          <p:cNvPr id="57" name="Dikdörtgen 56">
            <a:extLst>
              <a:ext uri="{FF2B5EF4-FFF2-40B4-BE49-F238E27FC236}">
                <a16:creationId xmlns:a16="http://schemas.microsoft.com/office/drawing/2014/main" id="{ED5C1ECB-1473-4629-A0EB-6289C10BC78E}"/>
              </a:ext>
            </a:extLst>
          </p:cNvPr>
          <p:cNvSpPr/>
          <p:nvPr/>
        </p:nvSpPr>
        <p:spPr>
          <a:xfrm>
            <a:off x="5466292" y="4859545"/>
            <a:ext cx="3245908" cy="17233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Tahsilat henüz gerçekleşmeden hareket gümrük idaresince araştırma başlatılmışsa (ENQ_REQ),</a:t>
            </a:r>
          </a:p>
          <a:p>
            <a:pPr algn="ctr"/>
            <a:r>
              <a:rPr lang="tr-TR" sz="1269" b="1" dirty="0">
                <a:solidFill>
                  <a:srgbClr val="3829FF"/>
                </a:solidFill>
                <a:latin typeface="Myriad Pro"/>
              </a:rPr>
              <a:t>4 cevabı verilerek,</a:t>
            </a:r>
          </a:p>
          <a:p>
            <a:pPr algn="ctr"/>
            <a:r>
              <a:rPr lang="tr-TR" sz="1269" b="1" dirty="0">
                <a:solidFill>
                  <a:srgbClr val="3829FF"/>
                </a:solidFill>
                <a:latin typeface="Myriad Pro"/>
              </a:rPr>
              <a:t>Varışta Tahsilat talebinde bulunulur. (ENQ_NEG)</a:t>
            </a:r>
          </a:p>
          <a:p>
            <a:pPr algn="ctr"/>
            <a:endParaRPr lang="tr-TR" sz="1269" b="1" dirty="0">
              <a:solidFill>
                <a:srgbClr val="3829FF"/>
              </a:solidFill>
              <a:latin typeface="Myriad Pro"/>
            </a:endParaRPr>
          </a:p>
          <a:p>
            <a:pPr algn="ctr"/>
            <a:r>
              <a:rPr lang="tr-TR" sz="1200" b="1" i="1" dirty="0">
                <a:solidFill>
                  <a:srgbClr val="3829FF"/>
                </a:solidFill>
                <a:latin typeface="Myriad Pro"/>
              </a:rPr>
              <a:t>(REC_REQ -&gt; REC_ACC_POZ -&gt; REC_COM)</a:t>
            </a:r>
          </a:p>
        </p:txBody>
      </p:sp>
      <p:sp>
        <p:nvSpPr>
          <p:cNvPr id="58" name="Dikdörtgen 57">
            <a:extLst>
              <a:ext uri="{FF2B5EF4-FFF2-40B4-BE49-F238E27FC236}">
                <a16:creationId xmlns:a16="http://schemas.microsoft.com/office/drawing/2014/main" id="{7A2D5DAB-9BFF-4969-8BB3-7D91D02AA262}"/>
              </a:ext>
            </a:extLst>
          </p:cNvPr>
          <p:cNvSpPr/>
          <p:nvPr/>
        </p:nvSpPr>
        <p:spPr>
          <a:xfrm>
            <a:off x="9652050" y="5544953"/>
            <a:ext cx="2351176" cy="10378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181360" indent="-181360" algn="ctr">
              <a:buFont typeface="Wingdings" panose="05000000000000000000" pitchFamily="2" charset="2"/>
              <a:buChar char="ü"/>
            </a:pPr>
            <a:r>
              <a:rPr lang="tr-TR" sz="1269" b="1" dirty="0">
                <a:solidFill>
                  <a:srgbClr val="00B050"/>
                </a:solidFill>
                <a:latin typeface="Myriad Pro"/>
              </a:rPr>
              <a:t>Vergi ve diğer yükler tahsil edilir</a:t>
            </a:r>
            <a:r>
              <a:rPr lang="tr-TR" sz="1269" dirty="0">
                <a:solidFill>
                  <a:srgbClr val="00B050"/>
                </a:solidFill>
                <a:latin typeface="Myriad Pro"/>
              </a:rPr>
              <a:t>. </a:t>
            </a:r>
          </a:p>
          <a:p>
            <a:pPr marL="181360" indent="-181360" algn="ctr">
              <a:buFont typeface="Wingdings" panose="05000000000000000000" pitchFamily="2" charset="2"/>
              <a:buChar char="ü"/>
            </a:pPr>
            <a:r>
              <a:rPr lang="tr-TR" sz="1269" b="1" dirty="0">
                <a:solidFill>
                  <a:srgbClr val="FF0000"/>
                </a:solidFill>
                <a:latin typeface="Myriad Pro"/>
              </a:rPr>
              <a:t>GK 235/5-c uygulanır.</a:t>
            </a:r>
          </a:p>
          <a:p>
            <a:pPr marL="181360" indent="-181360" algn="ctr">
              <a:buFont typeface="Wingdings" panose="05000000000000000000" pitchFamily="2" charset="2"/>
              <a:buChar char="ü"/>
            </a:pPr>
            <a:r>
              <a:rPr lang="tr-TR" sz="1269" b="1" dirty="0">
                <a:solidFill>
                  <a:srgbClr val="3829FF"/>
                </a:solidFill>
                <a:latin typeface="Myriad Pro"/>
              </a:rPr>
              <a:t>Hareket gümrük idaresine bilgi verilir. </a:t>
            </a:r>
            <a:r>
              <a:rPr lang="tr-TR" sz="1269" b="1" i="1" dirty="0">
                <a:solidFill>
                  <a:srgbClr val="3829FF"/>
                </a:solidFill>
                <a:latin typeface="Myriad Pro"/>
              </a:rPr>
              <a:t>(REC_DIS) </a:t>
            </a:r>
          </a:p>
        </p:txBody>
      </p:sp>
      <p:sp>
        <p:nvSpPr>
          <p:cNvPr id="59" name="Dikdörtgen 58">
            <a:extLst>
              <a:ext uri="{FF2B5EF4-FFF2-40B4-BE49-F238E27FC236}">
                <a16:creationId xmlns:a16="http://schemas.microsoft.com/office/drawing/2014/main" id="{72D20FE2-85F6-4542-9B8B-05670F6B7E17}"/>
              </a:ext>
            </a:extLst>
          </p:cNvPr>
          <p:cNvSpPr/>
          <p:nvPr/>
        </p:nvSpPr>
        <p:spPr>
          <a:xfrm>
            <a:off x="3759795" y="1260339"/>
            <a:ext cx="4045511"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b="1" dirty="0">
                <a:solidFill>
                  <a:schemeClr val="tx1"/>
                </a:solidFill>
                <a:latin typeface="Myriad Pro"/>
              </a:rPr>
              <a:t>Ortak Transit Rejimi Kapsamında</a:t>
            </a:r>
          </a:p>
          <a:p>
            <a:pPr algn="ctr"/>
            <a:r>
              <a:rPr lang="tr-TR" sz="1269" b="1" dirty="0">
                <a:solidFill>
                  <a:schemeClr val="tx1"/>
                </a:solidFill>
                <a:latin typeface="Myriad Pro"/>
              </a:rPr>
              <a:t>Türkiye’ye gelen eşyada</a:t>
            </a:r>
          </a:p>
          <a:p>
            <a:pPr algn="ctr"/>
            <a:r>
              <a:rPr lang="tr-TR" sz="1269" b="1" dirty="0">
                <a:solidFill>
                  <a:srgbClr val="3829FF"/>
                </a:solidFill>
                <a:latin typeface="Myriad Pro"/>
              </a:rPr>
              <a:t>Eksiklik çıkması </a:t>
            </a:r>
            <a:r>
              <a:rPr lang="tr-TR" sz="1269" b="1" dirty="0">
                <a:solidFill>
                  <a:schemeClr val="tx1"/>
                </a:solidFill>
                <a:latin typeface="Myriad Pro"/>
              </a:rPr>
              <a:t>durumu</a:t>
            </a:r>
            <a:endParaRPr lang="tr-TR" sz="1058" b="1" dirty="0">
              <a:solidFill>
                <a:schemeClr val="tx1"/>
              </a:solidFill>
              <a:latin typeface="Myriad Pro"/>
            </a:endParaRPr>
          </a:p>
        </p:txBody>
      </p:sp>
      <p:cxnSp>
        <p:nvCxnSpPr>
          <p:cNvPr id="60" name="Düz Ok Bağlayıcısı 59">
            <a:extLst>
              <a:ext uri="{FF2B5EF4-FFF2-40B4-BE49-F238E27FC236}">
                <a16:creationId xmlns:a16="http://schemas.microsoft.com/office/drawing/2014/main" id="{AE22C14C-3F70-4E8D-BFD0-798E4503DA79}"/>
              </a:ext>
            </a:extLst>
          </p:cNvPr>
          <p:cNvCxnSpPr>
            <a:cxnSpLocks/>
          </p:cNvCxnSpPr>
          <p:nvPr/>
        </p:nvCxnSpPr>
        <p:spPr>
          <a:xfrm>
            <a:off x="6747982" y="4130984"/>
            <a:ext cx="0" cy="6849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Düz Ok Bağlayıcısı 20">
            <a:extLst>
              <a:ext uri="{FF2B5EF4-FFF2-40B4-BE49-F238E27FC236}">
                <a16:creationId xmlns:a16="http://schemas.microsoft.com/office/drawing/2014/main" id="{FFC6F9D8-F4D1-450D-AC9F-42555993026E}"/>
              </a:ext>
            </a:extLst>
          </p:cNvPr>
          <p:cNvCxnSpPr>
            <a:cxnSpLocks/>
          </p:cNvCxnSpPr>
          <p:nvPr/>
        </p:nvCxnSpPr>
        <p:spPr>
          <a:xfrm>
            <a:off x="8737600" y="6216898"/>
            <a:ext cx="8529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Dikdörtgen 21">
            <a:extLst>
              <a:ext uri="{FF2B5EF4-FFF2-40B4-BE49-F238E27FC236}">
                <a16:creationId xmlns:a16="http://schemas.microsoft.com/office/drawing/2014/main" id="{7A2D5DAB-9BFF-4969-8BB3-7D91D02AA262}"/>
              </a:ext>
            </a:extLst>
          </p:cNvPr>
          <p:cNvSpPr/>
          <p:nvPr/>
        </p:nvSpPr>
        <p:spPr>
          <a:xfrm>
            <a:off x="9652050" y="3770163"/>
            <a:ext cx="2351172" cy="109772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Araştırma başlatılmadan </a:t>
            </a:r>
          </a:p>
          <a:p>
            <a:pPr algn="ctr"/>
            <a:r>
              <a:rPr lang="tr-TR" sz="1269" dirty="0">
                <a:latin typeface="Myriad Pro"/>
              </a:rPr>
              <a:t>ya da araştırma başlatılıp varış gümrük idaresince araştırmaya cevap verme süresi dolmadan önce</a:t>
            </a:r>
          </a:p>
        </p:txBody>
      </p:sp>
      <p:cxnSp>
        <p:nvCxnSpPr>
          <p:cNvPr id="25" name="Dirsek Bağlayıcısı 53">
            <a:extLst>
              <a:ext uri="{FF2B5EF4-FFF2-40B4-BE49-F238E27FC236}">
                <a16:creationId xmlns:a16="http://schemas.microsoft.com/office/drawing/2014/main" id="{3F2832A4-462D-457E-9664-6C728DA601CD}"/>
              </a:ext>
            </a:extLst>
          </p:cNvPr>
          <p:cNvCxnSpPr>
            <a:cxnSpLocks/>
          </p:cNvCxnSpPr>
          <p:nvPr/>
        </p:nvCxnSpPr>
        <p:spPr>
          <a:xfrm>
            <a:off x="9467140" y="3087837"/>
            <a:ext cx="1407864" cy="682326"/>
          </a:xfrm>
          <a:prstGeom prst="bentConnector3">
            <a:avLst>
              <a:gd name="adj1" fmla="val 9984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Düz Ok Bağlayıcısı 25">
            <a:extLst>
              <a:ext uri="{FF2B5EF4-FFF2-40B4-BE49-F238E27FC236}">
                <a16:creationId xmlns:a16="http://schemas.microsoft.com/office/drawing/2014/main" id="{51CEEE7F-CDF4-461E-B3B0-D7BF910F00B7}"/>
              </a:ext>
            </a:extLst>
          </p:cNvPr>
          <p:cNvCxnSpPr>
            <a:cxnSpLocks/>
          </p:cNvCxnSpPr>
          <p:nvPr/>
        </p:nvCxnSpPr>
        <p:spPr>
          <a:xfrm>
            <a:off x="10875004" y="4906720"/>
            <a:ext cx="0" cy="5503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Dikdörtgen 23">
            <a:extLst>
              <a:ext uri="{FF2B5EF4-FFF2-40B4-BE49-F238E27FC236}">
                <a16:creationId xmlns:a16="http://schemas.microsoft.com/office/drawing/2014/main" id="{0BD11585-6E22-4C2E-A635-6E712130750E}"/>
              </a:ext>
            </a:extLst>
          </p:cNvPr>
          <p:cNvSpPr/>
          <p:nvPr/>
        </p:nvSpPr>
        <p:spPr>
          <a:xfrm>
            <a:off x="188770" y="3770162"/>
            <a:ext cx="2013062" cy="2724211"/>
          </a:xfrm>
          <a:prstGeom prst="rect">
            <a:avLst/>
          </a:prstGeom>
          <a:solidFill>
            <a:schemeClr val="accent3">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tr-TR" sz="1111" dirty="0">
                <a:solidFill>
                  <a:schemeClr val="tx1"/>
                </a:solidFill>
                <a:latin typeface="Myriad Pro"/>
              </a:rPr>
              <a:t>Transit Gümrük İdaresi</a:t>
            </a:r>
          </a:p>
          <a:p>
            <a:pPr algn="ctr"/>
            <a:r>
              <a:rPr lang="tr-TR" sz="1111" dirty="0">
                <a:solidFill>
                  <a:schemeClr val="tx1"/>
                </a:solidFill>
                <a:latin typeface="Myriad Pro"/>
              </a:rPr>
              <a:t>‘varış gümrük idaresi’ rolüne geçer ve eksiklik işlemlerini gerçekleştirilir.</a:t>
            </a:r>
          </a:p>
          <a:p>
            <a:pPr algn="ctr"/>
            <a:endParaRPr lang="tr-TR" sz="1111" dirty="0">
              <a:solidFill>
                <a:schemeClr val="tx1"/>
              </a:solidFill>
              <a:latin typeface="Myriad Pro"/>
            </a:endParaRPr>
          </a:p>
          <a:p>
            <a:pPr algn="ctr"/>
            <a:r>
              <a:rPr lang="tr-TR" sz="1111" dirty="0">
                <a:solidFill>
                  <a:schemeClr val="tx1"/>
                </a:solidFill>
                <a:latin typeface="Myriad Pro"/>
              </a:rPr>
              <a:t>Uyuşmazlık bildirilir.</a:t>
            </a:r>
          </a:p>
          <a:p>
            <a:pPr algn="ctr"/>
            <a:endParaRPr lang="tr-TR" sz="1111" dirty="0">
              <a:solidFill>
                <a:schemeClr val="tx1"/>
              </a:solidFill>
              <a:latin typeface="Myriad Pro"/>
            </a:endParaRPr>
          </a:p>
          <a:p>
            <a:pPr algn="ctr"/>
            <a:r>
              <a:rPr lang="tr-TR" sz="1111" b="1" dirty="0">
                <a:solidFill>
                  <a:schemeClr val="tx1"/>
                </a:solidFill>
                <a:latin typeface="Myriad Pro"/>
              </a:rPr>
              <a:t>Mevcut eşya, beyana istinaden ulusal transit rejimi altında varış gümrük idaresine sevk edilir.</a:t>
            </a:r>
          </a:p>
          <a:p>
            <a:pPr algn="ctr"/>
            <a:endParaRPr lang="tr-TR" sz="1111" b="1" dirty="0">
              <a:solidFill>
                <a:schemeClr val="tx1"/>
              </a:solidFill>
              <a:latin typeface="Myriad Pro"/>
            </a:endParaRPr>
          </a:p>
          <a:p>
            <a:pPr algn="ctr"/>
            <a:r>
              <a:rPr lang="tr-TR" sz="1111" b="1" dirty="0">
                <a:solidFill>
                  <a:srgbClr val="3829FF"/>
                </a:solidFill>
                <a:latin typeface="Myriad Pro"/>
              </a:rPr>
              <a:t>235/5-c maddesi uygulanmaz.</a:t>
            </a:r>
          </a:p>
          <a:p>
            <a:pPr algn="ctr"/>
            <a:r>
              <a:rPr lang="tr-TR" sz="1058" b="1" i="1" dirty="0">
                <a:solidFill>
                  <a:srgbClr val="00B0F0"/>
                </a:solidFill>
                <a:latin typeface="Myriad Pro"/>
              </a:rPr>
              <a:t>{GY Md. 240/3}</a:t>
            </a:r>
            <a:endParaRPr lang="tr-TR" sz="1058" b="1" i="1" dirty="0">
              <a:solidFill>
                <a:schemeClr val="tx1"/>
              </a:solidFill>
              <a:latin typeface="Myriad Pro"/>
            </a:endParaRPr>
          </a:p>
        </p:txBody>
      </p:sp>
      <p:cxnSp>
        <p:nvCxnSpPr>
          <p:cNvPr id="27" name="Dirsek Bağlayıcısı 63">
            <a:extLst>
              <a:ext uri="{FF2B5EF4-FFF2-40B4-BE49-F238E27FC236}">
                <a16:creationId xmlns:a16="http://schemas.microsoft.com/office/drawing/2014/main" id="{14DCBC50-6BCE-472C-98E3-382FA374A7F6}"/>
              </a:ext>
            </a:extLst>
          </p:cNvPr>
          <p:cNvCxnSpPr>
            <a:cxnSpLocks/>
          </p:cNvCxnSpPr>
          <p:nvPr/>
        </p:nvCxnSpPr>
        <p:spPr>
          <a:xfrm rot="10800000" flipV="1">
            <a:off x="1010985" y="1904157"/>
            <a:ext cx="2741016" cy="1807781"/>
          </a:xfrm>
          <a:prstGeom prst="bentConnector3">
            <a:avLst>
              <a:gd name="adj1" fmla="val 100194"/>
            </a:avLst>
          </a:prstGeom>
          <a:ln>
            <a:solidFill>
              <a:srgbClr val="872729"/>
            </a:solidFill>
            <a:tailEnd type="triangle"/>
          </a:ln>
        </p:spPr>
        <p:style>
          <a:lnRef idx="2">
            <a:schemeClr val="accent1"/>
          </a:lnRef>
          <a:fillRef idx="0">
            <a:schemeClr val="accent1"/>
          </a:fillRef>
          <a:effectRef idx="1">
            <a:schemeClr val="accent1"/>
          </a:effectRef>
          <a:fontRef idx="minor">
            <a:schemeClr val="tx1"/>
          </a:fontRef>
        </p:style>
      </p:cxnSp>
      <p:sp>
        <p:nvSpPr>
          <p:cNvPr id="39" name="Metin kutusu 38">
            <a:extLst>
              <a:ext uri="{FF2B5EF4-FFF2-40B4-BE49-F238E27FC236}">
                <a16:creationId xmlns:a16="http://schemas.microsoft.com/office/drawing/2014/main" id="{20B680D5-44E8-4BC9-BDAC-D620C14504BD}"/>
              </a:ext>
            </a:extLst>
          </p:cNvPr>
          <p:cNvSpPr txBox="1"/>
          <p:nvPr/>
        </p:nvSpPr>
        <p:spPr>
          <a:xfrm>
            <a:off x="973143" y="1878830"/>
            <a:ext cx="1714656" cy="629788"/>
          </a:xfrm>
          <a:prstGeom prst="rect">
            <a:avLst/>
          </a:prstGeom>
          <a:noFill/>
        </p:spPr>
        <p:txBody>
          <a:bodyPr wrap="square" rtlCol="0">
            <a:spAutoFit/>
          </a:bodyPr>
          <a:lstStyle/>
          <a:p>
            <a:pPr algn="ctr"/>
            <a:r>
              <a:rPr lang="tr-TR" sz="1164" dirty="0">
                <a:latin typeface="Myriad Pro"/>
              </a:rPr>
              <a:t>Bu tespit Transit Gümrük İdaresinde gerçekleşirse</a:t>
            </a:r>
          </a:p>
        </p:txBody>
      </p:sp>
      <p:sp>
        <p:nvSpPr>
          <p:cNvPr id="23" name="Metin kutusu 22">
            <a:extLst>
              <a:ext uri="{FF2B5EF4-FFF2-40B4-BE49-F238E27FC236}">
                <a16:creationId xmlns:a16="http://schemas.microsoft.com/office/drawing/2014/main" id="{E55B2BA2-0216-451F-9005-3CF516675DE1}"/>
              </a:ext>
            </a:extLst>
          </p:cNvPr>
          <p:cNvSpPr txBox="1"/>
          <p:nvPr/>
        </p:nvSpPr>
        <p:spPr>
          <a:xfrm>
            <a:off x="1830236" y="298389"/>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203269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fade">
                                      <p:cBhvr>
                                        <p:cTn id="49" dur="500"/>
                                        <p:tgtEl>
                                          <p:spTgt spid="5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fade">
                                      <p:cBhvr>
                                        <p:cTn id="73" dur="500"/>
                                        <p:tgtEl>
                                          <p:spTgt spid="5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60"/>
                                        </p:tgtEl>
                                        <p:attrNameLst>
                                          <p:attrName>style.visibility</p:attrName>
                                        </p:attrNameLst>
                                      </p:cBhvr>
                                      <p:to>
                                        <p:strVal val="visible"/>
                                      </p:to>
                                    </p:set>
                                    <p:animEffect transition="in" filter="fade">
                                      <p:cBhvr>
                                        <p:cTn id="78" dur="500"/>
                                        <p:tgtEl>
                                          <p:spTgt spid="6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7"/>
                                        </p:tgtEl>
                                        <p:attrNameLst>
                                          <p:attrName>style.visibility</p:attrName>
                                        </p:attrNameLst>
                                      </p:cBhvr>
                                      <p:to>
                                        <p:strVal val="visible"/>
                                      </p:to>
                                    </p:set>
                                    <p:animEffect transition="in" filter="fade">
                                      <p:cBhvr>
                                        <p:cTn id="81" dur="500"/>
                                        <p:tgtEl>
                                          <p:spTgt spid="57"/>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28" grpId="0" animBg="1"/>
      <p:bldP spid="29" grpId="0" animBg="1"/>
      <p:bldP spid="33" grpId="0" animBg="1"/>
      <p:bldP spid="56" grpId="0" animBg="1"/>
      <p:bldP spid="57" grpId="0" animBg="1"/>
      <p:bldP spid="58" grpId="0" animBg="1"/>
      <p:bldP spid="59" grpId="0" animBg="1"/>
      <p:bldP spid="22" grpId="0" animBg="1"/>
      <p:bldP spid="24" grpId="0" animBg="1"/>
      <p:bldP spid="3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Metin kutusu 54">
            <a:extLst>
              <a:ext uri="{FF2B5EF4-FFF2-40B4-BE49-F238E27FC236}">
                <a16:creationId xmlns:a16="http://schemas.microsoft.com/office/drawing/2014/main" id="{A3E07E3B-9BBC-4D05-AC33-726760D18E22}"/>
              </a:ext>
            </a:extLst>
          </p:cNvPr>
          <p:cNvSpPr txBox="1"/>
          <p:nvPr/>
        </p:nvSpPr>
        <p:spPr>
          <a:xfrm>
            <a:off x="3272181" y="603606"/>
            <a:ext cx="6493255" cy="385362"/>
          </a:xfrm>
          <a:prstGeom prst="rect">
            <a:avLst/>
          </a:prstGeom>
          <a:noFill/>
        </p:spPr>
        <p:txBody>
          <a:bodyPr wrap="square" rtlCol="0">
            <a:spAutoFit/>
          </a:bodyPr>
          <a:lstStyle/>
          <a:p>
            <a:pPr algn="ctr"/>
            <a:r>
              <a:rPr lang="tr-TR" sz="1904" b="1" dirty="0">
                <a:solidFill>
                  <a:srgbClr val="3829FF"/>
                </a:solidFill>
                <a:latin typeface="Myriad Pro"/>
              </a:rPr>
              <a:t>Ortak</a:t>
            </a:r>
            <a:r>
              <a:rPr lang="tr-TR" sz="1904" b="1" dirty="0">
                <a:solidFill>
                  <a:srgbClr val="FF0000"/>
                </a:solidFill>
                <a:latin typeface="Myriad Pro"/>
              </a:rPr>
              <a:t> </a:t>
            </a:r>
            <a:r>
              <a:rPr lang="tr-TR" sz="1904" dirty="0">
                <a:latin typeface="Myriad Pro"/>
              </a:rPr>
              <a:t>Transit Rejiminde </a:t>
            </a:r>
            <a:r>
              <a:rPr lang="tr-TR" sz="1904" b="1" u="sng" dirty="0">
                <a:latin typeface="Myriad Pro"/>
              </a:rPr>
              <a:t>FAZLALIK</a:t>
            </a:r>
            <a:r>
              <a:rPr lang="tr-TR" sz="1904" dirty="0">
                <a:latin typeface="Myriad Pro"/>
              </a:rPr>
              <a:t> Takibatı </a:t>
            </a:r>
            <a:r>
              <a:rPr lang="tr-TR" sz="1058" b="1" i="1" dirty="0">
                <a:solidFill>
                  <a:srgbClr val="00B0F0"/>
                </a:solidFill>
                <a:latin typeface="Myriad Pro"/>
              </a:rPr>
              <a:t>{GY Md. 240/2, 240/3}</a:t>
            </a:r>
            <a:r>
              <a:rPr lang="tr-TR" sz="1058" b="1" i="1" dirty="0">
                <a:latin typeface="Myriad Pro"/>
              </a:rPr>
              <a:t> </a:t>
            </a:r>
          </a:p>
        </p:txBody>
      </p:sp>
      <p:sp>
        <p:nvSpPr>
          <p:cNvPr id="63" name="Dikdörtgen 62">
            <a:extLst>
              <a:ext uri="{FF2B5EF4-FFF2-40B4-BE49-F238E27FC236}">
                <a16:creationId xmlns:a16="http://schemas.microsoft.com/office/drawing/2014/main" id="{DC46249B-2522-4632-A04B-3733D2500100}"/>
              </a:ext>
            </a:extLst>
          </p:cNvPr>
          <p:cNvSpPr/>
          <p:nvPr/>
        </p:nvSpPr>
        <p:spPr>
          <a:xfrm>
            <a:off x="1833980" y="1577223"/>
            <a:ext cx="2307329" cy="65387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Beyana göre </a:t>
            </a:r>
          </a:p>
          <a:p>
            <a:pPr algn="ctr"/>
            <a:r>
              <a:rPr lang="tr-TR" sz="1269" dirty="0">
                <a:latin typeface="Myriad Pro"/>
              </a:rPr>
              <a:t>eşyanın fazla çıkması</a:t>
            </a:r>
            <a:r>
              <a:rPr lang="tr-TR" sz="1269" dirty="0">
                <a:solidFill>
                  <a:srgbClr val="00B0F0"/>
                </a:solidFill>
                <a:latin typeface="Myriad Pro"/>
              </a:rPr>
              <a:t> </a:t>
            </a:r>
          </a:p>
          <a:p>
            <a:pPr algn="ctr"/>
            <a:r>
              <a:rPr lang="tr-TR" sz="1058" b="1" i="1" dirty="0">
                <a:solidFill>
                  <a:srgbClr val="00B0F0"/>
                </a:solidFill>
                <a:latin typeface="Myriad Pro"/>
              </a:rPr>
              <a:t>{GY Md. 240/2}</a:t>
            </a:r>
            <a:r>
              <a:rPr lang="tr-TR" sz="1058" b="1" i="1" dirty="0">
                <a:latin typeface="Myriad Pro"/>
              </a:rPr>
              <a:t> </a:t>
            </a:r>
            <a:endParaRPr lang="tr-TR" sz="1058" b="1" i="1" dirty="0">
              <a:solidFill>
                <a:schemeClr val="tx1"/>
              </a:solidFill>
              <a:latin typeface="Myriad Pro"/>
            </a:endParaRPr>
          </a:p>
        </p:txBody>
      </p:sp>
      <p:sp>
        <p:nvSpPr>
          <p:cNvPr id="64" name="Dikdörtgen 63">
            <a:extLst>
              <a:ext uri="{FF2B5EF4-FFF2-40B4-BE49-F238E27FC236}">
                <a16:creationId xmlns:a16="http://schemas.microsoft.com/office/drawing/2014/main" id="{C1065CDC-ED14-4211-B012-CF58A60D0C34}"/>
              </a:ext>
            </a:extLst>
          </p:cNvPr>
          <p:cNvSpPr/>
          <p:nvPr/>
        </p:nvSpPr>
        <p:spPr>
          <a:xfrm>
            <a:off x="8039322" y="1449314"/>
            <a:ext cx="2318693" cy="86004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solidFill>
                  <a:schemeClr val="tx1"/>
                </a:solidFill>
                <a:latin typeface="Myriad Pro"/>
              </a:rPr>
              <a:t>Beyan edilen </a:t>
            </a:r>
            <a:r>
              <a:rPr lang="tr-TR" sz="1269" u="sng" dirty="0">
                <a:solidFill>
                  <a:schemeClr val="tx1"/>
                </a:solidFill>
                <a:latin typeface="Myriad Pro"/>
              </a:rPr>
              <a:t>eşya haricinde </a:t>
            </a:r>
          </a:p>
          <a:p>
            <a:pPr algn="ctr"/>
            <a:r>
              <a:rPr lang="tr-TR" sz="1269" b="1" dirty="0">
                <a:solidFill>
                  <a:srgbClr val="3829FF"/>
                </a:solidFill>
                <a:latin typeface="Myriad Pro"/>
              </a:rPr>
              <a:t>ilaveten başka bir eşya bulunması halinde </a:t>
            </a:r>
          </a:p>
          <a:p>
            <a:pPr algn="ctr"/>
            <a:r>
              <a:rPr lang="tr-TR" sz="1058" b="1" i="1" dirty="0">
                <a:solidFill>
                  <a:srgbClr val="00B0F0"/>
                </a:solidFill>
                <a:latin typeface="Myriad Pro"/>
              </a:rPr>
              <a:t>{GY Md. 240/2}</a:t>
            </a:r>
            <a:r>
              <a:rPr lang="tr-TR" sz="1058" b="1" i="1" dirty="0">
                <a:latin typeface="Myriad Pro"/>
              </a:rPr>
              <a:t> </a:t>
            </a:r>
            <a:endParaRPr lang="tr-TR" sz="1058" b="1" i="1" dirty="0">
              <a:solidFill>
                <a:schemeClr val="tx1"/>
              </a:solidFill>
              <a:latin typeface="Myriad Pro"/>
            </a:endParaRPr>
          </a:p>
        </p:txBody>
      </p:sp>
      <p:sp>
        <p:nvSpPr>
          <p:cNvPr id="65" name="Dikdörtgen 64">
            <a:extLst>
              <a:ext uri="{FF2B5EF4-FFF2-40B4-BE49-F238E27FC236}">
                <a16:creationId xmlns:a16="http://schemas.microsoft.com/office/drawing/2014/main" id="{6E400968-0129-4B1B-8497-087961AB545A}"/>
              </a:ext>
            </a:extLst>
          </p:cNvPr>
          <p:cNvSpPr/>
          <p:nvPr/>
        </p:nvSpPr>
        <p:spPr>
          <a:xfrm>
            <a:off x="1768931" y="2702766"/>
            <a:ext cx="2437428" cy="167431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Fazla çıkan eşya geçici depolama yeri veya antrepoya alınır. </a:t>
            </a:r>
          </a:p>
          <a:p>
            <a:pPr algn="ctr"/>
            <a:endParaRPr lang="tr-TR" sz="1269" dirty="0">
              <a:latin typeface="Myriad Pro"/>
            </a:endParaRPr>
          </a:p>
          <a:p>
            <a:pPr algn="ctr"/>
            <a:r>
              <a:rPr lang="tr-TR" sz="1269" dirty="0">
                <a:latin typeface="Myriad Pro"/>
              </a:rPr>
              <a:t>Talep edilirse, beyana konu diğer eşyanın gümrük işlemlerine devam edilir.</a:t>
            </a:r>
            <a:endParaRPr lang="tr-TR" sz="1269" dirty="0">
              <a:solidFill>
                <a:schemeClr val="tx1"/>
              </a:solidFill>
              <a:latin typeface="Myriad Pro"/>
            </a:endParaRPr>
          </a:p>
        </p:txBody>
      </p:sp>
      <p:cxnSp>
        <p:nvCxnSpPr>
          <p:cNvPr id="66" name="Düz Ok Bağlayıcısı 65">
            <a:extLst>
              <a:ext uri="{FF2B5EF4-FFF2-40B4-BE49-F238E27FC236}">
                <a16:creationId xmlns:a16="http://schemas.microsoft.com/office/drawing/2014/main" id="{FE27F33A-C4AC-4F34-8CDA-E264DBF011D5}"/>
              </a:ext>
            </a:extLst>
          </p:cNvPr>
          <p:cNvCxnSpPr/>
          <p:nvPr/>
        </p:nvCxnSpPr>
        <p:spPr>
          <a:xfrm flipH="1">
            <a:off x="5081478" y="5248847"/>
            <a:ext cx="1725" cy="513221"/>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67" name="Düz Ok Bağlayıcısı 66">
            <a:extLst>
              <a:ext uri="{FF2B5EF4-FFF2-40B4-BE49-F238E27FC236}">
                <a16:creationId xmlns:a16="http://schemas.microsoft.com/office/drawing/2014/main" id="{4D768DB7-31E0-414B-AAEF-A9A7C2E0A3CD}"/>
              </a:ext>
            </a:extLst>
          </p:cNvPr>
          <p:cNvCxnSpPr/>
          <p:nvPr/>
        </p:nvCxnSpPr>
        <p:spPr>
          <a:xfrm flipH="1">
            <a:off x="6827589" y="5255240"/>
            <a:ext cx="1725" cy="5132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8" name="Dikdörtgen 67">
            <a:extLst>
              <a:ext uri="{FF2B5EF4-FFF2-40B4-BE49-F238E27FC236}">
                <a16:creationId xmlns:a16="http://schemas.microsoft.com/office/drawing/2014/main" id="{60D23078-ECDF-4BE2-A060-DDE17E04D74B}"/>
              </a:ext>
            </a:extLst>
          </p:cNvPr>
          <p:cNvSpPr/>
          <p:nvPr/>
        </p:nvSpPr>
        <p:spPr>
          <a:xfrm>
            <a:off x="3233092" y="5811123"/>
            <a:ext cx="2710962" cy="101886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dirty="0">
                <a:solidFill>
                  <a:srgbClr val="3829FF"/>
                </a:solidFill>
                <a:latin typeface="Myriad Pro"/>
              </a:rPr>
              <a:t>Fazla çıkan diğer eşyaya ilişkin rejim beyanında bulunulmasına veya eşyanın yurtdışı edilmesine izin verilir.</a:t>
            </a:r>
            <a:endParaRPr lang="tr-TR" sz="1164" b="1" i="1" dirty="0">
              <a:solidFill>
                <a:srgbClr val="3829FF"/>
              </a:solidFill>
              <a:latin typeface="Myriad Pro"/>
            </a:endParaRPr>
          </a:p>
        </p:txBody>
      </p:sp>
      <p:sp>
        <p:nvSpPr>
          <p:cNvPr id="69" name="Dikdörtgen 68">
            <a:extLst>
              <a:ext uri="{FF2B5EF4-FFF2-40B4-BE49-F238E27FC236}">
                <a16:creationId xmlns:a16="http://schemas.microsoft.com/office/drawing/2014/main" id="{866214AC-7854-463C-97C2-3A4A8360D2EF}"/>
              </a:ext>
            </a:extLst>
          </p:cNvPr>
          <p:cNvSpPr/>
          <p:nvPr/>
        </p:nvSpPr>
        <p:spPr>
          <a:xfrm>
            <a:off x="6025533" y="5811123"/>
            <a:ext cx="2785408" cy="101887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marL="181360" indent="-181360" algn="ctr">
              <a:buFont typeface="Wingdings" panose="05000000000000000000" pitchFamily="2" charset="2"/>
              <a:buChar char="Ø"/>
            </a:pPr>
            <a:r>
              <a:rPr lang="tr-TR" sz="1100" b="1" dirty="0">
                <a:latin typeface="Myriad Pro"/>
              </a:rPr>
              <a:t>Varış gümrük idaresince </a:t>
            </a:r>
          </a:p>
          <a:p>
            <a:pPr algn="ctr"/>
            <a:r>
              <a:rPr lang="tr-TR" sz="1100" b="1" dirty="0">
                <a:latin typeface="Myriad Pro"/>
              </a:rPr>
              <a:t>fazla çıkan eşyaya GK 235/5-d uygulanır.</a:t>
            </a:r>
          </a:p>
          <a:p>
            <a:pPr marL="181360" indent="-181360" algn="ctr">
              <a:buFont typeface="Wingdings" panose="05000000000000000000" pitchFamily="2" charset="2"/>
              <a:buChar char="Ø"/>
            </a:pPr>
            <a:r>
              <a:rPr lang="tr-TR" sz="1100" b="1" i="1" dirty="0">
                <a:solidFill>
                  <a:srgbClr val="3829FF"/>
                </a:solidFill>
                <a:latin typeface="Myriad Pro"/>
              </a:rPr>
              <a:t>Hareket gümrük idaresince rejimin ibra edilmesi beklenir. (WRT_NOT)</a:t>
            </a:r>
          </a:p>
        </p:txBody>
      </p:sp>
      <p:sp>
        <p:nvSpPr>
          <p:cNvPr id="70" name="Dikdörtgen 69">
            <a:extLst>
              <a:ext uri="{FF2B5EF4-FFF2-40B4-BE49-F238E27FC236}">
                <a16:creationId xmlns:a16="http://schemas.microsoft.com/office/drawing/2014/main" id="{3F75E29D-A0C4-4C11-89FD-12619BE4DB20}"/>
              </a:ext>
            </a:extLst>
          </p:cNvPr>
          <p:cNvSpPr/>
          <p:nvPr/>
        </p:nvSpPr>
        <p:spPr>
          <a:xfrm>
            <a:off x="4708307" y="1385700"/>
            <a:ext cx="2471494" cy="118743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b="1" dirty="0">
                <a:solidFill>
                  <a:schemeClr val="tx1"/>
                </a:solidFill>
                <a:latin typeface="Myriad Pro"/>
              </a:rPr>
              <a:t>Ortak Transit Rejimi Kapsamında</a:t>
            </a:r>
          </a:p>
          <a:p>
            <a:pPr algn="ctr"/>
            <a:r>
              <a:rPr lang="tr-TR" sz="1269" b="1" dirty="0">
                <a:solidFill>
                  <a:schemeClr val="tx1"/>
                </a:solidFill>
                <a:latin typeface="Myriad Pro"/>
              </a:rPr>
              <a:t>Türkiye’ye gelen eşyada</a:t>
            </a:r>
          </a:p>
          <a:p>
            <a:pPr algn="ctr"/>
            <a:r>
              <a:rPr lang="tr-TR" sz="1269" b="1" dirty="0">
                <a:solidFill>
                  <a:srgbClr val="3829FF"/>
                </a:solidFill>
                <a:latin typeface="Myriad Pro"/>
              </a:rPr>
              <a:t>Fazlalık çıkması </a:t>
            </a:r>
            <a:r>
              <a:rPr lang="tr-TR" sz="1269" b="1" dirty="0">
                <a:solidFill>
                  <a:schemeClr val="tx1"/>
                </a:solidFill>
                <a:latin typeface="Myriad Pro"/>
              </a:rPr>
              <a:t>durumu</a:t>
            </a:r>
          </a:p>
        </p:txBody>
      </p:sp>
      <p:cxnSp>
        <p:nvCxnSpPr>
          <p:cNvPr id="71" name="Düz Ok Bağlayıcısı 70">
            <a:extLst>
              <a:ext uri="{FF2B5EF4-FFF2-40B4-BE49-F238E27FC236}">
                <a16:creationId xmlns:a16="http://schemas.microsoft.com/office/drawing/2014/main" id="{C3999E71-6B99-45A2-A868-C986E603F062}"/>
              </a:ext>
            </a:extLst>
          </p:cNvPr>
          <p:cNvCxnSpPr/>
          <p:nvPr/>
        </p:nvCxnSpPr>
        <p:spPr>
          <a:xfrm>
            <a:off x="2989191" y="2274082"/>
            <a:ext cx="1" cy="398342"/>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72" name="Dikdörtgen 71">
            <a:extLst>
              <a:ext uri="{FF2B5EF4-FFF2-40B4-BE49-F238E27FC236}">
                <a16:creationId xmlns:a16="http://schemas.microsoft.com/office/drawing/2014/main" id="{6C2F59F5-14B3-4CA8-B73D-2786661252C8}"/>
              </a:ext>
            </a:extLst>
          </p:cNvPr>
          <p:cNvSpPr/>
          <p:nvPr/>
        </p:nvSpPr>
        <p:spPr>
          <a:xfrm>
            <a:off x="7744067" y="2702766"/>
            <a:ext cx="2613076" cy="167431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dirty="0">
                <a:latin typeface="Myriad Pro"/>
              </a:rPr>
              <a:t>Fazla çıkan eşya geçici depolama yeri veya antrepoya alınır. </a:t>
            </a:r>
          </a:p>
          <a:p>
            <a:pPr algn="ctr"/>
            <a:endParaRPr lang="tr-TR" sz="1269" dirty="0">
              <a:latin typeface="Myriad Pro"/>
            </a:endParaRPr>
          </a:p>
          <a:p>
            <a:pPr algn="ctr"/>
            <a:r>
              <a:rPr lang="tr-TR" sz="1269" dirty="0">
                <a:latin typeface="Myriad Pro"/>
              </a:rPr>
              <a:t>Talep edilirse, beyana konu diğer eşyanın gümrük işlemlerine </a:t>
            </a:r>
          </a:p>
          <a:p>
            <a:pPr algn="ctr"/>
            <a:r>
              <a:rPr lang="tr-TR" sz="1269" dirty="0">
                <a:latin typeface="Myriad Pro"/>
              </a:rPr>
              <a:t>devam edilir.</a:t>
            </a:r>
          </a:p>
        </p:txBody>
      </p:sp>
      <p:cxnSp>
        <p:nvCxnSpPr>
          <p:cNvPr id="73" name="Düz Bağlayıcı 72">
            <a:extLst>
              <a:ext uri="{FF2B5EF4-FFF2-40B4-BE49-F238E27FC236}">
                <a16:creationId xmlns:a16="http://schemas.microsoft.com/office/drawing/2014/main" id="{02432580-A8E4-4853-B8D9-D56310E30150}"/>
              </a:ext>
            </a:extLst>
          </p:cNvPr>
          <p:cNvCxnSpPr>
            <a:cxnSpLocks/>
          </p:cNvCxnSpPr>
          <p:nvPr/>
        </p:nvCxnSpPr>
        <p:spPr>
          <a:xfrm>
            <a:off x="4166058" y="1878442"/>
            <a:ext cx="496438"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74" name="Düz Bağlayıcı 73">
            <a:extLst>
              <a:ext uri="{FF2B5EF4-FFF2-40B4-BE49-F238E27FC236}">
                <a16:creationId xmlns:a16="http://schemas.microsoft.com/office/drawing/2014/main" id="{DCD4294F-392A-46B7-93FB-77B6E8CCB086}"/>
              </a:ext>
            </a:extLst>
          </p:cNvPr>
          <p:cNvCxnSpPr>
            <a:cxnSpLocks/>
          </p:cNvCxnSpPr>
          <p:nvPr/>
        </p:nvCxnSpPr>
        <p:spPr>
          <a:xfrm flipV="1">
            <a:off x="7248172" y="1864787"/>
            <a:ext cx="722778" cy="897"/>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Düz Ok Bağlayıcısı 74">
            <a:extLst>
              <a:ext uri="{FF2B5EF4-FFF2-40B4-BE49-F238E27FC236}">
                <a16:creationId xmlns:a16="http://schemas.microsoft.com/office/drawing/2014/main" id="{AB44ED28-B624-4674-9C56-7D659432CE47}"/>
              </a:ext>
            </a:extLst>
          </p:cNvPr>
          <p:cNvCxnSpPr>
            <a:cxnSpLocks/>
          </p:cNvCxnSpPr>
          <p:nvPr/>
        </p:nvCxnSpPr>
        <p:spPr>
          <a:xfrm>
            <a:off x="9022943" y="2380252"/>
            <a:ext cx="0" cy="2798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6" name="Dikdörtgen 75">
            <a:extLst>
              <a:ext uri="{FF2B5EF4-FFF2-40B4-BE49-F238E27FC236}">
                <a16:creationId xmlns:a16="http://schemas.microsoft.com/office/drawing/2014/main" id="{5DE0C6E9-E683-48F7-AF7B-83990FE5C32E}"/>
              </a:ext>
            </a:extLst>
          </p:cNvPr>
          <p:cNvSpPr/>
          <p:nvPr/>
        </p:nvSpPr>
        <p:spPr>
          <a:xfrm>
            <a:off x="4965207" y="2783750"/>
            <a:ext cx="1980396"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Fazla çıkan eşyanın,</a:t>
            </a:r>
          </a:p>
          <a:p>
            <a:pPr algn="ctr"/>
            <a:r>
              <a:rPr lang="tr-TR" sz="1164" dirty="0">
                <a:latin typeface="Myriad Pro"/>
              </a:rPr>
              <a:t>sehven yüklendiğinin</a:t>
            </a:r>
          </a:p>
          <a:p>
            <a:pPr algn="ctr"/>
            <a:r>
              <a:rPr lang="tr-TR" sz="1164" b="1" dirty="0">
                <a:latin typeface="Myriad Pro"/>
              </a:rPr>
              <a:t>28 gün içinde</a:t>
            </a:r>
            <a:r>
              <a:rPr lang="tr-TR" sz="1164" dirty="0">
                <a:latin typeface="Myriad Pro"/>
              </a:rPr>
              <a:t> ispatı</a:t>
            </a:r>
            <a:endParaRPr lang="tr-TR" sz="1164" dirty="0">
              <a:solidFill>
                <a:schemeClr val="tx1"/>
              </a:solidFill>
              <a:latin typeface="Myriad Pro"/>
            </a:endParaRPr>
          </a:p>
        </p:txBody>
      </p:sp>
      <p:cxnSp>
        <p:nvCxnSpPr>
          <p:cNvPr id="77" name="Düz Ok Bağlayıcısı 76">
            <a:extLst>
              <a:ext uri="{FF2B5EF4-FFF2-40B4-BE49-F238E27FC236}">
                <a16:creationId xmlns:a16="http://schemas.microsoft.com/office/drawing/2014/main" id="{1595FB23-4D8C-476F-9FAA-EBF22E89D180}"/>
              </a:ext>
            </a:extLst>
          </p:cNvPr>
          <p:cNvCxnSpPr/>
          <p:nvPr/>
        </p:nvCxnSpPr>
        <p:spPr>
          <a:xfrm flipH="1">
            <a:off x="5083202" y="3772730"/>
            <a:ext cx="3742" cy="439167"/>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Düz Ok Bağlayıcısı 77">
            <a:extLst>
              <a:ext uri="{FF2B5EF4-FFF2-40B4-BE49-F238E27FC236}">
                <a16:creationId xmlns:a16="http://schemas.microsoft.com/office/drawing/2014/main" id="{6ABBA4BD-4630-46E8-A3E8-2931C5A2D596}"/>
              </a:ext>
            </a:extLst>
          </p:cNvPr>
          <p:cNvCxnSpPr/>
          <p:nvPr/>
        </p:nvCxnSpPr>
        <p:spPr>
          <a:xfrm>
            <a:off x="6829314" y="3780630"/>
            <a:ext cx="0" cy="43126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9" name="Dikdörtgen 78">
            <a:extLst>
              <a:ext uri="{FF2B5EF4-FFF2-40B4-BE49-F238E27FC236}">
                <a16:creationId xmlns:a16="http://schemas.microsoft.com/office/drawing/2014/main" id="{8CC39AC8-0AD9-4E1D-975A-944E9D0FE1A3}"/>
              </a:ext>
            </a:extLst>
          </p:cNvPr>
          <p:cNvSpPr/>
          <p:nvPr/>
        </p:nvSpPr>
        <p:spPr>
          <a:xfrm>
            <a:off x="4536366" y="4289536"/>
            <a:ext cx="1419040"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İspat edildi</a:t>
            </a:r>
          </a:p>
        </p:txBody>
      </p:sp>
      <p:sp>
        <p:nvSpPr>
          <p:cNvPr id="80" name="Dikdörtgen 79">
            <a:extLst>
              <a:ext uri="{FF2B5EF4-FFF2-40B4-BE49-F238E27FC236}">
                <a16:creationId xmlns:a16="http://schemas.microsoft.com/office/drawing/2014/main" id="{9142FE3D-6C8A-4838-8583-D84378F6417A}"/>
              </a:ext>
            </a:extLst>
          </p:cNvPr>
          <p:cNvSpPr/>
          <p:nvPr/>
        </p:nvSpPr>
        <p:spPr>
          <a:xfrm>
            <a:off x="6038096" y="4289536"/>
            <a:ext cx="1417898" cy="92714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solidFill>
                  <a:schemeClr val="tx1"/>
                </a:solidFill>
                <a:latin typeface="Myriad Pro"/>
              </a:rPr>
              <a:t>İspat edilemedi</a:t>
            </a:r>
          </a:p>
        </p:txBody>
      </p:sp>
      <p:cxnSp>
        <p:nvCxnSpPr>
          <p:cNvPr id="81" name="Düz Ok Bağlayıcısı 80">
            <a:extLst>
              <a:ext uri="{FF2B5EF4-FFF2-40B4-BE49-F238E27FC236}">
                <a16:creationId xmlns:a16="http://schemas.microsoft.com/office/drawing/2014/main" id="{32315C34-A24C-4FE6-BA09-0D978D8D63D0}"/>
              </a:ext>
            </a:extLst>
          </p:cNvPr>
          <p:cNvCxnSpPr>
            <a:cxnSpLocks/>
          </p:cNvCxnSpPr>
          <p:nvPr/>
        </p:nvCxnSpPr>
        <p:spPr>
          <a:xfrm flipH="1">
            <a:off x="6994068" y="3332374"/>
            <a:ext cx="662683"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2" name="Dikdörtgen 81">
            <a:extLst>
              <a:ext uri="{FF2B5EF4-FFF2-40B4-BE49-F238E27FC236}">
                <a16:creationId xmlns:a16="http://schemas.microsoft.com/office/drawing/2014/main" id="{BFE65B2F-C254-4AF2-A273-AB0BC7B250CA}"/>
              </a:ext>
            </a:extLst>
          </p:cNvPr>
          <p:cNvSpPr/>
          <p:nvPr/>
        </p:nvSpPr>
        <p:spPr>
          <a:xfrm>
            <a:off x="5089915" y="3708173"/>
            <a:ext cx="1787937" cy="580736"/>
          </a:xfrm>
          <a:prstGeom prst="rect">
            <a:avLst/>
          </a:prstGeom>
        </p:spPr>
        <p:txBody>
          <a:bodyPr wrap="square">
            <a:spAutoFit/>
          </a:bodyPr>
          <a:lstStyle/>
          <a:p>
            <a:pPr algn="ctr"/>
            <a:r>
              <a:rPr lang="tr-TR" sz="1058" i="1" dirty="0">
                <a:latin typeface="Myriad Pro"/>
              </a:rPr>
              <a:t>Yazılı başvuru halinde </a:t>
            </a:r>
          </a:p>
          <a:p>
            <a:pPr algn="ctr"/>
            <a:r>
              <a:rPr lang="tr-TR" sz="1058" i="1" dirty="0">
                <a:latin typeface="Myriad Pro"/>
              </a:rPr>
              <a:t>süre 28 gün daha uzatılabilir</a:t>
            </a:r>
          </a:p>
        </p:txBody>
      </p:sp>
      <p:sp>
        <p:nvSpPr>
          <p:cNvPr id="30" name="Dikdörtgen 29">
            <a:extLst>
              <a:ext uri="{FF2B5EF4-FFF2-40B4-BE49-F238E27FC236}">
                <a16:creationId xmlns:a16="http://schemas.microsoft.com/office/drawing/2014/main" id="{0BD11585-6E22-4C2E-A635-6E712130750E}"/>
              </a:ext>
            </a:extLst>
          </p:cNvPr>
          <p:cNvSpPr/>
          <p:nvPr/>
        </p:nvSpPr>
        <p:spPr>
          <a:xfrm>
            <a:off x="155735" y="4704360"/>
            <a:ext cx="2557700" cy="1424269"/>
          </a:xfrm>
          <a:prstGeom prst="rect">
            <a:avLst/>
          </a:prstGeom>
          <a:solidFill>
            <a:schemeClr val="accent3">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tr-TR" sz="1111" dirty="0">
                <a:solidFill>
                  <a:schemeClr val="tx1"/>
                </a:solidFill>
                <a:latin typeface="Myriad Pro"/>
              </a:rPr>
              <a:t>İlgilisince talep edilmesi halinde,</a:t>
            </a:r>
          </a:p>
          <a:p>
            <a:pPr algn="ctr"/>
            <a:endParaRPr lang="tr-TR" sz="1111" dirty="0">
              <a:solidFill>
                <a:schemeClr val="tx1"/>
              </a:solidFill>
              <a:latin typeface="Myriad Pro"/>
            </a:endParaRPr>
          </a:p>
          <a:p>
            <a:pPr algn="ctr"/>
            <a:r>
              <a:rPr lang="tr-TR" sz="1111" b="1" dirty="0">
                <a:solidFill>
                  <a:schemeClr val="tx1"/>
                </a:solidFill>
                <a:latin typeface="Myriad Pro"/>
              </a:rPr>
              <a:t>Fazla çıkan eşya, ulusal transit rejimi altında varış gümrük idaresine sevk edilir.</a:t>
            </a:r>
          </a:p>
          <a:p>
            <a:pPr algn="ctr"/>
            <a:endParaRPr lang="tr-TR" sz="1111" b="1" dirty="0">
              <a:solidFill>
                <a:schemeClr val="tx1"/>
              </a:solidFill>
              <a:latin typeface="Myriad Pro"/>
            </a:endParaRPr>
          </a:p>
          <a:p>
            <a:pPr algn="ctr"/>
            <a:r>
              <a:rPr lang="tr-TR" sz="1111" b="1" dirty="0">
                <a:solidFill>
                  <a:srgbClr val="3829FF"/>
                </a:solidFill>
                <a:latin typeface="Myriad Pro"/>
              </a:rPr>
              <a:t>235/5-d maddesi uygulanmaz.</a:t>
            </a:r>
          </a:p>
          <a:p>
            <a:pPr algn="ctr"/>
            <a:r>
              <a:rPr lang="tr-TR" sz="1058" b="1" i="1" dirty="0">
                <a:solidFill>
                  <a:srgbClr val="00B0F0"/>
                </a:solidFill>
                <a:latin typeface="Myriad Pro"/>
              </a:rPr>
              <a:t>{GY Md. 240/3}</a:t>
            </a:r>
            <a:r>
              <a:rPr lang="tr-TR" sz="1058" b="1" i="1" dirty="0">
                <a:latin typeface="Myriad Pro"/>
              </a:rPr>
              <a:t> </a:t>
            </a:r>
            <a:endParaRPr lang="tr-TR" sz="1058" b="1" dirty="0">
              <a:solidFill>
                <a:srgbClr val="3829FF"/>
              </a:solidFill>
              <a:latin typeface="Myriad Pro"/>
            </a:endParaRPr>
          </a:p>
        </p:txBody>
      </p:sp>
      <p:cxnSp>
        <p:nvCxnSpPr>
          <p:cNvPr id="29" name="Dirsek Bağlayıcısı 63">
            <a:extLst>
              <a:ext uri="{FF2B5EF4-FFF2-40B4-BE49-F238E27FC236}">
                <a16:creationId xmlns:a16="http://schemas.microsoft.com/office/drawing/2014/main" id="{14DCBC50-6BCE-472C-98E3-382FA374A7F6}"/>
              </a:ext>
            </a:extLst>
          </p:cNvPr>
          <p:cNvCxnSpPr>
            <a:cxnSpLocks/>
          </p:cNvCxnSpPr>
          <p:nvPr/>
        </p:nvCxnSpPr>
        <p:spPr>
          <a:xfrm rot="5400000">
            <a:off x="-313953" y="2531307"/>
            <a:ext cx="2795060" cy="1443597"/>
          </a:xfrm>
          <a:prstGeom prst="bentConnector3">
            <a:avLst>
              <a:gd name="adj1" fmla="val -118"/>
            </a:avLst>
          </a:prstGeom>
          <a:ln>
            <a:solidFill>
              <a:srgbClr val="872729"/>
            </a:solidFill>
            <a:tailEnd type="triangle"/>
          </a:ln>
        </p:spPr>
        <p:style>
          <a:lnRef idx="2">
            <a:schemeClr val="accent1"/>
          </a:lnRef>
          <a:fillRef idx="0">
            <a:schemeClr val="accent1"/>
          </a:fillRef>
          <a:effectRef idx="1">
            <a:schemeClr val="accent1"/>
          </a:effectRef>
          <a:fontRef idx="minor">
            <a:schemeClr val="tx1"/>
          </a:fontRef>
        </p:style>
      </p:cxnSp>
      <p:sp>
        <p:nvSpPr>
          <p:cNvPr id="35" name="Dikdörtgen 34">
            <a:extLst>
              <a:ext uri="{FF2B5EF4-FFF2-40B4-BE49-F238E27FC236}">
                <a16:creationId xmlns:a16="http://schemas.microsoft.com/office/drawing/2014/main" id="{0BD11585-6E22-4C2E-A635-6E712130750E}"/>
              </a:ext>
            </a:extLst>
          </p:cNvPr>
          <p:cNvSpPr/>
          <p:nvPr/>
        </p:nvSpPr>
        <p:spPr>
          <a:xfrm>
            <a:off x="9330597" y="4650637"/>
            <a:ext cx="2705670" cy="1424269"/>
          </a:xfrm>
          <a:prstGeom prst="rect">
            <a:avLst/>
          </a:prstGeom>
          <a:solidFill>
            <a:schemeClr val="accent3">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tr-TR" sz="1111" dirty="0">
                <a:solidFill>
                  <a:srgbClr val="FF0000"/>
                </a:solidFill>
                <a:latin typeface="Myriad Pro"/>
              </a:rPr>
              <a:t>Farklı çıkan diğer eşyanın, beyan edilen eşyadan </a:t>
            </a:r>
            <a:r>
              <a:rPr lang="tr-TR" sz="1111" b="1" dirty="0">
                <a:solidFill>
                  <a:srgbClr val="FF0000"/>
                </a:solidFill>
                <a:latin typeface="Myriad Pro"/>
              </a:rPr>
              <a:t>belirgin şekilde farklı olması durumunda, </a:t>
            </a:r>
          </a:p>
          <a:p>
            <a:pPr algn="ctr"/>
            <a:endParaRPr lang="tr-TR" sz="1111" b="1" u="sng" dirty="0">
              <a:solidFill>
                <a:srgbClr val="FF0000"/>
              </a:solidFill>
              <a:latin typeface="Myriad Pro"/>
            </a:endParaRPr>
          </a:p>
          <a:p>
            <a:pPr algn="ctr"/>
            <a:r>
              <a:rPr lang="tr-TR" sz="1111" b="1" dirty="0">
                <a:solidFill>
                  <a:srgbClr val="3829FF"/>
                </a:solidFill>
                <a:latin typeface="Myriad Pro"/>
              </a:rPr>
              <a:t>GK 235/5. maddesinin a ya da b bendinden ilgili olanı uygulanır.</a:t>
            </a:r>
            <a:endParaRPr lang="tr-TR" sz="1058" dirty="0">
              <a:solidFill>
                <a:srgbClr val="3829FF"/>
              </a:solidFill>
              <a:latin typeface="Myriad Pro"/>
            </a:endParaRPr>
          </a:p>
        </p:txBody>
      </p:sp>
      <p:cxnSp>
        <p:nvCxnSpPr>
          <p:cNvPr id="36" name="Dirsek Bağlayıcısı 63">
            <a:extLst>
              <a:ext uri="{FF2B5EF4-FFF2-40B4-BE49-F238E27FC236}">
                <a16:creationId xmlns:a16="http://schemas.microsoft.com/office/drawing/2014/main" id="{14DCBC50-6BCE-472C-98E3-382FA374A7F6}"/>
              </a:ext>
            </a:extLst>
          </p:cNvPr>
          <p:cNvCxnSpPr>
            <a:cxnSpLocks/>
          </p:cNvCxnSpPr>
          <p:nvPr/>
        </p:nvCxnSpPr>
        <p:spPr>
          <a:xfrm rot="16200000" flipH="1">
            <a:off x="9671229" y="2590026"/>
            <a:ext cx="2795061" cy="1326158"/>
          </a:xfrm>
          <a:prstGeom prst="bentConnector3">
            <a:avLst>
              <a:gd name="adj1" fmla="val -214"/>
            </a:avLst>
          </a:prstGeom>
          <a:ln>
            <a:solidFill>
              <a:srgbClr val="872729"/>
            </a:solidFill>
            <a:tailEnd type="triangle"/>
          </a:ln>
        </p:spPr>
        <p:style>
          <a:lnRef idx="2">
            <a:schemeClr val="accent1"/>
          </a:lnRef>
          <a:fillRef idx="0">
            <a:schemeClr val="accent1"/>
          </a:fillRef>
          <a:effectRef idx="1">
            <a:schemeClr val="accent1"/>
          </a:effectRef>
          <a:fontRef idx="minor">
            <a:schemeClr val="tx1"/>
          </a:fontRef>
        </p:style>
      </p:cxnSp>
      <p:sp>
        <p:nvSpPr>
          <p:cNvPr id="32" name="Metin kutusu 31">
            <a:extLst>
              <a:ext uri="{FF2B5EF4-FFF2-40B4-BE49-F238E27FC236}">
                <a16:creationId xmlns:a16="http://schemas.microsoft.com/office/drawing/2014/main" id="{1CD41334-AB7E-451F-BCEB-E296EE59E9D8}"/>
              </a:ext>
            </a:extLst>
          </p:cNvPr>
          <p:cNvSpPr txBox="1"/>
          <p:nvPr/>
        </p:nvSpPr>
        <p:spPr>
          <a:xfrm>
            <a:off x="248239" y="1886899"/>
            <a:ext cx="1608244" cy="629788"/>
          </a:xfrm>
          <a:prstGeom prst="rect">
            <a:avLst/>
          </a:prstGeom>
          <a:noFill/>
        </p:spPr>
        <p:txBody>
          <a:bodyPr wrap="square" rtlCol="0">
            <a:spAutoFit/>
          </a:bodyPr>
          <a:lstStyle/>
          <a:p>
            <a:pPr algn="ctr"/>
            <a:r>
              <a:rPr lang="tr-TR" sz="1164" dirty="0">
                <a:latin typeface="Myriad Pro"/>
              </a:rPr>
              <a:t>Bu tespit Transit Gümrük İdaresinde gerçekleşirse</a:t>
            </a:r>
          </a:p>
        </p:txBody>
      </p:sp>
      <p:sp>
        <p:nvSpPr>
          <p:cNvPr id="40" name="Metin kutusu 39">
            <a:extLst>
              <a:ext uri="{FF2B5EF4-FFF2-40B4-BE49-F238E27FC236}">
                <a16:creationId xmlns:a16="http://schemas.microsoft.com/office/drawing/2014/main" id="{2BCA166B-164E-4655-8D7D-E3C43BE06C24}"/>
              </a:ext>
            </a:extLst>
          </p:cNvPr>
          <p:cNvSpPr txBox="1"/>
          <p:nvPr/>
        </p:nvSpPr>
        <p:spPr>
          <a:xfrm>
            <a:off x="10304738" y="1823827"/>
            <a:ext cx="1608244" cy="629788"/>
          </a:xfrm>
          <a:prstGeom prst="rect">
            <a:avLst/>
          </a:prstGeom>
          <a:noFill/>
        </p:spPr>
        <p:txBody>
          <a:bodyPr wrap="square" rtlCol="0">
            <a:spAutoFit/>
          </a:bodyPr>
          <a:lstStyle/>
          <a:p>
            <a:pPr algn="ctr"/>
            <a:r>
              <a:rPr lang="tr-TR" sz="1164" dirty="0">
                <a:latin typeface="Myriad Pro"/>
              </a:rPr>
              <a:t>Bu tespit Transit Gümrük İdaresinde gerçekleşirse</a:t>
            </a:r>
          </a:p>
        </p:txBody>
      </p:sp>
      <p:cxnSp>
        <p:nvCxnSpPr>
          <p:cNvPr id="34" name="Düz Ok Bağlayıcısı 33">
            <a:extLst>
              <a:ext uri="{FF2B5EF4-FFF2-40B4-BE49-F238E27FC236}">
                <a16:creationId xmlns:a16="http://schemas.microsoft.com/office/drawing/2014/main" id="{5B84C7DB-2AE2-485E-BA08-79704ED62142}"/>
              </a:ext>
            </a:extLst>
          </p:cNvPr>
          <p:cNvCxnSpPr>
            <a:cxnSpLocks/>
          </p:cNvCxnSpPr>
          <p:nvPr/>
        </p:nvCxnSpPr>
        <p:spPr>
          <a:xfrm>
            <a:off x="4254680" y="3313783"/>
            <a:ext cx="623556" cy="0"/>
          </a:xfrm>
          <a:prstGeom prst="straightConnector1">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Düz Ok Bağlayıcısı 36">
            <a:extLst>
              <a:ext uri="{FF2B5EF4-FFF2-40B4-BE49-F238E27FC236}">
                <a16:creationId xmlns:a16="http://schemas.microsoft.com/office/drawing/2014/main" id="{10473795-9485-422C-BA82-DBB7DE3AC105}"/>
              </a:ext>
            </a:extLst>
          </p:cNvPr>
          <p:cNvCxnSpPr>
            <a:cxnSpLocks/>
            <a:stCxn id="40" idx="2"/>
          </p:cNvCxnSpPr>
          <p:nvPr/>
        </p:nvCxnSpPr>
        <p:spPr>
          <a:xfrm flipH="1">
            <a:off x="10402614" y="2453615"/>
            <a:ext cx="706246" cy="845420"/>
          </a:xfrm>
          <a:prstGeom prst="straightConnector1">
            <a:avLst/>
          </a:prstGeom>
          <a:ln>
            <a:solidFill>
              <a:srgbClr val="872729"/>
            </a:solidFill>
            <a:tailEnd type="triangle"/>
          </a:ln>
        </p:spPr>
        <p:style>
          <a:lnRef idx="2">
            <a:schemeClr val="accent1"/>
          </a:lnRef>
          <a:fillRef idx="0">
            <a:schemeClr val="accent1"/>
          </a:fillRef>
          <a:effectRef idx="1">
            <a:schemeClr val="accent1"/>
          </a:effectRef>
          <a:fontRef idx="minor">
            <a:schemeClr val="tx1"/>
          </a:fontRef>
        </p:style>
      </p:cxnSp>
      <p:sp>
        <p:nvSpPr>
          <p:cNvPr id="39" name="Metin kutusu 38">
            <a:extLst>
              <a:ext uri="{FF2B5EF4-FFF2-40B4-BE49-F238E27FC236}">
                <a16:creationId xmlns:a16="http://schemas.microsoft.com/office/drawing/2014/main" id="{B7E7A84E-F974-4C57-9885-78B6FFFB292D}"/>
              </a:ext>
            </a:extLst>
          </p:cNvPr>
          <p:cNvSpPr txBox="1"/>
          <p:nvPr/>
        </p:nvSpPr>
        <p:spPr>
          <a:xfrm>
            <a:off x="10511706" y="2985053"/>
            <a:ext cx="939785" cy="988091"/>
          </a:xfrm>
          <a:prstGeom prst="rect">
            <a:avLst/>
          </a:prstGeom>
          <a:noFill/>
        </p:spPr>
        <p:txBody>
          <a:bodyPr wrap="square" rtlCol="0">
            <a:spAutoFit/>
          </a:bodyPr>
          <a:lstStyle/>
          <a:p>
            <a:pPr algn="ctr"/>
            <a:r>
              <a:rPr lang="tr-TR" sz="1164" dirty="0">
                <a:latin typeface="Myriad Pro"/>
              </a:rPr>
              <a:t>Farklı çıkan diğer eşya, beyan edilen eşya ile aynı ise,</a:t>
            </a:r>
          </a:p>
        </p:txBody>
      </p:sp>
      <p:sp>
        <p:nvSpPr>
          <p:cNvPr id="33" name="Metin kutusu 32">
            <a:extLst>
              <a:ext uri="{FF2B5EF4-FFF2-40B4-BE49-F238E27FC236}">
                <a16:creationId xmlns:a16="http://schemas.microsoft.com/office/drawing/2014/main" id="{2BF339BA-3630-4D57-8CF0-5EB7B421DB3B}"/>
              </a:ext>
            </a:extLst>
          </p:cNvPr>
          <p:cNvSpPr txBox="1"/>
          <p:nvPr/>
        </p:nvSpPr>
        <p:spPr>
          <a:xfrm>
            <a:off x="1678290" y="299698"/>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40835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fade">
                                      <p:cBhvr>
                                        <p:cTn id="17" dur="500"/>
                                        <p:tgtEl>
                                          <p:spTgt spid="7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1"/>
                                        </p:tgtEl>
                                        <p:attrNameLst>
                                          <p:attrName>style.visibility</p:attrName>
                                        </p:attrNameLst>
                                      </p:cBhvr>
                                      <p:to>
                                        <p:strVal val="visible"/>
                                      </p:to>
                                    </p:set>
                                    <p:animEffect transition="in" filter="fade">
                                      <p:cBhvr>
                                        <p:cTn id="38" dur="500"/>
                                        <p:tgtEl>
                                          <p:spTgt spid="7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5"/>
                                        </p:tgtEl>
                                        <p:attrNameLst>
                                          <p:attrName>style.visibility</p:attrName>
                                        </p:attrNameLst>
                                      </p:cBhvr>
                                      <p:to>
                                        <p:strVal val="visible"/>
                                      </p:to>
                                    </p:set>
                                    <p:animEffect transition="in" filter="fade">
                                      <p:cBhvr>
                                        <p:cTn id="41" dur="500"/>
                                        <p:tgtEl>
                                          <p:spTgt spid="6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animEffect transition="in" filter="fade">
                                      <p:cBhvr>
                                        <p:cTn id="49" dur="500"/>
                                        <p:tgtEl>
                                          <p:spTgt spid="7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82"/>
                                        </p:tgtEl>
                                        <p:attrNameLst>
                                          <p:attrName>style.visibility</p:attrName>
                                        </p:attrNameLst>
                                      </p:cBhvr>
                                      <p:to>
                                        <p:strVal val="visible"/>
                                      </p:to>
                                    </p:set>
                                    <p:animEffect transition="in" filter="fade">
                                      <p:cBhvr>
                                        <p:cTn id="54" dur="500"/>
                                        <p:tgtEl>
                                          <p:spTgt spid="8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77"/>
                                        </p:tgtEl>
                                        <p:attrNameLst>
                                          <p:attrName>style.visibility</p:attrName>
                                        </p:attrNameLst>
                                      </p:cBhvr>
                                      <p:to>
                                        <p:strVal val="visible"/>
                                      </p:to>
                                    </p:set>
                                    <p:animEffect transition="in" filter="fade">
                                      <p:cBhvr>
                                        <p:cTn id="59" dur="500"/>
                                        <p:tgtEl>
                                          <p:spTgt spid="7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79"/>
                                        </p:tgtEl>
                                        <p:attrNameLst>
                                          <p:attrName>style.visibility</p:attrName>
                                        </p:attrNameLst>
                                      </p:cBhvr>
                                      <p:to>
                                        <p:strVal val="visible"/>
                                      </p:to>
                                    </p:set>
                                    <p:animEffect transition="in" filter="fade">
                                      <p:cBhvr>
                                        <p:cTn id="62" dur="500"/>
                                        <p:tgtEl>
                                          <p:spTgt spid="7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6"/>
                                        </p:tgtEl>
                                        <p:attrNameLst>
                                          <p:attrName>style.visibility</p:attrName>
                                        </p:attrNameLst>
                                      </p:cBhvr>
                                      <p:to>
                                        <p:strVal val="visible"/>
                                      </p:to>
                                    </p:set>
                                    <p:animEffect transition="in" filter="fade">
                                      <p:cBhvr>
                                        <p:cTn id="67" dur="500"/>
                                        <p:tgtEl>
                                          <p:spTgt spid="6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fade">
                                      <p:cBhvr>
                                        <p:cTn id="70" dur="500"/>
                                        <p:tgtEl>
                                          <p:spTgt spid="6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78"/>
                                        </p:tgtEl>
                                        <p:attrNameLst>
                                          <p:attrName>style.visibility</p:attrName>
                                        </p:attrNameLst>
                                      </p:cBhvr>
                                      <p:to>
                                        <p:strVal val="visible"/>
                                      </p:to>
                                    </p:set>
                                    <p:animEffect transition="in" filter="fade">
                                      <p:cBhvr>
                                        <p:cTn id="75" dur="500"/>
                                        <p:tgtEl>
                                          <p:spTgt spid="7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80"/>
                                        </p:tgtEl>
                                        <p:attrNameLst>
                                          <p:attrName>style.visibility</p:attrName>
                                        </p:attrNameLst>
                                      </p:cBhvr>
                                      <p:to>
                                        <p:strVal val="visible"/>
                                      </p:to>
                                    </p:set>
                                    <p:animEffect transition="in" filter="fade">
                                      <p:cBhvr>
                                        <p:cTn id="78" dur="500"/>
                                        <p:tgtEl>
                                          <p:spTgt spid="8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67"/>
                                        </p:tgtEl>
                                        <p:attrNameLst>
                                          <p:attrName>style.visibility</p:attrName>
                                        </p:attrNameLst>
                                      </p:cBhvr>
                                      <p:to>
                                        <p:strVal val="visible"/>
                                      </p:to>
                                    </p:set>
                                    <p:animEffect transition="in" filter="fade">
                                      <p:cBhvr>
                                        <p:cTn id="83" dur="500"/>
                                        <p:tgtEl>
                                          <p:spTgt spid="6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9"/>
                                        </p:tgtEl>
                                        <p:attrNameLst>
                                          <p:attrName>style.visibility</p:attrName>
                                        </p:attrNameLst>
                                      </p:cBhvr>
                                      <p:to>
                                        <p:strVal val="visible"/>
                                      </p:to>
                                    </p:set>
                                    <p:animEffect transition="in" filter="fade">
                                      <p:cBhvr>
                                        <p:cTn id="86" dur="500"/>
                                        <p:tgtEl>
                                          <p:spTgt spid="6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74"/>
                                        </p:tgtEl>
                                        <p:attrNameLst>
                                          <p:attrName>style.visibility</p:attrName>
                                        </p:attrNameLst>
                                      </p:cBhvr>
                                      <p:to>
                                        <p:strVal val="visible"/>
                                      </p:to>
                                    </p:set>
                                    <p:animEffect transition="in" filter="fade">
                                      <p:cBhvr>
                                        <p:cTn id="91" dur="500"/>
                                        <p:tgtEl>
                                          <p:spTgt spid="7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animEffect transition="in" filter="fade">
                                      <p:cBhvr>
                                        <p:cTn id="94" dur="500"/>
                                        <p:tgtEl>
                                          <p:spTgt spid="64"/>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500"/>
                                        <p:tgtEl>
                                          <p:spTgt spid="40"/>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500"/>
                                        <p:tgtEl>
                                          <p:spTgt spid="39"/>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75"/>
                                        </p:tgtEl>
                                        <p:attrNameLst>
                                          <p:attrName>style.visibility</p:attrName>
                                        </p:attrNameLst>
                                      </p:cBhvr>
                                      <p:to>
                                        <p:strVal val="visible"/>
                                      </p:to>
                                    </p:set>
                                    <p:animEffect transition="in" filter="fade">
                                      <p:cBhvr>
                                        <p:cTn id="117" dur="500"/>
                                        <p:tgtEl>
                                          <p:spTgt spid="75"/>
                                        </p:tgtEl>
                                      </p:cBhvr>
                                    </p:animEffect>
                                  </p:childTnLst>
                                </p:cTn>
                              </p:par>
                              <p:par>
                                <p:cTn id="118" presetID="10" presetClass="entr" presetSubtype="0" fill="hold"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fade">
                                      <p:cBhvr>
                                        <p:cTn id="120" dur="500"/>
                                        <p:tgtEl>
                                          <p:spTgt spid="37"/>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72"/>
                                        </p:tgtEl>
                                        <p:attrNameLst>
                                          <p:attrName>style.visibility</p:attrName>
                                        </p:attrNameLst>
                                      </p:cBhvr>
                                      <p:to>
                                        <p:strVal val="visible"/>
                                      </p:to>
                                    </p:set>
                                    <p:animEffect transition="in" filter="fade">
                                      <p:cBhvr>
                                        <p:cTn id="123" dur="500"/>
                                        <p:tgtEl>
                                          <p:spTgt spid="72"/>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81"/>
                                        </p:tgtEl>
                                        <p:attrNameLst>
                                          <p:attrName>style.visibility</p:attrName>
                                        </p:attrNameLst>
                                      </p:cBhvr>
                                      <p:to>
                                        <p:strVal val="visible"/>
                                      </p:to>
                                    </p:set>
                                    <p:animEffect transition="in" filter="fade">
                                      <p:cBhvr>
                                        <p:cTn id="128"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63" grpId="0" animBg="1"/>
      <p:bldP spid="64" grpId="0" animBg="1"/>
      <p:bldP spid="65" grpId="0" animBg="1"/>
      <p:bldP spid="68" grpId="0" animBg="1"/>
      <p:bldP spid="69" grpId="0" animBg="1"/>
      <p:bldP spid="70" grpId="0" animBg="1"/>
      <p:bldP spid="72" grpId="0" animBg="1"/>
      <p:bldP spid="76" grpId="0" animBg="1"/>
      <p:bldP spid="79" grpId="0" animBg="1"/>
      <p:bldP spid="80" grpId="0" animBg="1"/>
      <p:bldP spid="82" grpId="0"/>
      <p:bldP spid="30" grpId="0" animBg="1"/>
      <p:bldP spid="35" grpId="0" animBg="1"/>
      <p:bldP spid="32" grpId="0"/>
      <p:bldP spid="40" grpId="0"/>
      <p:bldP spid="3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İHRACAT REFAKAT BELGESİ (İRB)</a:t>
            </a:r>
          </a:p>
        </p:txBody>
      </p:sp>
      <p:sp>
        <p:nvSpPr>
          <p:cNvPr id="30" name="Dikdörtgen 29">
            <a:extLst>
              <a:ext uri="{FF2B5EF4-FFF2-40B4-BE49-F238E27FC236}">
                <a16:creationId xmlns:a16="http://schemas.microsoft.com/office/drawing/2014/main" id="{6CA7809C-3CD5-4982-93CF-AE640E3FA347}"/>
              </a:ext>
            </a:extLst>
          </p:cNvPr>
          <p:cNvSpPr/>
          <p:nvPr/>
        </p:nvSpPr>
        <p:spPr>
          <a:xfrm>
            <a:off x="1279633" y="2194431"/>
            <a:ext cx="8864457" cy="2469137"/>
          </a:xfrm>
          <a:prstGeom prst="rect">
            <a:avLst/>
          </a:prstGeom>
        </p:spPr>
        <p:txBody>
          <a:bodyPr wrap="square">
            <a:spAutoFit/>
          </a:bodyPr>
          <a:lstStyle/>
          <a:p>
            <a:pPr marL="362720" indent="-362720" algn="just">
              <a:buFont typeface="Wingdings" panose="05000000000000000000" pitchFamily="2" charset="2"/>
              <a:buChar char="Ø"/>
            </a:pPr>
            <a:r>
              <a:rPr lang="tr-TR" sz="1904" dirty="0">
                <a:latin typeface="Myriad Pro"/>
              </a:rPr>
              <a:t>İhracatla ilgili gümrük işlemleri tamamlanmış eşyanın, </a:t>
            </a:r>
          </a:p>
          <a:p>
            <a:pPr algn="just"/>
            <a:endParaRPr lang="tr-TR" sz="1904" dirty="0">
              <a:latin typeface="Myriad Pro"/>
            </a:endParaRPr>
          </a:p>
          <a:p>
            <a:pPr marL="362720" indent="-362720" algn="just">
              <a:buFont typeface="Wingdings" panose="05000000000000000000" pitchFamily="2" charset="2"/>
              <a:buChar char="Ø"/>
            </a:pPr>
            <a:r>
              <a:rPr lang="tr-TR" sz="1904" dirty="0">
                <a:latin typeface="Myriad Pro"/>
              </a:rPr>
              <a:t>Türkiye Gümrük Bölgesi içerisinde, </a:t>
            </a:r>
            <a:r>
              <a:rPr lang="tr-TR" sz="1904" dirty="0">
                <a:solidFill>
                  <a:srgbClr val="FF0000"/>
                </a:solidFill>
                <a:latin typeface="Myriad Pro"/>
              </a:rPr>
              <a:t>ulusal transit rejimi altında, </a:t>
            </a:r>
            <a:r>
              <a:rPr lang="tr-TR" sz="1904" dirty="0">
                <a:latin typeface="Myriad Pro"/>
              </a:rPr>
              <a:t>karayolu ile taşınması sırasında, </a:t>
            </a:r>
          </a:p>
          <a:p>
            <a:pPr algn="just"/>
            <a:endParaRPr lang="tr-TR" sz="1904" dirty="0">
              <a:latin typeface="Myriad Pro"/>
            </a:endParaRPr>
          </a:p>
          <a:p>
            <a:pPr marL="362720" indent="-362720" algn="just">
              <a:buFont typeface="Wingdings" panose="05000000000000000000" pitchFamily="2" charset="2"/>
              <a:buChar char="Ø"/>
            </a:pPr>
            <a:r>
              <a:rPr lang="tr-TR" sz="1904" dirty="0">
                <a:latin typeface="Myriad Pro"/>
              </a:rPr>
              <a:t>Yükümlünün tercihine göre, Transit Refakat Belgesi düzenlenmesi yerine, </a:t>
            </a:r>
            <a:r>
              <a:rPr lang="tr-TR" sz="1904" b="1" dirty="0">
                <a:solidFill>
                  <a:srgbClr val="00B050"/>
                </a:solidFill>
                <a:latin typeface="Myriad Pro"/>
              </a:rPr>
              <a:t>İhracat Refakat Belgesi</a:t>
            </a:r>
            <a:r>
              <a:rPr lang="tr-TR" sz="1904" dirty="0">
                <a:latin typeface="Myriad Pro"/>
              </a:rPr>
              <a:t> düzenlenebilmektedir. </a:t>
            </a:r>
          </a:p>
          <a:p>
            <a:pPr marL="362720" indent="-362720" algn="just">
              <a:buFont typeface="Wingdings" panose="05000000000000000000" pitchFamily="2" charset="2"/>
              <a:buChar char="Ø"/>
            </a:pPr>
            <a:endParaRPr lang="tr-TR" sz="1058" i="1" dirty="0">
              <a:solidFill>
                <a:srgbClr val="00B0F0"/>
              </a:solidFill>
              <a:latin typeface="Myriad Pro"/>
              <a:cs typeface="Times New Roman" pitchFamily="18" charset="0"/>
            </a:endParaRPr>
          </a:p>
          <a:p>
            <a:pPr algn="just"/>
            <a:r>
              <a:rPr lang="tr-TR" sz="1058" b="1" i="1" dirty="0">
                <a:solidFill>
                  <a:srgbClr val="00B0F0"/>
                </a:solidFill>
                <a:latin typeface="Myriad Pro"/>
                <a:cs typeface="Times New Roman" pitchFamily="18" charset="0"/>
              </a:rPr>
              <a:t>            {2018/19 sayılı Genelge}</a:t>
            </a:r>
            <a:endParaRPr lang="tr-TR" sz="1058" b="1" dirty="0">
              <a:latin typeface="Myriad Pro"/>
              <a:cs typeface="Times New Roman" panose="02020603050405020304" pitchFamily="18" charset="0"/>
            </a:endParaRPr>
          </a:p>
        </p:txBody>
      </p:sp>
      <p:sp>
        <p:nvSpPr>
          <p:cNvPr id="5" name="Metin kutusu 4">
            <a:extLst>
              <a:ext uri="{FF2B5EF4-FFF2-40B4-BE49-F238E27FC236}">
                <a16:creationId xmlns:a16="http://schemas.microsoft.com/office/drawing/2014/main" id="{7B04EE0A-516C-4B33-8228-C5C3DD760041}"/>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69667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2" end="2"/>
                                            </p:txEl>
                                          </p:spTgt>
                                        </p:tgtEl>
                                        <p:attrNameLst>
                                          <p:attrName>style.visibility</p:attrName>
                                        </p:attrNameLst>
                                      </p:cBhvr>
                                      <p:to>
                                        <p:strVal val="visible"/>
                                      </p:to>
                                    </p:set>
                                    <p:animEffect transition="in" filter="fade">
                                      <p:cBhvr>
                                        <p:cTn id="12" dur="500"/>
                                        <p:tgtEl>
                                          <p:spTgt spid="3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4" end="4"/>
                                            </p:txEl>
                                          </p:spTgt>
                                        </p:tgtEl>
                                        <p:attrNameLst>
                                          <p:attrName>style.visibility</p:attrName>
                                        </p:attrNameLst>
                                      </p:cBhvr>
                                      <p:to>
                                        <p:strVal val="visible"/>
                                      </p:to>
                                    </p:set>
                                    <p:animEffect transition="in" filter="fade">
                                      <p:cBhvr>
                                        <p:cTn id="17" dur="500"/>
                                        <p:tgtEl>
                                          <p:spTgt spid="3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6" end="6"/>
                                            </p:txEl>
                                          </p:spTgt>
                                        </p:tgtEl>
                                        <p:attrNameLst>
                                          <p:attrName>style.visibility</p:attrName>
                                        </p:attrNameLst>
                                      </p:cBhvr>
                                      <p:to>
                                        <p:strVal val="visible"/>
                                      </p:to>
                                    </p:set>
                                    <p:animEffect transition="in" filter="fade">
                                      <p:cBhvr>
                                        <p:cTn id="22" dur="500"/>
                                        <p:tgtEl>
                                          <p:spTgt spid="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İHRACAT REFAKAT BELGESİ (İRB)</a:t>
            </a:r>
          </a:p>
        </p:txBody>
      </p:sp>
      <p:sp>
        <p:nvSpPr>
          <p:cNvPr id="7" name="1 İçerik Yer Tutucusu">
            <a:extLst>
              <a:ext uri="{FF2B5EF4-FFF2-40B4-BE49-F238E27FC236}">
                <a16:creationId xmlns:a16="http://schemas.microsoft.com/office/drawing/2014/main" id="{1FF724A5-1E1E-4064-B5BC-36CC825BCCB4}"/>
              </a:ext>
            </a:extLst>
          </p:cNvPr>
          <p:cNvSpPr txBox="1">
            <a:spLocks/>
          </p:cNvSpPr>
          <p:nvPr/>
        </p:nvSpPr>
        <p:spPr>
          <a:xfrm>
            <a:off x="1267076" y="1575269"/>
            <a:ext cx="8663733" cy="2531019"/>
          </a:xfrm>
          <a:prstGeom prst="rect">
            <a:avLst/>
          </a:prstGeom>
        </p:spPr>
        <p:txBody>
          <a:bodyPr>
            <a:noAutofit/>
          </a:bodyPr>
          <a:lstStyle/>
          <a:p>
            <a:r>
              <a:rPr lang="tr-TR" sz="1692" b="1" i="1" u="sng" dirty="0">
                <a:latin typeface="Myriad Pro"/>
              </a:rPr>
              <a:t>Amaç</a:t>
            </a:r>
          </a:p>
          <a:p>
            <a:endParaRPr lang="tr-TR" sz="1692" dirty="0">
              <a:solidFill>
                <a:srgbClr val="C49A6C"/>
              </a:solidFill>
              <a:latin typeface="Myriad Pro"/>
            </a:endParaRPr>
          </a:p>
          <a:p>
            <a:pPr marL="483626" indent="-483626">
              <a:buFont typeface="Wingdings" panose="05000000000000000000" pitchFamily="2" charset="2"/>
              <a:buChar char="Ø"/>
            </a:pPr>
            <a:r>
              <a:rPr lang="tr-TR" sz="1692" dirty="0">
                <a:latin typeface="Myriad Pro"/>
              </a:rPr>
              <a:t>Ortak Transit Sözleşmesine dahil olmayan komşu ülkelere sevk edilen, transit rejimi kapsamındaki taşımalarda, </a:t>
            </a:r>
            <a:r>
              <a:rPr lang="tr-TR" sz="1692" b="1" dirty="0">
                <a:latin typeface="Myriad Pro"/>
              </a:rPr>
              <a:t>daha sadeleştirilmiş bir iş akışı sağlamak.</a:t>
            </a:r>
          </a:p>
          <a:p>
            <a:endParaRPr lang="tr-TR" sz="1692" dirty="0">
              <a:latin typeface="Myriad Pro"/>
            </a:endParaRPr>
          </a:p>
          <a:p>
            <a:pPr marL="483626" indent="-483626">
              <a:buFont typeface="Wingdings" panose="05000000000000000000" pitchFamily="2" charset="2"/>
              <a:buChar char="Ø"/>
            </a:pPr>
            <a:r>
              <a:rPr lang="tr-TR" sz="1692" dirty="0">
                <a:latin typeface="Myriad Pro"/>
              </a:rPr>
              <a:t>İhracat eşyasının, Türkiye Gümrük Bölgesi içerisinde çıkış gümrük idaresine kadar ulusal transit rejimi kapsamında taşınmasına ilişkin </a:t>
            </a:r>
            <a:r>
              <a:rPr lang="tr-TR" sz="1692" b="1" dirty="0">
                <a:latin typeface="Myriad Pro"/>
              </a:rPr>
              <a:t>beyanı kolaylaştırmak </a:t>
            </a:r>
            <a:r>
              <a:rPr lang="tr-TR" sz="1692" dirty="0">
                <a:latin typeface="Myriad Pro"/>
              </a:rPr>
              <a:t>ve </a:t>
            </a:r>
            <a:r>
              <a:rPr lang="tr-TR" sz="1692" b="1" dirty="0">
                <a:latin typeface="Myriad Pro"/>
              </a:rPr>
              <a:t>işlem süreçlerini hızlandırmak.</a:t>
            </a:r>
          </a:p>
          <a:p>
            <a:pPr marL="483626" indent="-483626">
              <a:buFont typeface="Wingdings" panose="05000000000000000000" pitchFamily="2" charset="2"/>
              <a:buChar char="Ø"/>
            </a:pPr>
            <a:endParaRPr lang="tr-TR" sz="1481" b="1" dirty="0">
              <a:latin typeface="Myriad Pro"/>
            </a:endParaRPr>
          </a:p>
          <a:p>
            <a:pPr marL="483626" indent="-483626">
              <a:buFont typeface="Wingdings" panose="05000000000000000000" pitchFamily="2" charset="2"/>
              <a:buChar char="Ø"/>
            </a:pPr>
            <a:endParaRPr lang="tr-TR" sz="1481" b="1" dirty="0">
              <a:latin typeface="Myriad Pro"/>
            </a:endParaRPr>
          </a:p>
          <a:p>
            <a:pPr algn="just"/>
            <a:r>
              <a:rPr lang="tr-TR" sz="1481" dirty="0">
                <a:latin typeface="Myriad Pro"/>
                <a:cs typeface="Times New Roman" pitchFamily="18" charset="0"/>
              </a:rPr>
              <a:t>	</a:t>
            </a:r>
            <a:endParaRPr lang="tr-TR" sz="1904" dirty="0">
              <a:latin typeface="Myriad Pro"/>
            </a:endParaRPr>
          </a:p>
        </p:txBody>
      </p:sp>
      <p:sp>
        <p:nvSpPr>
          <p:cNvPr id="8" name="1 İçerik Yer Tutucusu">
            <a:extLst>
              <a:ext uri="{FF2B5EF4-FFF2-40B4-BE49-F238E27FC236}">
                <a16:creationId xmlns:a16="http://schemas.microsoft.com/office/drawing/2014/main" id="{2C1365BB-0737-4C83-8856-79847CB513DC}"/>
              </a:ext>
            </a:extLst>
          </p:cNvPr>
          <p:cNvSpPr txBox="1">
            <a:spLocks/>
          </p:cNvSpPr>
          <p:nvPr/>
        </p:nvSpPr>
        <p:spPr>
          <a:xfrm>
            <a:off x="1267075" y="4167199"/>
            <a:ext cx="8878381" cy="2531019"/>
          </a:xfrm>
          <a:prstGeom prst="rect">
            <a:avLst/>
          </a:prstGeom>
        </p:spPr>
        <p:txBody>
          <a:bodyPr>
            <a:noAutofit/>
          </a:bodyPr>
          <a:lstStyle/>
          <a:p>
            <a:r>
              <a:rPr lang="tr-TR" sz="1692" b="1" i="1" u="sng" dirty="0">
                <a:latin typeface="Myriad Pro"/>
              </a:rPr>
              <a:t>Hedef</a:t>
            </a:r>
          </a:p>
          <a:p>
            <a:endParaRPr lang="tr-TR" sz="1692" dirty="0">
              <a:solidFill>
                <a:srgbClr val="C49A6C"/>
              </a:solidFill>
              <a:latin typeface="Myriad Pro"/>
            </a:endParaRPr>
          </a:p>
          <a:p>
            <a:pPr marL="483626" indent="-483626">
              <a:buFont typeface="Wingdings" panose="05000000000000000000" pitchFamily="2" charset="2"/>
              <a:buChar char="Ø"/>
            </a:pPr>
            <a:r>
              <a:rPr lang="tr-TR" sz="1692" dirty="0">
                <a:latin typeface="Myriad Pro"/>
              </a:rPr>
              <a:t>Elektronik entegrasyon ile </a:t>
            </a:r>
            <a:r>
              <a:rPr lang="tr-TR" sz="1692" b="1" dirty="0">
                <a:latin typeface="Myriad Pro"/>
              </a:rPr>
              <a:t>mükerrer veri girişini önlemek.</a:t>
            </a:r>
          </a:p>
          <a:p>
            <a:pPr marL="483626" indent="-483626">
              <a:buFont typeface="Wingdings" panose="05000000000000000000" pitchFamily="2" charset="2"/>
              <a:buChar char="Ø"/>
            </a:pPr>
            <a:endParaRPr lang="tr-TR" sz="1692" b="1" dirty="0">
              <a:latin typeface="Myriad Pro"/>
            </a:endParaRPr>
          </a:p>
          <a:p>
            <a:pPr marL="483626" indent="-483626">
              <a:buFont typeface="Wingdings" panose="05000000000000000000" pitchFamily="2" charset="2"/>
              <a:buChar char="Ø"/>
            </a:pPr>
            <a:r>
              <a:rPr lang="tr-TR" sz="1692" dirty="0">
                <a:latin typeface="Myriad Pro"/>
              </a:rPr>
              <a:t>İhracat eşyası için ayrıca transit beyannamesi düzenlenmesinden kaynaklı </a:t>
            </a:r>
            <a:r>
              <a:rPr lang="tr-TR" sz="1692" b="1" dirty="0">
                <a:latin typeface="Myriad Pro"/>
              </a:rPr>
              <a:t>operasyon maliyetlerini azaltmak, zaman tasarrufu sağlamak.</a:t>
            </a:r>
          </a:p>
          <a:p>
            <a:endParaRPr lang="tr-TR" sz="1692" dirty="0">
              <a:latin typeface="Myriad Pro"/>
            </a:endParaRPr>
          </a:p>
          <a:p>
            <a:pPr marL="483626" indent="-483626">
              <a:buFont typeface="Wingdings" panose="05000000000000000000" pitchFamily="2" charset="2"/>
              <a:buChar char="Ø"/>
            </a:pPr>
            <a:r>
              <a:rPr lang="tr-TR" sz="1692" dirty="0">
                <a:latin typeface="Myriad Pro"/>
              </a:rPr>
              <a:t>İhracat eşyasının yurtdışı edilme sürecindeki </a:t>
            </a:r>
            <a:r>
              <a:rPr lang="tr-TR" sz="1692" b="1" dirty="0">
                <a:latin typeface="Myriad Pro"/>
              </a:rPr>
              <a:t>iş adımları ve belge gereksinimlerini azaltmak</a:t>
            </a:r>
            <a:r>
              <a:rPr lang="tr-TR" sz="1692" dirty="0">
                <a:latin typeface="Myriad Pro"/>
              </a:rPr>
              <a:t>.</a:t>
            </a:r>
            <a:endParaRPr lang="tr-TR" sz="1692" b="1" dirty="0">
              <a:latin typeface="Myriad Pro"/>
            </a:endParaRPr>
          </a:p>
        </p:txBody>
      </p:sp>
      <p:sp>
        <p:nvSpPr>
          <p:cNvPr id="6" name="Metin kutusu 5">
            <a:extLst>
              <a:ext uri="{FF2B5EF4-FFF2-40B4-BE49-F238E27FC236}">
                <a16:creationId xmlns:a16="http://schemas.microsoft.com/office/drawing/2014/main" id="{7C31DD19-6B6B-4E6D-9C90-02879C2E4BF8}"/>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524143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animEffect transition="in" filter="fade">
                                      <p:cBhvr>
                                        <p:cTn id="27" dur="500"/>
                                        <p:tgtEl>
                                          <p:spTgt spid="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fade">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fade">
                                      <p:cBhvr>
                                        <p:cTn id="3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İHRACAT REFAKAT BELGESİ (İRB)</a:t>
            </a:r>
          </a:p>
        </p:txBody>
      </p:sp>
      <p:sp>
        <p:nvSpPr>
          <p:cNvPr id="9" name="1 İçerik Yer Tutucusu">
            <a:extLst>
              <a:ext uri="{FF2B5EF4-FFF2-40B4-BE49-F238E27FC236}">
                <a16:creationId xmlns:a16="http://schemas.microsoft.com/office/drawing/2014/main" id="{78C7F3BF-DAA7-4D29-A2F5-F5803094F31F}"/>
              </a:ext>
            </a:extLst>
          </p:cNvPr>
          <p:cNvSpPr txBox="1">
            <a:spLocks/>
          </p:cNvSpPr>
          <p:nvPr/>
        </p:nvSpPr>
        <p:spPr>
          <a:xfrm>
            <a:off x="1267075" y="2526250"/>
            <a:ext cx="9657850" cy="1805500"/>
          </a:xfrm>
          <a:prstGeom prst="rect">
            <a:avLst/>
          </a:prstGeom>
        </p:spPr>
        <p:txBody>
          <a:bodyPr>
            <a:noAutofit/>
          </a:bodyPr>
          <a:lstStyle/>
          <a:p>
            <a:pPr marL="483626" indent="-483626">
              <a:buFont typeface="Wingdings" panose="05000000000000000000" pitchFamily="2" charset="2"/>
              <a:buChar char="Ø"/>
            </a:pPr>
            <a:r>
              <a:rPr lang="tr-TR" sz="2327" dirty="0">
                <a:latin typeface="Myriad Pro"/>
              </a:rPr>
              <a:t>İhracat Refakat Belgesi taşımalarında, </a:t>
            </a:r>
          </a:p>
          <a:p>
            <a:r>
              <a:rPr lang="tr-TR" sz="2327" b="1" dirty="0">
                <a:latin typeface="Myriad Pro"/>
              </a:rPr>
              <a:t>sadece hareket </a:t>
            </a:r>
            <a:r>
              <a:rPr lang="tr-TR" sz="2327" dirty="0">
                <a:latin typeface="Myriad Pro"/>
              </a:rPr>
              <a:t>ve</a:t>
            </a:r>
            <a:r>
              <a:rPr lang="tr-TR" sz="2327" b="1" dirty="0">
                <a:latin typeface="Myriad Pro"/>
              </a:rPr>
              <a:t> varış gümrük idareleri </a:t>
            </a:r>
            <a:r>
              <a:rPr lang="tr-TR" sz="2327" dirty="0">
                <a:latin typeface="Myriad Pro"/>
              </a:rPr>
              <a:t>vardır.</a:t>
            </a:r>
          </a:p>
          <a:p>
            <a:pPr marL="483626" indent="-483626">
              <a:buFont typeface="Wingdings" panose="05000000000000000000" pitchFamily="2" charset="2"/>
              <a:buChar char="Ø"/>
            </a:pPr>
            <a:endParaRPr lang="tr-TR" sz="2327" dirty="0">
              <a:latin typeface="Myriad Pro"/>
            </a:endParaRPr>
          </a:p>
          <a:p>
            <a:pPr marL="483626" indent="-483626">
              <a:buFont typeface="Wingdings" panose="05000000000000000000" pitchFamily="2" charset="2"/>
              <a:buChar char="Ø"/>
            </a:pPr>
            <a:r>
              <a:rPr lang="tr-TR" sz="2327" dirty="0">
                <a:latin typeface="Myriad Pro"/>
              </a:rPr>
              <a:t>Sadece ihraç eşyası taşındığından, </a:t>
            </a:r>
            <a:r>
              <a:rPr lang="tr-TR" sz="2327" b="1" dirty="0">
                <a:latin typeface="Myriad Pro"/>
              </a:rPr>
              <a:t>teminat kullanımı yoktur.</a:t>
            </a:r>
          </a:p>
          <a:p>
            <a:endParaRPr lang="tr-TR" sz="2327" dirty="0">
              <a:latin typeface="Myriad Pro"/>
            </a:endParaRPr>
          </a:p>
          <a:p>
            <a:pPr algn="just"/>
            <a:r>
              <a:rPr lang="tr-TR" sz="2327" dirty="0">
                <a:latin typeface="Myriad Pro"/>
                <a:cs typeface="Times New Roman" pitchFamily="18" charset="0"/>
              </a:rPr>
              <a:t>	</a:t>
            </a:r>
            <a:endParaRPr lang="tr-TR" sz="2327" dirty="0">
              <a:latin typeface="Myriad Pro"/>
            </a:endParaRPr>
          </a:p>
        </p:txBody>
      </p:sp>
      <p:sp>
        <p:nvSpPr>
          <p:cNvPr id="5" name="Metin kutusu 4">
            <a:extLst>
              <a:ext uri="{FF2B5EF4-FFF2-40B4-BE49-F238E27FC236}">
                <a16:creationId xmlns:a16="http://schemas.microsoft.com/office/drawing/2014/main" id="{4DC8C5ED-3242-4808-8744-1EF92083D851}"/>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00238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a:extLst>
              <a:ext uri="{FF2B5EF4-FFF2-40B4-BE49-F238E27FC236}">
                <a16:creationId xmlns:a16="http://schemas.microsoft.com/office/drawing/2014/main" id="{C20291F5-D9D2-4EE8-AC72-2E2A37A753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4571" y="233762"/>
            <a:ext cx="6342857" cy="6390476"/>
          </a:xfrm>
          <a:prstGeom prst="rect">
            <a:avLst/>
          </a:prstGeom>
        </p:spPr>
      </p:pic>
      <p:sp>
        <p:nvSpPr>
          <p:cNvPr id="62" name="Oval 61">
            <a:extLst>
              <a:ext uri="{FF2B5EF4-FFF2-40B4-BE49-F238E27FC236}">
                <a16:creationId xmlns:a16="http://schemas.microsoft.com/office/drawing/2014/main" id="{EF906A50-ACF8-4519-A10F-0B3405F442A6}"/>
              </a:ext>
            </a:extLst>
          </p:cNvPr>
          <p:cNvSpPr/>
          <p:nvPr/>
        </p:nvSpPr>
        <p:spPr>
          <a:xfrm>
            <a:off x="5610225" y="203651"/>
            <a:ext cx="1488444" cy="40299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cxnSp>
        <p:nvCxnSpPr>
          <p:cNvPr id="63" name="Düz Ok Bağlayıcısı 62">
            <a:extLst>
              <a:ext uri="{FF2B5EF4-FFF2-40B4-BE49-F238E27FC236}">
                <a16:creationId xmlns:a16="http://schemas.microsoft.com/office/drawing/2014/main" id="{F278EC1D-113D-4C6D-B514-D08C67C37A29}"/>
              </a:ext>
            </a:extLst>
          </p:cNvPr>
          <p:cNvCxnSpPr>
            <a:cxnSpLocks/>
          </p:cNvCxnSpPr>
          <p:nvPr/>
        </p:nvCxnSpPr>
        <p:spPr>
          <a:xfrm flipH="1">
            <a:off x="2188488" y="1471615"/>
            <a:ext cx="1078578" cy="645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4" name="Metin kutusu 63">
            <a:extLst>
              <a:ext uri="{FF2B5EF4-FFF2-40B4-BE49-F238E27FC236}">
                <a16:creationId xmlns:a16="http://schemas.microsoft.com/office/drawing/2014/main" id="{545AEC34-6294-4944-AFE2-3B05DB02D1C2}"/>
              </a:ext>
            </a:extLst>
          </p:cNvPr>
          <p:cNvSpPr txBox="1"/>
          <p:nvPr/>
        </p:nvSpPr>
        <p:spPr>
          <a:xfrm>
            <a:off x="242160" y="1329499"/>
            <a:ext cx="2023772" cy="28764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Gönderici / Alıcı Bilgileri</a:t>
            </a:r>
          </a:p>
        </p:txBody>
      </p:sp>
      <p:cxnSp>
        <p:nvCxnSpPr>
          <p:cNvPr id="65" name="Düz Ok Bağlayıcısı 64">
            <a:extLst>
              <a:ext uri="{FF2B5EF4-FFF2-40B4-BE49-F238E27FC236}">
                <a16:creationId xmlns:a16="http://schemas.microsoft.com/office/drawing/2014/main" id="{81762D62-7826-42AE-B691-78EC09884374}"/>
              </a:ext>
            </a:extLst>
          </p:cNvPr>
          <p:cNvCxnSpPr>
            <a:cxnSpLocks/>
          </p:cNvCxnSpPr>
          <p:nvPr/>
        </p:nvCxnSpPr>
        <p:spPr>
          <a:xfrm flipH="1">
            <a:off x="1944944" y="1883052"/>
            <a:ext cx="1340471" cy="1865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6" name="Metin kutusu 65">
            <a:extLst>
              <a:ext uri="{FF2B5EF4-FFF2-40B4-BE49-F238E27FC236}">
                <a16:creationId xmlns:a16="http://schemas.microsoft.com/office/drawing/2014/main" id="{E9736821-A7D1-4BE2-9F19-0FC9F28565D8}"/>
              </a:ext>
            </a:extLst>
          </p:cNvPr>
          <p:cNvSpPr txBox="1"/>
          <p:nvPr/>
        </p:nvSpPr>
        <p:spPr>
          <a:xfrm>
            <a:off x="660132" y="1925773"/>
            <a:ext cx="1602596" cy="28764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Asıl Sorumlu</a:t>
            </a:r>
          </a:p>
        </p:txBody>
      </p:sp>
      <p:sp>
        <p:nvSpPr>
          <p:cNvPr id="103" name="Yuvarlatılmış Dikdörtgen 1">
            <a:extLst>
              <a:ext uri="{FF2B5EF4-FFF2-40B4-BE49-F238E27FC236}">
                <a16:creationId xmlns:a16="http://schemas.microsoft.com/office/drawing/2014/main" id="{25564EFA-B6DF-4761-99A7-32D1EF987272}"/>
              </a:ext>
            </a:extLst>
          </p:cNvPr>
          <p:cNvSpPr/>
          <p:nvPr/>
        </p:nvSpPr>
        <p:spPr>
          <a:xfrm>
            <a:off x="3302264" y="963529"/>
            <a:ext cx="2204982" cy="716640"/>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04" name="Yuvarlatılmış Dikdörtgen 35">
            <a:extLst>
              <a:ext uri="{FF2B5EF4-FFF2-40B4-BE49-F238E27FC236}">
                <a16:creationId xmlns:a16="http://schemas.microsoft.com/office/drawing/2014/main" id="{1624C84A-F9E7-4FC7-A600-3AB7BACCEC1C}"/>
              </a:ext>
            </a:extLst>
          </p:cNvPr>
          <p:cNvSpPr/>
          <p:nvPr/>
        </p:nvSpPr>
        <p:spPr>
          <a:xfrm>
            <a:off x="3302263" y="1680169"/>
            <a:ext cx="2678543" cy="399354"/>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05" name="Düz Ok Bağlayıcısı 104">
            <a:extLst>
              <a:ext uri="{FF2B5EF4-FFF2-40B4-BE49-F238E27FC236}">
                <a16:creationId xmlns:a16="http://schemas.microsoft.com/office/drawing/2014/main" id="{FC46F395-EB8F-4A0F-BFA7-5B8D3FB86ED6}"/>
              </a:ext>
            </a:extLst>
          </p:cNvPr>
          <p:cNvCxnSpPr>
            <a:cxnSpLocks/>
          </p:cNvCxnSpPr>
          <p:nvPr/>
        </p:nvCxnSpPr>
        <p:spPr>
          <a:xfrm>
            <a:off x="8965784" y="1456074"/>
            <a:ext cx="372192"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6" name="Metin kutusu 105">
            <a:extLst>
              <a:ext uri="{FF2B5EF4-FFF2-40B4-BE49-F238E27FC236}">
                <a16:creationId xmlns:a16="http://schemas.microsoft.com/office/drawing/2014/main" id="{7E941D60-9F64-4FF0-9807-BD0E4A848489}"/>
              </a:ext>
            </a:extLst>
          </p:cNvPr>
          <p:cNvSpPr txBox="1"/>
          <p:nvPr/>
        </p:nvSpPr>
        <p:spPr>
          <a:xfrm>
            <a:off x="9152579" y="1317360"/>
            <a:ext cx="2196635" cy="271485"/>
          </a:xfrm>
          <a:prstGeom prst="rect">
            <a:avLst/>
          </a:prstGeom>
          <a:noFill/>
        </p:spPr>
        <p:txBody>
          <a:bodyPr wrap="square" rtlCol="0">
            <a:spAutoFit/>
          </a:bodyPr>
          <a:lstStyle/>
          <a:p>
            <a:pPr algn="ctr"/>
            <a:r>
              <a:rPr lang="tr-TR" sz="1164" dirty="0">
                <a:latin typeface="Myriad Pro"/>
                <a:cs typeface="Times New Roman" panose="02020603050405020304" pitchFamily="18" charset="0"/>
              </a:rPr>
              <a:t>Kalem, Kap, Ağırlık Bilgileri</a:t>
            </a:r>
          </a:p>
        </p:txBody>
      </p:sp>
      <p:cxnSp>
        <p:nvCxnSpPr>
          <p:cNvPr id="107" name="Düz Ok Bağlayıcısı 106">
            <a:extLst>
              <a:ext uri="{FF2B5EF4-FFF2-40B4-BE49-F238E27FC236}">
                <a16:creationId xmlns:a16="http://schemas.microsoft.com/office/drawing/2014/main" id="{6C08AB7C-B4B3-42D5-AF13-99436895A774}"/>
              </a:ext>
            </a:extLst>
          </p:cNvPr>
          <p:cNvCxnSpPr>
            <a:cxnSpLocks/>
          </p:cNvCxnSpPr>
          <p:nvPr/>
        </p:nvCxnSpPr>
        <p:spPr>
          <a:xfrm>
            <a:off x="8678921" y="2490858"/>
            <a:ext cx="969055"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8" name="Metin kutusu 107">
            <a:extLst>
              <a:ext uri="{FF2B5EF4-FFF2-40B4-BE49-F238E27FC236}">
                <a16:creationId xmlns:a16="http://schemas.microsoft.com/office/drawing/2014/main" id="{5EE22C51-51B1-4CA8-A82F-E8148EACF065}"/>
              </a:ext>
            </a:extLst>
          </p:cNvPr>
          <p:cNvSpPr txBox="1"/>
          <p:nvPr/>
        </p:nvSpPr>
        <p:spPr>
          <a:xfrm>
            <a:off x="9496692" y="2347037"/>
            <a:ext cx="1340940" cy="28764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Taşıyıcı Bilgisi</a:t>
            </a:r>
          </a:p>
        </p:txBody>
      </p:sp>
      <p:cxnSp>
        <p:nvCxnSpPr>
          <p:cNvPr id="109" name="Düz Ok Bağlayıcısı 108">
            <a:extLst>
              <a:ext uri="{FF2B5EF4-FFF2-40B4-BE49-F238E27FC236}">
                <a16:creationId xmlns:a16="http://schemas.microsoft.com/office/drawing/2014/main" id="{A570718B-ACCB-45E5-8FF0-0C89E44520D6}"/>
              </a:ext>
            </a:extLst>
          </p:cNvPr>
          <p:cNvCxnSpPr>
            <a:cxnSpLocks/>
          </p:cNvCxnSpPr>
          <p:nvPr/>
        </p:nvCxnSpPr>
        <p:spPr>
          <a:xfrm>
            <a:off x="8983527" y="3429000"/>
            <a:ext cx="62978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0" name="Metin kutusu 109">
            <a:extLst>
              <a:ext uri="{FF2B5EF4-FFF2-40B4-BE49-F238E27FC236}">
                <a16:creationId xmlns:a16="http://schemas.microsoft.com/office/drawing/2014/main" id="{37974494-1647-43C5-B3D2-C9A9D5DDE91F}"/>
              </a:ext>
            </a:extLst>
          </p:cNvPr>
          <p:cNvSpPr txBox="1"/>
          <p:nvPr/>
        </p:nvSpPr>
        <p:spPr>
          <a:xfrm>
            <a:off x="9381795" y="3244492"/>
            <a:ext cx="1262334" cy="434221"/>
          </a:xfrm>
          <a:prstGeom prst="rect">
            <a:avLst/>
          </a:prstGeom>
          <a:noFill/>
        </p:spPr>
        <p:txBody>
          <a:bodyPr wrap="square" rtlCol="0">
            <a:spAutoFit/>
          </a:bodyPr>
          <a:lstStyle/>
          <a:p>
            <a:pPr algn="ctr"/>
            <a:r>
              <a:rPr lang="tr-TR" sz="1111" dirty="0">
                <a:latin typeface="Myriad Pro"/>
                <a:cs typeface="Times New Roman" panose="02020603050405020304" pitchFamily="18" charset="0"/>
              </a:rPr>
              <a:t>Varış (Çıkış) Gümrük İdaresi</a:t>
            </a:r>
          </a:p>
        </p:txBody>
      </p:sp>
      <p:cxnSp>
        <p:nvCxnSpPr>
          <p:cNvPr id="112" name="Düz Ok Bağlayıcısı 111">
            <a:extLst>
              <a:ext uri="{FF2B5EF4-FFF2-40B4-BE49-F238E27FC236}">
                <a16:creationId xmlns:a16="http://schemas.microsoft.com/office/drawing/2014/main" id="{30367F8D-4E98-47CB-B839-403BDB1EE67E}"/>
              </a:ext>
            </a:extLst>
          </p:cNvPr>
          <p:cNvCxnSpPr>
            <a:cxnSpLocks/>
          </p:cNvCxnSpPr>
          <p:nvPr/>
        </p:nvCxnSpPr>
        <p:spPr>
          <a:xfrm flipV="1">
            <a:off x="8713432" y="1024438"/>
            <a:ext cx="527184" cy="20278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Düz Ok Bağlayıcısı 112">
            <a:extLst>
              <a:ext uri="{FF2B5EF4-FFF2-40B4-BE49-F238E27FC236}">
                <a16:creationId xmlns:a16="http://schemas.microsoft.com/office/drawing/2014/main" id="{D338DAB8-B87D-4E52-A98A-803A87477A08}"/>
              </a:ext>
            </a:extLst>
          </p:cNvPr>
          <p:cNvCxnSpPr>
            <a:cxnSpLocks/>
          </p:cNvCxnSpPr>
          <p:nvPr/>
        </p:nvCxnSpPr>
        <p:spPr>
          <a:xfrm>
            <a:off x="8319404" y="1954456"/>
            <a:ext cx="979015"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4" name="Metin kutusu 113">
            <a:extLst>
              <a:ext uri="{FF2B5EF4-FFF2-40B4-BE49-F238E27FC236}">
                <a16:creationId xmlns:a16="http://schemas.microsoft.com/office/drawing/2014/main" id="{B83DD707-E407-412D-9948-40EDE04CFEA5}"/>
              </a:ext>
            </a:extLst>
          </p:cNvPr>
          <p:cNvSpPr txBox="1"/>
          <p:nvPr/>
        </p:nvSpPr>
        <p:spPr>
          <a:xfrm>
            <a:off x="8892308" y="1744183"/>
            <a:ext cx="1602596" cy="450636"/>
          </a:xfrm>
          <a:prstGeom prst="rect">
            <a:avLst/>
          </a:prstGeom>
          <a:noFill/>
        </p:spPr>
        <p:txBody>
          <a:bodyPr wrap="square" rtlCol="0">
            <a:spAutoFit/>
          </a:bodyPr>
          <a:lstStyle/>
          <a:p>
            <a:pPr algn="ctr"/>
            <a:r>
              <a:rPr lang="tr-TR" sz="1164" dirty="0">
                <a:latin typeface="Myriad Pro"/>
                <a:cs typeface="Times New Roman" panose="02020603050405020304" pitchFamily="18" charset="0"/>
              </a:rPr>
              <a:t>Bağlı İhracat Beyannamesi Bilgisi</a:t>
            </a:r>
          </a:p>
        </p:txBody>
      </p:sp>
      <p:sp>
        <p:nvSpPr>
          <p:cNvPr id="115" name="Yuvarlatılmış Dikdörtgen 36">
            <a:extLst>
              <a:ext uri="{FF2B5EF4-FFF2-40B4-BE49-F238E27FC236}">
                <a16:creationId xmlns:a16="http://schemas.microsoft.com/office/drawing/2014/main" id="{33DF83C9-B5B1-4548-BA63-CE7192542CAA}"/>
              </a:ext>
            </a:extLst>
          </p:cNvPr>
          <p:cNvSpPr/>
          <p:nvPr/>
        </p:nvSpPr>
        <p:spPr>
          <a:xfrm>
            <a:off x="6029153" y="2072255"/>
            <a:ext cx="2652951" cy="441689"/>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16" name="Yuvarlatılmış Dikdörtgen 41">
            <a:extLst>
              <a:ext uri="{FF2B5EF4-FFF2-40B4-BE49-F238E27FC236}">
                <a16:creationId xmlns:a16="http://schemas.microsoft.com/office/drawing/2014/main" id="{92213B3D-B63F-430C-95D1-0463DA2C606D}"/>
              </a:ext>
            </a:extLst>
          </p:cNvPr>
          <p:cNvSpPr/>
          <p:nvPr/>
        </p:nvSpPr>
        <p:spPr>
          <a:xfrm>
            <a:off x="3302262" y="3293223"/>
            <a:ext cx="5663522" cy="27127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17" name="Yuvarlatılmış Dikdörtgen 42">
            <a:extLst>
              <a:ext uri="{FF2B5EF4-FFF2-40B4-BE49-F238E27FC236}">
                <a16:creationId xmlns:a16="http://schemas.microsoft.com/office/drawing/2014/main" id="{BE9D7C6F-1F88-47ED-B995-E30F4D2BBE89}"/>
              </a:ext>
            </a:extLst>
          </p:cNvPr>
          <p:cNvSpPr/>
          <p:nvPr/>
        </p:nvSpPr>
        <p:spPr>
          <a:xfrm>
            <a:off x="6029153" y="1403543"/>
            <a:ext cx="2936631" cy="261847"/>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18" name="Yuvarlatılmış Dikdörtgen 43">
            <a:extLst>
              <a:ext uri="{FF2B5EF4-FFF2-40B4-BE49-F238E27FC236}">
                <a16:creationId xmlns:a16="http://schemas.microsoft.com/office/drawing/2014/main" id="{1005ECD4-8150-4B74-A73E-9A5C96A179FC}"/>
              </a:ext>
            </a:extLst>
          </p:cNvPr>
          <p:cNvSpPr/>
          <p:nvPr/>
        </p:nvSpPr>
        <p:spPr>
          <a:xfrm>
            <a:off x="6029153" y="1674291"/>
            <a:ext cx="2290251" cy="299311"/>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19" name="Metin kutusu 118">
            <a:extLst>
              <a:ext uri="{FF2B5EF4-FFF2-40B4-BE49-F238E27FC236}">
                <a16:creationId xmlns:a16="http://schemas.microsoft.com/office/drawing/2014/main" id="{1A5E1BC4-F977-4692-AC1F-BDC8E49BF604}"/>
              </a:ext>
            </a:extLst>
          </p:cNvPr>
          <p:cNvSpPr txBox="1"/>
          <p:nvPr/>
        </p:nvSpPr>
        <p:spPr>
          <a:xfrm>
            <a:off x="8965784" y="840094"/>
            <a:ext cx="1324344" cy="434221"/>
          </a:xfrm>
          <a:prstGeom prst="rect">
            <a:avLst/>
          </a:prstGeom>
          <a:noFill/>
        </p:spPr>
        <p:txBody>
          <a:bodyPr wrap="square" rtlCol="0">
            <a:spAutoFit/>
          </a:bodyPr>
          <a:lstStyle/>
          <a:p>
            <a:pPr algn="ctr"/>
            <a:r>
              <a:rPr lang="tr-TR" sz="1111" dirty="0">
                <a:latin typeface="Myriad Pro"/>
                <a:cs typeface="Times New Roman" panose="02020603050405020304" pitchFamily="18" charset="0"/>
              </a:rPr>
              <a:t>Düzenleyen Gümrük İdaresi</a:t>
            </a:r>
          </a:p>
        </p:txBody>
      </p:sp>
      <p:cxnSp>
        <p:nvCxnSpPr>
          <p:cNvPr id="120" name="Düz Ok Bağlayıcısı 119">
            <a:extLst>
              <a:ext uri="{FF2B5EF4-FFF2-40B4-BE49-F238E27FC236}">
                <a16:creationId xmlns:a16="http://schemas.microsoft.com/office/drawing/2014/main" id="{45C33ED3-EB01-4D58-BA7A-B39F42AC6347}"/>
              </a:ext>
            </a:extLst>
          </p:cNvPr>
          <p:cNvCxnSpPr>
            <a:cxnSpLocks/>
          </p:cNvCxnSpPr>
          <p:nvPr/>
        </p:nvCxnSpPr>
        <p:spPr>
          <a:xfrm flipH="1" flipV="1">
            <a:off x="2085068" y="4300580"/>
            <a:ext cx="1711536" cy="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1" name="Metin kutusu 120">
            <a:extLst>
              <a:ext uri="{FF2B5EF4-FFF2-40B4-BE49-F238E27FC236}">
                <a16:creationId xmlns:a16="http://schemas.microsoft.com/office/drawing/2014/main" id="{D04DF3B1-DDB6-43B2-BD06-2D5AF3C8B177}"/>
              </a:ext>
            </a:extLst>
          </p:cNvPr>
          <p:cNvSpPr txBox="1"/>
          <p:nvPr/>
        </p:nvSpPr>
        <p:spPr>
          <a:xfrm>
            <a:off x="741684" y="4177332"/>
            <a:ext cx="1602596" cy="28764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Mühür Bilgisi</a:t>
            </a:r>
          </a:p>
        </p:txBody>
      </p:sp>
      <p:sp>
        <p:nvSpPr>
          <p:cNvPr id="122" name="Oval 121">
            <a:extLst>
              <a:ext uri="{FF2B5EF4-FFF2-40B4-BE49-F238E27FC236}">
                <a16:creationId xmlns:a16="http://schemas.microsoft.com/office/drawing/2014/main" id="{66B146BF-0883-44B4-86F0-0A408291A357}"/>
              </a:ext>
            </a:extLst>
          </p:cNvPr>
          <p:cNvSpPr/>
          <p:nvPr/>
        </p:nvSpPr>
        <p:spPr>
          <a:xfrm>
            <a:off x="3776223" y="4309332"/>
            <a:ext cx="935278" cy="15564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sp>
        <p:nvSpPr>
          <p:cNvPr id="123" name="Metin kutusu 122">
            <a:extLst>
              <a:ext uri="{FF2B5EF4-FFF2-40B4-BE49-F238E27FC236}">
                <a16:creationId xmlns:a16="http://schemas.microsoft.com/office/drawing/2014/main" id="{E613185B-2BC6-49B5-BDE6-F9B87B074767}"/>
              </a:ext>
            </a:extLst>
          </p:cNvPr>
          <p:cNvSpPr txBox="1"/>
          <p:nvPr/>
        </p:nvSpPr>
        <p:spPr>
          <a:xfrm>
            <a:off x="1100118" y="4642871"/>
            <a:ext cx="1602596" cy="28764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Transit Süre Sınırı</a:t>
            </a:r>
          </a:p>
        </p:txBody>
      </p:sp>
      <p:sp>
        <p:nvSpPr>
          <p:cNvPr id="124" name="Oval 123">
            <a:extLst>
              <a:ext uri="{FF2B5EF4-FFF2-40B4-BE49-F238E27FC236}">
                <a16:creationId xmlns:a16="http://schemas.microsoft.com/office/drawing/2014/main" id="{B47ADE42-6C1F-4243-8142-0B489575CE72}"/>
              </a:ext>
            </a:extLst>
          </p:cNvPr>
          <p:cNvSpPr/>
          <p:nvPr/>
        </p:nvSpPr>
        <p:spPr>
          <a:xfrm>
            <a:off x="3796604" y="4153075"/>
            <a:ext cx="724679" cy="15564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cxnSp>
        <p:nvCxnSpPr>
          <p:cNvPr id="125" name="Düz Ok Bağlayıcısı 124">
            <a:extLst>
              <a:ext uri="{FF2B5EF4-FFF2-40B4-BE49-F238E27FC236}">
                <a16:creationId xmlns:a16="http://schemas.microsoft.com/office/drawing/2014/main" id="{C94FBF12-2EA3-4645-A506-4E58385E20A5}"/>
              </a:ext>
            </a:extLst>
          </p:cNvPr>
          <p:cNvCxnSpPr>
            <a:cxnSpLocks/>
          </p:cNvCxnSpPr>
          <p:nvPr/>
        </p:nvCxnSpPr>
        <p:spPr>
          <a:xfrm flipH="1">
            <a:off x="2521027" y="4444590"/>
            <a:ext cx="1349809" cy="32558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Düz Ok Bağlayıcısı 125">
            <a:extLst>
              <a:ext uri="{FF2B5EF4-FFF2-40B4-BE49-F238E27FC236}">
                <a16:creationId xmlns:a16="http://schemas.microsoft.com/office/drawing/2014/main" id="{BCA596E7-DFC4-44D5-B54A-136C6AC95BB1}"/>
              </a:ext>
            </a:extLst>
          </p:cNvPr>
          <p:cNvCxnSpPr>
            <a:cxnSpLocks/>
          </p:cNvCxnSpPr>
          <p:nvPr/>
        </p:nvCxnSpPr>
        <p:spPr>
          <a:xfrm flipH="1">
            <a:off x="2260339" y="5398836"/>
            <a:ext cx="653278" cy="965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7" name="Yuvarlatılmış Dikdörtgen 1">
            <a:extLst>
              <a:ext uri="{FF2B5EF4-FFF2-40B4-BE49-F238E27FC236}">
                <a16:creationId xmlns:a16="http://schemas.microsoft.com/office/drawing/2014/main" id="{1F2BE8F6-8F54-4F27-AB83-4DE19A0D91FA}"/>
              </a:ext>
            </a:extLst>
          </p:cNvPr>
          <p:cNvSpPr/>
          <p:nvPr/>
        </p:nvSpPr>
        <p:spPr>
          <a:xfrm>
            <a:off x="2949863" y="5242743"/>
            <a:ext cx="869459" cy="275137"/>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28" name="Metin kutusu 127">
            <a:extLst>
              <a:ext uri="{FF2B5EF4-FFF2-40B4-BE49-F238E27FC236}">
                <a16:creationId xmlns:a16="http://schemas.microsoft.com/office/drawing/2014/main" id="{F239B31D-1D10-4769-BF54-4026415B5CE0}"/>
              </a:ext>
            </a:extLst>
          </p:cNvPr>
          <p:cNvSpPr txBox="1"/>
          <p:nvPr/>
        </p:nvSpPr>
        <p:spPr>
          <a:xfrm>
            <a:off x="1165137" y="5261989"/>
            <a:ext cx="1415755" cy="28764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G.T.İ.P. </a:t>
            </a:r>
          </a:p>
        </p:txBody>
      </p:sp>
      <p:cxnSp>
        <p:nvCxnSpPr>
          <p:cNvPr id="129" name="Düz Ok Bağlayıcısı 128">
            <a:extLst>
              <a:ext uri="{FF2B5EF4-FFF2-40B4-BE49-F238E27FC236}">
                <a16:creationId xmlns:a16="http://schemas.microsoft.com/office/drawing/2014/main" id="{278F8E31-8FC1-43E5-979E-A9462ED2C921}"/>
              </a:ext>
            </a:extLst>
          </p:cNvPr>
          <p:cNvCxnSpPr>
            <a:cxnSpLocks/>
          </p:cNvCxnSpPr>
          <p:nvPr/>
        </p:nvCxnSpPr>
        <p:spPr>
          <a:xfrm>
            <a:off x="9214064" y="5092796"/>
            <a:ext cx="42874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0" name="Yuvarlatılmış Dikdörtgen 43">
            <a:extLst>
              <a:ext uri="{FF2B5EF4-FFF2-40B4-BE49-F238E27FC236}">
                <a16:creationId xmlns:a16="http://schemas.microsoft.com/office/drawing/2014/main" id="{A1AABA06-F367-4D6B-8186-031D890733A5}"/>
              </a:ext>
            </a:extLst>
          </p:cNvPr>
          <p:cNvSpPr/>
          <p:nvPr/>
        </p:nvSpPr>
        <p:spPr>
          <a:xfrm>
            <a:off x="6853119" y="4948547"/>
            <a:ext cx="2341190" cy="317059"/>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31" name="Metin kutusu 130">
            <a:extLst>
              <a:ext uri="{FF2B5EF4-FFF2-40B4-BE49-F238E27FC236}">
                <a16:creationId xmlns:a16="http://schemas.microsoft.com/office/drawing/2014/main" id="{2058E9DD-30B9-452A-9642-A721FDB89D93}"/>
              </a:ext>
            </a:extLst>
          </p:cNvPr>
          <p:cNvSpPr txBox="1"/>
          <p:nvPr/>
        </p:nvSpPr>
        <p:spPr>
          <a:xfrm>
            <a:off x="9381795" y="4961157"/>
            <a:ext cx="1262334" cy="263277"/>
          </a:xfrm>
          <a:prstGeom prst="rect">
            <a:avLst/>
          </a:prstGeom>
          <a:noFill/>
        </p:spPr>
        <p:txBody>
          <a:bodyPr wrap="square" rtlCol="0">
            <a:spAutoFit/>
          </a:bodyPr>
          <a:lstStyle/>
          <a:p>
            <a:pPr algn="ctr"/>
            <a:r>
              <a:rPr lang="tr-TR" sz="1111" dirty="0">
                <a:latin typeface="Myriad Pro"/>
                <a:cs typeface="Times New Roman" panose="02020603050405020304" pitchFamily="18" charset="0"/>
              </a:rPr>
              <a:t>Eşya Tanımı</a:t>
            </a:r>
          </a:p>
        </p:txBody>
      </p:sp>
      <p:sp>
        <p:nvSpPr>
          <p:cNvPr id="132" name="Yuvarlatılmış Dikdörtgen 36">
            <a:extLst>
              <a:ext uri="{FF2B5EF4-FFF2-40B4-BE49-F238E27FC236}">
                <a16:creationId xmlns:a16="http://schemas.microsoft.com/office/drawing/2014/main" id="{B2A9EFC8-A7CC-42C7-B097-B198BE7F2D3C}"/>
              </a:ext>
            </a:extLst>
          </p:cNvPr>
          <p:cNvSpPr/>
          <p:nvPr/>
        </p:nvSpPr>
        <p:spPr>
          <a:xfrm>
            <a:off x="6860990" y="5555240"/>
            <a:ext cx="2321554" cy="325286"/>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33" name="Düz Ok Bağlayıcısı 132">
            <a:extLst>
              <a:ext uri="{FF2B5EF4-FFF2-40B4-BE49-F238E27FC236}">
                <a16:creationId xmlns:a16="http://schemas.microsoft.com/office/drawing/2014/main" id="{C71DACC4-1106-40ED-9459-A7CFB726C2DA}"/>
              </a:ext>
            </a:extLst>
          </p:cNvPr>
          <p:cNvCxnSpPr>
            <a:cxnSpLocks/>
          </p:cNvCxnSpPr>
          <p:nvPr/>
        </p:nvCxnSpPr>
        <p:spPr>
          <a:xfrm>
            <a:off x="9204504" y="5750950"/>
            <a:ext cx="42874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4" name="Metin kutusu 133">
            <a:extLst>
              <a:ext uri="{FF2B5EF4-FFF2-40B4-BE49-F238E27FC236}">
                <a16:creationId xmlns:a16="http://schemas.microsoft.com/office/drawing/2014/main" id="{D5133B76-2AAF-43AD-87F4-8897318829F0}"/>
              </a:ext>
            </a:extLst>
          </p:cNvPr>
          <p:cNvSpPr txBox="1"/>
          <p:nvPr/>
        </p:nvSpPr>
        <p:spPr>
          <a:xfrm>
            <a:off x="9350637" y="5619311"/>
            <a:ext cx="1262334" cy="263277"/>
          </a:xfrm>
          <a:prstGeom prst="rect">
            <a:avLst/>
          </a:prstGeom>
          <a:noFill/>
        </p:spPr>
        <p:txBody>
          <a:bodyPr wrap="square" rtlCol="0">
            <a:spAutoFit/>
          </a:bodyPr>
          <a:lstStyle/>
          <a:p>
            <a:pPr algn="ctr"/>
            <a:r>
              <a:rPr lang="tr-TR" sz="1111" dirty="0">
                <a:latin typeface="Myriad Pro"/>
                <a:cs typeface="Times New Roman" panose="02020603050405020304" pitchFamily="18" charset="0"/>
              </a:rPr>
              <a:t>Ek Belgeler</a:t>
            </a:r>
          </a:p>
        </p:txBody>
      </p:sp>
      <p:sp>
        <p:nvSpPr>
          <p:cNvPr id="135" name="Yuvarlatılmış Dikdörtgen 35">
            <a:extLst>
              <a:ext uri="{FF2B5EF4-FFF2-40B4-BE49-F238E27FC236}">
                <a16:creationId xmlns:a16="http://schemas.microsoft.com/office/drawing/2014/main" id="{62D19AB5-7E93-42EA-AD15-A69B39E99D3B}"/>
              </a:ext>
            </a:extLst>
          </p:cNvPr>
          <p:cNvSpPr/>
          <p:nvPr/>
        </p:nvSpPr>
        <p:spPr>
          <a:xfrm>
            <a:off x="4947793" y="5549632"/>
            <a:ext cx="1905326" cy="339295"/>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36" name="Düz Ok Bağlayıcısı 135">
            <a:extLst>
              <a:ext uri="{FF2B5EF4-FFF2-40B4-BE49-F238E27FC236}">
                <a16:creationId xmlns:a16="http://schemas.microsoft.com/office/drawing/2014/main" id="{6E7E2AE5-F5A7-441E-A6C2-FF033E2BEDC2}"/>
              </a:ext>
            </a:extLst>
          </p:cNvPr>
          <p:cNvCxnSpPr>
            <a:cxnSpLocks/>
          </p:cNvCxnSpPr>
          <p:nvPr/>
        </p:nvCxnSpPr>
        <p:spPr>
          <a:xfrm flipH="1">
            <a:off x="5517193" y="5898731"/>
            <a:ext cx="221635" cy="33929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7" name="Metin kutusu 136">
            <a:extLst>
              <a:ext uri="{FF2B5EF4-FFF2-40B4-BE49-F238E27FC236}">
                <a16:creationId xmlns:a16="http://schemas.microsoft.com/office/drawing/2014/main" id="{65AAF955-89CB-4EFC-BB87-07F2DDEC99D1}"/>
              </a:ext>
            </a:extLst>
          </p:cNvPr>
          <p:cNvSpPr txBox="1"/>
          <p:nvPr/>
        </p:nvSpPr>
        <p:spPr>
          <a:xfrm>
            <a:off x="4680244" y="6162463"/>
            <a:ext cx="1415755" cy="28764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Ağırlık</a:t>
            </a:r>
          </a:p>
        </p:txBody>
      </p:sp>
      <p:sp>
        <p:nvSpPr>
          <p:cNvPr id="138" name="Yuvarlatılmış Dikdörtgen 43">
            <a:extLst>
              <a:ext uri="{FF2B5EF4-FFF2-40B4-BE49-F238E27FC236}">
                <a16:creationId xmlns:a16="http://schemas.microsoft.com/office/drawing/2014/main" id="{F5421BC8-FC58-4577-815C-820A16A760DA}"/>
              </a:ext>
            </a:extLst>
          </p:cNvPr>
          <p:cNvSpPr/>
          <p:nvPr/>
        </p:nvSpPr>
        <p:spPr>
          <a:xfrm>
            <a:off x="2947434" y="5554223"/>
            <a:ext cx="1784358" cy="317059"/>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39" name="Düz Ok Bağlayıcısı 138">
            <a:extLst>
              <a:ext uri="{FF2B5EF4-FFF2-40B4-BE49-F238E27FC236}">
                <a16:creationId xmlns:a16="http://schemas.microsoft.com/office/drawing/2014/main" id="{7CD531F7-B87E-43A3-8DA5-88C905D8E370}"/>
              </a:ext>
            </a:extLst>
          </p:cNvPr>
          <p:cNvCxnSpPr>
            <a:cxnSpLocks/>
          </p:cNvCxnSpPr>
          <p:nvPr/>
        </p:nvCxnSpPr>
        <p:spPr>
          <a:xfrm flipH="1">
            <a:off x="2564075" y="5856195"/>
            <a:ext cx="344754" cy="12383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0" name="Metin kutusu 139">
            <a:extLst>
              <a:ext uri="{FF2B5EF4-FFF2-40B4-BE49-F238E27FC236}">
                <a16:creationId xmlns:a16="http://schemas.microsoft.com/office/drawing/2014/main" id="{E443F8CC-44EE-4586-A289-B087F0DB12D8}"/>
              </a:ext>
            </a:extLst>
          </p:cNvPr>
          <p:cNvSpPr txBox="1"/>
          <p:nvPr/>
        </p:nvSpPr>
        <p:spPr>
          <a:xfrm>
            <a:off x="1523030" y="5996550"/>
            <a:ext cx="1415755" cy="48295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Sevk / Varış Ülkesi </a:t>
            </a:r>
          </a:p>
        </p:txBody>
      </p:sp>
      <p:sp>
        <p:nvSpPr>
          <p:cNvPr id="141" name="Oval 140">
            <a:extLst>
              <a:ext uri="{FF2B5EF4-FFF2-40B4-BE49-F238E27FC236}">
                <a16:creationId xmlns:a16="http://schemas.microsoft.com/office/drawing/2014/main" id="{7526946C-FCC8-4B63-86F6-5832BF310018}"/>
              </a:ext>
            </a:extLst>
          </p:cNvPr>
          <p:cNvSpPr/>
          <p:nvPr/>
        </p:nvSpPr>
        <p:spPr>
          <a:xfrm>
            <a:off x="3316215" y="2607546"/>
            <a:ext cx="1023943" cy="15564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904" dirty="0">
              <a:latin typeface="Myriad Pro"/>
            </a:endParaRPr>
          </a:p>
        </p:txBody>
      </p:sp>
      <p:cxnSp>
        <p:nvCxnSpPr>
          <p:cNvPr id="142" name="Düz Ok Bağlayıcısı 141">
            <a:extLst>
              <a:ext uri="{FF2B5EF4-FFF2-40B4-BE49-F238E27FC236}">
                <a16:creationId xmlns:a16="http://schemas.microsoft.com/office/drawing/2014/main" id="{138AFA0E-D735-48CC-B6DC-C5A0302D5C02}"/>
              </a:ext>
            </a:extLst>
          </p:cNvPr>
          <p:cNvCxnSpPr>
            <a:cxnSpLocks/>
          </p:cNvCxnSpPr>
          <p:nvPr/>
        </p:nvCxnSpPr>
        <p:spPr>
          <a:xfrm flipH="1">
            <a:off x="2480857" y="2738958"/>
            <a:ext cx="887427" cy="19283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3" name="Metin kutusu 142">
            <a:extLst>
              <a:ext uri="{FF2B5EF4-FFF2-40B4-BE49-F238E27FC236}">
                <a16:creationId xmlns:a16="http://schemas.microsoft.com/office/drawing/2014/main" id="{2D980D50-8A1E-49E2-B489-45232B513205}"/>
              </a:ext>
            </a:extLst>
          </p:cNvPr>
          <p:cNvSpPr txBox="1"/>
          <p:nvPr/>
        </p:nvSpPr>
        <p:spPr>
          <a:xfrm>
            <a:off x="1251427" y="2800581"/>
            <a:ext cx="1602596" cy="287643"/>
          </a:xfrm>
          <a:prstGeom prst="rect">
            <a:avLst/>
          </a:prstGeom>
          <a:noFill/>
        </p:spPr>
        <p:txBody>
          <a:bodyPr wrap="square" rtlCol="0">
            <a:spAutoFit/>
          </a:bodyPr>
          <a:lstStyle/>
          <a:p>
            <a:pPr algn="ctr"/>
            <a:r>
              <a:rPr lang="tr-TR" sz="1269" dirty="0">
                <a:latin typeface="Myriad Pro"/>
                <a:cs typeface="Times New Roman" panose="02020603050405020304" pitchFamily="18" charset="0"/>
              </a:rPr>
              <a:t>Plaka Bilgisi</a:t>
            </a:r>
          </a:p>
        </p:txBody>
      </p:sp>
      <p:sp>
        <p:nvSpPr>
          <p:cNvPr id="144" name="Yuvarlatılmış Dikdörtgen 1">
            <a:extLst>
              <a:ext uri="{FF2B5EF4-FFF2-40B4-BE49-F238E27FC236}">
                <a16:creationId xmlns:a16="http://schemas.microsoft.com/office/drawing/2014/main" id="{E6DD974D-77F0-45F4-AAE9-45FC4402B7E2}"/>
              </a:ext>
            </a:extLst>
          </p:cNvPr>
          <p:cNvSpPr/>
          <p:nvPr/>
        </p:nvSpPr>
        <p:spPr>
          <a:xfrm>
            <a:off x="7710875" y="1200538"/>
            <a:ext cx="997187" cy="193995"/>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50" name="Metin kutusu 49">
            <a:extLst>
              <a:ext uri="{FF2B5EF4-FFF2-40B4-BE49-F238E27FC236}">
                <a16:creationId xmlns:a16="http://schemas.microsoft.com/office/drawing/2014/main" id="{5348662A-8911-4D8A-A8C6-0C522F0D5ACC}"/>
              </a:ext>
            </a:extLst>
          </p:cNvPr>
          <p:cNvSpPr txBox="1"/>
          <p:nvPr/>
        </p:nvSpPr>
        <p:spPr>
          <a:xfrm>
            <a:off x="1763389" y="6574233"/>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20916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500"/>
                                        <p:tgtEl>
                                          <p:spTgt spid="1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4"/>
                                        </p:tgtEl>
                                        <p:attrNameLst>
                                          <p:attrName>style.visibility</p:attrName>
                                        </p:attrNameLst>
                                      </p:cBhvr>
                                      <p:to>
                                        <p:strVal val="visible"/>
                                      </p:to>
                                    </p:set>
                                    <p:animEffect transition="in" filter="fade">
                                      <p:cBhvr>
                                        <p:cTn id="15" dur="500"/>
                                        <p:tgtEl>
                                          <p:spTgt spid="144"/>
                                        </p:tgtEl>
                                      </p:cBhvr>
                                    </p:animEffect>
                                  </p:childTnLst>
                                </p:cTn>
                              </p:par>
                              <p:par>
                                <p:cTn id="16" presetID="10" presetClass="entr" presetSubtype="0" fill="hold" nodeType="withEffect">
                                  <p:stCondLst>
                                    <p:cond delay="0"/>
                                  </p:stCondLst>
                                  <p:childTnLst>
                                    <p:set>
                                      <p:cBhvr>
                                        <p:cTn id="17" dur="1" fill="hold">
                                          <p:stCondLst>
                                            <p:cond delay="0"/>
                                          </p:stCondLst>
                                        </p:cTn>
                                        <p:tgtEl>
                                          <p:spTgt spid="112"/>
                                        </p:tgtEl>
                                        <p:attrNameLst>
                                          <p:attrName>style.visibility</p:attrName>
                                        </p:attrNameLst>
                                      </p:cBhvr>
                                      <p:to>
                                        <p:strVal val="visible"/>
                                      </p:to>
                                    </p:set>
                                    <p:animEffect transition="in" filter="fade">
                                      <p:cBhvr>
                                        <p:cTn id="18" dur="500"/>
                                        <p:tgtEl>
                                          <p:spTgt spid="1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6"/>
                                        </p:tgtEl>
                                        <p:attrNameLst>
                                          <p:attrName>style.visibility</p:attrName>
                                        </p:attrNameLst>
                                      </p:cBhvr>
                                      <p:to>
                                        <p:strVal val="visible"/>
                                      </p:to>
                                    </p:set>
                                    <p:animEffect transition="in" filter="fade">
                                      <p:cBhvr>
                                        <p:cTn id="23" dur="500"/>
                                        <p:tgtEl>
                                          <p:spTgt spid="106"/>
                                        </p:tgtEl>
                                      </p:cBhvr>
                                    </p:animEffect>
                                  </p:childTnLst>
                                </p:cTn>
                              </p:par>
                              <p:par>
                                <p:cTn id="24" presetID="10" presetClass="entr" presetSubtype="0" fill="hold" nodeType="withEffect">
                                  <p:stCondLst>
                                    <p:cond delay="0"/>
                                  </p:stCondLst>
                                  <p:childTnLst>
                                    <p:set>
                                      <p:cBhvr>
                                        <p:cTn id="25" dur="1" fill="hold">
                                          <p:stCondLst>
                                            <p:cond delay="0"/>
                                          </p:stCondLst>
                                        </p:cTn>
                                        <p:tgtEl>
                                          <p:spTgt spid="105"/>
                                        </p:tgtEl>
                                        <p:attrNameLst>
                                          <p:attrName>style.visibility</p:attrName>
                                        </p:attrNameLst>
                                      </p:cBhvr>
                                      <p:to>
                                        <p:strVal val="visible"/>
                                      </p:to>
                                    </p:set>
                                    <p:animEffect transition="in" filter="fade">
                                      <p:cBhvr>
                                        <p:cTn id="26" dur="500"/>
                                        <p:tgtEl>
                                          <p:spTgt spid="10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7"/>
                                        </p:tgtEl>
                                        <p:attrNameLst>
                                          <p:attrName>style.visibility</p:attrName>
                                        </p:attrNameLst>
                                      </p:cBhvr>
                                      <p:to>
                                        <p:strVal val="visible"/>
                                      </p:to>
                                    </p:set>
                                    <p:animEffect transition="in" filter="fade">
                                      <p:cBhvr>
                                        <p:cTn id="29" dur="500"/>
                                        <p:tgtEl>
                                          <p:spTgt spid="1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4"/>
                                        </p:tgtEl>
                                        <p:attrNameLst>
                                          <p:attrName>style.visibility</p:attrName>
                                        </p:attrNameLst>
                                      </p:cBhvr>
                                      <p:to>
                                        <p:strVal val="visible"/>
                                      </p:to>
                                    </p:set>
                                    <p:animEffect transition="in" filter="fade">
                                      <p:cBhvr>
                                        <p:cTn id="34" dur="500"/>
                                        <p:tgtEl>
                                          <p:spTgt spid="114"/>
                                        </p:tgtEl>
                                      </p:cBhvr>
                                    </p:animEffect>
                                  </p:childTnLst>
                                </p:cTn>
                              </p:par>
                              <p:par>
                                <p:cTn id="35" presetID="10" presetClass="entr" presetSubtype="0" fill="hold" nodeType="withEffect">
                                  <p:stCondLst>
                                    <p:cond delay="0"/>
                                  </p:stCondLst>
                                  <p:childTnLst>
                                    <p:set>
                                      <p:cBhvr>
                                        <p:cTn id="36" dur="1" fill="hold">
                                          <p:stCondLst>
                                            <p:cond delay="0"/>
                                          </p:stCondLst>
                                        </p:cTn>
                                        <p:tgtEl>
                                          <p:spTgt spid="113"/>
                                        </p:tgtEl>
                                        <p:attrNameLst>
                                          <p:attrName>style.visibility</p:attrName>
                                        </p:attrNameLst>
                                      </p:cBhvr>
                                      <p:to>
                                        <p:strVal val="visible"/>
                                      </p:to>
                                    </p:set>
                                    <p:animEffect transition="in" filter="fade">
                                      <p:cBhvr>
                                        <p:cTn id="37" dur="500"/>
                                        <p:tgtEl>
                                          <p:spTgt spid="1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8"/>
                                        </p:tgtEl>
                                        <p:attrNameLst>
                                          <p:attrName>style.visibility</p:attrName>
                                        </p:attrNameLst>
                                      </p:cBhvr>
                                      <p:to>
                                        <p:strVal val="visible"/>
                                      </p:to>
                                    </p:set>
                                    <p:animEffect transition="in" filter="fade">
                                      <p:cBhvr>
                                        <p:cTn id="40" dur="500"/>
                                        <p:tgtEl>
                                          <p:spTgt spid="1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3"/>
                                        </p:tgtEl>
                                        <p:attrNameLst>
                                          <p:attrName>style.visibility</p:attrName>
                                        </p:attrNameLst>
                                      </p:cBhvr>
                                      <p:to>
                                        <p:strVal val="visible"/>
                                      </p:to>
                                    </p:set>
                                    <p:animEffect transition="in" filter="fade">
                                      <p:cBhvr>
                                        <p:cTn id="45" dur="500"/>
                                        <p:tgtEl>
                                          <p:spTgt spid="103"/>
                                        </p:tgtEl>
                                      </p:cBhvr>
                                    </p:animEffect>
                                  </p:childTnLst>
                                </p:cTn>
                              </p:par>
                              <p:par>
                                <p:cTn id="46" presetID="10" presetClass="entr" presetSubtype="0" fill="hold" nodeType="with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fade">
                                      <p:cBhvr>
                                        <p:cTn id="48" dur="500"/>
                                        <p:tgtEl>
                                          <p:spTgt spid="6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4"/>
                                        </p:tgtEl>
                                        <p:attrNameLst>
                                          <p:attrName>style.visibility</p:attrName>
                                        </p:attrNameLst>
                                      </p:cBhvr>
                                      <p:to>
                                        <p:strVal val="visible"/>
                                      </p:to>
                                    </p:set>
                                    <p:animEffect transition="in" filter="fade">
                                      <p:cBhvr>
                                        <p:cTn id="51" dur="500"/>
                                        <p:tgtEl>
                                          <p:spTgt spid="6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04"/>
                                        </p:tgtEl>
                                        <p:attrNameLst>
                                          <p:attrName>style.visibility</p:attrName>
                                        </p:attrNameLst>
                                      </p:cBhvr>
                                      <p:to>
                                        <p:strVal val="visible"/>
                                      </p:to>
                                    </p:set>
                                    <p:animEffect transition="in" filter="fade">
                                      <p:cBhvr>
                                        <p:cTn id="56" dur="500"/>
                                        <p:tgtEl>
                                          <p:spTgt spid="10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6"/>
                                        </p:tgtEl>
                                        <p:attrNameLst>
                                          <p:attrName>style.visibility</p:attrName>
                                        </p:attrNameLst>
                                      </p:cBhvr>
                                      <p:to>
                                        <p:strVal val="visible"/>
                                      </p:to>
                                    </p:set>
                                    <p:animEffect transition="in" filter="fade">
                                      <p:cBhvr>
                                        <p:cTn id="59" dur="500"/>
                                        <p:tgtEl>
                                          <p:spTgt spid="66"/>
                                        </p:tgtEl>
                                      </p:cBhvr>
                                    </p:animEffect>
                                  </p:childTnLst>
                                </p:cTn>
                              </p:par>
                              <p:par>
                                <p:cTn id="60" presetID="10" presetClass="entr" presetSubtype="0" fill="hold" nodeType="withEffect">
                                  <p:stCondLst>
                                    <p:cond delay="0"/>
                                  </p:stCondLst>
                                  <p:childTnLst>
                                    <p:set>
                                      <p:cBhvr>
                                        <p:cTn id="61" dur="1" fill="hold">
                                          <p:stCondLst>
                                            <p:cond delay="0"/>
                                          </p:stCondLst>
                                        </p:cTn>
                                        <p:tgtEl>
                                          <p:spTgt spid="65"/>
                                        </p:tgtEl>
                                        <p:attrNameLst>
                                          <p:attrName>style.visibility</p:attrName>
                                        </p:attrNameLst>
                                      </p:cBhvr>
                                      <p:to>
                                        <p:strVal val="visible"/>
                                      </p:to>
                                    </p:set>
                                    <p:animEffect transition="in" filter="fade">
                                      <p:cBhvr>
                                        <p:cTn id="62" dur="500"/>
                                        <p:tgtEl>
                                          <p:spTgt spid="6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08"/>
                                        </p:tgtEl>
                                        <p:attrNameLst>
                                          <p:attrName>style.visibility</p:attrName>
                                        </p:attrNameLst>
                                      </p:cBhvr>
                                      <p:to>
                                        <p:strVal val="visible"/>
                                      </p:to>
                                    </p:set>
                                    <p:animEffect transition="in" filter="fade">
                                      <p:cBhvr>
                                        <p:cTn id="67" dur="500"/>
                                        <p:tgtEl>
                                          <p:spTgt spid="10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15"/>
                                        </p:tgtEl>
                                        <p:attrNameLst>
                                          <p:attrName>style.visibility</p:attrName>
                                        </p:attrNameLst>
                                      </p:cBhvr>
                                      <p:to>
                                        <p:strVal val="visible"/>
                                      </p:to>
                                    </p:set>
                                    <p:animEffect transition="in" filter="fade">
                                      <p:cBhvr>
                                        <p:cTn id="70" dur="500"/>
                                        <p:tgtEl>
                                          <p:spTgt spid="115"/>
                                        </p:tgtEl>
                                      </p:cBhvr>
                                    </p:animEffect>
                                  </p:childTnLst>
                                </p:cTn>
                              </p:par>
                              <p:par>
                                <p:cTn id="71" presetID="10" presetClass="entr" presetSubtype="0" fill="hold" nodeType="withEffect">
                                  <p:stCondLst>
                                    <p:cond delay="0"/>
                                  </p:stCondLst>
                                  <p:childTnLst>
                                    <p:set>
                                      <p:cBhvr>
                                        <p:cTn id="72" dur="1" fill="hold">
                                          <p:stCondLst>
                                            <p:cond delay="0"/>
                                          </p:stCondLst>
                                        </p:cTn>
                                        <p:tgtEl>
                                          <p:spTgt spid="107"/>
                                        </p:tgtEl>
                                        <p:attrNameLst>
                                          <p:attrName>style.visibility</p:attrName>
                                        </p:attrNameLst>
                                      </p:cBhvr>
                                      <p:to>
                                        <p:strVal val="visible"/>
                                      </p:to>
                                    </p:set>
                                    <p:animEffect transition="in" filter="fade">
                                      <p:cBhvr>
                                        <p:cTn id="73" dur="500"/>
                                        <p:tgtEl>
                                          <p:spTgt spid="107"/>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41"/>
                                        </p:tgtEl>
                                        <p:attrNameLst>
                                          <p:attrName>style.visibility</p:attrName>
                                        </p:attrNameLst>
                                      </p:cBhvr>
                                      <p:to>
                                        <p:strVal val="visible"/>
                                      </p:to>
                                    </p:set>
                                    <p:animEffect transition="in" filter="fade">
                                      <p:cBhvr>
                                        <p:cTn id="78" dur="500"/>
                                        <p:tgtEl>
                                          <p:spTgt spid="14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43"/>
                                        </p:tgtEl>
                                        <p:attrNameLst>
                                          <p:attrName>style.visibility</p:attrName>
                                        </p:attrNameLst>
                                      </p:cBhvr>
                                      <p:to>
                                        <p:strVal val="visible"/>
                                      </p:to>
                                    </p:set>
                                    <p:animEffect transition="in" filter="fade">
                                      <p:cBhvr>
                                        <p:cTn id="81" dur="500"/>
                                        <p:tgtEl>
                                          <p:spTgt spid="143"/>
                                        </p:tgtEl>
                                      </p:cBhvr>
                                    </p:animEffect>
                                  </p:childTnLst>
                                </p:cTn>
                              </p:par>
                              <p:par>
                                <p:cTn id="82" presetID="10" presetClass="entr" presetSubtype="0" fill="hold" nodeType="withEffect">
                                  <p:stCondLst>
                                    <p:cond delay="0"/>
                                  </p:stCondLst>
                                  <p:childTnLst>
                                    <p:set>
                                      <p:cBhvr>
                                        <p:cTn id="83" dur="1" fill="hold">
                                          <p:stCondLst>
                                            <p:cond delay="0"/>
                                          </p:stCondLst>
                                        </p:cTn>
                                        <p:tgtEl>
                                          <p:spTgt spid="142"/>
                                        </p:tgtEl>
                                        <p:attrNameLst>
                                          <p:attrName>style.visibility</p:attrName>
                                        </p:attrNameLst>
                                      </p:cBhvr>
                                      <p:to>
                                        <p:strVal val="visible"/>
                                      </p:to>
                                    </p:set>
                                    <p:animEffect transition="in" filter="fade">
                                      <p:cBhvr>
                                        <p:cTn id="84" dur="500"/>
                                        <p:tgtEl>
                                          <p:spTgt spid="14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110"/>
                                        </p:tgtEl>
                                        <p:attrNameLst>
                                          <p:attrName>style.visibility</p:attrName>
                                        </p:attrNameLst>
                                      </p:cBhvr>
                                      <p:to>
                                        <p:strVal val="visible"/>
                                      </p:to>
                                    </p:set>
                                    <p:animEffect transition="in" filter="fade">
                                      <p:cBhvr>
                                        <p:cTn id="89" dur="500"/>
                                        <p:tgtEl>
                                          <p:spTgt spid="110"/>
                                        </p:tgtEl>
                                      </p:cBhvr>
                                    </p:animEffect>
                                  </p:childTnLst>
                                </p:cTn>
                              </p:par>
                              <p:par>
                                <p:cTn id="90" presetID="10" presetClass="entr" presetSubtype="0" fill="hold" nodeType="withEffect">
                                  <p:stCondLst>
                                    <p:cond delay="0"/>
                                  </p:stCondLst>
                                  <p:childTnLst>
                                    <p:set>
                                      <p:cBhvr>
                                        <p:cTn id="91" dur="1" fill="hold">
                                          <p:stCondLst>
                                            <p:cond delay="0"/>
                                          </p:stCondLst>
                                        </p:cTn>
                                        <p:tgtEl>
                                          <p:spTgt spid="109"/>
                                        </p:tgtEl>
                                        <p:attrNameLst>
                                          <p:attrName>style.visibility</p:attrName>
                                        </p:attrNameLst>
                                      </p:cBhvr>
                                      <p:to>
                                        <p:strVal val="visible"/>
                                      </p:to>
                                    </p:set>
                                    <p:animEffect transition="in" filter="fade">
                                      <p:cBhvr>
                                        <p:cTn id="92" dur="500"/>
                                        <p:tgtEl>
                                          <p:spTgt spid="10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16"/>
                                        </p:tgtEl>
                                        <p:attrNameLst>
                                          <p:attrName>style.visibility</p:attrName>
                                        </p:attrNameLst>
                                      </p:cBhvr>
                                      <p:to>
                                        <p:strVal val="visible"/>
                                      </p:to>
                                    </p:set>
                                    <p:animEffect transition="in" filter="fade">
                                      <p:cBhvr>
                                        <p:cTn id="95" dur="500"/>
                                        <p:tgtEl>
                                          <p:spTgt spid="116"/>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124"/>
                                        </p:tgtEl>
                                        <p:attrNameLst>
                                          <p:attrName>style.visibility</p:attrName>
                                        </p:attrNameLst>
                                      </p:cBhvr>
                                      <p:to>
                                        <p:strVal val="visible"/>
                                      </p:to>
                                    </p:set>
                                    <p:animEffect transition="in" filter="fade">
                                      <p:cBhvr>
                                        <p:cTn id="100" dur="500"/>
                                        <p:tgtEl>
                                          <p:spTgt spid="124"/>
                                        </p:tgtEl>
                                      </p:cBhvr>
                                    </p:animEffect>
                                  </p:childTnLst>
                                </p:cTn>
                              </p:par>
                              <p:par>
                                <p:cTn id="101" presetID="10" presetClass="entr" presetSubtype="0" fill="hold" nodeType="withEffect">
                                  <p:stCondLst>
                                    <p:cond delay="0"/>
                                  </p:stCondLst>
                                  <p:childTnLst>
                                    <p:set>
                                      <p:cBhvr>
                                        <p:cTn id="102" dur="1" fill="hold">
                                          <p:stCondLst>
                                            <p:cond delay="0"/>
                                          </p:stCondLst>
                                        </p:cTn>
                                        <p:tgtEl>
                                          <p:spTgt spid="120"/>
                                        </p:tgtEl>
                                        <p:attrNameLst>
                                          <p:attrName>style.visibility</p:attrName>
                                        </p:attrNameLst>
                                      </p:cBhvr>
                                      <p:to>
                                        <p:strVal val="visible"/>
                                      </p:to>
                                    </p:set>
                                    <p:animEffect transition="in" filter="fade">
                                      <p:cBhvr>
                                        <p:cTn id="103" dur="500"/>
                                        <p:tgtEl>
                                          <p:spTgt spid="120"/>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21"/>
                                        </p:tgtEl>
                                        <p:attrNameLst>
                                          <p:attrName>style.visibility</p:attrName>
                                        </p:attrNameLst>
                                      </p:cBhvr>
                                      <p:to>
                                        <p:strVal val="visible"/>
                                      </p:to>
                                    </p:set>
                                    <p:animEffect transition="in" filter="fade">
                                      <p:cBhvr>
                                        <p:cTn id="106" dur="500"/>
                                        <p:tgtEl>
                                          <p:spTgt spid="121"/>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122"/>
                                        </p:tgtEl>
                                        <p:attrNameLst>
                                          <p:attrName>style.visibility</p:attrName>
                                        </p:attrNameLst>
                                      </p:cBhvr>
                                      <p:to>
                                        <p:strVal val="visible"/>
                                      </p:to>
                                    </p:set>
                                    <p:animEffect transition="in" filter="fade">
                                      <p:cBhvr>
                                        <p:cTn id="111" dur="500"/>
                                        <p:tgtEl>
                                          <p:spTgt spid="122"/>
                                        </p:tgtEl>
                                      </p:cBhvr>
                                    </p:animEffect>
                                  </p:childTnLst>
                                </p:cTn>
                              </p:par>
                              <p:par>
                                <p:cTn id="112" presetID="10" presetClass="entr" presetSubtype="0" fill="hold" nodeType="withEffect">
                                  <p:stCondLst>
                                    <p:cond delay="0"/>
                                  </p:stCondLst>
                                  <p:childTnLst>
                                    <p:set>
                                      <p:cBhvr>
                                        <p:cTn id="113" dur="1" fill="hold">
                                          <p:stCondLst>
                                            <p:cond delay="0"/>
                                          </p:stCondLst>
                                        </p:cTn>
                                        <p:tgtEl>
                                          <p:spTgt spid="125"/>
                                        </p:tgtEl>
                                        <p:attrNameLst>
                                          <p:attrName>style.visibility</p:attrName>
                                        </p:attrNameLst>
                                      </p:cBhvr>
                                      <p:to>
                                        <p:strVal val="visible"/>
                                      </p:to>
                                    </p:set>
                                    <p:animEffect transition="in" filter="fade">
                                      <p:cBhvr>
                                        <p:cTn id="114" dur="500"/>
                                        <p:tgtEl>
                                          <p:spTgt spid="125"/>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123"/>
                                        </p:tgtEl>
                                        <p:attrNameLst>
                                          <p:attrName>style.visibility</p:attrName>
                                        </p:attrNameLst>
                                      </p:cBhvr>
                                      <p:to>
                                        <p:strVal val="visible"/>
                                      </p:to>
                                    </p:set>
                                    <p:animEffect transition="in" filter="fade">
                                      <p:cBhvr>
                                        <p:cTn id="117" dur="500"/>
                                        <p:tgtEl>
                                          <p:spTgt spid="123"/>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130"/>
                                        </p:tgtEl>
                                        <p:attrNameLst>
                                          <p:attrName>style.visibility</p:attrName>
                                        </p:attrNameLst>
                                      </p:cBhvr>
                                      <p:to>
                                        <p:strVal val="visible"/>
                                      </p:to>
                                    </p:set>
                                    <p:animEffect transition="in" filter="fade">
                                      <p:cBhvr>
                                        <p:cTn id="122" dur="500"/>
                                        <p:tgtEl>
                                          <p:spTgt spid="130"/>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131"/>
                                        </p:tgtEl>
                                        <p:attrNameLst>
                                          <p:attrName>style.visibility</p:attrName>
                                        </p:attrNameLst>
                                      </p:cBhvr>
                                      <p:to>
                                        <p:strVal val="visible"/>
                                      </p:to>
                                    </p:set>
                                    <p:animEffect transition="in" filter="fade">
                                      <p:cBhvr>
                                        <p:cTn id="125" dur="500"/>
                                        <p:tgtEl>
                                          <p:spTgt spid="131"/>
                                        </p:tgtEl>
                                      </p:cBhvr>
                                    </p:animEffect>
                                  </p:childTnLst>
                                </p:cTn>
                              </p:par>
                              <p:par>
                                <p:cTn id="126" presetID="10" presetClass="entr" presetSubtype="0" fill="hold" nodeType="withEffect">
                                  <p:stCondLst>
                                    <p:cond delay="0"/>
                                  </p:stCondLst>
                                  <p:childTnLst>
                                    <p:set>
                                      <p:cBhvr>
                                        <p:cTn id="127" dur="1" fill="hold">
                                          <p:stCondLst>
                                            <p:cond delay="0"/>
                                          </p:stCondLst>
                                        </p:cTn>
                                        <p:tgtEl>
                                          <p:spTgt spid="129"/>
                                        </p:tgtEl>
                                        <p:attrNameLst>
                                          <p:attrName>style.visibility</p:attrName>
                                        </p:attrNameLst>
                                      </p:cBhvr>
                                      <p:to>
                                        <p:strVal val="visible"/>
                                      </p:to>
                                    </p:set>
                                    <p:animEffect transition="in" filter="fade">
                                      <p:cBhvr>
                                        <p:cTn id="128" dur="500"/>
                                        <p:tgtEl>
                                          <p:spTgt spid="129"/>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127"/>
                                        </p:tgtEl>
                                        <p:attrNameLst>
                                          <p:attrName>style.visibility</p:attrName>
                                        </p:attrNameLst>
                                      </p:cBhvr>
                                      <p:to>
                                        <p:strVal val="visible"/>
                                      </p:to>
                                    </p:set>
                                    <p:animEffect transition="in" filter="fade">
                                      <p:cBhvr>
                                        <p:cTn id="133" dur="500"/>
                                        <p:tgtEl>
                                          <p:spTgt spid="127"/>
                                        </p:tgtEl>
                                      </p:cBhvr>
                                    </p:animEffect>
                                  </p:childTnLst>
                                </p:cTn>
                              </p:par>
                              <p:par>
                                <p:cTn id="134" presetID="10" presetClass="entr" presetSubtype="0" fill="hold" nodeType="withEffect">
                                  <p:stCondLst>
                                    <p:cond delay="0"/>
                                  </p:stCondLst>
                                  <p:childTnLst>
                                    <p:set>
                                      <p:cBhvr>
                                        <p:cTn id="135" dur="1" fill="hold">
                                          <p:stCondLst>
                                            <p:cond delay="0"/>
                                          </p:stCondLst>
                                        </p:cTn>
                                        <p:tgtEl>
                                          <p:spTgt spid="126"/>
                                        </p:tgtEl>
                                        <p:attrNameLst>
                                          <p:attrName>style.visibility</p:attrName>
                                        </p:attrNameLst>
                                      </p:cBhvr>
                                      <p:to>
                                        <p:strVal val="visible"/>
                                      </p:to>
                                    </p:set>
                                    <p:animEffect transition="in" filter="fade">
                                      <p:cBhvr>
                                        <p:cTn id="136" dur="500"/>
                                        <p:tgtEl>
                                          <p:spTgt spid="126"/>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128"/>
                                        </p:tgtEl>
                                        <p:attrNameLst>
                                          <p:attrName>style.visibility</p:attrName>
                                        </p:attrNameLst>
                                      </p:cBhvr>
                                      <p:to>
                                        <p:strVal val="visible"/>
                                      </p:to>
                                    </p:set>
                                    <p:animEffect transition="in" filter="fade">
                                      <p:cBhvr>
                                        <p:cTn id="139" dur="500"/>
                                        <p:tgtEl>
                                          <p:spTgt spid="128"/>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135"/>
                                        </p:tgtEl>
                                        <p:attrNameLst>
                                          <p:attrName>style.visibility</p:attrName>
                                        </p:attrNameLst>
                                      </p:cBhvr>
                                      <p:to>
                                        <p:strVal val="visible"/>
                                      </p:to>
                                    </p:set>
                                    <p:animEffect transition="in" filter="fade">
                                      <p:cBhvr>
                                        <p:cTn id="144" dur="500"/>
                                        <p:tgtEl>
                                          <p:spTgt spid="135"/>
                                        </p:tgtEl>
                                      </p:cBhvr>
                                    </p:animEffect>
                                  </p:childTnLst>
                                </p:cTn>
                              </p:par>
                              <p:par>
                                <p:cTn id="145" presetID="10" presetClass="entr" presetSubtype="0" fill="hold" nodeType="withEffect">
                                  <p:stCondLst>
                                    <p:cond delay="0"/>
                                  </p:stCondLst>
                                  <p:childTnLst>
                                    <p:set>
                                      <p:cBhvr>
                                        <p:cTn id="146" dur="1" fill="hold">
                                          <p:stCondLst>
                                            <p:cond delay="0"/>
                                          </p:stCondLst>
                                        </p:cTn>
                                        <p:tgtEl>
                                          <p:spTgt spid="136"/>
                                        </p:tgtEl>
                                        <p:attrNameLst>
                                          <p:attrName>style.visibility</p:attrName>
                                        </p:attrNameLst>
                                      </p:cBhvr>
                                      <p:to>
                                        <p:strVal val="visible"/>
                                      </p:to>
                                    </p:set>
                                    <p:animEffect transition="in" filter="fade">
                                      <p:cBhvr>
                                        <p:cTn id="147" dur="500"/>
                                        <p:tgtEl>
                                          <p:spTgt spid="136"/>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137"/>
                                        </p:tgtEl>
                                        <p:attrNameLst>
                                          <p:attrName>style.visibility</p:attrName>
                                        </p:attrNameLst>
                                      </p:cBhvr>
                                      <p:to>
                                        <p:strVal val="visible"/>
                                      </p:to>
                                    </p:set>
                                    <p:animEffect transition="in" filter="fade">
                                      <p:cBhvr>
                                        <p:cTn id="150" dur="500"/>
                                        <p:tgtEl>
                                          <p:spTgt spid="137"/>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138"/>
                                        </p:tgtEl>
                                        <p:attrNameLst>
                                          <p:attrName>style.visibility</p:attrName>
                                        </p:attrNameLst>
                                      </p:cBhvr>
                                      <p:to>
                                        <p:strVal val="visible"/>
                                      </p:to>
                                    </p:set>
                                    <p:animEffect transition="in" filter="fade">
                                      <p:cBhvr>
                                        <p:cTn id="155" dur="500"/>
                                        <p:tgtEl>
                                          <p:spTgt spid="138"/>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140"/>
                                        </p:tgtEl>
                                        <p:attrNameLst>
                                          <p:attrName>style.visibility</p:attrName>
                                        </p:attrNameLst>
                                      </p:cBhvr>
                                      <p:to>
                                        <p:strVal val="visible"/>
                                      </p:to>
                                    </p:set>
                                    <p:animEffect transition="in" filter="fade">
                                      <p:cBhvr>
                                        <p:cTn id="158" dur="500"/>
                                        <p:tgtEl>
                                          <p:spTgt spid="140"/>
                                        </p:tgtEl>
                                      </p:cBhvr>
                                    </p:animEffect>
                                  </p:childTnLst>
                                </p:cTn>
                              </p:par>
                              <p:par>
                                <p:cTn id="159" presetID="10" presetClass="entr" presetSubtype="0" fill="hold" nodeType="withEffect">
                                  <p:stCondLst>
                                    <p:cond delay="0"/>
                                  </p:stCondLst>
                                  <p:childTnLst>
                                    <p:set>
                                      <p:cBhvr>
                                        <p:cTn id="160" dur="1" fill="hold">
                                          <p:stCondLst>
                                            <p:cond delay="0"/>
                                          </p:stCondLst>
                                        </p:cTn>
                                        <p:tgtEl>
                                          <p:spTgt spid="139"/>
                                        </p:tgtEl>
                                        <p:attrNameLst>
                                          <p:attrName>style.visibility</p:attrName>
                                        </p:attrNameLst>
                                      </p:cBhvr>
                                      <p:to>
                                        <p:strVal val="visible"/>
                                      </p:to>
                                    </p:set>
                                    <p:animEffect transition="in" filter="fade">
                                      <p:cBhvr>
                                        <p:cTn id="161" dur="500"/>
                                        <p:tgtEl>
                                          <p:spTgt spid="139"/>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grpId="0" nodeType="clickEffect">
                                  <p:stCondLst>
                                    <p:cond delay="0"/>
                                  </p:stCondLst>
                                  <p:childTnLst>
                                    <p:set>
                                      <p:cBhvr>
                                        <p:cTn id="165" dur="1" fill="hold">
                                          <p:stCondLst>
                                            <p:cond delay="0"/>
                                          </p:stCondLst>
                                        </p:cTn>
                                        <p:tgtEl>
                                          <p:spTgt spid="132"/>
                                        </p:tgtEl>
                                        <p:attrNameLst>
                                          <p:attrName>style.visibility</p:attrName>
                                        </p:attrNameLst>
                                      </p:cBhvr>
                                      <p:to>
                                        <p:strVal val="visible"/>
                                      </p:to>
                                    </p:set>
                                    <p:animEffect transition="in" filter="fade">
                                      <p:cBhvr>
                                        <p:cTn id="166" dur="500"/>
                                        <p:tgtEl>
                                          <p:spTgt spid="132"/>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134"/>
                                        </p:tgtEl>
                                        <p:attrNameLst>
                                          <p:attrName>style.visibility</p:attrName>
                                        </p:attrNameLst>
                                      </p:cBhvr>
                                      <p:to>
                                        <p:strVal val="visible"/>
                                      </p:to>
                                    </p:set>
                                    <p:animEffect transition="in" filter="fade">
                                      <p:cBhvr>
                                        <p:cTn id="169" dur="500"/>
                                        <p:tgtEl>
                                          <p:spTgt spid="134"/>
                                        </p:tgtEl>
                                      </p:cBhvr>
                                    </p:animEffect>
                                  </p:childTnLst>
                                </p:cTn>
                              </p:par>
                              <p:par>
                                <p:cTn id="170" presetID="10" presetClass="entr" presetSubtype="0" fill="hold" nodeType="withEffect">
                                  <p:stCondLst>
                                    <p:cond delay="0"/>
                                  </p:stCondLst>
                                  <p:childTnLst>
                                    <p:set>
                                      <p:cBhvr>
                                        <p:cTn id="171" dur="1" fill="hold">
                                          <p:stCondLst>
                                            <p:cond delay="0"/>
                                          </p:stCondLst>
                                        </p:cTn>
                                        <p:tgtEl>
                                          <p:spTgt spid="133"/>
                                        </p:tgtEl>
                                        <p:attrNameLst>
                                          <p:attrName>style.visibility</p:attrName>
                                        </p:attrNameLst>
                                      </p:cBhvr>
                                      <p:to>
                                        <p:strVal val="visible"/>
                                      </p:to>
                                    </p:set>
                                    <p:animEffect transition="in" filter="fade">
                                      <p:cBhvr>
                                        <p:cTn id="172"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4" grpId="0"/>
      <p:bldP spid="66" grpId="0"/>
      <p:bldP spid="103" grpId="0" animBg="1"/>
      <p:bldP spid="104" grpId="0" animBg="1"/>
      <p:bldP spid="106" grpId="0"/>
      <p:bldP spid="108" grpId="0"/>
      <p:bldP spid="110" grpId="0"/>
      <p:bldP spid="114" grpId="0"/>
      <p:bldP spid="115" grpId="0" animBg="1"/>
      <p:bldP spid="116" grpId="0" animBg="1"/>
      <p:bldP spid="117" grpId="0" animBg="1"/>
      <p:bldP spid="118" grpId="0" animBg="1"/>
      <p:bldP spid="119" grpId="0"/>
      <p:bldP spid="121" grpId="0"/>
      <p:bldP spid="122" grpId="0" animBg="1"/>
      <p:bldP spid="123" grpId="0"/>
      <p:bldP spid="124" grpId="0" animBg="1"/>
      <p:bldP spid="127" grpId="0" animBg="1"/>
      <p:bldP spid="128" grpId="0"/>
      <p:bldP spid="130" grpId="0" animBg="1"/>
      <p:bldP spid="131" grpId="0"/>
      <p:bldP spid="132" grpId="0" animBg="1"/>
      <p:bldP spid="134" grpId="0"/>
      <p:bldP spid="135" grpId="0" animBg="1"/>
      <p:bldP spid="137" grpId="0"/>
      <p:bldP spid="138" grpId="0" animBg="1"/>
      <p:bldP spid="140" grpId="0"/>
      <p:bldP spid="141" grpId="0" animBg="1"/>
      <p:bldP spid="143" grpId="0"/>
      <p:bldP spid="14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9E1013FA-D938-4721-A682-0A0159D390B5}"/>
              </a:ext>
            </a:extLst>
          </p:cNvPr>
          <p:cNvSpPr>
            <a:spLocks noGrp="1"/>
          </p:cNvSpPr>
          <p:nvPr>
            <p:ph idx="1"/>
          </p:nvPr>
        </p:nvSpPr>
        <p:spPr>
          <a:xfrm>
            <a:off x="2025005" y="601996"/>
            <a:ext cx="6651162" cy="370246"/>
          </a:xfrm>
        </p:spPr>
        <p:txBody>
          <a:bodyPr>
            <a:noAutofit/>
          </a:bodyPr>
          <a:lstStyle/>
          <a:p>
            <a:pPr marL="0" indent="0">
              <a:buNone/>
            </a:pPr>
            <a:r>
              <a:rPr lang="tr-TR" sz="1904" b="1" dirty="0">
                <a:latin typeface="Myriad Pro"/>
                <a:cs typeface="Myriad Pro"/>
              </a:rPr>
              <a:t>İHRACAT REFAKAT BELGESİ (IRB) UYGULAMASINDA TEMEL İLKELER</a:t>
            </a:r>
          </a:p>
        </p:txBody>
      </p:sp>
      <p:sp>
        <p:nvSpPr>
          <p:cNvPr id="9" name="Dikdörtgen 8">
            <a:extLst>
              <a:ext uri="{FF2B5EF4-FFF2-40B4-BE49-F238E27FC236}">
                <a16:creationId xmlns:a16="http://schemas.microsoft.com/office/drawing/2014/main" id="{497CA7F0-46A9-46D4-88DB-368230AA81E8}"/>
              </a:ext>
            </a:extLst>
          </p:cNvPr>
          <p:cNvSpPr/>
          <p:nvPr/>
        </p:nvSpPr>
        <p:spPr>
          <a:xfrm>
            <a:off x="741684" y="2088920"/>
            <a:ext cx="9656958" cy="4227311"/>
          </a:xfrm>
          <a:prstGeom prst="rect">
            <a:avLst/>
          </a:prstGeom>
        </p:spPr>
        <p:txBody>
          <a:bodyPr wrap="square">
            <a:spAutoFit/>
          </a:bodyPr>
          <a:lstStyle/>
          <a:p>
            <a:pPr marL="362720" indent="-362720" algn="just">
              <a:buFont typeface="Wingdings" panose="05000000000000000000" pitchFamily="2" charset="2"/>
              <a:buChar char="Ø"/>
            </a:pPr>
            <a:r>
              <a:rPr lang="tr-TR" sz="1904" dirty="0">
                <a:latin typeface="Myriad Pro"/>
              </a:rPr>
              <a:t>Bir veya birden fazla gümrük idaresinden varış gümrük idaresine ihracat eşyası taşıyan bir taşıma aracı için, araç kapsamı </a:t>
            </a:r>
            <a:r>
              <a:rPr lang="tr-TR" sz="1904" dirty="0">
                <a:solidFill>
                  <a:srgbClr val="FF0000"/>
                </a:solidFill>
                <a:latin typeface="Myriad Pro"/>
              </a:rPr>
              <a:t>tüm ihracat beyannamelerini kapsayacak şekilde </a:t>
            </a:r>
            <a:r>
              <a:rPr lang="tr-TR" sz="1904" dirty="0">
                <a:solidFill>
                  <a:srgbClr val="3829FF"/>
                </a:solidFill>
                <a:latin typeface="Myriad Pro"/>
              </a:rPr>
              <a:t>tek bir İRB düzenlenir.</a:t>
            </a:r>
            <a:r>
              <a:rPr lang="tr-TR" sz="1904" dirty="0">
                <a:latin typeface="Myriad Pro"/>
              </a:rPr>
              <a:t> </a:t>
            </a:r>
          </a:p>
          <a:p>
            <a:pPr marL="362720" indent="-362720" algn="just">
              <a:buFont typeface="Wingdings" panose="05000000000000000000" pitchFamily="2" charset="2"/>
              <a:buChar char="Ø"/>
            </a:pPr>
            <a:endParaRPr lang="tr-TR" sz="1904" dirty="0">
              <a:latin typeface="Myriad Pro"/>
            </a:endParaRPr>
          </a:p>
          <a:p>
            <a:pPr marL="362720" indent="-362720" algn="just">
              <a:buFont typeface="Wingdings" panose="05000000000000000000" pitchFamily="2" charset="2"/>
              <a:buChar char="Ø"/>
            </a:pPr>
            <a:r>
              <a:rPr lang="tr-TR" sz="1904" dirty="0">
                <a:latin typeface="Myriad Pro"/>
              </a:rPr>
              <a:t>Bir ihracat beyannamesinin birden fazla araçla (parçalı) taşınacak olması halinde </a:t>
            </a:r>
            <a:r>
              <a:rPr lang="tr-TR" sz="1904" dirty="0">
                <a:solidFill>
                  <a:srgbClr val="FF0000"/>
                </a:solidFill>
                <a:latin typeface="Myriad Pro"/>
              </a:rPr>
              <a:t>her araçta taşınacak ihracat eşyasının kap ve kilo bilgisi ayrı ayrı girilmek suretiyle </a:t>
            </a:r>
            <a:r>
              <a:rPr lang="tr-TR" sz="1904" dirty="0">
                <a:solidFill>
                  <a:srgbClr val="3829FF"/>
                </a:solidFill>
                <a:latin typeface="Myriad Pro"/>
              </a:rPr>
              <a:t>araç sayısı kadar </a:t>
            </a:r>
            <a:r>
              <a:rPr lang="tr-TR" sz="1904" dirty="0">
                <a:latin typeface="Myriad Pro"/>
              </a:rPr>
              <a:t>İRB düzenlenir.</a:t>
            </a:r>
          </a:p>
          <a:p>
            <a:pPr marL="362720" indent="-362720" algn="just">
              <a:buFont typeface="Wingdings" panose="05000000000000000000" pitchFamily="2" charset="2"/>
              <a:buChar char="Ø"/>
            </a:pPr>
            <a:endParaRPr lang="tr-TR" sz="1904" dirty="0">
              <a:latin typeface="Myriad Pro"/>
            </a:endParaRPr>
          </a:p>
          <a:p>
            <a:pPr marL="362720" indent="-362720" algn="just">
              <a:buFont typeface="Wingdings" panose="05000000000000000000" pitchFamily="2" charset="2"/>
              <a:buChar char="Ø"/>
            </a:pPr>
            <a:r>
              <a:rPr lang="tr-TR" sz="1904" dirty="0">
                <a:solidFill>
                  <a:srgbClr val="FF0000"/>
                </a:solidFill>
                <a:latin typeface="Myriad Pro"/>
              </a:rPr>
              <a:t>Bir araç için </a:t>
            </a:r>
            <a:r>
              <a:rPr lang="tr-TR" sz="1904" dirty="0">
                <a:solidFill>
                  <a:srgbClr val="3829FF"/>
                </a:solidFill>
                <a:latin typeface="Myriad Pro"/>
              </a:rPr>
              <a:t>tek bir rejim hak sahibi olacak şekilde </a:t>
            </a:r>
            <a:r>
              <a:rPr lang="tr-TR" sz="1904" dirty="0">
                <a:latin typeface="Myriad Pro"/>
              </a:rPr>
              <a:t>İRB düzenlenir.</a:t>
            </a:r>
          </a:p>
          <a:p>
            <a:pPr marL="362720" indent="-362720" algn="just">
              <a:buFont typeface="Wingdings" panose="05000000000000000000" pitchFamily="2" charset="2"/>
              <a:buChar char="Ø"/>
            </a:pPr>
            <a:endParaRPr lang="tr-TR" sz="1904" dirty="0">
              <a:latin typeface="Myriad Pro"/>
            </a:endParaRPr>
          </a:p>
          <a:p>
            <a:pPr marL="362720" indent="-362720" algn="just">
              <a:buFont typeface="Wingdings" panose="05000000000000000000" pitchFamily="2" charset="2"/>
              <a:buChar char="Ø"/>
            </a:pPr>
            <a:r>
              <a:rPr lang="tr-TR" sz="1904" dirty="0">
                <a:latin typeface="Myriad Pro"/>
              </a:rPr>
              <a:t>Araçta ihraç eşyası yanında serbest dolaşımda olmayan transit eşyası da varsa, </a:t>
            </a:r>
          </a:p>
          <a:p>
            <a:pPr algn="just"/>
            <a:r>
              <a:rPr lang="tr-TR" sz="1904" b="1" dirty="0">
                <a:solidFill>
                  <a:srgbClr val="FF0000"/>
                </a:solidFill>
                <a:latin typeface="Myriad Pro"/>
              </a:rPr>
              <a:t>     İRB düzenlenmez.</a:t>
            </a:r>
          </a:p>
          <a:p>
            <a:pPr marL="362720" indent="-362720" algn="just">
              <a:buFont typeface="Wingdings" panose="05000000000000000000" pitchFamily="2" charset="2"/>
              <a:buChar char="Ø"/>
            </a:pPr>
            <a:endParaRPr lang="tr-TR" sz="1904" dirty="0">
              <a:latin typeface="Myriad Pro"/>
            </a:endParaRPr>
          </a:p>
          <a:p>
            <a:pPr algn="just"/>
            <a:endParaRPr lang="tr-TR" sz="1058" i="1" dirty="0">
              <a:solidFill>
                <a:srgbClr val="00B0F0"/>
              </a:solidFill>
              <a:latin typeface="Myriad Pro"/>
              <a:cs typeface="Times New Roman" pitchFamily="18" charset="0"/>
            </a:endParaRPr>
          </a:p>
          <a:p>
            <a:pPr algn="just"/>
            <a:r>
              <a:rPr lang="tr-TR" sz="1058" b="1" i="1" dirty="0">
                <a:solidFill>
                  <a:srgbClr val="00B0F0"/>
                </a:solidFill>
                <a:latin typeface="Myriad Pro"/>
                <a:cs typeface="Times New Roman" pitchFamily="18" charset="0"/>
              </a:rPr>
              <a:t>            {2018/19 sayılı Genelge}</a:t>
            </a:r>
            <a:endParaRPr lang="tr-TR" sz="1058" b="1" dirty="0">
              <a:latin typeface="Myriad Pro"/>
              <a:cs typeface="Times New Roman" panose="02020603050405020304" pitchFamily="18" charset="0"/>
            </a:endParaRPr>
          </a:p>
        </p:txBody>
      </p:sp>
      <p:pic>
        <p:nvPicPr>
          <p:cNvPr id="4" name="Resim 3">
            <a:extLst>
              <a:ext uri="{FF2B5EF4-FFF2-40B4-BE49-F238E27FC236}">
                <a16:creationId xmlns:a16="http://schemas.microsoft.com/office/drawing/2014/main" id="{1E91AE77-ED12-4ED3-A31C-E4186A943108}"/>
              </a:ext>
            </a:extLst>
          </p:cNvPr>
          <p:cNvPicPr>
            <a:picLocks noChangeAspect="1"/>
          </p:cNvPicPr>
          <p:nvPr/>
        </p:nvPicPr>
        <p:blipFill>
          <a:blip r:embed="rId2"/>
          <a:stretch>
            <a:fillRect/>
          </a:stretch>
        </p:blipFill>
        <p:spPr>
          <a:xfrm>
            <a:off x="9512663" y="217123"/>
            <a:ext cx="2062160" cy="1537249"/>
          </a:xfrm>
          <a:prstGeom prst="rect">
            <a:avLst/>
          </a:prstGeom>
        </p:spPr>
      </p:pic>
      <p:sp>
        <p:nvSpPr>
          <p:cNvPr id="6" name="Metin kutusu 5">
            <a:extLst>
              <a:ext uri="{FF2B5EF4-FFF2-40B4-BE49-F238E27FC236}">
                <a16:creationId xmlns:a16="http://schemas.microsoft.com/office/drawing/2014/main" id="{2E645AAC-F56B-46AB-9C1C-A7FBE0B3D194}"/>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36670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animEffect transition="in" filter="fade">
                                      <p:cBhvr>
                                        <p:cTn id="22" dur="500"/>
                                        <p:tgtEl>
                                          <p:spTgt spid="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Effect transition="in" filter="fade">
                                      <p:cBhvr>
                                        <p:cTn id="27" dur="500"/>
                                        <p:tgtEl>
                                          <p:spTgt spid="9">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9">
                                            <p:txEl>
                                              <p:pRg st="10" end="10"/>
                                            </p:txEl>
                                          </p:spTgt>
                                        </p:tgtEl>
                                        <p:attrNameLst>
                                          <p:attrName>style.visibility</p:attrName>
                                        </p:attrNameLst>
                                      </p:cBhvr>
                                      <p:to>
                                        <p:strVal val="visible"/>
                                      </p:to>
                                    </p:set>
                                    <p:animEffect transition="in" filter="fade">
                                      <p:cBhvr>
                                        <p:cTn id="30" dur="500"/>
                                        <p:tgtEl>
                                          <p:spTgt spid="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497CA7F0-46A9-46D4-88DB-368230AA81E8}"/>
              </a:ext>
            </a:extLst>
          </p:cNvPr>
          <p:cNvSpPr/>
          <p:nvPr/>
        </p:nvSpPr>
        <p:spPr>
          <a:xfrm>
            <a:off x="873056" y="2218875"/>
            <a:ext cx="9815200" cy="3641253"/>
          </a:xfrm>
          <a:prstGeom prst="rect">
            <a:avLst/>
          </a:prstGeom>
        </p:spPr>
        <p:txBody>
          <a:bodyPr wrap="square">
            <a:spAutoFit/>
          </a:bodyPr>
          <a:lstStyle/>
          <a:p>
            <a:pPr marL="362720" indent="-362720" algn="just">
              <a:buFont typeface="Wingdings" panose="05000000000000000000" pitchFamily="2" charset="2"/>
              <a:buChar char="Ø"/>
            </a:pPr>
            <a:r>
              <a:rPr lang="tr-TR" sz="1904" dirty="0">
                <a:latin typeface="Myriad Pro"/>
              </a:rPr>
              <a:t>Aynı taşıma aracına </a:t>
            </a:r>
            <a:r>
              <a:rPr lang="tr-TR" sz="1904" dirty="0">
                <a:solidFill>
                  <a:srgbClr val="3829FF"/>
                </a:solidFill>
                <a:latin typeface="Myriad Pro"/>
              </a:rPr>
              <a:t>birden fazla gümrük idaresinden ihracat eşyası yüklenecek olması durumunda</a:t>
            </a:r>
            <a:r>
              <a:rPr lang="tr-TR" sz="1904" dirty="0">
                <a:latin typeface="Myriad Pro"/>
              </a:rPr>
              <a:t>, ilk gümrük idaresinden sonraki gümrük idarelerinde, </a:t>
            </a:r>
            <a:r>
              <a:rPr lang="tr-TR" sz="1904" dirty="0">
                <a:solidFill>
                  <a:srgbClr val="FF0000"/>
                </a:solidFill>
                <a:latin typeface="Myriad Pro"/>
              </a:rPr>
              <a:t>ilk gümrük idaresinde alınan İRB numarası değişmeksizin</a:t>
            </a:r>
            <a:r>
              <a:rPr lang="tr-TR" sz="1904" dirty="0">
                <a:latin typeface="Myriad Pro"/>
              </a:rPr>
              <a:t>, o gümrük idaresinden yüklenen ihracat eşyasına ilişkin bilgiler ile </a:t>
            </a:r>
            <a:r>
              <a:rPr lang="tr-TR" sz="1904" dirty="0">
                <a:solidFill>
                  <a:srgbClr val="00B050"/>
                </a:solidFill>
                <a:latin typeface="Myriad Pro"/>
              </a:rPr>
              <a:t>tatbik edilen yeni mühür numaraları kaydedilmek suretiyle </a:t>
            </a:r>
            <a:r>
              <a:rPr lang="tr-TR" sz="1904" dirty="0">
                <a:latin typeface="Myriad Pro"/>
              </a:rPr>
              <a:t>İRB bilgileri güncellenir.</a:t>
            </a:r>
          </a:p>
          <a:p>
            <a:pPr marL="362720" indent="-362720" algn="just">
              <a:buFont typeface="Wingdings" panose="05000000000000000000" pitchFamily="2" charset="2"/>
              <a:buChar char="Ø"/>
            </a:pPr>
            <a:endParaRPr lang="tr-TR" sz="1904" dirty="0">
              <a:latin typeface="Myriad Pro"/>
            </a:endParaRPr>
          </a:p>
          <a:p>
            <a:pPr marL="362720" indent="-362720" algn="just">
              <a:buFont typeface="Wingdings" panose="05000000000000000000" pitchFamily="2" charset="2"/>
              <a:buChar char="Ø"/>
            </a:pPr>
            <a:r>
              <a:rPr lang="tr-TR" sz="1904" dirty="0">
                <a:latin typeface="Myriad Pro"/>
              </a:rPr>
              <a:t>Öncesinde NCTS programından düzenlenmiş TRB kapsamı eşya bulunan bir araç için, </a:t>
            </a:r>
            <a:r>
              <a:rPr lang="tr-TR" sz="1904" dirty="0">
                <a:solidFill>
                  <a:srgbClr val="FF0000"/>
                </a:solidFill>
                <a:latin typeface="Myriad Pro"/>
              </a:rPr>
              <a:t>İRB düzenlenmesine izin verilmez</a:t>
            </a:r>
            <a:r>
              <a:rPr lang="tr-TR" sz="1904" dirty="0">
                <a:latin typeface="Myriad Pro"/>
              </a:rPr>
              <a:t>. </a:t>
            </a:r>
          </a:p>
          <a:p>
            <a:pPr marL="362720" indent="-362720" algn="just">
              <a:buFont typeface="Wingdings" panose="05000000000000000000" pitchFamily="2" charset="2"/>
              <a:buChar char="Ø"/>
            </a:pPr>
            <a:endParaRPr lang="tr-TR" sz="1904" dirty="0">
              <a:latin typeface="Myriad Pro"/>
            </a:endParaRPr>
          </a:p>
          <a:p>
            <a:pPr marL="362720" indent="-362720" algn="just">
              <a:buFont typeface="Wingdings" panose="05000000000000000000" pitchFamily="2" charset="2"/>
              <a:buChar char="Ø"/>
            </a:pPr>
            <a:r>
              <a:rPr lang="tr-TR" sz="1904" dirty="0">
                <a:latin typeface="Myriad Pro"/>
              </a:rPr>
              <a:t>Öncesinde düzenlenmiş İRB kapsamı eşya bulunan bir araç için NCTS programından </a:t>
            </a:r>
            <a:r>
              <a:rPr lang="tr-TR" sz="1904" dirty="0">
                <a:solidFill>
                  <a:srgbClr val="FF0000"/>
                </a:solidFill>
                <a:latin typeface="Myriad Pro"/>
              </a:rPr>
              <a:t>TRB düzenlenemez.</a:t>
            </a:r>
          </a:p>
          <a:p>
            <a:pPr marL="362720" indent="-362720" algn="just">
              <a:buFont typeface="Wingdings" panose="05000000000000000000" pitchFamily="2" charset="2"/>
              <a:buChar char="Ø"/>
            </a:pPr>
            <a:endParaRPr lang="tr-TR" sz="1058" i="1" dirty="0">
              <a:solidFill>
                <a:srgbClr val="00B0F0"/>
              </a:solidFill>
              <a:latin typeface="Myriad Pro"/>
              <a:cs typeface="Times New Roman" pitchFamily="18" charset="0"/>
            </a:endParaRPr>
          </a:p>
          <a:p>
            <a:pPr algn="just"/>
            <a:r>
              <a:rPr lang="tr-TR" sz="1058" b="1" i="1" dirty="0">
                <a:solidFill>
                  <a:srgbClr val="00B0F0"/>
                </a:solidFill>
                <a:latin typeface="Myriad Pro"/>
                <a:cs typeface="Times New Roman" pitchFamily="18" charset="0"/>
              </a:rPr>
              <a:t>            {2018/19 sayılı Genelge}</a:t>
            </a:r>
            <a:endParaRPr lang="tr-TR" sz="1058" b="1" dirty="0">
              <a:latin typeface="Myriad Pro"/>
              <a:cs typeface="Times New Roman" panose="02020603050405020304" pitchFamily="18" charset="0"/>
            </a:endParaRPr>
          </a:p>
        </p:txBody>
      </p:sp>
      <p:sp>
        <p:nvSpPr>
          <p:cNvPr id="14" name="Content Placeholder 2">
            <a:extLst>
              <a:ext uri="{FF2B5EF4-FFF2-40B4-BE49-F238E27FC236}">
                <a16:creationId xmlns:a16="http://schemas.microsoft.com/office/drawing/2014/main" id="{C12587CB-A666-40F1-84A4-98B472B9B098}"/>
              </a:ext>
            </a:extLst>
          </p:cNvPr>
          <p:cNvSpPr>
            <a:spLocks noGrp="1"/>
          </p:cNvSpPr>
          <p:nvPr>
            <p:ph idx="1"/>
          </p:nvPr>
        </p:nvSpPr>
        <p:spPr>
          <a:xfrm>
            <a:off x="2025005" y="601996"/>
            <a:ext cx="6651162" cy="370246"/>
          </a:xfrm>
        </p:spPr>
        <p:txBody>
          <a:bodyPr>
            <a:noAutofit/>
          </a:bodyPr>
          <a:lstStyle/>
          <a:p>
            <a:pPr marL="0" indent="0">
              <a:buNone/>
            </a:pPr>
            <a:r>
              <a:rPr lang="tr-TR" sz="1904" b="1" dirty="0">
                <a:latin typeface="Myriad Pro"/>
                <a:cs typeface="Myriad Pro"/>
              </a:rPr>
              <a:t>İHRACAT REFAKAT BELGESİ (IRB) UYGULAMASINDA TEMEL İLKELER</a:t>
            </a:r>
          </a:p>
        </p:txBody>
      </p:sp>
      <p:pic>
        <p:nvPicPr>
          <p:cNvPr id="18" name="Resim 17">
            <a:extLst>
              <a:ext uri="{FF2B5EF4-FFF2-40B4-BE49-F238E27FC236}">
                <a16:creationId xmlns:a16="http://schemas.microsoft.com/office/drawing/2014/main" id="{0A531260-A67D-41F1-91BF-53D07B1FE10B}"/>
              </a:ext>
            </a:extLst>
          </p:cNvPr>
          <p:cNvPicPr>
            <a:picLocks noChangeAspect="1"/>
          </p:cNvPicPr>
          <p:nvPr/>
        </p:nvPicPr>
        <p:blipFill>
          <a:blip r:embed="rId2"/>
          <a:stretch>
            <a:fillRect/>
          </a:stretch>
        </p:blipFill>
        <p:spPr>
          <a:xfrm>
            <a:off x="9512663" y="217123"/>
            <a:ext cx="2062160" cy="1537249"/>
          </a:xfrm>
          <a:prstGeom prst="rect">
            <a:avLst/>
          </a:prstGeom>
        </p:spPr>
      </p:pic>
      <p:sp>
        <p:nvSpPr>
          <p:cNvPr id="6" name="Metin kutusu 5">
            <a:extLst>
              <a:ext uri="{FF2B5EF4-FFF2-40B4-BE49-F238E27FC236}">
                <a16:creationId xmlns:a16="http://schemas.microsoft.com/office/drawing/2014/main" id="{061F872A-5751-412A-8A37-2C0154422B69}"/>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69142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9">
                                            <p:txEl>
                                              <p:pRg st="6" end="6"/>
                                            </p:txEl>
                                          </p:spTgt>
                                        </p:tgtEl>
                                        <p:attrNameLst>
                                          <p:attrName>style.visibility</p:attrName>
                                        </p:attrNameLst>
                                      </p:cBhvr>
                                      <p:to>
                                        <p:strVal val="visible"/>
                                      </p:to>
                                    </p:set>
                                    <p:animEffect transition="in" filter="fade">
                                      <p:cBhvr>
                                        <p:cTn id="20"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a:extLst>
              <a:ext uri="{FF2B5EF4-FFF2-40B4-BE49-F238E27FC236}">
                <a16:creationId xmlns:a16="http://schemas.microsoft.com/office/drawing/2014/main" id="{89B4F12B-0988-49EF-A7FB-A001A753820F}"/>
              </a:ext>
            </a:extLst>
          </p:cNvPr>
          <p:cNvSpPr txBox="1">
            <a:spLocks noChangeArrowheads="1"/>
          </p:cNvSpPr>
          <p:nvPr/>
        </p:nvSpPr>
        <p:spPr bwMode="auto">
          <a:xfrm>
            <a:off x="6801213" y="2693541"/>
            <a:ext cx="1620000" cy="1440000"/>
          </a:xfrm>
          <a:prstGeom prst="rect">
            <a:avLst/>
          </a:prstGeom>
          <a:solidFill>
            <a:srgbClr val="FFC000"/>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ÇIKIŞ (SINIR) GÜMRÜK İDARESİ</a:t>
            </a:r>
          </a:p>
        </p:txBody>
      </p:sp>
      <p:sp>
        <p:nvSpPr>
          <p:cNvPr id="18" name="Text Box 8">
            <a:extLst>
              <a:ext uri="{FF2B5EF4-FFF2-40B4-BE49-F238E27FC236}">
                <a16:creationId xmlns:a16="http://schemas.microsoft.com/office/drawing/2014/main" id="{509A55F8-F4C5-47F4-85F0-BE1CAF3EDDF5}"/>
              </a:ext>
            </a:extLst>
          </p:cNvPr>
          <p:cNvSpPr txBox="1">
            <a:spLocks noChangeArrowheads="1"/>
          </p:cNvSpPr>
          <p:nvPr/>
        </p:nvSpPr>
        <p:spPr bwMode="auto">
          <a:xfrm>
            <a:off x="154960" y="2665081"/>
            <a:ext cx="1620000" cy="1440000"/>
          </a:xfrm>
          <a:prstGeom prst="rect">
            <a:avLst/>
          </a:prstGeom>
          <a:solidFill>
            <a:srgbClr val="00B0F0"/>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 ASIL SORUMLU</a:t>
            </a:r>
          </a:p>
        </p:txBody>
      </p:sp>
      <p:sp>
        <p:nvSpPr>
          <p:cNvPr id="19" name="Text Box 8">
            <a:extLst>
              <a:ext uri="{FF2B5EF4-FFF2-40B4-BE49-F238E27FC236}">
                <a16:creationId xmlns:a16="http://schemas.microsoft.com/office/drawing/2014/main" id="{CFA052F9-119C-4B52-A092-01CF4AE4A26B}"/>
              </a:ext>
            </a:extLst>
          </p:cNvPr>
          <p:cNvSpPr txBox="1">
            <a:spLocks noChangeArrowheads="1"/>
          </p:cNvSpPr>
          <p:nvPr/>
        </p:nvSpPr>
        <p:spPr bwMode="auto">
          <a:xfrm>
            <a:off x="3457375" y="2692942"/>
            <a:ext cx="1620000" cy="1440000"/>
          </a:xfrm>
          <a:prstGeom prst="rect">
            <a:avLst/>
          </a:prstGeom>
          <a:solidFill>
            <a:srgbClr val="8858AC"/>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HAREKET GÜMRÜK İDARESİ</a:t>
            </a:r>
          </a:p>
        </p:txBody>
      </p:sp>
      <p:sp>
        <p:nvSpPr>
          <p:cNvPr id="21" name="Text Box 8">
            <a:extLst>
              <a:ext uri="{FF2B5EF4-FFF2-40B4-BE49-F238E27FC236}">
                <a16:creationId xmlns:a16="http://schemas.microsoft.com/office/drawing/2014/main" id="{B1BD9751-B2A9-45DE-A252-BE673D7BFC16}"/>
              </a:ext>
            </a:extLst>
          </p:cNvPr>
          <p:cNvSpPr txBox="1">
            <a:spLocks noChangeArrowheads="1"/>
          </p:cNvSpPr>
          <p:nvPr/>
        </p:nvSpPr>
        <p:spPr bwMode="auto">
          <a:xfrm>
            <a:off x="10325100" y="2707454"/>
            <a:ext cx="1620000" cy="1440000"/>
          </a:xfrm>
          <a:prstGeom prst="rect">
            <a:avLst/>
          </a:prstGeom>
          <a:solidFill>
            <a:srgbClr val="FF0000"/>
          </a:solidFill>
          <a:ln>
            <a:noFill/>
          </a:ln>
        </p:spPr>
        <p:txBody>
          <a:bodyPr wrap="square" anchor="ctr" anchorCtr="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EŞYA YURTDIŞI EDİLİR</a:t>
            </a:r>
          </a:p>
          <a:p>
            <a:pPr algn="ctr" eaLnBrk="1" hangingPunct="1">
              <a:spcBef>
                <a:spcPct val="50000"/>
              </a:spcBef>
            </a:pPr>
            <a:r>
              <a:rPr lang="tr-TR" altLang="tr-TR" sz="1692" b="1" dirty="0">
                <a:solidFill>
                  <a:srgbClr val="FFFFFF"/>
                </a:solidFill>
                <a:latin typeface="Myriad Pro"/>
              </a:rPr>
              <a:t>(Y)</a:t>
            </a:r>
          </a:p>
        </p:txBody>
      </p:sp>
      <p:sp>
        <p:nvSpPr>
          <p:cNvPr id="22" name="Sağ Ok 2">
            <a:extLst>
              <a:ext uri="{FF2B5EF4-FFF2-40B4-BE49-F238E27FC236}">
                <a16:creationId xmlns:a16="http://schemas.microsoft.com/office/drawing/2014/main" id="{A2F8BBA8-A300-4580-8F86-3D02DC657E2F}"/>
              </a:ext>
            </a:extLst>
          </p:cNvPr>
          <p:cNvSpPr/>
          <p:nvPr/>
        </p:nvSpPr>
        <p:spPr>
          <a:xfrm>
            <a:off x="2014475" y="3811088"/>
            <a:ext cx="1260000" cy="250055"/>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4" name="Sağ Ok 2">
            <a:extLst>
              <a:ext uri="{FF2B5EF4-FFF2-40B4-BE49-F238E27FC236}">
                <a16:creationId xmlns:a16="http://schemas.microsoft.com/office/drawing/2014/main" id="{E845E6F2-2A69-4F09-8DF6-6755640B2501}"/>
              </a:ext>
            </a:extLst>
          </p:cNvPr>
          <p:cNvSpPr/>
          <p:nvPr/>
        </p:nvSpPr>
        <p:spPr>
          <a:xfrm>
            <a:off x="5309294" y="3802620"/>
            <a:ext cx="1260000" cy="250055"/>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6" name="Sağ Ok 2">
            <a:extLst>
              <a:ext uri="{FF2B5EF4-FFF2-40B4-BE49-F238E27FC236}">
                <a16:creationId xmlns:a16="http://schemas.microsoft.com/office/drawing/2014/main" id="{2D27EBAE-8FB3-41AE-9F28-785190278612}"/>
              </a:ext>
            </a:extLst>
          </p:cNvPr>
          <p:cNvSpPr/>
          <p:nvPr/>
        </p:nvSpPr>
        <p:spPr>
          <a:xfrm>
            <a:off x="8747390" y="3776769"/>
            <a:ext cx="1260000" cy="252000"/>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30" name="Content Placeholder 2">
            <a:extLst>
              <a:ext uri="{FF2B5EF4-FFF2-40B4-BE49-F238E27FC236}">
                <a16:creationId xmlns:a16="http://schemas.microsoft.com/office/drawing/2014/main" id="{2AD3A549-9AAE-4348-9F79-2C1118C4CA8A}"/>
              </a:ext>
            </a:extLst>
          </p:cNvPr>
          <p:cNvSpPr txBox="1">
            <a:spLocks/>
          </p:cNvSpPr>
          <p:nvPr/>
        </p:nvSpPr>
        <p:spPr>
          <a:xfrm>
            <a:off x="2035638" y="601996"/>
            <a:ext cx="6991404" cy="370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904" b="1" dirty="0">
                <a:latin typeface="Myriad Pro"/>
                <a:cs typeface="Myriad Pro"/>
              </a:rPr>
              <a:t>İHRACAT REFAKAT BELGESİ İŞ AKIŞI</a:t>
            </a:r>
          </a:p>
        </p:txBody>
      </p:sp>
      <p:sp>
        <p:nvSpPr>
          <p:cNvPr id="5" name="Metin kutusu 4">
            <a:extLst>
              <a:ext uri="{FF2B5EF4-FFF2-40B4-BE49-F238E27FC236}">
                <a16:creationId xmlns:a16="http://schemas.microsoft.com/office/drawing/2014/main" id="{0872D00A-EA13-F012-CED8-6038B88B1BBB}"/>
              </a:ext>
            </a:extLst>
          </p:cNvPr>
          <p:cNvSpPr txBox="1"/>
          <p:nvPr/>
        </p:nvSpPr>
        <p:spPr>
          <a:xfrm>
            <a:off x="1852943" y="2592092"/>
            <a:ext cx="1547482" cy="1264192"/>
          </a:xfrm>
          <a:prstGeom prst="rect">
            <a:avLst/>
          </a:prstGeom>
          <a:noFill/>
        </p:spPr>
        <p:txBody>
          <a:bodyPr wrap="square" rtlCol="0">
            <a:spAutoFit/>
          </a:bodyPr>
          <a:lstStyle/>
          <a:p>
            <a:pPr algn="ctr"/>
            <a:r>
              <a:rPr lang="tr-TR" sz="1269" dirty="0">
                <a:latin typeface="Myriad Pro"/>
                <a:cs typeface="Times New Roman" panose="02020603050405020304" pitchFamily="18" charset="0"/>
              </a:rPr>
              <a:t>Yükümlü İRB özet beyanını oluşturarak hareket gümrük idaresine sunar</a:t>
            </a:r>
          </a:p>
          <a:p>
            <a:pPr algn="ctr"/>
            <a:r>
              <a:rPr lang="tr-TR" sz="1269" b="1" dirty="0">
                <a:latin typeface="Myriad Pro"/>
                <a:cs typeface="Times New Roman" panose="02020603050405020304" pitchFamily="18" charset="0"/>
              </a:rPr>
              <a:t>(T / Tescil Edildi)</a:t>
            </a:r>
          </a:p>
        </p:txBody>
      </p:sp>
      <p:sp>
        <p:nvSpPr>
          <p:cNvPr id="6" name="Metin kutusu 5">
            <a:extLst>
              <a:ext uri="{FF2B5EF4-FFF2-40B4-BE49-F238E27FC236}">
                <a16:creationId xmlns:a16="http://schemas.microsoft.com/office/drawing/2014/main" id="{AEB29ABC-30B9-DEF2-5609-D64F3FB605BB}"/>
              </a:ext>
            </a:extLst>
          </p:cNvPr>
          <p:cNvSpPr txBox="1"/>
          <p:nvPr/>
        </p:nvSpPr>
        <p:spPr>
          <a:xfrm>
            <a:off x="5158119" y="2745550"/>
            <a:ext cx="1451173" cy="1068882"/>
          </a:xfrm>
          <a:prstGeom prst="rect">
            <a:avLst/>
          </a:prstGeom>
          <a:noFill/>
        </p:spPr>
        <p:txBody>
          <a:bodyPr wrap="square" rtlCol="0">
            <a:spAutoFit/>
          </a:bodyPr>
          <a:lstStyle/>
          <a:p>
            <a:pPr algn="ctr"/>
            <a:r>
              <a:rPr lang="tr-TR" sz="1269" dirty="0">
                <a:latin typeface="Myriad Pro"/>
                <a:cs typeface="Times New Roman" panose="02020603050405020304" pitchFamily="18" charset="0"/>
              </a:rPr>
              <a:t>Tescil memuru gerekli kontrolü yaparak </a:t>
            </a:r>
            <a:r>
              <a:rPr lang="tr-TR" sz="1269" dirty="0" err="1">
                <a:latin typeface="Myriad Pro"/>
                <a:cs typeface="Times New Roman" panose="02020603050405020304" pitchFamily="18" charset="0"/>
              </a:rPr>
              <a:t>İRB’yi</a:t>
            </a:r>
            <a:r>
              <a:rPr lang="tr-TR" sz="1269" dirty="0">
                <a:latin typeface="Myriad Pro"/>
                <a:cs typeface="Times New Roman" panose="02020603050405020304" pitchFamily="18" charset="0"/>
              </a:rPr>
              <a:t> onaylar</a:t>
            </a:r>
          </a:p>
          <a:p>
            <a:pPr algn="ctr"/>
            <a:r>
              <a:rPr lang="tr-TR" sz="1269" b="1" dirty="0">
                <a:latin typeface="Myriad Pro"/>
                <a:cs typeface="Times New Roman" panose="02020603050405020304" pitchFamily="18" charset="0"/>
              </a:rPr>
              <a:t>(O / Onaylandı)</a:t>
            </a:r>
          </a:p>
        </p:txBody>
      </p:sp>
      <p:sp>
        <p:nvSpPr>
          <p:cNvPr id="7" name="Metin kutusu 6">
            <a:extLst>
              <a:ext uri="{FF2B5EF4-FFF2-40B4-BE49-F238E27FC236}">
                <a16:creationId xmlns:a16="http://schemas.microsoft.com/office/drawing/2014/main" id="{D43FA22C-7B69-95FE-F1B3-5972C141B380}"/>
              </a:ext>
            </a:extLst>
          </p:cNvPr>
          <p:cNvSpPr txBox="1"/>
          <p:nvPr/>
        </p:nvSpPr>
        <p:spPr>
          <a:xfrm>
            <a:off x="8366126" y="2738142"/>
            <a:ext cx="1938867" cy="1068882"/>
          </a:xfrm>
          <a:prstGeom prst="rect">
            <a:avLst/>
          </a:prstGeom>
          <a:noFill/>
        </p:spPr>
        <p:txBody>
          <a:bodyPr wrap="square" rtlCol="0">
            <a:spAutoFit/>
          </a:bodyPr>
          <a:lstStyle/>
          <a:p>
            <a:pPr algn="ctr"/>
            <a:r>
              <a:rPr lang="tr-TR" sz="1269" dirty="0">
                <a:latin typeface="Myriad Pro"/>
                <a:cs typeface="Times New Roman" panose="02020603050405020304" pitchFamily="18" charset="0"/>
              </a:rPr>
              <a:t>Çıkış (Sınır) Gümrük İdaresinde gerekli kontroller yapılır</a:t>
            </a:r>
          </a:p>
          <a:p>
            <a:pPr algn="ctr"/>
            <a:r>
              <a:rPr lang="tr-TR" sz="1269" b="1" dirty="0">
                <a:latin typeface="Myriad Pro"/>
                <a:cs typeface="Times New Roman" panose="02020603050405020304" pitchFamily="18" charset="0"/>
              </a:rPr>
              <a:t>(S / Sınır Gümrük İdaresi İşlemleri)</a:t>
            </a:r>
          </a:p>
        </p:txBody>
      </p:sp>
      <p:sp>
        <p:nvSpPr>
          <p:cNvPr id="15" name="Metin kutusu 14">
            <a:extLst>
              <a:ext uri="{FF2B5EF4-FFF2-40B4-BE49-F238E27FC236}">
                <a16:creationId xmlns:a16="http://schemas.microsoft.com/office/drawing/2014/main" id="{D7767D0B-C5DA-463B-8C07-194A6B06142B}"/>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36470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P spid="21" grpId="0" animBg="1"/>
      <p:bldP spid="22" grpId="0" animBg="1"/>
      <p:bldP spid="24" grpId="0" animBg="1"/>
      <p:bldP spid="26" grpId="0" animBg="1"/>
      <p:bldP spid="5" grpId="0"/>
      <p:bldP spid="6" grpId="0"/>
      <p:bldP spid="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497CA7F0-46A9-46D4-88DB-368230AA81E8}"/>
              </a:ext>
            </a:extLst>
          </p:cNvPr>
          <p:cNvSpPr/>
          <p:nvPr/>
        </p:nvSpPr>
        <p:spPr>
          <a:xfrm>
            <a:off x="6539916" y="1707958"/>
            <a:ext cx="4025035" cy="678391"/>
          </a:xfrm>
          <a:prstGeom prst="rect">
            <a:avLst/>
          </a:prstGeom>
        </p:spPr>
        <p:txBody>
          <a:bodyPr wrap="square">
            <a:spAutoFit/>
          </a:bodyPr>
          <a:lstStyle/>
          <a:p>
            <a:r>
              <a:rPr lang="tr-TR" sz="1904" u="sng" dirty="0">
                <a:latin typeface="Myriad Pro"/>
              </a:rPr>
              <a:t>AB ülkeleri </a:t>
            </a:r>
          </a:p>
          <a:p>
            <a:r>
              <a:rPr lang="tr-TR" sz="1904" u="sng" dirty="0">
                <a:latin typeface="Myriad Pro"/>
              </a:rPr>
              <a:t>Yunanistan ve Bulgaristan’a açılan</a:t>
            </a:r>
            <a:endParaRPr lang="tr-TR" sz="1904" dirty="0">
              <a:solidFill>
                <a:srgbClr val="872729"/>
              </a:solidFill>
              <a:latin typeface="Myriad Pro"/>
            </a:endParaRPr>
          </a:p>
        </p:txBody>
      </p:sp>
      <p:sp>
        <p:nvSpPr>
          <p:cNvPr id="10" name="Content Placeholder 2">
            <a:extLst>
              <a:ext uri="{FF2B5EF4-FFF2-40B4-BE49-F238E27FC236}">
                <a16:creationId xmlns:a16="http://schemas.microsoft.com/office/drawing/2014/main" id="{DC33BFB2-D6B6-495A-A77B-DFAA373D5439}"/>
              </a:ext>
            </a:extLst>
          </p:cNvPr>
          <p:cNvSpPr txBox="1">
            <a:spLocks/>
          </p:cNvSpPr>
          <p:nvPr/>
        </p:nvSpPr>
        <p:spPr>
          <a:xfrm>
            <a:off x="6539915" y="3045913"/>
            <a:ext cx="5650033"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dirty="0">
                <a:latin typeface="Myriad Pro"/>
                <a:cs typeface="Myriad Pro"/>
              </a:rPr>
              <a:t>Gümrük Müdürlüklerine </a:t>
            </a:r>
          </a:p>
          <a:p>
            <a:pPr marL="0" indent="0">
              <a:buNone/>
            </a:pPr>
            <a:r>
              <a:rPr lang="tr-TR" sz="1904" b="1" dirty="0">
                <a:solidFill>
                  <a:srgbClr val="FF0000"/>
                </a:solidFill>
                <a:latin typeface="Myriad Pro"/>
                <a:cs typeface="Myriad Pro"/>
              </a:rPr>
              <a:t>İhracat Refakat Belgesi sevki yapılamaz.</a:t>
            </a:r>
          </a:p>
          <a:p>
            <a:pPr marL="0" indent="0">
              <a:buNone/>
            </a:pPr>
            <a:r>
              <a:rPr lang="tr-TR" sz="1058" b="1" i="1" dirty="0">
                <a:solidFill>
                  <a:srgbClr val="00B0F0"/>
                </a:solidFill>
                <a:latin typeface="Myriad Pro"/>
                <a:cs typeface="Times New Roman" pitchFamily="18" charset="0"/>
              </a:rPr>
              <a:t>{2018/19 sayılı Genelge}</a:t>
            </a:r>
            <a:endParaRPr lang="tr-TR" sz="1058" b="1" dirty="0">
              <a:latin typeface="Myriad Pro"/>
            </a:endParaRPr>
          </a:p>
        </p:txBody>
      </p:sp>
      <p:pic>
        <p:nvPicPr>
          <p:cNvPr id="6" name="Resim 5">
            <a:extLst>
              <a:ext uri="{FF2B5EF4-FFF2-40B4-BE49-F238E27FC236}">
                <a16:creationId xmlns:a16="http://schemas.microsoft.com/office/drawing/2014/main" id="{87E3D4BD-5F28-4975-931B-5BC8AD5C9F83}"/>
              </a:ext>
            </a:extLst>
          </p:cNvPr>
          <p:cNvPicPr>
            <a:picLocks noChangeAspect="1"/>
          </p:cNvPicPr>
          <p:nvPr/>
        </p:nvPicPr>
        <p:blipFill>
          <a:blip r:embed="rId2"/>
          <a:stretch>
            <a:fillRect/>
          </a:stretch>
        </p:blipFill>
        <p:spPr>
          <a:xfrm>
            <a:off x="1522515" y="2750705"/>
            <a:ext cx="4667854" cy="3048225"/>
          </a:xfrm>
          <a:prstGeom prst="rect">
            <a:avLst/>
          </a:prstGeom>
          <a:solidFill>
            <a:srgbClr val="FF0000"/>
          </a:solidFill>
        </p:spPr>
      </p:pic>
      <p:sp>
        <p:nvSpPr>
          <p:cNvPr id="7" name="Metin kutusu 6">
            <a:extLst>
              <a:ext uri="{FF2B5EF4-FFF2-40B4-BE49-F238E27FC236}">
                <a16:creationId xmlns:a16="http://schemas.microsoft.com/office/drawing/2014/main" id="{6FB6639B-1C9A-4B68-9705-E143BF5BC71E}"/>
              </a:ext>
            </a:extLst>
          </p:cNvPr>
          <p:cNvSpPr txBox="1"/>
          <p:nvPr/>
        </p:nvSpPr>
        <p:spPr>
          <a:xfrm>
            <a:off x="372233" y="2124743"/>
            <a:ext cx="1099981" cy="385362"/>
          </a:xfrm>
          <a:prstGeom prst="rect">
            <a:avLst/>
          </a:prstGeom>
          <a:noFill/>
        </p:spPr>
        <p:txBody>
          <a:bodyPr wrap="none" rtlCol="0">
            <a:spAutoFit/>
          </a:bodyPr>
          <a:lstStyle/>
          <a:p>
            <a:r>
              <a:rPr lang="tr-TR" sz="1904" dirty="0">
                <a:solidFill>
                  <a:srgbClr val="FF0000"/>
                </a:solidFill>
                <a:latin typeface="Myriad Pro"/>
              </a:rPr>
              <a:t>Kapıkule</a:t>
            </a:r>
            <a:endParaRPr lang="tr-TR" sz="1904" dirty="0">
              <a:latin typeface="Myriad Pro"/>
            </a:endParaRPr>
          </a:p>
        </p:txBody>
      </p:sp>
      <p:sp>
        <p:nvSpPr>
          <p:cNvPr id="18" name="Metin kutusu 17">
            <a:extLst>
              <a:ext uri="{FF2B5EF4-FFF2-40B4-BE49-F238E27FC236}">
                <a16:creationId xmlns:a16="http://schemas.microsoft.com/office/drawing/2014/main" id="{C3FA7930-3EB7-45D4-960F-0365EB291180}"/>
              </a:ext>
            </a:extLst>
          </p:cNvPr>
          <p:cNvSpPr txBox="1"/>
          <p:nvPr/>
        </p:nvSpPr>
        <p:spPr>
          <a:xfrm>
            <a:off x="789524" y="4316778"/>
            <a:ext cx="805029" cy="385362"/>
          </a:xfrm>
          <a:prstGeom prst="rect">
            <a:avLst/>
          </a:prstGeom>
          <a:noFill/>
        </p:spPr>
        <p:txBody>
          <a:bodyPr wrap="none" rtlCol="0">
            <a:spAutoFit/>
          </a:bodyPr>
          <a:lstStyle/>
          <a:p>
            <a:r>
              <a:rPr lang="tr-TR" sz="1904" dirty="0">
                <a:solidFill>
                  <a:srgbClr val="FF0000"/>
                </a:solidFill>
                <a:latin typeface="Myriad Pro"/>
              </a:rPr>
              <a:t>İpsala</a:t>
            </a:r>
            <a:endParaRPr lang="tr-TR" sz="1904" dirty="0">
              <a:latin typeface="Myriad Pro"/>
            </a:endParaRPr>
          </a:p>
        </p:txBody>
      </p:sp>
      <p:sp>
        <p:nvSpPr>
          <p:cNvPr id="19" name="Metin kutusu 18">
            <a:extLst>
              <a:ext uri="{FF2B5EF4-FFF2-40B4-BE49-F238E27FC236}">
                <a16:creationId xmlns:a16="http://schemas.microsoft.com/office/drawing/2014/main" id="{4BF72A6F-5676-49AB-83A5-721874D7481A}"/>
              </a:ext>
            </a:extLst>
          </p:cNvPr>
          <p:cNvSpPr txBox="1"/>
          <p:nvPr/>
        </p:nvSpPr>
        <p:spPr>
          <a:xfrm>
            <a:off x="650130" y="3312398"/>
            <a:ext cx="1202702" cy="385362"/>
          </a:xfrm>
          <a:prstGeom prst="rect">
            <a:avLst/>
          </a:prstGeom>
          <a:noFill/>
        </p:spPr>
        <p:txBody>
          <a:bodyPr wrap="none" rtlCol="0">
            <a:spAutoFit/>
          </a:bodyPr>
          <a:lstStyle/>
          <a:p>
            <a:r>
              <a:rPr lang="tr-TR" sz="1904" dirty="0">
                <a:solidFill>
                  <a:srgbClr val="FF0000"/>
                </a:solidFill>
                <a:latin typeface="Myriad Pro"/>
              </a:rPr>
              <a:t>Pazarkule</a:t>
            </a:r>
            <a:endParaRPr lang="tr-TR" sz="1904" dirty="0">
              <a:latin typeface="Myriad Pro"/>
            </a:endParaRPr>
          </a:p>
        </p:txBody>
      </p:sp>
      <p:sp>
        <p:nvSpPr>
          <p:cNvPr id="20" name="Metin kutusu 19">
            <a:extLst>
              <a:ext uri="{FF2B5EF4-FFF2-40B4-BE49-F238E27FC236}">
                <a16:creationId xmlns:a16="http://schemas.microsoft.com/office/drawing/2014/main" id="{A7CA1AD2-6ECE-49F2-A868-AF9C341041B1}"/>
              </a:ext>
            </a:extLst>
          </p:cNvPr>
          <p:cNvSpPr txBox="1"/>
          <p:nvPr/>
        </p:nvSpPr>
        <p:spPr>
          <a:xfrm>
            <a:off x="348928" y="3772325"/>
            <a:ext cx="1366015" cy="385362"/>
          </a:xfrm>
          <a:prstGeom prst="rect">
            <a:avLst/>
          </a:prstGeom>
          <a:noFill/>
        </p:spPr>
        <p:txBody>
          <a:bodyPr wrap="none" rtlCol="0">
            <a:spAutoFit/>
          </a:bodyPr>
          <a:lstStyle/>
          <a:p>
            <a:r>
              <a:rPr lang="tr-TR" sz="1904" dirty="0">
                <a:solidFill>
                  <a:srgbClr val="FF0000"/>
                </a:solidFill>
                <a:latin typeface="Myriad Pro"/>
              </a:rPr>
              <a:t>Uzunköprü</a:t>
            </a:r>
            <a:endParaRPr lang="tr-TR" sz="1904" dirty="0">
              <a:latin typeface="Myriad Pro"/>
            </a:endParaRPr>
          </a:p>
        </p:txBody>
      </p:sp>
      <p:sp>
        <p:nvSpPr>
          <p:cNvPr id="21" name="Metin kutusu 20">
            <a:extLst>
              <a:ext uri="{FF2B5EF4-FFF2-40B4-BE49-F238E27FC236}">
                <a16:creationId xmlns:a16="http://schemas.microsoft.com/office/drawing/2014/main" id="{1D693E00-5688-4DFC-AFB8-421260F1A88C}"/>
              </a:ext>
            </a:extLst>
          </p:cNvPr>
          <p:cNvSpPr txBox="1"/>
          <p:nvPr/>
        </p:nvSpPr>
        <p:spPr>
          <a:xfrm>
            <a:off x="3712529" y="2274456"/>
            <a:ext cx="1072666" cy="385362"/>
          </a:xfrm>
          <a:prstGeom prst="rect">
            <a:avLst/>
          </a:prstGeom>
          <a:noFill/>
        </p:spPr>
        <p:txBody>
          <a:bodyPr wrap="none" rtlCol="0">
            <a:spAutoFit/>
          </a:bodyPr>
          <a:lstStyle/>
          <a:p>
            <a:r>
              <a:rPr lang="tr-TR" sz="1904" dirty="0">
                <a:solidFill>
                  <a:srgbClr val="FF0000"/>
                </a:solidFill>
                <a:latin typeface="Myriad Pro"/>
              </a:rPr>
              <a:t>Dereköy</a:t>
            </a:r>
            <a:endParaRPr lang="tr-TR" sz="1904" dirty="0">
              <a:latin typeface="Myriad Pro"/>
            </a:endParaRPr>
          </a:p>
        </p:txBody>
      </p:sp>
      <p:sp>
        <p:nvSpPr>
          <p:cNvPr id="23" name="148 Yuvarlatılmış Dikdörtgen">
            <a:extLst>
              <a:ext uri="{FF2B5EF4-FFF2-40B4-BE49-F238E27FC236}">
                <a16:creationId xmlns:a16="http://schemas.microsoft.com/office/drawing/2014/main" id="{068BA9F5-5597-4607-B3AC-192D2641BE27}"/>
              </a:ext>
            </a:extLst>
          </p:cNvPr>
          <p:cNvSpPr/>
          <p:nvPr/>
        </p:nvSpPr>
        <p:spPr>
          <a:xfrm rot="17527836">
            <a:off x="3421213" y="3016759"/>
            <a:ext cx="108000" cy="108000"/>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24" name="Düz Ok Bağlayıcısı 23">
            <a:extLst>
              <a:ext uri="{FF2B5EF4-FFF2-40B4-BE49-F238E27FC236}">
                <a16:creationId xmlns:a16="http://schemas.microsoft.com/office/drawing/2014/main" id="{F67E371B-2529-42C9-ABC6-DC65DC6328A8}"/>
              </a:ext>
            </a:extLst>
          </p:cNvPr>
          <p:cNvCxnSpPr>
            <a:cxnSpLocks/>
          </p:cNvCxnSpPr>
          <p:nvPr/>
        </p:nvCxnSpPr>
        <p:spPr>
          <a:xfrm flipV="1">
            <a:off x="3513618" y="2601752"/>
            <a:ext cx="491181" cy="42049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148 Yuvarlatılmış Dikdörtgen">
            <a:extLst>
              <a:ext uri="{FF2B5EF4-FFF2-40B4-BE49-F238E27FC236}">
                <a16:creationId xmlns:a16="http://schemas.microsoft.com/office/drawing/2014/main" id="{D27F8CED-3E3E-4802-BA87-6C6D89EC8D91}"/>
              </a:ext>
            </a:extLst>
          </p:cNvPr>
          <p:cNvSpPr/>
          <p:nvPr/>
        </p:nvSpPr>
        <p:spPr>
          <a:xfrm rot="17527836">
            <a:off x="2439952" y="2985603"/>
            <a:ext cx="108000" cy="108000"/>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28" name="Düz Ok Bağlayıcısı 27">
            <a:extLst>
              <a:ext uri="{FF2B5EF4-FFF2-40B4-BE49-F238E27FC236}">
                <a16:creationId xmlns:a16="http://schemas.microsoft.com/office/drawing/2014/main" id="{321C8CB2-C73C-4DB5-B244-43F9DB6D5FEA}"/>
              </a:ext>
            </a:extLst>
          </p:cNvPr>
          <p:cNvCxnSpPr>
            <a:cxnSpLocks/>
          </p:cNvCxnSpPr>
          <p:nvPr/>
        </p:nvCxnSpPr>
        <p:spPr>
          <a:xfrm flipV="1">
            <a:off x="2493629" y="2229029"/>
            <a:ext cx="6962" cy="74131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Metin kutusu 31">
            <a:extLst>
              <a:ext uri="{FF2B5EF4-FFF2-40B4-BE49-F238E27FC236}">
                <a16:creationId xmlns:a16="http://schemas.microsoft.com/office/drawing/2014/main" id="{61C82A62-B96A-4C53-A0A5-9A5D53CF5924}"/>
              </a:ext>
            </a:extLst>
          </p:cNvPr>
          <p:cNvSpPr txBox="1"/>
          <p:nvPr/>
        </p:nvSpPr>
        <p:spPr>
          <a:xfrm>
            <a:off x="1794757" y="1892372"/>
            <a:ext cx="1435008" cy="385362"/>
          </a:xfrm>
          <a:prstGeom prst="rect">
            <a:avLst/>
          </a:prstGeom>
          <a:noFill/>
        </p:spPr>
        <p:txBody>
          <a:bodyPr wrap="none" rtlCol="0">
            <a:spAutoFit/>
          </a:bodyPr>
          <a:lstStyle/>
          <a:p>
            <a:r>
              <a:rPr lang="tr-TR" sz="1904" dirty="0">
                <a:solidFill>
                  <a:srgbClr val="FF0000"/>
                </a:solidFill>
                <a:latin typeface="Myriad Pro"/>
              </a:rPr>
              <a:t>Hamzabeyli</a:t>
            </a:r>
            <a:endParaRPr lang="tr-TR" sz="1904" dirty="0">
              <a:latin typeface="Myriad Pro"/>
            </a:endParaRPr>
          </a:p>
        </p:txBody>
      </p:sp>
      <p:sp>
        <p:nvSpPr>
          <p:cNvPr id="33" name="148 Yuvarlatılmış Dikdörtgen">
            <a:extLst>
              <a:ext uri="{FF2B5EF4-FFF2-40B4-BE49-F238E27FC236}">
                <a16:creationId xmlns:a16="http://schemas.microsoft.com/office/drawing/2014/main" id="{6F24F766-C9F8-41A7-8D4A-359964BF7A65}"/>
              </a:ext>
            </a:extLst>
          </p:cNvPr>
          <p:cNvSpPr/>
          <p:nvPr/>
        </p:nvSpPr>
        <p:spPr>
          <a:xfrm rot="17527836">
            <a:off x="2160319" y="3263661"/>
            <a:ext cx="108000" cy="108000"/>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34" name="Düz Ok Bağlayıcısı 33">
            <a:extLst>
              <a:ext uri="{FF2B5EF4-FFF2-40B4-BE49-F238E27FC236}">
                <a16:creationId xmlns:a16="http://schemas.microsoft.com/office/drawing/2014/main" id="{22943A58-FB3B-4CA5-807E-685E37F7117F}"/>
              </a:ext>
            </a:extLst>
          </p:cNvPr>
          <p:cNvCxnSpPr>
            <a:cxnSpLocks/>
          </p:cNvCxnSpPr>
          <p:nvPr/>
        </p:nvCxnSpPr>
        <p:spPr>
          <a:xfrm flipH="1" flipV="1">
            <a:off x="1410827" y="2434308"/>
            <a:ext cx="752750" cy="82784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148 Yuvarlatılmış Dikdörtgen">
            <a:extLst>
              <a:ext uri="{FF2B5EF4-FFF2-40B4-BE49-F238E27FC236}">
                <a16:creationId xmlns:a16="http://schemas.microsoft.com/office/drawing/2014/main" id="{CE2C05DC-6FC0-4A3B-80CE-37303CD1A6CA}"/>
              </a:ext>
            </a:extLst>
          </p:cNvPr>
          <p:cNvSpPr/>
          <p:nvPr/>
        </p:nvSpPr>
        <p:spPr>
          <a:xfrm rot="17527836">
            <a:off x="2273097" y="3349587"/>
            <a:ext cx="108000" cy="108000"/>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38" name="Düz Ok Bağlayıcısı 37">
            <a:extLst>
              <a:ext uri="{FF2B5EF4-FFF2-40B4-BE49-F238E27FC236}">
                <a16:creationId xmlns:a16="http://schemas.microsoft.com/office/drawing/2014/main" id="{E37A62B0-CB6D-411D-90D6-6877E8F14FE2}"/>
              </a:ext>
            </a:extLst>
          </p:cNvPr>
          <p:cNvCxnSpPr>
            <a:cxnSpLocks/>
          </p:cNvCxnSpPr>
          <p:nvPr/>
        </p:nvCxnSpPr>
        <p:spPr>
          <a:xfrm flipH="1">
            <a:off x="1794757" y="3416475"/>
            <a:ext cx="464766" cy="7199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1" name="148 Yuvarlatılmış Dikdörtgen">
            <a:extLst>
              <a:ext uri="{FF2B5EF4-FFF2-40B4-BE49-F238E27FC236}">
                <a16:creationId xmlns:a16="http://schemas.microsoft.com/office/drawing/2014/main" id="{1B2FDC7A-8E0C-4D67-8E48-3FAEA1B3BBF6}"/>
              </a:ext>
            </a:extLst>
          </p:cNvPr>
          <p:cNvSpPr/>
          <p:nvPr/>
        </p:nvSpPr>
        <p:spPr>
          <a:xfrm rot="17527836">
            <a:off x="2463684" y="3739195"/>
            <a:ext cx="108000" cy="108000"/>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42" name="Düz Ok Bağlayıcısı 41">
            <a:extLst>
              <a:ext uri="{FF2B5EF4-FFF2-40B4-BE49-F238E27FC236}">
                <a16:creationId xmlns:a16="http://schemas.microsoft.com/office/drawing/2014/main" id="{41F2B7E1-B1B8-4202-AACE-579D6835C2A7}"/>
              </a:ext>
            </a:extLst>
          </p:cNvPr>
          <p:cNvCxnSpPr>
            <a:cxnSpLocks/>
          </p:cNvCxnSpPr>
          <p:nvPr/>
        </p:nvCxnSpPr>
        <p:spPr>
          <a:xfrm flipH="1">
            <a:off x="1648401" y="3805111"/>
            <a:ext cx="795222" cy="13663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7" name="148 Yuvarlatılmış Dikdörtgen">
            <a:extLst>
              <a:ext uri="{FF2B5EF4-FFF2-40B4-BE49-F238E27FC236}">
                <a16:creationId xmlns:a16="http://schemas.microsoft.com/office/drawing/2014/main" id="{D4F309AF-47FB-4E55-9312-3DCEF52C9CAD}"/>
              </a:ext>
            </a:extLst>
          </p:cNvPr>
          <p:cNvSpPr/>
          <p:nvPr/>
        </p:nvSpPr>
        <p:spPr>
          <a:xfrm rot="17527836">
            <a:off x="2035712" y="4437540"/>
            <a:ext cx="108000" cy="108000"/>
          </a:xfrm>
          <a:prstGeom prst="roundRect">
            <a:avLst/>
          </a:prstGeom>
          <a:solidFill>
            <a:schemeClr val="tx1"/>
          </a:solidFill>
          <a:ln w="63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48" name="Düz Ok Bağlayıcısı 47">
            <a:extLst>
              <a:ext uri="{FF2B5EF4-FFF2-40B4-BE49-F238E27FC236}">
                <a16:creationId xmlns:a16="http://schemas.microsoft.com/office/drawing/2014/main" id="{F14FAC0C-0E2A-419A-9143-06261AFF6D6A}"/>
              </a:ext>
            </a:extLst>
          </p:cNvPr>
          <p:cNvCxnSpPr>
            <a:cxnSpLocks/>
          </p:cNvCxnSpPr>
          <p:nvPr/>
        </p:nvCxnSpPr>
        <p:spPr>
          <a:xfrm flipH="1">
            <a:off x="1522515" y="4494120"/>
            <a:ext cx="467252" cy="1799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9" name="Content Placeholder 2">
            <a:extLst>
              <a:ext uri="{FF2B5EF4-FFF2-40B4-BE49-F238E27FC236}">
                <a16:creationId xmlns:a16="http://schemas.microsoft.com/office/drawing/2014/main" id="{63F9C10C-B5A5-4BE2-83C8-FEA97CF0914E}"/>
              </a:ext>
            </a:extLst>
          </p:cNvPr>
          <p:cNvSpPr txBox="1">
            <a:spLocks/>
          </p:cNvSpPr>
          <p:nvPr/>
        </p:nvSpPr>
        <p:spPr>
          <a:xfrm>
            <a:off x="6539915" y="4707453"/>
            <a:ext cx="4113289" cy="370246"/>
          </a:xfrm>
          <a:prstGeom prst="rect">
            <a:avLst/>
          </a:prstGeom>
        </p:spPr>
        <p:txBody>
          <a:bodyPr vert="horz" lIns="96724" tIns="48362" rIns="96724" bIns="48362"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tr-TR" sz="1904" dirty="0">
                <a:latin typeface="Myriad Pro"/>
                <a:cs typeface="Myriad Pro"/>
              </a:rPr>
              <a:t>Kapıkule, Hamzabeyli ve İpsala Gümrük Müdürlüklerine </a:t>
            </a:r>
          </a:p>
          <a:p>
            <a:pPr marL="0" indent="0">
              <a:buNone/>
            </a:pPr>
            <a:r>
              <a:rPr lang="tr-TR" sz="1904" b="1" dirty="0">
                <a:solidFill>
                  <a:srgbClr val="FF0000"/>
                </a:solidFill>
                <a:latin typeface="Myriad Pro"/>
                <a:cs typeface="Myriad Pro"/>
              </a:rPr>
              <a:t>TR (Ulusal) </a:t>
            </a:r>
            <a:r>
              <a:rPr lang="tr-TR" sz="1904" b="1" dirty="0" err="1">
                <a:solidFill>
                  <a:srgbClr val="FF0000"/>
                </a:solidFill>
                <a:latin typeface="Myriad Pro"/>
                <a:cs typeface="Myriad Pro"/>
              </a:rPr>
              <a:t>TRB’ler</a:t>
            </a:r>
            <a:r>
              <a:rPr lang="tr-TR" sz="1904" b="1" dirty="0">
                <a:solidFill>
                  <a:srgbClr val="FF0000"/>
                </a:solidFill>
                <a:latin typeface="Myriad Pro"/>
                <a:cs typeface="Myriad Pro"/>
              </a:rPr>
              <a:t> de açılamaz,</a:t>
            </a:r>
            <a:r>
              <a:rPr lang="tr-TR" sz="1904" b="1" dirty="0">
                <a:solidFill>
                  <a:srgbClr val="3829FF"/>
                </a:solidFill>
                <a:latin typeface="Myriad Pro"/>
                <a:cs typeface="Myriad Pro"/>
              </a:rPr>
              <a:t> </a:t>
            </a:r>
          </a:p>
          <a:p>
            <a:pPr marL="0" indent="0">
              <a:buNone/>
            </a:pPr>
            <a:r>
              <a:rPr lang="tr-TR" sz="1904" b="1" u="sng" dirty="0">
                <a:solidFill>
                  <a:srgbClr val="3829FF"/>
                </a:solidFill>
                <a:latin typeface="Myriad Pro"/>
                <a:cs typeface="Myriad Pro"/>
              </a:rPr>
              <a:t>sadece</a:t>
            </a:r>
            <a:r>
              <a:rPr lang="tr-TR" sz="1904" b="1" dirty="0">
                <a:solidFill>
                  <a:srgbClr val="3829FF"/>
                </a:solidFill>
                <a:latin typeface="Myriad Pro"/>
                <a:cs typeface="Myriad Pro"/>
              </a:rPr>
              <a:t> T1 ve T2 (Ortak Transit) TRB’leri düzenlenebilir.</a:t>
            </a:r>
          </a:p>
          <a:p>
            <a:pPr marL="0" indent="0">
              <a:buNone/>
            </a:pPr>
            <a:r>
              <a:rPr lang="tr-TR" sz="1058" b="1" i="1" dirty="0">
                <a:solidFill>
                  <a:srgbClr val="00B0F0"/>
                </a:solidFill>
                <a:latin typeface="Myriad Pro"/>
                <a:cs typeface="Times New Roman" pitchFamily="18" charset="0"/>
              </a:rPr>
              <a:t>{</a:t>
            </a:r>
            <a:r>
              <a:rPr lang="tr-TR" sz="1058" b="1" i="1" dirty="0">
                <a:solidFill>
                  <a:srgbClr val="00B0F0"/>
                </a:solidFill>
                <a:latin typeface="Myriad Pro"/>
              </a:rPr>
              <a:t>30.11.2018 / 39350063 t/s Talimatlı Yazı</a:t>
            </a:r>
            <a:r>
              <a:rPr lang="tr-TR" sz="1058" b="1" i="1" dirty="0">
                <a:solidFill>
                  <a:srgbClr val="00B0F0"/>
                </a:solidFill>
                <a:latin typeface="Myriad Pro"/>
                <a:cs typeface="Times New Roman" pitchFamily="18" charset="0"/>
              </a:rPr>
              <a:t>}</a:t>
            </a:r>
            <a:endParaRPr lang="tr-TR" sz="1058" b="1" dirty="0">
              <a:latin typeface="Myriad Pro"/>
            </a:endParaRPr>
          </a:p>
          <a:p>
            <a:pPr marL="0" indent="0">
              <a:buNone/>
            </a:pPr>
            <a:endParaRPr lang="tr-TR" sz="1904" b="1" dirty="0">
              <a:solidFill>
                <a:srgbClr val="3829FF"/>
              </a:solidFill>
              <a:latin typeface="Myriad Pro"/>
              <a:cs typeface="Myriad Pro"/>
            </a:endParaRPr>
          </a:p>
        </p:txBody>
      </p:sp>
      <p:sp>
        <p:nvSpPr>
          <p:cNvPr id="35" name="Content Placeholder 2">
            <a:extLst>
              <a:ext uri="{FF2B5EF4-FFF2-40B4-BE49-F238E27FC236}">
                <a16:creationId xmlns:a16="http://schemas.microsoft.com/office/drawing/2014/main" id="{C16DCC5D-088C-4B59-AB5E-FB10645C0BBC}"/>
              </a:ext>
            </a:extLst>
          </p:cNvPr>
          <p:cNvSpPr txBox="1">
            <a:spLocks/>
          </p:cNvSpPr>
          <p:nvPr/>
        </p:nvSpPr>
        <p:spPr>
          <a:xfrm>
            <a:off x="2025005" y="601996"/>
            <a:ext cx="6651162" cy="370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tr-TR" sz="1904" b="1">
                <a:latin typeface="Myriad Pro"/>
                <a:cs typeface="Myriad Pro"/>
              </a:rPr>
              <a:t>İHRACAT REFAKAT BELGESİ (IRB) UYGULAMASINDA TEMEL İLKELER</a:t>
            </a:r>
            <a:endParaRPr lang="tr-TR" sz="1904" b="1" dirty="0">
              <a:latin typeface="Myriad Pro"/>
              <a:cs typeface="Myriad Pro"/>
            </a:endParaRPr>
          </a:p>
        </p:txBody>
      </p:sp>
      <p:sp>
        <p:nvSpPr>
          <p:cNvPr id="26" name="Metin kutusu 25">
            <a:extLst>
              <a:ext uri="{FF2B5EF4-FFF2-40B4-BE49-F238E27FC236}">
                <a16:creationId xmlns:a16="http://schemas.microsoft.com/office/drawing/2014/main" id="{8FE4DDA2-7B06-4319-B8F3-7633AAF1478A}"/>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69598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par>
                                <p:cTn id="18" presetID="10" presetClass="entr" presetSubtype="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par>
                                <p:cTn id="40" presetID="10" presetClass="entr" presetSubtype="0" fill="hold"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500"/>
                                        <p:tgtEl>
                                          <p:spTgt spid="3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par>
                                <p:cTn id="51" presetID="10"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5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500"/>
                                        <p:tgtEl>
                                          <p:spTgt spid="4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par>
                                <p:cTn id="73" presetID="10" presetClass="entr" presetSubtype="0" fill="hold"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0"/>
                                        </p:tgtEl>
                                        <p:attrNameLst>
                                          <p:attrName>style.visibility</p:attrName>
                                        </p:attrNameLst>
                                      </p:cBhvr>
                                      <p:to>
                                        <p:strVal val="visible"/>
                                      </p:to>
                                    </p:set>
                                    <p:animEffect transition="in" filter="fade">
                                      <p:cBhvr>
                                        <p:cTn id="83" dur="500"/>
                                        <p:tgtEl>
                                          <p:spTgt spid="1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29">
                                            <p:txEl>
                                              <p:pRg st="0" end="0"/>
                                            </p:txEl>
                                          </p:spTgt>
                                        </p:tgtEl>
                                        <p:attrNameLst>
                                          <p:attrName>style.visibility</p:attrName>
                                        </p:attrNameLst>
                                      </p:cBhvr>
                                      <p:to>
                                        <p:strVal val="visible"/>
                                      </p:to>
                                    </p:set>
                                    <p:animEffect transition="in" filter="fade">
                                      <p:cBhvr>
                                        <p:cTn id="88" dur="500"/>
                                        <p:tgtEl>
                                          <p:spTgt spid="29">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29">
                                            <p:txEl>
                                              <p:pRg st="1" end="1"/>
                                            </p:txEl>
                                          </p:spTgt>
                                        </p:tgtEl>
                                        <p:attrNameLst>
                                          <p:attrName>style.visibility</p:attrName>
                                        </p:attrNameLst>
                                      </p:cBhvr>
                                      <p:to>
                                        <p:strVal val="visible"/>
                                      </p:to>
                                    </p:set>
                                    <p:animEffect transition="in" filter="fade">
                                      <p:cBhvr>
                                        <p:cTn id="93" dur="500"/>
                                        <p:tgtEl>
                                          <p:spTgt spid="29">
                                            <p:txEl>
                                              <p:pRg st="1" end="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29">
                                            <p:txEl>
                                              <p:pRg st="2" end="2"/>
                                            </p:txEl>
                                          </p:spTgt>
                                        </p:tgtEl>
                                        <p:attrNameLst>
                                          <p:attrName>style.visibility</p:attrName>
                                        </p:attrNameLst>
                                      </p:cBhvr>
                                      <p:to>
                                        <p:strVal val="visible"/>
                                      </p:to>
                                    </p:set>
                                    <p:animEffect transition="in" filter="fade">
                                      <p:cBhvr>
                                        <p:cTn id="98" dur="500"/>
                                        <p:tgtEl>
                                          <p:spTgt spid="29">
                                            <p:txEl>
                                              <p:pRg st="2" end="2"/>
                                            </p:txEl>
                                          </p:spTgt>
                                        </p:tgtEl>
                                      </p:cBhvr>
                                    </p:animEffect>
                                  </p:childTnLst>
                                </p:cTn>
                              </p:par>
                              <p:par>
                                <p:cTn id="99" presetID="10" presetClass="entr" presetSubtype="0" fill="hold" nodeType="withEffect">
                                  <p:stCondLst>
                                    <p:cond delay="0"/>
                                  </p:stCondLst>
                                  <p:childTnLst>
                                    <p:set>
                                      <p:cBhvr>
                                        <p:cTn id="100" dur="1" fill="hold">
                                          <p:stCondLst>
                                            <p:cond delay="0"/>
                                          </p:stCondLst>
                                        </p:cTn>
                                        <p:tgtEl>
                                          <p:spTgt spid="29">
                                            <p:txEl>
                                              <p:pRg st="3" end="3"/>
                                            </p:txEl>
                                          </p:spTgt>
                                        </p:tgtEl>
                                        <p:attrNameLst>
                                          <p:attrName>style.visibility</p:attrName>
                                        </p:attrNameLst>
                                      </p:cBhvr>
                                      <p:to>
                                        <p:strVal val="visible"/>
                                      </p:to>
                                    </p:set>
                                    <p:animEffect transition="in" filter="fade">
                                      <p:cBhvr>
                                        <p:cTn id="101"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7" grpId="0"/>
      <p:bldP spid="18" grpId="0"/>
      <p:bldP spid="19" grpId="0"/>
      <p:bldP spid="20" grpId="0"/>
      <p:bldP spid="21" grpId="0"/>
      <p:bldP spid="23" grpId="0" animBg="1"/>
      <p:bldP spid="27" grpId="0" animBg="1"/>
      <p:bldP spid="32" grpId="0"/>
      <p:bldP spid="33" grpId="0" animBg="1"/>
      <p:bldP spid="37" grpId="0" animBg="1"/>
      <p:bldP spid="41" grpId="0" animBg="1"/>
      <p:bldP spid="4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TIR SÖZLEŞMESİ VE TIR KARNESİ İŞLEMLERİ </a:t>
            </a:r>
            <a:r>
              <a:rPr lang="tr-TR" sz="1058" b="1" i="1" dirty="0">
                <a:solidFill>
                  <a:srgbClr val="00B0F0"/>
                </a:solidFill>
                <a:latin typeface="Myriad Pro"/>
              </a:rPr>
              <a:t>{TIR Sözleşmesi, Md.2}</a:t>
            </a:r>
            <a:endParaRPr lang="tr-TR" sz="1058" b="1" i="1" dirty="0">
              <a:solidFill>
                <a:srgbClr val="FF0000"/>
              </a:solidFill>
              <a:latin typeface="Myriad Pro"/>
            </a:endParaRPr>
          </a:p>
        </p:txBody>
      </p:sp>
      <p:sp>
        <p:nvSpPr>
          <p:cNvPr id="7" name="1 İçerik Yer Tutucusu">
            <a:extLst>
              <a:ext uri="{FF2B5EF4-FFF2-40B4-BE49-F238E27FC236}">
                <a16:creationId xmlns:a16="http://schemas.microsoft.com/office/drawing/2014/main" id="{C01A27DE-344F-4AE5-BBBA-5535FBE723D9}"/>
              </a:ext>
            </a:extLst>
          </p:cNvPr>
          <p:cNvSpPr txBox="1">
            <a:spLocks/>
          </p:cNvSpPr>
          <p:nvPr/>
        </p:nvSpPr>
        <p:spPr>
          <a:xfrm>
            <a:off x="1134417" y="1502728"/>
            <a:ext cx="8283672" cy="4948872"/>
          </a:xfrm>
          <a:prstGeom prst="rect">
            <a:avLst/>
          </a:prstGeom>
        </p:spPr>
        <p:txBody>
          <a:bodyPr>
            <a:noAutofit/>
          </a:bodyPr>
          <a:lstStyle/>
          <a:p>
            <a:r>
              <a:rPr lang="tr-TR" altLang="tr-TR" sz="2116" dirty="0">
                <a:latin typeface="Myriad Pro"/>
              </a:rPr>
              <a:t>Dünya çapındaki en önemli ve en kapsamlı </a:t>
            </a:r>
          </a:p>
          <a:p>
            <a:r>
              <a:rPr lang="tr-TR" altLang="tr-TR" sz="2116" dirty="0">
                <a:latin typeface="Myriad Pro"/>
              </a:rPr>
              <a:t>gümrük </a:t>
            </a:r>
            <a:r>
              <a:rPr lang="tr-TR" altLang="tr-TR" sz="2116" b="1" dirty="0">
                <a:solidFill>
                  <a:srgbClr val="FF0000"/>
                </a:solidFill>
                <a:latin typeface="Myriad Pro"/>
              </a:rPr>
              <a:t>karayolu</a:t>
            </a:r>
            <a:r>
              <a:rPr lang="tr-TR" altLang="tr-TR" sz="2116" dirty="0">
                <a:latin typeface="Myriad Pro"/>
              </a:rPr>
              <a:t> transit sistemidir.</a:t>
            </a:r>
          </a:p>
          <a:p>
            <a:endParaRPr lang="tr-TR" altLang="tr-TR" sz="2116" dirty="0">
              <a:latin typeface="Myriad Pro"/>
            </a:endParaRPr>
          </a:p>
          <a:p>
            <a:r>
              <a:rPr lang="tr-TR" altLang="tr-TR" sz="2116" dirty="0">
                <a:solidFill>
                  <a:srgbClr val="FF0000"/>
                </a:solidFill>
                <a:latin typeface="Myriad Pro"/>
              </a:rPr>
              <a:t>1975 yılında revize edilen TIR Sözleşmesi’ne dayanır. </a:t>
            </a:r>
          </a:p>
          <a:p>
            <a:r>
              <a:rPr lang="tr-TR" altLang="tr-TR" sz="2116" dirty="0">
                <a:latin typeface="Myriad Pro"/>
              </a:rPr>
              <a:t>(</a:t>
            </a:r>
            <a:r>
              <a:rPr lang="tr-TR" altLang="tr-TR" sz="2116" b="1" dirty="0" err="1">
                <a:latin typeface="Myriad Pro"/>
              </a:rPr>
              <a:t>T</a:t>
            </a:r>
            <a:r>
              <a:rPr lang="tr-TR" altLang="tr-TR" sz="2116" dirty="0" err="1">
                <a:latin typeface="Myriad Pro"/>
              </a:rPr>
              <a:t>ransports</a:t>
            </a:r>
            <a:r>
              <a:rPr lang="tr-TR" altLang="tr-TR" sz="2116" dirty="0">
                <a:latin typeface="Myriad Pro"/>
              </a:rPr>
              <a:t> </a:t>
            </a:r>
            <a:r>
              <a:rPr lang="tr-TR" altLang="tr-TR" sz="2116" b="1" dirty="0" err="1">
                <a:latin typeface="Myriad Pro"/>
              </a:rPr>
              <a:t>I</a:t>
            </a:r>
            <a:r>
              <a:rPr lang="tr-TR" altLang="tr-TR" sz="2116" dirty="0" err="1">
                <a:latin typeface="Myriad Pro"/>
              </a:rPr>
              <a:t>nternationaux</a:t>
            </a:r>
            <a:r>
              <a:rPr lang="tr-TR" altLang="tr-TR" sz="2116" dirty="0">
                <a:latin typeface="Myriad Pro"/>
              </a:rPr>
              <a:t> </a:t>
            </a:r>
            <a:r>
              <a:rPr lang="tr-TR" altLang="tr-TR" sz="2116" b="1" dirty="0" err="1">
                <a:latin typeface="Myriad Pro"/>
              </a:rPr>
              <a:t>R</a:t>
            </a:r>
            <a:r>
              <a:rPr lang="tr-TR" altLang="tr-TR" sz="2116" dirty="0" err="1">
                <a:latin typeface="Myriad Pro"/>
              </a:rPr>
              <a:t>outiers</a:t>
            </a:r>
            <a:r>
              <a:rPr lang="tr-TR" altLang="tr-TR" sz="2116" dirty="0">
                <a:latin typeface="Myriad Pro"/>
              </a:rPr>
              <a:t> - Uluslararası Karayolu Taşıması)</a:t>
            </a:r>
          </a:p>
          <a:p>
            <a:endParaRPr lang="tr-TR" altLang="tr-TR" sz="2116" dirty="0">
              <a:latin typeface="Myriad Pro"/>
            </a:endParaRPr>
          </a:p>
          <a:p>
            <a:r>
              <a:rPr lang="tr-TR" altLang="tr-TR" sz="2116" dirty="0">
                <a:latin typeface="Myriad Pro"/>
              </a:rPr>
              <a:t>Eşyanın bir hareket gümrük idaresinden, bir varış gümrük idaresine belli sayıda ülke üzerinden, arada sınır kontrolüne tabi olmadan, karayolu ile uluslararası taşınmasını sağlar. </a:t>
            </a:r>
          </a:p>
          <a:p>
            <a:endParaRPr lang="tr-TR" sz="2116" dirty="0">
              <a:latin typeface="Myriad Pro"/>
            </a:endParaRPr>
          </a:p>
          <a:p>
            <a:r>
              <a:rPr lang="tr-TR" sz="2116" dirty="0">
                <a:latin typeface="Myriad Pro"/>
              </a:rPr>
              <a:t>Türkiye, ilk olarak </a:t>
            </a:r>
            <a:r>
              <a:rPr lang="tr-TR" sz="2116" b="1" dirty="0">
                <a:latin typeface="Myriad Pro"/>
              </a:rPr>
              <a:t>1959 TIR Anlaşması</a:t>
            </a:r>
            <a:r>
              <a:rPr lang="tr-TR" sz="2116" dirty="0">
                <a:latin typeface="Myriad Pro"/>
              </a:rPr>
              <a:t>na taraf olmuş ve </a:t>
            </a:r>
          </a:p>
          <a:p>
            <a:r>
              <a:rPr lang="tr-TR" sz="2116" b="1" dirty="0">
                <a:solidFill>
                  <a:srgbClr val="00B050"/>
                </a:solidFill>
                <a:latin typeface="Myriad Pro"/>
              </a:rPr>
              <a:t>1966 yılından beri </a:t>
            </a:r>
            <a:r>
              <a:rPr lang="tr-TR" sz="2116" dirty="0">
                <a:latin typeface="Myriad Pro"/>
              </a:rPr>
              <a:t>TIR sistemini kesintisiz uygulamaktadır. </a:t>
            </a:r>
          </a:p>
          <a:p>
            <a:endParaRPr lang="tr-TR" sz="2116" dirty="0">
              <a:latin typeface="Myriad Pro"/>
            </a:endParaRPr>
          </a:p>
          <a:p>
            <a:r>
              <a:rPr lang="tr-TR" sz="2116" dirty="0">
                <a:latin typeface="Myriad Pro"/>
              </a:rPr>
              <a:t>1975 tarihinde revize edilen TIR Sözleşmesi’ne ise 1984’te taraf olmuştur.</a:t>
            </a:r>
          </a:p>
          <a:p>
            <a:endParaRPr lang="tr-TR" sz="2116" dirty="0">
              <a:latin typeface="Myriad Pro"/>
            </a:endParaRPr>
          </a:p>
        </p:txBody>
      </p:sp>
      <p:pic>
        <p:nvPicPr>
          <p:cNvPr id="8" name="Resim 7">
            <a:extLst>
              <a:ext uri="{FF2B5EF4-FFF2-40B4-BE49-F238E27FC236}">
                <a16:creationId xmlns:a16="http://schemas.microsoft.com/office/drawing/2014/main" id="{68EAABCE-D884-45EC-9127-80461D5CA39E}"/>
              </a:ext>
            </a:extLst>
          </p:cNvPr>
          <p:cNvPicPr>
            <a:picLocks noChangeAspect="1"/>
          </p:cNvPicPr>
          <p:nvPr/>
        </p:nvPicPr>
        <p:blipFill>
          <a:blip r:embed="rId2"/>
          <a:stretch>
            <a:fillRect/>
          </a:stretch>
        </p:blipFill>
        <p:spPr>
          <a:xfrm>
            <a:off x="8697432" y="227765"/>
            <a:ext cx="3492514" cy="2266685"/>
          </a:xfrm>
          <a:prstGeom prst="rect">
            <a:avLst/>
          </a:prstGeom>
        </p:spPr>
      </p:pic>
      <p:sp>
        <p:nvSpPr>
          <p:cNvPr id="6" name="Metin kutusu 5">
            <a:extLst>
              <a:ext uri="{FF2B5EF4-FFF2-40B4-BE49-F238E27FC236}">
                <a16:creationId xmlns:a16="http://schemas.microsoft.com/office/drawing/2014/main" id="{6FFBB6C6-4837-4B76-923E-82DE3D898AE3}"/>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411513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animEffect transition="in" filter="fade">
                                      <p:cBhvr>
                                        <p:cTn id="23" dur="500"/>
                                        <p:tgtEl>
                                          <p:spTgt spid="7">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
                                            <p:txEl>
                                              <p:pRg st="8" end="8"/>
                                            </p:txEl>
                                          </p:spTgt>
                                        </p:tgtEl>
                                        <p:attrNameLst>
                                          <p:attrName>style.visibility</p:attrName>
                                        </p:attrNameLst>
                                      </p:cBhvr>
                                      <p:to>
                                        <p:strVal val="visible"/>
                                      </p:to>
                                    </p:set>
                                    <p:animEffect transition="in" filter="fade">
                                      <p:cBhvr>
                                        <p:cTn id="28" dur="500"/>
                                        <p:tgtEl>
                                          <p:spTgt spid="7">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
                                            <p:txEl>
                                              <p:pRg st="9" end="9"/>
                                            </p:txEl>
                                          </p:spTgt>
                                        </p:tgtEl>
                                        <p:attrNameLst>
                                          <p:attrName>style.visibility</p:attrName>
                                        </p:attrNameLst>
                                      </p:cBhvr>
                                      <p:to>
                                        <p:strVal val="visible"/>
                                      </p:to>
                                    </p:set>
                                    <p:animEffect transition="in" filter="fade">
                                      <p:cBhvr>
                                        <p:cTn id="33" dur="500"/>
                                        <p:tgtEl>
                                          <p:spTgt spid="7">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xEl>
                                              <p:pRg st="11" end="11"/>
                                            </p:txEl>
                                          </p:spTgt>
                                        </p:tgtEl>
                                        <p:attrNameLst>
                                          <p:attrName>style.visibility</p:attrName>
                                        </p:attrNameLst>
                                      </p:cBhvr>
                                      <p:to>
                                        <p:strVal val="visible"/>
                                      </p:to>
                                    </p:set>
                                    <p:animEffect transition="in" filter="fade">
                                      <p:cBhvr>
                                        <p:cTn id="38" dur="500"/>
                                        <p:tgtEl>
                                          <p:spTgt spid="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ontent Placeholder 2">
            <a:extLst>
              <a:ext uri="{FF2B5EF4-FFF2-40B4-BE49-F238E27FC236}">
                <a16:creationId xmlns:a16="http://schemas.microsoft.com/office/drawing/2014/main" id="{92C0D490-FE1E-462F-AEA7-A947C90E7E62}"/>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TIR SÖZLEŞMESİ VE TIR KARNESİ İŞLEMLERİ </a:t>
            </a:r>
            <a:r>
              <a:rPr lang="tr-TR" sz="1058" b="1" i="1" dirty="0">
                <a:solidFill>
                  <a:srgbClr val="00B0F0"/>
                </a:solidFill>
                <a:latin typeface="Myriad Pro"/>
              </a:rPr>
              <a:t>{TIR Sözleşmesi, Md.2}</a:t>
            </a:r>
            <a:endParaRPr lang="tr-TR" sz="1058" b="1" i="1" dirty="0">
              <a:solidFill>
                <a:srgbClr val="FF0000"/>
              </a:solidFill>
              <a:latin typeface="Myriad Pro"/>
            </a:endParaRPr>
          </a:p>
        </p:txBody>
      </p:sp>
      <p:sp>
        <p:nvSpPr>
          <p:cNvPr id="7" name="1 İçerik Yer Tutucusu">
            <a:extLst>
              <a:ext uri="{FF2B5EF4-FFF2-40B4-BE49-F238E27FC236}">
                <a16:creationId xmlns:a16="http://schemas.microsoft.com/office/drawing/2014/main" id="{C01A27DE-344F-4AE5-BBBA-5535FBE723D9}"/>
              </a:ext>
            </a:extLst>
          </p:cNvPr>
          <p:cNvSpPr txBox="1">
            <a:spLocks/>
          </p:cNvSpPr>
          <p:nvPr/>
        </p:nvSpPr>
        <p:spPr>
          <a:xfrm>
            <a:off x="1227551" y="1875261"/>
            <a:ext cx="8283672" cy="4406315"/>
          </a:xfrm>
          <a:prstGeom prst="rect">
            <a:avLst/>
          </a:prstGeom>
        </p:spPr>
        <p:txBody>
          <a:bodyPr>
            <a:noAutofit/>
          </a:bodyPr>
          <a:lstStyle/>
          <a:p>
            <a:endParaRPr lang="tr-TR" sz="2116" dirty="0">
              <a:latin typeface="Myriad Pro"/>
            </a:endParaRPr>
          </a:p>
        </p:txBody>
      </p:sp>
      <p:sp>
        <p:nvSpPr>
          <p:cNvPr id="9" name="Alt Başlık 1">
            <a:extLst>
              <a:ext uri="{FF2B5EF4-FFF2-40B4-BE49-F238E27FC236}">
                <a16:creationId xmlns:a16="http://schemas.microsoft.com/office/drawing/2014/main" id="{C783A35A-1119-4035-8408-DDEC378A128C}"/>
              </a:ext>
            </a:extLst>
          </p:cNvPr>
          <p:cNvSpPr txBox="1">
            <a:spLocks/>
          </p:cNvSpPr>
          <p:nvPr/>
        </p:nvSpPr>
        <p:spPr>
          <a:xfrm>
            <a:off x="999460" y="1476361"/>
            <a:ext cx="9221462" cy="4882111"/>
          </a:xfrm>
          <a:prstGeom prst="rect">
            <a:avLst/>
          </a:prstGeom>
          <a:ln>
            <a:solidFill>
              <a:schemeClr val="bg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tr-TR" sz="2600" u="sng" dirty="0">
                <a:latin typeface="Myriad Pro"/>
              </a:rPr>
              <a:t>2025 yılında</a:t>
            </a:r>
          </a:p>
          <a:p>
            <a:pPr marL="0" indent="0" algn="just">
              <a:buNone/>
            </a:pPr>
            <a:endParaRPr lang="tr-TR" sz="2600" dirty="0">
              <a:latin typeface="Myriad Pro"/>
            </a:endParaRPr>
          </a:p>
          <a:p>
            <a:pPr marL="0" indent="0" algn="just">
              <a:buNone/>
            </a:pPr>
            <a:r>
              <a:rPr lang="tr-TR" sz="2600" dirty="0">
                <a:latin typeface="Myriad Pro"/>
              </a:rPr>
              <a:t>		</a:t>
            </a:r>
          </a:p>
          <a:p>
            <a:pPr marL="0" indent="0" algn="just">
              <a:buNone/>
            </a:pPr>
            <a:endParaRPr lang="tr-TR" sz="2600" dirty="0">
              <a:latin typeface="Myriad Pro"/>
            </a:endParaRPr>
          </a:p>
          <a:p>
            <a:pPr marL="0" indent="0" algn="just">
              <a:buNone/>
            </a:pPr>
            <a:endParaRPr lang="tr-TR" sz="2600" dirty="0">
              <a:latin typeface="Myriad Pro"/>
            </a:endParaRPr>
          </a:p>
          <a:p>
            <a:pPr marL="0" indent="0" algn="just">
              <a:buNone/>
            </a:pPr>
            <a:r>
              <a:rPr lang="tr-TR" sz="2600" dirty="0">
                <a:latin typeface="Myriad Pro"/>
              </a:rPr>
              <a:t>		</a:t>
            </a:r>
          </a:p>
          <a:p>
            <a:pPr algn="just"/>
            <a:endParaRPr lang="tr-TR" sz="2600" dirty="0">
              <a:latin typeface="Myriad Pro"/>
            </a:endParaRPr>
          </a:p>
          <a:p>
            <a:pPr algn="just"/>
            <a:endParaRPr lang="tr-TR" sz="2600" dirty="0">
              <a:latin typeface="Myriad Pro"/>
            </a:endParaRPr>
          </a:p>
          <a:p>
            <a:pPr marL="0" indent="0" algn="ctr">
              <a:buNone/>
            </a:pPr>
            <a:r>
              <a:rPr lang="tr-TR" sz="2000" i="1" dirty="0">
                <a:latin typeface="Myriad Pro"/>
              </a:rPr>
              <a:t>Türkiye, 2025 itibariyle yaklaşık %13,3’lük pay ile </a:t>
            </a:r>
          </a:p>
          <a:p>
            <a:pPr marL="0" indent="0" algn="ctr">
              <a:buNone/>
            </a:pPr>
            <a:r>
              <a:rPr lang="tr-TR" sz="2000" i="1" dirty="0">
                <a:latin typeface="Myriad Pro"/>
              </a:rPr>
              <a:t>TIR Sisteminde en çok işlem yapan ülke konumundadır.</a:t>
            </a:r>
          </a:p>
        </p:txBody>
      </p:sp>
      <p:pic>
        <p:nvPicPr>
          <p:cNvPr id="10" name="Resim 3">
            <a:extLst>
              <a:ext uri="{FF2B5EF4-FFF2-40B4-BE49-F238E27FC236}">
                <a16:creationId xmlns:a16="http://schemas.microsoft.com/office/drawing/2014/main" id="{D6211BFE-9C72-4D7A-9031-96111F1BAAC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7551" y="2042717"/>
            <a:ext cx="12223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Turk Bayragi (43)">
            <a:extLst>
              <a:ext uri="{FF2B5EF4-FFF2-40B4-BE49-F238E27FC236}">
                <a16:creationId xmlns:a16="http://schemas.microsoft.com/office/drawing/2014/main" id="{186F989E-DE0E-455B-981C-8F8482DCE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54" y="3540255"/>
            <a:ext cx="112553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etin kutusu 1">
            <a:extLst>
              <a:ext uri="{FF2B5EF4-FFF2-40B4-BE49-F238E27FC236}">
                <a16:creationId xmlns:a16="http://schemas.microsoft.com/office/drawing/2014/main" id="{0D36125A-2A1F-4B1C-8450-E3F3E6727DD7}"/>
              </a:ext>
            </a:extLst>
          </p:cNvPr>
          <p:cNvSpPr txBox="1"/>
          <p:nvPr/>
        </p:nvSpPr>
        <p:spPr>
          <a:xfrm>
            <a:off x="2678017" y="2452569"/>
            <a:ext cx="7834196" cy="461665"/>
          </a:xfrm>
          <a:prstGeom prst="rect">
            <a:avLst/>
          </a:prstGeom>
          <a:noFill/>
        </p:spPr>
        <p:txBody>
          <a:bodyPr wrap="none" rtlCol="0">
            <a:spAutoFit/>
          </a:bodyPr>
          <a:lstStyle/>
          <a:p>
            <a:r>
              <a:rPr lang="tr-TR" sz="2400" dirty="0">
                <a:latin typeface="Myriad Pro"/>
              </a:rPr>
              <a:t>IRU tarafından toplam 509.675 adet TIR karnesi dağıtıldı.</a:t>
            </a:r>
            <a:endParaRPr lang="tr-TR" sz="2400" dirty="0"/>
          </a:p>
        </p:txBody>
      </p:sp>
      <p:sp>
        <p:nvSpPr>
          <p:cNvPr id="14" name="Metin kutusu 13">
            <a:extLst>
              <a:ext uri="{FF2B5EF4-FFF2-40B4-BE49-F238E27FC236}">
                <a16:creationId xmlns:a16="http://schemas.microsoft.com/office/drawing/2014/main" id="{2A5C427B-C667-4736-8DBE-DC8955C5D336}"/>
              </a:ext>
            </a:extLst>
          </p:cNvPr>
          <p:cNvSpPr txBox="1"/>
          <p:nvPr/>
        </p:nvSpPr>
        <p:spPr>
          <a:xfrm>
            <a:off x="2678018" y="3847584"/>
            <a:ext cx="5442259" cy="461665"/>
          </a:xfrm>
          <a:prstGeom prst="rect">
            <a:avLst/>
          </a:prstGeom>
          <a:noFill/>
        </p:spPr>
        <p:txBody>
          <a:bodyPr wrap="none" rtlCol="0">
            <a:spAutoFit/>
          </a:bodyPr>
          <a:lstStyle/>
          <a:p>
            <a:pPr algn="just"/>
            <a:r>
              <a:rPr lang="tr-TR" sz="2400" dirty="0">
                <a:latin typeface="Myriad Pro"/>
              </a:rPr>
              <a:t>Kefil kuruluş TOBB, 68.000 adedini aldı.</a:t>
            </a:r>
          </a:p>
        </p:txBody>
      </p:sp>
      <p:sp>
        <p:nvSpPr>
          <p:cNvPr id="12" name="Metin kutusu 11">
            <a:extLst>
              <a:ext uri="{FF2B5EF4-FFF2-40B4-BE49-F238E27FC236}">
                <a16:creationId xmlns:a16="http://schemas.microsoft.com/office/drawing/2014/main" id="{630D145F-D369-4E20-BBA9-7BCAA0DE02B8}"/>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699175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xEl>
                                              <p:pRg st="8" end="8"/>
                                            </p:txEl>
                                          </p:spTgt>
                                        </p:tgtEl>
                                        <p:attrNameLst>
                                          <p:attrName>style.visibility</p:attrName>
                                        </p:attrNameLst>
                                      </p:cBhvr>
                                      <p:to>
                                        <p:strVal val="visible"/>
                                      </p:to>
                                    </p:set>
                                    <p:animEffect transition="in" filter="fade">
                                      <p:cBhvr>
                                        <p:cTn id="28" dur="500"/>
                                        <p:tgtEl>
                                          <p:spTgt spid="9">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
                                            <p:txEl>
                                              <p:pRg st="9" end="9"/>
                                            </p:txEl>
                                          </p:spTgt>
                                        </p:tgtEl>
                                        <p:attrNameLst>
                                          <p:attrName>style.visibility</p:attrName>
                                        </p:attrNameLst>
                                      </p:cBhvr>
                                      <p:to>
                                        <p:strVal val="visible"/>
                                      </p:to>
                                    </p:set>
                                    <p:animEffect transition="in" filter="fade">
                                      <p:cBhvr>
                                        <p:cTn id="33"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8" name="Group 107">
            <a:extLst>
              <a:ext uri="{FF2B5EF4-FFF2-40B4-BE49-F238E27FC236}">
                <a16:creationId xmlns:a16="http://schemas.microsoft.com/office/drawing/2014/main" id="{8AC190B5-4A0C-4071-B5E2-AB7AB0DF4177}"/>
              </a:ext>
            </a:extLst>
          </p:cNvPr>
          <p:cNvGrpSpPr/>
          <p:nvPr/>
        </p:nvGrpSpPr>
        <p:grpSpPr>
          <a:xfrm>
            <a:off x="3210000" y="1286521"/>
            <a:ext cx="8663378" cy="5019212"/>
            <a:chOff x="121444" y="677228"/>
            <a:chExt cx="8908256" cy="5656897"/>
          </a:xfrm>
        </p:grpSpPr>
        <p:sp>
          <p:nvSpPr>
            <p:cNvPr id="259" name="Freeform: Shape 4">
              <a:extLst>
                <a:ext uri="{FF2B5EF4-FFF2-40B4-BE49-F238E27FC236}">
                  <a16:creationId xmlns:a16="http://schemas.microsoft.com/office/drawing/2014/main" id="{53729820-DD3B-441A-8888-B0C2129948A3}"/>
                </a:ext>
              </a:extLst>
            </p:cNvPr>
            <p:cNvSpPr/>
            <p:nvPr/>
          </p:nvSpPr>
          <p:spPr bwMode="auto">
            <a:xfrm>
              <a:off x="2486025" y="677228"/>
              <a:ext cx="1485901" cy="2154555"/>
            </a:xfrm>
            <a:custGeom>
              <a:avLst/>
              <a:gdLst>
                <a:gd name="connsiteX0" fmla="*/ 0 w 1485900"/>
                <a:gd name="connsiteY0" fmla="*/ 785812 h 2154555"/>
                <a:gd name="connsiteX1" fmla="*/ 45720 w 1485900"/>
                <a:gd name="connsiteY1" fmla="*/ 751522 h 2154555"/>
                <a:gd name="connsiteX2" fmla="*/ 68580 w 1485900"/>
                <a:gd name="connsiteY2" fmla="*/ 742950 h 2154555"/>
                <a:gd name="connsiteX3" fmla="*/ 80010 w 1485900"/>
                <a:gd name="connsiteY3" fmla="*/ 731520 h 2154555"/>
                <a:gd name="connsiteX4" fmla="*/ 97155 w 1485900"/>
                <a:gd name="connsiteY4" fmla="*/ 722947 h 2154555"/>
                <a:gd name="connsiteX5" fmla="*/ 88583 w 1485900"/>
                <a:gd name="connsiteY5" fmla="*/ 708660 h 2154555"/>
                <a:gd name="connsiteX6" fmla="*/ 100013 w 1485900"/>
                <a:gd name="connsiteY6" fmla="*/ 702945 h 2154555"/>
                <a:gd name="connsiteX7" fmla="*/ 117158 w 1485900"/>
                <a:gd name="connsiteY7" fmla="*/ 714375 h 2154555"/>
                <a:gd name="connsiteX8" fmla="*/ 134303 w 1485900"/>
                <a:gd name="connsiteY8" fmla="*/ 705802 h 2154555"/>
                <a:gd name="connsiteX9" fmla="*/ 131445 w 1485900"/>
                <a:gd name="connsiteY9" fmla="*/ 694372 h 2154555"/>
                <a:gd name="connsiteX10" fmla="*/ 145733 w 1485900"/>
                <a:gd name="connsiteY10" fmla="*/ 697230 h 2154555"/>
                <a:gd name="connsiteX11" fmla="*/ 165735 w 1485900"/>
                <a:gd name="connsiteY11" fmla="*/ 688657 h 2154555"/>
                <a:gd name="connsiteX12" fmla="*/ 188595 w 1485900"/>
                <a:gd name="connsiteY12" fmla="*/ 671512 h 2154555"/>
                <a:gd name="connsiteX13" fmla="*/ 197168 w 1485900"/>
                <a:gd name="connsiteY13" fmla="*/ 642937 h 2154555"/>
                <a:gd name="connsiteX14" fmla="*/ 191453 w 1485900"/>
                <a:gd name="connsiteY14" fmla="*/ 614362 h 2154555"/>
                <a:gd name="connsiteX15" fmla="*/ 185738 w 1485900"/>
                <a:gd name="connsiteY15" fmla="*/ 597217 h 2154555"/>
                <a:gd name="connsiteX16" fmla="*/ 202883 w 1485900"/>
                <a:gd name="connsiteY16" fmla="*/ 600075 h 2154555"/>
                <a:gd name="connsiteX17" fmla="*/ 200025 w 1485900"/>
                <a:gd name="connsiteY17" fmla="*/ 577215 h 2154555"/>
                <a:gd name="connsiteX18" fmla="*/ 211455 w 1485900"/>
                <a:gd name="connsiteY18" fmla="*/ 557212 h 2154555"/>
                <a:gd name="connsiteX19" fmla="*/ 200025 w 1485900"/>
                <a:gd name="connsiteY19" fmla="*/ 551497 h 2154555"/>
                <a:gd name="connsiteX20" fmla="*/ 177165 w 1485900"/>
                <a:gd name="connsiteY20" fmla="*/ 560070 h 2154555"/>
                <a:gd name="connsiteX21" fmla="*/ 154305 w 1485900"/>
                <a:gd name="connsiteY21" fmla="*/ 562927 h 2154555"/>
                <a:gd name="connsiteX22" fmla="*/ 128588 w 1485900"/>
                <a:gd name="connsiteY22" fmla="*/ 531495 h 2154555"/>
                <a:gd name="connsiteX23" fmla="*/ 145733 w 1485900"/>
                <a:gd name="connsiteY23" fmla="*/ 500062 h 2154555"/>
                <a:gd name="connsiteX24" fmla="*/ 174308 w 1485900"/>
                <a:gd name="connsiteY24" fmla="*/ 460057 h 2154555"/>
                <a:gd name="connsiteX25" fmla="*/ 200025 w 1485900"/>
                <a:gd name="connsiteY25" fmla="*/ 440055 h 2154555"/>
                <a:gd name="connsiteX26" fmla="*/ 222885 w 1485900"/>
                <a:gd name="connsiteY26" fmla="*/ 408622 h 2154555"/>
                <a:gd name="connsiteX27" fmla="*/ 231458 w 1485900"/>
                <a:gd name="connsiteY27" fmla="*/ 388620 h 2154555"/>
                <a:gd name="connsiteX28" fmla="*/ 262890 w 1485900"/>
                <a:gd name="connsiteY28" fmla="*/ 417195 h 2154555"/>
                <a:gd name="connsiteX29" fmla="*/ 285750 w 1485900"/>
                <a:gd name="connsiteY29" fmla="*/ 420052 h 2154555"/>
                <a:gd name="connsiteX30" fmla="*/ 294323 w 1485900"/>
                <a:gd name="connsiteY30" fmla="*/ 377190 h 2154555"/>
                <a:gd name="connsiteX31" fmla="*/ 294323 w 1485900"/>
                <a:gd name="connsiteY31" fmla="*/ 334327 h 2154555"/>
                <a:gd name="connsiteX32" fmla="*/ 274320 w 1485900"/>
                <a:gd name="connsiteY32" fmla="*/ 305752 h 2154555"/>
                <a:gd name="connsiteX33" fmla="*/ 291465 w 1485900"/>
                <a:gd name="connsiteY33" fmla="*/ 285750 h 2154555"/>
                <a:gd name="connsiteX34" fmla="*/ 308610 w 1485900"/>
                <a:gd name="connsiteY34" fmla="*/ 271462 h 2154555"/>
                <a:gd name="connsiteX35" fmla="*/ 328613 w 1485900"/>
                <a:gd name="connsiteY35" fmla="*/ 288607 h 2154555"/>
                <a:gd name="connsiteX36" fmla="*/ 337185 w 1485900"/>
                <a:gd name="connsiteY36" fmla="*/ 322897 h 2154555"/>
                <a:gd name="connsiteX37" fmla="*/ 351473 w 1485900"/>
                <a:gd name="connsiteY37" fmla="*/ 331470 h 2154555"/>
                <a:gd name="connsiteX38" fmla="*/ 385763 w 1485900"/>
                <a:gd name="connsiteY38" fmla="*/ 368617 h 2154555"/>
                <a:gd name="connsiteX39" fmla="*/ 397193 w 1485900"/>
                <a:gd name="connsiteY39" fmla="*/ 371475 h 2154555"/>
                <a:gd name="connsiteX40" fmla="*/ 405765 w 1485900"/>
                <a:gd name="connsiteY40" fmla="*/ 371475 h 2154555"/>
                <a:gd name="connsiteX41" fmla="*/ 397193 w 1485900"/>
                <a:gd name="connsiteY41" fmla="*/ 345757 h 2154555"/>
                <a:gd name="connsiteX42" fmla="*/ 380048 w 1485900"/>
                <a:gd name="connsiteY42" fmla="*/ 311467 h 2154555"/>
                <a:gd name="connsiteX43" fmla="*/ 368618 w 1485900"/>
                <a:gd name="connsiteY43" fmla="*/ 305752 h 2154555"/>
                <a:gd name="connsiteX44" fmla="*/ 357188 w 1485900"/>
                <a:gd name="connsiteY44" fmla="*/ 300037 h 2154555"/>
                <a:gd name="connsiteX45" fmla="*/ 348615 w 1485900"/>
                <a:gd name="connsiteY45" fmla="*/ 254317 h 2154555"/>
                <a:gd name="connsiteX46" fmla="*/ 331470 w 1485900"/>
                <a:gd name="connsiteY46" fmla="*/ 245745 h 2154555"/>
                <a:gd name="connsiteX47" fmla="*/ 345758 w 1485900"/>
                <a:gd name="connsiteY47" fmla="*/ 234315 h 2154555"/>
                <a:gd name="connsiteX48" fmla="*/ 397193 w 1485900"/>
                <a:gd name="connsiteY48" fmla="*/ 214312 h 2154555"/>
                <a:gd name="connsiteX49" fmla="*/ 428625 w 1485900"/>
                <a:gd name="connsiteY49" fmla="*/ 220027 h 2154555"/>
                <a:gd name="connsiteX50" fmla="*/ 442913 w 1485900"/>
                <a:gd name="connsiteY50" fmla="*/ 220027 h 2154555"/>
                <a:gd name="connsiteX51" fmla="*/ 434340 w 1485900"/>
                <a:gd name="connsiteY51" fmla="*/ 191452 h 2154555"/>
                <a:gd name="connsiteX52" fmla="*/ 445770 w 1485900"/>
                <a:gd name="connsiteY52" fmla="*/ 182880 h 2154555"/>
                <a:gd name="connsiteX53" fmla="*/ 471488 w 1485900"/>
                <a:gd name="connsiteY53" fmla="*/ 234315 h 2154555"/>
                <a:gd name="connsiteX54" fmla="*/ 460058 w 1485900"/>
                <a:gd name="connsiteY54" fmla="*/ 294322 h 2154555"/>
                <a:gd name="connsiteX55" fmla="*/ 454343 w 1485900"/>
                <a:gd name="connsiteY55" fmla="*/ 317182 h 2154555"/>
                <a:gd name="connsiteX56" fmla="*/ 462915 w 1485900"/>
                <a:gd name="connsiteY56" fmla="*/ 337185 h 2154555"/>
                <a:gd name="connsiteX57" fmla="*/ 480060 w 1485900"/>
                <a:gd name="connsiteY57" fmla="*/ 337185 h 2154555"/>
                <a:gd name="connsiteX58" fmla="*/ 480060 w 1485900"/>
                <a:gd name="connsiteY58" fmla="*/ 314325 h 2154555"/>
                <a:gd name="connsiteX59" fmla="*/ 477203 w 1485900"/>
                <a:gd name="connsiteY59" fmla="*/ 288607 h 2154555"/>
                <a:gd name="connsiteX60" fmla="*/ 494348 w 1485900"/>
                <a:gd name="connsiteY60" fmla="*/ 257175 h 2154555"/>
                <a:gd name="connsiteX61" fmla="*/ 514350 w 1485900"/>
                <a:gd name="connsiteY61" fmla="*/ 277177 h 2154555"/>
                <a:gd name="connsiteX62" fmla="*/ 534353 w 1485900"/>
                <a:gd name="connsiteY62" fmla="*/ 300037 h 2154555"/>
                <a:gd name="connsiteX63" fmla="*/ 554355 w 1485900"/>
                <a:gd name="connsiteY63" fmla="*/ 314325 h 2154555"/>
                <a:gd name="connsiteX64" fmla="*/ 574358 w 1485900"/>
                <a:gd name="connsiteY64" fmla="*/ 320040 h 2154555"/>
                <a:gd name="connsiteX65" fmla="*/ 574358 w 1485900"/>
                <a:gd name="connsiteY65" fmla="*/ 302895 h 2154555"/>
                <a:gd name="connsiteX66" fmla="*/ 545783 w 1485900"/>
                <a:gd name="connsiteY66" fmla="*/ 271462 h 2154555"/>
                <a:gd name="connsiteX67" fmla="*/ 571500 w 1485900"/>
                <a:gd name="connsiteY67" fmla="*/ 268605 h 2154555"/>
                <a:gd name="connsiteX68" fmla="*/ 565785 w 1485900"/>
                <a:gd name="connsiteY68" fmla="*/ 242887 h 2154555"/>
                <a:gd name="connsiteX69" fmla="*/ 554355 w 1485900"/>
                <a:gd name="connsiteY69" fmla="*/ 234315 h 2154555"/>
                <a:gd name="connsiteX70" fmla="*/ 548640 w 1485900"/>
                <a:gd name="connsiteY70" fmla="*/ 194310 h 2154555"/>
                <a:gd name="connsiteX71" fmla="*/ 540068 w 1485900"/>
                <a:gd name="connsiteY71" fmla="*/ 171450 h 2154555"/>
                <a:gd name="connsiteX72" fmla="*/ 540068 w 1485900"/>
                <a:gd name="connsiteY72" fmla="*/ 157162 h 2154555"/>
                <a:gd name="connsiteX73" fmla="*/ 554355 w 1485900"/>
                <a:gd name="connsiteY73" fmla="*/ 160020 h 2154555"/>
                <a:gd name="connsiteX74" fmla="*/ 608648 w 1485900"/>
                <a:gd name="connsiteY74" fmla="*/ 208597 h 2154555"/>
                <a:gd name="connsiteX75" fmla="*/ 631508 w 1485900"/>
                <a:gd name="connsiteY75" fmla="*/ 242887 h 2154555"/>
                <a:gd name="connsiteX76" fmla="*/ 651510 w 1485900"/>
                <a:gd name="connsiteY76" fmla="*/ 245745 h 2154555"/>
                <a:gd name="connsiteX77" fmla="*/ 665798 w 1485900"/>
                <a:gd name="connsiteY77" fmla="*/ 282892 h 2154555"/>
                <a:gd name="connsiteX78" fmla="*/ 682943 w 1485900"/>
                <a:gd name="connsiteY78" fmla="*/ 297180 h 2154555"/>
                <a:gd name="connsiteX79" fmla="*/ 700088 w 1485900"/>
                <a:gd name="connsiteY79" fmla="*/ 291465 h 2154555"/>
                <a:gd name="connsiteX80" fmla="*/ 705803 w 1485900"/>
                <a:gd name="connsiteY80" fmla="*/ 285750 h 2154555"/>
                <a:gd name="connsiteX81" fmla="*/ 688658 w 1485900"/>
                <a:gd name="connsiteY81" fmla="*/ 262890 h 2154555"/>
                <a:gd name="connsiteX82" fmla="*/ 688658 w 1485900"/>
                <a:gd name="connsiteY82" fmla="*/ 222885 h 2154555"/>
                <a:gd name="connsiteX83" fmla="*/ 660083 w 1485900"/>
                <a:gd name="connsiteY83" fmla="*/ 205740 h 2154555"/>
                <a:gd name="connsiteX84" fmla="*/ 622935 w 1485900"/>
                <a:gd name="connsiteY84" fmla="*/ 151447 h 2154555"/>
                <a:gd name="connsiteX85" fmla="*/ 622935 w 1485900"/>
                <a:gd name="connsiteY85" fmla="*/ 151447 h 2154555"/>
                <a:gd name="connsiteX86" fmla="*/ 617220 w 1485900"/>
                <a:gd name="connsiteY86" fmla="*/ 137160 h 2154555"/>
                <a:gd name="connsiteX87" fmla="*/ 651510 w 1485900"/>
                <a:gd name="connsiteY87" fmla="*/ 137160 h 2154555"/>
                <a:gd name="connsiteX88" fmla="*/ 688658 w 1485900"/>
                <a:gd name="connsiteY88" fmla="*/ 174307 h 2154555"/>
                <a:gd name="connsiteX89" fmla="*/ 688658 w 1485900"/>
                <a:gd name="connsiteY89" fmla="*/ 194310 h 2154555"/>
                <a:gd name="connsiteX90" fmla="*/ 685800 w 1485900"/>
                <a:gd name="connsiteY90" fmla="*/ 205740 h 2154555"/>
                <a:gd name="connsiteX91" fmla="*/ 697230 w 1485900"/>
                <a:gd name="connsiteY91" fmla="*/ 208597 h 2154555"/>
                <a:gd name="connsiteX92" fmla="*/ 705803 w 1485900"/>
                <a:gd name="connsiteY92" fmla="*/ 205740 h 2154555"/>
                <a:gd name="connsiteX93" fmla="*/ 748665 w 1485900"/>
                <a:gd name="connsiteY93" fmla="*/ 220027 h 2154555"/>
                <a:gd name="connsiteX94" fmla="*/ 748665 w 1485900"/>
                <a:gd name="connsiteY94" fmla="*/ 202882 h 2154555"/>
                <a:gd name="connsiteX95" fmla="*/ 725805 w 1485900"/>
                <a:gd name="connsiteY95" fmla="*/ 180022 h 2154555"/>
                <a:gd name="connsiteX96" fmla="*/ 682943 w 1485900"/>
                <a:gd name="connsiteY96" fmla="*/ 111442 h 2154555"/>
                <a:gd name="connsiteX97" fmla="*/ 711518 w 1485900"/>
                <a:gd name="connsiteY97" fmla="*/ 117157 h 2154555"/>
                <a:gd name="connsiteX98" fmla="*/ 742950 w 1485900"/>
                <a:gd name="connsiteY98" fmla="*/ 108585 h 2154555"/>
                <a:gd name="connsiteX99" fmla="*/ 777240 w 1485900"/>
                <a:gd name="connsiteY99" fmla="*/ 140017 h 2154555"/>
                <a:gd name="connsiteX100" fmla="*/ 788670 w 1485900"/>
                <a:gd name="connsiteY100" fmla="*/ 160020 h 2154555"/>
                <a:gd name="connsiteX101" fmla="*/ 797243 w 1485900"/>
                <a:gd name="connsiteY101" fmla="*/ 180022 h 2154555"/>
                <a:gd name="connsiteX102" fmla="*/ 808673 w 1485900"/>
                <a:gd name="connsiteY102" fmla="*/ 182880 h 2154555"/>
                <a:gd name="connsiteX103" fmla="*/ 822960 w 1485900"/>
                <a:gd name="connsiteY103" fmla="*/ 162877 h 2154555"/>
                <a:gd name="connsiteX104" fmla="*/ 814388 w 1485900"/>
                <a:gd name="connsiteY104" fmla="*/ 120015 h 2154555"/>
                <a:gd name="connsiteX105" fmla="*/ 760095 w 1485900"/>
                <a:gd name="connsiteY105" fmla="*/ 82867 h 2154555"/>
                <a:gd name="connsiteX106" fmla="*/ 674370 w 1485900"/>
                <a:gd name="connsiteY106" fmla="*/ 88582 h 2154555"/>
                <a:gd name="connsiteX107" fmla="*/ 654368 w 1485900"/>
                <a:gd name="connsiteY107" fmla="*/ 85725 h 2154555"/>
                <a:gd name="connsiteX108" fmla="*/ 645795 w 1485900"/>
                <a:gd name="connsiteY108" fmla="*/ 77152 h 2154555"/>
                <a:gd name="connsiteX109" fmla="*/ 642938 w 1485900"/>
                <a:gd name="connsiteY109" fmla="*/ 54292 h 2154555"/>
                <a:gd name="connsiteX110" fmla="*/ 685800 w 1485900"/>
                <a:gd name="connsiteY110" fmla="*/ 54292 h 2154555"/>
                <a:gd name="connsiteX111" fmla="*/ 694373 w 1485900"/>
                <a:gd name="connsiteY111" fmla="*/ 48577 h 2154555"/>
                <a:gd name="connsiteX112" fmla="*/ 657225 w 1485900"/>
                <a:gd name="connsiteY112" fmla="*/ 8572 h 2154555"/>
                <a:gd name="connsiteX113" fmla="*/ 682943 w 1485900"/>
                <a:gd name="connsiteY113" fmla="*/ 8572 h 2154555"/>
                <a:gd name="connsiteX114" fmla="*/ 731520 w 1485900"/>
                <a:gd name="connsiteY114" fmla="*/ 14287 h 2154555"/>
                <a:gd name="connsiteX115" fmla="*/ 762953 w 1485900"/>
                <a:gd name="connsiteY115" fmla="*/ 25717 h 2154555"/>
                <a:gd name="connsiteX116" fmla="*/ 774383 w 1485900"/>
                <a:gd name="connsiteY116" fmla="*/ 34290 h 2154555"/>
                <a:gd name="connsiteX117" fmla="*/ 774383 w 1485900"/>
                <a:gd name="connsiteY117" fmla="*/ 51435 h 2154555"/>
                <a:gd name="connsiteX118" fmla="*/ 808673 w 1485900"/>
                <a:gd name="connsiteY118" fmla="*/ 77152 h 2154555"/>
                <a:gd name="connsiteX119" fmla="*/ 822960 w 1485900"/>
                <a:gd name="connsiteY119" fmla="*/ 85725 h 2154555"/>
                <a:gd name="connsiteX120" fmla="*/ 831533 w 1485900"/>
                <a:gd name="connsiteY120" fmla="*/ 82867 h 2154555"/>
                <a:gd name="connsiteX121" fmla="*/ 834390 w 1485900"/>
                <a:gd name="connsiteY121" fmla="*/ 57150 h 2154555"/>
                <a:gd name="connsiteX122" fmla="*/ 860108 w 1485900"/>
                <a:gd name="connsiteY122" fmla="*/ 0 h 2154555"/>
                <a:gd name="connsiteX123" fmla="*/ 882968 w 1485900"/>
                <a:gd name="connsiteY123" fmla="*/ 8572 h 2154555"/>
                <a:gd name="connsiteX124" fmla="*/ 942975 w 1485900"/>
                <a:gd name="connsiteY124" fmla="*/ 25717 h 2154555"/>
                <a:gd name="connsiteX125" fmla="*/ 954405 w 1485900"/>
                <a:gd name="connsiteY125" fmla="*/ 25717 h 2154555"/>
                <a:gd name="connsiteX126" fmla="*/ 962978 w 1485900"/>
                <a:gd name="connsiteY126" fmla="*/ 17145 h 2154555"/>
                <a:gd name="connsiteX127" fmla="*/ 974408 w 1485900"/>
                <a:gd name="connsiteY127" fmla="*/ 34290 h 2154555"/>
                <a:gd name="connsiteX128" fmla="*/ 968693 w 1485900"/>
                <a:gd name="connsiteY128" fmla="*/ 65722 h 2154555"/>
                <a:gd name="connsiteX129" fmla="*/ 971550 w 1485900"/>
                <a:gd name="connsiteY129" fmla="*/ 74295 h 2154555"/>
                <a:gd name="connsiteX130" fmla="*/ 994410 w 1485900"/>
                <a:gd name="connsiteY130" fmla="*/ 62865 h 2154555"/>
                <a:gd name="connsiteX131" fmla="*/ 1020128 w 1485900"/>
                <a:gd name="connsiteY131" fmla="*/ 57150 h 2154555"/>
                <a:gd name="connsiteX132" fmla="*/ 1054418 w 1485900"/>
                <a:gd name="connsiteY132" fmla="*/ 20002 h 2154555"/>
                <a:gd name="connsiteX133" fmla="*/ 1088708 w 1485900"/>
                <a:gd name="connsiteY133" fmla="*/ 28575 h 2154555"/>
                <a:gd name="connsiteX134" fmla="*/ 1102995 w 1485900"/>
                <a:gd name="connsiteY134" fmla="*/ 45720 h 2154555"/>
                <a:gd name="connsiteX135" fmla="*/ 1117283 w 1485900"/>
                <a:gd name="connsiteY135" fmla="*/ 51435 h 2154555"/>
                <a:gd name="connsiteX136" fmla="*/ 1160145 w 1485900"/>
                <a:gd name="connsiteY136" fmla="*/ 22860 h 2154555"/>
                <a:gd name="connsiteX137" fmla="*/ 1174433 w 1485900"/>
                <a:gd name="connsiteY137" fmla="*/ 40005 h 2154555"/>
                <a:gd name="connsiteX138" fmla="*/ 1174433 w 1485900"/>
                <a:gd name="connsiteY138" fmla="*/ 40005 h 2154555"/>
                <a:gd name="connsiteX139" fmla="*/ 1151573 w 1485900"/>
                <a:gd name="connsiteY139" fmla="*/ 88582 h 2154555"/>
                <a:gd name="connsiteX140" fmla="*/ 1151573 w 1485900"/>
                <a:gd name="connsiteY140" fmla="*/ 111442 h 2154555"/>
                <a:gd name="connsiteX141" fmla="*/ 1145858 w 1485900"/>
                <a:gd name="connsiteY141" fmla="*/ 117157 h 2154555"/>
                <a:gd name="connsiteX142" fmla="*/ 1171575 w 1485900"/>
                <a:gd name="connsiteY142" fmla="*/ 102870 h 2154555"/>
                <a:gd name="connsiteX143" fmla="*/ 1194435 w 1485900"/>
                <a:gd name="connsiteY143" fmla="*/ 82867 h 2154555"/>
                <a:gd name="connsiteX144" fmla="*/ 1203008 w 1485900"/>
                <a:gd name="connsiteY144" fmla="*/ 100012 h 2154555"/>
                <a:gd name="connsiteX145" fmla="*/ 1228725 w 1485900"/>
                <a:gd name="connsiteY145" fmla="*/ 105727 h 2154555"/>
                <a:gd name="connsiteX146" fmla="*/ 1243013 w 1485900"/>
                <a:gd name="connsiteY146" fmla="*/ 125730 h 2154555"/>
                <a:gd name="connsiteX147" fmla="*/ 1263015 w 1485900"/>
                <a:gd name="connsiteY147" fmla="*/ 142875 h 2154555"/>
                <a:gd name="connsiteX148" fmla="*/ 1263015 w 1485900"/>
                <a:gd name="connsiteY148" fmla="*/ 142875 h 2154555"/>
                <a:gd name="connsiteX149" fmla="*/ 1234440 w 1485900"/>
                <a:gd name="connsiteY149" fmla="*/ 200025 h 2154555"/>
                <a:gd name="connsiteX150" fmla="*/ 1214438 w 1485900"/>
                <a:gd name="connsiteY150" fmla="*/ 205740 h 2154555"/>
                <a:gd name="connsiteX151" fmla="*/ 1191578 w 1485900"/>
                <a:gd name="connsiteY151" fmla="*/ 202882 h 2154555"/>
                <a:gd name="connsiteX152" fmla="*/ 1174433 w 1485900"/>
                <a:gd name="connsiteY152" fmla="*/ 220027 h 2154555"/>
                <a:gd name="connsiteX153" fmla="*/ 1148715 w 1485900"/>
                <a:gd name="connsiteY153" fmla="*/ 217170 h 2154555"/>
                <a:gd name="connsiteX154" fmla="*/ 1111568 w 1485900"/>
                <a:gd name="connsiteY154" fmla="*/ 200025 h 2154555"/>
                <a:gd name="connsiteX155" fmla="*/ 1068705 w 1485900"/>
                <a:gd name="connsiteY155" fmla="*/ 217170 h 2154555"/>
                <a:gd name="connsiteX156" fmla="*/ 1025843 w 1485900"/>
                <a:gd name="connsiteY156" fmla="*/ 211455 h 2154555"/>
                <a:gd name="connsiteX157" fmla="*/ 1011555 w 1485900"/>
                <a:gd name="connsiteY157" fmla="*/ 214312 h 2154555"/>
                <a:gd name="connsiteX158" fmla="*/ 1042988 w 1485900"/>
                <a:gd name="connsiteY158" fmla="*/ 240030 h 2154555"/>
                <a:gd name="connsiteX159" fmla="*/ 1005840 w 1485900"/>
                <a:gd name="connsiteY159" fmla="*/ 262890 h 2154555"/>
                <a:gd name="connsiteX160" fmla="*/ 980123 w 1485900"/>
                <a:gd name="connsiteY160" fmla="*/ 274320 h 2154555"/>
                <a:gd name="connsiteX161" fmla="*/ 980123 w 1485900"/>
                <a:gd name="connsiteY161" fmla="*/ 288607 h 2154555"/>
                <a:gd name="connsiteX162" fmla="*/ 982980 w 1485900"/>
                <a:gd name="connsiteY162" fmla="*/ 308610 h 2154555"/>
                <a:gd name="connsiteX163" fmla="*/ 997268 w 1485900"/>
                <a:gd name="connsiteY163" fmla="*/ 305752 h 2154555"/>
                <a:gd name="connsiteX164" fmla="*/ 1020128 w 1485900"/>
                <a:gd name="connsiteY164" fmla="*/ 285750 h 2154555"/>
                <a:gd name="connsiteX165" fmla="*/ 1068705 w 1485900"/>
                <a:gd name="connsiteY165" fmla="*/ 257175 h 2154555"/>
                <a:gd name="connsiteX166" fmla="*/ 1120140 w 1485900"/>
                <a:gd name="connsiteY166" fmla="*/ 257175 h 2154555"/>
                <a:gd name="connsiteX167" fmla="*/ 1154430 w 1485900"/>
                <a:gd name="connsiteY167" fmla="*/ 254317 h 2154555"/>
                <a:gd name="connsiteX168" fmla="*/ 1168718 w 1485900"/>
                <a:gd name="connsiteY168" fmla="*/ 274320 h 2154555"/>
                <a:gd name="connsiteX169" fmla="*/ 1157288 w 1485900"/>
                <a:gd name="connsiteY169" fmla="*/ 291465 h 2154555"/>
                <a:gd name="connsiteX170" fmla="*/ 1134428 w 1485900"/>
                <a:gd name="connsiteY170" fmla="*/ 314325 h 2154555"/>
                <a:gd name="connsiteX171" fmla="*/ 1114425 w 1485900"/>
                <a:gd name="connsiteY171" fmla="*/ 334327 h 2154555"/>
                <a:gd name="connsiteX172" fmla="*/ 1120140 w 1485900"/>
                <a:gd name="connsiteY172" fmla="*/ 360045 h 2154555"/>
                <a:gd name="connsiteX173" fmla="*/ 1148715 w 1485900"/>
                <a:gd name="connsiteY173" fmla="*/ 342900 h 2154555"/>
                <a:gd name="connsiteX174" fmla="*/ 1174433 w 1485900"/>
                <a:gd name="connsiteY174" fmla="*/ 311467 h 2154555"/>
                <a:gd name="connsiteX175" fmla="*/ 1208723 w 1485900"/>
                <a:gd name="connsiteY175" fmla="*/ 262890 h 2154555"/>
                <a:gd name="connsiteX176" fmla="*/ 1217295 w 1485900"/>
                <a:gd name="connsiteY176" fmla="*/ 242887 h 2154555"/>
                <a:gd name="connsiteX177" fmla="*/ 1237298 w 1485900"/>
                <a:gd name="connsiteY177" fmla="*/ 242887 h 2154555"/>
                <a:gd name="connsiteX178" fmla="*/ 1248728 w 1485900"/>
                <a:gd name="connsiteY178" fmla="*/ 268605 h 2154555"/>
                <a:gd name="connsiteX179" fmla="*/ 1240155 w 1485900"/>
                <a:gd name="connsiteY179" fmla="*/ 334327 h 2154555"/>
                <a:gd name="connsiteX180" fmla="*/ 1231583 w 1485900"/>
                <a:gd name="connsiteY180" fmla="*/ 365760 h 2154555"/>
                <a:gd name="connsiteX181" fmla="*/ 1191578 w 1485900"/>
                <a:gd name="connsiteY181" fmla="*/ 440055 h 2154555"/>
                <a:gd name="connsiteX182" fmla="*/ 1183005 w 1485900"/>
                <a:gd name="connsiteY182" fmla="*/ 474345 h 2154555"/>
                <a:gd name="connsiteX183" fmla="*/ 1177290 w 1485900"/>
                <a:gd name="connsiteY183" fmla="*/ 497205 h 2154555"/>
                <a:gd name="connsiteX184" fmla="*/ 1208723 w 1485900"/>
                <a:gd name="connsiteY184" fmla="*/ 468630 h 2154555"/>
                <a:gd name="connsiteX185" fmla="*/ 1245870 w 1485900"/>
                <a:gd name="connsiteY185" fmla="*/ 400050 h 2154555"/>
                <a:gd name="connsiteX186" fmla="*/ 1260158 w 1485900"/>
                <a:gd name="connsiteY186" fmla="*/ 377190 h 2154555"/>
                <a:gd name="connsiteX187" fmla="*/ 1291590 w 1485900"/>
                <a:gd name="connsiteY187" fmla="*/ 317182 h 2154555"/>
                <a:gd name="connsiteX188" fmla="*/ 1300163 w 1485900"/>
                <a:gd name="connsiteY188" fmla="*/ 342900 h 2154555"/>
                <a:gd name="connsiteX189" fmla="*/ 1311593 w 1485900"/>
                <a:gd name="connsiteY189" fmla="*/ 348615 h 2154555"/>
                <a:gd name="connsiteX190" fmla="*/ 1323023 w 1485900"/>
                <a:gd name="connsiteY190" fmla="*/ 328612 h 2154555"/>
                <a:gd name="connsiteX191" fmla="*/ 1343025 w 1485900"/>
                <a:gd name="connsiteY191" fmla="*/ 345757 h 2154555"/>
                <a:gd name="connsiteX192" fmla="*/ 1357313 w 1485900"/>
                <a:gd name="connsiteY192" fmla="*/ 348615 h 2154555"/>
                <a:gd name="connsiteX193" fmla="*/ 1363028 w 1485900"/>
                <a:gd name="connsiteY193" fmla="*/ 322897 h 2154555"/>
                <a:gd name="connsiteX194" fmla="*/ 1368743 w 1485900"/>
                <a:gd name="connsiteY194" fmla="*/ 280035 h 2154555"/>
                <a:gd name="connsiteX195" fmla="*/ 1394460 w 1485900"/>
                <a:gd name="connsiteY195" fmla="*/ 268605 h 2154555"/>
                <a:gd name="connsiteX196" fmla="*/ 1434465 w 1485900"/>
                <a:gd name="connsiteY196" fmla="*/ 282892 h 2154555"/>
                <a:gd name="connsiteX197" fmla="*/ 1434465 w 1485900"/>
                <a:gd name="connsiteY197" fmla="*/ 282892 h 2154555"/>
                <a:gd name="connsiteX198" fmla="*/ 1485900 w 1485900"/>
                <a:gd name="connsiteY198" fmla="*/ 320040 h 2154555"/>
                <a:gd name="connsiteX199" fmla="*/ 1480185 w 1485900"/>
                <a:gd name="connsiteY199" fmla="*/ 351472 h 2154555"/>
                <a:gd name="connsiteX200" fmla="*/ 1468755 w 1485900"/>
                <a:gd name="connsiteY200" fmla="*/ 377190 h 2154555"/>
                <a:gd name="connsiteX201" fmla="*/ 1437323 w 1485900"/>
                <a:gd name="connsiteY201" fmla="*/ 400050 h 2154555"/>
                <a:gd name="connsiteX202" fmla="*/ 1414463 w 1485900"/>
                <a:gd name="connsiteY202" fmla="*/ 408622 h 2154555"/>
                <a:gd name="connsiteX203" fmla="*/ 1428750 w 1485900"/>
                <a:gd name="connsiteY203" fmla="*/ 437197 h 2154555"/>
                <a:gd name="connsiteX204" fmla="*/ 1385888 w 1485900"/>
                <a:gd name="connsiteY204" fmla="*/ 462915 h 2154555"/>
                <a:gd name="connsiteX205" fmla="*/ 1354455 w 1485900"/>
                <a:gd name="connsiteY205" fmla="*/ 454342 h 2154555"/>
                <a:gd name="connsiteX206" fmla="*/ 1345883 w 1485900"/>
                <a:gd name="connsiteY206" fmla="*/ 468630 h 2154555"/>
                <a:gd name="connsiteX207" fmla="*/ 1320165 w 1485900"/>
                <a:gd name="connsiteY207" fmla="*/ 474345 h 2154555"/>
                <a:gd name="connsiteX208" fmla="*/ 1294448 w 1485900"/>
                <a:gd name="connsiteY208" fmla="*/ 471487 h 2154555"/>
                <a:gd name="connsiteX209" fmla="*/ 1271588 w 1485900"/>
                <a:gd name="connsiteY209" fmla="*/ 477202 h 2154555"/>
                <a:gd name="connsiteX210" fmla="*/ 1271588 w 1485900"/>
                <a:gd name="connsiteY210" fmla="*/ 497205 h 2154555"/>
                <a:gd name="connsiteX211" fmla="*/ 1288733 w 1485900"/>
                <a:gd name="connsiteY211" fmla="*/ 505777 h 2154555"/>
                <a:gd name="connsiteX212" fmla="*/ 1314450 w 1485900"/>
                <a:gd name="connsiteY212" fmla="*/ 485775 h 2154555"/>
                <a:gd name="connsiteX213" fmla="*/ 1343025 w 1485900"/>
                <a:gd name="connsiteY213" fmla="*/ 500062 h 2154555"/>
                <a:gd name="connsiteX214" fmla="*/ 1403033 w 1485900"/>
                <a:gd name="connsiteY214" fmla="*/ 488632 h 2154555"/>
                <a:gd name="connsiteX215" fmla="*/ 1383030 w 1485900"/>
                <a:gd name="connsiteY215" fmla="*/ 517207 h 2154555"/>
                <a:gd name="connsiteX216" fmla="*/ 1348740 w 1485900"/>
                <a:gd name="connsiteY216" fmla="*/ 534352 h 2154555"/>
                <a:gd name="connsiteX217" fmla="*/ 1314450 w 1485900"/>
                <a:gd name="connsiteY217" fmla="*/ 534352 h 2154555"/>
                <a:gd name="connsiteX218" fmla="*/ 1300163 w 1485900"/>
                <a:gd name="connsiteY218" fmla="*/ 531495 h 2154555"/>
                <a:gd name="connsiteX219" fmla="*/ 1288733 w 1485900"/>
                <a:gd name="connsiteY219" fmla="*/ 577215 h 2154555"/>
                <a:gd name="connsiteX220" fmla="*/ 1288733 w 1485900"/>
                <a:gd name="connsiteY220" fmla="*/ 600075 h 2154555"/>
                <a:gd name="connsiteX221" fmla="*/ 1311593 w 1485900"/>
                <a:gd name="connsiteY221" fmla="*/ 594360 h 2154555"/>
                <a:gd name="connsiteX222" fmla="*/ 1305878 w 1485900"/>
                <a:gd name="connsiteY222" fmla="*/ 577215 h 2154555"/>
                <a:gd name="connsiteX223" fmla="*/ 1340168 w 1485900"/>
                <a:gd name="connsiteY223" fmla="*/ 557212 h 2154555"/>
                <a:gd name="connsiteX224" fmla="*/ 1340168 w 1485900"/>
                <a:gd name="connsiteY224" fmla="*/ 557212 h 2154555"/>
                <a:gd name="connsiteX225" fmla="*/ 1354455 w 1485900"/>
                <a:gd name="connsiteY225" fmla="*/ 582930 h 2154555"/>
                <a:gd name="connsiteX226" fmla="*/ 1343025 w 1485900"/>
                <a:gd name="connsiteY226" fmla="*/ 608647 h 2154555"/>
                <a:gd name="connsiteX227" fmla="*/ 1328738 w 1485900"/>
                <a:gd name="connsiteY227" fmla="*/ 594360 h 2154555"/>
                <a:gd name="connsiteX228" fmla="*/ 1311593 w 1485900"/>
                <a:gd name="connsiteY228" fmla="*/ 622935 h 2154555"/>
                <a:gd name="connsiteX229" fmla="*/ 1311593 w 1485900"/>
                <a:gd name="connsiteY229" fmla="*/ 674370 h 2154555"/>
                <a:gd name="connsiteX230" fmla="*/ 1300163 w 1485900"/>
                <a:gd name="connsiteY230" fmla="*/ 691515 h 2154555"/>
                <a:gd name="connsiteX231" fmla="*/ 1297305 w 1485900"/>
                <a:gd name="connsiteY231" fmla="*/ 714375 h 2154555"/>
                <a:gd name="connsiteX232" fmla="*/ 1268730 w 1485900"/>
                <a:gd name="connsiteY232" fmla="*/ 737235 h 2154555"/>
                <a:gd name="connsiteX233" fmla="*/ 1277303 w 1485900"/>
                <a:gd name="connsiteY233" fmla="*/ 748665 h 2154555"/>
                <a:gd name="connsiteX234" fmla="*/ 1260158 w 1485900"/>
                <a:gd name="connsiteY234" fmla="*/ 857250 h 2154555"/>
                <a:gd name="connsiteX235" fmla="*/ 1257300 w 1485900"/>
                <a:gd name="connsiteY235" fmla="*/ 880110 h 2154555"/>
                <a:gd name="connsiteX236" fmla="*/ 1280160 w 1485900"/>
                <a:gd name="connsiteY236" fmla="*/ 848677 h 2154555"/>
                <a:gd name="connsiteX237" fmla="*/ 1320165 w 1485900"/>
                <a:gd name="connsiteY237" fmla="*/ 874395 h 2154555"/>
                <a:gd name="connsiteX238" fmla="*/ 1291590 w 1485900"/>
                <a:gd name="connsiteY238" fmla="*/ 871537 h 2154555"/>
                <a:gd name="connsiteX239" fmla="*/ 1283018 w 1485900"/>
                <a:gd name="connsiteY239" fmla="*/ 897255 h 2154555"/>
                <a:gd name="connsiteX240" fmla="*/ 1288733 w 1485900"/>
                <a:gd name="connsiteY240" fmla="*/ 917257 h 2154555"/>
                <a:gd name="connsiteX241" fmla="*/ 1308735 w 1485900"/>
                <a:gd name="connsiteY241" fmla="*/ 902970 h 2154555"/>
                <a:gd name="connsiteX242" fmla="*/ 1320165 w 1485900"/>
                <a:gd name="connsiteY242" fmla="*/ 920115 h 2154555"/>
                <a:gd name="connsiteX243" fmla="*/ 1343025 w 1485900"/>
                <a:gd name="connsiteY243" fmla="*/ 920115 h 2154555"/>
                <a:gd name="connsiteX244" fmla="*/ 1343025 w 1485900"/>
                <a:gd name="connsiteY244" fmla="*/ 954405 h 2154555"/>
                <a:gd name="connsiteX245" fmla="*/ 1328738 w 1485900"/>
                <a:gd name="connsiteY245" fmla="*/ 962977 h 2154555"/>
                <a:gd name="connsiteX246" fmla="*/ 1305878 w 1485900"/>
                <a:gd name="connsiteY246" fmla="*/ 957262 h 2154555"/>
                <a:gd name="connsiteX247" fmla="*/ 1271588 w 1485900"/>
                <a:gd name="connsiteY247" fmla="*/ 954405 h 2154555"/>
                <a:gd name="connsiteX248" fmla="*/ 1268730 w 1485900"/>
                <a:gd name="connsiteY248" fmla="*/ 980122 h 2154555"/>
                <a:gd name="connsiteX249" fmla="*/ 1245870 w 1485900"/>
                <a:gd name="connsiteY249" fmla="*/ 968692 h 2154555"/>
                <a:gd name="connsiteX250" fmla="*/ 1234440 w 1485900"/>
                <a:gd name="connsiteY250" fmla="*/ 977265 h 2154555"/>
                <a:gd name="connsiteX251" fmla="*/ 1234440 w 1485900"/>
                <a:gd name="connsiteY251" fmla="*/ 1000125 h 2154555"/>
                <a:gd name="connsiteX252" fmla="*/ 1265873 w 1485900"/>
                <a:gd name="connsiteY252" fmla="*/ 1040130 h 2154555"/>
                <a:gd name="connsiteX253" fmla="*/ 1297305 w 1485900"/>
                <a:gd name="connsiteY253" fmla="*/ 1028700 h 2154555"/>
                <a:gd name="connsiteX254" fmla="*/ 1280160 w 1485900"/>
                <a:gd name="connsiteY254" fmla="*/ 1054417 h 2154555"/>
                <a:gd name="connsiteX255" fmla="*/ 1297305 w 1485900"/>
                <a:gd name="connsiteY255" fmla="*/ 1071562 h 2154555"/>
                <a:gd name="connsiteX256" fmla="*/ 1308735 w 1485900"/>
                <a:gd name="connsiteY256" fmla="*/ 1100137 h 2154555"/>
                <a:gd name="connsiteX257" fmla="*/ 1311593 w 1485900"/>
                <a:gd name="connsiteY257" fmla="*/ 1131570 h 2154555"/>
                <a:gd name="connsiteX258" fmla="*/ 1288733 w 1485900"/>
                <a:gd name="connsiteY258" fmla="*/ 1114425 h 2154555"/>
                <a:gd name="connsiteX259" fmla="*/ 1265873 w 1485900"/>
                <a:gd name="connsiteY259" fmla="*/ 1105852 h 2154555"/>
                <a:gd name="connsiteX260" fmla="*/ 1240155 w 1485900"/>
                <a:gd name="connsiteY260" fmla="*/ 1117282 h 2154555"/>
                <a:gd name="connsiteX261" fmla="*/ 1263015 w 1485900"/>
                <a:gd name="connsiteY261" fmla="*/ 1128712 h 2154555"/>
                <a:gd name="connsiteX262" fmla="*/ 1251585 w 1485900"/>
                <a:gd name="connsiteY262" fmla="*/ 1157287 h 2154555"/>
                <a:gd name="connsiteX263" fmla="*/ 1283018 w 1485900"/>
                <a:gd name="connsiteY263" fmla="*/ 1145857 h 2154555"/>
                <a:gd name="connsiteX264" fmla="*/ 1263015 w 1485900"/>
                <a:gd name="connsiteY264" fmla="*/ 1185862 h 2154555"/>
                <a:gd name="connsiteX265" fmla="*/ 1294448 w 1485900"/>
                <a:gd name="connsiteY265" fmla="*/ 1194435 h 2154555"/>
                <a:gd name="connsiteX266" fmla="*/ 1308735 w 1485900"/>
                <a:gd name="connsiteY266" fmla="*/ 1183005 h 2154555"/>
                <a:gd name="connsiteX267" fmla="*/ 1308735 w 1485900"/>
                <a:gd name="connsiteY267" fmla="*/ 1205865 h 2154555"/>
                <a:gd name="connsiteX268" fmla="*/ 1317308 w 1485900"/>
                <a:gd name="connsiteY268" fmla="*/ 1225867 h 2154555"/>
                <a:gd name="connsiteX269" fmla="*/ 1300163 w 1485900"/>
                <a:gd name="connsiteY269" fmla="*/ 1208722 h 2154555"/>
                <a:gd name="connsiteX270" fmla="*/ 1260158 w 1485900"/>
                <a:gd name="connsiteY270" fmla="*/ 1200150 h 2154555"/>
                <a:gd name="connsiteX271" fmla="*/ 1243013 w 1485900"/>
                <a:gd name="connsiteY271" fmla="*/ 1220152 h 2154555"/>
                <a:gd name="connsiteX272" fmla="*/ 1260158 w 1485900"/>
                <a:gd name="connsiteY272" fmla="*/ 1248727 h 2154555"/>
                <a:gd name="connsiteX273" fmla="*/ 1277303 w 1485900"/>
                <a:gd name="connsiteY273" fmla="*/ 1257300 h 2154555"/>
                <a:gd name="connsiteX274" fmla="*/ 1288733 w 1485900"/>
                <a:gd name="connsiteY274" fmla="*/ 1257300 h 2154555"/>
                <a:gd name="connsiteX275" fmla="*/ 1285875 w 1485900"/>
                <a:gd name="connsiteY275" fmla="*/ 1274445 h 2154555"/>
                <a:gd name="connsiteX276" fmla="*/ 1274445 w 1485900"/>
                <a:gd name="connsiteY276" fmla="*/ 1294447 h 2154555"/>
                <a:gd name="connsiteX277" fmla="*/ 1257300 w 1485900"/>
                <a:gd name="connsiteY277" fmla="*/ 1300162 h 2154555"/>
                <a:gd name="connsiteX278" fmla="*/ 1243013 w 1485900"/>
                <a:gd name="connsiteY278" fmla="*/ 1300162 h 2154555"/>
                <a:gd name="connsiteX279" fmla="*/ 1211580 w 1485900"/>
                <a:gd name="connsiteY279" fmla="*/ 1288732 h 2154555"/>
                <a:gd name="connsiteX280" fmla="*/ 1203008 w 1485900"/>
                <a:gd name="connsiteY280" fmla="*/ 1260157 h 2154555"/>
                <a:gd name="connsiteX281" fmla="*/ 1174433 w 1485900"/>
                <a:gd name="connsiteY281" fmla="*/ 1268730 h 2154555"/>
                <a:gd name="connsiteX282" fmla="*/ 1180148 w 1485900"/>
                <a:gd name="connsiteY282" fmla="*/ 1285875 h 2154555"/>
                <a:gd name="connsiteX283" fmla="*/ 1160145 w 1485900"/>
                <a:gd name="connsiteY283" fmla="*/ 1303020 h 2154555"/>
                <a:gd name="connsiteX284" fmla="*/ 1134428 w 1485900"/>
                <a:gd name="connsiteY284" fmla="*/ 1300162 h 2154555"/>
                <a:gd name="connsiteX285" fmla="*/ 1134428 w 1485900"/>
                <a:gd name="connsiteY285" fmla="*/ 1323022 h 2154555"/>
                <a:gd name="connsiteX286" fmla="*/ 1157288 w 1485900"/>
                <a:gd name="connsiteY286" fmla="*/ 1317307 h 2154555"/>
                <a:gd name="connsiteX287" fmla="*/ 1165860 w 1485900"/>
                <a:gd name="connsiteY287" fmla="*/ 1337310 h 2154555"/>
                <a:gd name="connsiteX288" fmla="*/ 1125855 w 1485900"/>
                <a:gd name="connsiteY288" fmla="*/ 1345882 h 2154555"/>
                <a:gd name="connsiteX289" fmla="*/ 1143000 w 1485900"/>
                <a:gd name="connsiteY289" fmla="*/ 1365885 h 2154555"/>
                <a:gd name="connsiteX290" fmla="*/ 1174433 w 1485900"/>
                <a:gd name="connsiteY290" fmla="*/ 1348740 h 2154555"/>
                <a:gd name="connsiteX291" fmla="*/ 1188720 w 1485900"/>
                <a:gd name="connsiteY291" fmla="*/ 1371600 h 2154555"/>
                <a:gd name="connsiteX292" fmla="*/ 1157288 w 1485900"/>
                <a:gd name="connsiteY292" fmla="*/ 1374457 h 2154555"/>
                <a:gd name="connsiteX293" fmla="*/ 1165860 w 1485900"/>
                <a:gd name="connsiteY293" fmla="*/ 1405890 h 2154555"/>
                <a:gd name="connsiteX294" fmla="*/ 1165860 w 1485900"/>
                <a:gd name="connsiteY294" fmla="*/ 1405890 h 2154555"/>
                <a:gd name="connsiteX295" fmla="*/ 1188720 w 1485900"/>
                <a:gd name="connsiteY295" fmla="*/ 1385887 h 2154555"/>
                <a:gd name="connsiteX296" fmla="*/ 1225868 w 1485900"/>
                <a:gd name="connsiteY296" fmla="*/ 1417320 h 2154555"/>
                <a:gd name="connsiteX297" fmla="*/ 1228725 w 1485900"/>
                <a:gd name="connsiteY297" fmla="*/ 1448752 h 2154555"/>
                <a:gd name="connsiteX298" fmla="*/ 1251585 w 1485900"/>
                <a:gd name="connsiteY298" fmla="*/ 1434465 h 2154555"/>
                <a:gd name="connsiteX299" fmla="*/ 1243013 w 1485900"/>
                <a:gd name="connsiteY299" fmla="*/ 1460182 h 2154555"/>
                <a:gd name="connsiteX300" fmla="*/ 1248728 w 1485900"/>
                <a:gd name="connsiteY300" fmla="*/ 1480185 h 2154555"/>
                <a:gd name="connsiteX301" fmla="*/ 1265873 w 1485900"/>
                <a:gd name="connsiteY301" fmla="*/ 1463040 h 2154555"/>
                <a:gd name="connsiteX302" fmla="*/ 1263015 w 1485900"/>
                <a:gd name="connsiteY302" fmla="*/ 1494472 h 2154555"/>
                <a:gd name="connsiteX303" fmla="*/ 1268730 w 1485900"/>
                <a:gd name="connsiteY303" fmla="*/ 1531620 h 2154555"/>
                <a:gd name="connsiteX304" fmla="*/ 1243013 w 1485900"/>
                <a:gd name="connsiteY304" fmla="*/ 1505902 h 2154555"/>
                <a:gd name="connsiteX305" fmla="*/ 1225868 w 1485900"/>
                <a:gd name="connsiteY305" fmla="*/ 1531620 h 2154555"/>
                <a:gd name="connsiteX306" fmla="*/ 1208723 w 1485900"/>
                <a:gd name="connsiteY306" fmla="*/ 1520190 h 2154555"/>
                <a:gd name="connsiteX307" fmla="*/ 1200150 w 1485900"/>
                <a:gd name="connsiteY307" fmla="*/ 1483042 h 2154555"/>
                <a:gd name="connsiteX308" fmla="*/ 1194435 w 1485900"/>
                <a:gd name="connsiteY308" fmla="*/ 1465897 h 2154555"/>
                <a:gd name="connsiteX309" fmla="*/ 1180148 w 1485900"/>
                <a:gd name="connsiteY309" fmla="*/ 1451610 h 2154555"/>
                <a:gd name="connsiteX310" fmla="*/ 1168718 w 1485900"/>
                <a:gd name="connsiteY310" fmla="*/ 1457325 h 2154555"/>
                <a:gd name="connsiteX311" fmla="*/ 1160145 w 1485900"/>
                <a:gd name="connsiteY311" fmla="*/ 1448752 h 2154555"/>
                <a:gd name="connsiteX312" fmla="*/ 1145858 w 1485900"/>
                <a:gd name="connsiteY312" fmla="*/ 1440180 h 2154555"/>
                <a:gd name="connsiteX313" fmla="*/ 1120140 w 1485900"/>
                <a:gd name="connsiteY313" fmla="*/ 1423035 h 2154555"/>
                <a:gd name="connsiteX314" fmla="*/ 1105853 w 1485900"/>
                <a:gd name="connsiteY314" fmla="*/ 1425892 h 2154555"/>
                <a:gd name="connsiteX315" fmla="*/ 1108710 w 1485900"/>
                <a:gd name="connsiteY315" fmla="*/ 1443037 h 2154555"/>
                <a:gd name="connsiteX316" fmla="*/ 1131570 w 1485900"/>
                <a:gd name="connsiteY316" fmla="*/ 1457325 h 2154555"/>
                <a:gd name="connsiteX317" fmla="*/ 1165860 w 1485900"/>
                <a:gd name="connsiteY317" fmla="*/ 1471612 h 2154555"/>
                <a:gd name="connsiteX318" fmla="*/ 1134428 w 1485900"/>
                <a:gd name="connsiteY318" fmla="*/ 1494472 h 2154555"/>
                <a:gd name="connsiteX319" fmla="*/ 1108710 w 1485900"/>
                <a:gd name="connsiteY319" fmla="*/ 1483042 h 2154555"/>
                <a:gd name="connsiteX320" fmla="*/ 1094423 w 1485900"/>
                <a:gd name="connsiteY320" fmla="*/ 1497330 h 2154555"/>
                <a:gd name="connsiteX321" fmla="*/ 1100138 w 1485900"/>
                <a:gd name="connsiteY321" fmla="*/ 1514475 h 2154555"/>
                <a:gd name="connsiteX322" fmla="*/ 1100138 w 1485900"/>
                <a:gd name="connsiteY322" fmla="*/ 1514475 h 2154555"/>
                <a:gd name="connsiteX323" fmla="*/ 1088708 w 1485900"/>
                <a:gd name="connsiteY323" fmla="*/ 1543050 h 2154555"/>
                <a:gd name="connsiteX324" fmla="*/ 1125855 w 1485900"/>
                <a:gd name="connsiteY324" fmla="*/ 1531620 h 2154555"/>
                <a:gd name="connsiteX325" fmla="*/ 1097280 w 1485900"/>
                <a:gd name="connsiteY325" fmla="*/ 1563052 h 2154555"/>
                <a:gd name="connsiteX326" fmla="*/ 1120140 w 1485900"/>
                <a:gd name="connsiteY326" fmla="*/ 1574482 h 2154555"/>
                <a:gd name="connsiteX327" fmla="*/ 1168718 w 1485900"/>
                <a:gd name="connsiteY327" fmla="*/ 1545907 h 2154555"/>
                <a:gd name="connsiteX328" fmla="*/ 1245870 w 1485900"/>
                <a:gd name="connsiteY328" fmla="*/ 1560195 h 2154555"/>
                <a:gd name="connsiteX329" fmla="*/ 1203008 w 1485900"/>
                <a:gd name="connsiteY329" fmla="*/ 1574482 h 2154555"/>
                <a:gd name="connsiteX330" fmla="*/ 1203008 w 1485900"/>
                <a:gd name="connsiteY330" fmla="*/ 1603057 h 2154555"/>
                <a:gd name="connsiteX331" fmla="*/ 1180148 w 1485900"/>
                <a:gd name="connsiteY331" fmla="*/ 1620202 h 2154555"/>
                <a:gd name="connsiteX332" fmla="*/ 1163003 w 1485900"/>
                <a:gd name="connsiteY332" fmla="*/ 1628775 h 2154555"/>
                <a:gd name="connsiteX333" fmla="*/ 1163003 w 1485900"/>
                <a:gd name="connsiteY333" fmla="*/ 1628775 h 2154555"/>
                <a:gd name="connsiteX334" fmla="*/ 1151573 w 1485900"/>
                <a:gd name="connsiteY334" fmla="*/ 1631632 h 2154555"/>
                <a:gd name="connsiteX335" fmla="*/ 1148715 w 1485900"/>
                <a:gd name="connsiteY335" fmla="*/ 1651635 h 2154555"/>
                <a:gd name="connsiteX336" fmla="*/ 1111568 w 1485900"/>
                <a:gd name="connsiteY336" fmla="*/ 1665922 h 2154555"/>
                <a:gd name="connsiteX337" fmla="*/ 1080135 w 1485900"/>
                <a:gd name="connsiteY337" fmla="*/ 1665922 h 2154555"/>
                <a:gd name="connsiteX338" fmla="*/ 1062990 w 1485900"/>
                <a:gd name="connsiteY338" fmla="*/ 1694497 h 2154555"/>
                <a:gd name="connsiteX339" fmla="*/ 1062990 w 1485900"/>
                <a:gd name="connsiteY339" fmla="*/ 1694497 h 2154555"/>
                <a:gd name="connsiteX340" fmla="*/ 1008698 w 1485900"/>
                <a:gd name="connsiteY340" fmla="*/ 1697355 h 2154555"/>
                <a:gd name="connsiteX341" fmla="*/ 994410 w 1485900"/>
                <a:gd name="connsiteY341" fmla="*/ 1645920 h 2154555"/>
                <a:gd name="connsiteX342" fmla="*/ 994410 w 1485900"/>
                <a:gd name="connsiteY342" fmla="*/ 1645920 h 2154555"/>
                <a:gd name="connsiteX343" fmla="*/ 997268 w 1485900"/>
                <a:gd name="connsiteY343" fmla="*/ 1705927 h 2154555"/>
                <a:gd name="connsiteX344" fmla="*/ 980123 w 1485900"/>
                <a:gd name="connsiteY344" fmla="*/ 1728787 h 2154555"/>
                <a:gd name="connsiteX345" fmla="*/ 962978 w 1485900"/>
                <a:gd name="connsiteY345" fmla="*/ 1737360 h 2154555"/>
                <a:gd name="connsiteX346" fmla="*/ 971550 w 1485900"/>
                <a:gd name="connsiteY346" fmla="*/ 1780222 h 2154555"/>
                <a:gd name="connsiteX347" fmla="*/ 942975 w 1485900"/>
                <a:gd name="connsiteY347" fmla="*/ 1780222 h 2154555"/>
                <a:gd name="connsiteX348" fmla="*/ 922973 w 1485900"/>
                <a:gd name="connsiteY348" fmla="*/ 1791652 h 2154555"/>
                <a:gd name="connsiteX349" fmla="*/ 902970 w 1485900"/>
                <a:gd name="connsiteY349" fmla="*/ 1811655 h 2154555"/>
                <a:gd name="connsiteX350" fmla="*/ 902970 w 1485900"/>
                <a:gd name="connsiteY350" fmla="*/ 1811655 h 2154555"/>
                <a:gd name="connsiteX351" fmla="*/ 877253 w 1485900"/>
                <a:gd name="connsiteY351" fmla="*/ 1823085 h 2154555"/>
                <a:gd name="connsiteX352" fmla="*/ 860108 w 1485900"/>
                <a:gd name="connsiteY352" fmla="*/ 1825942 h 2154555"/>
                <a:gd name="connsiteX353" fmla="*/ 865823 w 1485900"/>
                <a:gd name="connsiteY353" fmla="*/ 1797367 h 2154555"/>
                <a:gd name="connsiteX354" fmla="*/ 837248 w 1485900"/>
                <a:gd name="connsiteY354" fmla="*/ 1803082 h 2154555"/>
                <a:gd name="connsiteX355" fmla="*/ 845820 w 1485900"/>
                <a:gd name="connsiteY355" fmla="*/ 1831657 h 2154555"/>
                <a:gd name="connsiteX356" fmla="*/ 840105 w 1485900"/>
                <a:gd name="connsiteY356" fmla="*/ 1845945 h 2154555"/>
                <a:gd name="connsiteX357" fmla="*/ 825818 w 1485900"/>
                <a:gd name="connsiteY357" fmla="*/ 1848802 h 2154555"/>
                <a:gd name="connsiteX358" fmla="*/ 800100 w 1485900"/>
                <a:gd name="connsiteY358" fmla="*/ 1851660 h 2154555"/>
                <a:gd name="connsiteX359" fmla="*/ 800100 w 1485900"/>
                <a:gd name="connsiteY359" fmla="*/ 1868805 h 2154555"/>
                <a:gd name="connsiteX360" fmla="*/ 800100 w 1485900"/>
                <a:gd name="connsiteY360" fmla="*/ 1868805 h 2154555"/>
                <a:gd name="connsiteX361" fmla="*/ 774383 w 1485900"/>
                <a:gd name="connsiteY361" fmla="*/ 1880235 h 2154555"/>
                <a:gd name="connsiteX362" fmla="*/ 780098 w 1485900"/>
                <a:gd name="connsiteY362" fmla="*/ 1908810 h 2154555"/>
                <a:gd name="connsiteX363" fmla="*/ 788670 w 1485900"/>
                <a:gd name="connsiteY363" fmla="*/ 1917382 h 2154555"/>
                <a:gd name="connsiteX364" fmla="*/ 771525 w 1485900"/>
                <a:gd name="connsiteY364" fmla="*/ 1931670 h 2154555"/>
                <a:gd name="connsiteX365" fmla="*/ 774383 w 1485900"/>
                <a:gd name="connsiteY365" fmla="*/ 1948815 h 2154555"/>
                <a:gd name="connsiteX366" fmla="*/ 791528 w 1485900"/>
                <a:gd name="connsiteY366" fmla="*/ 1948815 h 2154555"/>
                <a:gd name="connsiteX367" fmla="*/ 782955 w 1485900"/>
                <a:gd name="connsiteY367" fmla="*/ 1971675 h 2154555"/>
                <a:gd name="connsiteX368" fmla="*/ 780098 w 1485900"/>
                <a:gd name="connsiteY368" fmla="*/ 1991677 h 2154555"/>
                <a:gd name="connsiteX369" fmla="*/ 768668 w 1485900"/>
                <a:gd name="connsiteY369" fmla="*/ 2003107 h 2154555"/>
                <a:gd name="connsiteX370" fmla="*/ 745808 w 1485900"/>
                <a:gd name="connsiteY370" fmla="*/ 2005965 h 2154555"/>
                <a:gd name="connsiteX371" fmla="*/ 745808 w 1485900"/>
                <a:gd name="connsiteY371" fmla="*/ 2005965 h 2154555"/>
                <a:gd name="connsiteX372" fmla="*/ 754380 w 1485900"/>
                <a:gd name="connsiteY372" fmla="*/ 2031682 h 2154555"/>
                <a:gd name="connsiteX373" fmla="*/ 754380 w 1485900"/>
                <a:gd name="connsiteY373" fmla="*/ 2063115 h 2154555"/>
                <a:gd name="connsiteX374" fmla="*/ 742950 w 1485900"/>
                <a:gd name="connsiteY374" fmla="*/ 2094547 h 2154555"/>
                <a:gd name="connsiteX375" fmla="*/ 734378 w 1485900"/>
                <a:gd name="connsiteY375" fmla="*/ 2114550 h 2154555"/>
                <a:gd name="connsiteX376" fmla="*/ 717233 w 1485900"/>
                <a:gd name="connsiteY376" fmla="*/ 2125980 h 2154555"/>
                <a:gd name="connsiteX377" fmla="*/ 728663 w 1485900"/>
                <a:gd name="connsiteY377" fmla="*/ 2148840 h 2154555"/>
                <a:gd name="connsiteX378" fmla="*/ 705803 w 1485900"/>
                <a:gd name="connsiteY378" fmla="*/ 2154555 h 2154555"/>
                <a:gd name="connsiteX379" fmla="*/ 694373 w 1485900"/>
                <a:gd name="connsiteY379" fmla="*/ 2151697 h 2154555"/>
                <a:gd name="connsiteX380" fmla="*/ 682943 w 1485900"/>
                <a:gd name="connsiteY380" fmla="*/ 2123122 h 2154555"/>
                <a:gd name="connsiteX381" fmla="*/ 671513 w 1485900"/>
                <a:gd name="connsiteY381" fmla="*/ 2103120 h 2154555"/>
                <a:gd name="connsiteX382" fmla="*/ 617220 w 1485900"/>
                <a:gd name="connsiteY382" fmla="*/ 2117407 h 2154555"/>
                <a:gd name="connsiteX383" fmla="*/ 608648 w 1485900"/>
                <a:gd name="connsiteY383" fmla="*/ 2097405 h 2154555"/>
                <a:gd name="connsiteX384" fmla="*/ 602933 w 1485900"/>
                <a:gd name="connsiteY384" fmla="*/ 2080260 h 2154555"/>
                <a:gd name="connsiteX385" fmla="*/ 597218 w 1485900"/>
                <a:gd name="connsiteY385" fmla="*/ 2083117 h 2154555"/>
                <a:gd name="connsiteX386" fmla="*/ 597218 w 1485900"/>
                <a:gd name="connsiteY386" fmla="*/ 2051685 h 2154555"/>
                <a:gd name="connsiteX387" fmla="*/ 585788 w 1485900"/>
                <a:gd name="connsiteY387" fmla="*/ 2065972 h 2154555"/>
                <a:gd name="connsiteX388" fmla="*/ 594360 w 1485900"/>
                <a:gd name="connsiteY388" fmla="*/ 2037397 h 2154555"/>
                <a:gd name="connsiteX389" fmla="*/ 577215 w 1485900"/>
                <a:gd name="connsiteY389" fmla="*/ 2045970 h 2154555"/>
                <a:gd name="connsiteX390" fmla="*/ 565785 w 1485900"/>
                <a:gd name="connsiteY390" fmla="*/ 2031682 h 2154555"/>
                <a:gd name="connsiteX391" fmla="*/ 565785 w 1485900"/>
                <a:gd name="connsiteY391" fmla="*/ 2011680 h 2154555"/>
                <a:gd name="connsiteX392" fmla="*/ 551498 w 1485900"/>
                <a:gd name="connsiteY392" fmla="*/ 2011680 h 2154555"/>
                <a:gd name="connsiteX393" fmla="*/ 545783 w 1485900"/>
                <a:gd name="connsiteY393" fmla="*/ 1997392 h 2154555"/>
                <a:gd name="connsiteX394" fmla="*/ 540068 w 1485900"/>
                <a:gd name="connsiteY394" fmla="*/ 1983105 h 2154555"/>
                <a:gd name="connsiteX395" fmla="*/ 534353 w 1485900"/>
                <a:gd name="connsiteY395" fmla="*/ 1951672 h 2154555"/>
                <a:gd name="connsiteX396" fmla="*/ 551498 w 1485900"/>
                <a:gd name="connsiteY396" fmla="*/ 1934527 h 2154555"/>
                <a:gd name="connsiteX397" fmla="*/ 557213 w 1485900"/>
                <a:gd name="connsiteY397" fmla="*/ 1914525 h 2154555"/>
                <a:gd name="connsiteX398" fmla="*/ 565785 w 1485900"/>
                <a:gd name="connsiteY398" fmla="*/ 1914525 h 2154555"/>
                <a:gd name="connsiteX399" fmla="*/ 565785 w 1485900"/>
                <a:gd name="connsiteY399" fmla="*/ 1905952 h 2154555"/>
                <a:gd name="connsiteX400" fmla="*/ 554355 w 1485900"/>
                <a:gd name="connsiteY400" fmla="*/ 1897380 h 2154555"/>
                <a:gd name="connsiteX401" fmla="*/ 528638 w 1485900"/>
                <a:gd name="connsiteY401" fmla="*/ 1908810 h 2154555"/>
                <a:gd name="connsiteX402" fmla="*/ 514350 w 1485900"/>
                <a:gd name="connsiteY402" fmla="*/ 1923097 h 2154555"/>
                <a:gd name="connsiteX403" fmla="*/ 514350 w 1485900"/>
                <a:gd name="connsiteY403" fmla="*/ 1891665 h 2154555"/>
                <a:gd name="connsiteX404" fmla="*/ 511493 w 1485900"/>
                <a:gd name="connsiteY404" fmla="*/ 1851660 h 2154555"/>
                <a:gd name="connsiteX405" fmla="*/ 491490 w 1485900"/>
                <a:gd name="connsiteY405" fmla="*/ 1828800 h 2154555"/>
                <a:gd name="connsiteX406" fmla="*/ 488633 w 1485900"/>
                <a:gd name="connsiteY406" fmla="*/ 1805940 h 2154555"/>
                <a:gd name="connsiteX407" fmla="*/ 491490 w 1485900"/>
                <a:gd name="connsiteY407" fmla="*/ 1774507 h 2154555"/>
                <a:gd name="connsiteX408" fmla="*/ 471488 w 1485900"/>
                <a:gd name="connsiteY408" fmla="*/ 1754505 h 2154555"/>
                <a:gd name="connsiteX409" fmla="*/ 477203 w 1485900"/>
                <a:gd name="connsiteY409" fmla="*/ 1734502 h 2154555"/>
                <a:gd name="connsiteX410" fmla="*/ 468630 w 1485900"/>
                <a:gd name="connsiteY410" fmla="*/ 1717357 h 2154555"/>
                <a:gd name="connsiteX411" fmla="*/ 488633 w 1485900"/>
                <a:gd name="connsiteY411" fmla="*/ 1694497 h 2154555"/>
                <a:gd name="connsiteX412" fmla="*/ 525780 w 1485900"/>
                <a:gd name="connsiteY412" fmla="*/ 1708785 h 2154555"/>
                <a:gd name="connsiteX413" fmla="*/ 537210 w 1485900"/>
                <a:gd name="connsiteY413" fmla="*/ 1677352 h 2154555"/>
                <a:gd name="connsiteX414" fmla="*/ 502920 w 1485900"/>
                <a:gd name="connsiteY414" fmla="*/ 1677352 h 2154555"/>
                <a:gd name="connsiteX415" fmla="*/ 497205 w 1485900"/>
                <a:gd name="connsiteY415" fmla="*/ 1665922 h 2154555"/>
                <a:gd name="connsiteX416" fmla="*/ 534353 w 1485900"/>
                <a:gd name="connsiteY416" fmla="*/ 1665922 h 2154555"/>
                <a:gd name="connsiteX417" fmla="*/ 534353 w 1485900"/>
                <a:gd name="connsiteY417" fmla="*/ 1637347 h 2154555"/>
                <a:gd name="connsiteX418" fmla="*/ 554355 w 1485900"/>
                <a:gd name="connsiteY418" fmla="*/ 1634490 h 2154555"/>
                <a:gd name="connsiteX419" fmla="*/ 557213 w 1485900"/>
                <a:gd name="connsiteY419" fmla="*/ 1620202 h 2154555"/>
                <a:gd name="connsiteX420" fmla="*/ 537210 w 1485900"/>
                <a:gd name="connsiteY420" fmla="*/ 1600200 h 2154555"/>
                <a:gd name="connsiteX421" fmla="*/ 560070 w 1485900"/>
                <a:gd name="connsiteY421" fmla="*/ 1580197 h 2154555"/>
                <a:gd name="connsiteX422" fmla="*/ 517208 w 1485900"/>
                <a:gd name="connsiteY422" fmla="*/ 1563052 h 2154555"/>
                <a:gd name="connsiteX423" fmla="*/ 500063 w 1485900"/>
                <a:gd name="connsiteY423" fmla="*/ 1565910 h 2154555"/>
                <a:gd name="connsiteX424" fmla="*/ 480060 w 1485900"/>
                <a:gd name="connsiteY424" fmla="*/ 1534477 h 2154555"/>
                <a:gd name="connsiteX425" fmla="*/ 457200 w 1485900"/>
                <a:gd name="connsiteY425" fmla="*/ 1517332 h 2154555"/>
                <a:gd name="connsiteX426" fmla="*/ 477203 w 1485900"/>
                <a:gd name="connsiteY426" fmla="*/ 1503045 h 2154555"/>
                <a:gd name="connsiteX427" fmla="*/ 520065 w 1485900"/>
                <a:gd name="connsiteY427" fmla="*/ 1540192 h 2154555"/>
                <a:gd name="connsiteX428" fmla="*/ 551498 w 1485900"/>
                <a:gd name="connsiteY428" fmla="*/ 1543050 h 2154555"/>
                <a:gd name="connsiteX429" fmla="*/ 537210 w 1485900"/>
                <a:gd name="connsiteY429" fmla="*/ 1525905 h 2154555"/>
                <a:gd name="connsiteX430" fmla="*/ 540068 w 1485900"/>
                <a:gd name="connsiteY430" fmla="*/ 1514475 h 2154555"/>
                <a:gd name="connsiteX431" fmla="*/ 525780 w 1485900"/>
                <a:gd name="connsiteY431" fmla="*/ 1494472 h 2154555"/>
                <a:gd name="connsiteX432" fmla="*/ 508635 w 1485900"/>
                <a:gd name="connsiteY432" fmla="*/ 1483042 h 2154555"/>
                <a:gd name="connsiteX433" fmla="*/ 508635 w 1485900"/>
                <a:gd name="connsiteY433" fmla="*/ 1465897 h 2154555"/>
                <a:gd name="connsiteX434" fmla="*/ 508635 w 1485900"/>
                <a:gd name="connsiteY434" fmla="*/ 1445895 h 2154555"/>
                <a:gd name="connsiteX435" fmla="*/ 471488 w 1485900"/>
                <a:gd name="connsiteY435" fmla="*/ 1405890 h 2154555"/>
                <a:gd name="connsiteX436" fmla="*/ 442913 w 1485900"/>
                <a:gd name="connsiteY436" fmla="*/ 1448752 h 2154555"/>
                <a:gd name="connsiteX437" fmla="*/ 411480 w 1485900"/>
                <a:gd name="connsiteY437" fmla="*/ 1443037 h 2154555"/>
                <a:gd name="connsiteX438" fmla="*/ 434340 w 1485900"/>
                <a:gd name="connsiteY438" fmla="*/ 1425892 h 2154555"/>
                <a:gd name="connsiteX439" fmla="*/ 428625 w 1485900"/>
                <a:gd name="connsiteY439" fmla="*/ 1414462 h 2154555"/>
                <a:gd name="connsiteX440" fmla="*/ 454343 w 1485900"/>
                <a:gd name="connsiteY440" fmla="*/ 1385887 h 2154555"/>
                <a:gd name="connsiteX441" fmla="*/ 445770 w 1485900"/>
                <a:gd name="connsiteY441" fmla="*/ 1334452 h 2154555"/>
                <a:gd name="connsiteX442" fmla="*/ 425768 w 1485900"/>
                <a:gd name="connsiteY442" fmla="*/ 1325880 h 2154555"/>
                <a:gd name="connsiteX443" fmla="*/ 428625 w 1485900"/>
                <a:gd name="connsiteY443" fmla="*/ 1300162 h 2154555"/>
                <a:gd name="connsiteX444" fmla="*/ 414338 w 1485900"/>
                <a:gd name="connsiteY444" fmla="*/ 1274445 h 2154555"/>
                <a:gd name="connsiteX445" fmla="*/ 414338 w 1485900"/>
                <a:gd name="connsiteY445" fmla="*/ 1248727 h 2154555"/>
                <a:gd name="connsiteX446" fmla="*/ 400050 w 1485900"/>
                <a:gd name="connsiteY446" fmla="*/ 1205865 h 2154555"/>
                <a:gd name="connsiteX447" fmla="*/ 397193 w 1485900"/>
                <a:gd name="connsiteY447" fmla="*/ 1174432 h 2154555"/>
                <a:gd name="connsiteX448" fmla="*/ 385763 w 1485900"/>
                <a:gd name="connsiteY448" fmla="*/ 1154430 h 2154555"/>
                <a:gd name="connsiteX449" fmla="*/ 374333 w 1485900"/>
                <a:gd name="connsiteY449" fmla="*/ 1143000 h 2154555"/>
                <a:gd name="connsiteX450" fmla="*/ 354330 w 1485900"/>
                <a:gd name="connsiteY450" fmla="*/ 1100137 h 2154555"/>
                <a:gd name="connsiteX451" fmla="*/ 348615 w 1485900"/>
                <a:gd name="connsiteY451" fmla="*/ 1082992 h 2154555"/>
                <a:gd name="connsiteX452" fmla="*/ 337185 w 1485900"/>
                <a:gd name="connsiteY452" fmla="*/ 1065847 h 2154555"/>
                <a:gd name="connsiteX453" fmla="*/ 314325 w 1485900"/>
                <a:gd name="connsiteY453" fmla="*/ 1071562 h 2154555"/>
                <a:gd name="connsiteX454" fmla="*/ 305753 w 1485900"/>
                <a:gd name="connsiteY454" fmla="*/ 1057275 h 2154555"/>
                <a:gd name="connsiteX455" fmla="*/ 297180 w 1485900"/>
                <a:gd name="connsiteY455" fmla="*/ 1057275 h 2154555"/>
                <a:gd name="connsiteX456" fmla="*/ 280035 w 1485900"/>
                <a:gd name="connsiteY456" fmla="*/ 1040130 h 2154555"/>
                <a:gd name="connsiteX457" fmla="*/ 260033 w 1485900"/>
                <a:gd name="connsiteY457" fmla="*/ 1040130 h 2154555"/>
                <a:gd name="connsiteX458" fmla="*/ 242888 w 1485900"/>
                <a:gd name="connsiteY458" fmla="*/ 1025842 h 2154555"/>
                <a:gd name="connsiteX459" fmla="*/ 222885 w 1485900"/>
                <a:gd name="connsiteY459" fmla="*/ 1034415 h 2154555"/>
                <a:gd name="connsiteX460" fmla="*/ 214313 w 1485900"/>
                <a:gd name="connsiteY460" fmla="*/ 1011555 h 2154555"/>
                <a:gd name="connsiteX461" fmla="*/ 177165 w 1485900"/>
                <a:gd name="connsiteY461" fmla="*/ 1051560 h 2154555"/>
                <a:gd name="connsiteX462" fmla="*/ 171450 w 1485900"/>
                <a:gd name="connsiteY462" fmla="*/ 1014412 h 2154555"/>
                <a:gd name="connsiteX463" fmla="*/ 151448 w 1485900"/>
                <a:gd name="connsiteY463" fmla="*/ 1034415 h 2154555"/>
                <a:gd name="connsiteX464" fmla="*/ 128588 w 1485900"/>
                <a:gd name="connsiteY464" fmla="*/ 1028700 h 2154555"/>
                <a:gd name="connsiteX465" fmla="*/ 117158 w 1485900"/>
                <a:gd name="connsiteY465" fmla="*/ 1034415 h 2154555"/>
                <a:gd name="connsiteX466" fmla="*/ 151448 w 1485900"/>
                <a:gd name="connsiteY466" fmla="*/ 1068705 h 2154555"/>
                <a:gd name="connsiteX467" fmla="*/ 105728 w 1485900"/>
                <a:gd name="connsiteY467" fmla="*/ 1048702 h 2154555"/>
                <a:gd name="connsiteX468" fmla="*/ 94298 w 1485900"/>
                <a:gd name="connsiteY468" fmla="*/ 1025842 h 2154555"/>
                <a:gd name="connsiteX469" fmla="*/ 100013 w 1485900"/>
                <a:gd name="connsiteY469" fmla="*/ 997267 h 2154555"/>
                <a:gd name="connsiteX470" fmla="*/ 111443 w 1485900"/>
                <a:gd name="connsiteY470" fmla="*/ 982980 h 2154555"/>
                <a:gd name="connsiteX471" fmla="*/ 100013 w 1485900"/>
                <a:gd name="connsiteY471" fmla="*/ 965835 h 2154555"/>
                <a:gd name="connsiteX472" fmla="*/ 85725 w 1485900"/>
                <a:gd name="connsiteY472" fmla="*/ 960120 h 2154555"/>
                <a:gd name="connsiteX473" fmla="*/ 80010 w 1485900"/>
                <a:gd name="connsiteY473" fmla="*/ 945832 h 2154555"/>
                <a:gd name="connsiteX474" fmla="*/ 57150 w 1485900"/>
                <a:gd name="connsiteY474" fmla="*/ 940117 h 2154555"/>
                <a:gd name="connsiteX475" fmla="*/ 71438 w 1485900"/>
                <a:gd name="connsiteY475" fmla="*/ 965835 h 2154555"/>
                <a:gd name="connsiteX476" fmla="*/ 37148 w 1485900"/>
                <a:gd name="connsiteY476" fmla="*/ 940117 h 2154555"/>
                <a:gd name="connsiteX477" fmla="*/ 51435 w 1485900"/>
                <a:gd name="connsiteY477" fmla="*/ 925830 h 2154555"/>
                <a:gd name="connsiteX478" fmla="*/ 74295 w 1485900"/>
                <a:gd name="connsiteY478" fmla="*/ 931545 h 2154555"/>
                <a:gd name="connsiteX479" fmla="*/ 100013 w 1485900"/>
                <a:gd name="connsiteY479" fmla="*/ 937260 h 2154555"/>
                <a:gd name="connsiteX480" fmla="*/ 111443 w 1485900"/>
                <a:gd name="connsiteY480" fmla="*/ 931545 h 2154555"/>
                <a:gd name="connsiteX481" fmla="*/ 128588 w 1485900"/>
                <a:gd name="connsiteY481" fmla="*/ 934402 h 2154555"/>
                <a:gd name="connsiteX482" fmla="*/ 148590 w 1485900"/>
                <a:gd name="connsiteY482" fmla="*/ 937260 h 2154555"/>
                <a:gd name="connsiteX483" fmla="*/ 160020 w 1485900"/>
                <a:gd name="connsiteY483" fmla="*/ 934402 h 2154555"/>
                <a:gd name="connsiteX484" fmla="*/ 168593 w 1485900"/>
                <a:gd name="connsiteY484" fmla="*/ 920115 h 2154555"/>
                <a:gd name="connsiteX485" fmla="*/ 165735 w 1485900"/>
                <a:gd name="connsiteY485" fmla="*/ 891540 h 2154555"/>
                <a:gd name="connsiteX486" fmla="*/ 151448 w 1485900"/>
                <a:gd name="connsiteY486" fmla="*/ 854392 h 2154555"/>
                <a:gd name="connsiteX487" fmla="*/ 120015 w 1485900"/>
                <a:gd name="connsiteY487" fmla="*/ 882967 h 2154555"/>
                <a:gd name="connsiteX488" fmla="*/ 100013 w 1485900"/>
                <a:gd name="connsiteY488" fmla="*/ 862965 h 2154555"/>
                <a:gd name="connsiteX489" fmla="*/ 91440 w 1485900"/>
                <a:gd name="connsiteY489" fmla="*/ 871537 h 2154555"/>
                <a:gd name="connsiteX490" fmla="*/ 88583 w 1485900"/>
                <a:gd name="connsiteY490" fmla="*/ 885825 h 2154555"/>
                <a:gd name="connsiteX491" fmla="*/ 77153 w 1485900"/>
                <a:gd name="connsiteY491" fmla="*/ 882967 h 2154555"/>
                <a:gd name="connsiteX492" fmla="*/ 71438 w 1485900"/>
                <a:gd name="connsiteY492" fmla="*/ 865822 h 2154555"/>
                <a:gd name="connsiteX493" fmla="*/ 62865 w 1485900"/>
                <a:gd name="connsiteY493" fmla="*/ 857250 h 2154555"/>
                <a:gd name="connsiteX494" fmla="*/ 48578 w 1485900"/>
                <a:gd name="connsiteY494" fmla="*/ 845820 h 2154555"/>
                <a:gd name="connsiteX495" fmla="*/ 22860 w 1485900"/>
                <a:gd name="connsiteY495" fmla="*/ 840105 h 2154555"/>
                <a:gd name="connsiteX496" fmla="*/ 0 w 1485900"/>
                <a:gd name="connsiteY496" fmla="*/ 785812 h 215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Lst>
              <a:rect l="l" t="t" r="r" b="b"/>
              <a:pathLst>
                <a:path w="1485900" h="2154555">
                  <a:moveTo>
                    <a:pt x="0" y="785812"/>
                  </a:moveTo>
                  <a:lnTo>
                    <a:pt x="45720" y="751522"/>
                  </a:lnTo>
                  <a:lnTo>
                    <a:pt x="68580" y="742950"/>
                  </a:lnTo>
                  <a:lnTo>
                    <a:pt x="80010" y="731520"/>
                  </a:lnTo>
                  <a:lnTo>
                    <a:pt x="97155" y="722947"/>
                  </a:lnTo>
                  <a:lnTo>
                    <a:pt x="88583" y="708660"/>
                  </a:lnTo>
                  <a:lnTo>
                    <a:pt x="100013" y="702945"/>
                  </a:lnTo>
                  <a:lnTo>
                    <a:pt x="117158" y="714375"/>
                  </a:lnTo>
                  <a:lnTo>
                    <a:pt x="134303" y="705802"/>
                  </a:lnTo>
                  <a:lnTo>
                    <a:pt x="131445" y="694372"/>
                  </a:lnTo>
                  <a:lnTo>
                    <a:pt x="145733" y="697230"/>
                  </a:lnTo>
                  <a:lnTo>
                    <a:pt x="165735" y="688657"/>
                  </a:lnTo>
                  <a:lnTo>
                    <a:pt x="188595" y="671512"/>
                  </a:lnTo>
                  <a:lnTo>
                    <a:pt x="197168" y="642937"/>
                  </a:lnTo>
                  <a:lnTo>
                    <a:pt x="191453" y="614362"/>
                  </a:lnTo>
                  <a:lnTo>
                    <a:pt x="185738" y="597217"/>
                  </a:lnTo>
                  <a:lnTo>
                    <a:pt x="202883" y="600075"/>
                  </a:lnTo>
                  <a:lnTo>
                    <a:pt x="200025" y="577215"/>
                  </a:lnTo>
                  <a:lnTo>
                    <a:pt x="211455" y="557212"/>
                  </a:lnTo>
                  <a:lnTo>
                    <a:pt x="200025" y="551497"/>
                  </a:lnTo>
                  <a:lnTo>
                    <a:pt x="177165" y="560070"/>
                  </a:lnTo>
                  <a:lnTo>
                    <a:pt x="154305" y="562927"/>
                  </a:lnTo>
                  <a:lnTo>
                    <a:pt x="128588" y="531495"/>
                  </a:lnTo>
                  <a:lnTo>
                    <a:pt x="145733" y="500062"/>
                  </a:lnTo>
                  <a:lnTo>
                    <a:pt x="174308" y="460057"/>
                  </a:lnTo>
                  <a:lnTo>
                    <a:pt x="200025" y="440055"/>
                  </a:lnTo>
                  <a:lnTo>
                    <a:pt x="222885" y="408622"/>
                  </a:lnTo>
                  <a:lnTo>
                    <a:pt x="231458" y="388620"/>
                  </a:lnTo>
                  <a:lnTo>
                    <a:pt x="262890" y="417195"/>
                  </a:lnTo>
                  <a:lnTo>
                    <a:pt x="285750" y="420052"/>
                  </a:lnTo>
                  <a:lnTo>
                    <a:pt x="294323" y="377190"/>
                  </a:lnTo>
                  <a:lnTo>
                    <a:pt x="294323" y="334327"/>
                  </a:lnTo>
                  <a:lnTo>
                    <a:pt x="274320" y="305752"/>
                  </a:lnTo>
                  <a:lnTo>
                    <a:pt x="291465" y="285750"/>
                  </a:lnTo>
                  <a:lnTo>
                    <a:pt x="308610" y="271462"/>
                  </a:lnTo>
                  <a:lnTo>
                    <a:pt x="328613" y="288607"/>
                  </a:lnTo>
                  <a:lnTo>
                    <a:pt x="337185" y="322897"/>
                  </a:lnTo>
                  <a:lnTo>
                    <a:pt x="351473" y="331470"/>
                  </a:lnTo>
                  <a:lnTo>
                    <a:pt x="385763" y="368617"/>
                  </a:lnTo>
                  <a:lnTo>
                    <a:pt x="397193" y="371475"/>
                  </a:lnTo>
                  <a:lnTo>
                    <a:pt x="405765" y="371475"/>
                  </a:lnTo>
                  <a:lnTo>
                    <a:pt x="397193" y="345757"/>
                  </a:lnTo>
                  <a:lnTo>
                    <a:pt x="380048" y="311467"/>
                  </a:lnTo>
                  <a:lnTo>
                    <a:pt x="368618" y="305752"/>
                  </a:lnTo>
                  <a:lnTo>
                    <a:pt x="357188" y="300037"/>
                  </a:lnTo>
                  <a:lnTo>
                    <a:pt x="348615" y="254317"/>
                  </a:lnTo>
                  <a:lnTo>
                    <a:pt x="331470" y="245745"/>
                  </a:lnTo>
                  <a:lnTo>
                    <a:pt x="345758" y="234315"/>
                  </a:lnTo>
                  <a:lnTo>
                    <a:pt x="397193" y="214312"/>
                  </a:lnTo>
                  <a:lnTo>
                    <a:pt x="428625" y="220027"/>
                  </a:lnTo>
                  <a:lnTo>
                    <a:pt x="442913" y="220027"/>
                  </a:lnTo>
                  <a:lnTo>
                    <a:pt x="434340" y="191452"/>
                  </a:lnTo>
                  <a:lnTo>
                    <a:pt x="445770" y="182880"/>
                  </a:lnTo>
                  <a:lnTo>
                    <a:pt x="471488" y="234315"/>
                  </a:lnTo>
                  <a:lnTo>
                    <a:pt x="460058" y="294322"/>
                  </a:lnTo>
                  <a:lnTo>
                    <a:pt x="454343" y="317182"/>
                  </a:lnTo>
                  <a:lnTo>
                    <a:pt x="462915" y="337185"/>
                  </a:lnTo>
                  <a:lnTo>
                    <a:pt x="480060" y="337185"/>
                  </a:lnTo>
                  <a:lnTo>
                    <a:pt x="480060" y="314325"/>
                  </a:lnTo>
                  <a:lnTo>
                    <a:pt x="477203" y="288607"/>
                  </a:lnTo>
                  <a:lnTo>
                    <a:pt x="494348" y="257175"/>
                  </a:lnTo>
                  <a:lnTo>
                    <a:pt x="514350" y="277177"/>
                  </a:lnTo>
                  <a:lnTo>
                    <a:pt x="534353" y="300037"/>
                  </a:lnTo>
                  <a:lnTo>
                    <a:pt x="554355" y="314325"/>
                  </a:lnTo>
                  <a:lnTo>
                    <a:pt x="574358" y="320040"/>
                  </a:lnTo>
                  <a:lnTo>
                    <a:pt x="574358" y="302895"/>
                  </a:lnTo>
                  <a:lnTo>
                    <a:pt x="545783" y="271462"/>
                  </a:lnTo>
                  <a:lnTo>
                    <a:pt x="571500" y="268605"/>
                  </a:lnTo>
                  <a:lnTo>
                    <a:pt x="565785" y="242887"/>
                  </a:lnTo>
                  <a:lnTo>
                    <a:pt x="554355" y="234315"/>
                  </a:lnTo>
                  <a:lnTo>
                    <a:pt x="548640" y="194310"/>
                  </a:lnTo>
                  <a:lnTo>
                    <a:pt x="540068" y="171450"/>
                  </a:lnTo>
                  <a:lnTo>
                    <a:pt x="540068" y="157162"/>
                  </a:lnTo>
                  <a:lnTo>
                    <a:pt x="554355" y="160020"/>
                  </a:lnTo>
                  <a:lnTo>
                    <a:pt x="608648" y="208597"/>
                  </a:lnTo>
                  <a:lnTo>
                    <a:pt x="631508" y="242887"/>
                  </a:lnTo>
                  <a:lnTo>
                    <a:pt x="651510" y="245745"/>
                  </a:lnTo>
                  <a:lnTo>
                    <a:pt x="665798" y="282892"/>
                  </a:lnTo>
                  <a:lnTo>
                    <a:pt x="682943" y="297180"/>
                  </a:lnTo>
                  <a:lnTo>
                    <a:pt x="700088" y="291465"/>
                  </a:lnTo>
                  <a:lnTo>
                    <a:pt x="705803" y="285750"/>
                  </a:lnTo>
                  <a:lnTo>
                    <a:pt x="688658" y="262890"/>
                  </a:lnTo>
                  <a:lnTo>
                    <a:pt x="688658" y="222885"/>
                  </a:lnTo>
                  <a:lnTo>
                    <a:pt x="660083" y="205740"/>
                  </a:lnTo>
                  <a:lnTo>
                    <a:pt x="622935" y="151447"/>
                  </a:lnTo>
                  <a:lnTo>
                    <a:pt x="622935" y="151447"/>
                  </a:lnTo>
                  <a:lnTo>
                    <a:pt x="617220" y="137160"/>
                  </a:lnTo>
                  <a:lnTo>
                    <a:pt x="651510" y="137160"/>
                  </a:lnTo>
                  <a:lnTo>
                    <a:pt x="688658" y="174307"/>
                  </a:lnTo>
                  <a:lnTo>
                    <a:pt x="688658" y="194310"/>
                  </a:lnTo>
                  <a:lnTo>
                    <a:pt x="685800" y="205740"/>
                  </a:lnTo>
                  <a:lnTo>
                    <a:pt x="697230" y="208597"/>
                  </a:lnTo>
                  <a:lnTo>
                    <a:pt x="705803" y="205740"/>
                  </a:lnTo>
                  <a:lnTo>
                    <a:pt x="748665" y="220027"/>
                  </a:lnTo>
                  <a:lnTo>
                    <a:pt x="748665" y="202882"/>
                  </a:lnTo>
                  <a:lnTo>
                    <a:pt x="725805" y="180022"/>
                  </a:lnTo>
                  <a:lnTo>
                    <a:pt x="682943" y="111442"/>
                  </a:lnTo>
                  <a:lnTo>
                    <a:pt x="711518" y="117157"/>
                  </a:lnTo>
                  <a:lnTo>
                    <a:pt x="742950" y="108585"/>
                  </a:lnTo>
                  <a:lnTo>
                    <a:pt x="777240" y="140017"/>
                  </a:lnTo>
                  <a:lnTo>
                    <a:pt x="788670" y="160020"/>
                  </a:lnTo>
                  <a:lnTo>
                    <a:pt x="797243" y="180022"/>
                  </a:lnTo>
                  <a:lnTo>
                    <a:pt x="808673" y="182880"/>
                  </a:lnTo>
                  <a:lnTo>
                    <a:pt x="822960" y="162877"/>
                  </a:lnTo>
                  <a:lnTo>
                    <a:pt x="814388" y="120015"/>
                  </a:lnTo>
                  <a:lnTo>
                    <a:pt x="760095" y="82867"/>
                  </a:lnTo>
                  <a:lnTo>
                    <a:pt x="674370" y="88582"/>
                  </a:lnTo>
                  <a:lnTo>
                    <a:pt x="654368" y="85725"/>
                  </a:lnTo>
                  <a:lnTo>
                    <a:pt x="645795" y="77152"/>
                  </a:lnTo>
                  <a:lnTo>
                    <a:pt x="642938" y="54292"/>
                  </a:lnTo>
                  <a:lnTo>
                    <a:pt x="685800" y="54292"/>
                  </a:lnTo>
                  <a:lnTo>
                    <a:pt x="694373" y="48577"/>
                  </a:lnTo>
                  <a:lnTo>
                    <a:pt x="657225" y="8572"/>
                  </a:lnTo>
                  <a:lnTo>
                    <a:pt x="682943" y="8572"/>
                  </a:lnTo>
                  <a:lnTo>
                    <a:pt x="731520" y="14287"/>
                  </a:lnTo>
                  <a:lnTo>
                    <a:pt x="762953" y="25717"/>
                  </a:lnTo>
                  <a:lnTo>
                    <a:pt x="774383" y="34290"/>
                  </a:lnTo>
                  <a:lnTo>
                    <a:pt x="774383" y="51435"/>
                  </a:lnTo>
                  <a:lnTo>
                    <a:pt x="808673" y="77152"/>
                  </a:lnTo>
                  <a:lnTo>
                    <a:pt x="822960" y="85725"/>
                  </a:lnTo>
                  <a:lnTo>
                    <a:pt x="831533" y="82867"/>
                  </a:lnTo>
                  <a:lnTo>
                    <a:pt x="834390" y="57150"/>
                  </a:lnTo>
                  <a:lnTo>
                    <a:pt x="860108" y="0"/>
                  </a:lnTo>
                  <a:lnTo>
                    <a:pt x="882968" y="8572"/>
                  </a:lnTo>
                  <a:lnTo>
                    <a:pt x="942975" y="25717"/>
                  </a:lnTo>
                  <a:lnTo>
                    <a:pt x="954405" y="25717"/>
                  </a:lnTo>
                  <a:lnTo>
                    <a:pt x="962978" y="17145"/>
                  </a:lnTo>
                  <a:lnTo>
                    <a:pt x="974408" y="34290"/>
                  </a:lnTo>
                  <a:lnTo>
                    <a:pt x="968693" y="65722"/>
                  </a:lnTo>
                  <a:lnTo>
                    <a:pt x="971550" y="74295"/>
                  </a:lnTo>
                  <a:lnTo>
                    <a:pt x="994410" y="62865"/>
                  </a:lnTo>
                  <a:lnTo>
                    <a:pt x="1020128" y="57150"/>
                  </a:lnTo>
                  <a:lnTo>
                    <a:pt x="1054418" y="20002"/>
                  </a:lnTo>
                  <a:lnTo>
                    <a:pt x="1088708" y="28575"/>
                  </a:lnTo>
                  <a:lnTo>
                    <a:pt x="1102995" y="45720"/>
                  </a:lnTo>
                  <a:lnTo>
                    <a:pt x="1117283" y="51435"/>
                  </a:lnTo>
                  <a:lnTo>
                    <a:pt x="1160145" y="22860"/>
                  </a:lnTo>
                  <a:lnTo>
                    <a:pt x="1174433" y="40005"/>
                  </a:lnTo>
                  <a:lnTo>
                    <a:pt x="1174433" y="40005"/>
                  </a:lnTo>
                  <a:lnTo>
                    <a:pt x="1151573" y="88582"/>
                  </a:lnTo>
                  <a:lnTo>
                    <a:pt x="1151573" y="111442"/>
                  </a:lnTo>
                  <a:lnTo>
                    <a:pt x="1145858" y="117157"/>
                  </a:lnTo>
                  <a:lnTo>
                    <a:pt x="1171575" y="102870"/>
                  </a:lnTo>
                  <a:lnTo>
                    <a:pt x="1194435" y="82867"/>
                  </a:lnTo>
                  <a:lnTo>
                    <a:pt x="1203008" y="100012"/>
                  </a:lnTo>
                  <a:lnTo>
                    <a:pt x="1228725" y="105727"/>
                  </a:lnTo>
                  <a:lnTo>
                    <a:pt x="1243013" y="125730"/>
                  </a:lnTo>
                  <a:lnTo>
                    <a:pt x="1263015" y="142875"/>
                  </a:lnTo>
                  <a:lnTo>
                    <a:pt x="1263015" y="142875"/>
                  </a:lnTo>
                  <a:lnTo>
                    <a:pt x="1234440" y="200025"/>
                  </a:lnTo>
                  <a:lnTo>
                    <a:pt x="1214438" y="205740"/>
                  </a:lnTo>
                  <a:lnTo>
                    <a:pt x="1191578" y="202882"/>
                  </a:lnTo>
                  <a:lnTo>
                    <a:pt x="1174433" y="220027"/>
                  </a:lnTo>
                  <a:lnTo>
                    <a:pt x="1148715" y="217170"/>
                  </a:lnTo>
                  <a:lnTo>
                    <a:pt x="1111568" y="200025"/>
                  </a:lnTo>
                  <a:lnTo>
                    <a:pt x="1068705" y="217170"/>
                  </a:lnTo>
                  <a:lnTo>
                    <a:pt x="1025843" y="211455"/>
                  </a:lnTo>
                  <a:lnTo>
                    <a:pt x="1011555" y="214312"/>
                  </a:lnTo>
                  <a:lnTo>
                    <a:pt x="1042988" y="240030"/>
                  </a:lnTo>
                  <a:lnTo>
                    <a:pt x="1005840" y="262890"/>
                  </a:lnTo>
                  <a:lnTo>
                    <a:pt x="980123" y="274320"/>
                  </a:lnTo>
                  <a:lnTo>
                    <a:pt x="980123" y="288607"/>
                  </a:lnTo>
                  <a:lnTo>
                    <a:pt x="982980" y="308610"/>
                  </a:lnTo>
                  <a:lnTo>
                    <a:pt x="997268" y="305752"/>
                  </a:lnTo>
                  <a:lnTo>
                    <a:pt x="1020128" y="285750"/>
                  </a:lnTo>
                  <a:lnTo>
                    <a:pt x="1068705" y="257175"/>
                  </a:lnTo>
                  <a:lnTo>
                    <a:pt x="1120140" y="257175"/>
                  </a:lnTo>
                  <a:lnTo>
                    <a:pt x="1154430" y="254317"/>
                  </a:lnTo>
                  <a:lnTo>
                    <a:pt x="1168718" y="274320"/>
                  </a:lnTo>
                  <a:lnTo>
                    <a:pt x="1157288" y="291465"/>
                  </a:lnTo>
                  <a:lnTo>
                    <a:pt x="1134428" y="314325"/>
                  </a:lnTo>
                  <a:lnTo>
                    <a:pt x="1114425" y="334327"/>
                  </a:lnTo>
                  <a:lnTo>
                    <a:pt x="1120140" y="360045"/>
                  </a:lnTo>
                  <a:lnTo>
                    <a:pt x="1148715" y="342900"/>
                  </a:lnTo>
                  <a:lnTo>
                    <a:pt x="1174433" y="311467"/>
                  </a:lnTo>
                  <a:lnTo>
                    <a:pt x="1208723" y="262890"/>
                  </a:lnTo>
                  <a:lnTo>
                    <a:pt x="1217295" y="242887"/>
                  </a:lnTo>
                  <a:lnTo>
                    <a:pt x="1237298" y="242887"/>
                  </a:lnTo>
                  <a:lnTo>
                    <a:pt x="1248728" y="268605"/>
                  </a:lnTo>
                  <a:lnTo>
                    <a:pt x="1240155" y="334327"/>
                  </a:lnTo>
                  <a:lnTo>
                    <a:pt x="1231583" y="365760"/>
                  </a:lnTo>
                  <a:lnTo>
                    <a:pt x="1191578" y="440055"/>
                  </a:lnTo>
                  <a:lnTo>
                    <a:pt x="1183005" y="474345"/>
                  </a:lnTo>
                  <a:lnTo>
                    <a:pt x="1177290" y="497205"/>
                  </a:lnTo>
                  <a:lnTo>
                    <a:pt x="1208723" y="468630"/>
                  </a:lnTo>
                  <a:lnTo>
                    <a:pt x="1245870" y="400050"/>
                  </a:lnTo>
                  <a:lnTo>
                    <a:pt x="1260158" y="377190"/>
                  </a:lnTo>
                  <a:lnTo>
                    <a:pt x="1291590" y="317182"/>
                  </a:lnTo>
                  <a:lnTo>
                    <a:pt x="1300163" y="342900"/>
                  </a:lnTo>
                  <a:lnTo>
                    <a:pt x="1311593" y="348615"/>
                  </a:lnTo>
                  <a:lnTo>
                    <a:pt x="1323023" y="328612"/>
                  </a:lnTo>
                  <a:lnTo>
                    <a:pt x="1343025" y="345757"/>
                  </a:lnTo>
                  <a:lnTo>
                    <a:pt x="1357313" y="348615"/>
                  </a:lnTo>
                  <a:lnTo>
                    <a:pt x="1363028" y="322897"/>
                  </a:lnTo>
                  <a:lnTo>
                    <a:pt x="1368743" y="280035"/>
                  </a:lnTo>
                  <a:lnTo>
                    <a:pt x="1394460" y="268605"/>
                  </a:lnTo>
                  <a:lnTo>
                    <a:pt x="1434465" y="282892"/>
                  </a:lnTo>
                  <a:lnTo>
                    <a:pt x="1434465" y="282892"/>
                  </a:lnTo>
                  <a:lnTo>
                    <a:pt x="1485900" y="320040"/>
                  </a:lnTo>
                  <a:lnTo>
                    <a:pt x="1480185" y="351472"/>
                  </a:lnTo>
                  <a:lnTo>
                    <a:pt x="1468755" y="377190"/>
                  </a:lnTo>
                  <a:lnTo>
                    <a:pt x="1437323" y="400050"/>
                  </a:lnTo>
                  <a:lnTo>
                    <a:pt x="1414463" y="408622"/>
                  </a:lnTo>
                  <a:lnTo>
                    <a:pt x="1428750" y="437197"/>
                  </a:lnTo>
                  <a:lnTo>
                    <a:pt x="1385888" y="462915"/>
                  </a:lnTo>
                  <a:lnTo>
                    <a:pt x="1354455" y="454342"/>
                  </a:lnTo>
                  <a:lnTo>
                    <a:pt x="1345883" y="468630"/>
                  </a:lnTo>
                  <a:lnTo>
                    <a:pt x="1320165" y="474345"/>
                  </a:lnTo>
                  <a:lnTo>
                    <a:pt x="1294448" y="471487"/>
                  </a:lnTo>
                  <a:lnTo>
                    <a:pt x="1271588" y="477202"/>
                  </a:lnTo>
                  <a:lnTo>
                    <a:pt x="1271588" y="497205"/>
                  </a:lnTo>
                  <a:lnTo>
                    <a:pt x="1288733" y="505777"/>
                  </a:lnTo>
                  <a:lnTo>
                    <a:pt x="1314450" y="485775"/>
                  </a:lnTo>
                  <a:lnTo>
                    <a:pt x="1343025" y="500062"/>
                  </a:lnTo>
                  <a:lnTo>
                    <a:pt x="1403033" y="488632"/>
                  </a:lnTo>
                  <a:lnTo>
                    <a:pt x="1383030" y="517207"/>
                  </a:lnTo>
                  <a:lnTo>
                    <a:pt x="1348740" y="534352"/>
                  </a:lnTo>
                  <a:lnTo>
                    <a:pt x="1314450" y="534352"/>
                  </a:lnTo>
                  <a:lnTo>
                    <a:pt x="1300163" y="531495"/>
                  </a:lnTo>
                  <a:lnTo>
                    <a:pt x="1288733" y="577215"/>
                  </a:lnTo>
                  <a:lnTo>
                    <a:pt x="1288733" y="600075"/>
                  </a:lnTo>
                  <a:lnTo>
                    <a:pt x="1311593" y="594360"/>
                  </a:lnTo>
                  <a:lnTo>
                    <a:pt x="1305878" y="577215"/>
                  </a:lnTo>
                  <a:lnTo>
                    <a:pt x="1340168" y="557212"/>
                  </a:lnTo>
                  <a:lnTo>
                    <a:pt x="1340168" y="557212"/>
                  </a:lnTo>
                  <a:lnTo>
                    <a:pt x="1354455" y="582930"/>
                  </a:lnTo>
                  <a:lnTo>
                    <a:pt x="1343025" y="608647"/>
                  </a:lnTo>
                  <a:lnTo>
                    <a:pt x="1328738" y="594360"/>
                  </a:lnTo>
                  <a:lnTo>
                    <a:pt x="1311593" y="622935"/>
                  </a:lnTo>
                  <a:lnTo>
                    <a:pt x="1311593" y="674370"/>
                  </a:lnTo>
                  <a:lnTo>
                    <a:pt x="1300163" y="691515"/>
                  </a:lnTo>
                  <a:lnTo>
                    <a:pt x="1297305" y="714375"/>
                  </a:lnTo>
                  <a:lnTo>
                    <a:pt x="1268730" y="737235"/>
                  </a:lnTo>
                  <a:lnTo>
                    <a:pt x="1277303" y="748665"/>
                  </a:lnTo>
                  <a:lnTo>
                    <a:pt x="1260158" y="857250"/>
                  </a:lnTo>
                  <a:lnTo>
                    <a:pt x="1257300" y="880110"/>
                  </a:lnTo>
                  <a:lnTo>
                    <a:pt x="1280160" y="848677"/>
                  </a:lnTo>
                  <a:lnTo>
                    <a:pt x="1320165" y="874395"/>
                  </a:lnTo>
                  <a:lnTo>
                    <a:pt x="1291590" y="871537"/>
                  </a:lnTo>
                  <a:lnTo>
                    <a:pt x="1283018" y="897255"/>
                  </a:lnTo>
                  <a:lnTo>
                    <a:pt x="1288733" y="917257"/>
                  </a:lnTo>
                  <a:lnTo>
                    <a:pt x="1308735" y="902970"/>
                  </a:lnTo>
                  <a:lnTo>
                    <a:pt x="1320165" y="920115"/>
                  </a:lnTo>
                  <a:lnTo>
                    <a:pt x="1343025" y="920115"/>
                  </a:lnTo>
                  <a:lnTo>
                    <a:pt x="1343025" y="954405"/>
                  </a:lnTo>
                  <a:lnTo>
                    <a:pt x="1328738" y="962977"/>
                  </a:lnTo>
                  <a:lnTo>
                    <a:pt x="1305878" y="957262"/>
                  </a:lnTo>
                  <a:lnTo>
                    <a:pt x="1271588" y="954405"/>
                  </a:lnTo>
                  <a:lnTo>
                    <a:pt x="1268730" y="980122"/>
                  </a:lnTo>
                  <a:lnTo>
                    <a:pt x="1245870" y="968692"/>
                  </a:lnTo>
                  <a:lnTo>
                    <a:pt x="1234440" y="977265"/>
                  </a:lnTo>
                  <a:lnTo>
                    <a:pt x="1234440" y="1000125"/>
                  </a:lnTo>
                  <a:lnTo>
                    <a:pt x="1265873" y="1040130"/>
                  </a:lnTo>
                  <a:lnTo>
                    <a:pt x="1297305" y="1028700"/>
                  </a:lnTo>
                  <a:lnTo>
                    <a:pt x="1280160" y="1054417"/>
                  </a:lnTo>
                  <a:lnTo>
                    <a:pt x="1297305" y="1071562"/>
                  </a:lnTo>
                  <a:lnTo>
                    <a:pt x="1308735" y="1100137"/>
                  </a:lnTo>
                  <a:lnTo>
                    <a:pt x="1311593" y="1131570"/>
                  </a:lnTo>
                  <a:lnTo>
                    <a:pt x="1288733" y="1114425"/>
                  </a:lnTo>
                  <a:lnTo>
                    <a:pt x="1265873" y="1105852"/>
                  </a:lnTo>
                  <a:lnTo>
                    <a:pt x="1240155" y="1117282"/>
                  </a:lnTo>
                  <a:lnTo>
                    <a:pt x="1263015" y="1128712"/>
                  </a:lnTo>
                  <a:lnTo>
                    <a:pt x="1251585" y="1157287"/>
                  </a:lnTo>
                  <a:lnTo>
                    <a:pt x="1283018" y="1145857"/>
                  </a:lnTo>
                  <a:lnTo>
                    <a:pt x="1263015" y="1185862"/>
                  </a:lnTo>
                  <a:lnTo>
                    <a:pt x="1294448" y="1194435"/>
                  </a:lnTo>
                  <a:lnTo>
                    <a:pt x="1308735" y="1183005"/>
                  </a:lnTo>
                  <a:lnTo>
                    <a:pt x="1308735" y="1205865"/>
                  </a:lnTo>
                  <a:lnTo>
                    <a:pt x="1317308" y="1225867"/>
                  </a:lnTo>
                  <a:lnTo>
                    <a:pt x="1300163" y="1208722"/>
                  </a:lnTo>
                  <a:lnTo>
                    <a:pt x="1260158" y="1200150"/>
                  </a:lnTo>
                  <a:lnTo>
                    <a:pt x="1243013" y="1220152"/>
                  </a:lnTo>
                  <a:lnTo>
                    <a:pt x="1260158" y="1248727"/>
                  </a:lnTo>
                  <a:lnTo>
                    <a:pt x="1277303" y="1257300"/>
                  </a:lnTo>
                  <a:lnTo>
                    <a:pt x="1288733" y="1257300"/>
                  </a:lnTo>
                  <a:lnTo>
                    <a:pt x="1285875" y="1274445"/>
                  </a:lnTo>
                  <a:lnTo>
                    <a:pt x="1274445" y="1294447"/>
                  </a:lnTo>
                  <a:lnTo>
                    <a:pt x="1257300" y="1300162"/>
                  </a:lnTo>
                  <a:lnTo>
                    <a:pt x="1243013" y="1300162"/>
                  </a:lnTo>
                  <a:lnTo>
                    <a:pt x="1211580" y="1288732"/>
                  </a:lnTo>
                  <a:lnTo>
                    <a:pt x="1203008" y="1260157"/>
                  </a:lnTo>
                  <a:lnTo>
                    <a:pt x="1174433" y="1268730"/>
                  </a:lnTo>
                  <a:lnTo>
                    <a:pt x="1180148" y="1285875"/>
                  </a:lnTo>
                  <a:lnTo>
                    <a:pt x="1160145" y="1303020"/>
                  </a:lnTo>
                  <a:lnTo>
                    <a:pt x="1134428" y="1300162"/>
                  </a:lnTo>
                  <a:lnTo>
                    <a:pt x="1134428" y="1323022"/>
                  </a:lnTo>
                  <a:lnTo>
                    <a:pt x="1157288" y="1317307"/>
                  </a:lnTo>
                  <a:lnTo>
                    <a:pt x="1165860" y="1337310"/>
                  </a:lnTo>
                  <a:lnTo>
                    <a:pt x="1125855" y="1345882"/>
                  </a:lnTo>
                  <a:lnTo>
                    <a:pt x="1143000" y="1365885"/>
                  </a:lnTo>
                  <a:lnTo>
                    <a:pt x="1174433" y="1348740"/>
                  </a:lnTo>
                  <a:lnTo>
                    <a:pt x="1188720" y="1371600"/>
                  </a:lnTo>
                  <a:lnTo>
                    <a:pt x="1157288" y="1374457"/>
                  </a:lnTo>
                  <a:lnTo>
                    <a:pt x="1165860" y="1405890"/>
                  </a:lnTo>
                  <a:lnTo>
                    <a:pt x="1165860" y="1405890"/>
                  </a:lnTo>
                  <a:lnTo>
                    <a:pt x="1188720" y="1385887"/>
                  </a:lnTo>
                  <a:lnTo>
                    <a:pt x="1225868" y="1417320"/>
                  </a:lnTo>
                  <a:lnTo>
                    <a:pt x="1228725" y="1448752"/>
                  </a:lnTo>
                  <a:lnTo>
                    <a:pt x="1251585" y="1434465"/>
                  </a:lnTo>
                  <a:lnTo>
                    <a:pt x="1243013" y="1460182"/>
                  </a:lnTo>
                  <a:lnTo>
                    <a:pt x="1248728" y="1480185"/>
                  </a:lnTo>
                  <a:lnTo>
                    <a:pt x="1265873" y="1463040"/>
                  </a:lnTo>
                  <a:lnTo>
                    <a:pt x="1263015" y="1494472"/>
                  </a:lnTo>
                  <a:lnTo>
                    <a:pt x="1268730" y="1531620"/>
                  </a:lnTo>
                  <a:lnTo>
                    <a:pt x="1243013" y="1505902"/>
                  </a:lnTo>
                  <a:lnTo>
                    <a:pt x="1225868" y="1531620"/>
                  </a:lnTo>
                  <a:lnTo>
                    <a:pt x="1208723" y="1520190"/>
                  </a:lnTo>
                  <a:lnTo>
                    <a:pt x="1200150" y="1483042"/>
                  </a:lnTo>
                  <a:lnTo>
                    <a:pt x="1194435" y="1465897"/>
                  </a:lnTo>
                  <a:lnTo>
                    <a:pt x="1180148" y="1451610"/>
                  </a:lnTo>
                  <a:lnTo>
                    <a:pt x="1168718" y="1457325"/>
                  </a:lnTo>
                  <a:lnTo>
                    <a:pt x="1160145" y="1448752"/>
                  </a:lnTo>
                  <a:lnTo>
                    <a:pt x="1145858" y="1440180"/>
                  </a:lnTo>
                  <a:lnTo>
                    <a:pt x="1120140" y="1423035"/>
                  </a:lnTo>
                  <a:lnTo>
                    <a:pt x="1105853" y="1425892"/>
                  </a:lnTo>
                  <a:lnTo>
                    <a:pt x="1108710" y="1443037"/>
                  </a:lnTo>
                  <a:lnTo>
                    <a:pt x="1131570" y="1457325"/>
                  </a:lnTo>
                  <a:lnTo>
                    <a:pt x="1165860" y="1471612"/>
                  </a:lnTo>
                  <a:lnTo>
                    <a:pt x="1134428" y="1494472"/>
                  </a:lnTo>
                  <a:lnTo>
                    <a:pt x="1108710" y="1483042"/>
                  </a:lnTo>
                  <a:lnTo>
                    <a:pt x="1094423" y="1497330"/>
                  </a:lnTo>
                  <a:lnTo>
                    <a:pt x="1100138" y="1514475"/>
                  </a:lnTo>
                  <a:lnTo>
                    <a:pt x="1100138" y="1514475"/>
                  </a:lnTo>
                  <a:lnTo>
                    <a:pt x="1088708" y="1543050"/>
                  </a:lnTo>
                  <a:lnTo>
                    <a:pt x="1125855" y="1531620"/>
                  </a:lnTo>
                  <a:lnTo>
                    <a:pt x="1097280" y="1563052"/>
                  </a:lnTo>
                  <a:lnTo>
                    <a:pt x="1120140" y="1574482"/>
                  </a:lnTo>
                  <a:lnTo>
                    <a:pt x="1168718" y="1545907"/>
                  </a:lnTo>
                  <a:lnTo>
                    <a:pt x="1245870" y="1560195"/>
                  </a:lnTo>
                  <a:lnTo>
                    <a:pt x="1203008" y="1574482"/>
                  </a:lnTo>
                  <a:lnTo>
                    <a:pt x="1203008" y="1603057"/>
                  </a:lnTo>
                  <a:lnTo>
                    <a:pt x="1180148" y="1620202"/>
                  </a:lnTo>
                  <a:lnTo>
                    <a:pt x="1163003" y="1628775"/>
                  </a:lnTo>
                  <a:lnTo>
                    <a:pt x="1163003" y="1628775"/>
                  </a:lnTo>
                  <a:lnTo>
                    <a:pt x="1151573" y="1631632"/>
                  </a:lnTo>
                  <a:lnTo>
                    <a:pt x="1148715" y="1651635"/>
                  </a:lnTo>
                  <a:lnTo>
                    <a:pt x="1111568" y="1665922"/>
                  </a:lnTo>
                  <a:lnTo>
                    <a:pt x="1080135" y="1665922"/>
                  </a:lnTo>
                  <a:lnTo>
                    <a:pt x="1062990" y="1694497"/>
                  </a:lnTo>
                  <a:lnTo>
                    <a:pt x="1062990" y="1694497"/>
                  </a:lnTo>
                  <a:lnTo>
                    <a:pt x="1008698" y="1697355"/>
                  </a:lnTo>
                  <a:lnTo>
                    <a:pt x="994410" y="1645920"/>
                  </a:lnTo>
                  <a:lnTo>
                    <a:pt x="994410" y="1645920"/>
                  </a:lnTo>
                  <a:lnTo>
                    <a:pt x="997268" y="1705927"/>
                  </a:lnTo>
                  <a:lnTo>
                    <a:pt x="980123" y="1728787"/>
                  </a:lnTo>
                  <a:lnTo>
                    <a:pt x="962978" y="1737360"/>
                  </a:lnTo>
                  <a:lnTo>
                    <a:pt x="971550" y="1780222"/>
                  </a:lnTo>
                  <a:lnTo>
                    <a:pt x="942975" y="1780222"/>
                  </a:lnTo>
                  <a:lnTo>
                    <a:pt x="922973" y="1791652"/>
                  </a:lnTo>
                  <a:lnTo>
                    <a:pt x="902970" y="1811655"/>
                  </a:lnTo>
                  <a:lnTo>
                    <a:pt x="902970" y="1811655"/>
                  </a:lnTo>
                  <a:lnTo>
                    <a:pt x="877253" y="1823085"/>
                  </a:lnTo>
                  <a:lnTo>
                    <a:pt x="860108" y="1825942"/>
                  </a:lnTo>
                  <a:lnTo>
                    <a:pt x="865823" y="1797367"/>
                  </a:lnTo>
                  <a:lnTo>
                    <a:pt x="837248" y="1803082"/>
                  </a:lnTo>
                  <a:lnTo>
                    <a:pt x="845820" y="1831657"/>
                  </a:lnTo>
                  <a:lnTo>
                    <a:pt x="840105" y="1845945"/>
                  </a:lnTo>
                  <a:lnTo>
                    <a:pt x="825818" y="1848802"/>
                  </a:lnTo>
                  <a:lnTo>
                    <a:pt x="800100" y="1851660"/>
                  </a:lnTo>
                  <a:lnTo>
                    <a:pt x="800100" y="1868805"/>
                  </a:lnTo>
                  <a:lnTo>
                    <a:pt x="800100" y="1868805"/>
                  </a:lnTo>
                  <a:lnTo>
                    <a:pt x="774383" y="1880235"/>
                  </a:lnTo>
                  <a:lnTo>
                    <a:pt x="780098" y="1908810"/>
                  </a:lnTo>
                  <a:lnTo>
                    <a:pt x="788670" y="1917382"/>
                  </a:lnTo>
                  <a:lnTo>
                    <a:pt x="771525" y="1931670"/>
                  </a:lnTo>
                  <a:lnTo>
                    <a:pt x="774383" y="1948815"/>
                  </a:lnTo>
                  <a:lnTo>
                    <a:pt x="791528" y="1948815"/>
                  </a:lnTo>
                  <a:lnTo>
                    <a:pt x="782955" y="1971675"/>
                  </a:lnTo>
                  <a:lnTo>
                    <a:pt x="780098" y="1991677"/>
                  </a:lnTo>
                  <a:lnTo>
                    <a:pt x="768668" y="2003107"/>
                  </a:lnTo>
                  <a:lnTo>
                    <a:pt x="745808" y="2005965"/>
                  </a:lnTo>
                  <a:lnTo>
                    <a:pt x="745808" y="2005965"/>
                  </a:lnTo>
                  <a:lnTo>
                    <a:pt x="754380" y="2031682"/>
                  </a:lnTo>
                  <a:lnTo>
                    <a:pt x="754380" y="2063115"/>
                  </a:lnTo>
                  <a:lnTo>
                    <a:pt x="742950" y="2094547"/>
                  </a:lnTo>
                  <a:lnTo>
                    <a:pt x="734378" y="2114550"/>
                  </a:lnTo>
                  <a:lnTo>
                    <a:pt x="717233" y="2125980"/>
                  </a:lnTo>
                  <a:lnTo>
                    <a:pt x="728663" y="2148840"/>
                  </a:lnTo>
                  <a:lnTo>
                    <a:pt x="705803" y="2154555"/>
                  </a:lnTo>
                  <a:lnTo>
                    <a:pt x="694373" y="2151697"/>
                  </a:lnTo>
                  <a:lnTo>
                    <a:pt x="682943" y="2123122"/>
                  </a:lnTo>
                  <a:lnTo>
                    <a:pt x="671513" y="2103120"/>
                  </a:lnTo>
                  <a:lnTo>
                    <a:pt x="617220" y="2117407"/>
                  </a:lnTo>
                  <a:lnTo>
                    <a:pt x="608648" y="2097405"/>
                  </a:lnTo>
                  <a:lnTo>
                    <a:pt x="602933" y="2080260"/>
                  </a:lnTo>
                  <a:lnTo>
                    <a:pt x="597218" y="2083117"/>
                  </a:lnTo>
                  <a:lnTo>
                    <a:pt x="597218" y="2051685"/>
                  </a:lnTo>
                  <a:lnTo>
                    <a:pt x="585788" y="2065972"/>
                  </a:lnTo>
                  <a:lnTo>
                    <a:pt x="594360" y="2037397"/>
                  </a:lnTo>
                  <a:lnTo>
                    <a:pt x="577215" y="2045970"/>
                  </a:lnTo>
                  <a:lnTo>
                    <a:pt x="565785" y="2031682"/>
                  </a:lnTo>
                  <a:lnTo>
                    <a:pt x="565785" y="2011680"/>
                  </a:lnTo>
                  <a:lnTo>
                    <a:pt x="551498" y="2011680"/>
                  </a:lnTo>
                  <a:lnTo>
                    <a:pt x="545783" y="1997392"/>
                  </a:lnTo>
                  <a:lnTo>
                    <a:pt x="540068" y="1983105"/>
                  </a:lnTo>
                  <a:lnTo>
                    <a:pt x="534353" y="1951672"/>
                  </a:lnTo>
                  <a:lnTo>
                    <a:pt x="551498" y="1934527"/>
                  </a:lnTo>
                  <a:lnTo>
                    <a:pt x="557213" y="1914525"/>
                  </a:lnTo>
                  <a:lnTo>
                    <a:pt x="565785" y="1914525"/>
                  </a:lnTo>
                  <a:lnTo>
                    <a:pt x="565785" y="1905952"/>
                  </a:lnTo>
                  <a:lnTo>
                    <a:pt x="554355" y="1897380"/>
                  </a:lnTo>
                  <a:lnTo>
                    <a:pt x="528638" y="1908810"/>
                  </a:lnTo>
                  <a:lnTo>
                    <a:pt x="514350" y="1923097"/>
                  </a:lnTo>
                  <a:lnTo>
                    <a:pt x="514350" y="1891665"/>
                  </a:lnTo>
                  <a:lnTo>
                    <a:pt x="511493" y="1851660"/>
                  </a:lnTo>
                  <a:lnTo>
                    <a:pt x="491490" y="1828800"/>
                  </a:lnTo>
                  <a:lnTo>
                    <a:pt x="488633" y="1805940"/>
                  </a:lnTo>
                  <a:lnTo>
                    <a:pt x="491490" y="1774507"/>
                  </a:lnTo>
                  <a:lnTo>
                    <a:pt x="471488" y="1754505"/>
                  </a:lnTo>
                  <a:lnTo>
                    <a:pt x="477203" y="1734502"/>
                  </a:lnTo>
                  <a:lnTo>
                    <a:pt x="468630" y="1717357"/>
                  </a:lnTo>
                  <a:lnTo>
                    <a:pt x="488633" y="1694497"/>
                  </a:lnTo>
                  <a:lnTo>
                    <a:pt x="525780" y="1708785"/>
                  </a:lnTo>
                  <a:lnTo>
                    <a:pt x="537210" y="1677352"/>
                  </a:lnTo>
                  <a:lnTo>
                    <a:pt x="502920" y="1677352"/>
                  </a:lnTo>
                  <a:lnTo>
                    <a:pt x="497205" y="1665922"/>
                  </a:lnTo>
                  <a:lnTo>
                    <a:pt x="534353" y="1665922"/>
                  </a:lnTo>
                  <a:lnTo>
                    <a:pt x="534353" y="1637347"/>
                  </a:lnTo>
                  <a:lnTo>
                    <a:pt x="554355" y="1634490"/>
                  </a:lnTo>
                  <a:lnTo>
                    <a:pt x="557213" y="1620202"/>
                  </a:lnTo>
                  <a:lnTo>
                    <a:pt x="537210" y="1600200"/>
                  </a:lnTo>
                  <a:lnTo>
                    <a:pt x="560070" y="1580197"/>
                  </a:lnTo>
                  <a:lnTo>
                    <a:pt x="517208" y="1563052"/>
                  </a:lnTo>
                  <a:lnTo>
                    <a:pt x="500063" y="1565910"/>
                  </a:lnTo>
                  <a:lnTo>
                    <a:pt x="480060" y="1534477"/>
                  </a:lnTo>
                  <a:lnTo>
                    <a:pt x="457200" y="1517332"/>
                  </a:lnTo>
                  <a:lnTo>
                    <a:pt x="477203" y="1503045"/>
                  </a:lnTo>
                  <a:lnTo>
                    <a:pt x="520065" y="1540192"/>
                  </a:lnTo>
                  <a:lnTo>
                    <a:pt x="551498" y="1543050"/>
                  </a:lnTo>
                  <a:lnTo>
                    <a:pt x="537210" y="1525905"/>
                  </a:lnTo>
                  <a:lnTo>
                    <a:pt x="540068" y="1514475"/>
                  </a:lnTo>
                  <a:lnTo>
                    <a:pt x="525780" y="1494472"/>
                  </a:lnTo>
                  <a:lnTo>
                    <a:pt x="508635" y="1483042"/>
                  </a:lnTo>
                  <a:lnTo>
                    <a:pt x="508635" y="1465897"/>
                  </a:lnTo>
                  <a:lnTo>
                    <a:pt x="508635" y="1445895"/>
                  </a:lnTo>
                  <a:lnTo>
                    <a:pt x="471488" y="1405890"/>
                  </a:lnTo>
                  <a:lnTo>
                    <a:pt x="442913" y="1448752"/>
                  </a:lnTo>
                  <a:lnTo>
                    <a:pt x="411480" y="1443037"/>
                  </a:lnTo>
                  <a:lnTo>
                    <a:pt x="434340" y="1425892"/>
                  </a:lnTo>
                  <a:lnTo>
                    <a:pt x="428625" y="1414462"/>
                  </a:lnTo>
                  <a:lnTo>
                    <a:pt x="454343" y="1385887"/>
                  </a:lnTo>
                  <a:lnTo>
                    <a:pt x="445770" y="1334452"/>
                  </a:lnTo>
                  <a:lnTo>
                    <a:pt x="425768" y="1325880"/>
                  </a:lnTo>
                  <a:lnTo>
                    <a:pt x="428625" y="1300162"/>
                  </a:lnTo>
                  <a:lnTo>
                    <a:pt x="414338" y="1274445"/>
                  </a:lnTo>
                  <a:lnTo>
                    <a:pt x="414338" y="1248727"/>
                  </a:lnTo>
                  <a:lnTo>
                    <a:pt x="400050" y="1205865"/>
                  </a:lnTo>
                  <a:lnTo>
                    <a:pt x="397193" y="1174432"/>
                  </a:lnTo>
                  <a:lnTo>
                    <a:pt x="385763" y="1154430"/>
                  </a:lnTo>
                  <a:lnTo>
                    <a:pt x="374333" y="1143000"/>
                  </a:lnTo>
                  <a:lnTo>
                    <a:pt x="354330" y="1100137"/>
                  </a:lnTo>
                  <a:lnTo>
                    <a:pt x="348615" y="1082992"/>
                  </a:lnTo>
                  <a:lnTo>
                    <a:pt x="337185" y="1065847"/>
                  </a:lnTo>
                  <a:lnTo>
                    <a:pt x="314325" y="1071562"/>
                  </a:lnTo>
                  <a:lnTo>
                    <a:pt x="305753" y="1057275"/>
                  </a:lnTo>
                  <a:lnTo>
                    <a:pt x="297180" y="1057275"/>
                  </a:lnTo>
                  <a:lnTo>
                    <a:pt x="280035" y="1040130"/>
                  </a:lnTo>
                  <a:lnTo>
                    <a:pt x="260033" y="1040130"/>
                  </a:lnTo>
                  <a:lnTo>
                    <a:pt x="242888" y="1025842"/>
                  </a:lnTo>
                  <a:lnTo>
                    <a:pt x="222885" y="1034415"/>
                  </a:lnTo>
                  <a:lnTo>
                    <a:pt x="214313" y="1011555"/>
                  </a:lnTo>
                  <a:lnTo>
                    <a:pt x="177165" y="1051560"/>
                  </a:lnTo>
                  <a:lnTo>
                    <a:pt x="171450" y="1014412"/>
                  </a:lnTo>
                  <a:lnTo>
                    <a:pt x="151448" y="1034415"/>
                  </a:lnTo>
                  <a:lnTo>
                    <a:pt x="128588" y="1028700"/>
                  </a:lnTo>
                  <a:lnTo>
                    <a:pt x="117158" y="1034415"/>
                  </a:lnTo>
                  <a:lnTo>
                    <a:pt x="151448" y="1068705"/>
                  </a:lnTo>
                  <a:lnTo>
                    <a:pt x="105728" y="1048702"/>
                  </a:lnTo>
                  <a:lnTo>
                    <a:pt x="94298" y="1025842"/>
                  </a:lnTo>
                  <a:lnTo>
                    <a:pt x="100013" y="997267"/>
                  </a:lnTo>
                  <a:lnTo>
                    <a:pt x="111443" y="982980"/>
                  </a:lnTo>
                  <a:lnTo>
                    <a:pt x="100013" y="965835"/>
                  </a:lnTo>
                  <a:lnTo>
                    <a:pt x="85725" y="960120"/>
                  </a:lnTo>
                  <a:lnTo>
                    <a:pt x="80010" y="945832"/>
                  </a:lnTo>
                  <a:lnTo>
                    <a:pt x="57150" y="940117"/>
                  </a:lnTo>
                  <a:lnTo>
                    <a:pt x="71438" y="965835"/>
                  </a:lnTo>
                  <a:lnTo>
                    <a:pt x="37148" y="940117"/>
                  </a:lnTo>
                  <a:lnTo>
                    <a:pt x="51435" y="925830"/>
                  </a:lnTo>
                  <a:lnTo>
                    <a:pt x="74295" y="931545"/>
                  </a:lnTo>
                  <a:lnTo>
                    <a:pt x="100013" y="937260"/>
                  </a:lnTo>
                  <a:lnTo>
                    <a:pt x="111443" y="931545"/>
                  </a:lnTo>
                  <a:lnTo>
                    <a:pt x="128588" y="934402"/>
                  </a:lnTo>
                  <a:lnTo>
                    <a:pt x="148590" y="937260"/>
                  </a:lnTo>
                  <a:lnTo>
                    <a:pt x="160020" y="934402"/>
                  </a:lnTo>
                  <a:lnTo>
                    <a:pt x="168593" y="920115"/>
                  </a:lnTo>
                  <a:lnTo>
                    <a:pt x="165735" y="891540"/>
                  </a:lnTo>
                  <a:lnTo>
                    <a:pt x="151448" y="854392"/>
                  </a:lnTo>
                  <a:lnTo>
                    <a:pt x="120015" y="882967"/>
                  </a:lnTo>
                  <a:lnTo>
                    <a:pt x="100013" y="862965"/>
                  </a:lnTo>
                  <a:lnTo>
                    <a:pt x="91440" y="871537"/>
                  </a:lnTo>
                  <a:lnTo>
                    <a:pt x="88583" y="885825"/>
                  </a:lnTo>
                  <a:lnTo>
                    <a:pt x="77153" y="882967"/>
                  </a:lnTo>
                  <a:lnTo>
                    <a:pt x="71438" y="865822"/>
                  </a:lnTo>
                  <a:lnTo>
                    <a:pt x="62865" y="857250"/>
                  </a:lnTo>
                  <a:lnTo>
                    <a:pt x="48578" y="845820"/>
                  </a:lnTo>
                  <a:lnTo>
                    <a:pt x="22860" y="840105"/>
                  </a:lnTo>
                  <a:lnTo>
                    <a:pt x="0" y="785812"/>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60" name="Freeform: Shape 7">
              <a:extLst>
                <a:ext uri="{FF2B5EF4-FFF2-40B4-BE49-F238E27FC236}">
                  <a16:creationId xmlns:a16="http://schemas.microsoft.com/office/drawing/2014/main" id="{6DA84E02-F8D9-4350-9292-47CD09426F62}"/>
                </a:ext>
              </a:extLst>
            </p:cNvPr>
            <p:cNvSpPr/>
            <p:nvPr/>
          </p:nvSpPr>
          <p:spPr bwMode="auto">
            <a:xfrm>
              <a:off x="788194" y="2102644"/>
              <a:ext cx="2109787" cy="1443037"/>
            </a:xfrm>
            <a:custGeom>
              <a:avLst/>
              <a:gdLst>
                <a:gd name="connsiteX0" fmla="*/ 1574006 w 2109787"/>
                <a:gd name="connsiteY0" fmla="*/ 600075 h 1443037"/>
                <a:gd name="connsiteX1" fmla="*/ 1576387 w 2109787"/>
                <a:gd name="connsiteY1" fmla="*/ 652462 h 1443037"/>
                <a:gd name="connsiteX2" fmla="*/ 1562100 w 2109787"/>
                <a:gd name="connsiteY2" fmla="*/ 695325 h 1443037"/>
                <a:gd name="connsiteX3" fmla="*/ 1581150 w 2109787"/>
                <a:gd name="connsiteY3" fmla="*/ 704850 h 1443037"/>
                <a:gd name="connsiteX4" fmla="*/ 1583531 w 2109787"/>
                <a:gd name="connsiteY4" fmla="*/ 721519 h 1443037"/>
                <a:gd name="connsiteX5" fmla="*/ 1590675 w 2109787"/>
                <a:gd name="connsiteY5" fmla="*/ 754856 h 1443037"/>
                <a:gd name="connsiteX6" fmla="*/ 1552575 w 2109787"/>
                <a:gd name="connsiteY6" fmla="*/ 781050 h 1443037"/>
                <a:gd name="connsiteX7" fmla="*/ 1571625 w 2109787"/>
                <a:gd name="connsiteY7" fmla="*/ 814387 h 1443037"/>
                <a:gd name="connsiteX8" fmla="*/ 1585912 w 2109787"/>
                <a:gd name="connsiteY8" fmla="*/ 838200 h 1443037"/>
                <a:gd name="connsiteX9" fmla="*/ 1597819 w 2109787"/>
                <a:gd name="connsiteY9" fmla="*/ 892969 h 1443037"/>
                <a:gd name="connsiteX10" fmla="*/ 1602581 w 2109787"/>
                <a:gd name="connsiteY10" fmla="*/ 912019 h 1443037"/>
                <a:gd name="connsiteX11" fmla="*/ 1574006 w 2109787"/>
                <a:gd name="connsiteY11" fmla="*/ 954881 h 1443037"/>
                <a:gd name="connsiteX12" fmla="*/ 1531144 w 2109787"/>
                <a:gd name="connsiteY12" fmla="*/ 978694 h 1443037"/>
                <a:gd name="connsiteX13" fmla="*/ 1547812 w 2109787"/>
                <a:gd name="connsiteY13" fmla="*/ 1009650 h 1443037"/>
                <a:gd name="connsiteX14" fmla="*/ 1552575 w 2109787"/>
                <a:gd name="connsiteY14" fmla="*/ 1045369 h 1443037"/>
                <a:gd name="connsiteX15" fmla="*/ 1557337 w 2109787"/>
                <a:gd name="connsiteY15" fmla="*/ 1081087 h 1443037"/>
                <a:gd name="connsiteX16" fmla="*/ 1547812 w 2109787"/>
                <a:gd name="connsiteY16" fmla="*/ 1104900 h 1443037"/>
                <a:gd name="connsiteX17" fmla="*/ 1540669 w 2109787"/>
                <a:gd name="connsiteY17" fmla="*/ 1123950 h 1443037"/>
                <a:gd name="connsiteX18" fmla="*/ 1526381 w 2109787"/>
                <a:gd name="connsiteY18" fmla="*/ 1116806 h 1443037"/>
                <a:gd name="connsiteX19" fmla="*/ 1512094 w 2109787"/>
                <a:gd name="connsiteY19" fmla="*/ 1123950 h 1443037"/>
                <a:gd name="connsiteX20" fmla="*/ 1493044 w 2109787"/>
                <a:gd name="connsiteY20" fmla="*/ 1104900 h 1443037"/>
                <a:gd name="connsiteX21" fmla="*/ 1478756 w 2109787"/>
                <a:gd name="connsiteY21" fmla="*/ 1081087 h 1443037"/>
                <a:gd name="connsiteX22" fmla="*/ 1459706 w 2109787"/>
                <a:gd name="connsiteY22" fmla="*/ 1076325 h 1443037"/>
                <a:gd name="connsiteX23" fmla="*/ 1454944 w 2109787"/>
                <a:gd name="connsiteY23" fmla="*/ 1062037 h 1443037"/>
                <a:gd name="connsiteX24" fmla="*/ 1450181 w 2109787"/>
                <a:gd name="connsiteY24" fmla="*/ 1042987 h 1443037"/>
                <a:gd name="connsiteX25" fmla="*/ 1443037 w 2109787"/>
                <a:gd name="connsiteY25" fmla="*/ 1014412 h 1443037"/>
                <a:gd name="connsiteX26" fmla="*/ 1447800 w 2109787"/>
                <a:gd name="connsiteY26" fmla="*/ 990600 h 1443037"/>
                <a:gd name="connsiteX27" fmla="*/ 1447800 w 2109787"/>
                <a:gd name="connsiteY27" fmla="*/ 969169 h 1443037"/>
                <a:gd name="connsiteX28" fmla="*/ 1440656 w 2109787"/>
                <a:gd name="connsiteY28" fmla="*/ 957262 h 1443037"/>
                <a:gd name="connsiteX29" fmla="*/ 1421606 w 2109787"/>
                <a:gd name="connsiteY29" fmla="*/ 964406 h 1443037"/>
                <a:gd name="connsiteX30" fmla="*/ 1385887 w 2109787"/>
                <a:gd name="connsiteY30" fmla="*/ 954881 h 1443037"/>
                <a:gd name="connsiteX31" fmla="*/ 1340644 w 2109787"/>
                <a:gd name="connsiteY31" fmla="*/ 933450 h 1443037"/>
                <a:gd name="connsiteX32" fmla="*/ 1300162 w 2109787"/>
                <a:gd name="connsiteY32" fmla="*/ 900112 h 1443037"/>
                <a:gd name="connsiteX33" fmla="*/ 1231106 w 2109787"/>
                <a:gd name="connsiteY33" fmla="*/ 869156 h 1443037"/>
                <a:gd name="connsiteX34" fmla="*/ 1202531 w 2109787"/>
                <a:gd name="connsiteY34" fmla="*/ 881062 h 1443037"/>
                <a:gd name="connsiteX35" fmla="*/ 1181100 w 2109787"/>
                <a:gd name="connsiteY35" fmla="*/ 826294 h 1443037"/>
                <a:gd name="connsiteX36" fmla="*/ 1176337 w 2109787"/>
                <a:gd name="connsiteY36" fmla="*/ 797719 h 1443037"/>
                <a:gd name="connsiteX37" fmla="*/ 1150144 w 2109787"/>
                <a:gd name="connsiteY37" fmla="*/ 778669 h 1443037"/>
                <a:gd name="connsiteX38" fmla="*/ 1131094 w 2109787"/>
                <a:gd name="connsiteY38" fmla="*/ 723900 h 1443037"/>
                <a:gd name="connsiteX39" fmla="*/ 1150144 w 2109787"/>
                <a:gd name="connsiteY39" fmla="*/ 695325 h 1443037"/>
                <a:gd name="connsiteX40" fmla="*/ 1152525 w 2109787"/>
                <a:gd name="connsiteY40" fmla="*/ 681037 h 1443037"/>
                <a:gd name="connsiteX41" fmla="*/ 1140619 w 2109787"/>
                <a:gd name="connsiteY41" fmla="*/ 652462 h 1443037"/>
                <a:gd name="connsiteX42" fmla="*/ 1154906 w 2109787"/>
                <a:gd name="connsiteY42" fmla="*/ 650081 h 1443037"/>
                <a:gd name="connsiteX43" fmla="*/ 1176337 w 2109787"/>
                <a:gd name="connsiteY43" fmla="*/ 635794 h 1443037"/>
                <a:gd name="connsiteX44" fmla="*/ 1204912 w 2109787"/>
                <a:gd name="connsiteY44" fmla="*/ 604837 h 1443037"/>
                <a:gd name="connsiteX45" fmla="*/ 1204912 w 2109787"/>
                <a:gd name="connsiteY45" fmla="*/ 581025 h 1443037"/>
                <a:gd name="connsiteX46" fmla="*/ 1226344 w 2109787"/>
                <a:gd name="connsiteY46" fmla="*/ 581025 h 1443037"/>
                <a:gd name="connsiteX47" fmla="*/ 1252537 w 2109787"/>
                <a:gd name="connsiteY47" fmla="*/ 564356 h 1443037"/>
                <a:gd name="connsiteX48" fmla="*/ 1219200 w 2109787"/>
                <a:gd name="connsiteY48" fmla="*/ 528637 h 1443037"/>
                <a:gd name="connsiteX49" fmla="*/ 1219200 w 2109787"/>
                <a:gd name="connsiteY49" fmla="*/ 528637 h 1443037"/>
                <a:gd name="connsiteX50" fmla="*/ 1262062 w 2109787"/>
                <a:gd name="connsiteY50" fmla="*/ 540544 h 1443037"/>
                <a:gd name="connsiteX51" fmla="*/ 1257300 w 2109787"/>
                <a:gd name="connsiteY51" fmla="*/ 514350 h 1443037"/>
                <a:gd name="connsiteX52" fmla="*/ 1281112 w 2109787"/>
                <a:gd name="connsiteY52" fmla="*/ 516731 h 1443037"/>
                <a:gd name="connsiteX53" fmla="*/ 1297781 w 2109787"/>
                <a:gd name="connsiteY53" fmla="*/ 509587 h 1443037"/>
                <a:gd name="connsiteX54" fmla="*/ 1331119 w 2109787"/>
                <a:gd name="connsiteY54" fmla="*/ 464344 h 1443037"/>
                <a:gd name="connsiteX55" fmla="*/ 1290637 w 2109787"/>
                <a:gd name="connsiteY55" fmla="*/ 447675 h 1443037"/>
                <a:gd name="connsiteX56" fmla="*/ 1269206 w 2109787"/>
                <a:gd name="connsiteY56" fmla="*/ 419100 h 1443037"/>
                <a:gd name="connsiteX57" fmla="*/ 1281112 w 2109787"/>
                <a:gd name="connsiteY57" fmla="*/ 400050 h 1443037"/>
                <a:gd name="connsiteX58" fmla="*/ 1304925 w 2109787"/>
                <a:gd name="connsiteY58" fmla="*/ 419100 h 1443037"/>
                <a:gd name="connsiteX59" fmla="*/ 1335881 w 2109787"/>
                <a:gd name="connsiteY59" fmla="*/ 438150 h 1443037"/>
                <a:gd name="connsiteX60" fmla="*/ 1359694 w 2109787"/>
                <a:gd name="connsiteY60" fmla="*/ 392906 h 1443037"/>
                <a:gd name="connsiteX61" fmla="*/ 1340644 w 2109787"/>
                <a:gd name="connsiteY61" fmla="*/ 381000 h 1443037"/>
                <a:gd name="connsiteX62" fmla="*/ 1359694 w 2109787"/>
                <a:gd name="connsiteY62" fmla="*/ 364331 h 1443037"/>
                <a:gd name="connsiteX63" fmla="*/ 1390650 w 2109787"/>
                <a:gd name="connsiteY63" fmla="*/ 373856 h 1443037"/>
                <a:gd name="connsiteX64" fmla="*/ 1419225 w 2109787"/>
                <a:gd name="connsiteY64" fmla="*/ 364331 h 1443037"/>
                <a:gd name="connsiteX65" fmla="*/ 1440656 w 2109787"/>
                <a:gd name="connsiteY65" fmla="*/ 373856 h 1443037"/>
                <a:gd name="connsiteX66" fmla="*/ 1459706 w 2109787"/>
                <a:gd name="connsiteY66" fmla="*/ 350044 h 1443037"/>
                <a:gd name="connsiteX67" fmla="*/ 1464469 w 2109787"/>
                <a:gd name="connsiteY67" fmla="*/ 292894 h 1443037"/>
                <a:gd name="connsiteX68" fmla="*/ 1459706 w 2109787"/>
                <a:gd name="connsiteY68" fmla="*/ 269081 h 1443037"/>
                <a:gd name="connsiteX69" fmla="*/ 1450181 w 2109787"/>
                <a:gd name="connsiteY69" fmla="*/ 254794 h 1443037"/>
                <a:gd name="connsiteX70" fmla="*/ 1462087 w 2109787"/>
                <a:gd name="connsiteY70" fmla="*/ 230981 h 1443037"/>
                <a:gd name="connsiteX71" fmla="*/ 1476375 w 2109787"/>
                <a:gd name="connsiteY71" fmla="*/ 235744 h 1443037"/>
                <a:gd name="connsiteX72" fmla="*/ 1469231 w 2109787"/>
                <a:gd name="connsiteY72" fmla="*/ 216694 h 1443037"/>
                <a:gd name="connsiteX73" fmla="*/ 1469231 w 2109787"/>
                <a:gd name="connsiteY73" fmla="*/ 204787 h 1443037"/>
                <a:gd name="connsiteX74" fmla="*/ 1457325 w 2109787"/>
                <a:gd name="connsiteY74" fmla="*/ 188119 h 1443037"/>
                <a:gd name="connsiteX75" fmla="*/ 1447800 w 2109787"/>
                <a:gd name="connsiteY75" fmla="*/ 166687 h 1443037"/>
                <a:gd name="connsiteX76" fmla="*/ 1426369 w 2109787"/>
                <a:gd name="connsiteY76" fmla="*/ 166687 h 1443037"/>
                <a:gd name="connsiteX77" fmla="*/ 1390650 w 2109787"/>
                <a:gd name="connsiteY77" fmla="*/ 154781 h 1443037"/>
                <a:gd name="connsiteX78" fmla="*/ 1381125 w 2109787"/>
                <a:gd name="connsiteY78" fmla="*/ 159544 h 1443037"/>
                <a:gd name="connsiteX79" fmla="*/ 1383506 w 2109787"/>
                <a:gd name="connsiteY79" fmla="*/ 180975 h 1443037"/>
                <a:gd name="connsiteX80" fmla="*/ 1393031 w 2109787"/>
                <a:gd name="connsiteY80" fmla="*/ 192881 h 1443037"/>
                <a:gd name="connsiteX81" fmla="*/ 1393031 w 2109787"/>
                <a:gd name="connsiteY81" fmla="*/ 211931 h 1443037"/>
                <a:gd name="connsiteX82" fmla="*/ 1393031 w 2109787"/>
                <a:gd name="connsiteY82" fmla="*/ 230981 h 1443037"/>
                <a:gd name="connsiteX83" fmla="*/ 1371600 w 2109787"/>
                <a:gd name="connsiteY83" fmla="*/ 235744 h 1443037"/>
                <a:gd name="connsiteX84" fmla="*/ 1366837 w 2109787"/>
                <a:gd name="connsiteY84" fmla="*/ 273844 h 1443037"/>
                <a:gd name="connsiteX85" fmla="*/ 1354931 w 2109787"/>
                <a:gd name="connsiteY85" fmla="*/ 295275 h 1443037"/>
                <a:gd name="connsiteX86" fmla="*/ 1352550 w 2109787"/>
                <a:gd name="connsiteY86" fmla="*/ 309562 h 1443037"/>
                <a:gd name="connsiteX87" fmla="*/ 1338262 w 2109787"/>
                <a:gd name="connsiteY87" fmla="*/ 314325 h 1443037"/>
                <a:gd name="connsiteX88" fmla="*/ 1326356 w 2109787"/>
                <a:gd name="connsiteY88" fmla="*/ 307181 h 1443037"/>
                <a:gd name="connsiteX89" fmla="*/ 1302544 w 2109787"/>
                <a:gd name="connsiteY89" fmla="*/ 276225 h 1443037"/>
                <a:gd name="connsiteX90" fmla="*/ 1314450 w 2109787"/>
                <a:gd name="connsiteY90" fmla="*/ 257175 h 1443037"/>
                <a:gd name="connsiteX91" fmla="*/ 1285875 w 2109787"/>
                <a:gd name="connsiteY91" fmla="*/ 200025 h 1443037"/>
                <a:gd name="connsiteX92" fmla="*/ 1278731 w 2109787"/>
                <a:gd name="connsiteY92" fmla="*/ 200025 h 1443037"/>
                <a:gd name="connsiteX93" fmla="*/ 1278731 w 2109787"/>
                <a:gd name="connsiteY93" fmla="*/ 200025 h 1443037"/>
                <a:gd name="connsiteX94" fmla="*/ 1276350 w 2109787"/>
                <a:gd name="connsiteY94" fmla="*/ 242887 h 1443037"/>
                <a:gd name="connsiteX95" fmla="*/ 1276350 w 2109787"/>
                <a:gd name="connsiteY95" fmla="*/ 242887 h 1443037"/>
                <a:gd name="connsiteX96" fmla="*/ 1250156 w 2109787"/>
                <a:gd name="connsiteY96" fmla="*/ 219075 h 1443037"/>
                <a:gd name="connsiteX97" fmla="*/ 1238250 w 2109787"/>
                <a:gd name="connsiteY97" fmla="*/ 190500 h 1443037"/>
                <a:gd name="connsiteX98" fmla="*/ 1240631 w 2109787"/>
                <a:gd name="connsiteY98" fmla="*/ 171450 h 1443037"/>
                <a:gd name="connsiteX99" fmla="*/ 1226344 w 2109787"/>
                <a:gd name="connsiteY99" fmla="*/ 171450 h 1443037"/>
                <a:gd name="connsiteX100" fmla="*/ 1190625 w 2109787"/>
                <a:gd name="connsiteY100" fmla="*/ 152400 h 1443037"/>
                <a:gd name="connsiteX101" fmla="*/ 1219200 w 2109787"/>
                <a:gd name="connsiteY101" fmla="*/ 123825 h 1443037"/>
                <a:gd name="connsiteX102" fmla="*/ 1185862 w 2109787"/>
                <a:gd name="connsiteY102" fmla="*/ 76200 h 1443037"/>
                <a:gd name="connsiteX103" fmla="*/ 1183481 w 2109787"/>
                <a:gd name="connsiteY103" fmla="*/ 40481 h 1443037"/>
                <a:gd name="connsiteX104" fmla="*/ 1166812 w 2109787"/>
                <a:gd name="connsiteY104" fmla="*/ 11906 h 1443037"/>
                <a:gd name="connsiteX105" fmla="*/ 1143000 w 2109787"/>
                <a:gd name="connsiteY105" fmla="*/ 0 h 1443037"/>
                <a:gd name="connsiteX106" fmla="*/ 1126331 w 2109787"/>
                <a:gd name="connsiteY106" fmla="*/ 14287 h 1443037"/>
                <a:gd name="connsiteX107" fmla="*/ 1121569 w 2109787"/>
                <a:gd name="connsiteY107" fmla="*/ 42862 h 1443037"/>
                <a:gd name="connsiteX108" fmla="*/ 1107281 w 2109787"/>
                <a:gd name="connsiteY108" fmla="*/ 52387 h 1443037"/>
                <a:gd name="connsiteX109" fmla="*/ 1114425 w 2109787"/>
                <a:gd name="connsiteY109" fmla="*/ 71437 h 1443037"/>
                <a:gd name="connsiteX110" fmla="*/ 1116806 w 2109787"/>
                <a:gd name="connsiteY110" fmla="*/ 92869 h 1443037"/>
                <a:gd name="connsiteX111" fmla="*/ 1116806 w 2109787"/>
                <a:gd name="connsiteY111" fmla="*/ 92869 h 1443037"/>
                <a:gd name="connsiteX112" fmla="*/ 1112044 w 2109787"/>
                <a:gd name="connsiteY112" fmla="*/ 126206 h 1443037"/>
                <a:gd name="connsiteX113" fmla="*/ 1121569 w 2109787"/>
                <a:gd name="connsiteY113" fmla="*/ 152400 h 1443037"/>
                <a:gd name="connsiteX114" fmla="*/ 1152525 w 2109787"/>
                <a:gd name="connsiteY114" fmla="*/ 161925 h 1443037"/>
                <a:gd name="connsiteX115" fmla="*/ 1176337 w 2109787"/>
                <a:gd name="connsiteY115" fmla="*/ 183356 h 1443037"/>
                <a:gd name="connsiteX116" fmla="*/ 1185862 w 2109787"/>
                <a:gd name="connsiteY116" fmla="*/ 183356 h 1443037"/>
                <a:gd name="connsiteX117" fmla="*/ 1188244 w 2109787"/>
                <a:gd name="connsiteY117" fmla="*/ 202406 h 1443037"/>
                <a:gd name="connsiteX118" fmla="*/ 1157287 w 2109787"/>
                <a:gd name="connsiteY118" fmla="*/ 200025 h 1443037"/>
                <a:gd name="connsiteX119" fmla="*/ 1178719 w 2109787"/>
                <a:gd name="connsiteY119" fmla="*/ 219075 h 1443037"/>
                <a:gd name="connsiteX120" fmla="*/ 1176337 w 2109787"/>
                <a:gd name="connsiteY120" fmla="*/ 238125 h 1443037"/>
                <a:gd name="connsiteX121" fmla="*/ 1166812 w 2109787"/>
                <a:gd name="connsiteY121" fmla="*/ 257175 h 1443037"/>
                <a:gd name="connsiteX122" fmla="*/ 1133475 w 2109787"/>
                <a:gd name="connsiteY122" fmla="*/ 271462 h 1443037"/>
                <a:gd name="connsiteX123" fmla="*/ 1131094 w 2109787"/>
                <a:gd name="connsiteY123" fmla="*/ 300037 h 1443037"/>
                <a:gd name="connsiteX124" fmla="*/ 1133475 w 2109787"/>
                <a:gd name="connsiteY124" fmla="*/ 326231 h 1443037"/>
                <a:gd name="connsiteX125" fmla="*/ 1104900 w 2109787"/>
                <a:gd name="connsiteY125" fmla="*/ 314325 h 1443037"/>
                <a:gd name="connsiteX126" fmla="*/ 1114425 w 2109787"/>
                <a:gd name="connsiteY126" fmla="*/ 276225 h 1443037"/>
                <a:gd name="connsiteX127" fmla="*/ 1071562 w 2109787"/>
                <a:gd name="connsiteY127" fmla="*/ 250031 h 1443037"/>
                <a:gd name="connsiteX128" fmla="*/ 1071562 w 2109787"/>
                <a:gd name="connsiteY128" fmla="*/ 250031 h 1443037"/>
                <a:gd name="connsiteX129" fmla="*/ 1085850 w 2109787"/>
                <a:gd name="connsiteY129" fmla="*/ 288131 h 1443037"/>
                <a:gd name="connsiteX130" fmla="*/ 1071562 w 2109787"/>
                <a:gd name="connsiteY130" fmla="*/ 300037 h 1443037"/>
                <a:gd name="connsiteX131" fmla="*/ 1050131 w 2109787"/>
                <a:gd name="connsiteY131" fmla="*/ 292894 h 1443037"/>
                <a:gd name="connsiteX132" fmla="*/ 1035844 w 2109787"/>
                <a:gd name="connsiteY132" fmla="*/ 295275 h 1443037"/>
                <a:gd name="connsiteX133" fmla="*/ 988219 w 2109787"/>
                <a:gd name="connsiteY133" fmla="*/ 295275 h 1443037"/>
                <a:gd name="connsiteX134" fmla="*/ 964406 w 2109787"/>
                <a:gd name="connsiteY134" fmla="*/ 295275 h 1443037"/>
                <a:gd name="connsiteX135" fmla="*/ 926306 w 2109787"/>
                <a:gd name="connsiteY135" fmla="*/ 273844 h 1443037"/>
                <a:gd name="connsiteX136" fmla="*/ 902494 w 2109787"/>
                <a:gd name="connsiteY136" fmla="*/ 273844 h 1443037"/>
                <a:gd name="connsiteX137" fmla="*/ 881062 w 2109787"/>
                <a:gd name="connsiteY137" fmla="*/ 259556 h 1443037"/>
                <a:gd name="connsiteX138" fmla="*/ 871537 w 2109787"/>
                <a:gd name="connsiteY138" fmla="*/ 238125 h 1443037"/>
                <a:gd name="connsiteX139" fmla="*/ 852487 w 2109787"/>
                <a:gd name="connsiteY139" fmla="*/ 216694 h 1443037"/>
                <a:gd name="connsiteX140" fmla="*/ 807244 w 2109787"/>
                <a:gd name="connsiteY140" fmla="*/ 240506 h 1443037"/>
                <a:gd name="connsiteX141" fmla="*/ 823912 w 2109787"/>
                <a:gd name="connsiteY141" fmla="*/ 259556 h 1443037"/>
                <a:gd name="connsiteX142" fmla="*/ 840581 w 2109787"/>
                <a:gd name="connsiteY142" fmla="*/ 242887 h 1443037"/>
                <a:gd name="connsiteX143" fmla="*/ 850106 w 2109787"/>
                <a:gd name="connsiteY143" fmla="*/ 235744 h 1443037"/>
                <a:gd name="connsiteX144" fmla="*/ 862012 w 2109787"/>
                <a:gd name="connsiteY144" fmla="*/ 233362 h 1443037"/>
                <a:gd name="connsiteX145" fmla="*/ 869156 w 2109787"/>
                <a:gd name="connsiteY145" fmla="*/ 254794 h 1443037"/>
                <a:gd name="connsiteX146" fmla="*/ 831056 w 2109787"/>
                <a:gd name="connsiteY146" fmla="*/ 285750 h 1443037"/>
                <a:gd name="connsiteX147" fmla="*/ 842962 w 2109787"/>
                <a:gd name="connsiteY147" fmla="*/ 321469 h 1443037"/>
                <a:gd name="connsiteX148" fmla="*/ 835819 w 2109787"/>
                <a:gd name="connsiteY148" fmla="*/ 354806 h 1443037"/>
                <a:gd name="connsiteX149" fmla="*/ 807244 w 2109787"/>
                <a:gd name="connsiteY149" fmla="*/ 340519 h 1443037"/>
                <a:gd name="connsiteX150" fmla="*/ 800100 w 2109787"/>
                <a:gd name="connsiteY150" fmla="*/ 316706 h 1443037"/>
                <a:gd name="connsiteX151" fmla="*/ 762000 w 2109787"/>
                <a:gd name="connsiteY151" fmla="*/ 276225 h 1443037"/>
                <a:gd name="connsiteX152" fmla="*/ 735806 w 2109787"/>
                <a:gd name="connsiteY152" fmla="*/ 297656 h 1443037"/>
                <a:gd name="connsiteX153" fmla="*/ 688181 w 2109787"/>
                <a:gd name="connsiteY153" fmla="*/ 297656 h 1443037"/>
                <a:gd name="connsiteX154" fmla="*/ 640556 w 2109787"/>
                <a:gd name="connsiteY154" fmla="*/ 285750 h 1443037"/>
                <a:gd name="connsiteX155" fmla="*/ 616744 w 2109787"/>
                <a:gd name="connsiteY155" fmla="*/ 278606 h 1443037"/>
                <a:gd name="connsiteX156" fmla="*/ 645319 w 2109787"/>
                <a:gd name="connsiteY156" fmla="*/ 254794 h 1443037"/>
                <a:gd name="connsiteX157" fmla="*/ 650081 w 2109787"/>
                <a:gd name="connsiteY157" fmla="*/ 242887 h 1443037"/>
                <a:gd name="connsiteX158" fmla="*/ 628650 w 2109787"/>
                <a:gd name="connsiteY158" fmla="*/ 216694 h 1443037"/>
                <a:gd name="connsiteX159" fmla="*/ 609600 w 2109787"/>
                <a:gd name="connsiteY159" fmla="*/ 228600 h 1443037"/>
                <a:gd name="connsiteX160" fmla="*/ 557212 w 2109787"/>
                <a:gd name="connsiteY160" fmla="*/ 204787 h 1443037"/>
                <a:gd name="connsiteX161" fmla="*/ 516731 w 2109787"/>
                <a:gd name="connsiteY161" fmla="*/ 188119 h 1443037"/>
                <a:gd name="connsiteX162" fmla="*/ 481012 w 2109787"/>
                <a:gd name="connsiteY162" fmla="*/ 154781 h 1443037"/>
                <a:gd name="connsiteX163" fmla="*/ 442912 w 2109787"/>
                <a:gd name="connsiteY163" fmla="*/ 150019 h 1443037"/>
                <a:gd name="connsiteX164" fmla="*/ 442912 w 2109787"/>
                <a:gd name="connsiteY164" fmla="*/ 176212 h 1443037"/>
                <a:gd name="connsiteX165" fmla="*/ 423862 w 2109787"/>
                <a:gd name="connsiteY165" fmla="*/ 185737 h 1443037"/>
                <a:gd name="connsiteX166" fmla="*/ 409575 w 2109787"/>
                <a:gd name="connsiteY166" fmla="*/ 176212 h 1443037"/>
                <a:gd name="connsiteX167" fmla="*/ 404812 w 2109787"/>
                <a:gd name="connsiteY167" fmla="*/ 147637 h 1443037"/>
                <a:gd name="connsiteX168" fmla="*/ 392906 w 2109787"/>
                <a:gd name="connsiteY168" fmla="*/ 152400 h 1443037"/>
                <a:gd name="connsiteX169" fmla="*/ 392906 w 2109787"/>
                <a:gd name="connsiteY169" fmla="*/ 176212 h 1443037"/>
                <a:gd name="connsiteX170" fmla="*/ 373856 w 2109787"/>
                <a:gd name="connsiteY170" fmla="*/ 178594 h 1443037"/>
                <a:gd name="connsiteX171" fmla="*/ 323850 w 2109787"/>
                <a:gd name="connsiteY171" fmla="*/ 102394 h 1443037"/>
                <a:gd name="connsiteX172" fmla="*/ 321469 w 2109787"/>
                <a:gd name="connsiteY172" fmla="*/ 126206 h 1443037"/>
                <a:gd name="connsiteX173" fmla="*/ 321469 w 2109787"/>
                <a:gd name="connsiteY173" fmla="*/ 140494 h 1443037"/>
                <a:gd name="connsiteX174" fmla="*/ 307181 w 2109787"/>
                <a:gd name="connsiteY174" fmla="*/ 159544 h 1443037"/>
                <a:gd name="connsiteX175" fmla="*/ 297656 w 2109787"/>
                <a:gd name="connsiteY175" fmla="*/ 152400 h 1443037"/>
                <a:gd name="connsiteX176" fmla="*/ 264319 w 2109787"/>
                <a:gd name="connsiteY176" fmla="*/ 169069 h 1443037"/>
                <a:gd name="connsiteX177" fmla="*/ 264319 w 2109787"/>
                <a:gd name="connsiteY177" fmla="*/ 169069 h 1443037"/>
                <a:gd name="connsiteX178" fmla="*/ 242887 w 2109787"/>
                <a:gd name="connsiteY178" fmla="*/ 188119 h 1443037"/>
                <a:gd name="connsiteX179" fmla="*/ 207169 w 2109787"/>
                <a:gd name="connsiteY179" fmla="*/ 195262 h 1443037"/>
                <a:gd name="connsiteX180" fmla="*/ 214312 w 2109787"/>
                <a:gd name="connsiteY180" fmla="*/ 180975 h 1443037"/>
                <a:gd name="connsiteX181" fmla="*/ 276225 w 2109787"/>
                <a:gd name="connsiteY181" fmla="*/ 138112 h 1443037"/>
                <a:gd name="connsiteX182" fmla="*/ 223837 w 2109787"/>
                <a:gd name="connsiteY182" fmla="*/ 157162 h 1443037"/>
                <a:gd name="connsiteX183" fmla="*/ 171450 w 2109787"/>
                <a:gd name="connsiteY183" fmla="*/ 192881 h 1443037"/>
                <a:gd name="connsiteX184" fmla="*/ 161925 w 2109787"/>
                <a:gd name="connsiteY184" fmla="*/ 171450 h 1443037"/>
                <a:gd name="connsiteX185" fmla="*/ 145256 w 2109787"/>
                <a:gd name="connsiteY185" fmla="*/ 173831 h 1443037"/>
                <a:gd name="connsiteX186" fmla="*/ 164306 w 2109787"/>
                <a:gd name="connsiteY186" fmla="*/ 207169 h 1443037"/>
                <a:gd name="connsiteX187" fmla="*/ 169069 w 2109787"/>
                <a:gd name="connsiteY187" fmla="*/ 221456 h 1443037"/>
                <a:gd name="connsiteX188" fmla="*/ 171450 w 2109787"/>
                <a:gd name="connsiteY188" fmla="*/ 242887 h 1443037"/>
                <a:gd name="connsiteX189" fmla="*/ 154781 w 2109787"/>
                <a:gd name="connsiteY189" fmla="*/ 226219 h 1443037"/>
                <a:gd name="connsiteX190" fmla="*/ 130969 w 2109787"/>
                <a:gd name="connsiteY190" fmla="*/ 195262 h 1443037"/>
                <a:gd name="connsiteX191" fmla="*/ 140494 w 2109787"/>
                <a:gd name="connsiteY191" fmla="*/ 230981 h 1443037"/>
                <a:gd name="connsiteX192" fmla="*/ 123825 w 2109787"/>
                <a:gd name="connsiteY192" fmla="*/ 233362 h 1443037"/>
                <a:gd name="connsiteX193" fmla="*/ 114300 w 2109787"/>
                <a:gd name="connsiteY193" fmla="*/ 214312 h 1443037"/>
                <a:gd name="connsiteX194" fmla="*/ 80962 w 2109787"/>
                <a:gd name="connsiteY194" fmla="*/ 204787 h 1443037"/>
                <a:gd name="connsiteX195" fmla="*/ 35719 w 2109787"/>
                <a:gd name="connsiteY195" fmla="*/ 166687 h 1443037"/>
                <a:gd name="connsiteX196" fmla="*/ 14287 w 2109787"/>
                <a:gd name="connsiteY196" fmla="*/ 176212 h 1443037"/>
                <a:gd name="connsiteX197" fmla="*/ 0 w 2109787"/>
                <a:gd name="connsiteY197" fmla="*/ 723900 h 1443037"/>
                <a:gd name="connsiteX198" fmla="*/ 30956 w 2109787"/>
                <a:gd name="connsiteY198" fmla="*/ 716756 h 1443037"/>
                <a:gd name="connsiteX199" fmla="*/ 61912 w 2109787"/>
                <a:gd name="connsiteY199" fmla="*/ 726281 h 1443037"/>
                <a:gd name="connsiteX200" fmla="*/ 85725 w 2109787"/>
                <a:gd name="connsiteY200" fmla="*/ 759619 h 1443037"/>
                <a:gd name="connsiteX201" fmla="*/ 138112 w 2109787"/>
                <a:gd name="connsiteY201" fmla="*/ 740569 h 1443037"/>
                <a:gd name="connsiteX202" fmla="*/ 159544 w 2109787"/>
                <a:gd name="connsiteY202" fmla="*/ 773906 h 1443037"/>
                <a:gd name="connsiteX203" fmla="*/ 180975 w 2109787"/>
                <a:gd name="connsiteY203" fmla="*/ 804862 h 1443037"/>
                <a:gd name="connsiteX204" fmla="*/ 214312 w 2109787"/>
                <a:gd name="connsiteY204" fmla="*/ 864394 h 1443037"/>
                <a:gd name="connsiteX205" fmla="*/ 240506 w 2109787"/>
                <a:gd name="connsiteY205" fmla="*/ 902494 h 1443037"/>
                <a:gd name="connsiteX206" fmla="*/ 283369 w 2109787"/>
                <a:gd name="connsiteY206" fmla="*/ 919162 h 1443037"/>
                <a:gd name="connsiteX207" fmla="*/ 273844 w 2109787"/>
                <a:gd name="connsiteY207" fmla="*/ 973931 h 1443037"/>
                <a:gd name="connsiteX208" fmla="*/ 269081 w 2109787"/>
                <a:gd name="connsiteY208" fmla="*/ 992981 h 1443037"/>
                <a:gd name="connsiteX209" fmla="*/ 290512 w 2109787"/>
                <a:gd name="connsiteY209" fmla="*/ 1023937 h 1443037"/>
                <a:gd name="connsiteX210" fmla="*/ 300037 w 2109787"/>
                <a:gd name="connsiteY210" fmla="*/ 1035844 h 1443037"/>
                <a:gd name="connsiteX211" fmla="*/ 300037 w 2109787"/>
                <a:gd name="connsiteY211" fmla="*/ 1057275 h 1443037"/>
                <a:gd name="connsiteX212" fmla="*/ 323850 w 2109787"/>
                <a:gd name="connsiteY212" fmla="*/ 1085850 h 1443037"/>
                <a:gd name="connsiteX213" fmla="*/ 345281 w 2109787"/>
                <a:gd name="connsiteY213" fmla="*/ 1090612 h 1443037"/>
                <a:gd name="connsiteX214" fmla="*/ 345281 w 2109787"/>
                <a:gd name="connsiteY214" fmla="*/ 1119187 h 1443037"/>
                <a:gd name="connsiteX215" fmla="*/ 335756 w 2109787"/>
                <a:gd name="connsiteY215" fmla="*/ 1123950 h 1443037"/>
                <a:gd name="connsiteX216" fmla="*/ 350044 w 2109787"/>
                <a:gd name="connsiteY216" fmla="*/ 1131094 h 1443037"/>
                <a:gd name="connsiteX217" fmla="*/ 345281 w 2109787"/>
                <a:gd name="connsiteY217" fmla="*/ 1164431 h 1443037"/>
                <a:gd name="connsiteX218" fmla="*/ 366712 w 2109787"/>
                <a:gd name="connsiteY218" fmla="*/ 1173956 h 1443037"/>
                <a:gd name="connsiteX219" fmla="*/ 421481 w 2109787"/>
                <a:gd name="connsiteY219" fmla="*/ 1226344 h 1443037"/>
                <a:gd name="connsiteX220" fmla="*/ 423862 w 2109787"/>
                <a:gd name="connsiteY220" fmla="*/ 1214437 h 1443037"/>
                <a:gd name="connsiteX221" fmla="*/ 388144 w 2109787"/>
                <a:gd name="connsiteY221" fmla="*/ 1157287 h 1443037"/>
                <a:gd name="connsiteX222" fmla="*/ 390525 w 2109787"/>
                <a:gd name="connsiteY222" fmla="*/ 1150144 h 1443037"/>
                <a:gd name="connsiteX223" fmla="*/ 426244 w 2109787"/>
                <a:gd name="connsiteY223" fmla="*/ 1171575 h 1443037"/>
                <a:gd name="connsiteX224" fmla="*/ 447675 w 2109787"/>
                <a:gd name="connsiteY224" fmla="*/ 1202531 h 1443037"/>
                <a:gd name="connsiteX225" fmla="*/ 1135856 w 2109787"/>
                <a:gd name="connsiteY225" fmla="*/ 1204912 h 1443037"/>
                <a:gd name="connsiteX226" fmla="*/ 1135856 w 2109787"/>
                <a:gd name="connsiteY226" fmla="*/ 1183481 h 1443037"/>
                <a:gd name="connsiteX227" fmla="*/ 1157287 w 2109787"/>
                <a:gd name="connsiteY227" fmla="*/ 1204912 h 1443037"/>
                <a:gd name="connsiteX228" fmla="*/ 1171575 w 2109787"/>
                <a:gd name="connsiteY228" fmla="*/ 1212056 h 1443037"/>
                <a:gd name="connsiteX229" fmla="*/ 1200150 w 2109787"/>
                <a:gd name="connsiteY229" fmla="*/ 1212056 h 1443037"/>
                <a:gd name="connsiteX230" fmla="*/ 1231106 w 2109787"/>
                <a:gd name="connsiteY230" fmla="*/ 1233487 h 1443037"/>
                <a:gd name="connsiteX231" fmla="*/ 1264444 w 2109787"/>
                <a:gd name="connsiteY231" fmla="*/ 1238250 h 1443037"/>
                <a:gd name="connsiteX232" fmla="*/ 1304925 w 2109787"/>
                <a:gd name="connsiteY232" fmla="*/ 1216819 h 1443037"/>
                <a:gd name="connsiteX233" fmla="*/ 1312069 w 2109787"/>
                <a:gd name="connsiteY233" fmla="*/ 1202531 h 1443037"/>
                <a:gd name="connsiteX234" fmla="*/ 1333500 w 2109787"/>
                <a:gd name="connsiteY234" fmla="*/ 1216819 h 1443037"/>
                <a:gd name="connsiteX235" fmla="*/ 1343025 w 2109787"/>
                <a:gd name="connsiteY235" fmla="*/ 1202531 h 1443037"/>
                <a:gd name="connsiteX236" fmla="*/ 1371600 w 2109787"/>
                <a:gd name="connsiteY236" fmla="*/ 1228725 h 1443037"/>
                <a:gd name="connsiteX237" fmla="*/ 1390650 w 2109787"/>
                <a:gd name="connsiteY237" fmla="*/ 1240631 h 1443037"/>
                <a:gd name="connsiteX238" fmla="*/ 1407319 w 2109787"/>
                <a:gd name="connsiteY238" fmla="*/ 1273969 h 1443037"/>
                <a:gd name="connsiteX239" fmla="*/ 1431131 w 2109787"/>
                <a:gd name="connsiteY239" fmla="*/ 1297781 h 1443037"/>
                <a:gd name="connsiteX240" fmla="*/ 1500187 w 2109787"/>
                <a:gd name="connsiteY240" fmla="*/ 1309687 h 1443037"/>
                <a:gd name="connsiteX241" fmla="*/ 1519237 w 2109787"/>
                <a:gd name="connsiteY241" fmla="*/ 1350169 h 1443037"/>
                <a:gd name="connsiteX242" fmla="*/ 1502569 w 2109787"/>
                <a:gd name="connsiteY242" fmla="*/ 1371600 h 1443037"/>
                <a:gd name="connsiteX243" fmla="*/ 1483519 w 2109787"/>
                <a:gd name="connsiteY243" fmla="*/ 1354931 h 1443037"/>
                <a:gd name="connsiteX244" fmla="*/ 1466850 w 2109787"/>
                <a:gd name="connsiteY244" fmla="*/ 1383506 h 1443037"/>
                <a:gd name="connsiteX245" fmla="*/ 1462087 w 2109787"/>
                <a:gd name="connsiteY245" fmla="*/ 1404937 h 1443037"/>
                <a:gd name="connsiteX246" fmla="*/ 1454944 w 2109787"/>
                <a:gd name="connsiteY246" fmla="*/ 1421606 h 1443037"/>
                <a:gd name="connsiteX247" fmla="*/ 1457325 w 2109787"/>
                <a:gd name="connsiteY247" fmla="*/ 1443037 h 1443037"/>
                <a:gd name="connsiteX248" fmla="*/ 1493044 w 2109787"/>
                <a:gd name="connsiteY248" fmla="*/ 1421606 h 1443037"/>
                <a:gd name="connsiteX249" fmla="*/ 1533525 w 2109787"/>
                <a:gd name="connsiteY249" fmla="*/ 1412081 h 1443037"/>
                <a:gd name="connsiteX250" fmla="*/ 1524000 w 2109787"/>
                <a:gd name="connsiteY250" fmla="*/ 1404937 h 1443037"/>
                <a:gd name="connsiteX251" fmla="*/ 1538287 w 2109787"/>
                <a:gd name="connsiteY251" fmla="*/ 1385887 h 1443037"/>
                <a:gd name="connsiteX252" fmla="*/ 1571625 w 2109787"/>
                <a:gd name="connsiteY252" fmla="*/ 1388269 h 1443037"/>
                <a:gd name="connsiteX253" fmla="*/ 1590675 w 2109787"/>
                <a:gd name="connsiteY253" fmla="*/ 1364456 h 1443037"/>
                <a:gd name="connsiteX254" fmla="*/ 1607344 w 2109787"/>
                <a:gd name="connsiteY254" fmla="*/ 1366837 h 1443037"/>
                <a:gd name="connsiteX255" fmla="*/ 1645444 w 2109787"/>
                <a:gd name="connsiteY255" fmla="*/ 1345406 h 1443037"/>
                <a:gd name="connsiteX256" fmla="*/ 1712119 w 2109787"/>
                <a:gd name="connsiteY256" fmla="*/ 1350169 h 1443037"/>
                <a:gd name="connsiteX257" fmla="*/ 1740694 w 2109787"/>
                <a:gd name="connsiteY257" fmla="*/ 1335881 h 1443037"/>
                <a:gd name="connsiteX258" fmla="*/ 1750219 w 2109787"/>
                <a:gd name="connsiteY258" fmla="*/ 1335881 h 1443037"/>
                <a:gd name="connsiteX259" fmla="*/ 1769269 w 2109787"/>
                <a:gd name="connsiteY259" fmla="*/ 1288256 h 1443037"/>
                <a:gd name="connsiteX260" fmla="*/ 1778794 w 2109787"/>
                <a:gd name="connsiteY260" fmla="*/ 1269206 h 1443037"/>
                <a:gd name="connsiteX261" fmla="*/ 1804987 w 2109787"/>
                <a:gd name="connsiteY261" fmla="*/ 1278731 h 1443037"/>
                <a:gd name="connsiteX262" fmla="*/ 1814512 w 2109787"/>
                <a:gd name="connsiteY262" fmla="*/ 1278731 h 1443037"/>
                <a:gd name="connsiteX263" fmla="*/ 1812131 w 2109787"/>
                <a:gd name="connsiteY263" fmla="*/ 1331119 h 1443037"/>
                <a:gd name="connsiteX264" fmla="*/ 1838325 w 2109787"/>
                <a:gd name="connsiteY264" fmla="*/ 1354931 h 1443037"/>
                <a:gd name="connsiteX265" fmla="*/ 1869281 w 2109787"/>
                <a:gd name="connsiteY265" fmla="*/ 1338262 h 1443037"/>
                <a:gd name="connsiteX266" fmla="*/ 1905000 w 2109787"/>
                <a:gd name="connsiteY266" fmla="*/ 1312069 h 1443037"/>
                <a:gd name="connsiteX267" fmla="*/ 1890712 w 2109787"/>
                <a:gd name="connsiteY267" fmla="*/ 1281112 h 1443037"/>
                <a:gd name="connsiteX268" fmla="*/ 1885950 w 2109787"/>
                <a:gd name="connsiteY268" fmla="*/ 1262062 h 1443037"/>
                <a:gd name="connsiteX269" fmla="*/ 1878806 w 2109787"/>
                <a:gd name="connsiteY269" fmla="*/ 1254919 h 1443037"/>
                <a:gd name="connsiteX270" fmla="*/ 1859756 w 2109787"/>
                <a:gd name="connsiteY270" fmla="*/ 1250156 h 1443037"/>
                <a:gd name="connsiteX271" fmla="*/ 1845469 w 2109787"/>
                <a:gd name="connsiteY271" fmla="*/ 1245394 h 1443037"/>
                <a:gd name="connsiteX272" fmla="*/ 1857375 w 2109787"/>
                <a:gd name="connsiteY272" fmla="*/ 1231106 h 1443037"/>
                <a:gd name="connsiteX273" fmla="*/ 1883569 w 2109787"/>
                <a:gd name="connsiteY273" fmla="*/ 1231106 h 1443037"/>
                <a:gd name="connsiteX274" fmla="*/ 1895475 w 2109787"/>
                <a:gd name="connsiteY274" fmla="*/ 1207294 h 1443037"/>
                <a:gd name="connsiteX275" fmla="*/ 1878806 w 2109787"/>
                <a:gd name="connsiteY275" fmla="*/ 1197769 h 1443037"/>
                <a:gd name="connsiteX276" fmla="*/ 1852612 w 2109787"/>
                <a:gd name="connsiteY276" fmla="*/ 1202531 h 1443037"/>
                <a:gd name="connsiteX277" fmla="*/ 1824037 w 2109787"/>
                <a:gd name="connsiteY277" fmla="*/ 1212056 h 1443037"/>
                <a:gd name="connsiteX278" fmla="*/ 1804987 w 2109787"/>
                <a:gd name="connsiteY278" fmla="*/ 1226344 h 1443037"/>
                <a:gd name="connsiteX279" fmla="*/ 1757362 w 2109787"/>
                <a:gd name="connsiteY279" fmla="*/ 1262062 h 1443037"/>
                <a:gd name="connsiteX280" fmla="*/ 1745456 w 2109787"/>
                <a:gd name="connsiteY280" fmla="*/ 1276350 h 1443037"/>
                <a:gd name="connsiteX281" fmla="*/ 1731169 w 2109787"/>
                <a:gd name="connsiteY281" fmla="*/ 1281112 h 1443037"/>
                <a:gd name="connsiteX282" fmla="*/ 1785937 w 2109787"/>
                <a:gd name="connsiteY282" fmla="*/ 1197769 h 1443037"/>
                <a:gd name="connsiteX283" fmla="*/ 1802606 w 2109787"/>
                <a:gd name="connsiteY283" fmla="*/ 1185862 h 1443037"/>
                <a:gd name="connsiteX284" fmla="*/ 1826419 w 2109787"/>
                <a:gd name="connsiteY284" fmla="*/ 1183481 h 1443037"/>
                <a:gd name="connsiteX285" fmla="*/ 1840706 w 2109787"/>
                <a:gd name="connsiteY285" fmla="*/ 1162050 h 1443037"/>
                <a:gd name="connsiteX286" fmla="*/ 1885950 w 2109787"/>
                <a:gd name="connsiteY286" fmla="*/ 1147762 h 1443037"/>
                <a:gd name="connsiteX287" fmla="*/ 1957387 w 2109787"/>
                <a:gd name="connsiteY287" fmla="*/ 1143000 h 1443037"/>
                <a:gd name="connsiteX288" fmla="*/ 1988344 w 2109787"/>
                <a:gd name="connsiteY288" fmla="*/ 1152525 h 1443037"/>
                <a:gd name="connsiteX289" fmla="*/ 2024062 w 2109787"/>
                <a:gd name="connsiteY289" fmla="*/ 1138237 h 1443037"/>
                <a:gd name="connsiteX290" fmla="*/ 2062162 w 2109787"/>
                <a:gd name="connsiteY290" fmla="*/ 1104900 h 1443037"/>
                <a:gd name="connsiteX291" fmla="*/ 2078831 w 2109787"/>
                <a:gd name="connsiteY291" fmla="*/ 1104900 h 1443037"/>
                <a:gd name="connsiteX292" fmla="*/ 2109787 w 2109787"/>
                <a:gd name="connsiteY292" fmla="*/ 1071562 h 1443037"/>
                <a:gd name="connsiteX293" fmla="*/ 2109787 w 2109787"/>
                <a:gd name="connsiteY293" fmla="*/ 1028700 h 1443037"/>
                <a:gd name="connsiteX294" fmla="*/ 2095500 w 2109787"/>
                <a:gd name="connsiteY294" fmla="*/ 1014412 h 1443037"/>
                <a:gd name="connsiteX295" fmla="*/ 2078831 w 2109787"/>
                <a:gd name="connsiteY295" fmla="*/ 1023937 h 1443037"/>
                <a:gd name="connsiteX296" fmla="*/ 2066925 w 2109787"/>
                <a:gd name="connsiteY296" fmla="*/ 1002506 h 1443037"/>
                <a:gd name="connsiteX297" fmla="*/ 2035969 w 2109787"/>
                <a:gd name="connsiteY297" fmla="*/ 1014412 h 1443037"/>
                <a:gd name="connsiteX298" fmla="*/ 2024062 w 2109787"/>
                <a:gd name="connsiteY298" fmla="*/ 1033462 h 1443037"/>
                <a:gd name="connsiteX299" fmla="*/ 2005012 w 2109787"/>
                <a:gd name="connsiteY299" fmla="*/ 1038225 h 1443037"/>
                <a:gd name="connsiteX300" fmla="*/ 1993106 w 2109787"/>
                <a:gd name="connsiteY300" fmla="*/ 1033462 h 1443037"/>
                <a:gd name="connsiteX301" fmla="*/ 2012156 w 2109787"/>
                <a:gd name="connsiteY301" fmla="*/ 1012031 h 1443037"/>
                <a:gd name="connsiteX302" fmla="*/ 2050256 w 2109787"/>
                <a:gd name="connsiteY302" fmla="*/ 985837 h 1443037"/>
                <a:gd name="connsiteX303" fmla="*/ 2050256 w 2109787"/>
                <a:gd name="connsiteY303" fmla="*/ 969169 h 1443037"/>
                <a:gd name="connsiteX304" fmla="*/ 2033587 w 2109787"/>
                <a:gd name="connsiteY304" fmla="*/ 957262 h 1443037"/>
                <a:gd name="connsiteX305" fmla="*/ 2009775 w 2109787"/>
                <a:gd name="connsiteY305" fmla="*/ 957262 h 1443037"/>
                <a:gd name="connsiteX306" fmla="*/ 1978819 w 2109787"/>
                <a:gd name="connsiteY306" fmla="*/ 914400 h 1443037"/>
                <a:gd name="connsiteX307" fmla="*/ 1964531 w 2109787"/>
                <a:gd name="connsiteY307" fmla="*/ 904875 h 1443037"/>
                <a:gd name="connsiteX308" fmla="*/ 1976437 w 2109787"/>
                <a:gd name="connsiteY308" fmla="*/ 873919 h 1443037"/>
                <a:gd name="connsiteX309" fmla="*/ 1962150 w 2109787"/>
                <a:gd name="connsiteY309" fmla="*/ 871537 h 1443037"/>
                <a:gd name="connsiteX310" fmla="*/ 1959769 w 2109787"/>
                <a:gd name="connsiteY310" fmla="*/ 852487 h 1443037"/>
                <a:gd name="connsiteX311" fmla="*/ 1957387 w 2109787"/>
                <a:gd name="connsiteY311" fmla="*/ 838200 h 1443037"/>
                <a:gd name="connsiteX312" fmla="*/ 1935956 w 2109787"/>
                <a:gd name="connsiteY312" fmla="*/ 838200 h 1443037"/>
                <a:gd name="connsiteX313" fmla="*/ 1943100 w 2109787"/>
                <a:gd name="connsiteY313" fmla="*/ 816769 h 1443037"/>
                <a:gd name="connsiteX314" fmla="*/ 1924050 w 2109787"/>
                <a:gd name="connsiteY314" fmla="*/ 804862 h 1443037"/>
                <a:gd name="connsiteX315" fmla="*/ 1928812 w 2109787"/>
                <a:gd name="connsiteY315" fmla="*/ 785812 h 1443037"/>
                <a:gd name="connsiteX316" fmla="*/ 1914525 w 2109787"/>
                <a:gd name="connsiteY316" fmla="*/ 773906 h 1443037"/>
                <a:gd name="connsiteX317" fmla="*/ 1912144 w 2109787"/>
                <a:gd name="connsiteY317" fmla="*/ 757237 h 1443037"/>
                <a:gd name="connsiteX318" fmla="*/ 1909762 w 2109787"/>
                <a:gd name="connsiteY318" fmla="*/ 754856 h 1443037"/>
                <a:gd name="connsiteX319" fmla="*/ 1893094 w 2109787"/>
                <a:gd name="connsiteY319" fmla="*/ 723900 h 1443037"/>
                <a:gd name="connsiteX320" fmla="*/ 1878806 w 2109787"/>
                <a:gd name="connsiteY320" fmla="*/ 731044 h 1443037"/>
                <a:gd name="connsiteX321" fmla="*/ 1883569 w 2109787"/>
                <a:gd name="connsiteY321" fmla="*/ 757237 h 1443037"/>
                <a:gd name="connsiteX322" fmla="*/ 1878806 w 2109787"/>
                <a:gd name="connsiteY322" fmla="*/ 771525 h 1443037"/>
                <a:gd name="connsiteX323" fmla="*/ 1874044 w 2109787"/>
                <a:gd name="connsiteY323" fmla="*/ 781050 h 1443037"/>
                <a:gd name="connsiteX324" fmla="*/ 1871662 w 2109787"/>
                <a:gd name="connsiteY324" fmla="*/ 795337 h 1443037"/>
                <a:gd name="connsiteX325" fmla="*/ 1854994 w 2109787"/>
                <a:gd name="connsiteY325" fmla="*/ 795337 h 1443037"/>
                <a:gd name="connsiteX326" fmla="*/ 1850231 w 2109787"/>
                <a:gd name="connsiteY326" fmla="*/ 804862 h 1443037"/>
                <a:gd name="connsiteX327" fmla="*/ 1828800 w 2109787"/>
                <a:gd name="connsiteY327" fmla="*/ 809625 h 1443037"/>
                <a:gd name="connsiteX328" fmla="*/ 1816894 w 2109787"/>
                <a:gd name="connsiteY328" fmla="*/ 828675 h 1443037"/>
                <a:gd name="connsiteX329" fmla="*/ 1793081 w 2109787"/>
                <a:gd name="connsiteY329" fmla="*/ 792956 h 1443037"/>
                <a:gd name="connsiteX330" fmla="*/ 1769269 w 2109787"/>
                <a:gd name="connsiteY330" fmla="*/ 797719 h 1443037"/>
                <a:gd name="connsiteX331" fmla="*/ 1762125 w 2109787"/>
                <a:gd name="connsiteY331" fmla="*/ 792956 h 1443037"/>
                <a:gd name="connsiteX332" fmla="*/ 1762125 w 2109787"/>
                <a:gd name="connsiteY332" fmla="*/ 783431 h 1443037"/>
                <a:gd name="connsiteX333" fmla="*/ 1771650 w 2109787"/>
                <a:gd name="connsiteY333" fmla="*/ 769144 h 1443037"/>
                <a:gd name="connsiteX334" fmla="*/ 1771650 w 2109787"/>
                <a:gd name="connsiteY334" fmla="*/ 740569 h 1443037"/>
                <a:gd name="connsiteX335" fmla="*/ 1757362 w 2109787"/>
                <a:gd name="connsiteY335" fmla="*/ 726281 h 1443037"/>
                <a:gd name="connsiteX336" fmla="*/ 1769269 w 2109787"/>
                <a:gd name="connsiteY336" fmla="*/ 714375 h 1443037"/>
                <a:gd name="connsiteX337" fmla="*/ 1771650 w 2109787"/>
                <a:gd name="connsiteY337" fmla="*/ 688181 h 1443037"/>
                <a:gd name="connsiteX338" fmla="*/ 1747837 w 2109787"/>
                <a:gd name="connsiteY338" fmla="*/ 683419 h 1443037"/>
                <a:gd name="connsiteX339" fmla="*/ 1738312 w 2109787"/>
                <a:gd name="connsiteY339" fmla="*/ 671512 h 1443037"/>
                <a:gd name="connsiteX340" fmla="*/ 1724025 w 2109787"/>
                <a:gd name="connsiteY340" fmla="*/ 673894 h 1443037"/>
                <a:gd name="connsiteX341" fmla="*/ 1702594 w 2109787"/>
                <a:gd name="connsiteY341" fmla="*/ 635794 h 1443037"/>
                <a:gd name="connsiteX342" fmla="*/ 1690687 w 2109787"/>
                <a:gd name="connsiteY342" fmla="*/ 635794 h 1443037"/>
                <a:gd name="connsiteX343" fmla="*/ 1685925 w 2109787"/>
                <a:gd name="connsiteY343" fmla="*/ 609600 h 1443037"/>
                <a:gd name="connsiteX344" fmla="*/ 1659731 w 2109787"/>
                <a:gd name="connsiteY344" fmla="*/ 609600 h 1443037"/>
                <a:gd name="connsiteX345" fmla="*/ 1631156 w 2109787"/>
                <a:gd name="connsiteY345" fmla="*/ 628650 h 1443037"/>
                <a:gd name="connsiteX346" fmla="*/ 1574006 w 2109787"/>
                <a:gd name="connsiteY346" fmla="*/ 600075 h 1443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Lst>
              <a:rect l="l" t="t" r="r" b="b"/>
              <a:pathLst>
                <a:path w="2109787" h="1443037">
                  <a:moveTo>
                    <a:pt x="1574006" y="600075"/>
                  </a:moveTo>
                  <a:lnTo>
                    <a:pt x="1576387" y="652462"/>
                  </a:lnTo>
                  <a:lnTo>
                    <a:pt x="1562100" y="695325"/>
                  </a:lnTo>
                  <a:lnTo>
                    <a:pt x="1581150" y="704850"/>
                  </a:lnTo>
                  <a:lnTo>
                    <a:pt x="1583531" y="721519"/>
                  </a:lnTo>
                  <a:lnTo>
                    <a:pt x="1590675" y="754856"/>
                  </a:lnTo>
                  <a:lnTo>
                    <a:pt x="1552575" y="781050"/>
                  </a:lnTo>
                  <a:lnTo>
                    <a:pt x="1571625" y="814387"/>
                  </a:lnTo>
                  <a:lnTo>
                    <a:pt x="1585912" y="838200"/>
                  </a:lnTo>
                  <a:lnTo>
                    <a:pt x="1597819" y="892969"/>
                  </a:lnTo>
                  <a:lnTo>
                    <a:pt x="1602581" y="912019"/>
                  </a:lnTo>
                  <a:lnTo>
                    <a:pt x="1574006" y="954881"/>
                  </a:lnTo>
                  <a:lnTo>
                    <a:pt x="1531144" y="978694"/>
                  </a:lnTo>
                  <a:lnTo>
                    <a:pt x="1547812" y="1009650"/>
                  </a:lnTo>
                  <a:lnTo>
                    <a:pt x="1552575" y="1045369"/>
                  </a:lnTo>
                  <a:lnTo>
                    <a:pt x="1557337" y="1081087"/>
                  </a:lnTo>
                  <a:lnTo>
                    <a:pt x="1547812" y="1104900"/>
                  </a:lnTo>
                  <a:lnTo>
                    <a:pt x="1540669" y="1123950"/>
                  </a:lnTo>
                  <a:lnTo>
                    <a:pt x="1526381" y="1116806"/>
                  </a:lnTo>
                  <a:lnTo>
                    <a:pt x="1512094" y="1123950"/>
                  </a:lnTo>
                  <a:lnTo>
                    <a:pt x="1493044" y="1104900"/>
                  </a:lnTo>
                  <a:lnTo>
                    <a:pt x="1478756" y="1081087"/>
                  </a:lnTo>
                  <a:lnTo>
                    <a:pt x="1459706" y="1076325"/>
                  </a:lnTo>
                  <a:lnTo>
                    <a:pt x="1454944" y="1062037"/>
                  </a:lnTo>
                  <a:lnTo>
                    <a:pt x="1450181" y="1042987"/>
                  </a:lnTo>
                  <a:lnTo>
                    <a:pt x="1443037" y="1014412"/>
                  </a:lnTo>
                  <a:lnTo>
                    <a:pt x="1447800" y="990600"/>
                  </a:lnTo>
                  <a:lnTo>
                    <a:pt x="1447800" y="969169"/>
                  </a:lnTo>
                  <a:lnTo>
                    <a:pt x="1440656" y="957262"/>
                  </a:lnTo>
                  <a:lnTo>
                    <a:pt x="1421606" y="964406"/>
                  </a:lnTo>
                  <a:lnTo>
                    <a:pt x="1385887" y="954881"/>
                  </a:lnTo>
                  <a:lnTo>
                    <a:pt x="1340644" y="933450"/>
                  </a:lnTo>
                  <a:lnTo>
                    <a:pt x="1300162" y="900112"/>
                  </a:lnTo>
                  <a:lnTo>
                    <a:pt x="1231106" y="869156"/>
                  </a:lnTo>
                  <a:lnTo>
                    <a:pt x="1202531" y="881062"/>
                  </a:lnTo>
                  <a:lnTo>
                    <a:pt x="1181100" y="826294"/>
                  </a:lnTo>
                  <a:lnTo>
                    <a:pt x="1176337" y="797719"/>
                  </a:lnTo>
                  <a:lnTo>
                    <a:pt x="1150144" y="778669"/>
                  </a:lnTo>
                  <a:lnTo>
                    <a:pt x="1131094" y="723900"/>
                  </a:lnTo>
                  <a:lnTo>
                    <a:pt x="1150144" y="695325"/>
                  </a:lnTo>
                  <a:lnTo>
                    <a:pt x="1152525" y="681037"/>
                  </a:lnTo>
                  <a:lnTo>
                    <a:pt x="1140619" y="652462"/>
                  </a:lnTo>
                  <a:lnTo>
                    <a:pt x="1154906" y="650081"/>
                  </a:lnTo>
                  <a:lnTo>
                    <a:pt x="1176337" y="635794"/>
                  </a:lnTo>
                  <a:lnTo>
                    <a:pt x="1204912" y="604837"/>
                  </a:lnTo>
                  <a:lnTo>
                    <a:pt x="1204912" y="581025"/>
                  </a:lnTo>
                  <a:lnTo>
                    <a:pt x="1226344" y="581025"/>
                  </a:lnTo>
                  <a:lnTo>
                    <a:pt x="1252537" y="564356"/>
                  </a:lnTo>
                  <a:lnTo>
                    <a:pt x="1219200" y="528637"/>
                  </a:lnTo>
                  <a:lnTo>
                    <a:pt x="1219200" y="528637"/>
                  </a:lnTo>
                  <a:lnTo>
                    <a:pt x="1262062" y="540544"/>
                  </a:lnTo>
                  <a:lnTo>
                    <a:pt x="1257300" y="514350"/>
                  </a:lnTo>
                  <a:lnTo>
                    <a:pt x="1281112" y="516731"/>
                  </a:lnTo>
                  <a:lnTo>
                    <a:pt x="1297781" y="509587"/>
                  </a:lnTo>
                  <a:lnTo>
                    <a:pt x="1331119" y="464344"/>
                  </a:lnTo>
                  <a:lnTo>
                    <a:pt x="1290637" y="447675"/>
                  </a:lnTo>
                  <a:lnTo>
                    <a:pt x="1269206" y="419100"/>
                  </a:lnTo>
                  <a:lnTo>
                    <a:pt x="1281112" y="400050"/>
                  </a:lnTo>
                  <a:lnTo>
                    <a:pt x="1304925" y="419100"/>
                  </a:lnTo>
                  <a:lnTo>
                    <a:pt x="1335881" y="438150"/>
                  </a:lnTo>
                  <a:lnTo>
                    <a:pt x="1359694" y="392906"/>
                  </a:lnTo>
                  <a:lnTo>
                    <a:pt x="1340644" y="381000"/>
                  </a:lnTo>
                  <a:lnTo>
                    <a:pt x="1359694" y="364331"/>
                  </a:lnTo>
                  <a:lnTo>
                    <a:pt x="1390650" y="373856"/>
                  </a:lnTo>
                  <a:lnTo>
                    <a:pt x="1419225" y="364331"/>
                  </a:lnTo>
                  <a:lnTo>
                    <a:pt x="1440656" y="373856"/>
                  </a:lnTo>
                  <a:lnTo>
                    <a:pt x="1459706" y="350044"/>
                  </a:lnTo>
                  <a:lnTo>
                    <a:pt x="1464469" y="292894"/>
                  </a:lnTo>
                  <a:lnTo>
                    <a:pt x="1459706" y="269081"/>
                  </a:lnTo>
                  <a:lnTo>
                    <a:pt x="1450181" y="254794"/>
                  </a:lnTo>
                  <a:lnTo>
                    <a:pt x="1462087" y="230981"/>
                  </a:lnTo>
                  <a:lnTo>
                    <a:pt x="1476375" y="235744"/>
                  </a:lnTo>
                  <a:lnTo>
                    <a:pt x="1469231" y="216694"/>
                  </a:lnTo>
                  <a:lnTo>
                    <a:pt x="1469231" y="204787"/>
                  </a:lnTo>
                  <a:lnTo>
                    <a:pt x="1457325" y="188119"/>
                  </a:lnTo>
                  <a:lnTo>
                    <a:pt x="1447800" y="166687"/>
                  </a:lnTo>
                  <a:lnTo>
                    <a:pt x="1426369" y="166687"/>
                  </a:lnTo>
                  <a:lnTo>
                    <a:pt x="1390650" y="154781"/>
                  </a:lnTo>
                  <a:lnTo>
                    <a:pt x="1381125" y="159544"/>
                  </a:lnTo>
                  <a:lnTo>
                    <a:pt x="1383506" y="180975"/>
                  </a:lnTo>
                  <a:lnTo>
                    <a:pt x="1393031" y="192881"/>
                  </a:lnTo>
                  <a:lnTo>
                    <a:pt x="1393031" y="211931"/>
                  </a:lnTo>
                  <a:lnTo>
                    <a:pt x="1393031" y="230981"/>
                  </a:lnTo>
                  <a:lnTo>
                    <a:pt x="1371600" y="235744"/>
                  </a:lnTo>
                  <a:lnTo>
                    <a:pt x="1366837" y="273844"/>
                  </a:lnTo>
                  <a:lnTo>
                    <a:pt x="1354931" y="295275"/>
                  </a:lnTo>
                  <a:lnTo>
                    <a:pt x="1352550" y="309562"/>
                  </a:lnTo>
                  <a:lnTo>
                    <a:pt x="1338262" y="314325"/>
                  </a:lnTo>
                  <a:lnTo>
                    <a:pt x="1326356" y="307181"/>
                  </a:lnTo>
                  <a:lnTo>
                    <a:pt x="1302544" y="276225"/>
                  </a:lnTo>
                  <a:lnTo>
                    <a:pt x="1314450" y="257175"/>
                  </a:lnTo>
                  <a:lnTo>
                    <a:pt x="1285875" y="200025"/>
                  </a:lnTo>
                  <a:lnTo>
                    <a:pt x="1278731" y="200025"/>
                  </a:lnTo>
                  <a:lnTo>
                    <a:pt x="1278731" y="200025"/>
                  </a:lnTo>
                  <a:lnTo>
                    <a:pt x="1276350" y="242887"/>
                  </a:lnTo>
                  <a:lnTo>
                    <a:pt x="1276350" y="242887"/>
                  </a:lnTo>
                  <a:lnTo>
                    <a:pt x="1250156" y="219075"/>
                  </a:lnTo>
                  <a:lnTo>
                    <a:pt x="1238250" y="190500"/>
                  </a:lnTo>
                  <a:lnTo>
                    <a:pt x="1240631" y="171450"/>
                  </a:lnTo>
                  <a:lnTo>
                    <a:pt x="1226344" y="171450"/>
                  </a:lnTo>
                  <a:lnTo>
                    <a:pt x="1190625" y="152400"/>
                  </a:lnTo>
                  <a:lnTo>
                    <a:pt x="1219200" y="123825"/>
                  </a:lnTo>
                  <a:lnTo>
                    <a:pt x="1185862" y="76200"/>
                  </a:lnTo>
                  <a:lnTo>
                    <a:pt x="1183481" y="40481"/>
                  </a:lnTo>
                  <a:lnTo>
                    <a:pt x="1166812" y="11906"/>
                  </a:lnTo>
                  <a:lnTo>
                    <a:pt x="1143000" y="0"/>
                  </a:lnTo>
                  <a:lnTo>
                    <a:pt x="1126331" y="14287"/>
                  </a:lnTo>
                  <a:lnTo>
                    <a:pt x="1121569" y="42862"/>
                  </a:lnTo>
                  <a:lnTo>
                    <a:pt x="1107281" y="52387"/>
                  </a:lnTo>
                  <a:lnTo>
                    <a:pt x="1114425" y="71437"/>
                  </a:lnTo>
                  <a:lnTo>
                    <a:pt x="1116806" y="92869"/>
                  </a:lnTo>
                  <a:lnTo>
                    <a:pt x="1116806" y="92869"/>
                  </a:lnTo>
                  <a:lnTo>
                    <a:pt x="1112044" y="126206"/>
                  </a:lnTo>
                  <a:lnTo>
                    <a:pt x="1121569" y="152400"/>
                  </a:lnTo>
                  <a:lnTo>
                    <a:pt x="1152525" y="161925"/>
                  </a:lnTo>
                  <a:lnTo>
                    <a:pt x="1176337" y="183356"/>
                  </a:lnTo>
                  <a:lnTo>
                    <a:pt x="1185862" y="183356"/>
                  </a:lnTo>
                  <a:lnTo>
                    <a:pt x="1188244" y="202406"/>
                  </a:lnTo>
                  <a:lnTo>
                    <a:pt x="1157287" y="200025"/>
                  </a:lnTo>
                  <a:lnTo>
                    <a:pt x="1178719" y="219075"/>
                  </a:lnTo>
                  <a:lnTo>
                    <a:pt x="1176337" y="238125"/>
                  </a:lnTo>
                  <a:lnTo>
                    <a:pt x="1166812" y="257175"/>
                  </a:lnTo>
                  <a:lnTo>
                    <a:pt x="1133475" y="271462"/>
                  </a:lnTo>
                  <a:lnTo>
                    <a:pt x="1131094" y="300037"/>
                  </a:lnTo>
                  <a:lnTo>
                    <a:pt x="1133475" y="326231"/>
                  </a:lnTo>
                  <a:lnTo>
                    <a:pt x="1104900" y="314325"/>
                  </a:lnTo>
                  <a:lnTo>
                    <a:pt x="1114425" y="276225"/>
                  </a:lnTo>
                  <a:lnTo>
                    <a:pt x="1071562" y="250031"/>
                  </a:lnTo>
                  <a:lnTo>
                    <a:pt x="1071562" y="250031"/>
                  </a:lnTo>
                  <a:lnTo>
                    <a:pt x="1085850" y="288131"/>
                  </a:lnTo>
                  <a:lnTo>
                    <a:pt x="1071562" y="300037"/>
                  </a:lnTo>
                  <a:lnTo>
                    <a:pt x="1050131" y="292894"/>
                  </a:lnTo>
                  <a:lnTo>
                    <a:pt x="1035844" y="295275"/>
                  </a:lnTo>
                  <a:lnTo>
                    <a:pt x="988219" y="295275"/>
                  </a:lnTo>
                  <a:lnTo>
                    <a:pt x="964406" y="295275"/>
                  </a:lnTo>
                  <a:lnTo>
                    <a:pt x="926306" y="273844"/>
                  </a:lnTo>
                  <a:lnTo>
                    <a:pt x="902494" y="273844"/>
                  </a:lnTo>
                  <a:lnTo>
                    <a:pt x="881062" y="259556"/>
                  </a:lnTo>
                  <a:lnTo>
                    <a:pt x="871537" y="238125"/>
                  </a:lnTo>
                  <a:lnTo>
                    <a:pt x="852487" y="216694"/>
                  </a:lnTo>
                  <a:lnTo>
                    <a:pt x="807244" y="240506"/>
                  </a:lnTo>
                  <a:lnTo>
                    <a:pt x="823912" y="259556"/>
                  </a:lnTo>
                  <a:lnTo>
                    <a:pt x="840581" y="242887"/>
                  </a:lnTo>
                  <a:lnTo>
                    <a:pt x="850106" y="235744"/>
                  </a:lnTo>
                  <a:lnTo>
                    <a:pt x="862012" y="233362"/>
                  </a:lnTo>
                  <a:lnTo>
                    <a:pt x="869156" y="254794"/>
                  </a:lnTo>
                  <a:lnTo>
                    <a:pt x="831056" y="285750"/>
                  </a:lnTo>
                  <a:lnTo>
                    <a:pt x="842962" y="321469"/>
                  </a:lnTo>
                  <a:lnTo>
                    <a:pt x="835819" y="354806"/>
                  </a:lnTo>
                  <a:lnTo>
                    <a:pt x="807244" y="340519"/>
                  </a:lnTo>
                  <a:lnTo>
                    <a:pt x="800100" y="316706"/>
                  </a:lnTo>
                  <a:lnTo>
                    <a:pt x="762000" y="276225"/>
                  </a:lnTo>
                  <a:lnTo>
                    <a:pt x="735806" y="297656"/>
                  </a:lnTo>
                  <a:lnTo>
                    <a:pt x="688181" y="297656"/>
                  </a:lnTo>
                  <a:lnTo>
                    <a:pt x="640556" y="285750"/>
                  </a:lnTo>
                  <a:lnTo>
                    <a:pt x="616744" y="278606"/>
                  </a:lnTo>
                  <a:lnTo>
                    <a:pt x="645319" y="254794"/>
                  </a:lnTo>
                  <a:lnTo>
                    <a:pt x="650081" y="242887"/>
                  </a:lnTo>
                  <a:lnTo>
                    <a:pt x="628650" y="216694"/>
                  </a:lnTo>
                  <a:lnTo>
                    <a:pt x="609600" y="228600"/>
                  </a:lnTo>
                  <a:lnTo>
                    <a:pt x="557212" y="204787"/>
                  </a:lnTo>
                  <a:lnTo>
                    <a:pt x="516731" y="188119"/>
                  </a:lnTo>
                  <a:lnTo>
                    <a:pt x="481012" y="154781"/>
                  </a:lnTo>
                  <a:lnTo>
                    <a:pt x="442912" y="150019"/>
                  </a:lnTo>
                  <a:lnTo>
                    <a:pt x="442912" y="176212"/>
                  </a:lnTo>
                  <a:lnTo>
                    <a:pt x="423862" y="185737"/>
                  </a:lnTo>
                  <a:lnTo>
                    <a:pt x="409575" y="176212"/>
                  </a:lnTo>
                  <a:lnTo>
                    <a:pt x="404812" y="147637"/>
                  </a:lnTo>
                  <a:lnTo>
                    <a:pt x="392906" y="152400"/>
                  </a:lnTo>
                  <a:lnTo>
                    <a:pt x="392906" y="176212"/>
                  </a:lnTo>
                  <a:lnTo>
                    <a:pt x="373856" y="178594"/>
                  </a:lnTo>
                  <a:lnTo>
                    <a:pt x="323850" y="102394"/>
                  </a:lnTo>
                  <a:lnTo>
                    <a:pt x="321469" y="126206"/>
                  </a:lnTo>
                  <a:lnTo>
                    <a:pt x="321469" y="140494"/>
                  </a:lnTo>
                  <a:lnTo>
                    <a:pt x="307181" y="159544"/>
                  </a:lnTo>
                  <a:lnTo>
                    <a:pt x="297656" y="152400"/>
                  </a:lnTo>
                  <a:lnTo>
                    <a:pt x="264319" y="169069"/>
                  </a:lnTo>
                  <a:lnTo>
                    <a:pt x="264319" y="169069"/>
                  </a:lnTo>
                  <a:lnTo>
                    <a:pt x="242887" y="188119"/>
                  </a:lnTo>
                  <a:lnTo>
                    <a:pt x="207169" y="195262"/>
                  </a:lnTo>
                  <a:lnTo>
                    <a:pt x="214312" y="180975"/>
                  </a:lnTo>
                  <a:lnTo>
                    <a:pt x="276225" y="138112"/>
                  </a:lnTo>
                  <a:lnTo>
                    <a:pt x="223837" y="157162"/>
                  </a:lnTo>
                  <a:lnTo>
                    <a:pt x="171450" y="192881"/>
                  </a:lnTo>
                  <a:lnTo>
                    <a:pt x="161925" y="171450"/>
                  </a:lnTo>
                  <a:lnTo>
                    <a:pt x="145256" y="173831"/>
                  </a:lnTo>
                  <a:lnTo>
                    <a:pt x="164306" y="207169"/>
                  </a:lnTo>
                  <a:lnTo>
                    <a:pt x="169069" y="221456"/>
                  </a:lnTo>
                  <a:lnTo>
                    <a:pt x="171450" y="242887"/>
                  </a:lnTo>
                  <a:lnTo>
                    <a:pt x="154781" y="226219"/>
                  </a:lnTo>
                  <a:lnTo>
                    <a:pt x="130969" y="195262"/>
                  </a:lnTo>
                  <a:lnTo>
                    <a:pt x="140494" y="230981"/>
                  </a:lnTo>
                  <a:lnTo>
                    <a:pt x="123825" y="233362"/>
                  </a:lnTo>
                  <a:lnTo>
                    <a:pt x="114300" y="214312"/>
                  </a:lnTo>
                  <a:lnTo>
                    <a:pt x="80962" y="204787"/>
                  </a:lnTo>
                  <a:lnTo>
                    <a:pt x="35719" y="166687"/>
                  </a:lnTo>
                  <a:lnTo>
                    <a:pt x="14287" y="176212"/>
                  </a:lnTo>
                  <a:lnTo>
                    <a:pt x="0" y="723900"/>
                  </a:lnTo>
                  <a:lnTo>
                    <a:pt x="30956" y="716756"/>
                  </a:lnTo>
                  <a:lnTo>
                    <a:pt x="61912" y="726281"/>
                  </a:lnTo>
                  <a:lnTo>
                    <a:pt x="85725" y="759619"/>
                  </a:lnTo>
                  <a:lnTo>
                    <a:pt x="138112" y="740569"/>
                  </a:lnTo>
                  <a:lnTo>
                    <a:pt x="159544" y="773906"/>
                  </a:lnTo>
                  <a:lnTo>
                    <a:pt x="180975" y="804862"/>
                  </a:lnTo>
                  <a:lnTo>
                    <a:pt x="214312" y="864394"/>
                  </a:lnTo>
                  <a:lnTo>
                    <a:pt x="240506" y="902494"/>
                  </a:lnTo>
                  <a:lnTo>
                    <a:pt x="283369" y="919162"/>
                  </a:lnTo>
                  <a:lnTo>
                    <a:pt x="273844" y="973931"/>
                  </a:lnTo>
                  <a:lnTo>
                    <a:pt x="269081" y="992981"/>
                  </a:lnTo>
                  <a:lnTo>
                    <a:pt x="290512" y="1023937"/>
                  </a:lnTo>
                  <a:lnTo>
                    <a:pt x="300037" y="1035844"/>
                  </a:lnTo>
                  <a:lnTo>
                    <a:pt x="300037" y="1057275"/>
                  </a:lnTo>
                  <a:lnTo>
                    <a:pt x="323850" y="1085850"/>
                  </a:lnTo>
                  <a:lnTo>
                    <a:pt x="345281" y="1090612"/>
                  </a:lnTo>
                  <a:lnTo>
                    <a:pt x="345281" y="1119187"/>
                  </a:lnTo>
                  <a:lnTo>
                    <a:pt x="335756" y="1123950"/>
                  </a:lnTo>
                  <a:lnTo>
                    <a:pt x="350044" y="1131094"/>
                  </a:lnTo>
                  <a:lnTo>
                    <a:pt x="345281" y="1164431"/>
                  </a:lnTo>
                  <a:lnTo>
                    <a:pt x="366712" y="1173956"/>
                  </a:lnTo>
                  <a:lnTo>
                    <a:pt x="421481" y="1226344"/>
                  </a:lnTo>
                  <a:lnTo>
                    <a:pt x="423862" y="1214437"/>
                  </a:lnTo>
                  <a:lnTo>
                    <a:pt x="388144" y="1157287"/>
                  </a:lnTo>
                  <a:lnTo>
                    <a:pt x="390525" y="1150144"/>
                  </a:lnTo>
                  <a:lnTo>
                    <a:pt x="426244" y="1171575"/>
                  </a:lnTo>
                  <a:lnTo>
                    <a:pt x="447675" y="1202531"/>
                  </a:lnTo>
                  <a:lnTo>
                    <a:pt x="1135856" y="1204912"/>
                  </a:lnTo>
                  <a:lnTo>
                    <a:pt x="1135856" y="1183481"/>
                  </a:lnTo>
                  <a:lnTo>
                    <a:pt x="1157287" y="1204912"/>
                  </a:lnTo>
                  <a:lnTo>
                    <a:pt x="1171575" y="1212056"/>
                  </a:lnTo>
                  <a:lnTo>
                    <a:pt x="1200150" y="1212056"/>
                  </a:lnTo>
                  <a:lnTo>
                    <a:pt x="1231106" y="1233487"/>
                  </a:lnTo>
                  <a:lnTo>
                    <a:pt x="1264444" y="1238250"/>
                  </a:lnTo>
                  <a:lnTo>
                    <a:pt x="1304925" y="1216819"/>
                  </a:lnTo>
                  <a:lnTo>
                    <a:pt x="1312069" y="1202531"/>
                  </a:lnTo>
                  <a:lnTo>
                    <a:pt x="1333500" y="1216819"/>
                  </a:lnTo>
                  <a:lnTo>
                    <a:pt x="1343025" y="1202531"/>
                  </a:lnTo>
                  <a:lnTo>
                    <a:pt x="1371600" y="1228725"/>
                  </a:lnTo>
                  <a:lnTo>
                    <a:pt x="1390650" y="1240631"/>
                  </a:lnTo>
                  <a:lnTo>
                    <a:pt x="1407319" y="1273969"/>
                  </a:lnTo>
                  <a:lnTo>
                    <a:pt x="1431131" y="1297781"/>
                  </a:lnTo>
                  <a:lnTo>
                    <a:pt x="1500187" y="1309687"/>
                  </a:lnTo>
                  <a:lnTo>
                    <a:pt x="1519237" y="1350169"/>
                  </a:lnTo>
                  <a:lnTo>
                    <a:pt x="1502569" y="1371600"/>
                  </a:lnTo>
                  <a:lnTo>
                    <a:pt x="1483519" y="1354931"/>
                  </a:lnTo>
                  <a:lnTo>
                    <a:pt x="1466850" y="1383506"/>
                  </a:lnTo>
                  <a:lnTo>
                    <a:pt x="1462087" y="1404937"/>
                  </a:lnTo>
                  <a:lnTo>
                    <a:pt x="1454944" y="1421606"/>
                  </a:lnTo>
                  <a:lnTo>
                    <a:pt x="1457325" y="1443037"/>
                  </a:lnTo>
                  <a:lnTo>
                    <a:pt x="1493044" y="1421606"/>
                  </a:lnTo>
                  <a:lnTo>
                    <a:pt x="1533525" y="1412081"/>
                  </a:lnTo>
                  <a:lnTo>
                    <a:pt x="1524000" y="1404937"/>
                  </a:lnTo>
                  <a:lnTo>
                    <a:pt x="1538287" y="1385887"/>
                  </a:lnTo>
                  <a:lnTo>
                    <a:pt x="1571625" y="1388269"/>
                  </a:lnTo>
                  <a:lnTo>
                    <a:pt x="1590675" y="1364456"/>
                  </a:lnTo>
                  <a:lnTo>
                    <a:pt x="1607344" y="1366837"/>
                  </a:lnTo>
                  <a:lnTo>
                    <a:pt x="1645444" y="1345406"/>
                  </a:lnTo>
                  <a:lnTo>
                    <a:pt x="1712119" y="1350169"/>
                  </a:lnTo>
                  <a:lnTo>
                    <a:pt x="1740694" y="1335881"/>
                  </a:lnTo>
                  <a:lnTo>
                    <a:pt x="1750219" y="1335881"/>
                  </a:lnTo>
                  <a:lnTo>
                    <a:pt x="1769269" y="1288256"/>
                  </a:lnTo>
                  <a:lnTo>
                    <a:pt x="1778794" y="1269206"/>
                  </a:lnTo>
                  <a:lnTo>
                    <a:pt x="1804987" y="1278731"/>
                  </a:lnTo>
                  <a:lnTo>
                    <a:pt x="1814512" y="1278731"/>
                  </a:lnTo>
                  <a:lnTo>
                    <a:pt x="1812131" y="1331119"/>
                  </a:lnTo>
                  <a:lnTo>
                    <a:pt x="1838325" y="1354931"/>
                  </a:lnTo>
                  <a:lnTo>
                    <a:pt x="1869281" y="1338262"/>
                  </a:lnTo>
                  <a:lnTo>
                    <a:pt x="1905000" y="1312069"/>
                  </a:lnTo>
                  <a:lnTo>
                    <a:pt x="1890712" y="1281112"/>
                  </a:lnTo>
                  <a:lnTo>
                    <a:pt x="1885950" y="1262062"/>
                  </a:lnTo>
                  <a:lnTo>
                    <a:pt x="1878806" y="1254919"/>
                  </a:lnTo>
                  <a:lnTo>
                    <a:pt x="1859756" y="1250156"/>
                  </a:lnTo>
                  <a:lnTo>
                    <a:pt x="1845469" y="1245394"/>
                  </a:lnTo>
                  <a:lnTo>
                    <a:pt x="1857375" y="1231106"/>
                  </a:lnTo>
                  <a:lnTo>
                    <a:pt x="1883569" y="1231106"/>
                  </a:lnTo>
                  <a:lnTo>
                    <a:pt x="1895475" y="1207294"/>
                  </a:lnTo>
                  <a:lnTo>
                    <a:pt x="1878806" y="1197769"/>
                  </a:lnTo>
                  <a:lnTo>
                    <a:pt x="1852612" y="1202531"/>
                  </a:lnTo>
                  <a:lnTo>
                    <a:pt x="1824037" y="1212056"/>
                  </a:lnTo>
                  <a:lnTo>
                    <a:pt x="1804987" y="1226344"/>
                  </a:lnTo>
                  <a:lnTo>
                    <a:pt x="1757362" y="1262062"/>
                  </a:lnTo>
                  <a:lnTo>
                    <a:pt x="1745456" y="1276350"/>
                  </a:lnTo>
                  <a:lnTo>
                    <a:pt x="1731169" y="1281112"/>
                  </a:lnTo>
                  <a:lnTo>
                    <a:pt x="1785937" y="1197769"/>
                  </a:lnTo>
                  <a:lnTo>
                    <a:pt x="1802606" y="1185862"/>
                  </a:lnTo>
                  <a:lnTo>
                    <a:pt x="1826419" y="1183481"/>
                  </a:lnTo>
                  <a:lnTo>
                    <a:pt x="1840706" y="1162050"/>
                  </a:lnTo>
                  <a:lnTo>
                    <a:pt x="1885950" y="1147762"/>
                  </a:lnTo>
                  <a:lnTo>
                    <a:pt x="1957387" y="1143000"/>
                  </a:lnTo>
                  <a:lnTo>
                    <a:pt x="1988344" y="1152525"/>
                  </a:lnTo>
                  <a:lnTo>
                    <a:pt x="2024062" y="1138237"/>
                  </a:lnTo>
                  <a:lnTo>
                    <a:pt x="2062162" y="1104900"/>
                  </a:lnTo>
                  <a:lnTo>
                    <a:pt x="2078831" y="1104900"/>
                  </a:lnTo>
                  <a:lnTo>
                    <a:pt x="2109787" y="1071562"/>
                  </a:lnTo>
                  <a:lnTo>
                    <a:pt x="2109787" y="1028700"/>
                  </a:lnTo>
                  <a:lnTo>
                    <a:pt x="2095500" y="1014412"/>
                  </a:lnTo>
                  <a:lnTo>
                    <a:pt x="2078831" y="1023937"/>
                  </a:lnTo>
                  <a:lnTo>
                    <a:pt x="2066925" y="1002506"/>
                  </a:lnTo>
                  <a:lnTo>
                    <a:pt x="2035969" y="1014412"/>
                  </a:lnTo>
                  <a:lnTo>
                    <a:pt x="2024062" y="1033462"/>
                  </a:lnTo>
                  <a:lnTo>
                    <a:pt x="2005012" y="1038225"/>
                  </a:lnTo>
                  <a:lnTo>
                    <a:pt x="1993106" y="1033462"/>
                  </a:lnTo>
                  <a:lnTo>
                    <a:pt x="2012156" y="1012031"/>
                  </a:lnTo>
                  <a:lnTo>
                    <a:pt x="2050256" y="985837"/>
                  </a:lnTo>
                  <a:lnTo>
                    <a:pt x="2050256" y="969169"/>
                  </a:lnTo>
                  <a:lnTo>
                    <a:pt x="2033587" y="957262"/>
                  </a:lnTo>
                  <a:lnTo>
                    <a:pt x="2009775" y="957262"/>
                  </a:lnTo>
                  <a:lnTo>
                    <a:pt x="1978819" y="914400"/>
                  </a:lnTo>
                  <a:lnTo>
                    <a:pt x="1964531" y="904875"/>
                  </a:lnTo>
                  <a:lnTo>
                    <a:pt x="1976437" y="873919"/>
                  </a:lnTo>
                  <a:lnTo>
                    <a:pt x="1962150" y="871537"/>
                  </a:lnTo>
                  <a:lnTo>
                    <a:pt x="1959769" y="852487"/>
                  </a:lnTo>
                  <a:lnTo>
                    <a:pt x="1957387" y="838200"/>
                  </a:lnTo>
                  <a:lnTo>
                    <a:pt x="1935956" y="838200"/>
                  </a:lnTo>
                  <a:lnTo>
                    <a:pt x="1943100" y="816769"/>
                  </a:lnTo>
                  <a:lnTo>
                    <a:pt x="1924050" y="804862"/>
                  </a:lnTo>
                  <a:lnTo>
                    <a:pt x="1928812" y="785812"/>
                  </a:lnTo>
                  <a:lnTo>
                    <a:pt x="1914525" y="773906"/>
                  </a:lnTo>
                  <a:lnTo>
                    <a:pt x="1912144" y="757237"/>
                  </a:lnTo>
                  <a:lnTo>
                    <a:pt x="1909762" y="754856"/>
                  </a:lnTo>
                  <a:lnTo>
                    <a:pt x="1893094" y="723900"/>
                  </a:lnTo>
                  <a:lnTo>
                    <a:pt x="1878806" y="731044"/>
                  </a:lnTo>
                  <a:lnTo>
                    <a:pt x="1883569" y="757237"/>
                  </a:lnTo>
                  <a:lnTo>
                    <a:pt x="1878806" y="771525"/>
                  </a:lnTo>
                  <a:lnTo>
                    <a:pt x="1874044" y="781050"/>
                  </a:lnTo>
                  <a:lnTo>
                    <a:pt x="1871662" y="795337"/>
                  </a:lnTo>
                  <a:lnTo>
                    <a:pt x="1854994" y="795337"/>
                  </a:lnTo>
                  <a:lnTo>
                    <a:pt x="1850231" y="804862"/>
                  </a:lnTo>
                  <a:lnTo>
                    <a:pt x="1828800" y="809625"/>
                  </a:lnTo>
                  <a:lnTo>
                    <a:pt x="1816894" y="828675"/>
                  </a:lnTo>
                  <a:lnTo>
                    <a:pt x="1793081" y="792956"/>
                  </a:lnTo>
                  <a:lnTo>
                    <a:pt x="1769269" y="797719"/>
                  </a:lnTo>
                  <a:lnTo>
                    <a:pt x="1762125" y="792956"/>
                  </a:lnTo>
                  <a:lnTo>
                    <a:pt x="1762125" y="783431"/>
                  </a:lnTo>
                  <a:lnTo>
                    <a:pt x="1771650" y="769144"/>
                  </a:lnTo>
                  <a:lnTo>
                    <a:pt x="1771650" y="740569"/>
                  </a:lnTo>
                  <a:lnTo>
                    <a:pt x="1757362" y="726281"/>
                  </a:lnTo>
                  <a:lnTo>
                    <a:pt x="1769269" y="714375"/>
                  </a:lnTo>
                  <a:lnTo>
                    <a:pt x="1771650" y="688181"/>
                  </a:lnTo>
                  <a:lnTo>
                    <a:pt x="1747837" y="683419"/>
                  </a:lnTo>
                  <a:lnTo>
                    <a:pt x="1738312" y="671512"/>
                  </a:lnTo>
                  <a:lnTo>
                    <a:pt x="1724025" y="673894"/>
                  </a:lnTo>
                  <a:lnTo>
                    <a:pt x="1702594" y="635794"/>
                  </a:lnTo>
                  <a:lnTo>
                    <a:pt x="1690687" y="635794"/>
                  </a:lnTo>
                  <a:lnTo>
                    <a:pt x="1685925" y="609600"/>
                  </a:lnTo>
                  <a:lnTo>
                    <a:pt x="1659731" y="609600"/>
                  </a:lnTo>
                  <a:lnTo>
                    <a:pt x="1631156" y="628650"/>
                  </a:lnTo>
                  <a:lnTo>
                    <a:pt x="1574006" y="600075"/>
                  </a:lnTo>
                  <a:close/>
                </a:path>
              </a:pathLst>
            </a:custGeom>
            <a:solidFill>
              <a:srgbClr val="00B0F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61" name="Freeform: Shape 9">
              <a:extLst>
                <a:ext uri="{FF2B5EF4-FFF2-40B4-BE49-F238E27FC236}">
                  <a16:creationId xmlns:a16="http://schemas.microsoft.com/office/drawing/2014/main" id="{E9360ECB-7356-4D34-9185-77BA416A17BC}"/>
                </a:ext>
              </a:extLst>
            </p:cNvPr>
            <p:cNvSpPr/>
            <p:nvPr/>
          </p:nvSpPr>
          <p:spPr bwMode="auto">
            <a:xfrm>
              <a:off x="1176338" y="1864519"/>
              <a:ext cx="245268" cy="292894"/>
            </a:xfrm>
            <a:custGeom>
              <a:avLst/>
              <a:gdLst>
                <a:gd name="connsiteX0" fmla="*/ 126206 w 245268"/>
                <a:gd name="connsiteY0" fmla="*/ 247650 h 292894"/>
                <a:gd name="connsiteX1" fmla="*/ 150018 w 245268"/>
                <a:gd name="connsiteY1" fmla="*/ 185737 h 292894"/>
                <a:gd name="connsiteX2" fmla="*/ 147637 w 245268"/>
                <a:gd name="connsiteY2" fmla="*/ 157162 h 292894"/>
                <a:gd name="connsiteX3" fmla="*/ 245268 w 245268"/>
                <a:gd name="connsiteY3" fmla="*/ 97631 h 292894"/>
                <a:gd name="connsiteX4" fmla="*/ 211931 w 245268"/>
                <a:gd name="connsiteY4" fmla="*/ 66675 h 292894"/>
                <a:gd name="connsiteX5" fmla="*/ 171450 w 245268"/>
                <a:gd name="connsiteY5" fmla="*/ 28575 h 292894"/>
                <a:gd name="connsiteX6" fmla="*/ 154781 w 245268"/>
                <a:gd name="connsiteY6" fmla="*/ 50006 h 292894"/>
                <a:gd name="connsiteX7" fmla="*/ 140493 w 245268"/>
                <a:gd name="connsiteY7" fmla="*/ 42862 h 292894"/>
                <a:gd name="connsiteX8" fmla="*/ 92868 w 245268"/>
                <a:gd name="connsiteY8" fmla="*/ 0 h 292894"/>
                <a:gd name="connsiteX9" fmla="*/ 66675 w 245268"/>
                <a:gd name="connsiteY9" fmla="*/ 11906 h 292894"/>
                <a:gd name="connsiteX10" fmla="*/ 54768 w 245268"/>
                <a:gd name="connsiteY10" fmla="*/ 26194 h 292894"/>
                <a:gd name="connsiteX11" fmla="*/ 35718 w 245268"/>
                <a:gd name="connsiteY11" fmla="*/ 16669 h 292894"/>
                <a:gd name="connsiteX12" fmla="*/ 35718 w 245268"/>
                <a:gd name="connsiteY12" fmla="*/ 16669 h 292894"/>
                <a:gd name="connsiteX13" fmla="*/ 45243 w 245268"/>
                <a:gd name="connsiteY13" fmla="*/ 61912 h 292894"/>
                <a:gd name="connsiteX14" fmla="*/ 33337 w 245268"/>
                <a:gd name="connsiteY14" fmla="*/ 97631 h 292894"/>
                <a:gd name="connsiteX15" fmla="*/ 19050 w 245268"/>
                <a:gd name="connsiteY15" fmla="*/ 135731 h 292894"/>
                <a:gd name="connsiteX16" fmla="*/ 9525 w 245268"/>
                <a:gd name="connsiteY16" fmla="*/ 183356 h 292894"/>
                <a:gd name="connsiteX17" fmla="*/ 0 w 245268"/>
                <a:gd name="connsiteY17" fmla="*/ 219075 h 292894"/>
                <a:gd name="connsiteX18" fmla="*/ 45243 w 245268"/>
                <a:gd name="connsiteY18" fmla="*/ 247650 h 292894"/>
                <a:gd name="connsiteX19" fmla="*/ 61912 w 245268"/>
                <a:gd name="connsiteY19" fmla="*/ 292894 h 292894"/>
                <a:gd name="connsiteX20" fmla="*/ 126206 w 245268"/>
                <a:gd name="connsiteY20" fmla="*/ 247650 h 29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5268" h="292894">
                  <a:moveTo>
                    <a:pt x="126206" y="247650"/>
                  </a:moveTo>
                  <a:lnTo>
                    <a:pt x="150018" y="185737"/>
                  </a:lnTo>
                  <a:lnTo>
                    <a:pt x="147637" y="157162"/>
                  </a:lnTo>
                  <a:lnTo>
                    <a:pt x="245268" y="97631"/>
                  </a:lnTo>
                  <a:lnTo>
                    <a:pt x="211931" y="66675"/>
                  </a:lnTo>
                  <a:lnTo>
                    <a:pt x="171450" y="28575"/>
                  </a:lnTo>
                  <a:lnTo>
                    <a:pt x="154781" y="50006"/>
                  </a:lnTo>
                  <a:lnTo>
                    <a:pt x="140493" y="42862"/>
                  </a:lnTo>
                  <a:lnTo>
                    <a:pt x="92868" y="0"/>
                  </a:lnTo>
                  <a:lnTo>
                    <a:pt x="66675" y="11906"/>
                  </a:lnTo>
                  <a:lnTo>
                    <a:pt x="54768" y="26194"/>
                  </a:lnTo>
                  <a:lnTo>
                    <a:pt x="35718" y="16669"/>
                  </a:lnTo>
                  <a:lnTo>
                    <a:pt x="35718" y="16669"/>
                  </a:lnTo>
                  <a:lnTo>
                    <a:pt x="45243" y="61912"/>
                  </a:lnTo>
                  <a:lnTo>
                    <a:pt x="33337" y="97631"/>
                  </a:lnTo>
                  <a:lnTo>
                    <a:pt x="19050" y="135731"/>
                  </a:lnTo>
                  <a:lnTo>
                    <a:pt x="9525" y="183356"/>
                  </a:lnTo>
                  <a:lnTo>
                    <a:pt x="0" y="219075"/>
                  </a:lnTo>
                  <a:lnTo>
                    <a:pt x="45243" y="247650"/>
                  </a:lnTo>
                  <a:lnTo>
                    <a:pt x="61912" y="292894"/>
                  </a:lnTo>
                  <a:lnTo>
                    <a:pt x="126206" y="247650"/>
                  </a:lnTo>
                  <a:close/>
                </a:path>
              </a:pathLst>
            </a:custGeom>
            <a:solidFill>
              <a:srgbClr val="00B0F0"/>
            </a:solidFill>
            <a:ln w="6350"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62" name="Freeform: Shape 10">
              <a:extLst>
                <a:ext uri="{FF2B5EF4-FFF2-40B4-BE49-F238E27FC236}">
                  <a16:creationId xmlns:a16="http://schemas.microsoft.com/office/drawing/2014/main" id="{4146467D-AEC5-488D-A9BB-0FAB103BDF28}"/>
                </a:ext>
              </a:extLst>
            </p:cNvPr>
            <p:cNvSpPr/>
            <p:nvPr/>
          </p:nvSpPr>
          <p:spPr bwMode="auto">
            <a:xfrm>
              <a:off x="1345406" y="1985963"/>
              <a:ext cx="442913" cy="357187"/>
            </a:xfrm>
            <a:custGeom>
              <a:avLst/>
              <a:gdLst>
                <a:gd name="connsiteX0" fmla="*/ 157163 w 442913"/>
                <a:gd name="connsiteY0" fmla="*/ 211931 h 357187"/>
                <a:gd name="connsiteX1" fmla="*/ 97632 w 442913"/>
                <a:gd name="connsiteY1" fmla="*/ 245268 h 357187"/>
                <a:gd name="connsiteX2" fmla="*/ 52388 w 442913"/>
                <a:gd name="connsiteY2" fmla="*/ 252412 h 357187"/>
                <a:gd name="connsiteX3" fmla="*/ 61913 w 442913"/>
                <a:gd name="connsiteY3" fmla="*/ 285750 h 357187"/>
                <a:gd name="connsiteX4" fmla="*/ 97632 w 442913"/>
                <a:gd name="connsiteY4" fmla="*/ 311943 h 357187"/>
                <a:gd name="connsiteX5" fmla="*/ 119063 w 442913"/>
                <a:gd name="connsiteY5" fmla="*/ 307181 h 357187"/>
                <a:gd name="connsiteX6" fmla="*/ 150019 w 442913"/>
                <a:gd name="connsiteY6" fmla="*/ 342900 h 357187"/>
                <a:gd name="connsiteX7" fmla="*/ 192882 w 442913"/>
                <a:gd name="connsiteY7" fmla="*/ 357187 h 357187"/>
                <a:gd name="connsiteX8" fmla="*/ 245269 w 442913"/>
                <a:gd name="connsiteY8" fmla="*/ 323850 h 357187"/>
                <a:gd name="connsiteX9" fmla="*/ 276225 w 442913"/>
                <a:gd name="connsiteY9" fmla="*/ 307181 h 357187"/>
                <a:gd name="connsiteX10" fmla="*/ 292894 w 442913"/>
                <a:gd name="connsiteY10" fmla="*/ 290512 h 357187"/>
                <a:gd name="connsiteX11" fmla="*/ 321469 w 442913"/>
                <a:gd name="connsiteY11" fmla="*/ 314325 h 357187"/>
                <a:gd name="connsiteX12" fmla="*/ 345282 w 442913"/>
                <a:gd name="connsiteY12" fmla="*/ 314325 h 357187"/>
                <a:gd name="connsiteX13" fmla="*/ 350044 w 442913"/>
                <a:gd name="connsiteY13" fmla="*/ 328612 h 357187"/>
                <a:gd name="connsiteX14" fmla="*/ 390525 w 442913"/>
                <a:gd name="connsiteY14" fmla="*/ 330993 h 357187"/>
                <a:gd name="connsiteX15" fmla="*/ 409575 w 442913"/>
                <a:gd name="connsiteY15" fmla="*/ 316706 h 357187"/>
                <a:gd name="connsiteX16" fmla="*/ 409575 w 442913"/>
                <a:gd name="connsiteY16" fmla="*/ 316706 h 357187"/>
                <a:gd name="connsiteX17" fmla="*/ 373857 w 442913"/>
                <a:gd name="connsiteY17" fmla="*/ 307181 h 357187"/>
                <a:gd name="connsiteX18" fmla="*/ 390525 w 442913"/>
                <a:gd name="connsiteY18" fmla="*/ 273843 h 357187"/>
                <a:gd name="connsiteX19" fmla="*/ 402432 w 442913"/>
                <a:gd name="connsiteY19" fmla="*/ 257175 h 357187"/>
                <a:gd name="connsiteX20" fmla="*/ 433388 w 442913"/>
                <a:gd name="connsiteY20" fmla="*/ 278606 h 357187"/>
                <a:gd name="connsiteX21" fmla="*/ 442913 w 442913"/>
                <a:gd name="connsiteY21" fmla="*/ 269081 h 357187"/>
                <a:gd name="connsiteX22" fmla="*/ 400050 w 442913"/>
                <a:gd name="connsiteY22" fmla="*/ 230981 h 357187"/>
                <a:gd name="connsiteX23" fmla="*/ 385763 w 442913"/>
                <a:gd name="connsiteY23" fmla="*/ 209550 h 357187"/>
                <a:gd name="connsiteX24" fmla="*/ 373857 w 442913"/>
                <a:gd name="connsiteY24" fmla="*/ 219075 h 357187"/>
                <a:gd name="connsiteX25" fmla="*/ 340519 w 442913"/>
                <a:gd name="connsiteY25" fmla="*/ 180975 h 357187"/>
                <a:gd name="connsiteX26" fmla="*/ 342900 w 442913"/>
                <a:gd name="connsiteY26" fmla="*/ 126206 h 357187"/>
                <a:gd name="connsiteX27" fmla="*/ 326232 w 442913"/>
                <a:gd name="connsiteY27" fmla="*/ 66675 h 357187"/>
                <a:gd name="connsiteX28" fmla="*/ 311944 w 442913"/>
                <a:gd name="connsiteY28" fmla="*/ 30956 h 357187"/>
                <a:gd name="connsiteX29" fmla="*/ 273844 w 442913"/>
                <a:gd name="connsiteY29" fmla="*/ 0 h 357187"/>
                <a:gd name="connsiteX30" fmla="*/ 257175 w 442913"/>
                <a:gd name="connsiteY30" fmla="*/ 4762 h 357187"/>
                <a:gd name="connsiteX31" fmla="*/ 278607 w 442913"/>
                <a:gd name="connsiteY31" fmla="*/ 66675 h 357187"/>
                <a:gd name="connsiteX32" fmla="*/ 278607 w 442913"/>
                <a:gd name="connsiteY32" fmla="*/ 107156 h 357187"/>
                <a:gd name="connsiteX33" fmla="*/ 259557 w 442913"/>
                <a:gd name="connsiteY33" fmla="*/ 126206 h 357187"/>
                <a:gd name="connsiteX34" fmla="*/ 259557 w 442913"/>
                <a:gd name="connsiteY34" fmla="*/ 126206 h 357187"/>
                <a:gd name="connsiteX35" fmla="*/ 245269 w 442913"/>
                <a:gd name="connsiteY35" fmla="*/ 88106 h 357187"/>
                <a:gd name="connsiteX36" fmla="*/ 207169 w 442913"/>
                <a:gd name="connsiteY36" fmla="*/ 28575 h 357187"/>
                <a:gd name="connsiteX37" fmla="*/ 209550 w 442913"/>
                <a:gd name="connsiteY37" fmla="*/ 61912 h 357187"/>
                <a:gd name="connsiteX38" fmla="*/ 195263 w 442913"/>
                <a:gd name="connsiteY38" fmla="*/ 64293 h 357187"/>
                <a:gd name="connsiteX39" fmla="*/ 173832 w 442913"/>
                <a:gd name="connsiteY39" fmla="*/ 73818 h 357187"/>
                <a:gd name="connsiteX40" fmla="*/ 166688 w 442913"/>
                <a:gd name="connsiteY40" fmla="*/ 66675 h 357187"/>
                <a:gd name="connsiteX41" fmla="*/ 166688 w 442913"/>
                <a:gd name="connsiteY41" fmla="*/ 50006 h 357187"/>
                <a:gd name="connsiteX42" fmla="*/ 133350 w 442913"/>
                <a:gd name="connsiteY42" fmla="*/ 30956 h 357187"/>
                <a:gd name="connsiteX43" fmla="*/ 126207 w 442913"/>
                <a:gd name="connsiteY43" fmla="*/ 54768 h 357187"/>
                <a:gd name="connsiteX44" fmla="*/ 95250 w 442913"/>
                <a:gd name="connsiteY44" fmla="*/ 57150 h 357187"/>
                <a:gd name="connsiteX45" fmla="*/ 97632 w 442913"/>
                <a:gd name="connsiteY45" fmla="*/ 2381 h 357187"/>
                <a:gd name="connsiteX46" fmla="*/ 38100 w 442913"/>
                <a:gd name="connsiteY46" fmla="*/ 52387 h 357187"/>
                <a:gd name="connsiteX47" fmla="*/ 16669 w 442913"/>
                <a:gd name="connsiteY47" fmla="*/ 66675 h 357187"/>
                <a:gd name="connsiteX48" fmla="*/ 11907 w 442913"/>
                <a:gd name="connsiteY48" fmla="*/ 92868 h 357187"/>
                <a:gd name="connsiteX49" fmla="*/ 0 w 442913"/>
                <a:gd name="connsiteY49" fmla="*/ 114300 h 357187"/>
                <a:gd name="connsiteX50" fmla="*/ 19050 w 442913"/>
                <a:gd name="connsiteY50" fmla="*/ 126206 h 357187"/>
                <a:gd name="connsiteX51" fmla="*/ 30957 w 442913"/>
                <a:gd name="connsiteY51" fmla="*/ 145256 h 357187"/>
                <a:gd name="connsiteX52" fmla="*/ 69057 w 442913"/>
                <a:gd name="connsiteY52" fmla="*/ 138112 h 357187"/>
                <a:gd name="connsiteX53" fmla="*/ 61913 w 442913"/>
                <a:gd name="connsiteY53" fmla="*/ 159543 h 357187"/>
                <a:gd name="connsiteX54" fmla="*/ 19050 w 442913"/>
                <a:gd name="connsiteY54" fmla="*/ 176212 h 357187"/>
                <a:gd name="connsiteX55" fmla="*/ 61913 w 442913"/>
                <a:gd name="connsiteY55" fmla="*/ 209550 h 357187"/>
                <a:gd name="connsiteX56" fmla="*/ 100013 w 442913"/>
                <a:gd name="connsiteY56" fmla="*/ 202406 h 357187"/>
                <a:gd name="connsiteX57" fmla="*/ 157163 w 442913"/>
                <a:gd name="connsiteY57" fmla="*/ 211931 h 35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42913" h="357187">
                  <a:moveTo>
                    <a:pt x="157163" y="211931"/>
                  </a:moveTo>
                  <a:lnTo>
                    <a:pt x="97632" y="245268"/>
                  </a:lnTo>
                  <a:lnTo>
                    <a:pt x="52388" y="252412"/>
                  </a:lnTo>
                  <a:lnTo>
                    <a:pt x="61913" y="285750"/>
                  </a:lnTo>
                  <a:lnTo>
                    <a:pt x="97632" y="311943"/>
                  </a:lnTo>
                  <a:lnTo>
                    <a:pt x="119063" y="307181"/>
                  </a:lnTo>
                  <a:lnTo>
                    <a:pt x="150019" y="342900"/>
                  </a:lnTo>
                  <a:lnTo>
                    <a:pt x="192882" y="357187"/>
                  </a:lnTo>
                  <a:lnTo>
                    <a:pt x="245269" y="323850"/>
                  </a:lnTo>
                  <a:lnTo>
                    <a:pt x="276225" y="307181"/>
                  </a:lnTo>
                  <a:lnTo>
                    <a:pt x="292894" y="290512"/>
                  </a:lnTo>
                  <a:lnTo>
                    <a:pt x="321469" y="314325"/>
                  </a:lnTo>
                  <a:lnTo>
                    <a:pt x="345282" y="314325"/>
                  </a:lnTo>
                  <a:lnTo>
                    <a:pt x="350044" y="328612"/>
                  </a:lnTo>
                  <a:lnTo>
                    <a:pt x="390525" y="330993"/>
                  </a:lnTo>
                  <a:lnTo>
                    <a:pt x="409575" y="316706"/>
                  </a:lnTo>
                  <a:lnTo>
                    <a:pt x="409575" y="316706"/>
                  </a:lnTo>
                  <a:lnTo>
                    <a:pt x="373857" y="307181"/>
                  </a:lnTo>
                  <a:lnTo>
                    <a:pt x="390525" y="273843"/>
                  </a:lnTo>
                  <a:lnTo>
                    <a:pt x="402432" y="257175"/>
                  </a:lnTo>
                  <a:lnTo>
                    <a:pt x="433388" y="278606"/>
                  </a:lnTo>
                  <a:lnTo>
                    <a:pt x="442913" y="269081"/>
                  </a:lnTo>
                  <a:lnTo>
                    <a:pt x="400050" y="230981"/>
                  </a:lnTo>
                  <a:lnTo>
                    <a:pt x="385763" y="209550"/>
                  </a:lnTo>
                  <a:lnTo>
                    <a:pt x="373857" y="219075"/>
                  </a:lnTo>
                  <a:lnTo>
                    <a:pt x="340519" y="180975"/>
                  </a:lnTo>
                  <a:cubicBezTo>
                    <a:pt x="341313" y="162719"/>
                    <a:pt x="342106" y="144462"/>
                    <a:pt x="342900" y="126206"/>
                  </a:cubicBezTo>
                  <a:lnTo>
                    <a:pt x="326232" y="66675"/>
                  </a:lnTo>
                  <a:lnTo>
                    <a:pt x="311944" y="30956"/>
                  </a:lnTo>
                  <a:lnTo>
                    <a:pt x="273844" y="0"/>
                  </a:lnTo>
                  <a:lnTo>
                    <a:pt x="257175" y="4762"/>
                  </a:lnTo>
                  <a:lnTo>
                    <a:pt x="278607" y="66675"/>
                  </a:lnTo>
                  <a:lnTo>
                    <a:pt x="278607" y="107156"/>
                  </a:lnTo>
                  <a:lnTo>
                    <a:pt x="259557" y="126206"/>
                  </a:lnTo>
                  <a:lnTo>
                    <a:pt x="259557" y="126206"/>
                  </a:lnTo>
                  <a:lnTo>
                    <a:pt x="245269" y="88106"/>
                  </a:lnTo>
                  <a:lnTo>
                    <a:pt x="207169" y="28575"/>
                  </a:lnTo>
                  <a:lnTo>
                    <a:pt x="209550" y="61912"/>
                  </a:lnTo>
                  <a:lnTo>
                    <a:pt x="195263" y="64293"/>
                  </a:lnTo>
                  <a:lnTo>
                    <a:pt x="173832" y="73818"/>
                  </a:lnTo>
                  <a:lnTo>
                    <a:pt x="166688" y="66675"/>
                  </a:lnTo>
                  <a:lnTo>
                    <a:pt x="166688" y="50006"/>
                  </a:lnTo>
                  <a:lnTo>
                    <a:pt x="133350" y="30956"/>
                  </a:lnTo>
                  <a:lnTo>
                    <a:pt x="126207" y="54768"/>
                  </a:lnTo>
                  <a:lnTo>
                    <a:pt x="95250" y="57150"/>
                  </a:lnTo>
                  <a:lnTo>
                    <a:pt x="97632" y="2381"/>
                  </a:lnTo>
                  <a:lnTo>
                    <a:pt x="38100" y="52387"/>
                  </a:lnTo>
                  <a:lnTo>
                    <a:pt x="16669" y="66675"/>
                  </a:lnTo>
                  <a:lnTo>
                    <a:pt x="11907" y="92868"/>
                  </a:lnTo>
                  <a:lnTo>
                    <a:pt x="0" y="114300"/>
                  </a:lnTo>
                  <a:lnTo>
                    <a:pt x="19050" y="126206"/>
                  </a:lnTo>
                  <a:lnTo>
                    <a:pt x="30957" y="145256"/>
                  </a:lnTo>
                  <a:lnTo>
                    <a:pt x="69057" y="138112"/>
                  </a:lnTo>
                  <a:lnTo>
                    <a:pt x="61913" y="159543"/>
                  </a:lnTo>
                  <a:lnTo>
                    <a:pt x="19050" y="176212"/>
                  </a:lnTo>
                  <a:lnTo>
                    <a:pt x="61913" y="209550"/>
                  </a:lnTo>
                  <a:lnTo>
                    <a:pt x="100013" y="202406"/>
                  </a:lnTo>
                  <a:lnTo>
                    <a:pt x="157163" y="211931"/>
                  </a:lnTo>
                  <a:close/>
                </a:path>
              </a:pathLst>
            </a:custGeom>
            <a:solidFill>
              <a:srgbClr val="00B0F0"/>
            </a:solidFill>
            <a:ln w="6350"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63" name="Freeform: Shape 11">
              <a:extLst>
                <a:ext uri="{FF2B5EF4-FFF2-40B4-BE49-F238E27FC236}">
                  <a16:creationId xmlns:a16="http://schemas.microsoft.com/office/drawing/2014/main" id="{5FF663DF-6EFA-4E87-BA21-842B88A201B8}"/>
                </a:ext>
              </a:extLst>
            </p:cNvPr>
            <p:cNvSpPr/>
            <p:nvPr/>
          </p:nvSpPr>
          <p:spPr bwMode="auto">
            <a:xfrm>
              <a:off x="121444" y="2150269"/>
              <a:ext cx="942975" cy="940594"/>
            </a:xfrm>
            <a:custGeom>
              <a:avLst/>
              <a:gdLst>
                <a:gd name="connsiteX0" fmla="*/ 683419 w 942975"/>
                <a:gd name="connsiteY0" fmla="*/ 133350 h 940594"/>
                <a:gd name="connsiteX1" fmla="*/ 628650 w 942975"/>
                <a:gd name="connsiteY1" fmla="*/ 102394 h 940594"/>
                <a:gd name="connsiteX2" fmla="*/ 604837 w 942975"/>
                <a:gd name="connsiteY2" fmla="*/ 100012 h 940594"/>
                <a:gd name="connsiteX3" fmla="*/ 592931 w 942975"/>
                <a:gd name="connsiteY3" fmla="*/ 88106 h 940594"/>
                <a:gd name="connsiteX4" fmla="*/ 557212 w 942975"/>
                <a:gd name="connsiteY4" fmla="*/ 100012 h 940594"/>
                <a:gd name="connsiteX5" fmla="*/ 538162 w 942975"/>
                <a:gd name="connsiteY5" fmla="*/ 88106 h 940594"/>
                <a:gd name="connsiteX6" fmla="*/ 504825 w 942975"/>
                <a:gd name="connsiteY6" fmla="*/ 83344 h 940594"/>
                <a:gd name="connsiteX7" fmla="*/ 461962 w 942975"/>
                <a:gd name="connsiteY7" fmla="*/ 59531 h 940594"/>
                <a:gd name="connsiteX8" fmla="*/ 431006 w 942975"/>
                <a:gd name="connsiteY8" fmla="*/ 57150 h 940594"/>
                <a:gd name="connsiteX9" fmla="*/ 404812 w 942975"/>
                <a:gd name="connsiteY9" fmla="*/ 57150 h 940594"/>
                <a:gd name="connsiteX10" fmla="*/ 390525 w 942975"/>
                <a:gd name="connsiteY10" fmla="*/ 30956 h 940594"/>
                <a:gd name="connsiteX11" fmla="*/ 371475 w 942975"/>
                <a:gd name="connsiteY11" fmla="*/ 35719 h 940594"/>
                <a:gd name="connsiteX12" fmla="*/ 352425 w 942975"/>
                <a:gd name="connsiteY12" fmla="*/ 26194 h 940594"/>
                <a:gd name="connsiteX13" fmla="*/ 321469 w 942975"/>
                <a:gd name="connsiteY13" fmla="*/ 35719 h 940594"/>
                <a:gd name="connsiteX14" fmla="*/ 316706 w 942975"/>
                <a:gd name="connsiteY14" fmla="*/ 11906 h 940594"/>
                <a:gd name="connsiteX15" fmla="*/ 309562 w 942975"/>
                <a:gd name="connsiteY15" fmla="*/ 47625 h 940594"/>
                <a:gd name="connsiteX16" fmla="*/ 295275 w 942975"/>
                <a:gd name="connsiteY16" fmla="*/ 21431 h 940594"/>
                <a:gd name="connsiteX17" fmla="*/ 285750 w 942975"/>
                <a:gd name="connsiteY17" fmla="*/ 0 h 940594"/>
                <a:gd name="connsiteX18" fmla="*/ 240506 w 942975"/>
                <a:gd name="connsiteY18" fmla="*/ 30956 h 940594"/>
                <a:gd name="connsiteX19" fmla="*/ 219075 w 942975"/>
                <a:gd name="connsiteY19" fmla="*/ 38100 h 940594"/>
                <a:gd name="connsiteX20" fmla="*/ 200025 w 942975"/>
                <a:gd name="connsiteY20" fmla="*/ 30956 h 940594"/>
                <a:gd name="connsiteX21" fmla="*/ 204787 w 942975"/>
                <a:gd name="connsiteY21" fmla="*/ 57150 h 940594"/>
                <a:gd name="connsiteX22" fmla="*/ 178594 w 942975"/>
                <a:gd name="connsiteY22" fmla="*/ 57150 h 940594"/>
                <a:gd name="connsiteX23" fmla="*/ 152400 w 942975"/>
                <a:gd name="connsiteY23" fmla="*/ 73819 h 940594"/>
                <a:gd name="connsiteX24" fmla="*/ 140494 w 942975"/>
                <a:gd name="connsiteY24" fmla="*/ 90487 h 940594"/>
                <a:gd name="connsiteX25" fmla="*/ 128587 w 942975"/>
                <a:gd name="connsiteY25" fmla="*/ 119062 h 940594"/>
                <a:gd name="connsiteX26" fmla="*/ 123825 w 942975"/>
                <a:gd name="connsiteY26" fmla="*/ 147637 h 940594"/>
                <a:gd name="connsiteX27" fmla="*/ 111919 w 942975"/>
                <a:gd name="connsiteY27" fmla="*/ 173831 h 940594"/>
                <a:gd name="connsiteX28" fmla="*/ 50006 w 942975"/>
                <a:gd name="connsiteY28" fmla="*/ 173831 h 940594"/>
                <a:gd name="connsiteX29" fmla="*/ 38100 w 942975"/>
                <a:gd name="connsiteY29" fmla="*/ 209550 h 940594"/>
                <a:gd name="connsiteX30" fmla="*/ 80962 w 942975"/>
                <a:gd name="connsiteY30" fmla="*/ 233362 h 940594"/>
                <a:gd name="connsiteX31" fmla="*/ 119062 w 942975"/>
                <a:gd name="connsiteY31" fmla="*/ 300037 h 940594"/>
                <a:gd name="connsiteX32" fmla="*/ 138112 w 942975"/>
                <a:gd name="connsiteY32" fmla="*/ 292894 h 940594"/>
                <a:gd name="connsiteX33" fmla="*/ 159544 w 942975"/>
                <a:gd name="connsiteY33" fmla="*/ 314325 h 940594"/>
                <a:gd name="connsiteX34" fmla="*/ 207169 w 942975"/>
                <a:gd name="connsiteY34" fmla="*/ 316706 h 940594"/>
                <a:gd name="connsiteX35" fmla="*/ 197644 w 942975"/>
                <a:gd name="connsiteY35" fmla="*/ 340519 h 940594"/>
                <a:gd name="connsiteX36" fmla="*/ 166687 w 942975"/>
                <a:gd name="connsiteY36" fmla="*/ 342900 h 940594"/>
                <a:gd name="connsiteX37" fmla="*/ 147637 w 942975"/>
                <a:gd name="connsiteY37" fmla="*/ 357187 h 940594"/>
                <a:gd name="connsiteX38" fmla="*/ 114300 w 942975"/>
                <a:gd name="connsiteY38" fmla="*/ 357187 h 940594"/>
                <a:gd name="connsiteX39" fmla="*/ 92869 w 942975"/>
                <a:gd name="connsiteY39" fmla="*/ 345281 h 940594"/>
                <a:gd name="connsiteX40" fmla="*/ 95250 w 942975"/>
                <a:gd name="connsiteY40" fmla="*/ 326231 h 940594"/>
                <a:gd name="connsiteX41" fmla="*/ 64294 w 942975"/>
                <a:gd name="connsiteY41" fmla="*/ 333375 h 940594"/>
                <a:gd name="connsiteX42" fmla="*/ 64294 w 942975"/>
                <a:gd name="connsiteY42" fmla="*/ 333375 h 940594"/>
                <a:gd name="connsiteX43" fmla="*/ 19050 w 942975"/>
                <a:gd name="connsiteY43" fmla="*/ 357187 h 940594"/>
                <a:gd name="connsiteX44" fmla="*/ 0 w 942975"/>
                <a:gd name="connsiteY44" fmla="*/ 378619 h 940594"/>
                <a:gd name="connsiteX45" fmla="*/ 35719 w 942975"/>
                <a:gd name="connsiteY45" fmla="*/ 395287 h 940594"/>
                <a:gd name="connsiteX46" fmla="*/ 42862 w 942975"/>
                <a:gd name="connsiteY46" fmla="*/ 421481 h 940594"/>
                <a:gd name="connsiteX47" fmla="*/ 54769 w 942975"/>
                <a:gd name="connsiteY47" fmla="*/ 438150 h 940594"/>
                <a:gd name="connsiteX48" fmla="*/ 80962 w 942975"/>
                <a:gd name="connsiteY48" fmla="*/ 447675 h 940594"/>
                <a:gd name="connsiteX49" fmla="*/ 107156 w 942975"/>
                <a:gd name="connsiteY49" fmla="*/ 431006 h 940594"/>
                <a:gd name="connsiteX50" fmla="*/ 138112 w 942975"/>
                <a:gd name="connsiteY50" fmla="*/ 447675 h 940594"/>
                <a:gd name="connsiteX51" fmla="*/ 147637 w 942975"/>
                <a:gd name="connsiteY51" fmla="*/ 423862 h 940594"/>
                <a:gd name="connsiteX52" fmla="*/ 183356 w 942975"/>
                <a:gd name="connsiteY52" fmla="*/ 416719 h 940594"/>
                <a:gd name="connsiteX53" fmla="*/ 183356 w 942975"/>
                <a:gd name="connsiteY53" fmla="*/ 447675 h 940594"/>
                <a:gd name="connsiteX54" fmla="*/ 183356 w 942975"/>
                <a:gd name="connsiteY54" fmla="*/ 447675 h 940594"/>
                <a:gd name="connsiteX55" fmla="*/ 180975 w 942975"/>
                <a:gd name="connsiteY55" fmla="*/ 473869 h 940594"/>
                <a:gd name="connsiteX56" fmla="*/ 159544 w 942975"/>
                <a:gd name="connsiteY56" fmla="*/ 502444 h 940594"/>
                <a:gd name="connsiteX57" fmla="*/ 128587 w 942975"/>
                <a:gd name="connsiteY57" fmla="*/ 514350 h 940594"/>
                <a:gd name="connsiteX58" fmla="*/ 92869 w 942975"/>
                <a:gd name="connsiteY58" fmla="*/ 538162 h 940594"/>
                <a:gd name="connsiteX59" fmla="*/ 80962 w 942975"/>
                <a:gd name="connsiteY59" fmla="*/ 538162 h 940594"/>
                <a:gd name="connsiteX60" fmla="*/ 76200 w 942975"/>
                <a:gd name="connsiteY60" fmla="*/ 571500 h 940594"/>
                <a:gd name="connsiteX61" fmla="*/ 52387 w 942975"/>
                <a:gd name="connsiteY61" fmla="*/ 583406 h 940594"/>
                <a:gd name="connsiteX62" fmla="*/ 59531 w 942975"/>
                <a:gd name="connsiteY62" fmla="*/ 623887 h 940594"/>
                <a:gd name="connsiteX63" fmla="*/ 73819 w 942975"/>
                <a:gd name="connsiteY63" fmla="*/ 642937 h 940594"/>
                <a:gd name="connsiteX64" fmla="*/ 73819 w 942975"/>
                <a:gd name="connsiteY64" fmla="*/ 642937 h 940594"/>
                <a:gd name="connsiteX65" fmla="*/ 78581 w 942975"/>
                <a:gd name="connsiteY65" fmla="*/ 683419 h 940594"/>
                <a:gd name="connsiteX66" fmla="*/ 119062 w 942975"/>
                <a:gd name="connsiteY66" fmla="*/ 700087 h 940594"/>
                <a:gd name="connsiteX67" fmla="*/ 145256 w 942975"/>
                <a:gd name="connsiteY67" fmla="*/ 640556 h 940594"/>
                <a:gd name="connsiteX68" fmla="*/ 150019 w 942975"/>
                <a:gd name="connsiteY68" fmla="*/ 695325 h 940594"/>
                <a:gd name="connsiteX69" fmla="*/ 152400 w 942975"/>
                <a:gd name="connsiteY69" fmla="*/ 726281 h 940594"/>
                <a:gd name="connsiteX70" fmla="*/ 159544 w 942975"/>
                <a:gd name="connsiteY70" fmla="*/ 742950 h 940594"/>
                <a:gd name="connsiteX71" fmla="*/ 185737 w 942975"/>
                <a:gd name="connsiteY71" fmla="*/ 728662 h 940594"/>
                <a:gd name="connsiteX72" fmla="*/ 214312 w 942975"/>
                <a:gd name="connsiteY72" fmla="*/ 757237 h 940594"/>
                <a:gd name="connsiteX73" fmla="*/ 223837 w 942975"/>
                <a:gd name="connsiteY73" fmla="*/ 731044 h 940594"/>
                <a:gd name="connsiteX74" fmla="*/ 245269 w 942975"/>
                <a:gd name="connsiteY74" fmla="*/ 740569 h 940594"/>
                <a:gd name="connsiteX75" fmla="*/ 273844 w 942975"/>
                <a:gd name="connsiteY75" fmla="*/ 719137 h 940594"/>
                <a:gd name="connsiteX76" fmla="*/ 266700 w 942975"/>
                <a:gd name="connsiteY76" fmla="*/ 764381 h 940594"/>
                <a:gd name="connsiteX77" fmla="*/ 254794 w 942975"/>
                <a:gd name="connsiteY77" fmla="*/ 814387 h 940594"/>
                <a:gd name="connsiteX78" fmla="*/ 228600 w 942975"/>
                <a:gd name="connsiteY78" fmla="*/ 833437 h 940594"/>
                <a:gd name="connsiteX79" fmla="*/ 209550 w 942975"/>
                <a:gd name="connsiteY79" fmla="*/ 850106 h 940594"/>
                <a:gd name="connsiteX80" fmla="*/ 190500 w 942975"/>
                <a:gd name="connsiteY80" fmla="*/ 871537 h 940594"/>
                <a:gd name="connsiteX81" fmla="*/ 161925 w 942975"/>
                <a:gd name="connsiteY81" fmla="*/ 871537 h 940594"/>
                <a:gd name="connsiteX82" fmla="*/ 128587 w 942975"/>
                <a:gd name="connsiteY82" fmla="*/ 897731 h 940594"/>
                <a:gd name="connsiteX83" fmla="*/ 95250 w 942975"/>
                <a:gd name="connsiteY83" fmla="*/ 914400 h 940594"/>
                <a:gd name="connsiteX84" fmla="*/ 78581 w 942975"/>
                <a:gd name="connsiteY84" fmla="*/ 940594 h 940594"/>
                <a:gd name="connsiteX85" fmla="*/ 133350 w 942975"/>
                <a:gd name="connsiteY85" fmla="*/ 916781 h 940594"/>
                <a:gd name="connsiteX86" fmla="*/ 152400 w 942975"/>
                <a:gd name="connsiteY86" fmla="*/ 895350 h 940594"/>
                <a:gd name="connsiteX87" fmla="*/ 190500 w 942975"/>
                <a:gd name="connsiteY87" fmla="*/ 881062 h 940594"/>
                <a:gd name="connsiteX88" fmla="*/ 226219 w 942975"/>
                <a:gd name="connsiteY88" fmla="*/ 859631 h 940594"/>
                <a:gd name="connsiteX89" fmla="*/ 257175 w 942975"/>
                <a:gd name="connsiteY89" fmla="*/ 833437 h 940594"/>
                <a:gd name="connsiteX90" fmla="*/ 273844 w 942975"/>
                <a:gd name="connsiteY90" fmla="*/ 812006 h 940594"/>
                <a:gd name="connsiteX91" fmla="*/ 304800 w 942975"/>
                <a:gd name="connsiteY91" fmla="*/ 781050 h 940594"/>
                <a:gd name="connsiteX92" fmla="*/ 347662 w 942975"/>
                <a:gd name="connsiteY92" fmla="*/ 750094 h 940594"/>
                <a:gd name="connsiteX93" fmla="*/ 342900 w 942975"/>
                <a:gd name="connsiteY93" fmla="*/ 728662 h 940594"/>
                <a:gd name="connsiteX94" fmla="*/ 361950 w 942975"/>
                <a:gd name="connsiteY94" fmla="*/ 688181 h 940594"/>
                <a:gd name="connsiteX95" fmla="*/ 371475 w 942975"/>
                <a:gd name="connsiteY95" fmla="*/ 671512 h 940594"/>
                <a:gd name="connsiteX96" fmla="*/ 404812 w 942975"/>
                <a:gd name="connsiteY96" fmla="*/ 628650 h 940594"/>
                <a:gd name="connsiteX97" fmla="*/ 440531 w 942975"/>
                <a:gd name="connsiteY97" fmla="*/ 611981 h 940594"/>
                <a:gd name="connsiteX98" fmla="*/ 454819 w 942975"/>
                <a:gd name="connsiteY98" fmla="*/ 619125 h 940594"/>
                <a:gd name="connsiteX99" fmla="*/ 454819 w 942975"/>
                <a:gd name="connsiteY99" fmla="*/ 631031 h 940594"/>
                <a:gd name="connsiteX100" fmla="*/ 428625 w 942975"/>
                <a:gd name="connsiteY100" fmla="*/ 631031 h 940594"/>
                <a:gd name="connsiteX101" fmla="*/ 407194 w 942975"/>
                <a:gd name="connsiteY101" fmla="*/ 652462 h 940594"/>
                <a:gd name="connsiteX102" fmla="*/ 419100 w 942975"/>
                <a:gd name="connsiteY102" fmla="*/ 671512 h 940594"/>
                <a:gd name="connsiteX103" fmla="*/ 419100 w 942975"/>
                <a:gd name="connsiteY103" fmla="*/ 690562 h 940594"/>
                <a:gd name="connsiteX104" fmla="*/ 402431 w 942975"/>
                <a:gd name="connsiteY104" fmla="*/ 721519 h 940594"/>
                <a:gd name="connsiteX105" fmla="*/ 442912 w 942975"/>
                <a:gd name="connsiteY105" fmla="*/ 695325 h 940594"/>
                <a:gd name="connsiteX106" fmla="*/ 461962 w 942975"/>
                <a:gd name="connsiteY106" fmla="*/ 673894 h 940594"/>
                <a:gd name="connsiteX107" fmla="*/ 485775 w 942975"/>
                <a:gd name="connsiteY107" fmla="*/ 681037 h 940594"/>
                <a:gd name="connsiteX108" fmla="*/ 481012 w 942975"/>
                <a:gd name="connsiteY108" fmla="*/ 659606 h 940594"/>
                <a:gd name="connsiteX109" fmla="*/ 481012 w 942975"/>
                <a:gd name="connsiteY109" fmla="*/ 638175 h 940594"/>
                <a:gd name="connsiteX110" fmla="*/ 492919 w 942975"/>
                <a:gd name="connsiteY110" fmla="*/ 619125 h 940594"/>
                <a:gd name="connsiteX111" fmla="*/ 533400 w 942975"/>
                <a:gd name="connsiteY111" fmla="*/ 626269 h 940594"/>
                <a:gd name="connsiteX112" fmla="*/ 573881 w 942975"/>
                <a:gd name="connsiteY112" fmla="*/ 654844 h 940594"/>
                <a:gd name="connsiteX113" fmla="*/ 609600 w 942975"/>
                <a:gd name="connsiteY113" fmla="*/ 681037 h 940594"/>
                <a:gd name="connsiteX114" fmla="*/ 635794 w 942975"/>
                <a:gd name="connsiteY114" fmla="*/ 688181 h 940594"/>
                <a:gd name="connsiteX115" fmla="*/ 647700 w 942975"/>
                <a:gd name="connsiteY115" fmla="*/ 683419 h 940594"/>
                <a:gd name="connsiteX116" fmla="*/ 669131 w 942975"/>
                <a:gd name="connsiteY116" fmla="*/ 700087 h 940594"/>
                <a:gd name="connsiteX117" fmla="*/ 692944 w 942975"/>
                <a:gd name="connsiteY117" fmla="*/ 690562 h 940594"/>
                <a:gd name="connsiteX118" fmla="*/ 714375 w 942975"/>
                <a:gd name="connsiteY118" fmla="*/ 690562 h 940594"/>
                <a:gd name="connsiteX119" fmla="*/ 723900 w 942975"/>
                <a:gd name="connsiteY119" fmla="*/ 707231 h 940594"/>
                <a:gd name="connsiteX120" fmla="*/ 735806 w 942975"/>
                <a:gd name="connsiteY120" fmla="*/ 721519 h 940594"/>
                <a:gd name="connsiteX121" fmla="*/ 754856 w 942975"/>
                <a:gd name="connsiteY121" fmla="*/ 726281 h 940594"/>
                <a:gd name="connsiteX122" fmla="*/ 754856 w 942975"/>
                <a:gd name="connsiteY122" fmla="*/ 745331 h 940594"/>
                <a:gd name="connsiteX123" fmla="*/ 783431 w 942975"/>
                <a:gd name="connsiteY123" fmla="*/ 769144 h 940594"/>
                <a:gd name="connsiteX124" fmla="*/ 778669 w 942975"/>
                <a:gd name="connsiteY124" fmla="*/ 740569 h 940594"/>
                <a:gd name="connsiteX125" fmla="*/ 797719 w 942975"/>
                <a:gd name="connsiteY125" fmla="*/ 740569 h 940594"/>
                <a:gd name="connsiteX126" fmla="*/ 816769 w 942975"/>
                <a:gd name="connsiteY126" fmla="*/ 754856 h 940594"/>
                <a:gd name="connsiteX127" fmla="*/ 816769 w 942975"/>
                <a:gd name="connsiteY127" fmla="*/ 745331 h 940594"/>
                <a:gd name="connsiteX128" fmla="*/ 840581 w 942975"/>
                <a:gd name="connsiteY128" fmla="*/ 764381 h 940594"/>
                <a:gd name="connsiteX129" fmla="*/ 862012 w 942975"/>
                <a:gd name="connsiteY129" fmla="*/ 807244 h 940594"/>
                <a:gd name="connsiteX130" fmla="*/ 888206 w 942975"/>
                <a:gd name="connsiteY130" fmla="*/ 847725 h 940594"/>
                <a:gd name="connsiteX131" fmla="*/ 897731 w 942975"/>
                <a:gd name="connsiteY131" fmla="*/ 878681 h 940594"/>
                <a:gd name="connsiteX132" fmla="*/ 919162 w 942975"/>
                <a:gd name="connsiteY132" fmla="*/ 883444 h 940594"/>
                <a:gd name="connsiteX133" fmla="*/ 921544 w 942975"/>
                <a:gd name="connsiteY133" fmla="*/ 881062 h 940594"/>
                <a:gd name="connsiteX134" fmla="*/ 928687 w 942975"/>
                <a:gd name="connsiteY134" fmla="*/ 900112 h 940594"/>
                <a:gd name="connsiteX135" fmla="*/ 942975 w 942975"/>
                <a:gd name="connsiteY135" fmla="*/ 871537 h 940594"/>
                <a:gd name="connsiteX136" fmla="*/ 907256 w 942975"/>
                <a:gd name="connsiteY136" fmla="*/ 859631 h 940594"/>
                <a:gd name="connsiteX137" fmla="*/ 842962 w 942975"/>
                <a:gd name="connsiteY137" fmla="*/ 745331 h 940594"/>
                <a:gd name="connsiteX138" fmla="*/ 802481 w 942975"/>
                <a:gd name="connsiteY138" fmla="*/ 697706 h 940594"/>
                <a:gd name="connsiteX139" fmla="*/ 752475 w 942975"/>
                <a:gd name="connsiteY139" fmla="*/ 711994 h 940594"/>
                <a:gd name="connsiteX140" fmla="*/ 723900 w 942975"/>
                <a:gd name="connsiteY140" fmla="*/ 681037 h 940594"/>
                <a:gd name="connsiteX141" fmla="*/ 692944 w 942975"/>
                <a:gd name="connsiteY141" fmla="*/ 666750 h 940594"/>
                <a:gd name="connsiteX142" fmla="*/ 664369 w 942975"/>
                <a:gd name="connsiteY142" fmla="*/ 678656 h 940594"/>
                <a:gd name="connsiteX143" fmla="*/ 683419 w 942975"/>
                <a:gd name="connsiteY143" fmla="*/ 133350 h 94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942975" h="940594">
                  <a:moveTo>
                    <a:pt x="683419" y="133350"/>
                  </a:moveTo>
                  <a:lnTo>
                    <a:pt x="628650" y="102394"/>
                  </a:lnTo>
                  <a:lnTo>
                    <a:pt x="604837" y="100012"/>
                  </a:lnTo>
                  <a:lnTo>
                    <a:pt x="592931" y="88106"/>
                  </a:lnTo>
                  <a:lnTo>
                    <a:pt x="557212" y="100012"/>
                  </a:lnTo>
                  <a:lnTo>
                    <a:pt x="538162" y="88106"/>
                  </a:lnTo>
                  <a:lnTo>
                    <a:pt x="504825" y="83344"/>
                  </a:lnTo>
                  <a:lnTo>
                    <a:pt x="461962" y="59531"/>
                  </a:lnTo>
                  <a:lnTo>
                    <a:pt x="431006" y="57150"/>
                  </a:lnTo>
                  <a:lnTo>
                    <a:pt x="404812" y="57150"/>
                  </a:lnTo>
                  <a:lnTo>
                    <a:pt x="390525" y="30956"/>
                  </a:lnTo>
                  <a:lnTo>
                    <a:pt x="371475" y="35719"/>
                  </a:lnTo>
                  <a:lnTo>
                    <a:pt x="352425" y="26194"/>
                  </a:lnTo>
                  <a:lnTo>
                    <a:pt x="321469" y="35719"/>
                  </a:lnTo>
                  <a:lnTo>
                    <a:pt x="316706" y="11906"/>
                  </a:lnTo>
                  <a:lnTo>
                    <a:pt x="309562" y="47625"/>
                  </a:lnTo>
                  <a:lnTo>
                    <a:pt x="295275" y="21431"/>
                  </a:lnTo>
                  <a:lnTo>
                    <a:pt x="285750" y="0"/>
                  </a:lnTo>
                  <a:lnTo>
                    <a:pt x="240506" y="30956"/>
                  </a:lnTo>
                  <a:lnTo>
                    <a:pt x="219075" y="38100"/>
                  </a:lnTo>
                  <a:lnTo>
                    <a:pt x="200025" y="30956"/>
                  </a:lnTo>
                  <a:lnTo>
                    <a:pt x="204787" y="57150"/>
                  </a:lnTo>
                  <a:lnTo>
                    <a:pt x="178594" y="57150"/>
                  </a:lnTo>
                  <a:lnTo>
                    <a:pt x="152400" y="73819"/>
                  </a:lnTo>
                  <a:lnTo>
                    <a:pt x="140494" y="90487"/>
                  </a:lnTo>
                  <a:lnTo>
                    <a:pt x="128587" y="119062"/>
                  </a:lnTo>
                  <a:lnTo>
                    <a:pt x="123825" y="147637"/>
                  </a:lnTo>
                  <a:lnTo>
                    <a:pt x="111919" y="173831"/>
                  </a:lnTo>
                  <a:lnTo>
                    <a:pt x="50006" y="173831"/>
                  </a:lnTo>
                  <a:lnTo>
                    <a:pt x="38100" y="209550"/>
                  </a:lnTo>
                  <a:lnTo>
                    <a:pt x="80962" y="233362"/>
                  </a:lnTo>
                  <a:lnTo>
                    <a:pt x="119062" y="300037"/>
                  </a:lnTo>
                  <a:lnTo>
                    <a:pt x="138112" y="292894"/>
                  </a:lnTo>
                  <a:lnTo>
                    <a:pt x="159544" y="314325"/>
                  </a:lnTo>
                  <a:lnTo>
                    <a:pt x="207169" y="316706"/>
                  </a:lnTo>
                  <a:lnTo>
                    <a:pt x="197644" y="340519"/>
                  </a:lnTo>
                  <a:lnTo>
                    <a:pt x="166687" y="342900"/>
                  </a:lnTo>
                  <a:lnTo>
                    <a:pt x="147637" y="357187"/>
                  </a:lnTo>
                  <a:lnTo>
                    <a:pt x="114300" y="357187"/>
                  </a:lnTo>
                  <a:lnTo>
                    <a:pt x="92869" y="345281"/>
                  </a:lnTo>
                  <a:lnTo>
                    <a:pt x="95250" y="326231"/>
                  </a:lnTo>
                  <a:lnTo>
                    <a:pt x="64294" y="333375"/>
                  </a:lnTo>
                  <a:lnTo>
                    <a:pt x="64294" y="333375"/>
                  </a:lnTo>
                  <a:lnTo>
                    <a:pt x="19050" y="357187"/>
                  </a:lnTo>
                  <a:lnTo>
                    <a:pt x="0" y="378619"/>
                  </a:lnTo>
                  <a:lnTo>
                    <a:pt x="35719" y="395287"/>
                  </a:lnTo>
                  <a:lnTo>
                    <a:pt x="42862" y="421481"/>
                  </a:lnTo>
                  <a:lnTo>
                    <a:pt x="54769" y="438150"/>
                  </a:lnTo>
                  <a:lnTo>
                    <a:pt x="80962" y="447675"/>
                  </a:lnTo>
                  <a:lnTo>
                    <a:pt x="107156" y="431006"/>
                  </a:lnTo>
                  <a:lnTo>
                    <a:pt x="138112" y="447675"/>
                  </a:lnTo>
                  <a:lnTo>
                    <a:pt x="147637" y="423862"/>
                  </a:lnTo>
                  <a:lnTo>
                    <a:pt x="183356" y="416719"/>
                  </a:lnTo>
                  <a:lnTo>
                    <a:pt x="183356" y="447675"/>
                  </a:lnTo>
                  <a:lnTo>
                    <a:pt x="183356" y="447675"/>
                  </a:lnTo>
                  <a:lnTo>
                    <a:pt x="180975" y="473869"/>
                  </a:lnTo>
                  <a:lnTo>
                    <a:pt x="159544" y="502444"/>
                  </a:lnTo>
                  <a:lnTo>
                    <a:pt x="128587" y="514350"/>
                  </a:lnTo>
                  <a:lnTo>
                    <a:pt x="92869" y="538162"/>
                  </a:lnTo>
                  <a:lnTo>
                    <a:pt x="80962" y="538162"/>
                  </a:lnTo>
                  <a:lnTo>
                    <a:pt x="76200" y="571500"/>
                  </a:lnTo>
                  <a:lnTo>
                    <a:pt x="52387" y="583406"/>
                  </a:lnTo>
                  <a:lnTo>
                    <a:pt x="59531" y="623887"/>
                  </a:lnTo>
                  <a:lnTo>
                    <a:pt x="73819" y="642937"/>
                  </a:lnTo>
                  <a:lnTo>
                    <a:pt x="73819" y="642937"/>
                  </a:lnTo>
                  <a:lnTo>
                    <a:pt x="78581" y="683419"/>
                  </a:lnTo>
                  <a:lnTo>
                    <a:pt x="119062" y="700087"/>
                  </a:lnTo>
                  <a:lnTo>
                    <a:pt x="145256" y="640556"/>
                  </a:lnTo>
                  <a:lnTo>
                    <a:pt x="150019" y="695325"/>
                  </a:lnTo>
                  <a:lnTo>
                    <a:pt x="152400" y="726281"/>
                  </a:lnTo>
                  <a:lnTo>
                    <a:pt x="159544" y="742950"/>
                  </a:lnTo>
                  <a:lnTo>
                    <a:pt x="185737" y="728662"/>
                  </a:lnTo>
                  <a:lnTo>
                    <a:pt x="214312" y="757237"/>
                  </a:lnTo>
                  <a:lnTo>
                    <a:pt x="223837" y="731044"/>
                  </a:lnTo>
                  <a:lnTo>
                    <a:pt x="245269" y="740569"/>
                  </a:lnTo>
                  <a:lnTo>
                    <a:pt x="273844" y="719137"/>
                  </a:lnTo>
                  <a:lnTo>
                    <a:pt x="266700" y="764381"/>
                  </a:lnTo>
                  <a:lnTo>
                    <a:pt x="254794" y="814387"/>
                  </a:lnTo>
                  <a:lnTo>
                    <a:pt x="228600" y="833437"/>
                  </a:lnTo>
                  <a:lnTo>
                    <a:pt x="209550" y="850106"/>
                  </a:lnTo>
                  <a:lnTo>
                    <a:pt x="190500" y="871537"/>
                  </a:lnTo>
                  <a:lnTo>
                    <a:pt x="161925" y="871537"/>
                  </a:lnTo>
                  <a:lnTo>
                    <a:pt x="128587" y="897731"/>
                  </a:lnTo>
                  <a:lnTo>
                    <a:pt x="95250" y="914400"/>
                  </a:lnTo>
                  <a:lnTo>
                    <a:pt x="78581" y="940594"/>
                  </a:lnTo>
                  <a:lnTo>
                    <a:pt x="133350" y="916781"/>
                  </a:lnTo>
                  <a:lnTo>
                    <a:pt x="152400" y="895350"/>
                  </a:lnTo>
                  <a:lnTo>
                    <a:pt x="190500" y="881062"/>
                  </a:lnTo>
                  <a:lnTo>
                    <a:pt x="226219" y="859631"/>
                  </a:lnTo>
                  <a:lnTo>
                    <a:pt x="257175" y="833437"/>
                  </a:lnTo>
                  <a:lnTo>
                    <a:pt x="273844" y="812006"/>
                  </a:lnTo>
                  <a:lnTo>
                    <a:pt x="304800" y="781050"/>
                  </a:lnTo>
                  <a:lnTo>
                    <a:pt x="347662" y="750094"/>
                  </a:lnTo>
                  <a:lnTo>
                    <a:pt x="342900" y="728662"/>
                  </a:lnTo>
                  <a:lnTo>
                    <a:pt x="361950" y="688181"/>
                  </a:lnTo>
                  <a:lnTo>
                    <a:pt x="371475" y="671512"/>
                  </a:lnTo>
                  <a:lnTo>
                    <a:pt x="404812" y="628650"/>
                  </a:lnTo>
                  <a:lnTo>
                    <a:pt x="440531" y="611981"/>
                  </a:lnTo>
                  <a:lnTo>
                    <a:pt x="454819" y="619125"/>
                  </a:lnTo>
                  <a:lnTo>
                    <a:pt x="454819" y="631031"/>
                  </a:lnTo>
                  <a:lnTo>
                    <a:pt x="428625" y="631031"/>
                  </a:lnTo>
                  <a:lnTo>
                    <a:pt x="407194" y="652462"/>
                  </a:lnTo>
                  <a:lnTo>
                    <a:pt x="419100" y="671512"/>
                  </a:lnTo>
                  <a:lnTo>
                    <a:pt x="419100" y="690562"/>
                  </a:lnTo>
                  <a:lnTo>
                    <a:pt x="402431" y="721519"/>
                  </a:lnTo>
                  <a:lnTo>
                    <a:pt x="442912" y="695325"/>
                  </a:lnTo>
                  <a:lnTo>
                    <a:pt x="461962" y="673894"/>
                  </a:lnTo>
                  <a:lnTo>
                    <a:pt x="485775" y="681037"/>
                  </a:lnTo>
                  <a:lnTo>
                    <a:pt x="481012" y="659606"/>
                  </a:lnTo>
                  <a:lnTo>
                    <a:pt x="481012" y="638175"/>
                  </a:lnTo>
                  <a:lnTo>
                    <a:pt x="492919" y="619125"/>
                  </a:lnTo>
                  <a:lnTo>
                    <a:pt x="533400" y="626269"/>
                  </a:lnTo>
                  <a:lnTo>
                    <a:pt x="573881" y="654844"/>
                  </a:lnTo>
                  <a:lnTo>
                    <a:pt x="609600" y="681037"/>
                  </a:lnTo>
                  <a:lnTo>
                    <a:pt x="635794" y="688181"/>
                  </a:lnTo>
                  <a:lnTo>
                    <a:pt x="647700" y="683419"/>
                  </a:lnTo>
                  <a:lnTo>
                    <a:pt x="669131" y="700087"/>
                  </a:lnTo>
                  <a:lnTo>
                    <a:pt x="692944" y="690562"/>
                  </a:lnTo>
                  <a:lnTo>
                    <a:pt x="714375" y="690562"/>
                  </a:lnTo>
                  <a:lnTo>
                    <a:pt x="723900" y="707231"/>
                  </a:lnTo>
                  <a:lnTo>
                    <a:pt x="735806" y="721519"/>
                  </a:lnTo>
                  <a:lnTo>
                    <a:pt x="754856" y="726281"/>
                  </a:lnTo>
                  <a:lnTo>
                    <a:pt x="754856" y="745331"/>
                  </a:lnTo>
                  <a:lnTo>
                    <a:pt x="783431" y="769144"/>
                  </a:lnTo>
                  <a:lnTo>
                    <a:pt x="778669" y="740569"/>
                  </a:lnTo>
                  <a:lnTo>
                    <a:pt x="797719" y="740569"/>
                  </a:lnTo>
                  <a:lnTo>
                    <a:pt x="816769" y="754856"/>
                  </a:lnTo>
                  <a:lnTo>
                    <a:pt x="816769" y="745331"/>
                  </a:lnTo>
                  <a:lnTo>
                    <a:pt x="840581" y="764381"/>
                  </a:lnTo>
                  <a:lnTo>
                    <a:pt x="862012" y="807244"/>
                  </a:lnTo>
                  <a:lnTo>
                    <a:pt x="888206" y="847725"/>
                  </a:lnTo>
                  <a:lnTo>
                    <a:pt x="897731" y="878681"/>
                  </a:lnTo>
                  <a:lnTo>
                    <a:pt x="919162" y="883444"/>
                  </a:lnTo>
                  <a:lnTo>
                    <a:pt x="921544" y="881062"/>
                  </a:lnTo>
                  <a:lnTo>
                    <a:pt x="928687" y="900112"/>
                  </a:lnTo>
                  <a:lnTo>
                    <a:pt x="942975" y="871537"/>
                  </a:lnTo>
                  <a:lnTo>
                    <a:pt x="907256" y="859631"/>
                  </a:lnTo>
                  <a:lnTo>
                    <a:pt x="842962" y="745331"/>
                  </a:lnTo>
                  <a:lnTo>
                    <a:pt x="802481" y="697706"/>
                  </a:lnTo>
                  <a:lnTo>
                    <a:pt x="752475" y="711994"/>
                  </a:lnTo>
                  <a:lnTo>
                    <a:pt x="723900" y="681037"/>
                  </a:lnTo>
                  <a:lnTo>
                    <a:pt x="692944" y="666750"/>
                  </a:lnTo>
                  <a:lnTo>
                    <a:pt x="664369" y="678656"/>
                  </a:lnTo>
                  <a:lnTo>
                    <a:pt x="683419" y="133350"/>
                  </a:lnTo>
                  <a:close/>
                </a:path>
              </a:pathLst>
            </a:custGeom>
            <a:solidFill>
              <a:srgbClr val="00B0F0"/>
            </a:solidFill>
            <a:ln w="6350"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64" name="Freeform: Shape 12">
              <a:extLst>
                <a:ext uri="{FF2B5EF4-FFF2-40B4-BE49-F238E27FC236}">
                  <a16:creationId xmlns:a16="http://schemas.microsoft.com/office/drawing/2014/main" id="{B62DA585-8516-4D24-9F3A-E6D7989DD5CF}"/>
                </a:ext>
              </a:extLst>
            </p:cNvPr>
            <p:cNvSpPr/>
            <p:nvPr/>
          </p:nvSpPr>
          <p:spPr bwMode="auto">
            <a:xfrm>
              <a:off x="1207294" y="3288506"/>
              <a:ext cx="1421606" cy="764382"/>
            </a:xfrm>
            <a:custGeom>
              <a:avLst/>
              <a:gdLst>
                <a:gd name="connsiteX0" fmla="*/ 33337 w 1421606"/>
                <a:gd name="connsiteY0" fmla="*/ 11907 h 764382"/>
                <a:gd name="connsiteX1" fmla="*/ 33337 w 1421606"/>
                <a:gd name="connsiteY1" fmla="*/ 80963 h 764382"/>
                <a:gd name="connsiteX2" fmla="*/ 2381 w 1421606"/>
                <a:gd name="connsiteY2" fmla="*/ 57150 h 764382"/>
                <a:gd name="connsiteX3" fmla="*/ 0 w 1421606"/>
                <a:gd name="connsiteY3" fmla="*/ 64294 h 764382"/>
                <a:gd name="connsiteX4" fmla="*/ 11906 w 1421606"/>
                <a:gd name="connsiteY4" fmla="*/ 114300 h 764382"/>
                <a:gd name="connsiteX5" fmla="*/ 11906 w 1421606"/>
                <a:gd name="connsiteY5" fmla="*/ 195263 h 764382"/>
                <a:gd name="connsiteX6" fmla="*/ 11906 w 1421606"/>
                <a:gd name="connsiteY6" fmla="*/ 261938 h 764382"/>
                <a:gd name="connsiteX7" fmla="*/ 9525 w 1421606"/>
                <a:gd name="connsiteY7" fmla="*/ 295275 h 764382"/>
                <a:gd name="connsiteX8" fmla="*/ 0 w 1421606"/>
                <a:gd name="connsiteY8" fmla="*/ 326232 h 764382"/>
                <a:gd name="connsiteX9" fmla="*/ 23812 w 1421606"/>
                <a:gd name="connsiteY9" fmla="*/ 361950 h 764382"/>
                <a:gd name="connsiteX10" fmla="*/ 42862 w 1421606"/>
                <a:gd name="connsiteY10" fmla="*/ 392907 h 764382"/>
                <a:gd name="connsiteX11" fmla="*/ 61912 w 1421606"/>
                <a:gd name="connsiteY11" fmla="*/ 414338 h 764382"/>
                <a:gd name="connsiteX12" fmla="*/ 92869 w 1421606"/>
                <a:gd name="connsiteY12" fmla="*/ 497682 h 764382"/>
                <a:gd name="connsiteX13" fmla="*/ 119062 w 1421606"/>
                <a:gd name="connsiteY13" fmla="*/ 500063 h 764382"/>
                <a:gd name="connsiteX14" fmla="*/ 142875 w 1421606"/>
                <a:gd name="connsiteY14" fmla="*/ 509588 h 764382"/>
                <a:gd name="connsiteX15" fmla="*/ 157162 w 1421606"/>
                <a:gd name="connsiteY15" fmla="*/ 516732 h 764382"/>
                <a:gd name="connsiteX16" fmla="*/ 183356 w 1421606"/>
                <a:gd name="connsiteY16" fmla="*/ 566738 h 764382"/>
                <a:gd name="connsiteX17" fmla="*/ 202406 w 1421606"/>
                <a:gd name="connsiteY17" fmla="*/ 557213 h 764382"/>
                <a:gd name="connsiteX18" fmla="*/ 252412 w 1421606"/>
                <a:gd name="connsiteY18" fmla="*/ 559594 h 764382"/>
                <a:gd name="connsiteX19" fmla="*/ 321469 w 1421606"/>
                <a:gd name="connsiteY19" fmla="*/ 595313 h 764382"/>
                <a:gd name="connsiteX20" fmla="*/ 392906 w 1421606"/>
                <a:gd name="connsiteY20" fmla="*/ 595313 h 764382"/>
                <a:gd name="connsiteX21" fmla="*/ 392906 w 1421606"/>
                <a:gd name="connsiteY21" fmla="*/ 578644 h 764382"/>
                <a:gd name="connsiteX22" fmla="*/ 435769 w 1421606"/>
                <a:gd name="connsiteY22" fmla="*/ 571500 h 764382"/>
                <a:gd name="connsiteX23" fmla="*/ 452437 w 1421606"/>
                <a:gd name="connsiteY23" fmla="*/ 595313 h 764382"/>
                <a:gd name="connsiteX24" fmla="*/ 478631 w 1421606"/>
                <a:gd name="connsiteY24" fmla="*/ 611982 h 764382"/>
                <a:gd name="connsiteX25" fmla="*/ 495300 w 1421606"/>
                <a:gd name="connsiteY25" fmla="*/ 642938 h 764382"/>
                <a:gd name="connsiteX26" fmla="*/ 511969 w 1421606"/>
                <a:gd name="connsiteY26" fmla="*/ 661988 h 764382"/>
                <a:gd name="connsiteX27" fmla="*/ 535781 w 1421606"/>
                <a:gd name="connsiteY27" fmla="*/ 638175 h 764382"/>
                <a:gd name="connsiteX28" fmla="*/ 571500 w 1421606"/>
                <a:gd name="connsiteY28" fmla="*/ 633413 h 764382"/>
                <a:gd name="connsiteX29" fmla="*/ 595312 w 1421606"/>
                <a:gd name="connsiteY29" fmla="*/ 683419 h 764382"/>
                <a:gd name="connsiteX30" fmla="*/ 611981 w 1421606"/>
                <a:gd name="connsiteY30" fmla="*/ 716757 h 764382"/>
                <a:gd name="connsiteX31" fmla="*/ 621506 w 1421606"/>
                <a:gd name="connsiteY31" fmla="*/ 740569 h 764382"/>
                <a:gd name="connsiteX32" fmla="*/ 664369 w 1421606"/>
                <a:gd name="connsiteY32" fmla="*/ 747713 h 764382"/>
                <a:gd name="connsiteX33" fmla="*/ 664369 w 1421606"/>
                <a:gd name="connsiteY33" fmla="*/ 707232 h 764382"/>
                <a:gd name="connsiteX34" fmla="*/ 688181 w 1421606"/>
                <a:gd name="connsiteY34" fmla="*/ 683419 h 764382"/>
                <a:gd name="connsiteX35" fmla="*/ 688181 w 1421606"/>
                <a:gd name="connsiteY35" fmla="*/ 683419 h 764382"/>
                <a:gd name="connsiteX36" fmla="*/ 709612 w 1421606"/>
                <a:gd name="connsiteY36" fmla="*/ 664369 h 764382"/>
                <a:gd name="connsiteX37" fmla="*/ 731044 w 1421606"/>
                <a:gd name="connsiteY37" fmla="*/ 645319 h 764382"/>
                <a:gd name="connsiteX38" fmla="*/ 747712 w 1421606"/>
                <a:gd name="connsiteY38" fmla="*/ 635794 h 764382"/>
                <a:gd name="connsiteX39" fmla="*/ 783431 w 1421606"/>
                <a:gd name="connsiteY39" fmla="*/ 628650 h 764382"/>
                <a:gd name="connsiteX40" fmla="*/ 783431 w 1421606"/>
                <a:gd name="connsiteY40" fmla="*/ 628650 h 764382"/>
                <a:gd name="connsiteX41" fmla="*/ 852487 w 1421606"/>
                <a:gd name="connsiteY41" fmla="*/ 654844 h 764382"/>
                <a:gd name="connsiteX42" fmla="*/ 857250 w 1421606"/>
                <a:gd name="connsiteY42" fmla="*/ 642938 h 764382"/>
                <a:gd name="connsiteX43" fmla="*/ 850106 w 1421606"/>
                <a:gd name="connsiteY43" fmla="*/ 635794 h 764382"/>
                <a:gd name="connsiteX44" fmla="*/ 850106 w 1421606"/>
                <a:gd name="connsiteY44" fmla="*/ 626269 h 764382"/>
                <a:gd name="connsiteX45" fmla="*/ 869156 w 1421606"/>
                <a:gd name="connsiteY45" fmla="*/ 623888 h 764382"/>
                <a:gd name="connsiteX46" fmla="*/ 897731 w 1421606"/>
                <a:gd name="connsiteY46" fmla="*/ 623888 h 764382"/>
                <a:gd name="connsiteX47" fmla="*/ 909637 w 1421606"/>
                <a:gd name="connsiteY47" fmla="*/ 604838 h 764382"/>
                <a:gd name="connsiteX48" fmla="*/ 923925 w 1421606"/>
                <a:gd name="connsiteY48" fmla="*/ 623888 h 764382"/>
                <a:gd name="connsiteX49" fmla="*/ 938212 w 1421606"/>
                <a:gd name="connsiteY49" fmla="*/ 623888 h 764382"/>
                <a:gd name="connsiteX50" fmla="*/ 985837 w 1421606"/>
                <a:gd name="connsiteY50" fmla="*/ 640557 h 764382"/>
                <a:gd name="connsiteX51" fmla="*/ 995362 w 1421606"/>
                <a:gd name="connsiteY51" fmla="*/ 635794 h 764382"/>
                <a:gd name="connsiteX52" fmla="*/ 1040606 w 1421606"/>
                <a:gd name="connsiteY52" fmla="*/ 664369 h 764382"/>
                <a:gd name="connsiteX53" fmla="*/ 1031081 w 1421606"/>
                <a:gd name="connsiteY53" fmla="*/ 690563 h 764382"/>
                <a:gd name="connsiteX54" fmla="*/ 1042987 w 1421606"/>
                <a:gd name="connsiteY54" fmla="*/ 719138 h 764382"/>
                <a:gd name="connsiteX55" fmla="*/ 1062037 w 1421606"/>
                <a:gd name="connsiteY55" fmla="*/ 750094 h 764382"/>
                <a:gd name="connsiteX56" fmla="*/ 1069181 w 1421606"/>
                <a:gd name="connsiteY56" fmla="*/ 764382 h 764382"/>
                <a:gd name="connsiteX57" fmla="*/ 1092994 w 1421606"/>
                <a:gd name="connsiteY57" fmla="*/ 745332 h 764382"/>
                <a:gd name="connsiteX58" fmla="*/ 1092994 w 1421606"/>
                <a:gd name="connsiteY58" fmla="*/ 723900 h 764382"/>
                <a:gd name="connsiteX59" fmla="*/ 1085850 w 1421606"/>
                <a:gd name="connsiteY59" fmla="*/ 688182 h 764382"/>
                <a:gd name="connsiteX60" fmla="*/ 1071562 w 1421606"/>
                <a:gd name="connsiteY60" fmla="*/ 642938 h 764382"/>
                <a:gd name="connsiteX61" fmla="*/ 1054894 w 1421606"/>
                <a:gd name="connsiteY61" fmla="*/ 623888 h 764382"/>
                <a:gd name="connsiteX62" fmla="*/ 1069181 w 1421606"/>
                <a:gd name="connsiteY62" fmla="*/ 588169 h 764382"/>
                <a:gd name="connsiteX63" fmla="*/ 1071562 w 1421606"/>
                <a:gd name="connsiteY63" fmla="*/ 566738 h 764382"/>
                <a:gd name="connsiteX64" fmla="*/ 1102519 w 1421606"/>
                <a:gd name="connsiteY64" fmla="*/ 550069 h 764382"/>
                <a:gd name="connsiteX65" fmla="*/ 1133475 w 1421606"/>
                <a:gd name="connsiteY65" fmla="*/ 516732 h 764382"/>
                <a:gd name="connsiteX66" fmla="*/ 1162050 w 1421606"/>
                <a:gd name="connsiteY66" fmla="*/ 490538 h 764382"/>
                <a:gd name="connsiteX67" fmla="*/ 1185862 w 1421606"/>
                <a:gd name="connsiteY67" fmla="*/ 476250 h 764382"/>
                <a:gd name="connsiteX68" fmla="*/ 1200150 w 1421606"/>
                <a:gd name="connsiteY68" fmla="*/ 442913 h 764382"/>
                <a:gd name="connsiteX69" fmla="*/ 1185862 w 1421606"/>
                <a:gd name="connsiteY69" fmla="*/ 438150 h 764382"/>
                <a:gd name="connsiteX70" fmla="*/ 1190625 w 1421606"/>
                <a:gd name="connsiteY70" fmla="*/ 411957 h 764382"/>
                <a:gd name="connsiteX71" fmla="*/ 1185862 w 1421606"/>
                <a:gd name="connsiteY71" fmla="*/ 381000 h 764382"/>
                <a:gd name="connsiteX72" fmla="*/ 1212056 w 1421606"/>
                <a:gd name="connsiteY72" fmla="*/ 385763 h 764382"/>
                <a:gd name="connsiteX73" fmla="*/ 1207294 w 1421606"/>
                <a:gd name="connsiteY73" fmla="*/ 361950 h 764382"/>
                <a:gd name="connsiteX74" fmla="*/ 1209675 w 1421606"/>
                <a:gd name="connsiteY74" fmla="*/ 347663 h 764382"/>
                <a:gd name="connsiteX75" fmla="*/ 1228725 w 1421606"/>
                <a:gd name="connsiteY75" fmla="*/ 357188 h 764382"/>
                <a:gd name="connsiteX76" fmla="*/ 1245394 w 1421606"/>
                <a:gd name="connsiteY76" fmla="*/ 335757 h 764382"/>
                <a:gd name="connsiteX77" fmla="*/ 1240631 w 1421606"/>
                <a:gd name="connsiteY77" fmla="*/ 311944 h 764382"/>
                <a:gd name="connsiteX78" fmla="*/ 1250156 w 1421606"/>
                <a:gd name="connsiteY78" fmla="*/ 302419 h 764382"/>
                <a:gd name="connsiteX79" fmla="*/ 1290637 w 1421606"/>
                <a:gd name="connsiteY79" fmla="*/ 300038 h 764382"/>
                <a:gd name="connsiteX80" fmla="*/ 1264444 w 1421606"/>
                <a:gd name="connsiteY80" fmla="*/ 292894 h 764382"/>
                <a:gd name="connsiteX81" fmla="*/ 1281112 w 1421606"/>
                <a:gd name="connsiteY81" fmla="*/ 283369 h 764382"/>
                <a:gd name="connsiteX82" fmla="*/ 1328737 w 1421606"/>
                <a:gd name="connsiteY82" fmla="*/ 264319 h 764382"/>
                <a:gd name="connsiteX83" fmla="*/ 1333500 w 1421606"/>
                <a:gd name="connsiteY83" fmla="*/ 200025 h 764382"/>
                <a:gd name="connsiteX84" fmla="*/ 1397794 w 1421606"/>
                <a:gd name="connsiteY84" fmla="*/ 176213 h 764382"/>
                <a:gd name="connsiteX85" fmla="*/ 1421606 w 1421606"/>
                <a:gd name="connsiteY85" fmla="*/ 171450 h 764382"/>
                <a:gd name="connsiteX86" fmla="*/ 1395412 w 1421606"/>
                <a:gd name="connsiteY86" fmla="*/ 150019 h 764382"/>
                <a:gd name="connsiteX87" fmla="*/ 1395412 w 1421606"/>
                <a:gd name="connsiteY87" fmla="*/ 95250 h 764382"/>
                <a:gd name="connsiteX88" fmla="*/ 1352550 w 1421606"/>
                <a:gd name="connsiteY88" fmla="*/ 85725 h 764382"/>
                <a:gd name="connsiteX89" fmla="*/ 1331119 w 1421606"/>
                <a:gd name="connsiteY89" fmla="*/ 152400 h 764382"/>
                <a:gd name="connsiteX90" fmla="*/ 1295400 w 1421606"/>
                <a:gd name="connsiteY90" fmla="*/ 161925 h 764382"/>
                <a:gd name="connsiteX91" fmla="*/ 1231106 w 1421606"/>
                <a:gd name="connsiteY91" fmla="*/ 164307 h 764382"/>
                <a:gd name="connsiteX92" fmla="*/ 1193006 w 1421606"/>
                <a:gd name="connsiteY92" fmla="*/ 197644 h 764382"/>
                <a:gd name="connsiteX93" fmla="*/ 1171575 w 1421606"/>
                <a:gd name="connsiteY93" fmla="*/ 226219 h 764382"/>
                <a:gd name="connsiteX94" fmla="*/ 1135856 w 1421606"/>
                <a:gd name="connsiteY94" fmla="*/ 221457 h 764382"/>
                <a:gd name="connsiteX95" fmla="*/ 1116806 w 1421606"/>
                <a:gd name="connsiteY95" fmla="*/ 245269 h 764382"/>
                <a:gd name="connsiteX96" fmla="*/ 1062037 w 1421606"/>
                <a:gd name="connsiteY96" fmla="*/ 276225 h 764382"/>
                <a:gd name="connsiteX97" fmla="*/ 1026319 w 1421606"/>
                <a:gd name="connsiteY97" fmla="*/ 278607 h 764382"/>
                <a:gd name="connsiteX98" fmla="*/ 1009650 w 1421606"/>
                <a:gd name="connsiteY98" fmla="*/ 261938 h 764382"/>
                <a:gd name="connsiteX99" fmla="*/ 1033462 w 1421606"/>
                <a:gd name="connsiteY99" fmla="*/ 254794 h 764382"/>
                <a:gd name="connsiteX100" fmla="*/ 1033462 w 1421606"/>
                <a:gd name="connsiteY100" fmla="*/ 226219 h 764382"/>
                <a:gd name="connsiteX101" fmla="*/ 1026319 w 1421606"/>
                <a:gd name="connsiteY101" fmla="*/ 204788 h 764382"/>
                <a:gd name="connsiteX102" fmla="*/ 1007269 w 1421606"/>
                <a:gd name="connsiteY102" fmla="*/ 216694 h 764382"/>
                <a:gd name="connsiteX103" fmla="*/ 1007269 w 1421606"/>
                <a:gd name="connsiteY103" fmla="*/ 188119 h 764382"/>
                <a:gd name="connsiteX104" fmla="*/ 995362 w 1421606"/>
                <a:gd name="connsiteY104" fmla="*/ 157163 h 764382"/>
                <a:gd name="connsiteX105" fmla="*/ 990600 w 1421606"/>
                <a:gd name="connsiteY105" fmla="*/ 147638 h 764382"/>
                <a:gd name="connsiteX106" fmla="*/ 952500 w 1421606"/>
                <a:gd name="connsiteY106" fmla="*/ 190500 h 764382"/>
                <a:gd name="connsiteX107" fmla="*/ 935831 w 1421606"/>
                <a:gd name="connsiteY107" fmla="*/ 223838 h 764382"/>
                <a:gd name="connsiteX108" fmla="*/ 935831 w 1421606"/>
                <a:gd name="connsiteY108" fmla="*/ 254794 h 764382"/>
                <a:gd name="connsiteX109" fmla="*/ 916781 w 1421606"/>
                <a:gd name="connsiteY109" fmla="*/ 271463 h 764382"/>
                <a:gd name="connsiteX110" fmla="*/ 902494 w 1421606"/>
                <a:gd name="connsiteY110" fmla="*/ 240507 h 764382"/>
                <a:gd name="connsiteX111" fmla="*/ 900112 w 1421606"/>
                <a:gd name="connsiteY111" fmla="*/ 190500 h 764382"/>
                <a:gd name="connsiteX112" fmla="*/ 914400 w 1421606"/>
                <a:gd name="connsiteY112" fmla="*/ 166688 h 764382"/>
                <a:gd name="connsiteX113" fmla="*/ 914400 w 1421606"/>
                <a:gd name="connsiteY113" fmla="*/ 130969 h 764382"/>
                <a:gd name="connsiteX114" fmla="*/ 942975 w 1421606"/>
                <a:gd name="connsiteY114" fmla="*/ 116682 h 764382"/>
                <a:gd name="connsiteX115" fmla="*/ 988219 w 1421606"/>
                <a:gd name="connsiteY115" fmla="*/ 119063 h 764382"/>
                <a:gd name="connsiteX116" fmla="*/ 954881 w 1421606"/>
                <a:gd name="connsiteY116" fmla="*/ 109538 h 764382"/>
                <a:gd name="connsiteX117" fmla="*/ 914400 w 1421606"/>
                <a:gd name="connsiteY117" fmla="*/ 109538 h 764382"/>
                <a:gd name="connsiteX118" fmla="*/ 890587 w 1421606"/>
                <a:gd name="connsiteY118" fmla="*/ 92869 h 764382"/>
                <a:gd name="connsiteX119" fmla="*/ 890587 w 1421606"/>
                <a:gd name="connsiteY119" fmla="*/ 76200 h 764382"/>
                <a:gd name="connsiteX120" fmla="*/ 866775 w 1421606"/>
                <a:gd name="connsiteY120" fmla="*/ 102394 h 764382"/>
                <a:gd name="connsiteX121" fmla="*/ 840581 w 1421606"/>
                <a:gd name="connsiteY121" fmla="*/ 116682 h 764382"/>
                <a:gd name="connsiteX122" fmla="*/ 823912 w 1421606"/>
                <a:gd name="connsiteY122" fmla="*/ 100013 h 764382"/>
                <a:gd name="connsiteX123" fmla="*/ 795337 w 1421606"/>
                <a:gd name="connsiteY123" fmla="*/ 107157 h 764382"/>
                <a:gd name="connsiteX124" fmla="*/ 812006 w 1421606"/>
                <a:gd name="connsiteY124" fmla="*/ 85725 h 764382"/>
                <a:gd name="connsiteX125" fmla="*/ 852487 w 1421606"/>
                <a:gd name="connsiteY125" fmla="*/ 57150 h 764382"/>
                <a:gd name="connsiteX126" fmla="*/ 814387 w 1421606"/>
                <a:gd name="connsiteY126" fmla="*/ 47625 h 764382"/>
                <a:gd name="connsiteX127" fmla="*/ 781050 w 1421606"/>
                <a:gd name="connsiteY127" fmla="*/ 28575 h 764382"/>
                <a:gd name="connsiteX128" fmla="*/ 752475 w 1421606"/>
                <a:gd name="connsiteY128" fmla="*/ 28575 h 764382"/>
                <a:gd name="connsiteX129" fmla="*/ 719137 w 1421606"/>
                <a:gd name="connsiteY129" fmla="*/ 0 h 764382"/>
                <a:gd name="connsiteX130" fmla="*/ 716756 w 1421606"/>
                <a:gd name="connsiteY130" fmla="*/ 19050 h 764382"/>
                <a:gd name="connsiteX131" fmla="*/ 33337 w 1421606"/>
                <a:gd name="connsiteY131" fmla="*/ 11907 h 76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421606" h="764382">
                  <a:moveTo>
                    <a:pt x="33337" y="11907"/>
                  </a:moveTo>
                  <a:lnTo>
                    <a:pt x="33337" y="80963"/>
                  </a:lnTo>
                  <a:lnTo>
                    <a:pt x="2381" y="57150"/>
                  </a:lnTo>
                  <a:lnTo>
                    <a:pt x="0" y="64294"/>
                  </a:lnTo>
                  <a:lnTo>
                    <a:pt x="11906" y="114300"/>
                  </a:lnTo>
                  <a:lnTo>
                    <a:pt x="11906" y="195263"/>
                  </a:lnTo>
                  <a:lnTo>
                    <a:pt x="11906" y="261938"/>
                  </a:lnTo>
                  <a:lnTo>
                    <a:pt x="9525" y="295275"/>
                  </a:lnTo>
                  <a:lnTo>
                    <a:pt x="0" y="326232"/>
                  </a:lnTo>
                  <a:lnTo>
                    <a:pt x="23812" y="361950"/>
                  </a:lnTo>
                  <a:lnTo>
                    <a:pt x="42862" y="392907"/>
                  </a:lnTo>
                  <a:lnTo>
                    <a:pt x="61912" y="414338"/>
                  </a:lnTo>
                  <a:lnTo>
                    <a:pt x="92869" y="497682"/>
                  </a:lnTo>
                  <a:lnTo>
                    <a:pt x="119062" y="500063"/>
                  </a:lnTo>
                  <a:lnTo>
                    <a:pt x="142875" y="509588"/>
                  </a:lnTo>
                  <a:lnTo>
                    <a:pt x="157162" y="516732"/>
                  </a:lnTo>
                  <a:lnTo>
                    <a:pt x="183356" y="566738"/>
                  </a:lnTo>
                  <a:lnTo>
                    <a:pt x="202406" y="557213"/>
                  </a:lnTo>
                  <a:lnTo>
                    <a:pt x="252412" y="559594"/>
                  </a:lnTo>
                  <a:lnTo>
                    <a:pt x="321469" y="595313"/>
                  </a:lnTo>
                  <a:lnTo>
                    <a:pt x="392906" y="595313"/>
                  </a:lnTo>
                  <a:lnTo>
                    <a:pt x="392906" y="578644"/>
                  </a:lnTo>
                  <a:lnTo>
                    <a:pt x="435769" y="571500"/>
                  </a:lnTo>
                  <a:lnTo>
                    <a:pt x="452437" y="595313"/>
                  </a:lnTo>
                  <a:lnTo>
                    <a:pt x="478631" y="611982"/>
                  </a:lnTo>
                  <a:lnTo>
                    <a:pt x="495300" y="642938"/>
                  </a:lnTo>
                  <a:lnTo>
                    <a:pt x="511969" y="661988"/>
                  </a:lnTo>
                  <a:lnTo>
                    <a:pt x="535781" y="638175"/>
                  </a:lnTo>
                  <a:lnTo>
                    <a:pt x="571500" y="633413"/>
                  </a:lnTo>
                  <a:lnTo>
                    <a:pt x="595312" y="683419"/>
                  </a:lnTo>
                  <a:lnTo>
                    <a:pt x="611981" y="716757"/>
                  </a:lnTo>
                  <a:lnTo>
                    <a:pt x="621506" y="740569"/>
                  </a:lnTo>
                  <a:lnTo>
                    <a:pt x="664369" y="747713"/>
                  </a:lnTo>
                  <a:lnTo>
                    <a:pt x="664369" y="707232"/>
                  </a:lnTo>
                  <a:lnTo>
                    <a:pt x="688181" y="683419"/>
                  </a:lnTo>
                  <a:lnTo>
                    <a:pt x="688181" y="683419"/>
                  </a:lnTo>
                  <a:lnTo>
                    <a:pt x="709612" y="664369"/>
                  </a:lnTo>
                  <a:lnTo>
                    <a:pt x="731044" y="645319"/>
                  </a:lnTo>
                  <a:lnTo>
                    <a:pt x="747712" y="635794"/>
                  </a:lnTo>
                  <a:lnTo>
                    <a:pt x="783431" y="628650"/>
                  </a:lnTo>
                  <a:lnTo>
                    <a:pt x="783431" y="628650"/>
                  </a:lnTo>
                  <a:lnTo>
                    <a:pt x="852487" y="654844"/>
                  </a:lnTo>
                  <a:lnTo>
                    <a:pt x="857250" y="642938"/>
                  </a:lnTo>
                  <a:lnTo>
                    <a:pt x="850106" y="635794"/>
                  </a:lnTo>
                  <a:lnTo>
                    <a:pt x="850106" y="626269"/>
                  </a:lnTo>
                  <a:lnTo>
                    <a:pt x="869156" y="623888"/>
                  </a:lnTo>
                  <a:lnTo>
                    <a:pt x="897731" y="623888"/>
                  </a:lnTo>
                  <a:lnTo>
                    <a:pt x="909637" y="604838"/>
                  </a:lnTo>
                  <a:lnTo>
                    <a:pt x="923925" y="623888"/>
                  </a:lnTo>
                  <a:lnTo>
                    <a:pt x="938212" y="623888"/>
                  </a:lnTo>
                  <a:lnTo>
                    <a:pt x="985837" y="640557"/>
                  </a:lnTo>
                  <a:lnTo>
                    <a:pt x="995362" y="635794"/>
                  </a:lnTo>
                  <a:lnTo>
                    <a:pt x="1040606" y="664369"/>
                  </a:lnTo>
                  <a:lnTo>
                    <a:pt x="1031081" y="690563"/>
                  </a:lnTo>
                  <a:lnTo>
                    <a:pt x="1042987" y="719138"/>
                  </a:lnTo>
                  <a:lnTo>
                    <a:pt x="1062037" y="750094"/>
                  </a:lnTo>
                  <a:lnTo>
                    <a:pt x="1069181" y="764382"/>
                  </a:lnTo>
                  <a:lnTo>
                    <a:pt x="1092994" y="745332"/>
                  </a:lnTo>
                  <a:lnTo>
                    <a:pt x="1092994" y="723900"/>
                  </a:lnTo>
                  <a:lnTo>
                    <a:pt x="1085850" y="688182"/>
                  </a:lnTo>
                  <a:lnTo>
                    <a:pt x="1071562" y="642938"/>
                  </a:lnTo>
                  <a:lnTo>
                    <a:pt x="1054894" y="623888"/>
                  </a:lnTo>
                  <a:lnTo>
                    <a:pt x="1069181" y="588169"/>
                  </a:lnTo>
                  <a:lnTo>
                    <a:pt x="1071562" y="566738"/>
                  </a:lnTo>
                  <a:lnTo>
                    <a:pt x="1102519" y="550069"/>
                  </a:lnTo>
                  <a:lnTo>
                    <a:pt x="1133475" y="516732"/>
                  </a:lnTo>
                  <a:lnTo>
                    <a:pt x="1162050" y="490538"/>
                  </a:lnTo>
                  <a:lnTo>
                    <a:pt x="1185862" y="476250"/>
                  </a:lnTo>
                  <a:lnTo>
                    <a:pt x="1200150" y="442913"/>
                  </a:lnTo>
                  <a:lnTo>
                    <a:pt x="1185862" y="438150"/>
                  </a:lnTo>
                  <a:lnTo>
                    <a:pt x="1190625" y="411957"/>
                  </a:lnTo>
                  <a:lnTo>
                    <a:pt x="1185862" y="381000"/>
                  </a:lnTo>
                  <a:lnTo>
                    <a:pt x="1212056" y="385763"/>
                  </a:lnTo>
                  <a:lnTo>
                    <a:pt x="1207294" y="361950"/>
                  </a:lnTo>
                  <a:lnTo>
                    <a:pt x="1209675" y="347663"/>
                  </a:lnTo>
                  <a:lnTo>
                    <a:pt x="1228725" y="357188"/>
                  </a:lnTo>
                  <a:lnTo>
                    <a:pt x="1245394" y="335757"/>
                  </a:lnTo>
                  <a:lnTo>
                    <a:pt x="1240631" y="311944"/>
                  </a:lnTo>
                  <a:lnTo>
                    <a:pt x="1250156" y="302419"/>
                  </a:lnTo>
                  <a:lnTo>
                    <a:pt x="1290637" y="300038"/>
                  </a:lnTo>
                  <a:lnTo>
                    <a:pt x="1264444" y="292894"/>
                  </a:lnTo>
                  <a:lnTo>
                    <a:pt x="1281112" y="283369"/>
                  </a:lnTo>
                  <a:lnTo>
                    <a:pt x="1328737" y="264319"/>
                  </a:lnTo>
                  <a:lnTo>
                    <a:pt x="1333500" y="200025"/>
                  </a:lnTo>
                  <a:lnTo>
                    <a:pt x="1397794" y="176213"/>
                  </a:lnTo>
                  <a:lnTo>
                    <a:pt x="1421606" y="171450"/>
                  </a:lnTo>
                  <a:lnTo>
                    <a:pt x="1395412" y="150019"/>
                  </a:lnTo>
                  <a:lnTo>
                    <a:pt x="1395412" y="95250"/>
                  </a:lnTo>
                  <a:lnTo>
                    <a:pt x="1352550" y="85725"/>
                  </a:lnTo>
                  <a:lnTo>
                    <a:pt x="1331119" y="152400"/>
                  </a:lnTo>
                  <a:lnTo>
                    <a:pt x="1295400" y="161925"/>
                  </a:lnTo>
                  <a:lnTo>
                    <a:pt x="1231106" y="164307"/>
                  </a:lnTo>
                  <a:lnTo>
                    <a:pt x="1193006" y="197644"/>
                  </a:lnTo>
                  <a:lnTo>
                    <a:pt x="1171575" y="226219"/>
                  </a:lnTo>
                  <a:lnTo>
                    <a:pt x="1135856" y="221457"/>
                  </a:lnTo>
                  <a:lnTo>
                    <a:pt x="1116806" y="245269"/>
                  </a:lnTo>
                  <a:lnTo>
                    <a:pt x="1062037" y="276225"/>
                  </a:lnTo>
                  <a:lnTo>
                    <a:pt x="1026319" y="278607"/>
                  </a:lnTo>
                  <a:lnTo>
                    <a:pt x="1009650" y="261938"/>
                  </a:lnTo>
                  <a:lnTo>
                    <a:pt x="1033462" y="254794"/>
                  </a:lnTo>
                  <a:lnTo>
                    <a:pt x="1033462" y="226219"/>
                  </a:lnTo>
                  <a:lnTo>
                    <a:pt x="1026319" y="204788"/>
                  </a:lnTo>
                  <a:lnTo>
                    <a:pt x="1007269" y="216694"/>
                  </a:lnTo>
                  <a:lnTo>
                    <a:pt x="1007269" y="188119"/>
                  </a:lnTo>
                  <a:lnTo>
                    <a:pt x="995362" y="157163"/>
                  </a:lnTo>
                  <a:lnTo>
                    <a:pt x="990600" y="147638"/>
                  </a:lnTo>
                  <a:lnTo>
                    <a:pt x="952500" y="190500"/>
                  </a:lnTo>
                  <a:lnTo>
                    <a:pt x="935831" y="223838"/>
                  </a:lnTo>
                  <a:lnTo>
                    <a:pt x="935831" y="254794"/>
                  </a:lnTo>
                  <a:lnTo>
                    <a:pt x="916781" y="271463"/>
                  </a:lnTo>
                  <a:lnTo>
                    <a:pt x="902494" y="240507"/>
                  </a:lnTo>
                  <a:lnTo>
                    <a:pt x="900112" y="190500"/>
                  </a:lnTo>
                  <a:lnTo>
                    <a:pt x="914400" y="166688"/>
                  </a:lnTo>
                  <a:lnTo>
                    <a:pt x="914400" y="130969"/>
                  </a:lnTo>
                  <a:lnTo>
                    <a:pt x="942975" y="116682"/>
                  </a:lnTo>
                  <a:lnTo>
                    <a:pt x="988219" y="119063"/>
                  </a:lnTo>
                  <a:lnTo>
                    <a:pt x="954881" y="109538"/>
                  </a:lnTo>
                  <a:lnTo>
                    <a:pt x="914400" y="109538"/>
                  </a:lnTo>
                  <a:lnTo>
                    <a:pt x="890587" y="92869"/>
                  </a:lnTo>
                  <a:lnTo>
                    <a:pt x="890587" y="76200"/>
                  </a:lnTo>
                  <a:lnTo>
                    <a:pt x="866775" y="102394"/>
                  </a:lnTo>
                  <a:lnTo>
                    <a:pt x="840581" y="116682"/>
                  </a:lnTo>
                  <a:lnTo>
                    <a:pt x="823912" y="100013"/>
                  </a:lnTo>
                  <a:lnTo>
                    <a:pt x="795337" y="107157"/>
                  </a:lnTo>
                  <a:lnTo>
                    <a:pt x="812006" y="85725"/>
                  </a:lnTo>
                  <a:lnTo>
                    <a:pt x="852487" y="57150"/>
                  </a:lnTo>
                  <a:lnTo>
                    <a:pt x="814387" y="47625"/>
                  </a:lnTo>
                  <a:lnTo>
                    <a:pt x="781050" y="28575"/>
                  </a:lnTo>
                  <a:lnTo>
                    <a:pt x="752475" y="28575"/>
                  </a:lnTo>
                  <a:lnTo>
                    <a:pt x="719137" y="0"/>
                  </a:lnTo>
                  <a:lnTo>
                    <a:pt x="716756" y="19050"/>
                  </a:lnTo>
                  <a:lnTo>
                    <a:pt x="33337" y="11907"/>
                  </a:lnTo>
                  <a:close/>
                </a:path>
              </a:pathLst>
            </a:custGeom>
            <a:solidFill>
              <a:srgbClr val="00B0F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65" name="Freeform: Shape 13">
              <a:extLst>
                <a:ext uri="{FF2B5EF4-FFF2-40B4-BE49-F238E27FC236}">
                  <a16:creationId xmlns:a16="http://schemas.microsoft.com/office/drawing/2014/main" id="{D77FB5BF-1995-4DFC-8C92-33BD1BC15F10}"/>
                </a:ext>
              </a:extLst>
            </p:cNvPr>
            <p:cNvSpPr/>
            <p:nvPr/>
          </p:nvSpPr>
          <p:spPr bwMode="auto">
            <a:xfrm>
              <a:off x="1385888" y="3848100"/>
              <a:ext cx="738187" cy="481013"/>
            </a:xfrm>
            <a:custGeom>
              <a:avLst/>
              <a:gdLst>
                <a:gd name="connsiteX0" fmla="*/ 0 w 738187"/>
                <a:gd name="connsiteY0" fmla="*/ 2381 h 481013"/>
                <a:gd name="connsiteX1" fmla="*/ 35718 w 738187"/>
                <a:gd name="connsiteY1" fmla="*/ 69056 h 481013"/>
                <a:gd name="connsiteX2" fmla="*/ 50006 w 738187"/>
                <a:gd name="connsiteY2" fmla="*/ 90488 h 481013"/>
                <a:gd name="connsiteX3" fmla="*/ 64293 w 738187"/>
                <a:gd name="connsiteY3" fmla="*/ 92869 h 481013"/>
                <a:gd name="connsiteX4" fmla="*/ 76200 w 738187"/>
                <a:gd name="connsiteY4" fmla="*/ 114300 h 481013"/>
                <a:gd name="connsiteX5" fmla="*/ 66675 w 738187"/>
                <a:gd name="connsiteY5" fmla="*/ 121444 h 481013"/>
                <a:gd name="connsiteX6" fmla="*/ 80962 w 738187"/>
                <a:gd name="connsiteY6" fmla="*/ 130969 h 481013"/>
                <a:gd name="connsiteX7" fmla="*/ 66675 w 738187"/>
                <a:gd name="connsiteY7" fmla="*/ 145256 h 481013"/>
                <a:gd name="connsiteX8" fmla="*/ 52387 w 738187"/>
                <a:gd name="connsiteY8" fmla="*/ 140494 h 481013"/>
                <a:gd name="connsiteX9" fmla="*/ 80962 w 738187"/>
                <a:gd name="connsiteY9" fmla="*/ 154781 h 481013"/>
                <a:gd name="connsiteX10" fmla="*/ 104775 w 738187"/>
                <a:gd name="connsiteY10" fmla="*/ 164306 h 481013"/>
                <a:gd name="connsiteX11" fmla="*/ 116681 w 738187"/>
                <a:gd name="connsiteY11" fmla="*/ 183356 h 481013"/>
                <a:gd name="connsiteX12" fmla="*/ 133350 w 738187"/>
                <a:gd name="connsiteY12" fmla="*/ 209550 h 481013"/>
                <a:gd name="connsiteX13" fmla="*/ 133350 w 738187"/>
                <a:gd name="connsiteY13" fmla="*/ 226219 h 481013"/>
                <a:gd name="connsiteX14" fmla="*/ 154781 w 738187"/>
                <a:gd name="connsiteY14" fmla="*/ 230981 h 481013"/>
                <a:gd name="connsiteX15" fmla="*/ 183356 w 738187"/>
                <a:gd name="connsiteY15" fmla="*/ 261938 h 481013"/>
                <a:gd name="connsiteX16" fmla="*/ 157162 w 738187"/>
                <a:gd name="connsiteY16" fmla="*/ 216694 h 481013"/>
                <a:gd name="connsiteX17" fmla="*/ 140493 w 738187"/>
                <a:gd name="connsiteY17" fmla="*/ 185738 h 481013"/>
                <a:gd name="connsiteX18" fmla="*/ 130968 w 738187"/>
                <a:gd name="connsiteY18" fmla="*/ 161925 h 481013"/>
                <a:gd name="connsiteX19" fmla="*/ 121443 w 738187"/>
                <a:gd name="connsiteY19" fmla="*/ 154781 h 481013"/>
                <a:gd name="connsiteX20" fmla="*/ 95250 w 738187"/>
                <a:gd name="connsiteY20" fmla="*/ 121444 h 481013"/>
                <a:gd name="connsiteX21" fmla="*/ 54768 w 738187"/>
                <a:gd name="connsiteY21" fmla="*/ 71438 h 481013"/>
                <a:gd name="connsiteX22" fmla="*/ 54768 w 738187"/>
                <a:gd name="connsiteY22" fmla="*/ 14288 h 481013"/>
                <a:gd name="connsiteX23" fmla="*/ 88106 w 738187"/>
                <a:gd name="connsiteY23" fmla="*/ 30956 h 481013"/>
                <a:gd name="connsiteX24" fmla="*/ 102393 w 738187"/>
                <a:gd name="connsiteY24" fmla="*/ 47625 h 481013"/>
                <a:gd name="connsiteX25" fmla="*/ 138112 w 738187"/>
                <a:gd name="connsiteY25" fmla="*/ 123825 h 481013"/>
                <a:gd name="connsiteX26" fmla="*/ 159543 w 738187"/>
                <a:gd name="connsiteY26" fmla="*/ 142875 h 481013"/>
                <a:gd name="connsiteX27" fmla="*/ 178593 w 738187"/>
                <a:gd name="connsiteY27" fmla="*/ 166688 h 481013"/>
                <a:gd name="connsiteX28" fmla="*/ 188118 w 738187"/>
                <a:gd name="connsiteY28" fmla="*/ 171450 h 481013"/>
                <a:gd name="connsiteX29" fmla="*/ 209550 w 738187"/>
                <a:gd name="connsiteY29" fmla="*/ 202406 h 481013"/>
                <a:gd name="connsiteX30" fmla="*/ 235743 w 738187"/>
                <a:gd name="connsiteY30" fmla="*/ 219075 h 481013"/>
                <a:gd name="connsiteX31" fmla="*/ 240506 w 738187"/>
                <a:gd name="connsiteY31" fmla="*/ 247650 h 481013"/>
                <a:gd name="connsiteX32" fmla="*/ 297656 w 738187"/>
                <a:gd name="connsiteY32" fmla="*/ 295275 h 481013"/>
                <a:gd name="connsiteX33" fmla="*/ 297656 w 738187"/>
                <a:gd name="connsiteY33" fmla="*/ 328613 h 481013"/>
                <a:gd name="connsiteX34" fmla="*/ 295275 w 738187"/>
                <a:gd name="connsiteY34" fmla="*/ 345281 h 481013"/>
                <a:gd name="connsiteX35" fmla="*/ 345281 w 738187"/>
                <a:gd name="connsiteY35" fmla="*/ 381000 h 481013"/>
                <a:gd name="connsiteX36" fmla="*/ 383381 w 738187"/>
                <a:gd name="connsiteY36" fmla="*/ 402431 h 481013"/>
                <a:gd name="connsiteX37" fmla="*/ 421481 w 738187"/>
                <a:gd name="connsiteY37" fmla="*/ 426244 h 481013"/>
                <a:gd name="connsiteX38" fmla="*/ 457200 w 738187"/>
                <a:gd name="connsiteY38" fmla="*/ 435769 h 481013"/>
                <a:gd name="connsiteX39" fmla="*/ 504825 w 738187"/>
                <a:gd name="connsiteY39" fmla="*/ 450056 h 481013"/>
                <a:gd name="connsiteX40" fmla="*/ 521493 w 738187"/>
                <a:gd name="connsiteY40" fmla="*/ 450056 h 481013"/>
                <a:gd name="connsiteX41" fmla="*/ 545306 w 738187"/>
                <a:gd name="connsiteY41" fmla="*/ 431006 h 481013"/>
                <a:gd name="connsiteX42" fmla="*/ 614362 w 738187"/>
                <a:gd name="connsiteY42" fmla="*/ 481013 h 481013"/>
                <a:gd name="connsiteX43" fmla="*/ 626268 w 738187"/>
                <a:gd name="connsiteY43" fmla="*/ 445294 h 481013"/>
                <a:gd name="connsiteX44" fmla="*/ 650081 w 738187"/>
                <a:gd name="connsiteY44" fmla="*/ 447675 h 481013"/>
                <a:gd name="connsiteX45" fmla="*/ 650081 w 738187"/>
                <a:gd name="connsiteY45" fmla="*/ 438150 h 481013"/>
                <a:gd name="connsiteX46" fmla="*/ 635793 w 738187"/>
                <a:gd name="connsiteY46" fmla="*/ 414338 h 481013"/>
                <a:gd name="connsiteX47" fmla="*/ 642937 w 738187"/>
                <a:gd name="connsiteY47" fmla="*/ 404813 h 481013"/>
                <a:gd name="connsiteX48" fmla="*/ 671512 w 738187"/>
                <a:gd name="connsiteY48" fmla="*/ 395288 h 481013"/>
                <a:gd name="connsiteX49" fmla="*/ 697706 w 738187"/>
                <a:gd name="connsiteY49" fmla="*/ 397669 h 481013"/>
                <a:gd name="connsiteX50" fmla="*/ 707231 w 738187"/>
                <a:gd name="connsiteY50" fmla="*/ 381000 h 481013"/>
                <a:gd name="connsiteX51" fmla="*/ 719137 w 738187"/>
                <a:gd name="connsiteY51" fmla="*/ 340519 h 481013"/>
                <a:gd name="connsiteX52" fmla="*/ 738187 w 738187"/>
                <a:gd name="connsiteY52" fmla="*/ 319088 h 481013"/>
                <a:gd name="connsiteX53" fmla="*/ 721518 w 738187"/>
                <a:gd name="connsiteY53" fmla="*/ 304800 h 481013"/>
                <a:gd name="connsiteX54" fmla="*/ 700087 w 738187"/>
                <a:gd name="connsiteY54" fmla="*/ 309563 h 481013"/>
                <a:gd name="connsiteX55" fmla="*/ 676275 w 738187"/>
                <a:gd name="connsiteY55" fmla="*/ 307181 h 481013"/>
                <a:gd name="connsiteX56" fmla="*/ 661987 w 738187"/>
                <a:gd name="connsiteY56" fmla="*/ 345281 h 481013"/>
                <a:gd name="connsiteX57" fmla="*/ 647700 w 738187"/>
                <a:gd name="connsiteY57" fmla="*/ 376238 h 481013"/>
                <a:gd name="connsiteX58" fmla="*/ 614362 w 738187"/>
                <a:gd name="connsiteY58" fmla="*/ 385763 h 481013"/>
                <a:gd name="connsiteX59" fmla="*/ 578643 w 738187"/>
                <a:gd name="connsiteY59" fmla="*/ 383381 h 481013"/>
                <a:gd name="connsiteX60" fmla="*/ 559593 w 738187"/>
                <a:gd name="connsiteY60" fmla="*/ 392906 h 481013"/>
                <a:gd name="connsiteX61" fmla="*/ 516731 w 738187"/>
                <a:gd name="connsiteY61" fmla="*/ 373856 h 481013"/>
                <a:gd name="connsiteX62" fmla="*/ 476250 w 738187"/>
                <a:gd name="connsiteY62" fmla="*/ 290513 h 481013"/>
                <a:gd name="connsiteX63" fmla="*/ 478631 w 738187"/>
                <a:gd name="connsiteY63" fmla="*/ 233363 h 481013"/>
                <a:gd name="connsiteX64" fmla="*/ 469106 w 738187"/>
                <a:gd name="connsiteY64" fmla="*/ 202406 h 481013"/>
                <a:gd name="connsiteX65" fmla="*/ 478631 w 738187"/>
                <a:gd name="connsiteY65" fmla="*/ 188119 h 481013"/>
                <a:gd name="connsiteX66" fmla="*/ 445293 w 738187"/>
                <a:gd name="connsiteY66" fmla="*/ 180975 h 481013"/>
                <a:gd name="connsiteX67" fmla="*/ 385762 w 738187"/>
                <a:gd name="connsiteY67" fmla="*/ 73819 h 481013"/>
                <a:gd name="connsiteX68" fmla="*/ 354806 w 738187"/>
                <a:gd name="connsiteY68" fmla="*/ 76200 h 481013"/>
                <a:gd name="connsiteX69" fmla="*/ 333375 w 738187"/>
                <a:gd name="connsiteY69" fmla="*/ 102394 h 481013"/>
                <a:gd name="connsiteX70" fmla="*/ 297656 w 738187"/>
                <a:gd name="connsiteY70" fmla="*/ 52388 h 481013"/>
                <a:gd name="connsiteX71" fmla="*/ 264318 w 738187"/>
                <a:gd name="connsiteY71" fmla="*/ 30956 h 481013"/>
                <a:gd name="connsiteX72" fmla="*/ 250031 w 738187"/>
                <a:gd name="connsiteY72" fmla="*/ 14288 h 481013"/>
                <a:gd name="connsiteX73" fmla="*/ 214312 w 738187"/>
                <a:gd name="connsiteY73" fmla="*/ 14288 h 481013"/>
                <a:gd name="connsiteX74" fmla="*/ 202406 w 738187"/>
                <a:gd name="connsiteY74" fmla="*/ 38100 h 481013"/>
                <a:gd name="connsiteX75" fmla="*/ 150018 w 738187"/>
                <a:gd name="connsiteY75" fmla="*/ 35719 h 481013"/>
                <a:gd name="connsiteX76" fmla="*/ 73818 w 738187"/>
                <a:gd name="connsiteY76" fmla="*/ 0 h 481013"/>
                <a:gd name="connsiteX77" fmla="*/ 0 w 738187"/>
                <a:gd name="connsiteY77" fmla="*/ 2381 h 48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738187" h="481013">
                  <a:moveTo>
                    <a:pt x="0" y="2381"/>
                  </a:moveTo>
                  <a:lnTo>
                    <a:pt x="35718" y="69056"/>
                  </a:lnTo>
                  <a:lnTo>
                    <a:pt x="50006" y="90488"/>
                  </a:lnTo>
                  <a:lnTo>
                    <a:pt x="64293" y="92869"/>
                  </a:lnTo>
                  <a:lnTo>
                    <a:pt x="76200" y="114300"/>
                  </a:lnTo>
                  <a:lnTo>
                    <a:pt x="66675" y="121444"/>
                  </a:lnTo>
                  <a:lnTo>
                    <a:pt x="80962" y="130969"/>
                  </a:lnTo>
                  <a:lnTo>
                    <a:pt x="66675" y="145256"/>
                  </a:lnTo>
                  <a:lnTo>
                    <a:pt x="52387" y="140494"/>
                  </a:lnTo>
                  <a:lnTo>
                    <a:pt x="80962" y="154781"/>
                  </a:lnTo>
                  <a:lnTo>
                    <a:pt x="104775" y="164306"/>
                  </a:lnTo>
                  <a:lnTo>
                    <a:pt x="116681" y="183356"/>
                  </a:lnTo>
                  <a:lnTo>
                    <a:pt x="133350" y="209550"/>
                  </a:lnTo>
                  <a:lnTo>
                    <a:pt x="133350" y="226219"/>
                  </a:lnTo>
                  <a:lnTo>
                    <a:pt x="154781" y="230981"/>
                  </a:lnTo>
                  <a:lnTo>
                    <a:pt x="183356" y="261938"/>
                  </a:lnTo>
                  <a:lnTo>
                    <a:pt x="157162" y="216694"/>
                  </a:lnTo>
                  <a:lnTo>
                    <a:pt x="140493" y="185738"/>
                  </a:lnTo>
                  <a:lnTo>
                    <a:pt x="130968" y="161925"/>
                  </a:lnTo>
                  <a:lnTo>
                    <a:pt x="121443" y="154781"/>
                  </a:lnTo>
                  <a:lnTo>
                    <a:pt x="95250" y="121444"/>
                  </a:lnTo>
                  <a:lnTo>
                    <a:pt x="54768" y="71438"/>
                  </a:lnTo>
                  <a:lnTo>
                    <a:pt x="54768" y="14288"/>
                  </a:lnTo>
                  <a:lnTo>
                    <a:pt x="88106" y="30956"/>
                  </a:lnTo>
                  <a:lnTo>
                    <a:pt x="102393" y="47625"/>
                  </a:lnTo>
                  <a:lnTo>
                    <a:pt x="138112" y="123825"/>
                  </a:lnTo>
                  <a:lnTo>
                    <a:pt x="159543" y="142875"/>
                  </a:lnTo>
                  <a:lnTo>
                    <a:pt x="178593" y="166688"/>
                  </a:lnTo>
                  <a:lnTo>
                    <a:pt x="188118" y="171450"/>
                  </a:lnTo>
                  <a:lnTo>
                    <a:pt x="209550" y="202406"/>
                  </a:lnTo>
                  <a:lnTo>
                    <a:pt x="235743" y="219075"/>
                  </a:lnTo>
                  <a:lnTo>
                    <a:pt x="240506" y="247650"/>
                  </a:lnTo>
                  <a:lnTo>
                    <a:pt x="297656" y="295275"/>
                  </a:lnTo>
                  <a:lnTo>
                    <a:pt x="297656" y="328613"/>
                  </a:lnTo>
                  <a:lnTo>
                    <a:pt x="295275" y="345281"/>
                  </a:lnTo>
                  <a:lnTo>
                    <a:pt x="345281" y="381000"/>
                  </a:lnTo>
                  <a:lnTo>
                    <a:pt x="383381" y="402431"/>
                  </a:lnTo>
                  <a:lnTo>
                    <a:pt x="421481" y="426244"/>
                  </a:lnTo>
                  <a:lnTo>
                    <a:pt x="457200" y="435769"/>
                  </a:lnTo>
                  <a:lnTo>
                    <a:pt x="504825" y="450056"/>
                  </a:lnTo>
                  <a:lnTo>
                    <a:pt x="521493" y="450056"/>
                  </a:lnTo>
                  <a:lnTo>
                    <a:pt x="545306" y="431006"/>
                  </a:lnTo>
                  <a:lnTo>
                    <a:pt x="614362" y="481013"/>
                  </a:lnTo>
                  <a:lnTo>
                    <a:pt x="626268" y="445294"/>
                  </a:lnTo>
                  <a:lnTo>
                    <a:pt x="650081" y="447675"/>
                  </a:lnTo>
                  <a:lnTo>
                    <a:pt x="650081" y="438150"/>
                  </a:lnTo>
                  <a:lnTo>
                    <a:pt x="635793" y="414338"/>
                  </a:lnTo>
                  <a:lnTo>
                    <a:pt x="642937" y="404813"/>
                  </a:lnTo>
                  <a:lnTo>
                    <a:pt x="671512" y="395288"/>
                  </a:lnTo>
                  <a:lnTo>
                    <a:pt x="697706" y="397669"/>
                  </a:lnTo>
                  <a:lnTo>
                    <a:pt x="707231" y="381000"/>
                  </a:lnTo>
                  <a:lnTo>
                    <a:pt x="719137" y="340519"/>
                  </a:lnTo>
                  <a:lnTo>
                    <a:pt x="738187" y="319088"/>
                  </a:lnTo>
                  <a:lnTo>
                    <a:pt x="721518" y="304800"/>
                  </a:lnTo>
                  <a:lnTo>
                    <a:pt x="700087" y="309563"/>
                  </a:lnTo>
                  <a:lnTo>
                    <a:pt x="676275" y="307181"/>
                  </a:lnTo>
                  <a:lnTo>
                    <a:pt x="661987" y="345281"/>
                  </a:lnTo>
                  <a:lnTo>
                    <a:pt x="647700" y="376238"/>
                  </a:lnTo>
                  <a:lnTo>
                    <a:pt x="614362" y="385763"/>
                  </a:lnTo>
                  <a:lnTo>
                    <a:pt x="578643" y="383381"/>
                  </a:lnTo>
                  <a:lnTo>
                    <a:pt x="559593" y="392906"/>
                  </a:lnTo>
                  <a:lnTo>
                    <a:pt x="516731" y="373856"/>
                  </a:lnTo>
                  <a:lnTo>
                    <a:pt x="476250" y="290513"/>
                  </a:lnTo>
                  <a:cubicBezTo>
                    <a:pt x="477044" y="271463"/>
                    <a:pt x="477837" y="252413"/>
                    <a:pt x="478631" y="233363"/>
                  </a:cubicBezTo>
                  <a:lnTo>
                    <a:pt x="469106" y="202406"/>
                  </a:lnTo>
                  <a:lnTo>
                    <a:pt x="478631" y="188119"/>
                  </a:lnTo>
                  <a:lnTo>
                    <a:pt x="445293" y="180975"/>
                  </a:lnTo>
                  <a:lnTo>
                    <a:pt x="385762" y="73819"/>
                  </a:lnTo>
                  <a:lnTo>
                    <a:pt x="354806" y="76200"/>
                  </a:lnTo>
                  <a:lnTo>
                    <a:pt x="333375" y="102394"/>
                  </a:lnTo>
                  <a:lnTo>
                    <a:pt x="297656" y="52388"/>
                  </a:lnTo>
                  <a:lnTo>
                    <a:pt x="264318" y="30956"/>
                  </a:lnTo>
                  <a:lnTo>
                    <a:pt x="250031" y="14288"/>
                  </a:lnTo>
                  <a:lnTo>
                    <a:pt x="214312" y="14288"/>
                  </a:lnTo>
                  <a:lnTo>
                    <a:pt x="202406" y="38100"/>
                  </a:lnTo>
                  <a:lnTo>
                    <a:pt x="150018" y="35719"/>
                  </a:lnTo>
                  <a:lnTo>
                    <a:pt x="73818" y="0"/>
                  </a:lnTo>
                  <a:lnTo>
                    <a:pt x="0" y="2381"/>
                  </a:lnTo>
                  <a:close/>
                </a:path>
              </a:pathLst>
            </a:custGeom>
            <a:solidFill>
              <a:srgbClr val="7030A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66" name="Freeform: Shape 14">
              <a:extLst>
                <a:ext uri="{FF2B5EF4-FFF2-40B4-BE49-F238E27FC236}">
                  <a16:creationId xmlns:a16="http://schemas.microsoft.com/office/drawing/2014/main" id="{798A9157-8E81-4969-AAAC-49BF2405DEE1}"/>
                </a:ext>
              </a:extLst>
            </p:cNvPr>
            <p:cNvSpPr/>
            <p:nvPr/>
          </p:nvSpPr>
          <p:spPr bwMode="auto">
            <a:xfrm>
              <a:off x="2833688" y="3212306"/>
              <a:ext cx="142875" cy="169069"/>
            </a:xfrm>
            <a:custGeom>
              <a:avLst/>
              <a:gdLst>
                <a:gd name="connsiteX0" fmla="*/ 61912 w 142875"/>
                <a:gd name="connsiteY0" fmla="*/ 0 h 169069"/>
                <a:gd name="connsiteX1" fmla="*/ 19050 w 142875"/>
                <a:gd name="connsiteY1" fmla="*/ 66675 h 169069"/>
                <a:gd name="connsiteX2" fmla="*/ 0 w 142875"/>
                <a:gd name="connsiteY2" fmla="*/ 102394 h 169069"/>
                <a:gd name="connsiteX3" fmla="*/ 2381 w 142875"/>
                <a:gd name="connsiteY3" fmla="*/ 119063 h 169069"/>
                <a:gd name="connsiteX4" fmla="*/ 2381 w 142875"/>
                <a:gd name="connsiteY4" fmla="*/ 119063 h 169069"/>
                <a:gd name="connsiteX5" fmla="*/ 21431 w 142875"/>
                <a:gd name="connsiteY5" fmla="*/ 145257 h 169069"/>
                <a:gd name="connsiteX6" fmla="*/ 64293 w 142875"/>
                <a:gd name="connsiteY6" fmla="*/ 140494 h 169069"/>
                <a:gd name="connsiteX7" fmla="*/ 64293 w 142875"/>
                <a:gd name="connsiteY7" fmla="*/ 126207 h 169069"/>
                <a:gd name="connsiteX8" fmla="*/ 83343 w 142875"/>
                <a:gd name="connsiteY8" fmla="*/ 147638 h 169069"/>
                <a:gd name="connsiteX9" fmla="*/ 97631 w 142875"/>
                <a:gd name="connsiteY9" fmla="*/ 142875 h 169069"/>
                <a:gd name="connsiteX10" fmla="*/ 88106 w 142875"/>
                <a:gd name="connsiteY10" fmla="*/ 166688 h 169069"/>
                <a:gd name="connsiteX11" fmla="*/ 121443 w 142875"/>
                <a:gd name="connsiteY11" fmla="*/ 145257 h 169069"/>
                <a:gd name="connsiteX12" fmla="*/ 142875 w 142875"/>
                <a:gd name="connsiteY12" fmla="*/ 169069 h 169069"/>
                <a:gd name="connsiteX13" fmla="*/ 140493 w 142875"/>
                <a:gd name="connsiteY13" fmla="*/ 147638 h 169069"/>
                <a:gd name="connsiteX14" fmla="*/ 130968 w 142875"/>
                <a:gd name="connsiteY14" fmla="*/ 133350 h 169069"/>
                <a:gd name="connsiteX15" fmla="*/ 121443 w 142875"/>
                <a:gd name="connsiteY15" fmla="*/ 123825 h 169069"/>
                <a:gd name="connsiteX16" fmla="*/ 130968 w 142875"/>
                <a:gd name="connsiteY16" fmla="*/ 109538 h 169069"/>
                <a:gd name="connsiteX17" fmla="*/ 111918 w 142875"/>
                <a:gd name="connsiteY17" fmla="*/ 116682 h 169069"/>
                <a:gd name="connsiteX18" fmla="*/ 121443 w 142875"/>
                <a:gd name="connsiteY18" fmla="*/ 90488 h 169069"/>
                <a:gd name="connsiteX19" fmla="*/ 88106 w 142875"/>
                <a:gd name="connsiteY19" fmla="*/ 83344 h 169069"/>
                <a:gd name="connsiteX20" fmla="*/ 71437 w 142875"/>
                <a:gd name="connsiteY20" fmla="*/ 95250 h 169069"/>
                <a:gd name="connsiteX21" fmla="*/ 57150 w 142875"/>
                <a:gd name="connsiteY21" fmla="*/ 76200 h 169069"/>
                <a:gd name="connsiteX22" fmla="*/ 64293 w 142875"/>
                <a:gd name="connsiteY22" fmla="*/ 64294 h 169069"/>
                <a:gd name="connsiteX23" fmla="*/ 47625 w 142875"/>
                <a:gd name="connsiteY23" fmla="*/ 69057 h 169069"/>
                <a:gd name="connsiteX24" fmla="*/ 42862 w 142875"/>
                <a:gd name="connsiteY24" fmla="*/ 57150 h 169069"/>
                <a:gd name="connsiteX25" fmla="*/ 61912 w 142875"/>
                <a:gd name="connsiteY25" fmla="*/ 0 h 16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2875" h="169069">
                  <a:moveTo>
                    <a:pt x="61912" y="0"/>
                  </a:moveTo>
                  <a:lnTo>
                    <a:pt x="19050" y="66675"/>
                  </a:lnTo>
                  <a:lnTo>
                    <a:pt x="0" y="102394"/>
                  </a:lnTo>
                  <a:lnTo>
                    <a:pt x="2381" y="119063"/>
                  </a:lnTo>
                  <a:lnTo>
                    <a:pt x="2381" y="119063"/>
                  </a:lnTo>
                  <a:lnTo>
                    <a:pt x="21431" y="145257"/>
                  </a:lnTo>
                  <a:lnTo>
                    <a:pt x="64293" y="140494"/>
                  </a:lnTo>
                  <a:lnTo>
                    <a:pt x="64293" y="126207"/>
                  </a:lnTo>
                  <a:lnTo>
                    <a:pt x="83343" y="147638"/>
                  </a:lnTo>
                  <a:lnTo>
                    <a:pt x="97631" y="142875"/>
                  </a:lnTo>
                  <a:lnTo>
                    <a:pt x="88106" y="166688"/>
                  </a:lnTo>
                  <a:lnTo>
                    <a:pt x="121443" y="145257"/>
                  </a:lnTo>
                  <a:lnTo>
                    <a:pt x="142875" y="169069"/>
                  </a:lnTo>
                  <a:lnTo>
                    <a:pt x="140493" y="147638"/>
                  </a:lnTo>
                  <a:lnTo>
                    <a:pt x="130968" y="133350"/>
                  </a:lnTo>
                  <a:lnTo>
                    <a:pt x="121443" y="123825"/>
                  </a:lnTo>
                  <a:lnTo>
                    <a:pt x="130968" y="109538"/>
                  </a:lnTo>
                  <a:lnTo>
                    <a:pt x="111918" y="116682"/>
                  </a:lnTo>
                  <a:lnTo>
                    <a:pt x="121443" y="90488"/>
                  </a:lnTo>
                  <a:lnTo>
                    <a:pt x="88106" y="83344"/>
                  </a:lnTo>
                  <a:lnTo>
                    <a:pt x="71437" y="95250"/>
                  </a:lnTo>
                  <a:lnTo>
                    <a:pt x="57150" y="76200"/>
                  </a:lnTo>
                  <a:lnTo>
                    <a:pt x="64293" y="64294"/>
                  </a:lnTo>
                  <a:lnTo>
                    <a:pt x="47625" y="69057"/>
                  </a:lnTo>
                  <a:lnTo>
                    <a:pt x="42862" y="57150"/>
                  </a:lnTo>
                  <a:lnTo>
                    <a:pt x="61912"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67" name="Freeform: Shape 18">
              <a:extLst>
                <a:ext uri="{FF2B5EF4-FFF2-40B4-BE49-F238E27FC236}">
                  <a16:creationId xmlns:a16="http://schemas.microsoft.com/office/drawing/2014/main" id="{754545F3-4D1E-4185-A03D-7F616A813C4C}"/>
                </a:ext>
              </a:extLst>
            </p:cNvPr>
            <p:cNvSpPr/>
            <p:nvPr/>
          </p:nvSpPr>
          <p:spPr bwMode="auto">
            <a:xfrm>
              <a:off x="2655094" y="3426619"/>
              <a:ext cx="104775" cy="83344"/>
            </a:xfrm>
            <a:custGeom>
              <a:avLst/>
              <a:gdLst>
                <a:gd name="connsiteX0" fmla="*/ 104775 w 104775"/>
                <a:gd name="connsiteY0" fmla="*/ 11906 h 83344"/>
                <a:gd name="connsiteX1" fmla="*/ 40481 w 104775"/>
                <a:gd name="connsiteY1" fmla="*/ 45244 h 83344"/>
                <a:gd name="connsiteX2" fmla="*/ 2381 w 104775"/>
                <a:gd name="connsiteY2" fmla="*/ 83344 h 83344"/>
                <a:gd name="connsiteX3" fmla="*/ 0 w 104775"/>
                <a:gd name="connsiteY3" fmla="*/ 42862 h 83344"/>
                <a:gd name="connsiteX4" fmla="*/ 35719 w 104775"/>
                <a:gd name="connsiteY4" fmla="*/ 26194 h 83344"/>
                <a:gd name="connsiteX5" fmla="*/ 54769 w 104775"/>
                <a:gd name="connsiteY5" fmla="*/ 0 h 83344"/>
                <a:gd name="connsiteX6" fmla="*/ 104775 w 104775"/>
                <a:gd name="connsiteY6" fmla="*/ 11906 h 8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775" h="83344">
                  <a:moveTo>
                    <a:pt x="104775" y="11906"/>
                  </a:moveTo>
                  <a:lnTo>
                    <a:pt x="40481" y="45244"/>
                  </a:lnTo>
                  <a:lnTo>
                    <a:pt x="2381" y="83344"/>
                  </a:lnTo>
                  <a:lnTo>
                    <a:pt x="0" y="42862"/>
                  </a:lnTo>
                  <a:lnTo>
                    <a:pt x="35719" y="26194"/>
                  </a:lnTo>
                  <a:lnTo>
                    <a:pt x="54769" y="0"/>
                  </a:lnTo>
                  <a:lnTo>
                    <a:pt x="104775" y="11906"/>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68" name="Freeform: Shape 19">
              <a:extLst>
                <a:ext uri="{FF2B5EF4-FFF2-40B4-BE49-F238E27FC236}">
                  <a16:creationId xmlns:a16="http://schemas.microsoft.com/office/drawing/2014/main" id="{DBFE7E8E-C59F-4FB1-8C79-DA6DC638A1C2}"/>
                </a:ext>
              </a:extLst>
            </p:cNvPr>
            <p:cNvSpPr/>
            <p:nvPr/>
          </p:nvSpPr>
          <p:spPr bwMode="auto">
            <a:xfrm>
              <a:off x="2121694" y="2526506"/>
              <a:ext cx="171450" cy="145257"/>
            </a:xfrm>
            <a:custGeom>
              <a:avLst/>
              <a:gdLst>
                <a:gd name="connsiteX0" fmla="*/ 33337 w 171450"/>
                <a:gd name="connsiteY0" fmla="*/ 0 h 145257"/>
                <a:gd name="connsiteX1" fmla="*/ 26194 w 171450"/>
                <a:gd name="connsiteY1" fmla="*/ 54769 h 145257"/>
                <a:gd name="connsiteX2" fmla="*/ 23812 w 171450"/>
                <a:gd name="connsiteY2" fmla="*/ 83344 h 145257"/>
                <a:gd name="connsiteX3" fmla="*/ 0 w 171450"/>
                <a:gd name="connsiteY3" fmla="*/ 119063 h 145257"/>
                <a:gd name="connsiteX4" fmla="*/ 38100 w 171450"/>
                <a:gd name="connsiteY4" fmla="*/ 104775 h 145257"/>
                <a:gd name="connsiteX5" fmla="*/ 57150 w 171450"/>
                <a:gd name="connsiteY5" fmla="*/ 145257 h 145257"/>
                <a:gd name="connsiteX6" fmla="*/ 90487 w 171450"/>
                <a:gd name="connsiteY6" fmla="*/ 109538 h 145257"/>
                <a:gd name="connsiteX7" fmla="*/ 90487 w 171450"/>
                <a:gd name="connsiteY7" fmla="*/ 80963 h 145257"/>
                <a:gd name="connsiteX8" fmla="*/ 111919 w 171450"/>
                <a:gd name="connsiteY8" fmla="*/ 90488 h 145257"/>
                <a:gd name="connsiteX9" fmla="*/ 138112 w 171450"/>
                <a:gd name="connsiteY9" fmla="*/ 109538 h 145257"/>
                <a:gd name="connsiteX10" fmla="*/ 154781 w 171450"/>
                <a:gd name="connsiteY10" fmla="*/ 126207 h 145257"/>
                <a:gd name="connsiteX11" fmla="*/ 171450 w 171450"/>
                <a:gd name="connsiteY11" fmla="*/ 114300 h 145257"/>
                <a:gd name="connsiteX12" fmla="*/ 159544 w 171450"/>
                <a:gd name="connsiteY12" fmla="*/ 95250 h 145257"/>
                <a:gd name="connsiteX13" fmla="*/ 138112 w 171450"/>
                <a:gd name="connsiteY13" fmla="*/ 95250 h 145257"/>
                <a:gd name="connsiteX14" fmla="*/ 126206 w 171450"/>
                <a:gd name="connsiteY14" fmla="*/ 66675 h 145257"/>
                <a:gd name="connsiteX15" fmla="*/ 90487 w 171450"/>
                <a:gd name="connsiteY15" fmla="*/ 40482 h 145257"/>
                <a:gd name="connsiteX16" fmla="*/ 71437 w 171450"/>
                <a:gd name="connsiteY16" fmla="*/ 33338 h 145257"/>
                <a:gd name="connsiteX17" fmla="*/ 33337 w 171450"/>
                <a:gd name="connsiteY17" fmla="*/ 0 h 14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145257">
                  <a:moveTo>
                    <a:pt x="33337" y="0"/>
                  </a:moveTo>
                  <a:lnTo>
                    <a:pt x="26194" y="54769"/>
                  </a:lnTo>
                  <a:lnTo>
                    <a:pt x="23812" y="83344"/>
                  </a:lnTo>
                  <a:lnTo>
                    <a:pt x="0" y="119063"/>
                  </a:lnTo>
                  <a:lnTo>
                    <a:pt x="38100" y="104775"/>
                  </a:lnTo>
                  <a:lnTo>
                    <a:pt x="57150" y="145257"/>
                  </a:lnTo>
                  <a:lnTo>
                    <a:pt x="90487" y="109538"/>
                  </a:lnTo>
                  <a:lnTo>
                    <a:pt x="90487" y="80963"/>
                  </a:lnTo>
                  <a:lnTo>
                    <a:pt x="111919" y="90488"/>
                  </a:lnTo>
                  <a:lnTo>
                    <a:pt x="138112" y="109538"/>
                  </a:lnTo>
                  <a:lnTo>
                    <a:pt x="154781" y="126207"/>
                  </a:lnTo>
                  <a:lnTo>
                    <a:pt x="171450" y="114300"/>
                  </a:lnTo>
                  <a:lnTo>
                    <a:pt x="159544" y="95250"/>
                  </a:lnTo>
                  <a:lnTo>
                    <a:pt x="138112" y="95250"/>
                  </a:lnTo>
                  <a:lnTo>
                    <a:pt x="126206" y="66675"/>
                  </a:lnTo>
                  <a:lnTo>
                    <a:pt x="90487" y="40482"/>
                  </a:lnTo>
                  <a:lnTo>
                    <a:pt x="71437" y="33338"/>
                  </a:lnTo>
                  <a:lnTo>
                    <a:pt x="33337"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69" name="Freeform: Shape 20">
              <a:extLst>
                <a:ext uri="{FF2B5EF4-FFF2-40B4-BE49-F238E27FC236}">
                  <a16:creationId xmlns:a16="http://schemas.microsoft.com/office/drawing/2014/main" id="{680B40A2-5E01-4C41-B0BA-31DC098D678D}"/>
                </a:ext>
              </a:extLst>
            </p:cNvPr>
            <p:cNvSpPr/>
            <p:nvPr/>
          </p:nvSpPr>
          <p:spPr bwMode="auto">
            <a:xfrm>
              <a:off x="2057400" y="1945481"/>
              <a:ext cx="695325" cy="785813"/>
            </a:xfrm>
            <a:custGeom>
              <a:avLst/>
              <a:gdLst>
                <a:gd name="connsiteX0" fmla="*/ 109538 w 695325"/>
                <a:gd name="connsiteY0" fmla="*/ 0 h 785813"/>
                <a:gd name="connsiteX1" fmla="*/ 54769 w 695325"/>
                <a:gd name="connsiteY1" fmla="*/ 4763 h 785813"/>
                <a:gd name="connsiteX2" fmla="*/ 21431 w 695325"/>
                <a:gd name="connsiteY2" fmla="*/ 38100 h 785813"/>
                <a:gd name="connsiteX3" fmla="*/ 21431 w 695325"/>
                <a:gd name="connsiteY3" fmla="*/ 69057 h 785813"/>
                <a:gd name="connsiteX4" fmla="*/ 11906 w 695325"/>
                <a:gd name="connsiteY4" fmla="*/ 88107 h 785813"/>
                <a:gd name="connsiteX5" fmla="*/ 7144 w 695325"/>
                <a:gd name="connsiteY5" fmla="*/ 126207 h 785813"/>
                <a:gd name="connsiteX6" fmla="*/ 7144 w 695325"/>
                <a:gd name="connsiteY6" fmla="*/ 126207 h 785813"/>
                <a:gd name="connsiteX7" fmla="*/ 0 w 695325"/>
                <a:gd name="connsiteY7" fmla="*/ 145257 h 785813"/>
                <a:gd name="connsiteX8" fmla="*/ 0 w 695325"/>
                <a:gd name="connsiteY8" fmla="*/ 190500 h 785813"/>
                <a:gd name="connsiteX9" fmla="*/ 38100 w 695325"/>
                <a:gd name="connsiteY9" fmla="*/ 200025 h 785813"/>
                <a:gd name="connsiteX10" fmla="*/ 64294 w 695325"/>
                <a:gd name="connsiteY10" fmla="*/ 219075 h 785813"/>
                <a:gd name="connsiteX11" fmla="*/ 66675 w 695325"/>
                <a:gd name="connsiteY11" fmla="*/ 233363 h 785813"/>
                <a:gd name="connsiteX12" fmla="*/ 35719 w 695325"/>
                <a:gd name="connsiteY12" fmla="*/ 228600 h 785813"/>
                <a:gd name="connsiteX13" fmla="*/ 9525 w 695325"/>
                <a:gd name="connsiteY13" fmla="*/ 216694 h 785813"/>
                <a:gd name="connsiteX14" fmla="*/ 47625 w 695325"/>
                <a:gd name="connsiteY14" fmla="*/ 276225 h 785813"/>
                <a:gd name="connsiteX15" fmla="*/ 76200 w 695325"/>
                <a:gd name="connsiteY15" fmla="*/ 257175 h 785813"/>
                <a:gd name="connsiteX16" fmla="*/ 102394 w 695325"/>
                <a:gd name="connsiteY16" fmla="*/ 288132 h 785813"/>
                <a:gd name="connsiteX17" fmla="*/ 147638 w 695325"/>
                <a:gd name="connsiteY17" fmla="*/ 300038 h 785813"/>
                <a:gd name="connsiteX18" fmla="*/ 188119 w 695325"/>
                <a:gd name="connsiteY18" fmla="*/ 307182 h 785813"/>
                <a:gd name="connsiteX19" fmla="*/ 209550 w 695325"/>
                <a:gd name="connsiteY19" fmla="*/ 295275 h 785813"/>
                <a:gd name="connsiteX20" fmla="*/ 197644 w 695325"/>
                <a:gd name="connsiteY20" fmla="*/ 285750 h 785813"/>
                <a:gd name="connsiteX21" fmla="*/ 219075 w 695325"/>
                <a:gd name="connsiteY21" fmla="*/ 285750 h 785813"/>
                <a:gd name="connsiteX22" fmla="*/ 247650 w 695325"/>
                <a:gd name="connsiteY22" fmla="*/ 314325 h 785813"/>
                <a:gd name="connsiteX23" fmla="*/ 266700 w 695325"/>
                <a:gd name="connsiteY23" fmla="*/ 292894 h 785813"/>
                <a:gd name="connsiteX24" fmla="*/ 252413 w 695325"/>
                <a:gd name="connsiteY24" fmla="*/ 266700 h 785813"/>
                <a:gd name="connsiteX25" fmla="*/ 266700 w 695325"/>
                <a:gd name="connsiteY25" fmla="*/ 261938 h 785813"/>
                <a:gd name="connsiteX26" fmla="*/ 345281 w 695325"/>
                <a:gd name="connsiteY26" fmla="*/ 342900 h 785813"/>
                <a:gd name="connsiteX27" fmla="*/ 352425 w 695325"/>
                <a:gd name="connsiteY27" fmla="*/ 357188 h 785813"/>
                <a:gd name="connsiteX28" fmla="*/ 330994 w 695325"/>
                <a:gd name="connsiteY28" fmla="*/ 383382 h 785813"/>
                <a:gd name="connsiteX29" fmla="*/ 373856 w 695325"/>
                <a:gd name="connsiteY29" fmla="*/ 371475 h 785813"/>
                <a:gd name="connsiteX30" fmla="*/ 395288 w 695325"/>
                <a:gd name="connsiteY30" fmla="*/ 371475 h 785813"/>
                <a:gd name="connsiteX31" fmla="*/ 381000 w 695325"/>
                <a:gd name="connsiteY31" fmla="*/ 388144 h 785813"/>
                <a:gd name="connsiteX32" fmla="*/ 395288 w 695325"/>
                <a:gd name="connsiteY32" fmla="*/ 397669 h 785813"/>
                <a:gd name="connsiteX33" fmla="*/ 421481 w 695325"/>
                <a:gd name="connsiteY33" fmla="*/ 426244 h 785813"/>
                <a:gd name="connsiteX34" fmla="*/ 438150 w 695325"/>
                <a:gd name="connsiteY34" fmla="*/ 461963 h 785813"/>
                <a:gd name="connsiteX35" fmla="*/ 440531 w 695325"/>
                <a:gd name="connsiteY35" fmla="*/ 492919 h 785813"/>
                <a:gd name="connsiteX36" fmla="*/ 423863 w 695325"/>
                <a:gd name="connsiteY36" fmla="*/ 511969 h 785813"/>
                <a:gd name="connsiteX37" fmla="*/ 423863 w 695325"/>
                <a:gd name="connsiteY37" fmla="*/ 535782 h 785813"/>
                <a:gd name="connsiteX38" fmla="*/ 402431 w 695325"/>
                <a:gd name="connsiteY38" fmla="*/ 535782 h 785813"/>
                <a:gd name="connsiteX39" fmla="*/ 383381 w 695325"/>
                <a:gd name="connsiteY39" fmla="*/ 547688 h 785813"/>
                <a:gd name="connsiteX40" fmla="*/ 407194 w 695325"/>
                <a:gd name="connsiteY40" fmla="*/ 583407 h 785813"/>
                <a:gd name="connsiteX41" fmla="*/ 395288 w 695325"/>
                <a:gd name="connsiteY41" fmla="*/ 611982 h 785813"/>
                <a:gd name="connsiteX42" fmla="*/ 359569 w 695325"/>
                <a:gd name="connsiteY42" fmla="*/ 611982 h 785813"/>
                <a:gd name="connsiteX43" fmla="*/ 328613 w 695325"/>
                <a:gd name="connsiteY43" fmla="*/ 609600 h 785813"/>
                <a:gd name="connsiteX44" fmla="*/ 309563 w 695325"/>
                <a:gd name="connsiteY44" fmla="*/ 597694 h 785813"/>
                <a:gd name="connsiteX45" fmla="*/ 297656 w 695325"/>
                <a:gd name="connsiteY45" fmla="*/ 621507 h 785813"/>
                <a:gd name="connsiteX46" fmla="*/ 297656 w 695325"/>
                <a:gd name="connsiteY46" fmla="*/ 645319 h 785813"/>
                <a:gd name="connsiteX47" fmla="*/ 330994 w 695325"/>
                <a:gd name="connsiteY47" fmla="*/ 661988 h 785813"/>
                <a:gd name="connsiteX48" fmla="*/ 354806 w 695325"/>
                <a:gd name="connsiteY48" fmla="*/ 642938 h 785813"/>
                <a:gd name="connsiteX49" fmla="*/ 371475 w 695325"/>
                <a:gd name="connsiteY49" fmla="*/ 638175 h 785813"/>
                <a:gd name="connsiteX50" fmla="*/ 378619 w 695325"/>
                <a:gd name="connsiteY50" fmla="*/ 628650 h 785813"/>
                <a:gd name="connsiteX51" fmla="*/ 400050 w 695325"/>
                <a:gd name="connsiteY51" fmla="*/ 640557 h 785813"/>
                <a:gd name="connsiteX52" fmla="*/ 414338 w 695325"/>
                <a:gd name="connsiteY52" fmla="*/ 659607 h 785813"/>
                <a:gd name="connsiteX53" fmla="*/ 438150 w 695325"/>
                <a:gd name="connsiteY53" fmla="*/ 688182 h 785813"/>
                <a:gd name="connsiteX54" fmla="*/ 452438 w 695325"/>
                <a:gd name="connsiteY54" fmla="*/ 688182 h 785813"/>
                <a:gd name="connsiteX55" fmla="*/ 464344 w 695325"/>
                <a:gd name="connsiteY55" fmla="*/ 704850 h 785813"/>
                <a:gd name="connsiteX56" fmla="*/ 450056 w 695325"/>
                <a:gd name="connsiteY56" fmla="*/ 714375 h 785813"/>
                <a:gd name="connsiteX57" fmla="*/ 481013 w 695325"/>
                <a:gd name="connsiteY57" fmla="*/ 740569 h 785813"/>
                <a:gd name="connsiteX58" fmla="*/ 497681 w 695325"/>
                <a:gd name="connsiteY58" fmla="*/ 738188 h 785813"/>
                <a:gd name="connsiteX59" fmla="*/ 526256 w 695325"/>
                <a:gd name="connsiteY59" fmla="*/ 752475 h 785813"/>
                <a:gd name="connsiteX60" fmla="*/ 566738 w 695325"/>
                <a:gd name="connsiteY60" fmla="*/ 783432 h 785813"/>
                <a:gd name="connsiteX61" fmla="*/ 578644 w 695325"/>
                <a:gd name="connsiteY61" fmla="*/ 785813 h 785813"/>
                <a:gd name="connsiteX62" fmla="*/ 588169 w 695325"/>
                <a:gd name="connsiteY62" fmla="*/ 776288 h 785813"/>
                <a:gd name="connsiteX63" fmla="*/ 566738 w 695325"/>
                <a:gd name="connsiteY63" fmla="*/ 762000 h 785813"/>
                <a:gd name="connsiteX64" fmla="*/ 535781 w 695325"/>
                <a:gd name="connsiteY64" fmla="*/ 733425 h 785813"/>
                <a:gd name="connsiteX65" fmla="*/ 523875 w 695325"/>
                <a:gd name="connsiteY65" fmla="*/ 697707 h 785813"/>
                <a:gd name="connsiteX66" fmla="*/ 531019 w 695325"/>
                <a:gd name="connsiteY66" fmla="*/ 685800 h 785813"/>
                <a:gd name="connsiteX67" fmla="*/ 557213 w 695325"/>
                <a:gd name="connsiteY67" fmla="*/ 711994 h 785813"/>
                <a:gd name="connsiteX68" fmla="*/ 597694 w 695325"/>
                <a:gd name="connsiteY68" fmla="*/ 733425 h 785813"/>
                <a:gd name="connsiteX69" fmla="*/ 619125 w 695325"/>
                <a:gd name="connsiteY69" fmla="*/ 742950 h 785813"/>
                <a:gd name="connsiteX70" fmla="*/ 611981 w 695325"/>
                <a:gd name="connsiteY70" fmla="*/ 716757 h 785813"/>
                <a:gd name="connsiteX71" fmla="*/ 623888 w 695325"/>
                <a:gd name="connsiteY71" fmla="*/ 707232 h 785813"/>
                <a:gd name="connsiteX72" fmla="*/ 619125 w 695325"/>
                <a:gd name="connsiteY72" fmla="*/ 683419 h 785813"/>
                <a:gd name="connsiteX73" fmla="*/ 602456 w 695325"/>
                <a:gd name="connsiteY73" fmla="*/ 664369 h 785813"/>
                <a:gd name="connsiteX74" fmla="*/ 607219 w 695325"/>
                <a:gd name="connsiteY74" fmla="*/ 647700 h 785813"/>
                <a:gd name="connsiteX75" fmla="*/ 592931 w 695325"/>
                <a:gd name="connsiteY75" fmla="*/ 640557 h 785813"/>
                <a:gd name="connsiteX76" fmla="*/ 585788 w 695325"/>
                <a:gd name="connsiteY76" fmla="*/ 628650 h 785813"/>
                <a:gd name="connsiteX77" fmla="*/ 564356 w 695325"/>
                <a:gd name="connsiteY77" fmla="*/ 623888 h 785813"/>
                <a:gd name="connsiteX78" fmla="*/ 550069 w 695325"/>
                <a:gd name="connsiteY78" fmla="*/ 588169 h 785813"/>
                <a:gd name="connsiteX79" fmla="*/ 540544 w 695325"/>
                <a:gd name="connsiteY79" fmla="*/ 581025 h 785813"/>
                <a:gd name="connsiteX80" fmla="*/ 550069 w 695325"/>
                <a:gd name="connsiteY80" fmla="*/ 561975 h 785813"/>
                <a:gd name="connsiteX81" fmla="*/ 545306 w 695325"/>
                <a:gd name="connsiteY81" fmla="*/ 547688 h 785813"/>
                <a:gd name="connsiteX82" fmla="*/ 540544 w 695325"/>
                <a:gd name="connsiteY82" fmla="*/ 523875 h 785813"/>
                <a:gd name="connsiteX83" fmla="*/ 571500 w 695325"/>
                <a:gd name="connsiteY83" fmla="*/ 519113 h 785813"/>
                <a:gd name="connsiteX84" fmla="*/ 595313 w 695325"/>
                <a:gd name="connsiteY84" fmla="*/ 550069 h 785813"/>
                <a:gd name="connsiteX85" fmla="*/ 626269 w 695325"/>
                <a:gd name="connsiteY85" fmla="*/ 569119 h 785813"/>
                <a:gd name="connsiteX86" fmla="*/ 631031 w 695325"/>
                <a:gd name="connsiteY86" fmla="*/ 592932 h 785813"/>
                <a:gd name="connsiteX87" fmla="*/ 659606 w 695325"/>
                <a:gd name="connsiteY87" fmla="*/ 611982 h 785813"/>
                <a:gd name="connsiteX88" fmla="*/ 650081 w 695325"/>
                <a:gd name="connsiteY88" fmla="*/ 576263 h 785813"/>
                <a:gd name="connsiteX89" fmla="*/ 669131 w 695325"/>
                <a:gd name="connsiteY89" fmla="*/ 576263 h 785813"/>
                <a:gd name="connsiteX90" fmla="*/ 683419 w 695325"/>
                <a:gd name="connsiteY90" fmla="*/ 554832 h 785813"/>
                <a:gd name="connsiteX91" fmla="*/ 671513 w 695325"/>
                <a:gd name="connsiteY91" fmla="*/ 535782 h 785813"/>
                <a:gd name="connsiteX92" fmla="*/ 695325 w 695325"/>
                <a:gd name="connsiteY92" fmla="*/ 528638 h 785813"/>
                <a:gd name="connsiteX93" fmla="*/ 676275 w 695325"/>
                <a:gd name="connsiteY93" fmla="*/ 516732 h 785813"/>
                <a:gd name="connsiteX94" fmla="*/ 645319 w 695325"/>
                <a:gd name="connsiteY94" fmla="*/ 511969 h 785813"/>
                <a:gd name="connsiteX95" fmla="*/ 652463 w 695325"/>
                <a:gd name="connsiteY95" fmla="*/ 483394 h 785813"/>
                <a:gd name="connsiteX96" fmla="*/ 631031 w 695325"/>
                <a:gd name="connsiteY96" fmla="*/ 488157 h 785813"/>
                <a:gd name="connsiteX97" fmla="*/ 631031 w 695325"/>
                <a:gd name="connsiteY97" fmla="*/ 461963 h 785813"/>
                <a:gd name="connsiteX98" fmla="*/ 609600 w 695325"/>
                <a:gd name="connsiteY98" fmla="*/ 452438 h 785813"/>
                <a:gd name="connsiteX99" fmla="*/ 602456 w 695325"/>
                <a:gd name="connsiteY99" fmla="*/ 435769 h 785813"/>
                <a:gd name="connsiteX100" fmla="*/ 585788 w 695325"/>
                <a:gd name="connsiteY100" fmla="*/ 447675 h 785813"/>
                <a:gd name="connsiteX101" fmla="*/ 576263 w 695325"/>
                <a:gd name="connsiteY101" fmla="*/ 423863 h 785813"/>
                <a:gd name="connsiteX102" fmla="*/ 545306 w 695325"/>
                <a:gd name="connsiteY102" fmla="*/ 400050 h 785813"/>
                <a:gd name="connsiteX103" fmla="*/ 526256 w 695325"/>
                <a:gd name="connsiteY103" fmla="*/ 400050 h 785813"/>
                <a:gd name="connsiteX104" fmla="*/ 540544 w 695325"/>
                <a:gd name="connsiteY104" fmla="*/ 381000 h 785813"/>
                <a:gd name="connsiteX105" fmla="*/ 540544 w 695325"/>
                <a:gd name="connsiteY105" fmla="*/ 359569 h 785813"/>
                <a:gd name="connsiteX106" fmla="*/ 535781 w 695325"/>
                <a:gd name="connsiteY106" fmla="*/ 352425 h 785813"/>
                <a:gd name="connsiteX107" fmla="*/ 578644 w 695325"/>
                <a:gd name="connsiteY107" fmla="*/ 364332 h 785813"/>
                <a:gd name="connsiteX108" fmla="*/ 566738 w 695325"/>
                <a:gd name="connsiteY108" fmla="*/ 347663 h 785813"/>
                <a:gd name="connsiteX109" fmla="*/ 528638 w 695325"/>
                <a:gd name="connsiteY109" fmla="*/ 335757 h 785813"/>
                <a:gd name="connsiteX110" fmla="*/ 519113 w 695325"/>
                <a:gd name="connsiteY110" fmla="*/ 321469 h 785813"/>
                <a:gd name="connsiteX111" fmla="*/ 557213 w 695325"/>
                <a:gd name="connsiteY111" fmla="*/ 307182 h 785813"/>
                <a:gd name="connsiteX112" fmla="*/ 545306 w 695325"/>
                <a:gd name="connsiteY112" fmla="*/ 280988 h 785813"/>
                <a:gd name="connsiteX113" fmla="*/ 538163 w 695325"/>
                <a:gd name="connsiteY113" fmla="*/ 297657 h 785813"/>
                <a:gd name="connsiteX114" fmla="*/ 514350 w 695325"/>
                <a:gd name="connsiteY114" fmla="*/ 309563 h 785813"/>
                <a:gd name="connsiteX115" fmla="*/ 507206 w 695325"/>
                <a:gd name="connsiteY115" fmla="*/ 288132 h 785813"/>
                <a:gd name="connsiteX116" fmla="*/ 500063 w 695325"/>
                <a:gd name="connsiteY116" fmla="*/ 278607 h 785813"/>
                <a:gd name="connsiteX117" fmla="*/ 523875 w 695325"/>
                <a:gd name="connsiteY117" fmla="*/ 259557 h 785813"/>
                <a:gd name="connsiteX118" fmla="*/ 504825 w 695325"/>
                <a:gd name="connsiteY118" fmla="*/ 242888 h 785813"/>
                <a:gd name="connsiteX119" fmla="*/ 485775 w 695325"/>
                <a:gd name="connsiteY119" fmla="*/ 254794 h 785813"/>
                <a:gd name="connsiteX120" fmla="*/ 473869 w 695325"/>
                <a:gd name="connsiteY120" fmla="*/ 240507 h 785813"/>
                <a:gd name="connsiteX121" fmla="*/ 471488 w 695325"/>
                <a:gd name="connsiteY121" fmla="*/ 223838 h 785813"/>
                <a:gd name="connsiteX122" fmla="*/ 452438 w 695325"/>
                <a:gd name="connsiteY122" fmla="*/ 230982 h 785813"/>
                <a:gd name="connsiteX123" fmla="*/ 450056 w 695325"/>
                <a:gd name="connsiteY123" fmla="*/ 214313 h 785813"/>
                <a:gd name="connsiteX124" fmla="*/ 457200 w 695325"/>
                <a:gd name="connsiteY124" fmla="*/ 202407 h 785813"/>
                <a:gd name="connsiteX125" fmla="*/ 433388 w 695325"/>
                <a:gd name="connsiteY125" fmla="*/ 171450 h 785813"/>
                <a:gd name="connsiteX126" fmla="*/ 423863 w 695325"/>
                <a:gd name="connsiteY126" fmla="*/ 190500 h 785813"/>
                <a:gd name="connsiteX127" fmla="*/ 416719 w 695325"/>
                <a:gd name="connsiteY127" fmla="*/ 207169 h 785813"/>
                <a:gd name="connsiteX128" fmla="*/ 397669 w 695325"/>
                <a:gd name="connsiteY128" fmla="*/ 192882 h 785813"/>
                <a:gd name="connsiteX129" fmla="*/ 395288 w 695325"/>
                <a:gd name="connsiteY129" fmla="*/ 166688 h 785813"/>
                <a:gd name="connsiteX130" fmla="*/ 383381 w 695325"/>
                <a:gd name="connsiteY130" fmla="*/ 180975 h 785813"/>
                <a:gd name="connsiteX131" fmla="*/ 376238 w 695325"/>
                <a:gd name="connsiteY131" fmla="*/ 166688 h 785813"/>
                <a:gd name="connsiteX132" fmla="*/ 376238 w 695325"/>
                <a:gd name="connsiteY132" fmla="*/ 147638 h 785813"/>
                <a:gd name="connsiteX133" fmla="*/ 364331 w 695325"/>
                <a:gd name="connsiteY133" fmla="*/ 142875 h 785813"/>
                <a:gd name="connsiteX134" fmla="*/ 364331 w 695325"/>
                <a:gd name="connsiteY134" fmla="*/ 116682 h 785813"/>
                <a:gd name="connsiteX135" fmla="*/ 309563 w 695325"/>
                <a:gd name="connsiteY135" fmla="*/ 90488 h 785813"/>
                <a:gd name="connsiteX136" fmla="*/ 288131 w 695325"/>
                <a:gd name="connsiteY136" fmla="*/ 97632 h 785813"/>
                <a:gd name="connsiteX137" fmla="*/ 292894 w 695325"/>
                <a:gd name="connsiteY137" fmla="*/ 123825 h 785813"/>
                <a:gd name="connsiteX138" fmla="*/ 273844 w 695325"/>
                <a:gd name="connsiteY138" fmla="*/ 126207 h 785813"/>
                <a:gd name="connsiteX139" fmla="*/ 259556 w 695325"/>
                <a:gd name="connsiteY139" fmla="*/ 121444 h 785813"/>
                <a:gd name="connsiteX140" fmla="*/ 247650 w 695325"/>
                <a:gd name="connsiteY140" fmla="*/ 140494 h 785813"/>
                <a:gd name="connsiteX141" fmla="*/ 223838 w 695325"/>
                <a:gd name="connsiteY141" fmla="*/ 152400 h 785813"/>
                <a:gd name="connsiteX142" fmla="*/ 221456 w 695325"/>
                <a:gd name="connsiteY142" fmla="*/ 130969 h 785813"/>
                <a:gd name="connsiteX143" fmla="*/ 223838 w 695325"/>
                <a:gd name="connsiteY143" fmla="*/ 92869 h 785813"/>
                <a:gd name="connsiteX144" fmla="*/ 216694 w 695325"/>
                <a:gd name="connsiteY144" fmla="*/ 66675 h 785813"/>
                <a:gd name="connsiteX145" fmla="*/ 214313 w 695325"/>
                <a:gd name="connsiteY145" fmla="*/ 50007 h 785813"/>
                <a:gd name="connsiteX146" fmla="*/ 204788 w 695325"/>
                <a:gd name="connsiteY146" fmla="*/ 28575 h 785813"/>
                <a:gd name="connsiteX147" fmla="*/ 202406 w 695325"/>
                <a:gd name="connsiteY147" fmla="*/ 0 h 785813"/>
                <a:gd name="connsiteX148" fmla="*/ 183356 w 695325"/>
                <a:gd name="connsiteY148" fmla="*/ 7144 h 785813"/>
                <a:gd name="connsiteX149" fmla="*/ 109538 w 695325"/>
                <a:gd name="connsiteY149" fmla="*/ 0 h 785813"/>
                <a:gd name="connsiteX0" fmla="*/ 114300 w 695325"/>
                <a:gd name="connsiteY0" fmla="*/ 223837 h 785813"/>
                <a:gd name="connsiteX1" fmla="*/ 54769 w 695325"/>
                <a:gd name="connsiteY1" fmla="*/ 4763 h 785813"/>
                <a:gd name="connsiteX2" fmla="*/ 21431 w 695325"/>
                <a:gd name="connsiteY2" fmla="*/ 38100 h 785813"/>
                <a:gd name="connsiteX3" fmla="*/ 21431 w 695325"/>
                <a:gd name="connsiteY3" fmla="*/ 69057 h 785813"/>
                <a:gd name="connsiteX4" fmla="*/ 11906 w 695325"/>
                <a:gd name="connsiteY4" fmla="*/ 88107 h 785813"/>
                <a:gd name="connsiteX5" fmla="*/ 7144 w 695325"/>
                <a:gd name="connsiteY5" fmla="*/ 126207 h 785813"/>
                <a:gd name="connsiteX6" fmla="*/ 7144 w 695325"/>
                <a:gd name="connsiteY6" fmla="*/ 126207 h 785813"/>
                <a:gd name="connsiteX7" fmla="*/ 0 w 695325"/>
                <a:gd name="connsiteY7" fmla="*/ 145257 h 785813"/>
                <a:gd name="connsiteX8" fmla="*/ 0 w 695325"/>
                <a:gd name="connsiteY8" fmla="*/ 190500 h 785813"/>
                <a:gd name="connsiteX9" fmla="*/ 38100 w 695325"/>
                <a:gd name="connsiteY9" fmla="*/ 200025 h 785813"/>
                <a:gd name="connsiteX10" fmla="*/ 64294 w 695325"/>
                <a:gd name="connsiteY10" fmla="*/ 219075 h 785813"/>
                <a:gd name="connsiteX11" fmla="*/ 66675 w 695325"/>
                <a:gd name="connsiteY11" fmla="*/ 233363 h 785813"/>
                <a:gd name="connsiteX12" fmla="*/ 35719 w 695325"/>
                <a:gd name="connsiteY12" fmla="*/ 228600 h 785813"/>
                <a:gd name="connsiteX13" fmla="*/ 9525 w 695325"/>
                <a:gd name="connsiteY13" fmla="*/ 216694 h 785813"/>
                <a:gd name="connsiteX14" fmla="*/ 47625 w 695325"/>
                <a:gd name="connsiteY14" fmla="*/ 276225 h 785813"/>
                <a:gd name="connsiteX15" fmla="*/ 76200 w 695325"/>
                <a:gd name="connsiteY15" fmla="*/ 257175 h 785813"/>
                <a:gd name="connsiteX16" fmla="*/ 102394 w 695325"/>
                <a:gd name="connsiteY16" fmla="*/ 288132 h 785813"/>
                <a:gd name="connsiteX17" fmla="*/ 147638 w 695325"/>
                <a:gd name="connsiteY17" fmla="*/ 300038 h 785813"/>
                <a:gd name="connsiteX18" fmla="*/ 188119 w 695325"/>
                <a:gd name="connsiteY18" fmla="*/ 307182 h 785813"/>
                <a:gd name="connsiteX19" fmla="*/ 209550 w 695325"/>
                <a:gd name="connsiteY19" fmla="*/ 295275 h 785813"/>
                <a:gd name="connsiteX20" fmla="*/ 197644 w 695325"/>
                <a:gd name="connsiteY20" fmla="*/ 285750 h 785813"/>
                <a:gd name="connsiteX21" fmla="*/ 219075 w 695325"/>
                <a:gd name="connsiteY21" fmla="*/ 285750 h 785813"/>
                <a:gd name="connsiteX22" fmla="*/ 247650 w 695325"/>
                <a:gd name="connsiteY22" fmla="*/ 314325 h 785813"/>
                <a:gd name="connsiteX23" fmla="*/ 266700 w 695325"/>
                <a:gd name="connsiteY23" fmla="*/ 292894 h 785813"/>
                <a:gd name="connsiteX24" fmla="*/ 252413 w 695325"/>
                <a:gd name="connsiteY24" fmla="*/ 266700 h 785813"/>
                <a:gd name="connsiteX25" fmla="*/ 266700 w 695325"/>
                <a:gd name="connsiteY25" fmla="*/ 261938 h 785813"/>
                <a:gd name="connsiteX26" fmla="*/ 345281 w 695325"/>
                <a:gd name="connsiteY26" fmla="*/ 342900 h 785813"/>
                <a:gd name="connsiteX27" fmla="*/ 352425 w 695325"/>
                <a:gd name="connsiteY27" fmla="*/ 357188 h 785813"/>
                <a:gd name="connsiteX28" fmla="*/ 330994 w 695325"/>
                <a:gd name="connsiteY28" fmla="*/ 383382 h 785813"/>
                <a:gd name="connsiteX29" fmla="*/ 373856 w 695325"/>
                <a:gd name="connsiteY29" fmla="*/ 371475 h 785813"/>
                <a:gd name="connsiteX30" fmla="*/ 395288 w 695325"/>
                <a:gd name="connsiteY30" fmla="*/ 371475 h 785813"/>
                <a:gd name="connsiteX31" fmla="*/ 381000 w 695325"/>
                <a:gd name="connsiteY31" fmla="*/ 388144 h 785813"/>
                <a:gd name="connsiteX32" fmla="*/ 395288 w 695325"/>
                <a:gd name="connsiteY32" fmla="*/ 397669 h 785813"/>
                <a:gd name="connsiteX33" fmla="*/ 421481 w 695325"/>
                <a:gd name="connsiteY33" fmla="*/ 426244 h 785813"/>
                <a:gd name="connsiteX34" fmla="*/ 438150 w 695325"/>
                <a:gd name="connsiteY34" fmla="*/ 461963 h 785813"/>
                <a:gd name="connsiteX35" fmla="*/ 440531 w 695325"/>
                <a:gd name="connsiteY35" fmla="*/ 492919 h 785813"/>
                <a:gd name="connsiteX36" fmla="*/ 423863 w 695325"/>
                <a:gd name="connsiteY36" fmla="*/ 511969 h 785813"/>
                <a:gd name="connsiteX37" fmla="*/ 423863 w 695325"/>
                <a:gd name="connsiteY37" fmla="*/ 535782 h 785813"/>
                <a:gd name="connsiteX38" fmla="*/ 402431 w 695325"/>
                <a:gd name="connsiteY38" fmla="*/ 535782 h 785813"/>
                <a:gd name="connsiteX39" fmla="*/ 383381 w 695325"/>
                <a:gd name="connsiteY39" fmla="*/ 547688 h 785813"/>
                <a:gd name="connsiteX40" fmla="*/ 407194 w 695325"/>
                <a:gd name="connsiteY40" fmla="*/ 583407 h 785813"/>
                <a:gd name="connsiteX41" fmla="*/ 395288 w 695325"/>
                <a:gd name="connsiteY41" fmla="*/ 611982 h 785813"/>
                <a:gd name="connsiteX42" fmla="*/ 359569 w 695325"/>
                <a:gd name="connsiteY42" fmla="*/ 611982 h 785813"/>
                <a:gd name="connsiteX43" fmla="*/ 328613 w 695325"/>
                <a:gd name="connsiteY43" fmla="*/ 609600 h 785813"/>
                <a:gd name="connsiteX44" fmla="*/ 309563 w 695325"/>
                <a:gd name="connsiteY44" fmla="*/ 597694 h 785813"/>
                <a:gd name="connsiteX45" fmla="*/ 297656 w 695325"/>
                <a:gd name="connsiteY45" fmla="*/ 621507 h 785813"/>
                <a:gd name="connsiteX46" fmla="*/ 297656 w 695325"/>
                <a:gd name="connsiteY46" fmla="*/ 645319 h 785813"/>
                <a:gd name="connsiteX47" fmla="*/ 330994 w 695325"/>
                <a:gd name="connsiteY47" fmla="*/ 661988 h 785813"/>
                <a:gd name="connsiteX48" fmla="*/ 354806 w 695325"/>
                <a:gd name="connsiteY48" fmla="*/ 642938 h 785813"/>
                <a:gd name="connsiteX49" fmla="*/ 371475 w 695325"/>
                <a:gd name="connsiteY49" fmla="*/ 638175 h 785813"/>
                <a:gd name="connsiteX50" fmla="*/ 378619 w 695325"/>
                <a:gd name="connsiteY50" fmla="*/ 628650 h 785813"/>
                <a:gd name="connsiteX51" fmla="*/ 400050 w 695325"/>
                <a:gd name="connsiteY51" fmla="*/ 640557 h 785813"/>
                <a:gd name="connsiteX52" fmla="*/ 414338 w 695325"/>
                <a:gd name="connsiteY52" fmla="*/ 659607 h 785813"/>
                <a:gd name="connsiteX53" fmla="*/ 438150 w 695325"/>
                <a:gd name="connsiteY53" fmla="*/ 688182 h 785813"/>
                <a:gd name="connsiteX54" fmla="*/ 452438 w 695325"/>
                <a:gd name="connsiteY54" fmla="*/ 688182 h 785813"/>
                <a:gd name="connsiteX55" fmla="*/ 464344 w 695325"/>
                <a:gd name="connsiteY55" fmla="*/ 704850 h 785813"/>
                <a:gd name="connsiteX56" fmla="*/ 450056 w 695325"/>
                <a:gd name="connsiteY56" fmla="*/ 714375 h 785813"/>
                <a:gd name="connsiteX57" fmla="*/ 481013 w 695325"/>
                <a:gd name="connsiteY57" fmla="*/ 740569 h 785813"/>
                <a:gd name="connsiteX58" fmla="*/ 497681 w 695325"/>
                <a:gd name="connsiteY58" fmla="*/ 738188 h 785813"/>
                <a:gd name="connsiteX59" fmla="*/ 526256 w 695325"/>
                <a:gd name="connsiteY59" fmla="*/ 752475 h 785813"/>
                <a:gd name="connsiteX60" fmla="*/ 566738 w 695325"/>
                <a:gd name="connsiteY60" fmla="*/ 783432 h 785813"/>
                <a:gd name="connsiteX61" fmla="*/ 578644 w 695325"/>
                <a:gd name="connsiteY61" fmla="*/ 785813 h 785813"/>
                <a:gd name="connsiteX62" fmla="*/ 588169 w 695325"/>
                <a:gd name="connsiteY62" fmla="*/ 776288 h 785813"/>
                <a:gd name="connsiteX63" fmla="*/ 566738 w 695325"/>
                <a:gd name="connsiteY63" fmla="*/ 762000 h 785813"/>
                <a:gd name="connsiteX64" fmla="*/ 535781 w 695325"/>
                <a:gd name="connsiteY64" fmla="*/ 733425 h 785813"/>
                <a:gd name="connsiteX65" fmla="*/ 523875 w 695325"/>
                <a:gd name="connsiteY65" fmla="*/ 697707 h 785813"/>
                <a:gd name="connsiteX66" fmla="*/ 531019 w 695325"/>
                <a:gd name="connsiteY66" fmla="*/ 685800 h 785813"/>
                <a:gd name="connsiteX67" fmla="*/ 557213 w 695325"/>
                <a:gd name="connsiteY67" fmla="*/ 711994 h 785813"/>
                <a:gd name="connsiteX68" fmla="*/ 597694 w 695325"/>
                <a:gd name="connsiteY68" fmla="*/ 733425 h 785813"/>
                <a:gd name="connsiteX69" fmla="*/ 619125 w 695325"/>
                <a:gd name="connsiteY69" fmla="*/ 742950 h 785813"/>
                <a:gd name="connsiteX70" fmla="*/ 611981 w 695325"/>
                <a:gd name="connsiteY70" fmla="*/ 716757 h 785813"/>
                <a:gd name="connsiteX71" fmla="*/ 623888 w 695325"/>
                <a:gd name="connsiteY71" fmla="*/ 707232 h 785813"/>
                <a:gd name="connsiteX72" fmla="*/ 619125 w 695325"/>
                <a:gd name="connsiteY72" fmla="*/ 683419 h 785813"/>
                <a:gd name="connsiteX73" fmla="*/ 602456 w 695325"/>
                <a:gd name="connsiteY73" fmla="*/ 664369 h 785813"/>
                <a:gd name="connsiteX74" fmla="*/ 607219 w 695325"/>
                <a:gd name="connsiteY74" fmla="*/ 647700 h 785813"/>
                <a:gd name="connsiteX75" fmla="*/ 592931 w 695325"/>
                <a:gd name="connsiteY75" fmla="*/ 640557 h 785813"/>
                <a:gd name="connsiteX76" fmla="*/ 585788 w 695325"/>
                <a:gd name="connsiteY76" fmla="*/ 628650 h 785813"/>
                <a:gd name="connsiteX77" fmla="*/ 564356 w 695325"/>
                <a:gd name="connsiteY77" fmla="*/ 623888 h 785813"/>
                <a:gd name="connsiteX78" fmla="*/ 550069 w 695325"/>
                <a:gd name="connsiteY78" fmla="*/ 588169 h 785813"/>
                <a:gd name="connsiteX79" fmla="*/ 540544 w 695325"/>
                <a:gd name="connsiteY79" fmla="*/ 581025 h 785813"/>
                <a:gd name="connsiteX80" fmla="*/ 550069 w 695325"/>
                <a:gd name="connsiteY80" fmla="*/ 561975 h 785813"/>
                <a:gd name="connsiteX81" fmla="*/ 545306 w 695325"/>
                <a:gd name="connsiteY81" fmla="*/ 547688 h 785813"/>
                <a:gd name="connsiteX82" fmla="*/ 540544 w 695325"/>
                <a:gd name="connsiteY82" fmla="*/ 523875 h 785813"/>
                <a:gd name="connsiteX83" fmla="*/ 571500 w 695325"/>
                <a:gd name="connsiteY83" fmla="*/ 519113 h 785813"/>
                <a:gd name="connsiteX84" fmla="*/ 595313 w 695325"/>
                <a:gd name="connsiteY84" fmla="*/ 550069 h 785813"/>
                <a:gd name="connsiteX85" fmla="*/ 626269 w 695325"/>
                <a:gd name="connsiteY85" fmla="*/ 569119 h 785813"/>
                <a:gd name="connsiteX86" fmla="*/ 631031 w 695325"/>
                <a:gd name="connsiteY86" fmla="*/ 592932 h 785813"/>
                <a:gd name="connsiteX87" fmla="*/ 659606 w 695325"/>
                <a:gd name="connsiteY87" fmla="*/ 611982 h 785813"/>
                <a:gd name="connsiteX88" fmla="*/ 650081 w 695325"/>
                <a:gd name="connsiteY88" fmla="*/ 576263 h 785813"/>
                <a:gd name="connsiteX89" fmla="*/ 669131 w 695325"/>
                <a:gd name="connsiteY89" fmla="*/ 576263 h 785813"/>
                <a:gd name="connsiteX90" fmla="*/ 683419 w 695325"/>
                <a:gd name="connsiteY90" fmla="*/ 554832 h 785813"/>
                <a:gd name="connsiteX91" fmla="*/ 671513 w 695325"/>
                <a:gd name="connsiteY91" fmla="*/ 535782 h 785813"/>
                <a:gd name="connsiteX92" fmla="*/ 695325 w 695325"/>
                <a:gd name="connsiteY92" fmla="*/ 528638 h 785813"/>
                <a:gd name="connsiteX93" fmla="*/ 676275 w 695325"/>
                <a:gd name="connsiteY93" fmla="*/ 516732 h 785813"/>
                <a:gd name="connsiteX94" fmla="*/ 645319 w 695325"/>
                <a:gd name="connsiteY94" fmla="*/ 511969 h 785813"/>
                <a:gd name="connsiteX95" fmla="*/ 652463 w 695325"/>
                <a:gd name="connsiteY95" fmla="*/ 483394 h 785813"/>
                <a:gd name="connsiteX96" fmla="*/ 631031 w 695325"/>
                <a:gd name="connsiteY96" fmla="*/ 488157 h 785813"/>
                <a:gd name="connsiteX97" fmla="*/ 631031 w 695325"/>
                <a:gd name="connsiteY97" fmla="*/ 461963 h 785813"/>
                <a:gd name="connsiteX98" fmla="*/ 609600 w 695325"/>
                <a:gd name="connsiteY98" fmla="*/ 452438 h 785813"/>
                <a:gd name="connsiteX99" fmla="*/ 602456 w 695325"/>
                <a:gd name="connsiteY99" fmla="*/ 435769 h 785813"/>
                <a:gd name="connsiteX100" fmla="*/ 585788 w 695325"/>
                <a:gd name="connsiteY100" fmla="*/ 447675 h 785813"/>
                <a:gd name="connsiteX101" fmla="*/ 576263 w 695325"/>
                <a:gd name="connsiteY101" fmla="*/ 423863 h 785813"/>
                <a:gd name="connsiteX102" fmla="*/ 545306 w 695325"/>
                <a:gd name="connsiteY102" fmla="*/ 400050 h 785813"/>
                <a:gd name="connsiteX103" fmla="*/ 526256 w 695325"/>
                <a:gd name="connsiteY103" fmla="*/ 400050 h 785813"/>
                <a:gd name="connsiteX104" fmla="*/ 540544 w 695325"/>
                <a:gd name="connsiteY104" fmla="*/ 381000 h 785813"/>
                <a:gd name="connsiteX105" fmla="*/ 540544 w 695325"/>
                <a:gd name="connsiteY105" fmla="*/ 359569 h 785813"/>
                <a:gd name="connsiteX106" fmla="*/ 535781 w 695325"/>
                <a:gd name="connsiteY106" fmla="*/ 352425 h 785813"/>
                <a:gd name="connsiteX107" fmla="*/ 578644 w 695325"/>
                <a:gd name="connsiteY107" fmla="*/ 364332 h 785813"/>
                <a:gd name="connsiteX108" fmla="*/ 566738 w 695325"/>
                <a:gd name="connsiteY108" fmla="*/ 347663 h 785813"/>
                <a:gd name="connsiteX109" fmla="*/ 528638 w 695325"/>
                <a:gd name="connsiteY109" fmla="*/ 335757 h 785813"/>
                <a:gd name="connsiteX110" fmla="*/ 519113 w 695325"/>
                <a:gd name="connsiteY110" fmla="*/ 321469 h 785813"/>
                <a:gd name="connsiteX111" fmla="*/ 557213 w 695325"/>
                <a:gd name="connsiteY111" fmla="*/ 307182 h 785813"/>
                <a:gd name="connsiteX112" fmla="*/ 545306 w 695325"/>
                <a:gd name="connsiteY112" fmla="*/ 280988 h 785813"/>
                <a:gd name="connsiteX113" fmla="*/ 538163 w 695325"/>
                <a:gd name="connsiteY113" fmla="*/ 297657 h 785813"/>
                <a:gd name="connsiteX114" fmla="*/ 514350 w 695325"/>
                <a:gd name="connsiteY114" fmla="*/ 309563 h 785813"/>
                <a:gd name="connsiteX115" fmla="*/ 507206 w 695325"/>
                <a:gd name="connsiteY115" fmla="*/ 288132 h 785813"/>
                <a:gd name="connsiteX116" fmla="*/ 500063 w 695325"/>
                <a:gd name="connsiteY116" fmla="*/ 278607 h 785813"/>
                <a:gd name="connsiteX117" fmla="*/ 523875 w 695325"/>
                <a:gd name="connsiteY117" fmla="*/ 259557 h 785813"/>
                <a:gd name="connsiteX118" fmla="*/ 504825 w 695325"/>
                <a:gd name="connsiteY118" fmla="*/ 242888 h 785813"/>
                <a:gd name="connsiteX119" fmla="*/ 485775 w 695325"/>
                <a:gd name="connsiteY119" fmla="*/ 254794 h 785813"/>
                <a:gd name="connsiteX120" fmla="*/ 473869 w 695325"/>
                <a:gd name="connsiteY120" fmla="*/ 240507 h 785813"/>
                <a:gd name="connsiteX121" fmla="*/ 471488 w 695325"/>
                <a:gd name="connsiteY121" fmla="*/ 223838 h 785813"/>
                <a:gd name="connsiteX122" fmla="*/ 452438 w 695325"/>
                <a:gd name="connsiteY122" fmla="*/ 230982 h 785813"/>
                <a:gd name="connsiteX123" fmla="*/ 450056 w 695325"/>
                <a:gd name="connsiteY123" fmla="*/ 214313 h 785813"/>
                <a:gd name="connsiteX124" fmla="*/ 457200 w 695325"/>
                <a:gd name="connsiteY124" fmla="*/ 202407 h 785813"/>
                <a:gd name="connsiteX125" fmla="*/ 433388 w 695325"/>
                <a:gd name="connsiteY125" fmla="*/ 171450 h 785813"/>
                <a:gd name="connsiteX126" fmla="*/ 423863 w 695325"/>
                <a:gd name="connsiteY126" fmla="*/ 190500 h 785813"/>
                <a:gd name="connsiteX127" fmla="*/ 416719 w 695325"/>
                <a:gd name="connsiteY127" fmla="*/ 207169 h 785813"/>
                <a:gd name="connsiteX128" fmla="*/ 397669 w 695325"/>
                <a:gd name="connsiteY128" fmla="*/ 192882 h 785813"/>
                <a:gd name="connsiteX129" fmla="*/ 395288 w 695325"/>
                <a:gd name="connsiteY129" fmla="*/ 166688 h 785813"/>
                <a:gd name="connsiteX130" fmla="*/ 383381 w 695325"/>
                <a:gd name="connsiteY130" fmla="*/ 180975 h 785813"/>
                <a:gd name="connsiteX131" fmla="*/ 376238 w 695325"/>
                <a:gd name="connsiteY131" fmla="*/ 166688 h 785813"/>
                <a:gd name="connsiteX132" fmla="*/ 376238 w 695325"/>
                <a:gd name="connsiteY132" fmla="*/ 147638 h 785813"/>
                <a:gd name="connsiteX133" fmla="*/ 364331 w 695325"/>
                <a:gd name="connsiteY133" fmla="*/ 142875 h 785813"/>
                <a:gd name="connsiteX134" fmla="*/ 364331 w 695325"/>
                <a:gd name="connsiteY134" fmla="*/ 116682 h 785813"/>
                <a:gd name="connsiteX135" fmla="*/ 309563 w 695325"/>
                <a:gd name="connsiteY135" fmla="*/ 90488 h 785813"/>
                <a:gd name="connsiteX136" fmla="*/ 288131 w 695325"/>
                <a:gd name="connsiteY136" fmla="*/ 97632 h 785813"/>
                <a:gd name="connsiteX137" fmla="*/ 292894 w 695325"/>
                <a:gd name="connsiteY137" fmla="*/ 123825 h 785813"/>
                <a:gd name="connsiteX138" fmla="*/ 273844 w 695325"/>
                <a:gd name="connsiteY138" fmla="*/ 126207 h 785813"/>
                <a:gd name="connsiteX139" fmla="*/ 259556 w 695325"/>
                <a:gd name="connsiteY139" fmla="*/ 121444 h 785813"/>
                <a:gd name="connsiteX140" fmla="*/ 247650 w 695325"/>
                <a:gd name="connsiteY140" fmla="*/ 140494 h 785813"/>
                <a:gd name="connsiteX141" fmla="*/ 223838 w 695325"/>
                <a:gd name="connsiteY141" fmla="*/ 152400 h 785813"/>
                <a:gd name="connsiteX142" fmla="*/ 221456 w 695325"/>
                <a:gd name="connsiteY142" fmla="*/ 130969 h 785813"/>
                <a:gd name="connsiteX143" fmla="*/ 223838 w 695325"/>
                <a:gd name="connsiteY143" fmla="*/ 92869 h 785813"/>
                <a:gd name="connsiteX144" fmla="*/ 216694 w 695325"/>
                <a:gd name="connsiteY144" fmla="*/ 66675 h 785813"/>
                <a:gd name="connsiteX145" fmla="*/ 214313 w 695325"/>
                <a:gd name="connsiteY145" fmla="*/ 50007 h 785813"/>
                <a:gd name="connsiteX146" fmla="*/ 204788 w 695325"/>
                <a:gd name="connsiteY146" fmla="*/ 28575 h 785813"/>
                <a:gd name="connsiteX147" fmla="*/ 202406 w 695325"/>
                <a:gd name="connsiteY147" fmla="*/ 0 h 785813"/>
                <a:gd name="connsiteX148" fmla="*/ 183356 w 695325"/>
                <a:gd name="connsiteY148" fmla="*/ 7144 h 785813"/>
                <a:gd name="connsiteX149" fmla="*/ 114300 w 695325"/>
                <a:gd name="connsiteY149" fmla="*/ 223837 h 785813"/>
                <a:gd name="connsiteX0" fmla="*/ 114300 w 695325"/>
                <a:gd name="connsiteY0" fmla="*/ 223837 h 785813"/>
                <a:gd name="connsiteX1" fmla="*/ 54769 w 695325"/>
                <a:gd name="connsiteY1" fmla="*/ 4763 h 785813"/>
                <a:gd name="connsiteX2" fmla="*/ 21431 w 695325"/>
                <a:gd name="connsiteY2" fmla="*/ 38100 h 785813"/>
                <a:gd name="connsiteX3" fmla="*/ 21431 w 695325"/>
                <a:gd name="connsiteY3" fmla="*/ 69057 h 785813"/>
                <a:gd name="connsiteX4" fmla="*/ 11906 w 695325"/>
                <a:gd name="connsiteY4" fmla="*/ 88107 h 785813"/>
                <a:gd name="connsiteX5" fmla="*/ 7144 w 695325"/>
                <a:gd name="connsiteY5" fmla="*/ 126207 h 785813"/>
                <a:gd name="connsiteX6" fmla="*/ 7144 w 695325"/>
                <a:gd name="connsiteY6" fmla="*/ 126207 h 785813"/>
                <a:gd name="connsiteX7" fmla="*/ 0 w 695325"/>
                <a:gd name="connsiteY7" fmla="*/ 145257 h 785813"/>
                <a:gd name="connsiteX8" fmla="*/ 0 w 695325"/>
                <a:gd name="connsiteY8" fmla="*/ 190500 h 785813"/>
                <a:gd name="connsiteX9" fmla="*/ 38100 w 695325"/>
                <a:gd name="connsiteY9" fmla="*/ 200025 h 785813"/>
                <a:gd name="connsiteX10" fmla="*/ 64294 w 695325"/>
                <a:gd name="connsiteY10" fmla="*/ 219075 h 785813"/>
                <a:gd name="connsiteX11" fmla="*/ 66675 w 695325"/>
                <a:gd name="connsiteY11" fmla="*/ 233363 h 785813"/>
                <a:gd name="connsiteX12" fmla="*/ 35719 w 695325"/>
                <a:gd name="connsiteY12" fmla="*/ 228600 h 785813"/>
                <a:gd name="connsiteX13" fmla="*/ 9525 w 695325"/>
                <a:gd name="connsiteY13" fmla="*/ 216694 h 785813"/>
                <a:gd name="connsiteX14" fmla="*/ 47625 w 695325"/>
                <a:gd name="connsiteY14" fmla="*/ 276225 h 785813"/>
                <a:gd name="connsiteX15" fmla="*/ 76200 w 695325"/>
                <a:gd name="connsiteY15" fmla="*/ 257175 h 785813"/>
                <a:gd name="connsiteX16" fmla="*/ 102394 w 695325"/>
                <a:gd name="connsiteY16" fmla="*/ 288132 h 785813"/>
                <a:gd name="connsiteX17" fmla="*/ 147638 w 695325"/>
                <a:gd name="connsiteY17" fmla="*/ 300038 h 785813"/>
                <a:gd name="connsiteX18" fmla="*/ 188119 w 695325"/>
                <a:gd name="connsiteY18" fmla="*/ 307182 h 785813"/>
                <a:gd name="connsiteX19" fmla="*/ 209550 w 695325"/>
                <a:gd name="connsiteY19" fmla="*/ 295275 h 785813"/>
                <a:gd name="connsiteX20" fmla="*/ 197644 w 695325"/>
                <a:gd name="connsiteY20" fmla="*/ 285750 h 785813"/>
                <a:gd name="connsiteX21" fmla="*/ 219075 w 695325"/>
                <a:gd name="connsiteY21" fmla="*/ 285750 h 785813"/>
                <a:gd name="connsiteX22" fmla="*/ 247650 w 695325"/>
                <a:gd name="connsiteY22" fmla="*/ 314325 h 785813"/>
                <a:gd name="connsiteX23" fmla="*/ 266700 w 695325"/>
                <a:gd name="connsiteY23" fmla="*/ 292894 h 785813"/>
                <a:gd name="connsiteX24" fmla="*/ 252413 w 695325"/>
                <a:gd name="connsiteY24" fmla="*/ 266700 h 785813"/>
                <a:gd name="connsiteX25" fmla="*/ 266700 w 695325"/>
                <a:gd name="connsiteY25" fmla="*/ 261938 h 785813"/>
                <a:gd name="connsiteX26" fmla="*/ 345281 w 695325"/>
                <a:gd name="connsiteY26" fmla="*/ 342900 h 785813"/>
                <a:gd name="connsiteX27" fmla="*/ 352425 w 695325"/>
                <a:gd name="connsiteY27" fmla="*/ 357188 h 785813"/>
                <a:gd name="connsiteX28" fmla="*/ 330994 w 695325"/>
                <a:gd name="connsiteY28" fmla="*/ 383382 h 785813"/>
                <a:gd name="connsiteX29" fmla="*/ 373856 w 695325"/>
                <a:gd name="connsiteY29" fmla="*/ 371475 h 785813"/>
                <a:gd name="connsiteX30" fmla="*/ 395288 w 695325"/>
                <a:gd name="connsiteY30" fmla="*/ 371475 h 785813"/>
                <a:gd name="connsiteX31" fmla="*/ 381000 w 695325"/>
                <a:gd name="connsiteY31" fmla="*/ 388144 h 785813"/>
                <a:gd name="connsiteX32" fmla="*/ 395288 w 695325"/>
                <a:gd name="connsiteY32" fmla="*/ 397669 h 785813"/>
                <a:gd name="connsiteX33" fmla="*/ 421481 w 695325"/>
                <a:gd name="connsiteY33" fmla="*/ 426244 h 785813"/>
                <a:gd name="connsiteX34" fmla="*/ 438150 w 695325"/>
                <a:gd name="connsiteY34" fmla="*/ 461963 h 785813"/>
                <a:gd name="connsiteX35" fmla="*/ 440531 w 695325"/>
                <a:gd name="connsiteY35" fmla="*/ 492919 h 785813"/>
                <a:gd name="connsiteX36" fmla="*/ 423863 w 695325"/>
                <a:gd name="connsiteY36" fmla="*/ 511969 h 785813"/>
                <a:gd name="connsiteX37" fmla="*/ 423863 w 695325"/>
                <a:gd name="connsiteY37" fmla="*/ 535782 h 785813"/>
                <a:gd name="connsiteX38" fmla="*/ 402431 w 695325"/>
                <a:gd name="connsiteY38" fmla="*/ 535782 h 785813"/>
                <a:gd name="connsiteX39" fmla="*/ 383381 w 695325"/>
                <a:gd name="connsiteY39" fmla="*/ 547688 h 785813"/>
                <a:gd name="connsiteX40" fmla="*/ 407194 w 695325"/>
                <a:gd name="connsiteY40" fmla="*/ 583407 h 785813"/>
                <a:gd name="connsiteX41" fmla="*/ 395288 w 695325"/>
                <a:gd name="connsiteY41" fmla="*/ 611982 h 785813"/>
                <a:gd name="connsiteX42" fmla="*/ 359569 w 695325"/>
                <a:gd name="connsiteY42" fmla="*/ 611982 h 785813"/>
                <a:gd name="connsiteX43" fmla="*/ 328613 w 695325"/>
                <a:gd name="connsiteY43" fmla="*/ 609600 h 785813"/>
                <a:gd name="connsiteX44" fmla="*/ 309563 w 695325"/>
                <a:gd name="connsiteY44" fmla="*/ 597694 h 785813"/>
                <a:gd name="connsiteX45" fmla="*/ 297656 w 695325"/>
                <a:gd name="connsiteY45" fmla="*/ 621507 h 785813"/>
                <a:gd name="connsiteX46" fmla="*/ 297656 w 695325"/>
                <a:gd name="connsiteY46" fmla="*/ 645319 h 785813"/>
                <a:gd name="connsiteX47" fmla="*/ 330994 w 695325"/>
                <a:gd name="connsiteY47" fmla="*/ 661988 h 785813"/>
                <a:gd name="connsiteX48" fmla="*/ 354806 w 695325"/>
                <a:gd name="connsiteY48" fmla="*/ 642938 h 785813"/>
                <a:gd name="connsiteX49" fmla="*/ 371475 w 695325"/>
                <a:gd name="connsiteY49" fmla="*/ 638175 h 785813"/>
                <a:gd name="connsiteX50" fmla="*/ 378619 w 695325"/>
                <a:gd name="connsiteY50" fmla="*/ 628650 h 785813"/>
                <a:gd name="connsiteX51" fmla="*/ 400050 w 695325"/>
                <a:gd name="connsiteY51" fmla="*/ 640557 h 785813"/>
                <a:gd name="connsiteX52" fmla="*/ 414338 w 695325"/>
                <a:gd name="connsiteY52" fmla="*/ 659607 h 785813"/>
                <a:gd name="connsiteX53" fmla="*/ 438150 w 695325"/>
                <a:gd name="connsiteY53" fmla="*/ 688182 h 785813"/>
                <a:gd name="connsiteX54" fmla="*/ 452438 w 695325"/>
                <a:gd name="connsiteY54" fmla="*/ 688182 h 785813"/>
                <a:gd name="connsiteX55" fmla="*/ 464344 w 695325"/>
                <a:gd name="connsiteY55" fmla="*/ 704850 h 785813"/>
                <a:gd name="connsiteX56" fmla="*/ 450056 w 695325"/>
                <a:gd name="connsiteY56" fmla="*/ 714375 h 785813"/>
                <a:gd name="connsiteX57" fmla="*/ 481013 w 695325"/>
                <a:gd name="connsiteY57" fmla="*/ 740569 h 785813"/>
                <a:gd name="connsiteX58" fmla="*/ 497681 w 695325"/>
                <a:gd name="connsiteY58" fmla="*/ 738188 h 785813"/>
                <a:gd name="connsiteX59" fmla="*/ 526256 w 695325"/>
                <a:gd name="connsiteY59" fmla="*/ 752475 h 785813"/>
                <a:gd name="connsiteX60" fmla="*/ 566738 w 695325"/>
                <a:gd name="connsiteY60" fmla="*/ 783432 h 785813"/>
                <a:gd name="connsiteX61" fmla="*/ 578644 w 695325"/>
                <a:gd name="connsiteY61" fmla="*/ 785813 h 785813"/>
                <a:gd name="connsiteX62" fmla="*/ 588169 w 695325"/>
                <a:gd name="connsiteY62" fmla="*/ 776288 h 785813"/>
                <a:gd name="connsiteX63" fmla="*/ 566738 w 695325"/>
                <a:gd name="connsiteY63" fmla="*/ 762000 h 785813"/>
                <a:gd name="connsiteX64" fmla="*/ 535781 w 695325"/>
                <a:gd name="connsiteY64" fmla="*/ 733425 h 785813"/>
                <a:gd name="connsiteX65" fmla="*/ 523875 w 695325"/>
                <a:gd name="connsiteY65" fmla="*/ 697707 h 785813"/>
                <a:gd name="connsiteX66" fmla="*/ 531019 w 695325"/>
                <a:gd name="connsiteY66" fmla="*/ 685800 h 785813"/>
                <a:gd name="connsiteX67" fmla="*/ 557213 w 695325"/>
                <a:gd name="connsiteY67" fmla="*/ 711994 h 785813"/>
                <a:gd name="connsiteX68" fmla="*/ 597694 w 695325"/>
                <a:gd name="connsiteY68" fmla="*/ 733425 h 785813"/>
                <a:gd name="connsiteX69" fmla="*/ 619125 w 695325"/>
                <a:gd name="connsiteY69" fmla="*/ 742950 h 785813"/>
                <a:gd name="connsiteX70" fmla="*/ 611981 w 695325"/>
                <a:gd name="connsiteY70" fmla="*/ 716757 h 785813"/>
                <a:gd name="connsiteX71" fmla="*/ 623888 w 695325"/>
                <a:gd name="connsiteY71" fmla="*/ 707232 h 785813"/>
                <a:gd name="connsiteX72" fmla="*/ 619125 w 695325"/>
                <a:gd name="connsiteY72" fmla="*/ 683419 h 785813"/>
                <a:gd name="connsiteX73" fmla="*/ 602456 w 695325"/>
                <a:gd name="connsiteY73" fmla="*/ 664369 h 785813"/>
                <a:gd name="connsiteX74" fmla="*/ 607219 w 695325"/>
                <a:gd name="connsiteY74" fmla="*/ 647700 h 785813"/>
                <a:gd name="connsiteX75" fmla="*/ 592931 w 695325"/>
                <a:gd name="connsiteY75" fmla="*/ 640557 h 785813"/>
                <a:gd name="connsiteX76" fmla="*/ 585788 w 695325"/>
                <a:gd name="connsiteY76" fmla="*/ 628650 h 785813"/>
                <a:gd name="connsiteX77" fmla="*/ 564356 w 695325"/>
                <a:gd name="connsiteY77" fmla="*/ 623888 h 785813"/>
                <a:gd name="connsiteX78" fmla="*/ 550069 w 695325"/>
                <a:gd name="connsiteY78" fmla="*/ 588169 h 785813"/>
                <a:gd name="connsiteX79" fmla="*/ 540544 w 695325"/>
                <a:gd name="connsiteY79" fmla="*/ 581025 h 785813"/>
                <a:gd name="connsiteX80" fmla="*/ 550069 w 695325"/>
                <a:gd name="connsiteY80" fmla="*/ 561975 h 785813"/>
                <a:gd name="connsiteX81" fmla="*/ 545306 w 695325"/>
                <a:gd name="connsiteY81" fmla="*/ 547688 h 785813"/>
                <a:gd name="connsiteX82" fmla="*/ 540544 w 695325"/>
                <a:gd name="connsiteY82" fmla="*/ 523875 h 785813"/>
                <a:gd name="connsiteX83" fmla="*/ 571500 w 695325"/>
                <a:gd name="connsiteY83" fmla="*/ 519113 h 785813"/>
                <a:gd name="connsiteX84" fmla="*/ 595313 w 695325"/>
                <a:gd name="connsiteY84" fmla="*/ 550069 h 785813"/>
                <a:gd name="connsiteX85" fmla="*/ 626269 w 695325"/>
                <a:gd name="connsiteY85" fmla="*/ 569119 h 785813"/>
                <a:gd name="connsiteX86" fmla="*/ 631031 w 695325"/>
                <a:gd name="connsiteY86" fmla="*/ 592932 h 785813"/>
                <a:gd name="connsiteX87" fmla="*/ 659606 w 695325"/>
                <a:gd name="connsiteY87" fmla="*/ 611982 h 785813"/>
                <a:gd name="connsiteX88" fmla="*/ 650081 w 695325"/>
                <a:gd name="connsiteY88" fmla="*/ 576263 h 785813"/>
                <a:gd name="connsiteX89" fmla="*/ 669131 w 695325"/>
                <a:gd name="connsiteY89" fmla="*/ 576263 h 785813"/>
                <a:gd name="connsiteX90" fmla="*/ 683419 w 695325"/>
                <a:gd name="connsiteY90" fmla="*/ 554832 h 785813"/>
                <a:gd name="connsiteX91" fmla="*/ 671513 w 695325"/>
                <a:gd name="connsiteY91" fmla="*/ 535782 h 785813"/>
                <a:gd name="connsiteX92" fmla="*/ 695325 w 695325"/>
                <a:gd name="connsiteY92" fmla="*/ 528638 h 785813"/>
                <a:gd name="connsiteX93" fmla="*/ 676275 w 695325"/>
                <a:gd name="connsiteY93" fmla="*/ 516732 h 785813"/>
                <a:gd name="connsiteX94" fmla="*/ 645319 w 695325"/>
                <a:gd name="connsiteY94" fmla="*/ 511969 h 785813"/>
                <a:gd name="connsiteX95" fmla="*/ 652463 w 695325"/>
                <a:gd name="connsiteY95" fmla="*/ 483394 h 785813"/>
                <a:gd name="connsiteX96" fmla="*/ 631031 w 695325"/>
                <a:gd name="connsiteY96" fmla="*/ 488157 h 785813"/>
                <a:gd name="connsiteX97" fmla="*/ 631031 w 695325"/>
                <a:gd name="connsiteY97" fmla="*/ 461963 h 785813"/>
                <a:gd name="connsiteX98" fmla="*/ 609600 w 695325"/>
                <a:gd name="connsiteY98" fmla="*/ 452438 h 785813"/>
                <a:gd name="connsiteX99" fmla="*/ 602456 w 695325"/>
                <a:gd name="connsiteY99" fmla="*/ 435769 h 785813"/>
                <a:gd name="connsiteX100" fmla="*/ 585788 w 695325"/>
                <a:gd name="connsiteY100" fmla="*/ 447675 h 785813"/>
                <a:gd name="connsiteX101" fmla="*/ 576263 w 695325"/>
                <a:gd name="connsiteY101" fmla="*/ 423863 h 785813"/>
                <a:gd name="connsiteX102" fmla="*/ 545306 w 695325"/>
                <a:gd name="connsiteY102" fmla="*/ 400050 h 785813"/>
                <a:gd name="connsiteX103" fmla="*/ 526256 w 695325"/>
                <a:gd name="connsiteY103" fmla="*/ 400050 h 785813"/>
                <a:gd name="connsiteX104" fmla="*/ 540544 w 695325"/>
                <a:gd name="connsiteY104" fmla="*/ 381000 h 785813"/>
                <a:gd name="connsiteX105" fmla="*/ 540544 w 695325"/>
                <a:gd name="connsiteY105" fmla="*/ 359569 h 785813"/>
                <a:gd name="connsiteX106" fmla="*/ 535781 w 695325"/>
                <a:gd name="connsiteY106" fmla="*/ 352425 h 785813"/>
                <a:gd name="connsiteX107" fmla="*/ 578644 w 695325"/>
                <a:gd name="connsiteY107" fmla="*/ 364332 h 785813"/>
                <a:gd name="connsiteX108" fmla="*/ 566738 w 695325"/>
                <a:gd name="connsiteY108" fmla="*/ 347663 h 785813"/>
                <a:gd name="connsiteX109" fmla="*/ 528638 w 695325"/>
                <a:gd name="connsiteY109" fmla="*/ 335757 h 785813"/>
                <a:gd name="connsiteX110" fmla="*/ 519113 w 695325"/>
                <a:gd name="connsiteY110" fmla="*/ 321469 h 785813"/>
                <a:gd name="connsiteX111" fmla="*/ 557213 w 695325"/>
                <a:gd name="connsiteY111" fmla="*/ 307182 h 785813"/>
                <a:gd name="connsiteX112" fmla="*/ 545306 w 695325"/>
                <a:gd name="connsiteY112" fmla="*/ 280988 h 785813"/>
                <a:gd name="connsiteX113" fmla="*/ 538163 w 695325"/>
                <a:gd name="connsiteY113" fmla="*/ 297657 h 785813"/>
                <a:gd name="connsiteX114" fmla="*/ 514350 w 695325"/>
                <a:gd name="connsiteY114" fmla="*/ 309563 h 785813"/>
                <a:gd name="connsiteX115" fmla="*/ 507206 w 695325"/>
                <a:gd name="connsiteY115" fmla="*/ 288132 h 785813"/>
                <a:gd name="connsiteX116" fmla="*/ 500063 w 695325"/>
                <a:gd name="connsiteY116" fmla="*/ 278607 h 785813"/>
                <a:gd name="connsiteX117" fmla="*/ 523875 w 695325"/>
                <a:gd name="connsiteY117" fmla="*/ 259557 h 785813"/>
                <a:gd name="connsiteX118" fmla="*/ 504825 w 695325"/>
                <a:gd name="connsiteY118" fmla="*/ 242888 h 785813"/>
                <a:gd name="connsiteX119" fmla="*/ 485775 w 695325"/>
                <a:gd name="connsiteY119" fmla="*/ 254794 h 785813"/>
                <a:gd name="connsiteX120" fmla="*/ 473869 w 695325"/>
                <a:gd name="connsiteY120" fmla="*/ 240507 h 785813"/>
                <a:gd name="connsiteX121" fmla="*/ 471488 w 695325"/>
                <a:gd name="connsiteY121" fmla="*/ 223838 h 785813"/>
                <a:gd name="connsiteX122" fmla="*/ 452438 w 695325"/>
                <a:gd name="connsiteY122" fmla="*/ 230982 h 785813"/>
                <a:gd name="connsiteX123" fmla="*/ 450056 w 695325"/>
                <a:gd name="connsiteY123" fmla="*/ 214313 h 785813"/>
                <a:gd name="connsiteX124" fmla="*/ 457200 w 695325"/>
                <a:gd name="connsiteY124" fmla="*/ 202407 h 785813"/>
                <a:gd name="connsiteX125" fmla="*/ 433388 w 695325"/>
                <a:gd name="connsiteY125" fmla="*/ 171450 h 785813"/>
                <a:gd name="connsiteX126" fmla="*/ 423863 w 695325"/>
                <a:gd name="connsiteY126" fmla="*/ 190500 h 785813"/>
                <a:gd name="connsiteX127" fmla="*/ 416719 w 695325"/>
                <a:gd name="connsiteY127" fmla="*/ 207169 h 785813"/>
                <a:gd name="connsiteX128" fmla="*/ 397669 w 695325"/>
                <a:gd name="connsiteY128" fmla="*/ 192882 h 785813"/>
                <a:gd name="connsiteX129" fmla="*/ 395288 w 695325"/>
                <a:gd name="connsiteY129" fmla="*/ 166688 h 785813"/>
                <a:gd name="connsiteX130" fmla="*/ 383381 w 695325"/>
                <a:gd name="connsiteY130" fmla="*/ 180975 h 785813"/>
                <a:gd name="connsiteX131" fmla="*/ 376238 w 695325"/>
                <a:gd name="connsiteY131" fmla="*/ 166688 h 785813"/>
                <a:gd name="connsiteX132" fmla="*/ 376238 w 695325"/>
                <a:gd name="connsiteY132" fmla="*/ 147638 h 785813"/>
                <a:gd name="connsiteX133" fmla="*/ 364331 w 695325"/>
                <a:gd name="connsiteY133" fmla="*/ 142875 h 785813"/>
                <a:gd name="connsiteX134" fmla="*/ 364331 w 695325"/>
                <a:gd name="connsiteY134" fmla="*/ 116682 h 785813"/>
                <a:gd name="connsiteX135" fmla="*/ 309563 w 695325"/>
                <a:gd name="connsiteY135" fmla="*/ 90488 h 785813"/>
                <a:gd name="connsiteX136" fmla="*/ 288131 w 695325"/>
                <a:gd name="connsiteY136" fmla="*/ 97632 h 785813"/>
                <a:gd name="connsiteX137" fmla="*/ 292894 w 695325"/>
                <a:gd name="connsiteY137" fmla="*/ 123825 h 785813"/>
                <a:gd name="connsiteX138" fmla="*/ 273844 w 695325"/>
                <a:gd name="connsiteY138" fmla="*/ 126207 h 785813"/>
                <a:gd name="connsiteX139" fmla="*/ 259556 w 695325"/>
                <a:gd name="connsiteY139" fmla="*/ 121444 h 785813"/>
                <a:gd name="connsiteX140" fmla="*/ 247650 w 695325"/>
                <a:gd name="connsiteY140" fmla="*/ 140494 h 785813"/>
                <a:gd name="connsiteX141" fmla="*/ 223838 w 695325"/>
                <a:gd name="connsiteY141" fmla="*/ 152400 h 785813"/>
                <a:gd name="connsiteX142" fmla="*/ 221456 w 695325"/>
                <a:gd name="connsiteY142" fmla="*/ 130969 h 785813"/>
                <a:gd name="connsiteX143" fmla="*/ 223838 w 695325"/>
                <a:gd name="connsiteY143" fmla="*/ 92869 h 785813"/>
                <a:gd name="connsiteX144" fmla="*/ 216694 w 695325"/>
                <a:gd name="connsiteY144" fmla="*/ 66675 h 785813"/>
                <a:gd name="connsiteX145" fmla="*/ 214313 w 695325"/>
                <a:gd name="connsiteY145" fmla="*/ 50007 h 785813"/>
                <a:gd name="connsiteX146" fmla="*/ 204788 w 695325"/>
                <a:gd name="connsiteY146" fmla="*/ 28575 h 785813"/>
                <a:gd name="connsiteX147" fmla="*/ 202406 w 695325"/>
                <a:gd name="connsiteY147" fmla="*/ 0 h 785813"/>
                <a:gd name="connsiteX148" fmla="*/ 183356 w 695325"/>
                <a:gd name="connsiteY148" fmla="*/ 7144 h 785813"/>
                <a:gd name="connsiteX149" fmla="*/ 169069 w 695325"/>
                <a:gd name="connsiteY149" fmla="*/ 52388 h 785813"/>
                <a:gd name="connsiteX150" fmla="*/ 114300 w 695325"/>
                <a:gd name="connsiteY150" fmla="*/ 223837 h 785813"/>
                <a:gd name="connsiteX0" fmla="*/ 114300 w 695325"/>
                <a:gd name="connsiteY0" fmla="*/ 223837 h 785813"/>
                <a:gd name="connsiteX1" fmla="*/ 54769 w 695325"/>
                <a:gd name="connsiteY1" fmla="*/ 4763 h 785813"/>
                <a:gd name="connsiteX2" fmla="*/ 21431 w 695325"/>
                <a:gd name="connsiteY2" fmla="*/ 38100 h 785813"/>
                <a:gd name="connsiteX3" fmla="*/ 21431 w 695325"/>
                <a:gd name="connsiteY3" fmla="*/ 69057 h 785813"/>
                <a:gd name="connsiteX4" fmla="*/ 11906 w 695325"/>
                <a:gd name="connsiteY4" fmla="*/ 88107 h 785813"/>
                <a:gd name="connsiteX5" fmla="*/ 7144 w 695325"/>
                <a:gd name="connsiteY5" fmla="*/ 126207 h 785813"/>
                <a:gd name="connsiteX6" fmla="*/ 7144 w 695325"/>
                <a:gd name="connsiteY6" fmla="*/ 126207 h 785813"/>
                <a:gd name="connsiteX7" fmla="*/ 0 w 695325"/>
                <a:gd name="connsiteY7" fmla="*/ 145257 h 785813"/>
                <a:gd name="connsiteX8" fmla="*/ 0 w 695325"/>
                <a:gd name="connsiteY8" fmla="*/ 190500 h 785813"/>
                <a:gd name="connsiteX9" fmla="*/ 38100 w 695325"/>
                <a:gd name="connsiteY9" fmla="*/ 200025 h 785813"/>
                <a:gd name="connsiteX10" fmla="*/ 64294 w 695325"/>
                <a:gd name="connsiteY10" fmla="*/ 219075 h 785813"/>
                <a:gd name="connsiteX11" fmla="*/ 66675 w 695325"/>
                <a:gd name="connsiteY11" fmla="*/ 233363 h 785813"/>
                <a:gd name="connsiteX12" fmla="*/ 35719 w 695325"/>
                <a:gd name="connsiteY12" fmla="*/ 228600 h 785813"/>
                <a:gd name="connsiteX13" fmla="*/ 9525 w 695325"/>
                <a:gd name="connsiteY13" fmla="*/ 216694 h 785813"/>
                <a:gd name="connsiteX14" fmla="*/ 47625 w 695325"/>
                <a:gd name="connsiteY14" fmla="*/ 276225 h 785813"/>
                <a:gd name="connsiteX15" fmla="*/ 76200 w 695325"/>
                <a:gd name="connsiteY15" fmla="*/ 257175 h 785813"/>
                <a:gd name="connsiteX16" fmla="*/ 102394 w 695325"/>
                <a:gd name="connsiteY16" fmla="*/ 288132 h 785813"/>
                <a:gd name="connsiteX17" fmla="*/ 147638 w 695325"/>
                <a:gd name="connsiteY17" fmla="*/ 300038 h 785813"/>
                <a:gd name="connsiteX18" fmla="*/ 188119 w 695325"/>
                <a:gd name="connsiteY18" fmla="*/ 307182 h 785813"/>
                <a:gd name="connsiteX19" fmla="*/ 209550 w 695325"/>
                <a:gd name="connsiteY19" fmla="*/ 295275 h 785813"/>
                <a:gd name="connsiteX20" fmla="*/ 197644 w 695325"/>
                <a:gd name="connsiteY20" fmla="*/ 285750 h 785813"/>
                <a:gd name="connsiteX21" fmla="*/ 219075 w 695325"/>
                <a:gd name="connsiteY21" fmla="*/ 285750 h 785813"/>
                <a:gd name="connsiteX22" fmla="*/ 247650 w 695325"/>
                <a:gd name="connsiteY22" fmla="*/ 314325 h 785813"/>
                <a:gd name="connsiteX23" fmla="*/ 266700 w 695325"/>
                <a:gd name="connsiteY23" fmla="*/ 292894 h 785813"/>
                <a:gd name="connsiteX24" fmla="*/ 252413 w 695325"/>
                <a:gd name="connsiteY24" fmla="*/ 266700 h 785813"/>
                <a:gd name="connsiteX25" fmla="*/ 266700 w 695325"/>
                <a:gd name="connsiteY25" fmla="*/ 261938 h 785813"/>
                <a:gd name="connsiteX26" fmla="*/ 345281 w 695325"/>
                <a:gd name="connsiteY26" fmla="*/ 342900 h 785813"/>
                <a:gd name="connsiteX27" fmla="*/ 352425 w 695325"/>
                <a:gd name="connsiteY27" fmla="*/ 357188 h 785813"/>
                <a:gd name="connsiteX28" fmla="*/ 330994 w 695325"/>
                <a:gd name="connsiteY28" fmla="*/ 383382 h 785813"/>
                <a:gd name="connsiteX29" fmla="*/ 373856 w 695325"/>
                <a:gd name="connsiteY29" fmla="*/ 371475 h 785813"/>
                <a:gd name="connsiteX30" fmla="*/ 395288 w 695325"/>
                <a:gd name="connsiteY30" fmla="*/ 371475 h 785813"/>
                <a:gd name="connsiteX31" fmla="*/ 381000 w 695325"/>
                <a:gd name="connsiteY31" fmla="*/ 388144 h 785813"/>
                <a:gd name="connsiteX32" fmla="*/ 395288 w 695325"/>
                <a:gd name="connsiteY32" fmla="*/ 397669 h 785813"/>
                <a:gd name="connsiteX33" fmla="*/ 421481 w 695325"/>
                <a:gd name="connsiteY33" fmla="*/ 426244 h 785813"/>
                <a:gd name="connsiteX34" fmla="*/ 438150 w 695325"/>
                <a:gd name="connsiteY34" fmla="*/ 461963 h 785813"/>
                <a:gd name="connsiteX35" fmla="*/ 440531 w 695325"/>
                <a:gd name="connsiteY35" fmla="*/ 492919 h 785813"/>
                <a:gd name="connsiteX36" fmla="*/ 423863 w 695325"/>
                <a:gd name="connsiteY36" fmla="*/ 511969 h 785813"/>
                <a:gd name="connsiteX37" fmla="*/ 423863 w 695325"/>
                <a:gd name="connsiteY37" fmla="*/ 535782 h 785813"/>
                <a:gd name="connsiteX38" fmla="*/ 402431 w 695325"/>
                <a:gd name="connsiteY38" fmla="*/ 535782 h 785813"/>
                <a:gd name="connsiteX39" fmla="*/ 383381 w 695325"/>
                <a:gd name="connsiteY39" fmla="*/ 547688 h 785813"/>
                <a:gd name="connsiteX40" fmla="*/ 407194 w 695325"/>
                <a:gd name="connsiteY40" fmla="*/ 583407 h 785813"/>
                <a:gd name="connsiteX41" fmla="*/ 395288 w 695325"/>
                <a:gd name="connsiteY41" fmla="*/ 611982 h 785813"/>
                <a:gd name="connsiteX42" fmla="*/ 359569 w 695325"/>
                <a:gd name="connsiteY42" fmla="*/ 611982 h 785813"/>
                <a:gd name="connsiteX43" fmla="*/ 328613 w 695325"/>
                <a:gd name="connsiteY43" fmla="*/ 609600 h 785813"/>
                <a:gd name="connsiteX44" fmla="*/ 309563 w 695325"/>
                <a:gd name="connsiteY44" fmla="*/ 597694 h 785813"/>
                <a:gd name="connsiteX45" fmla="*/ 297656 w 695325"/>
                <a:gd name="connsiteY45" fmla="*/ 621507 h 785813"/>
                <a:gd name="connsiteX46" fmla="*/ 297656 w 695325"/>
                <a:gd name="connsiteY46" fmla="*/ 645319 h 785813"/>
                <a:gd name="connsiteX47" fmla="*/ 330994 w 695325"/>
                <a:gd name="connsiteY47" fmla="*/ 661988 h 785813"/>
                <a:gd name="connsiteX48" fmla="*/ 354806 w 695325"/>
                <a:gd name="connsiteY48" fmla="*/ 642938 h 785813"/>
                <a:gd name="connsiteX49" fmla="*/ 371475 w 695325"/>
                <a:gd name="connsiteY49" fmla="*/ 638175 h 785813"/>
                <a:gd name="connsiteX50" fmla="*/ 378619 w 695325"/>
                <a:gd name="connsiteY50" fmla="*/ 628650 h 785813"/>
                <a:gd name="connsiteX51" fmla="*/ 400050 w 695325"/>
                <a:gd name="connsiteY51" fmla="*/ 640557 h 785813"/>
                <a:gd name="connsiteX52" fmla="*/ 414338 w 695325"/>
                <a:gd name="connsiteY52" fmla="*/ 659607 h 785813"/>
                <a:gd name="connsiteX53" fmla="*/ 438150 w 695325"/>
                <a:gd name="connsiteY53" fmla="*/ 688182 h 785813"/>
                <a:gd name="connsiteX54" fmla="*/ 452438 w 695325"/>
                <a:gd name="connsiteY54" fmla="*/ 688182 h 785813"/>
                <a:gd name="connsiteX55" fmla="*/ 464344 w 695325"/>
                <a:gd name="connsiteY55" fmla="*/ 704850 h 785813"/>
                <a:gd name="connsiteX56" fmla="*/ 450056 w 695325"/>
                <a:gd name="connsiteY56" fmla="*/ 714375 h 785813"/>
                <a:gd name="connsiteX57" fmla="*/ 481013 w 695325"/>
                <a:gd name="connsiteY57" fmla="*/ 740569 h 785813"/>
                <a:gd name="connsiteX58" fmla="*/ 497681 w 695325"/>
                <a:gd name="connsiteY58" fmla="*/ 738188 h 785813"/>
                <a:gd name="connsiteX59" fmla="*/ 526256 w 695325"/>
                <a:gd name="connsiteY59" fmla="*/ 752475 h 785813"/>
                <a:gd name="connsiteX60" fmla="*/ 566738 w 695325"/>
                <a:gd name="connsiteY60" fmla="*/ 783432 h 785813"/>
                <a:gd name="connsiteX61" fmla="*/ 578644 w 695325"/>
                <a:gd name="connsiteY61" fmla="*/ 785813 h 785813"/>
                <a:gd name="connsiteX62" fmla="*/ 588169 w 695325"/>
                <a:gd name="connsiteY62" fmla="*/ 776288 h 785813"/>
                <a:gd name="connsiteX63" fmla="*/ 566738 w 695325"/>
                <a:gd name="connsiteY63" fmla="*/ 762000 h 785813"/>
                <a:gd name="connsiteX64" fmla="*/ 535781 w 695325"/>
                <a:gd name="connsiteY64" fmla="*/ 733425 h 785813"/>
                <a:gd name="connsiteX65" fmla="*/ 523875 w 695325"/>
                <a:gd name="connsiteY65" fmla="*/ 697707 h 785813"/>
                <a:gd name="connsiteX66" fmla="*/ 531019 w 695325"/>
                <a:gd name="connsiteY66" fmla="*/ 685800 h 785813"/>
                <a:gd name="connsiteX67" fmla="*/ 557213 w 695325"/>
                <a:gd name="connsiteY67" fmla="*/ 711994 h 785813"/>
                <a:gd name="connsiteX68" fmla="*/ 597694 w 695325"/>
                <a:gd name="connsiteY68" fmla="*/ 733425 h 785813"/>
                <a:gd name="connsiteX69" fmla="*/ 619125 w 695325"/>
                <a:gd name="connsiteY69" fmla="*/ 742950 h 785813"/>
                <a:gd name="connsiteX70" fmla="*/ 611981 w 695325"/>
                <a:gd name="connsiteY70" fmla="*/ 716757 h 785813"/>
                <a:gd name="connsiteX71" fmla="*/ 623888 w 695325"/>
                <a:gd name="connsiteY71" fmla="*/ 707232 h 785813"/>
                <a:gd name="connsiteX72" fmla="*/ 619125 w 695325"/>
                <a:gd name="connsiteY72" fmla="*/ 683419 h 785813"/>
                <a:gd name="connsiteX73" fmla="*/ 602456 w 695325"/>
                <a:gd name="connsiteY73" fmla="*/ 664369 h 785813"/>
                <a:gd name="connsiteX74" fmla="*/ 607219 w 695325"/>
                <a:gd name="connsiteY74" fmla="*/ 647700 h 785813"/>
                <a:gd name="connsiteX75" fmla="*/ 592931 w 695325"/>
                <a:gd name="connsiteY75" fmla="*/ 640557 h 785813"/>
                <a:gd name="connsiteX76" fmla="*/ 585788 w 695325"/>
                <a:gd name="connsiteY76" fmla="*/ 628650 h 785813"/>
                <a:gd name="connsiteX77" fmla="*/ 564356 w 695325"/>
                <a:gd name="connsiteY77" fmla="*/ 623888 h 785813"/>
                <a:gd name="connsiteX78" fmla="*/ 550069 w 695325"/>
                <a:gd name="connsiteY78" fmla="*/ 588169 h 785813"/>
                <a:gd name="connsiteX79" fmla="*/ 540544 w 695325"/>
                <a:gd name="connsiteY79" fmla="*/ 581025 h 785813"/>
                <a:gd name="connsiteX80" fmla="*/ 550069 w 695325"/>
                <a:gd name="connsiteY80" fmla="*/ 561975 h 785813"/>
                <a:gd name="connsiteX81" fmla="*/ 545306 w 695325"/>
                <a:gd name="connsiteY81" fmla="*/ 547688 h 785813"/>
                <a:gd name="connsiteX82" fmla="*/ 540544 w 695325"/>
                <a:gd name="connsiteY82" fmla="*/ 523875 h 785813"/>
                <a:gd name="connsiteX83" fmla="*/ 571500 w 695325"/>
                <a:gd name="connsiteY83" fmla="*/ 519113 h 785813"/>
                <a:gd name="connsiteX84" fmla="*/ 595313 w 695325"/>
                <a:gd name="connsiteY84" fmla="*/ 550069 h 785813"/>
                <a:gd name="connsiteX85" fmla="*/ 626269 w 695325"/>
                <a:gd name="connsiteY85" fmla="*/ 569119 h 785813"/>
                <a:gd name="connsiteX86" fmla="*/ 631031 w 695325"/>
                <a:gd name="connsiteY86" fmla="*/ 592932 h 785813"/>
                <a:gd name="connsiteX87" fmla="*/ 659606 w 695325"/>
                <a:gd name="connsiteY87" fmla="*/ 611982 h 785813"/>
                <a:gd name="connsiteX88" fmla="*/ 650081 w 695325"/>
                <a:gd name="connsiteY88" fmla="*/ 576263 h 785813"/>
                <a:gd name="connsiteX89" fmla="*/ 669131 w 695325"/>
                <a:gd name="connsiteY89" fmla="*/ 576263 h 785813"/>
                <a:gd name="connsiteX90" fmla="*/ 683419 w 695325"/>
                <a:gd name="connsiteY90" fmla="*/ 554832 h 785813"/>
                <a:gd name="connsiteX91" fmla="*/ 671513 w 695325"/>
                <a:gd name="connsiteY91" fmla="*/ 535782 h 785813"/>
                <a:gd name="connsiteX92" fmla="*/ 695325 w 695325"/>
                <a:gd name="connsiteY92" fmla="*/ 528638 h 785813"/>
                <a:gd name="connsiteX93" fmla="*/ 676275 w 695325"/>
                <a:gd name="connsiteY93" fmla="*/ 516732 h 785813"/>
                <a:gd name="connsiteX94" fmla="*/ 645319 w 695325"/>
                <a:gd name="connsiteY94" fmla="*/ 511969 h 785813"/>
                <a:gd name="connsiteX95" fmla="*/ 652463 w 695325"/>
                <a:gd name="connsiteY95" fmla="*/ 483394 h 785813"/>
                <a:gd name="connsiteX96" fmla="*/ 631031 w 695325"/>
                <a:gd name="connsiteY96" fmla="*/ 488157 h 785813"/>
                <a:gd name="connsiteX97" fmla="*/ 631031 w 695325"/>
                <a:gd name="connsiteY97" fmla="*/ 461963 h 785813"/>
                <a:gd name="connsiteX98" fmla="*/ 609600 w 695325"/>
                <a:gd name="connsiteY98" fmla="*/ 452438 h 785813"/>
                <a:gd name="connsiteX99" fmla="*/ 602456 w 695325"/>
                <a:gd name="connsiteY99" fmla="*/ 435769 h 785813"/>
                <a:gd name="connsiteX100" fmla="*/ 585788 w 695325"/>
                <a:gd name="connsiteY100" fmla="*/ 447675 h 785813"/>
                <a:gd name="connsiteX101" fmla="*/ 576263 w 695325"/>
                <a:gd name="connsiteY101" fmla="*/ 423863 h 785813"/>
                <a:gd name="connsiteX102" fmla="*/ 545306 w 695325"/>
                <a:gd name="connsiteY102" fmla="*/ 400050 h 785813"/>
                <a:gd name="connsiteX103" fmla="*/ 526256 w 695325"/>
                <a:gd name="connsiteY103" fmla="*/ 400050 h 785813"/>
                <a:gd name="connsiteX104" fmla="*/ 540544 w 695325"/>
                <a:gd name="connsiteY104" fmla="*/ 381000 h 785813"/>
                <a:gd name="connsiteX105" fmla="*/ 540544 w 695325"/>
                <a:gd name="connsiteY105" fmla="*/ 359569 h 785813"/>
                <a:gd name="connsiteX106" fmla="*/ 535781 w 695325"/>
                <a:gd name="connsiteY106" fmla="*/ 352425 h 785813"/>
                <a:gd name="connsiteX107" fmla="*/ 578644 w 695325"/>
                <a:gd name="connsiteY107" fmla="*/ 364332 h 785813"/>
                <a:gd name="connsiteX108" fmla="*/ 566738 w 695325"/>
                <a:gd name="connsiteY108" fmla="*/ 347663 h 785813"/>
                <a:gd name="connsiteX109" fmla="*/ 528638 w 695325"/>
                <a:gd name="connsiteY109" fmla="*/ 335757 h 785813"/>
                <a:gd name="connsiteX110" fmla="*/ 519113 w 695325"/>
                <a:gd name="connsiteY110" fmla="*/ 321469 h 785813"/>
                <a:gd name="connsiteX111" fmla="*/ 557213 w 695325"/>
                <a:gd name="connsiteY111" fmla="*/ 307182 h 785813"/>
                <a:gd name="connsiteX112" fmla="*/ 545306 w 695325"/>
                <a:gd name="connsiteY112" fmla="*/ 280988 h 785813"/>
                <a:gd name="connsiteX113" fmla="*/ 538163 w 695325"/>
                <a:gd name="connsiteY113" fmla="*/ 297657 h 785813"/>
                <a:gd name="connsiteX114" fmla="*/ 514350 w 695325"/>
                <a:gd name="connsiteY114" fmla="*/ 309563 h 785813"/>
                <a:gd name="connsiteX115" fmla="*/ 507206 w 695325"/>
                <a:gd name="connsiteY115" fmla="*/ 288132 h 785813"/>
                <a:gd name="connsiteX116" fmla="*/ 500063 w 695325"/>
                <a:gd name="connsiteY116" fmla="*/ 278607 h 785813"/>
                <a:gd name="connsiteX117" fmla="*/ 523875 w 695325"/>
                <a:gd name="connsiteY117" fmla="*/ 259557 h 785813"/>
                <a:gd name="connsiteX118" fmla="*/ 504825 w 695325"/>
                <a:gd name="connsiteY118" fmla="*/ 242888 h 785813"/>
                <a:gd name="connsiteX119" fmla="*/ 485775 w 695325"/>
                <a:gd name="connsiteY119" fmla="*/ 254794 h 785813"/>
                <a:gd name="connsiteX120" fmla="*/ 473869 w 695325"/>
                <a:gd name="connsiteY120" fmla="*/ 240507 h 785813"/>
                <a:gd name="connsiteX121" fmla="*/ 471488 w 695325"/>
                <a:gd name="connsiteY121" fmla="*/ 223838 h 785813"/>
                <a:gd name="connsiteX122" fmla="*/ 452438 w 695325"/>
                <a:gd name="connsiteY122" fmla="*/ 230982 h 785813"/>
                <a:gd name="connsiteX123" fmla="*/ 450056 w 695325"/>
                <a:gd name="connsiteY123" fmla="*/ 214313 h 785813"/>
                <a:gd name="connsiteX124" fmla="*/ 457200 w 695325"/>
                <a:gd name="connsiteY124" fmla="*/ 202407 h 785813"/>
                <a:gd name="connsiteX125" fmla="*/ 433388 w 695325"/>
                <a:gd name="connsiteY125" fmla="*/ 171450 h 785813"/>
                <a:gd name="connsiteX126" fmla="*/ 423863 w 695325"/>
                <a:gd name="connsiteY126" fmla="*/ 190500 h 785813"/>
                <a:gd name="connsiteX127" fmla="*/ 416719 w 695325"/>
                <a:gd name="connsiteY127" fmla="*/ 207169 h 785813"/>
                <a:gd name="connsiteX128" fmla="*/ 397669 w 695325"/>
                <a:gd name="connsiteY128" fmla="*/ 192882 h 785813"/>
                <a:gd name="connsiteX129" fmla="*/ 395288 w 695325"/>
                <a:gd name="connsiteY129" fmla="*/ 166688 h 785813"/>
                <a:gd name="connsiteX130" fmla="*/ 383381 w 695325"/>
                <a:gd name="connsiteY130" fmla="*/ 180975 h 785813"/>
                <a:gd name="connsiteX131" fmla="*/ 376238 w 695325"/>
                <a:gd name="connsiteY131" fmla="*/ 166688 h 785813"/>
                <a:gd name="connsiteX132" fmla="*/ 376238 w 695325"/>
                <a:gd name="connsiteY132" fmla="*/ 147638 h 785813"/>
                <a:gd name="connsiteX133" fmla="*/ 364331 w 695325"/>
                <a:gd name="connsiteY133" fmla="*/ 142875 h 785813"/>
                <a:gd name="connsiteX134" fmla="*/ 364331 w 695325"/>
                <a:gd name="connsiteY134" fmla="*/ 116682 h 785813"/>
                <a:gd name="connsiteX135" fmla="*/ 309563 w 695325"/>
                <a:gd name="connsiteY135" fmla="*/ 90488 h 785813"/>
                <a:gd name="connsiteX136" fmla="*/ 288131 w 695325"/>
                <a:gd name="connsiteY136" fmla="*/ 97632 h 785813"/>
                <a:gd name="connsiteX137" fmla="*/ 292894 w 695325"/>
                <a:gd name="connsiteY137" fmla="*/ 123825 h 785813"/>
                <a:gd name="connsiteX138" fmla="*/ 273844 w 695325"/>
                <a:gd name="connsiteY138" fmla="*/ 126207 h 785813"/>
                <a:gd name="connsiteX139" fmla="*/ 259556 w 695325"/>
                <a:gd name="connsiteY139" fmla="*/ 121444 h 785813"/>
                <a:gd name="connsiteX140" fmla="*/ 247650 w 695325"/>
                <a:gd name="connsiteY140" fmla="*/ 140494 h 785813"/>
                <a:gd name="connsiteX141" fmla="*/ 223838 w 695325"/>
                <a:gd name="connsiteY141" fmla="*/ 152400 h 785813"/>
                <a:gd name="connsiteX142" fmla="*/ 221456 w 695325"/>
                <a:gd name="connsiteY142" fmla="*/ 130969 h 785813"/>
                <a:gd name="connsiteX143" fmla="*/ 223838 w 695325"/>
                <a:gd name="connsiteY143" fmla="*/ 92869 h 785813"/>
                <a:gd name="connsiteX144" fmla="*/ 216694 w 695325"/>
                <a:gd name="connsiteY144" fmla="*/ 66675 h 785813"/>
                <a:gd name="connsiteX145" fmla="*/ 214313 w 695325"/>
                <a:gd name="connsiteY145" fmla="*/ 50007 h 785813"/>
                <a:gd name="connsiteX146" fmla="*/ 204788 w 695325"/>
                <a:gd name="connsiteY146" fmla="*/ 28575 h 785813"/>
                <a:gd name="connsiteX147" fmla="*/ 202406 w 695325"/>
                <a:gd name="connsiteY147" fmla="*/ 0 h 785813"/>
                <a:gd name="connsiteX148" fmla="*/ 183356 w 695325"/>
                <a:gd name="connsiteY148" fmla="*/ 7144 h 785813"/>
                <a:gd name="connsiteX149" fmla="*/ 161926 w 695325"/>
                <a:gd name="connsiteY149" fmla="*/ 23813 h 785813"/>
                <a:gd name="connsiteX150" fmla="*/ 114300 w 695325"/>
                <a:gd name="connsiteY150" fmla="*/ 223837 h 785813"/>
                <a:gd name="connsiteX0" fmla="*/ 114300 w 695325"/>
                <a:gd name="connsiteY0" fmla="*/ 223837 h 785813"/>
                <a:gd name="connsiteX1" fmla="*/ 54769 w 695325"/>
                <a:gd name="connsiteY1" fmla="*/ 4763 h 785813"/>
                <a:gd name="connsiteX2" fmla="*/ 21431 w 695325"/>
                <a:gd name="connsiteY2" fmla="*/ 38100 h 785813"/>
                <a:gd name="connsiteX3" fmla="*/ 21431 w 695325"/>
                <a:gd name="connsiteY3" fmla="*/ 69057 h 785813"/>
                <a:gd name="connsiteX4" fmla="*/ 11906 w 695325"/>
                <a:gd name="connsiteY4" fmla="*/ 88107 h 785813"/>
                <a:gd name="connsiteX5" fmla="*/ 7144 w 695325"/>
                <a:gd name="connsiteY5" fmla="*/ 126207 h 785813"/>
                <a:gd name="connsiteX6" fmla="*/ 7144 w 695325"/>
                <a:gd name="connsiteY6" fmla="*/ 126207 h 785813"/>
                <a:gd name="connsiteX7" fmla="*/ 0 w 695325"/>
                <a:gd name="connsiteY7" fmla="*/ 145257 h 785813"/>
                <a:gd name="connsiteX8" fmla="*/ 0 w 695325"/>
                <a:gd name="connsiteY8" fmla="*/ 190500 h 785813"/>
                <a:gd name="connsiteX9" fmla="*/ 38100 w 695325"/>
                <a:gd name="connsiteY9" fmla="*/ 200025 h 785813"/>
                <a:gd name="connsiteX10" fmla="*/ 64294 w 695325"/>
                <a:gd name="connsiteY10" fmla="*/ 219075 h 785813"/>
                <a:gd name="connsiteX11" fmla="*/ 66675 w 695325"/>
                <a:gd name="connsiteY11" fmla="*/ 233363 h 785813"/>
                <a:gd name="connsiteX12" fmla="*/ 35719 w 695325"/>
                <a:gd name="connsiteY12" fmla="*/ 228600 h 785813"/>
                <a:gd name="connsiteX13" fmla="*/ 9525 w 695325"/>
                <a:gd name="connsiteY13" fmla="*/ 216694 h 785813"/>
                <a:gd name="connsiteX14" fmla="*/ 47625 w 695325"/>
                <a:gd name="connsiteY14" fmla="*/ 276225 h 785813"/>
                <a:gd name="connsiteX15" fmla="*/ 76200 w 695325"/>
                <a:gd name="connsiteY15" fmla="*/ 257175 h 785813"/>
                <a:gd name="connsiteX16" fmla="*/ 102394 w 695325"/>
                <a:gd name="connsiteY16" fmla="*/ 288132 h 785813"/>
                <a:gd name="connsiteX17" fmla="*/ 147638 w 695325"/>
                <a:gd name="connsiteY17" fmla="*/ 300038 h 785813"/>
                <a:gd name="connsiteX18" fmla="*/ 188119 w 695325"/>
                <a:gd name="connsiteY18" fmla="*/ 307182 h 785813"/>
                <a:gd name="connsiteX19" fmla="*/ 209550 w 695325"/>
                <a:gd name="connsiteY19" fmla="*/ 295275 h 785813"/>
                <a:gd name="connsiteX20" fmla="*/ 197644 w 695325"/>
                <a:gd name="connsiteY20" fmla="*/ 285750 h 785813"/>
                <a:gd name="connsiteX21" fmla="*/ 219075 w 695325"/>
                <a:gd name="connsiteY21" fmla="*/ 285750 h 785813"/>
                <a:gd name="connsiteX22" fmla="*/ 247650 w 695325"/>
                <a:gd name="connsiteY22" fmla="*/ 314325 h 785813"/>
                <a:gd name="connsiteX23" fmla="*/ 266700 w 695325"/>
                <a:gd name="connsiteY23" fmla="*/ 292894 h 785813"/>
                <a:gd name="connsiteX24" fmla="*/ 252413 w 695325"/>
                <a:gd name="connsiteY24" fmla="*/ 266700 h 785813"/>
                <a:gd name="connsiteX25" fmla="*/ 266700 w 695325"/>
                <a:gd name="connsiteY25" fmla="*/ 261938 h 785813"/>
                <a:gd name="connsiteX26" fmla="*/ 345281 w 695325"/>
                <a:gd name="connsiteY26" fmla="*/ 342900 h 785813"/>
                <a:gd name="connsiteX27" fmla="*/ 352425 w 695325"/>
                <a:gd name="connsiteY27" fmla="*/ 357188 h 785813"/>
                <a:gd name="connsiteX28" fmla="*/ 330994 w 695325"/>
                <a:gd name="connsiteY28" fmla="*/ 383382 h 785813"/>
                <a:gd name="connsiteX29" fmla="*/ 373856 w 695325"/>
                <a:gd name="connsiteY29" fmla="*/ 371475 h 785813"/>
                <a:gd name="connsiteX30" fmla="*/ 395288 w 695325"/>
                <a:gd name="connsiteY30" fmla="*/ 371475 h 785813"/>
                <a:gd name="connsiteX31" fmla="*/ 381000 w 695325"/>
                <a:gd name="connsiteY31" fmla="*/ 388144 h 785813"/>
                <a:gd name="connsiteX32" fmla="*/ 395288 w 695325"/>
                <a:gd name="connsiteY32" fmla="*/ 397669 h 785813"/>
                <a:gd name="connsiteX33" fmla="*/ 421481 w 695325"/>
                <a:gd name="connsiteY33" fmla="*/ 426244 h 785813"/>
                <a:gd name="connsiteX34" fmla="*/ 438150 w 695325"/>
                <a:gd name="connsiteY34" fmla="*/ 461963 h 785813"/>
                <a:gd name="connsiteX35" fmla="*/ 440531 w 695325"/>
                <a:gd name="connsiteY35" fmla="*/ 492919 h 785813"/>
                <a:gd name="connsiteX36" fmla="*/ 423863 w 695325"/>
                <a:gd name="connsiteY36" fmla="*/ 511969 h 785813"/>
                <a:gd name="connsiteX37" fmla="*/ 423863 w 695325"/>
                <a:gd name="connsiteY37" fmla="*/ 535782 h 785813"/>
                <a:gd name="connsiteX38" fmla="*/ 402431 w 695325"/>
                <a:gd name="connsiteY38" fmla="*/ 535782 h 785813"/>
                <a:gd name="connsiteX39" fmla="*/ 383381 w 695325"/>
                <a:gd name="connsiteY39" fmla="*/ 547688 h 785813"/>
                <a:gd name="connsiteX40" fmla="*/ 407194 w 695325"/>
                <a:gd name="connsiteY40" fmla="*/ 583407 h 785813"/>
                <a:gd name="connsiteX41" fmla="*/ 395288 w 695325"/>
                <a:gd name="connsiteY41" fmla="*/ 611982 h 785813"/>
                <a:gd name="connsiteX42" fmla="*/ 359569 w 695325"/>
                <a:gd name="connsiteY42" fmla="*/ 611982 h 785813"/>
                <a:gd name="connsiteX43" fmla="*/ 328613 w 695325"/>
                <a:gd name="connsiteY43" fmla="*/ 609600 h 785813"/>
                <a:gd name="connsiteX44" fmla="*/ 309563 w 695325"/>
                <a:gd name="connsiteY44" fmla="*/ 597694 h 785813"/>
                <a:gd name="connsiteX45" fmla="*/ 297656 w 695325"/>
                <a:gd name="connsiteY45" fmla="*/ 621507 h 785813"/>
                <a:gd name="connsiteX46" fmla="*/ 297656 w 695325"/>
                <a:gd name="connsiteY46" fmla="*/ 645319 h 785813"/>
                <a:gd name="connsiteX47" fmla="*/ 330994 w 695325"/>
                <a:gd name="connsiteY47" fmla="*/ 661988 h 785813"/>
                <a:gd name="connsiteX48" fmla="*/ 354806 w 695325"/>
                <a:gd name="connsiteY48" fmla="*/ 642938 h 785813"/>
                <a:gd name="connsiteX49" fmla="*/ 371475 w 695325"/>
                <a:gd name="connsiteY49" fmla="*/ 638175 h 785813"/>
                <a:gd name="connsiteX50" fmla="*/ 378619 w 695325"/>
                <a:gd name="connsiteY50" fmla="*/ 628650 h 785813"/>
                <a:gd name="connsiteX51" fmla="*/ 400050 w 695325"/>
                <a:gd name="connsiteY51" fmla="*/ 640557 h 785813"/>
                <a:gd name="connsiteX52" fmla="*/ 414338 w 695325"/>
                <a:gd name="connsiteY52" fmla="*/ 659607 h 785813"/>
                <a:gd name="connsiteX53" fmla="*/ 438150 w 695325"/>
                <a:gd name="connsiteY53" fmla="*/ 688182 h 785813"/>
                <a:gd name="connsiteX54" fmla="*/ 452438 w 695325"/>
                <a:gd name="connsiteY54" fmla="*/ 688182 h 785813"/>
                <a:gd name="connsiteX55" fmla="*/ 464344 w 695325"/>
                <a:gd name="connsiteY55" fmla="*/ 704850 h 785813"/>
                <a:gd name="connsiteX56" fmla="*/ 450056 w 695325"/>
                <a:gd name="connsiteY56" fmla="*/ 714375 h 785813"/>
                <a:gd name="connsiteX57" fmla="*/ 481013 w 695325"/>
                <a:gd name="connsiteY57" fmla="*/ 740569 h 785813"/>
                <a:gd name="connsiteX58" fmla="*/ 497681 w 695325"/>
                <a:gd name="connsiteY58" fmla="*/ 738188 h 785813"/>
                <a:gd name="connsiteX59" fmla="*/ 526256 w 695325"/>
                <a:gd name="connsiteY59" fmla="*/ 752475 h 785813"/>
                <a:gd name="connsiteX60" fmla="*/ 566738 w 695325"/>
                <a:gd name="connsiteY60" fmla="*/ 783432 h 785813"/>
                <a:gd name="connsiteX61" fmla="*/ 578644 w 695325"/>
                <a:gd name="connsiteY61" fmla="*/ 785813 h 785813"/>
                <a:gd name="connsiteX62" fmla="*/ 588169 w 695325"/>
                <a:gd name="connsiteY62" fmla="*/ 776288 h 785813"/>
                <a:gd name="connsiteX63" fmla="*/ 566738 w 695325"/>
                <a:gd name="connsiteY63" fmla="*/ 762000 h 785813"/>
                <a:gd name="connsiteX64" fmla="*/ 535781 w 695325"/>
                <a:gd name="connsiteY64" fmla="*/ 733425 h 785813"/>
                <a:gd name="connsiteX65" fmla="*/ 523875 w 695325"/>
                <a:gd name="connsiteY65" fmla="*/ 697707 h 785813"/>
                <a:gd name="connsiteX66" fmla="*/ 531019 w 695325"/>
                <a:gd name="connsiteY66" fmla="*/ 685800 h 785813"/>
                <a:gd name="connsiteX67" fmla="*/ 557213 w 695325"/>
                <a:gd name="connsiteY67" fmla="*/ 711994 h 785813"/>
                <a:gd name="connsiteX68" fmla="*/ 597694 w 695325"/>
                <a:gd name="connsiteY68" fmla="*/ 733425 h 785813"/>
                <a:gd name="connsiteX69" fmla="*/ 619125 w 695325"/>
                <a:gd name="connsiteY69" fmla="*/ 742950 h 785813"/>
                <a:gd name="connsiteX70" fmla="*/ 611981 w 695325"/>
                <a:gd name="connsiteY70" fmla="*/ 716757 h 785813"/>
                <a:gd name="connsiteX71" fmla="*/ 623888 w 695325"/>
                <a:gd name="connsiteY71" fmla="*/ 707232 h 785813"/>
                <a:gd name="connsiteX72" fmla="*/ 619125 w 695325"/>
                <a:gd name="connsiteY72" fmla="*/ 683419 h 785813"/>
                <a:gd name="connsiteX73" fmla="*/ 602456 w 695325"/>
                <a:gd name="connsiteY73" fmla="*/ 664369 h 785813"/>
                <a:gd name="connsiteX74" fmla="*/ 607219 w 695325"/>
                <a:gd name="connsiteY74" fmla="*/ 647700 h 785813"/>
                <a:gd name="connsiteX75" fmla="*/ 592931 w 695325"/>
                <a:gd name="connsiteY75" fmla="*/ 640557 h 785813"/>
                <a:gd name="connsiteX76" fmla="*/ 585788 w 695325"/>
                <a:gd name="connsiteY76" fmla="*/ 628650 h 785813"/>
                <a:gd name="connsiteX77" fmla="*/ 564356 w 695325"/>
                <a:gd name="connsiteY77" fmla="*/ 623888 h 785813"/>
                <a:gd name="connsiteX78" fmla="*/ 550069 w 695325"/>
                <a:gd name="connsiteY78" fmla="*/ 588169 h 785813"/>
                <a:gd name="connsiteX79" fmla="*/ 540544 w 695325"/>
                <a:gd name="connsiteY79" fmla="*/ 581025 h 785813"/>
                <a:gd name="connsiteX80" fmla="*/ 550069 w 695325"/>
                <a:gd name="connsiteY80" fmla="*/ 561975 h 785813"/>
                <a:gd name="connsiteX81" fmla="*/ 545306 w 695325"/>
                <a:gd name="connsiteY81" fmla="*/ 547688 h 785813"/>
                <a:gd name="connsiteX82" fmla="*/ 540544 w 695325"/>
                <a:gd name="connsiteY82" fmla="*/ 523875 h 785813"/>
                <a:gd name="connsiteX83" fmla="*/ 571500 w 695325"/>
                <a:gd name="connsiteY83" fmla="*/ 519113 h 785813"/>
                <a:gd name="connsiteX84" fmla="*/ 595313 w 695325"/>
                <a:gd name="connsiteY84" fmla="*/ 550069 h 785813"/>
                <a:gd name="connsiteX85" fmla="*/ 626269 w 695325"/>
                <a:gd name="connsiteY85" fmla="*/ 569119 h 785813"/>
                <a:gd name="connsiteX86" fmla="*/ 631031 w 695325"/>
                <a:gd name="connsiteY86" fmla="*/ 592932 h 785813"/>
                <a:gd name="connsiteX87" fmla="*/ 659606 w 695325"/>
                <a:gd name="connsiteY87" fmla="*/ 611982 h 785813"/>
                <a:gd name="connsiteX88" fmla="*/ 650081 w 695325"/>
                <a:gd name="connsiteY88" fmla="*/ 576263 h 785813"/>
                <a:gd name="connsiteX89" fmla="*/ 669131 w 695325"/>
                <a:gd name="connsiteY89" fmla="*/ 576263 h 785813"/>
                <a:gd name="connsiteX90" fmla="*/ 683419 w 695325"/>
                <a:gd name="connsiteY90" fmla="*/ 554832 h 785813"/>
                <a:gd name="connsiteX91" fmla="*/ 671513 w 695325"/>
                <a:gd name="connsiteY91" fmla="*/ 535782 h 785813"/>
                <a:gd name="connsiteX92" fmla="*/ 695325 w 695325"/>
                <a:gd name="connsiteY92" fmla="*/ 528638 h 785813"/>
                <a:gd name="connsiteX93" fmla="*/ 676275 w 695325"/>
                <a:gd name="connsiteY93" fmla="*/ 516732 h 785813"/>
                <a:gd name="connsiteX94" fmla="*/ 645319 w 695325"/>
                <a:gd name="connsiteY94" fmla="*/ 511969 h 785813"/>
                <a:gd name="connsiteX95" fmla="*/ 652463 w 695325"/>
                <a:gd name="connsiteY95" fmla="*/ 483394 h 785813"/>
                <a:gd name="connsiteX96" fmla="*/ 631031 w 695325"/>
                <a:gd name="connsiteY96" fmla="*/ 488157 h 785813"/>
                <a:gd name="connsiteX97" fmla="*/ 631031 w 695325"/>
                <a:gd name="connsiteY97" fmla="*/ 461963 h 785813"/>
                <a:gd name="connsiteX98" fmla="*/ 609600 w 695325"/>
                <a:gd name="connsiteY98" fmla="*/ 452438 h 785813"/>
                <a:gd name="connsiteX99" fmla="*/ 602456 w 695325"/>
                <a:gd name="connsiteY99" fmla="*/ 435769 h 785813"/>
                <a:gd name="connsiteX100" fmla="*/ 585788 w 695325"/>
                <a:gd name="connsiteY100" fmla="*/ 447675 h 785813"/>
                <a:gd name="connsiteX101" fmla="*/ 576263 w 695325"/>
                <a:gd name="connsiteY101" fmla="*/ 423863 h 785813"/>
                <a:gd name="connsiteX102" fmla="*/ 545306 w 695325"/>
                <a:gd name="connsiteY102" fmla="*/ 400050 h 785813"/>
                <a:gd name="connsiteX103" fmla="*/ 526256 w 695325"/>
                <a:gd name="connsiteY103" fmla="*/ 400050 h 785813"/>
                <a:gd name="connsiteX104" fmla="*/ 540544 w 695325"/>
                <a:gd name="connsiteY104" fmla="*/ 381000 h 785813"/>
                <a:gd name="connsiteX105" fmla="*/ 540544 w 695325"/>
                <a:gd name="connsiteY105" fmla="*/ 359569 h 785813"/>
                <a:gd name="connsiteX106" fmla="*/ 535781 w 695325"/>
                <a:gd name="connsiteY106" fmla="*/ 352425 h 785813"/>
                <a:gd name="connsiteX107" fmla="*/ 578644 w 695325"/>
                <a:gd name="connsiteY107" fmla="*/ 364332 h 785813"/>
                <a:gd name="connsiteX108" fmla="*/ 566738 w 695325"/>
                <a:gd name="connsiteY108" fmla="*/ 347663 h 785813"/>
                <a:gd name="connsiteX109" fmla="*/ 528638 w 695325"/>
                <a:gd name="connsiteY109" fmla="*/ 335757 h 785813"/>
                <a:gd name="connsiteX110" fmla="*/ 519113 w 695325"/>
                <a:gd name="connsiteY110" fmla="*/ 321469 h 785813"/>
                <a:gd name="connsiteX111" fmla="*/ 557213 w 695325"/>
                <a:gd name="connsiteY111" fmla="*/ 307182 h 785813"/>
                <a:gd name="connsiteX112" fmla="*/ 545306 w 695325"/>
                <a:gd name="connsiteY112" fmla="*/ 280988 h 785813"/>
                <a:gd name="connsiteX113" fmla="*/ 538163 w 695325"/>
                <a:gd name="connsiteY113" fmla="*/ 297657 h 785813"/>
                <a:gd name="connsiteX114" fmla="*/ 514350 w 695325"/>
                <a:gd name="connsiteY114" fmla="*/ 309563 h 785813"/>
                <a:gd name="connsiteX115" fmla="*/ 507206 w 695325"/>
                <a:gd name="connsiteY115" fmla="*/ 288132 h 785813"/>
                <a:gd name="connsiteX116" fmla="*/ 500063 w 695325"/>
                <a:gd name="connsiteY116" fmla="*/ 278607 h 785813"/>
                <a:gd name="connsiteX117" fmla="*/ 523875 w 695325"/>
                <a:gd name="connsiteY117" fmla="*/ 259557 h 785813"/>
                <a:gd name="connsiteX118" fmla="*/ 504825 w 695325"/>
                <a:gd name="connsiteY118" fmla="*/ 242888 h 785813"/>
                <a:gd name="connsiteX119" fmla="*/ 485775 w 695325"/>
                <a:gd name="connsiteY119" fmla="*/ 254794 h 785813"/>
                <a:gd name="connsiteX120" fmla="*/ 473869 w 695325"/>
                <a:gd name="connsiteY120" fmla="*/ 240507 h 785813"/>
                <a:gd name="connsiteX121" fmla="*/ 471488 w 695325"/>
                <a:gd name="connsiteY121" fmla="*/ 223838 h 785813"/>
                <a:gd name="connsiteX122" fmla="*/ 452438 w 695325"/>
                <a:gd name="connsiteY122" fmla="*/ 230982 h 785813"/>
                <a:gd name="connsiteX123" fmla="*/ 450056 w 695325"/>
                <a:gd name="connsiteY123" fmla="*/ 214313 h 785813"/>
                <a:gd name="connsiteX124" fmla="*/ 457200 w 695325"/>
                <a:gd name="connsiteY124" fmla="*/ 202407 h 785813"/>
                <a:gd name="connsiteX125" fmla="*/ 433388 w 695325"/>
                <a:gd name="connsiteY125" fmla="*/ 171450 h 785813"/>
                <a:gd name="connsiteX126" fmla="*/ 423863 w 695325"/>
                <a:gd name="connsiteY126" fmla="*/ 190500 h 785813"/>
                <a:gd name="connsiteX127" fmla="*/ 416719 w 695325"/>
                <a:gd name="connsiteY127" fmla="*/ 207169 h 785813"/>
                <a:gd name="connsiteX128" fmla="*/ 397669 w 695325"/>
                <a:gd name="connsiteY128" fmla="*/ 192882 h 785813"/>
                <a:gd name="connsiteX129" fmla="*/ 395288 w 695325"/>
                <a:gd name="connsiteY129" fmla="*/ 166688 h 785813"/>
                <a:gd name="connsiteX130" fmla="*/ 383381 w 695325"/>
                <a:gd name="connsiteY130" fmla="*/ 180975 h 785813"/>
                <a:gd name="connsiteX131" fmla="*/ 376238 w 695325"/>
                <a:gd name="connsiteY131" fmla="*/ 166688 h 785813"/>
                <a:gd name="connsiteX132" fmla="*/ 376238 w 695325"/>
                <a:gd name="connsiteY132" fmla="*/ 147638 h 785813"/>
                <a:gd name="connsiteX133" fmla="*/ 364331 w 695325"/>
                <a:gd name="connsiteY133" fmla="*/ 142875 h 785813"/>
                <a:gd name="connsiteX134" fmla="*/ 364331 w 695325"/>
                <a:gd name="connsiteY134" fmla="*/ 116682 h 785813"/>
                <a:gd name="connsiteX135" fmla="*/ 309563 w 695325"/>
                <a:gd name="connsiteY135" fmla="*/ 90488 h 785813"/>
                <a:gd name="connsiteX136" fmla="*/ 288131 w 695325"/>
                <a:gd name="connsiteY136" fmla="*/ 97632 h 785813"/>
                <a:gd name="connsiteX137" fmla="*/ 292894 w 695325"/>
                <a:gd name="connsiteY137" fmla="*/ 123825 h 785813"/>
                <a:gd name="connsiteX138" fmla="*/ 273844 w 695325"/>
                <a:gd name="connsiteY138" fmla="*/ 126207 h 785813"/>
                <a:gd name="connsiteX139" fmla="*/ 259556 w 695325"/>
                <a:gd name="connsiteY139" fmla="*/ 121444 h 785813"/>
                <a:gd name="connsiteX140" fmla="*/ 247650 w 695325"/>
                <a:gd name="connsiteY140" fmla="*/ 140494 h 785813"/>
                <a:gd name="connsiteX141" fmla="*/ 223838 w 695325"/>
                <a:gd name="connsiteY141" fmla="*/ 152400 h 785813"/>
                <a:gd name="connsiteX142" fmla="*/ 221456 w 695325"/>
                <a:gd name="connsiteY142" fmla="*/ 130969 h 785813"/>
                <a:gd name="connsiteX143" fmla="*/ 223838 w 695325"/>
                <a:gd name="connsiteY143" fmla="*/ 92869 h 785813"/>
                <a:gd name="connsiteX144" fmla="*/ 216694 w 695325"/>
                <a:gd name="connsiteY144" fmla="*/ 66675 h 785813"/>
                <a:gd name="connsiteX145" fmla="*/ 214313 w 695325"/>
                <a:gd name="connsiteY145" fmla="*/ 50007 h 785813"/>
                <a:gd name="connsiteX146" fmla="*/ 204788 w 695325"/>
                <a:gd name="connsiteY146" fmla="*/ 28575 h 785813"/>
                <a:gd name="connsiteX147" fmla="*/ 202406 w 695325"/>
                <a:gd name="connsiteY147" fmla="*/ 0 h 785813"/>
                <a:gd name="connsiteX148" fmla="*/ 183356 w 695325"/>
                <a:gd name="connsiteY148" fmla="*/ 7144 h 785813"/>
                <a:gd name="connsiteX149" fmla="*/ 161926 w 695325"/>
                <a:gd name="connsiteY149" fmla="*/ 23813 h 785813"/>
                <a:gd name="connsiteX150" fmla="*/ 150019 w 695325"/>
                <a:gd name="connsiteY150" fmla="*/ 57150 h 785813"/>
                <a:gd name="connsiteX151" fmla="*/ 114300 w 695325"/>
                <a:gd name="connsiteY151" fmla="*/ 223837 h 785813"/>
                <a:gd name="connsiteX0" fmla="*/ 114300 w 695325"/>
                <a:gd name="connsiteY0" fmla="*/ 223837 h 785813"/>
                <a:gd name="connsiteX1" fmla="*/ 54769 w 695325"/>
                <a:gd name="connsiteY1" fmla="*/ 4763 h 785813"/>
                <a:gd name="connsiteX2" fmla="*/ 21431 w 695325"/>
                <a:gd name="connsiteY2" fmla="*/ 38100 h 785813"/>
                <a:gd name="connsiteX3" fmla="*/ 21431 w 695325"/>
                <a:gd name="connsiteY3" fmla="*/ 69057 h 785813"/>
                <a:gd name="connsiteX4" fmla="*/ 11906 w 695325"/>
                <a:gd name="connsiteY4" fmla="*/ 88107 h 785813"/>
                <a:gd name="connsiteX5" fmla="*/ 7144 w 695325"/>
                <a:gd name="connsiteY5" fmla="*/ 126207 h 785813"/>
                <a:gd name="connsiteX6" fmla="*/ 7144 w 695325"/>
                <a:gd name="connsiteY6" fmla="*/ 126207 h 785813"/>
                <a:gd name="connsiteX7" fmla="*/ 0 w 695325"/>
                <a:gd name="connsiteY7" fmla="*/ 145257 h 785813"/>
                <a:gd name="connsiteX8" fmla="*/ 0 w 695325"/>
                <a:gd name="connsiteY8" fmla="*/ 190500 h 785813"/>
                <a:gd name="connsiteX9" fmla="*/ 38100 w 695325"/>
                <a:gd name="connsiteY9" fmla="*/ 200025 h 785813"/>
                <a:gd name="connsiteX10" fmla="*/ 64294 w 695325"/>
                <a:gd name="connsiteY10" fmla="*/ 219075 h 785813"/>
                <a:gd name="connsiteX11" fmla="*/ 66675 w 695325"/>
                <a:gd name="connsiteY11" fmla="*/ 233363 h 785813"/>
                <a:gd name="connsiteX12" fmla="*/ 35719 w 695325"/>
                <a:gd name="connsiteY12" fmla="*/ 228600 h 785813"/>
                <a:gd name="connsiteX13" fmla="*/ 9525 w 695325"/>
                <a:gd name="connsiteY13" fmla="*/ 216694 h 785813"/>
                <a:gd name="connsiteX14" fmla="*/ 47625 w 695325"/>
                <a:gd name="connsiteY14" fmla="*/ 276225 h 785813"/>
                <a:gd name="connsiteX15" fmla="*/ 76200 w 695325"/>
                <a:gd name="connsiteY15" fmla="*/ 257175 h 785813"/>
                <a:gd name="connsiteX16" fmla="*/ 102394 w 695325"/>
                <a:gd name="connsiteY16" fmla="*/ 288132 h 785813"/>
                <a:gd name="connsiteX17" fmla="*/ 147638 w 695325"/>
                <a:gd name="connsiteY17" fmla="*/ 300038 h 785813"/>
                <a:gd name="connsiteX18" fmla="*/ 188119 w 695325"/>
                <a:gd name="connsiteY18" fmla="*/ 307182 h 785813"/>
                <a:gd name="connsiteX19" fmla="*/ 209550 w 695325"/>
                <a:gd name="connsiteY19" fmla="*/ 295275 h 785813"/>
                <a:gd name="connsiteX20" fmla="*/ 197644 w 695325"/>
                <a:gd name="connsiteY20" fmla="*/ 285750 h 785813"/>
                <a:gd name="connsiteX21" fmla="*/ 219075 w 695325"/>
                <a:gd name="connsiteY21" fmla="*/ 285750 h 785813"/>
                <a:gd name="connsiteX22" fmla="*/ 247650 w 695325"/>
                <a:gd name="connsiteY22" fmla="*/ 314325 h 785813"/>
                <a:gd name="connsiteX23" fmla="*/ 266700 w 695325"/>
                <a:gd name="connsiteY23" fmla="*/ 292894 h 785813"/>
                <a:gd name="connsiteX24" fmla="*/ 252413 w 695325"/>
                <a:gd name="connsiteY24" fmla="*/ 266700 h 785813"/>
                <a:gd name="connsiteX25" fmla="*/ 266700 w 695325"/>
                <a:gd name="connsiteY25" fmla="*/ 261938 h 785813"/>
                <a:gd name="connsiteX26" fmla="*/ 345281 w 695325"/>
                <a:gd name="connsiteY26" fmla="*/ 342900 h 785813"/>
                <a:gd name="connsiteX27" fmla="*/ 352425 w 695325"/>
                <a:gd name="connsiteY27" fmla="*/ 357188 h 785813"/>
                <a:gd name="connsiteX28" fmla="*/ 330994 w 695325"/>
                <a:gd name="connsiteY28" fmla="*/ 383382 h 785813"/>
                <a:gd name="connsiteX29" fmla="*/ 373856 w 695325"/>
                <a:gd name="connsiteY29" fmla="*/ 371475 h 785813"/>
                <a:gd name="connsiteX30" fmla="*/ 395288 w 695325"/>
                <a:gd name="connsiteY30" fmla="*/ 371475 h 785813"/>
                <a:gd name="connsiteX31" fmla="*/ 381000 w 695325"/>
                <a:gd name="connsiteY31" fmla="*/ 388144 h 785813"/>
                <a:gd name="connsiteX32" fmla="*/ 395288 w 695325"/>
                <a:gd name="connsiteY32" fmla="*/ 397669 h 785813"/>
                <a:gd name="connsiteX33" fmla="*/ 421481 w 695325"/>
                <a:gd name="connsiteY33" fmla="*/ 426244 h 785813"/>
                <a:gd name="connsiteX34" fmla="*/ 438150 w 695325"/>
                <a:gd name="connsiteY34" fmla="*/ 461963 h 785813"/>
                <a:gd name="connsiteX35" fmla="*/ 440531 w 695325"/>
                <a:gd name="connsiteY35" fmla="*/ 492919 h 785813"/>
                <a:gd name="connsiteX36" fmla="*/ 423863 w 695325"/>
                <a:gd name="connsiteY36" fmla="*/ 511969 h 785813"/>
                <a:gd name="connsiteX37" fmla="*/ 423863 w 695325"/>
                <a:gd name="connsiteY37" fmla="*/ 535782 h 785813"/>
                <a:gd name="connsiteX38" fmla="*/ 402431 w 695325"/>
                <a:gd name="connsiteY38" fmla="*/ 535782 h 785813"/>
                <a:gd name="connsiteX39" fmla="*/ 383381 w 695325"/>
                <a:gd name="connsiteY39" fmla="*/ 547688 h 785813"/>
                <a:gd name="connsiteX40" fmla="*/ 407194 w 695325"/>
                <a:gd name="connsiteY40" fmla="*/ 583407 h 785813"/>
                <a:gd name="connsiteX41" fmla="*/ 395288 w 695325"/>
                <a:gd name="connsiteY41" fmla="*/ 611982 h 785813"/>
                <a:gd name="connsiteX42" fmla="*/ 359569 w 695325"/>
                <a:gd name="connsiteY42" fmla="*/ 611982 h 785813"/>
                <a:gd name="connsiteX43" fmla="*/ 328613 w 695325"/>
                <a:gd name="connsiteY43" fmla="*/ 609600 h 785813"/>
                <a:gd name="connsiteX44" fmla="*/ 309563 w 695325"/>
                <a:gd name="connsiteY44" fmla="*/ 597694 h 785813"/>
                <a:gd name="connsiteX45" fmla="*/ 297656 w 695325"/>
                <a:gd name="connsiteY45" fmla="*/ 621507 h 785813"/>
                <a:gd name="connsiteX46" fmla="*/ 297656 w 695325"/>
                <a:gd name="connsiteY46" fmla="*/ 645319 h 785813"/>
                <a:gd name="connsiteX47" fmla="*/ 330994 w 695325"/>
                <a:gd name="connsiteY47" fmla="*/ 661988 h 785813"/>
                <a:gd name="connsiteX48" fmla="*/ 354806 w 695325"/>
                <a:gd name="connsiteY48" fmla="*/ 642938 h 785813"/>
                <a:gd name="connsiteX49" fmla="*/ 371475 w 695325"/>
                <a:gd name="connsiteY49" fmla="*/ 638175 h 785813"/>
                <a:gd name="connsiteX50" fmla="*/ 378619 w 695325"/>
                <a:gd name="connsiteY50" fmla="*/ 628650 h 785813"/>
                <a:gd name="connsiteX51" fmla="*/ 400050 w 695325"/>
                <a:gd name="connsiteY51" fmla="*/ 640557 h 785813"/>
                <a:gd name="connsiteX52" fmla="*/ 414338 w 695325"/>
                <a:gd name="connsiteY52" fmla="*/ 659607 h 785813"/>
                <a:gd name="connsiteX53" fmla="*/ 438150 w 695325"/>
                <a:gd name="connsiteY53" fmla="*/ 688182 h 785813"/>
                <a:gd name="connsiteX54" fmla="*/ 452438 w 695325"/>
                <a:gd name="connsiteY54" fmla="*/ 688182 h 785813"/>
                <a:gd name="connsiteX55" fmla="*/ 464344 w 695325"/>
                <a:gd name="connsiteY55" fmla="*/ 704850 h 785813"/>
                <a:gd name="connsiteX56" fmla="*/ 450056 w 695325"/>
                <a:gd name="connsiteY56" fmla="*/ 714375 h 785813"/>
                <a:gd name="connsiteX57" fmla="*/ 481013 w 695325"/>
                <a:gd name="connsiteY57" fmla="*/ 740569 h 785813"/>
                <a:gd name="connsiteX58" fmla="*/ 497681 w 695325"/>
                <a:gd name="connsiteY58" fmla="*/ 738188 h 785813"/>
                <a:gd name="connsiteX59" fmla="*/ 526256 w 695325"/>
                <a:gd name="connsiteY59" fmla="*/ 752475 h 785813"/>
                <a:gd name="connsiteX60" fmla="*/ 566738 w 695325"/>
                <a:gd name="connsiteY60" fmla="*/ 783432 h 785813"/>
                <a:gd name="connsiteX61" fmla="*/ 578644 w 695325"/>
                <a:gd name="connsiteY61" fmla="*/ 785813 h 785813"/>
                <a:gd name="connsiteX62" fmla="*/ 588169 w 695325"/>
                <a:gd name="connsiteY62" fmla="*/ 776288 h 785813"/>
                <a:gd name="connsiteX63" fmla="*/ 566738 w 695325"/>
                <a:gd name="connsiteY63" fmla="*/ 762000 h 785813"/>
                <a:gd name="connsiteX64" fmla="*/ 535781 w 695325"/>
                <a:gd name="connsiteY64" fmla="*/ 733425 h 785813"/>
                <a:gd name="connsiteX65" fmla="*/ 523875 w 695325"/>
                <a:gd name="connsiteY65" fmla="*/ 697707 h 785813"/>
                <a:gd name="connsiteX66" fmla="*/ 531019 w 695325"/>
                <a:gd name="connsiteY66" fmla="*/ 685800 h 785813"/>
                <a:gd name="connsiteX67" fmla="*/ 557213 w 695325"/>
                <a:gd name="connsiteY67" fmla="*/ 711994 h 785813"/>
                <a:gd name="connsiteX68" fmla="*/ 597694 w 695325"/>
                <a:gd name="connsiteY68" fmla="*/ 733425 h 785813"/>
                <a:gd name="connsiteX69" fmla="*/ 619125 w 695325"/>
                <a:gd name="connsiteY69" fmla="*/ 742950 h 785813"/>
                <a:gd name="connsiteX70" fmla="*/ 611981 w 695325"/>
                <a:gd name="connsiteY70" fmla="*/ 716757 h 785813"/>
                <a:gd name="connsiteX71" fmla="*/ 623888 w 695325"/>
                <a:gd name="connsiteY71" fmla="*/ 707232 h 785813"/>
                <a:gd name="connsiteX72" fmla="*/ 619125 w 695325"/>
                <a:gd name="connsiteY72" fmla="*/ 683419 h 785813"/>
                <a:gd name="connsiteX73" fmla="*/ 602456 w 695325"/>
                <a:gd name="connsiteY73" fmla="*/ 664369 h 785813"/>
                <a:gd name="connsiteX74" fmla="*/ 607219 w 695325"/>
                <a:gd name="connsiteY74" fmla="*/ 647700 h 785813"/>
                <a:gd name="connsiteX75" fmla="*/ 592931 w 695325"/>
                <a:gd name="connsiteY75" fmla="*/ 640557 h 785813"/>
                <a:gd name="connsiteX76" fmla="*/ 585788 w 695325"/>
                <a:gd name="connsiteY76" fmla="*/ 628650 h 785813"/>
                <a:gd name="connsiteX77" fmla="*/ 564356 w 695325"/>
                <a:gd name="connsiteY77" fmla="*/ 623888 h 785813"/>
                <a:gd name="connsiteX78" fmla="*/ 550069 w 695325"/>
                <a:gd name="connsiteY78" fmla="*/ 588169 h 785813"/>
                <a:gd name="connsiteX79" fmla="*/ 540544 w 695325"/>
                <a:gd name="connsiteY79" fmla="*/ 581025 h 785813"/>
                <a:gd name="connsiteX80" fmla="*/ 550069 w 695325"/>
                <a:gd name="connsiteY80" fmla="*/ 561975 h 785813"/>
                <a:gd name="connsiteX81" fmla="*/ 545306 w 695325"/>
                <a:gd name="connsiteY81" fmla="*/ 547688 h 785813"/>
                <a:gd name="connsiteX82" fmla="*/ 540544 w 695325"/>
                <a:gd name="connsiteY82" fmla="*/ 523875 h 785813"/>
                <a:gd name="connsiteX83" fmla="*/ 571500 w 695325"/>
                <a:gd name="connsiteY83" fmla="*/ 519113 h 785813"/>
                <a:gd name="connsiteX84" fmla="*/ 595313 w 695325"/>
                <a:gd name="connsiteY84" fmla="*/ 550069 h 785813"/>
                <a:gd name="connsiteX85" fmla="*/ 626269 w 695325"/>
                <a:gd name="connsiteY85" fmla="*/ 569119 h 785813"/>
                <a:gd name="connsiteX86" fmla="*/ 631031 w 695325"/>
                <a:gd name="connsiteY86" fmla="*/ 592932 h 785813"/>
                <a:gd name="connsiteX87" fmla="*/ 659606 w 695325"/>
                <a:gd name="connsiteY87" fmla="*/ 611982 h 785813"/>
                <a:gd name="connsiteX88" fmla="*/ 650081 w 695325"/>
                <a:gd name="connsiteY88" fmla="*/ 576263 h 785813"/>
                <a:gd name="connsiteX89" fmla="*/ 669131 w 695325"/>
                <a:gd name="connsiteY89" fmla="*/ 576263 h 785813"/>
                <a:gd name="connsiteX90" fmla="*/ 683419 w 695325"/>
                <a:gd name="connsiteY90" fmla="*/ 554832 h 785813"/>
                <a:gd name="connsiteX91" fmla="*/ 671513 w 695325"/>
                <a:gd name="connsiteY91" fmla="*/ 535782 h 785813"/>
                <a:gd name="connsiteX92" fmla="*/ 695325 w 695325"/>
                <a:gd name="connsiteY92" fmla="*/ 528638 h 785813"/>
                <a:gd name="connsiteX93" fmla="*/ 676275 w 695325"/>
                <a:gd name="connsiteY93" fmla="*/ 516732 h 785813"/>
                <a:gd name="connsiteX94" fmla="*/ 645319 w 695325"/>
                <a:gd name="connsiteY94" fmla="*/ 511969 h 785813"/>
                <a:gd name="connsiteX95" fmla="*/ 652463 w 695325"/>
                <a:gd name="connsiteY95" fmla="*/ 483394 h 785813"/>
                <a:gd name="connsiteX96" fmla="*/ 631031 w 695325"/>
                <a:gd name="connsiteY96" fmla="*/ 488157 h 785813"/>
                <a:gd name="connsiteX97" fmla="*/ 631031 w 695325"/>
                <a:gd name="connsiteY97" fmla="*/ 461963 h 785813"/>
                <a:gd name="connsiteX98" fmla="*/ 609600 w 695325"/>
                <a:gd name="connsiteY98" fmla="*/ 452438 h 785813"/>
                <a:gd name="connsiteX99" fmla="*/ 602456 w 695325"/>
                <a:gd name="connsiteY99" fmla="*/ 435769 h 785813"/>
                <a:gd name="connsiteX100" fmla="*/ 585788 w 695325"/>
                <a:gd name="connsiteY100" fmla="*/ 447675 h 785813"/>
                <a:gd name="connsiteX101" fmla="*/ 576263 w 695325"/>
                <a:gd name="connsiteY101" fmla="*/ 423863 h 785813"/>
                <a:gd name="connsiteX102" fmla="*/ 545306 w 695325"/>
                <a:gd name="connsiteY102" fmla="*/ 400050 h 785813"/>
                <a:gd name="connsiteX103" fmla="*/ 526256 w 695325"/>
                <a:gd name="connsiteY103" fmla="*/ 400050 h 785813"/>
                <a:gd name="connsiteX104" fmla="*/ 540544 w 695325"/>
                <a:gd name="connsiteY104" fmla="*/ 381000 h 785813"/>
                <a:gd name="connsiteX105" fmla="*/ 540544 w 695325"/>
                <a:gd name="connsiteY105" fmla="*/ 359569 h 785813"/>
                <a:gd name="connsiteX106" fmla="*/ 535781 w 695325"/>
                <a:gd name="connsiteY106" fmla="*/ 352425 h 785813"/>
                <a:gd name="connsiteX107" fmla="*/ 578644 w 695325"/>
                <a:gd name="connsiteY107" fmla="*/ 364332 h 785813"/>
                <a:gd name="connsiteX108" fmla="*/ 566738 w 695325"/>
                <a:gd name="connsiteY108" fmla="*/ 347663 h 785813"/>
                <a:gd name="connsiteX109" fmla="*/ 528638 w 695325"/>
                <a:gd name="connsiteY109" fmla="*/ 335757 h 785813"/>
                <a:gd name="connsiteX110" fmla="*/ 519113 w 695325"/>
                <a:gd name="connsiteY110" fmla="*/ 321469 h 785813"/>
                <a:gd name="connsiteX111" fmla="*/ 557213 w 695325"/>
                <a:gd name="connsiteY111" fmla="*/ 307182 h 785813"/>
                <a:gd name="connsiteX112" fmla="*/ 545306 w 695325"/>
                <a:gd name="connsiteY112" fmla="*/ 280988 h 785813"/>
                <a:gd name="connsiteX113" fmla="*/ 538163 w 695325"/>
                <a:gd name="connsiteY113" fmla="*/ 297657 h 785813"/>
                <a:gd name="connsiteX114" fmla="*/ 514350 w 695325"/>
                <a:gd name="connsiteY114" fmla="*/ 309563 h 785813"/>
                <a:gd name="connsiteX115" fmla="*/ 507206 w 695325"/>
                <a:gd name="connsiteY115" fmla="*/ 288132 h 785813"/>
                <a:gd name="connsiteX116" fmla="*/ 500063 w 695325"/>
                <a:gd name="connsiteY116" fmla="*/ 278607 h 785813"/>
                <a:gd name="connsiteX117" fmla="*/ 523875 w 695325"/>
                <a:gd name="connsiteY117" fmla="*/ 259557 h 785813"/>
                <a:gd name="connsiteX118" fmla="*/ 504825 w 695325"/>
                <a:gd name="connsiteY118" fmla="*/ 242888 h 785813"/>
                <a:gd name="connsiteX119" fmla="*/ 485775 w 695325"/>
                <a:gd name="connsiteY119" fmla="*/ 254794 h 785813"/>
                <a:gd name="connsiteX120" fmla="*/ 473869 w 695325"/>
                <a:gd name="connsiteY120" fmla="*/ 240507 h 785813"/>
                <a:gd name="connsiteX121" fmla="*/ 471488 w 695325"/>
                <a:gd name="connsiteY121" fmla="*/ 223838 h 785813"/>
                <a:gd name="connsiteX122" fmla="*/ 452438 w 695325"/>
                <a:gd name="connsiteY122" fmla="*/ 230982 h 785813"/>
                <a:gd name="connsiteX123" fmla="*/ 450056 w 695325"/>
                <a:gd name="connsiteY123" fmla="*/ 214313 h 785813"/>
                <a:gd name="connsiteX124" fmla="*/ 457200 w 695325"/>
                <a:gd name="connsiteY124" fmla="*/ 202407 h 785813"/>
                <a:gd name="connsiteX125" fmla="*/ 433388 w 695325"/>
                <a:gd name="connsiteY125" fmla="*/ 171450 h 785813"/>
                <a:gd name="connsiteX126" fmla="*/ 423863 w 695325"/>
                <a:gd name="connsiteY126" fmla="*/ 190500 h 785813"/>
                <a:gd name="connsiteX127" fmla="*/ 416719 w 695325"/>
                <a:gd name="connsiteY127" fmla="*/ 207169 h 785813"/>
                <a:gd name="connsiteX128" fmla="*/ 397669 w 695325"/>
                <a:gd name="connsiteY128" fmla="*/ 192882 h 785813"/>
                <a:gd name="connsiteX129" fmla="*/ 395288 w 695325"/>
                <a:gd name="connsiteY129" fmla="*/ 166688 h 785813"/>
                <a:gd name="connsiteX130" fmla="*/ 383381 w 695325"/>
                <a:gd name="connsiteY130" fmla="*/ 180975 h 785813"/>
                <a:gd name="connsiteX131" fmla="*/ 376238 w 695325"/>
                <a:gd name="connsiteY131" fmla="*/ 166688 h 785813"/>
                <a:gd name="connsiteX132" fmla="*/ 376238 w 695325"/>
                <a:gd name="connsiteY132" fmla="*/ 147638 h 785813"/>
                <a:gd name="connsiteX133" fmla="*/ 364331 w 695325"/>
                <a:gd name="connsiteY133" fmla="*/ 142875 h 785813"/>
                <a:gd name="connsiteX134" fmla="*/ 364331 w 695325"/>
                <a:gd name="connsiteY134" fmla="*/ 116682 h 785813"/>
                <a:gd name="connsiteX135" fmla="*/ 309563 w 695325"/>
                <a:gd name="connsiteY135" fmla="*/ 90488 h 785813"/>
                <a:gd name="connsiteX136" fmla="*/ 288131 w 695325"/>
                <a:gd name="connsiteY136" fmla="*/ 97632 h 785813"/>
                <a:gd name="connsiteX137" fmla="*/ 292894 w 695325"/>
                <a:gd name="connsiteY137" fmla="*/ 123825 h 785813"/>
                <a:gd name="connsiteX138" fmla="*/ 273844 w 695325"/>
                <a:gd name="connsiteY138" fmla="*/ 126207 h 785813"/>
                <a:gd name="connsiteX139" fmla="*/ 259556 w 695325"/>
                <a:gd name="connsiteY139" fmla="*/ 121444 h 785813"/>
                <a:gd name="connsiteX140" fmla="*/ 247650 w 695325"/>
                <a:gd name="connsiteY140" fmla="*/ 140494 h 785813"/>
                <a:gd name="connsiteX141" fmla="*/ 223838 w 695325"/>
                <a:gd name="connsiteY141" fmla="*/ 152400 h 785813"/>
                <a:gd name="connsiteX142" fmla="*/ 221456 w 695325"/>
                <a:gd name="connsiteY142" fmla="*/ 130969 h 785813"/>
                <a:gd name="connsiteX143" fmla="*/ 223838 w 695325"/>
                <a:gd name="connsiteY143" fmla="*/ 92869 h 785813"/>
                <a:gd name="connsiteX144" fmla="*/ 216694 w 695325"/>
                <a:gd name="connsiteY144" fmla="*/ 66675 h 785813"/>
                <a:gd name="connsiteX145" fmla="*/ 214313 w 695325"/>
                <a:gd name="connsiteY145" fmla="*/ 50007 h 785813"/>
                <a:gd name="connsiteX146" fmla="*/ 204788 w 695325"/>
                <a:gd name="connsiteY146" fmla="*/ 28575 h 785813"/>
                <a:gd name="connsiteX147" fmla="*/ 202406 w 695325"/>
                <a:gd name="connsiteY147" fmla="*/ 0 h 785813"/>
                <a:gd name="connsiteX148" fmla="*/ 183356 w 695325"/>
                <a:gd name="connsiteY148" fmla="*/ 7144 h 785813"/>
                <a:gd name="connsiteX149" fmla="*/ 161926 w 695325"/>
                <a:gd name="connsiteY149" fmla="*/ 23813 h 785813"/>
                <a:gd name="connsiteX150" fmla="*/ 147638 w 695325"/>
                <a:gd name="connsiteY150" fmla="*/ 33338 h 785813"/>
                <a:gd name="connsiteX151" fmla="*/ 114300 w 695325"/>
                <a:gd name="connsiteY151" fmla="*/ 223837 h 785813"/>
                <a:gd name="connsiteX0" fmla="*/ 114300 w 695325"/>
                <a:gd name="connsiteY0" fmla="*/ 223837 h 785813"/>
                <a:gd name="connsiteX1" fmla="*/ 140494 w 695325"/>
                <a:gd name="connsiteY1" fmla="*/ 78582 h 785813"/>
                <a:gd name="connsiteX2" fmla="*/ 54769 w 695325"/>
                <a:gd name="connsiteY2" fmla="*/ 4763 h 785813"/>
                <a:gd name="connsiteX3" fmla="*/ 21431 w 695325"/>
                <a:gd name="connsiteY3" fmla="*/ 38100 h 785813"/>
                <a:gd name="connsiteX4" fmla="*/ 21431 w 695325"/>
                <a:gd name="connsiteY4" fmla="*/ 69057 h 785813"/>
                <a:gd name="connsiteX5" fmla="*/ 11906 w 695325"/>
                <a:gd name="connsiteY5" fmla="*/ 88107 h 785813"/>
                <a:gd name="connsiteX6" fmla="*/ 7144 w 695325"/>
                <a:gd name="connsiteY6" fmla="*/ 126207 h 785813"/>
                <a:gd name="connsiteX7" fmla="*/ 7144 w 695325"/>
                <a:gd name="connsiteY7" fmla="*/ 126207 h 785813"/>
                <a:gd name="connsiteX8" fmla="*/ 0 w 695325"/>
                <a:gd name="connsiteY8" fmla="*/ 145257 h 785813"/>
                <a:gd name="connsiteX9" fmla="*/ 0 w 695325"/>
                <a:gd name="connsiteY9" fmla="*/ 190500 h 785813"/>
                <a:gd name="connsiteX10" fmla="*/ 38100 w 695325"/>
                <a:gd name="connsiteY10" fmla="*/ 200025 h 785813"/>
                <a:gd name="connsiteX11" fmla="*/ 64294 w 695325"/>
                <a:gd name="connsiteY11" fmla="*/ 219075 h 785813"/>
                <a:gd name="connsiteX12" fmla="*/ 66675 w 695325"/>
                <a:gd name="connsiteY12" fmla="*/ 233363 h 785813"/>
                <a:gd name="connsiteX13" fmla="*/ 35719 w 695325"/>
                <a:gd name="connsiteY13" fmla="*/ 228600 h 785813"/>
                <a:gd name="connsiteX14" fmla="*/ 9525 w 695325"/>
                <a:gd name="connsiteY14" fmla="*/ 216694 h 785813"/>
                <a:gd name="connsiteX15" fmla="*/ 47625 w 695325"/>
                <a:gd name="connsiteY15" fmla="*/ 276225 h 785813"/>
                <a:gd name="connsiteX16" fmla="*/ 76200 w 695325"/>
                <a:gd name="connsiteY16" fmla="*/ 257175 h 785813"/>
                <a:gd name="connsiteX17" fmla="*/ 102394 w 695325"/>
                <a:gd name="connsiteY17" fmla="*/ 288132 h 785813"/>
                <a:gd name="connsiteX18" fmla="*/ 147638 w 695325"/>
                <a:gd name="connsiteY18" fmla="*/ 300038 h 785813"/>
                <a:gd name="connsiteX19" fmla="*/ 188119 w 695325"/>
                <a:gd name="connsiteY19" fmla="*/ 307182 h 785813"/>
                <a:gd name="connsiteX20" fmla="*/ 209550 w 695325"/>
                <a:gd name="connsiteY20" fmla="*/ 295275 h 785813"/>
                <a:gd name="connsiteX21" fmla="*/ 197644 w 695325"/>
                <a:gd name="connsiteY21" fmla="*/ 285750 h 785813"/>
                <a:gd name="connsiteX22" fmla="*/ 219075 w 695325"/>
                <a:gd name="connsiteY22" fmla="*/ 285750 h 785813"/>
                <a:gd name="connsiteX23" fmla="*/ 247650 w 695325"/>
                <a:gd name="connsiteY23" fmla="*/ 314325 h 785813"/>
                <a:gd name="connsiteX24" fmla="*/ 266700 w 695325"/>
                <a:gd name="connsiteY24" fmla="*/ 292894 h 785813"/>
                <a:gd name="connsiteX25" fmla="*/ 252413 w 695325"/>
                <a:gd name="connsiteY25" fmla="*/ 266700 h 785813"/>
                <a:gd name="connsiteX26" fmla="*/ 266700 w 695325"/>
                <a:gd name="connsiteY26" fmla="*/ 261938 h 785813"/>
                <a:gd name="connsiteX27" fmla="*/ 345281 w 695325"/>
                <a:gd name="connsiteY27" fmla="*/ 342900 h 785813"/>
                <a:gd name="connsiteX28" fmla="*/ 352425 w 695325"/>
                <a:gd name="connsiteY28" fmla="*/ 357188 h 785813"/>
                <a:gd name="connsiteX29" fmla="*/ 330994 w 695325"/>
                <a:gd name="connsiteY29" fmla="*/ 383382 h 785813"/>
                <a:gd name="connsiteX30" fmla="*/ 373856 w 695325"/>
                <a:gd name="connsiteY30" fmla="*/ 371475 h 785813"/>
                <a:gd name="connsiteX31" fmla="*/ 395288 w 695325"/>
                <a:gd name="connsiteY31" fmla="*/ 371475 h 785813"/>
                <a:gd name="connsiteX32" fmla="*/ 381000 w 695325"/>
                <a:gd name="connsiteY32" fmla="*/ 388144 h 785813"/>
                <a:gd name="connsiteX33" fmla="*/ 395288 w 695325"/>
                <a:gd name="connsiteY33" fmla="*/ 397669 h 785813"/>
                <a:gd name="connsiteX34" fmla="*/ 421481 w 695325"/>
                <a:gd name="connsiteY34" fmla="*/ 426244 h 785813"/>
                <a:gd name="connsiteX35" fmla="*/ 438150 w 695325"/>
                <a:gd name="connsiteY35" fmla="*/ 461963 h 785813"/>
                <a:gd name="connsiteX36" fmla="*/ 440531 w 695325"/>
                <a:gd name="connsiteY36" fmla="*/ 492919 h 785813"/>
                <a:gd name="connsiteX37" fmla="*/ 423863 w 695325"/>
                <a:gd name="connsiteY37" fmla="*/ 511969 h 785813"/>
                <a:gd name="connsiteX38" fmla="*/ 423863 w 695325"/>
                <a:gd name="connsiteY38" fmla="*/ 535782 h 785813"/>
                <a:gd name="connsiteX39" fmla="*/ 402431 w 695325"/>
                <a:gd name="connsiteY39" fmla="*/ 535782 h 785813"/>
                <a:gd name="connsiteX40" fmla="*/ 383381 w 695325"/>
                <a:gd name="connsiteY40" fmla="*/ 547688 h 785813"/>
                <a:gd name="connsiteX41" fmla="*/ 407194 w 695325"/>
                <a:gd name="connsiteY41" fmla="*/ 583407 h 785813"/>
                <a:gd name="connsiteX42" fmla="*/ 395288 w 695325"/>
                <a:gd name="connsiteY42" fmla="*/ 611982 h 785813"/>
                <a:gd name="connsiteX43" fmla="*/ 359569 w 695325"/>
                <a:gd name="connsiteY43" fmla="*/ 611982 h 785813"/>
                <a:gd name="connsiteX44" fmla="*/ 328613 w 695325"/>
                <a:gd name="connsiteY44" fmla="*/ 609600 h 785813"/>
                <a:gd name="connsiteX45" fmla="*/ 309563 w 695325"/>
                <a:gd name="connsiteY45" fmla="*/ 597694 h 785813"/>
                <a:gd name="connsiteX46" fmla="*/ 297656 w 695325"/>
                <a:gd name="connsiteY46" fmla="*/ 621507 h 785813"/>
                <a:gd name="connsiteX47" fmla="*/ 297656 w 695325"/>
                <a:gd name="connsiteY47" fmla="*/ 645319 h 785813"/>
                <a:gd name="connsiteX48" fmla="*/ 330994 w 695325"/>
                <a:gd name="connsiteY48" fmla="*/ 661988 h 785813"/>
                <a:gd name="connsiteX49" fmla="*/ 354806 w 695325"/>
                <a:gd name="connsiteY49" fmla="*/ 642938 h 785813"/>
                <a:gd name="connsiteX50" fmla="*/ 371475 w 695325"/>
                <a:gd name="connsiteY50" fmla="*/ 638175 h 785813"/>
                <a:gd name="connsiteX51" fmla="*/ 378619 w 695325"/>
                <a:gd name="connsiteY51" fmla="*/ 628650 h 785813"/>
                <a:gd name="connsiteX52" fmla="*/ 400050 w 695325"/>
                <a:gd name="connsiteY52" fmla="*/ 640557 h 785813"/>
                <a:gd name="connsiteX53" fmla="*/ 414338 w 695325"/>
                <a:gd name="connsiteY53" fmla="*/ 659607 h 785813"/>
                <a:gd name="connsiteX54" fmla="*/ 438150 w 695325"/>
                <a:gd name="connsiteY54" fmla="*/ 688182 h 785813"/>
                <a:gd name="connsiteX55" fmla="*/ 452438 w 695325"/>
                <a:gd name="connsiteY55" fmla="*/ 688182 h 785813"/>
                <a:gd name="connsiteX56" fmla="*/ 464344 w 695325"/>
                <a:gd name="connsiteY56" fmla="*/ 704850 h 785813"/>
                <a:gd name="connsiteX57" fmla="*/ 450056 w 695325"/>
                <a:gd name="connsiteY57" fmla="*/ 714375 h 785813"/>
                <a:gd name="connsiteX58" fmla="*/ 481013 w 695325"/>
                <a:gd name="connsiteY58" fmla="*/ 740569 h 785813"/>
                <a:gd name="connsiteX59" fmla="*/ 497681 w 695325"/>
                <a:gd name="connsiteY59" fmla="*/ 738188 h 785813"/>
                <a:gd name="connsiteX60" fmla="*/ 526256 w 695325"/>
                <a:gd name="connsiteY60" fmla="*/ 752475 h 785813"/>
                <a:gd name="connsiteX61" fmla="*/ 566738 w 695325"/>
                <a:gd name="connsiteY61" fmla="*/ 783432 h 785813"/>
                <a:gd name="connsiteX62" fmla="*/ 578644 w 695325"/>
                <a:gd name="connsiteY62" fmla="*/ 785813 h 785813"/>
                <a:gd name="connsiteX63" fmla="*/ 588169 w 695325"/>
                <a:gd name="connsiteY63" fmla="*/ 776288 h 785813"/>
                <a:gd name="connsiteX64" fmla="*/ 566738 w 695325"/>
                <a:gd name="connsiteY64" fmla="*/ 762000 h 785813"/>
                <a:gd name="connsiteX65" fmla="*/ 535781 w 695325"/>
                <a:gd name="connsiteY65" fmla="*/ 733425 h 785813"/>
                <a:gd name="connsiteX66" fmla="*/ 523875 w 695325"/>
                <a:gd name="connsiteY66" fmla="*/ 697707 h 785813"/>
                <a:gd name="connsiteX67" fmla="*/ 531019 w 695325"/>
                <a:gd name="connsiteY67" fmla="*/ 685800 h 785813"/>
                <a:gd name="connsiteX68" fmla="*/ 557213 w 695325"/>
                <a:gd name="connsiteY68" fmla="*/ 711994 h 785813"/>
                <a:gd name="connsiteX69" fmla="*/ 597694 w 695325"/>
                <a:gd name="connsiteY69" fmla="*/ 733425 h 785813"/>
                <a:gd name="connsiteX70" fmla="*/ 619125 w 695325"/>
                <a:gd name="connsiteY70" fmla="*/ 742950 h 785813"/>
                <a:gd name="connsiteX71" fmla="*/ 611981 w 695325"/>
                <a:gd name="connsiteY71" fmla="*/ 716757 h 785813"/>
                <a:gd name="connsiteX72" fmla="*/ 623888 w 695325"/>
                <a:gd name="connsiteY72" fmla="*/ 707232 h 785813"/>
                <a:gd name="connsiteX73" fmla="*/ 619125 w 695325"/>
                <a:gd name="connsiteY73" fmla="*/ 683419 h 785813"/>
                <a:gd name="connsiteX74" fmla="*/ 602456 w 695325"/>
                <a:gd name="connsiteY74" fmla="*/ 664369 h 785813"/>
                <a:gd name="connsiteX75" fmla="*/ 607219 w 695325"/>
                <a:gd name="connsiteY75" fmla="*/ 647700 h 785813"/>
                <a:gd name="connsiteX76" fmla="*/ 592931 w 695325"/>
                <a:gd name="connsiteY76" fmla="*/ 640557 h 785813"/>
                <a:gd name="connsiteX77" fmla="*/ 585788 w 695325"/>
                <a:gd name="connsiteY77" fmla="*/ 628650 h 785813"/>
                <a:gd name="connsiteX78" fmla="*/ 564356 w 695325"/>
                <a:gd name="connsiteY78" fmla="*/ 623888 h 785813"/>
                <a:gd name="connsiteX79" fmla="*/ 550069 w 695325"/>
                <a:gd name="connsiteY79" fmla="*/ 588169 h 785813"/>
                <a:gd name="connsiteX80" fmla="*/ 540544 w 695325"/>
                <a:gd name="connsiteY80" fmla="*/ 581025 h 785813"/>
                <a:gd name="connsiteX81" fmla="*/ 550069 w 695325"/>
                <a:gd name="connsiteY81" fmla="*/ 561975 h 785813"/>
                <a:gd name="connsiteX82" fmla="*/ 545306 w 695325"/>
                <a:gd name="connsiteY82" fmla="*/ 547688 h 785813"/>
                <a:gd name="connsiteX83" fmla="*/ 540544 w 695325"/>
                <a:gd name="connsiteY83" fmla="*/ 523875 h 785813"/>
                <a:gd name="connsiteX84" fmla="*/ 571500 w 695325"/>
                <a:gd name="connsiteY84" fmla="*/ 519113 h 785813"/>
                <a:gd name="connsiteX85" fmla="*/ 595313 w 695325"/>
                <a:gd name="connsiteY85" fmla="*/ 550069 h 785813"/>
                <a:gd name="connsiteX86" fmla="*/ 626269 w 695325"/>
                <a:gd name="connsiteY86" fmla="*/ 569119 h 785813"/>
                <a:gd name="connsiteX87" fmla="*/ 631031 w 695325"/>
                <a:gd name="connsiteY87" fmla="*/ 592932 h 785813"/>
                <a:gd name="connsiteX88" fmla="*/ 659606 w 695325"/>
                <a:gd name="connsiteY88" fmla="*/ 611982 h 785813"/>
                <a:gd name="connsiteX89" fmla="*/ 650081 w 695325"/>
                <a:gd name="connsiteY89" fmla="*/ 576263 h 785813"/>
                <a:gd name="connsiteX90" fmla="*/ 669131 w 695325"/>
                <a:gd name="connsiteY90" fmla="*/ 576263 h 785813"/>
                <a:gd name="connsiteX91" fmla="*/ 683419 w 695325"/>
                <a:gd name="connsiteY91" fmla="*/ 554832 h 785813"/>
                <a:gd name="connsiteX92" fmla="*/ 671513 w 695325"/>
                <a:gd name="connsiteY92" fmla="*/ 535782 h 785813"/>
                <a:gd name="connsiteX93" fmla="*/ 695325 w 695325"/>
                <a:gd name="connsiteY93" fmla="*/ 528638 h 785813"/>
                <a:gd name="connsiteX94" fmla="*/ 676275 w 695325"/>
                <a:gd name="connsiteY94" fmla="*/ 516732 h 785813"/>
                <a:gd name="connsiteX95" fmla="*/ 645319 w 695325"/>
                <a:gd name="connsiteY95" fmla="*/ 511969 h 785813"/>
                <a:gd name="connsiteX96" fmla="*/ 652463 w 695325"/>
                <a:gd name="connsiteY96" fmla="*/ 483394 h 785813"/>
                <a:gd name="connsiteX97" fmla="*/ 631031 w 695325"/>
                <a:gd name="connsiteY97" fmla="*/ 488157 h 785813"/>
                <a:gd name="connsiteX98" fmla="*/ 631031 w 695325"/>
                <a:gd name="connsiteY98" fmla="*/ 461963 h 785813"/>
                <a:gd name="connsiteX99" fmla="*/ 609600 w 695325"/>
                <a:gd name="connsiteY99" fmla="*/ 452438 h 785813"/>
                <a:gd name="connsiteX100" fmla="*/ 602456 w 695325"/>
                <a:gd name="connsiteY100" fmla="*/ 435769 h 785813"/>
                <a:gd name="connsiteX101" fmla="*/ 585788 w 695325"/>
                <a:gd name="connsiteY101" fmla="*/ 447675 h 785813"/>
                <a:gd name="connsiteX102" fmla="*/ 576263 w 695325"/>
                <a:gd name="connsiteY102" fmla="*/ 423863 h 785813"/>
                <a:gd name="connsiteX103" fmla="*/ 545306 w 695325"/>
                <a:gd name="connsiteY103" fmla="*/ 400050 h 785813"/>
                <a:gd name="connsiteX104" fmla="*/ 526256 w 695325"/>
                <a:gd name="connsiteY104" fmla="*/ 400050 h 785813"/>
                <a:gd name="connsiteX105" fmla="*/ 540544 w 695325"/>
                <a:gd name="connsiteY105" fmla="*/ 381000 h 785813"/>
                <a:gd name="connsiteX106" fmla="*/ 540544 w 695325"/>
                <a:gd name="connsiteY106" fmla="*/ 359569 h 785813"/>
                <a:gd name="connsiteX107" fmla="*/ 535781 w 695325"/>
                <a:gd name="connsiteY107" fmla="*/ 352425 h 785813"/>
                <a:gd name="connsiteX108" fmla="*/ 578644 w 695325"/>
                <a:gd name="connsiteY108" fmla="*/ 364332 h 785813"/>
                <a:gd name="connsiteX109" fmla="*/ 566738 w 695325"/>
                <a:gd name="connsiteY109" fmla="*/ 347663 h 785813"/>
                <a:gd name="connsiteX110" fmla="*/ 528638 w 695325"/>
                <a:gd name="connsiteY110" fmla="*/ 335757 h 785813"/>
                <a:gd name="connsiteX111" fmla="*/ 519113 w 695325"/>
                <a:gd name="connsiteY111" fmla="*/ 321469 h 785813"/>
                <a:gd name="connsiteX112" fmla="*/ 557213 w 695325"/>
                <a:gd name="connsiteY112" fmla="*/ 307182 h 785813"/>
                <a:gd name="connsiteX113" fmla="*/ 545306 w 695325"/>
                <a:gd name="connsiteY113" fmla="*/ 280988 h 785813"/>
                <a:gd name="connsiteX114" fmla="*/ 538163 w 695325"/>
                <a:gd name="connsiteY114" fmla="*/ 297657 h 785813"/>
                <a:gd name="connsiteX115" fmla="*/ 514350 w 695325"/>
                <a:gd name="connsiteY115" fmla="*/ 309563 h 785813"/>
                <a:gd name="connsiteX116" fmla="*/ 507206 w 695325"/>
                <a:gd name="connsiteY116" fmla="*/ 288132 h 785813"/>
                <a:gd name="connsiteX117" fmla="*/ 500063 w 695325"/>
                <a:gd name="connsiteY117" fmla="*/ 278607 h 785813"/>
                <a:gd name="connsiteX118" fmla="*/ 523875 w 695325"/>
                <a:gd name="connsiteY118" fmla="*/ 259557 h 785813"/>
                <a:gd name="connsiteX119" fmla="*/ 504825 w 695325"/>
                <a:gd name="connsiteY119" fmla="*/ 242888 h 785813"/>
                <a:gd name="connsiteX120" fmla="*/ 485775 w 695325"/>
                <a:gd name="connsiteY120" fmla="*/ 254794 h 785813"/>
                <a:gd name="connsiteX121" fmla="*/ 473869 w 695325"/>
                <a:gd name="connsiteY121" fmla="*/ 240507 h 785813"/>
                <a:gd name="connsiteX122" fmla="*/ 471488 w 695325"/>
                <a:gd name="connsiteY122" fmla="*/ 223838 h 785813"/>
                <a:gd name="connsiteX123" fmla="*/ 452438 w 695325"/>
                <a:gd name="connsiteY123" fmla="*/ 230982 h 785813"/>
                <a:gd name="connsiteX124" fmla="*/ 450056 w 695325"/>
                <a:gd name="connsiteY124" fmla="*/ 214313 h 785813"/>
                <a:gd name="connsiteX125" fmla="*/ 457200 w 695325"/>
                <a:gd name="connsiteY125" fmla="*/ 202407 h 785813"/>
                <a:gd name="connsiteX126" fmla="*/ 433388 w 695325"/>
                <a:gd name="connsiteY126" fmla="*/ 171450 h 785813"/>
                <a:gd name="connsiteX127" fmla="*/ 423863 w 695325"/>
                <a:gd name="connsiteY127" fmla="*/ 190500 h 785813"/>
                <a:gd name="connsiteX128" fmla="*/ 416719 w 695325"/>
                <a:gd name="connsiteY128" fmla="*/ 207169 h 785813"/>
                <a:gd name="connsiteX129" fmla="*/ 397669 w 695325"/>
                <a:gd name="connsiteY129" fmla="*/ 192882 h 785813"/>
                <a:gd name="connsiteX130" fmla="*/ 395288 w 695325"/>
                <a:gd name="connsiteY130" fmla="*/ 166688 h 785813"/>
                <a:gd name="connsiteX131" fmla="*/ 383381 w 695325"/>
                <a:gd name="connsiteY131" fmla="*/ 180975 h 785813"/>
                <a:gd name="connsiteX132" fmla="*/ 376238 w 695325"/>
                <a:gd name="connsiteY132" fmla="*/ 166688 h 785813"/>
                <a:gd name="connsiteX133" fmla="*/ 376238 w 695325"/>
                <a:gd name="connsiteY133" fmla="*/ 147638 h 785813"/>
                <a:gd name="connsiteX134" fmla="*/ 364331 w 695325"/>
                <a:gd name="connsiteY134" fmla="*/ 142875 h 785813"/>
                <a:gd name="connsiteX135" fmla="*/ 364331 w 695325"/>
                <a:gd name="connsiteY135" fmla="*/ 116682 h 785813"/>
                <a:gd name="connsiteX136" fmla="*/ 309563 w 695325"/>
                <a:gd name="connsiteY136" fmla="*/ 90488 h 785813"/>
                <a:gd name="connsiteX137" fmla="*/ 288131 w 695325"/>
                <a:gd name="connsiteY137" fmla="*/ 97632 h 785813"/>
                <a:gd name="connsiteX138" fmla="*/ 292894 w 695325"/>
                <a:gd name="connsiteY138" fmla="*/ 123825 h 785813"/>
                <a:gd name="connsiteX139" fmla="*/ 273844 w 695325"/>
                <a:gd name="connsiteY139" fmla="*/ 126207 h 785813"/>
                <a:gd name="connsiteX140" fmla="*/ 259556 w 695325"/>
                <a:gd name="connsiteY140" fmla="*/ 121444 h 785813"/>
                <a:gd name="connsiteX141" fmla="*/ 247650 w 695325"/>
                <a:gd name="connsiteY141" fmla="*/ 140494 h 785813"/>
                <a:gd name="connsiteX142" fmla="*/ 223838 w 695325"/>
                <a:gd name="connsiteY142" fmla="*/ 152400 h 785813"/>
                <a:gd name="connsiteX143" fmla="*/ 221456 w 695325"/>
                <a:gd name="connsiteY143" fmla="*/ 130969 h 785813"/>
                <a:gd name="connsiteX144" fmla="*/ 223838 w 695325"/>
                <a:gd name="connsiteY144" fmla="*/ 92869 h 785813"/>
                <a:gd name="connsiteX145" fmla="*/ 216694 w 695325"/>
                <a:gd name="connsiteY145" fmla="*/ 66675 h 785813"/>
                <a:gd name="connsiteX146" fmla="*/ 214313 w 695325"/>
                <a:gd name="connsiteY146" fmla="*/ 50007 h 785813"/>
                <a:gd name="connsiteX147" fmla="*/ 204788 w 695325"/>
                <a:gd name="connsiteY147" fmla="*/ 28575 h 785813"/>
                <a:gd name="connsiteX148" fmla="*/ 202406 w 695325"/>
                <a:gd name="connsiteY148" fmla="*/ 0 h 785813"/>
                <a:gd name="connsiteX149" fmla="*/ 183356 w 695325"/>
                <a:gd name="connsiteY149" fmla="*/ 7144 h 785813"/>
                <a:gd name="connsiteX150" fmla="*/ 161926 w 695325"/>
                <a:gd name="connsiteY150" fmla="*/ 23813 h 785813"/>
                <a:gd name="connsiteX151" fmla="*/ 147638 w 695325"/>
                <a:gd name="connsiteY151" fmla="*/ 33338 h 785813"/>
                <a:gd name="connsiteX152" fmla="*/ 114300 w 695325"/>
                <a:gd name="connsiteY152" fmla="*/ 223837 h 785813"/>
                <a:gd name="connsiteX0" fmla="*/ 114300 w 695325"/>
                <a:gd name="connsiteY0" fmla="*/ 223837 h 785813"/>
                <a:gd name="connsiteX1" fmla="*/ 102394 w 695325"/>
                <a:gd name="connsiteY1" fmla="*/ 1 h 785813"/>
                <a:gd name="connsiteX2" fmla="*/ 54769 w 695325"/>
                <a:gd name="connsiteY2" fmla="*/ 4763 h 785813"/>
                <a:gd name="connsiteX3" fmla="*/ 21431 w 695325"/>
                <a:gd name="connsiteY3" fmla="*/ 38100 h 785813"/>
                <a:gd name="connsiteX4" fmla="*/ 21431 w 695325"/>
                <a:gd name="connsiteY4" fmla="*/ 69057 h 785813"/>
                <a:gd name="connsiteX5" fmla="*/ 11906 w 695325"/>
                <a:gd name="connsiteY5" fmla="*/ 88107 h 785813"/>
                <a:gd name="connsiteX6" fmla="*/ 7144 w 695325"/>
                <a:gd name="connsiteY6" fmla="*/ 126207 h 785813"/>
                <a:gd name="connsiteX7" fmla="*/ 7144 w 695325"/>
                <a:gd name="connsiteY7" fmla="*/ 126207 h 785813"/>
                <a:gd name="connsiteX8" fmla="*/ 0 w 695325"/>
                <a:gd name="connsiteY8" fmla="*/ 145257 h 785813"/>
                <a:gd name="connsiteX9" fmla="*/ 0 w 695325"/>
                <a:gd name="connsiteY9" fmla="*/ 190500 h 785813"/>
                <a:gd name="connsiteX10" fmla="*/ 38100 w 695325"/>
                <a:gd name="connsiteY10" fmla="*/ 200025 h 785813"/>
                <a:gd name="connsiteX11" fmla="*/ 64294 w 695325"/>
                <a:gd name="connsiteY11" fmla="*/ 219075 h 785813"/>
                <a:gd name="connsiteX12" fmla="*/ 66675 w 695325"/>
                <a:gd name="connsiteY12" fmla="*/ 233363 h 785813"/>
                <a:gd name="connsiteX13" fmla="*/ 35719 w 695325"/>
                <a:gd name="connsiteY13" fmla="*/ 228600 h 785813"/>
                <a:gd name="connsiteX14" fmla="*/ 9525 w 695325"/>
                <a:gd name="connsiteY14" fmla="*/ 216694 h 785813"/>
                <a:gd name="connsiteX15" fmla="*/ 47625 w 695325"/>
                <a:gd name="connsiteY15" fmla="*/ 276225 h 785813"/>
                <a:gd name="connsiteX16" fmla="*/ 76200 w 695325"/>
                <a:gd name="connsiteY16" fmla="*/ 257175 h 785813"/>
                <a:gd name="connsiteX17" fmla="*/ 102394 w 695325"/>
                <a:gd name="connsiteY17" fmla="*/ 288132 h 785813"/>
                <a:gd name="connsiteX18" fmla="*/ 147638 w 695325"/>
                <a:gd name="connsiteY18" fmla="*/ 300038 h 785813"/>
                <a:gd name="connsiteX19" fmla="*/ 188119 w 695325"/>
                <a:gd name="connsiteY19" fmla="*/ 307182 h 785813"/>
                <a:gd name="connsiteX20" fmla="*/ 209550 w 695325"/>
                <a:gd name="connsiteY20" fmla="*/ 295275 h 785813"/>
                <a:gd name="connsiteX21" fmla="*/ 197644 w 695325"/>
                <a:gd name="connsiteY21" fmla="*/ 285750 h 785813"/>
                <a:gd name="connsiteX22" fmla="*/ 219075 w 695325"/>
                <a:gd name="connsiteY22" fmla="*/ 285750 h 785813"/>
                <a:gd name="connsiteX23" fmla="*/ 247650 w 695325"/>
                <a:gd name="connsiteY23" fmla="*/ 314325 h 785813"/>
                <a:gd name="connsiteX24" fmla="*/ 266700 w 695325"/>
                <a:gd name="connsiteY24" fmla="*/ 292894 h 785813"/>
                <a:gd name="connsiteX25" fmla="*/ 252413 w 695325"/>
                <a:gd name="connsiteY25" fmla="*/ 266700 h 785813"/>
                <a:gd name="connsiteX26" fmla="*/ 266700 w 695325"/>
                <a:gd name="connsiteY26" fmla="*/ 261938 h 785813"/>
                <a:gd name="connsiteX27" fmla="*/ 345281 w 695325"/>
                <a:gd name="connsiteY27" fmla="*/ 342900 h 785813"/>
                <a:gd name="connsiteX28" fmla="*/ 352425 w 695325"/>
                <a:gd name="connsiteY28" fmla="*/ 357188 h 785813"/>
                <a:gd name="connsiteX29" fmla="*/ 330994 w 695325"/>
                <a:gd name="connsiteY29" fmla="*/ 383382 h 785813"/>
                <a:gd name="connsiteX30" fmla="*/ 373856 w 695325"/>
                <a:gd name="connsiteY30" fmla="*/ 371475 h 785813"/>
                <a:gd name="connsiteX31" fmla="*/ 395288 w 695325"/>
                <a:gd name="connsiteY31" fmla="*/ 371475 h 785813"/>
                <a:gd name="connsiteX32" fmla="*/ 381000 w 695325"/>
                <a:gd name="connsiteY32" fmla="*/ 388144 h 785813"/>
                <a:gd name="connsiteX33" fmla="*/ 395288 w 695325"/>
                <a:gd name="connsiteY33" fmla="*/ 397669 h 785813"/>
                <a:gd name="connsiteX34" fmla="*/ 421481 w 695325"/>
                <a:gd name="connsiteY34" fmla="*/ 426244 h 785813"/>
                <a:gd name="connsiteX35" fmla="*/ 438150 w 695325"/>
                <a:gd name="connsiteY35" fmla="*/ 461963 h 785813"/>
                <a:gd name="connsiteX36" fmla="*/ 440531 w 695325"/>
                <a:gd name="connsiteY36" fmla="*/ 492919 h 785813"/>
                <a:gd name="connsiteX37" fmla="*/ 423863 w 695325"/>
                <a:gd name="connsiteY37" fmla="*/ 511969 h 785813"/>
                <a:gd name="connsiteX38" fmla="*/ 423863 w 695325"/>
                <a:gd name="connsiteY38" fmla="*/ 535782 h 785813"/>
                <a:gd name="connsiteX39" fmla="*/ 402431 w 695325"/>
                <a:gd name="connsiteY39" fmla="*/ 535782 h 785813"/>
                <a:gd name="connsiteX40" fmla="*/ 383381 w 695325"/>
                <a:gd name="connsiteY40" fmla="*/ 547688 h 785813"/>
                <a:gd name="connsiteX41" fmla="*/ 407194 w 695325"/>
                <a:gd name="connsiteY41" fmla="*/ 583407 h 785813"/>
                <a:gd name="connsiteX42" fmla="*/ 395288 w 695325"/>
                <a:gd name="connsiteY42" fmla="*/ 611982 h 785813"/>
                <a:gd name="connsiteX43" fmla="*/ 359569 w 695325"/>
                <a:gd name="connsiteY43" fmla="*/ 611982 h 785813"/>
                <a:gd name="connsiteX44" fmla="*/ 328613 w 695325"/>
                <a:gd name="connsiteY44" fmla="*/ 609600 h 785813"/>
                <a:gd name="connsiteX45" fmla="*/ 309563 w 695325"/>
                <a:gd name="connsiteY45" fmla="*/ 597694 h 785813"/>
                <a:gd name="connsiteX46" fmla="*/ 297656 w 695325"/>
                <a:gd name="connsiteY46" fmla="*/ 621507 h 785813"/>
                <a:gd name="connsiteX47" fmla="*/ 297656 w 695325"/>
                <a:gd name="connsiteY47" fmla="*/ 645319 h 785813"/>
                <a:gd name="connsiteX48" fmla="*/ 330994 w 695325"/>
                <a:gd name="connsiteY48" fmla="*/ 661988 h 785813"/>
                <a:gd name="connsiteX49" fmla="*/ 354806 w 695325"/>
                <a:gd name="connsiteY49" fmla="*/ 642938 h 785813"/>
                <a:gd name="connsiteX50" fmla="*/ 371475 w 695325"/>
                <a:gd name="connsiteY50" fmla="*/ 638175 h 785813"/>
                <a:gd name="connsiteX51" fmla="*/ 378619 w 695325"/>
                <a:gd name="connsiteY51" fmla="*/ 628650 h 785813"/>
                <a:gd name="connsiteX52" fmla="*/ 400050 w 695325"/>
                <a:gd name="connsiteY52" fmla="*/ 640557 h 785813"/>
                <a:gd name="connsiteX53" fmla="*/ 414338 w 695325"/>
                <a:gd name="connsiteY53" fmla="*/ 659607 h 785813"/>
                <a:gd name="connsiteX54" fmla="*/ 438150 w 695325"/>
                <a:gd name="connsiteY54" fmla="*/ 688182 h 785813"/>
                <a:gd name="connsiteX55" fmla="*/ 452438 w 695325"/>
                <a:gd name="connsiteY55" fmla="*/ 688182 h 785813"/>
                <a:gd name="connsiteX56" fmla="*/ 464344 w 695325"/>
                <a:gd name="connsiteY56" fmla="*/ 704850 h 785813"/>
                <a:gd name="connsiteX57" fmla="*/ 450056 w 695325"/>
                <a:gd name="connsiteY57" fmla="*/ 714375 h 785813"/>
                <a:gd name="connsiteX58" fmla="*/ 481013 w 695325"/>
                <a:gd name="connsiteY58" fmla="*/ 740569 h 785813"/>
                <a:gd name="connsiteX59" fmla="*/ 497681 w 695325"/>
                <a:gd name="connsiteY59" fmla="*/ 738188 h 785813"/>
                <a:gd name="connsiteX60" fmla="*/ 526256 w 695325"/>
                <a:gd name="connsiteY60" fmla="*/ 752475 h 785813"/>
                <a:gd name="connsiteX61" fmla="*/ 566738 w 695325"/>
                <a:gd name="connsiteY61" fmla="*/ 783432 h 785813"/>
                <a:gd name="connsiteX62" fmla="*/ 578644 w 695325"/>
                <a:gd name="connsiteY62" fmla="*/ 785813 h 785813"/>
                <a:gd name="connsiteX63" fmla="*/ 588169 w 695325"/>
                <a:gd name="connsiteY63" fmla="*/ 776288 h 785813"/>
                <a:gd name="connsiteX64" fmla="*/ 566738 w 695325"/>
                <a:gd name="connsiteY64" fmla="*/ 762000 h 785813"/>
                <a:gd name="connsiteX65" fmla="*/ 535781 w 695325"/>
                <a:gd name="connsiteY65" fmla="*/ 733425 h 785813"/>
                <a:gd name="connsiteX66" fmla="*/ 523875 w 695325"/>
                <a:gd name="connsiteY66" fmla="*/ 697707 h 785813"/>
                <a:gd name="connsiteX67" fmla="*/ 531019 w 695325"/>
                <a:gd name="connsiteY67" fmla="*/ 685800 h 785813"/>
                <a:gd name="connsiteX68" fmla="*/ 557213 w 695325"/>
                <a:gd name="connsiteY68" fmla="*/ 711994 h 785813"/>
                <a:gd name="connsiteX69" fmla="*/ 597694 w 695325"/>
                <a:gd name="connsiteY69" fmla="*/ 733425 h 785813"/>
                <a:gd name="connsiteX70" fmla="*/ 619125 w 695325"/>
                <a:gd name="connsiteY70" fmla="*/ 742950 h 785813"/>
                <a:gd name="connsiteX71" fmla="*/ 611981 w 695325"/>
                <a:gd name="connsiteY71" fmla="*/ 716757 h 785813"/>
                <a:gd name="connsiteX72" fmla="*/ 623888 w 695325"/>
                <a:gd name="connsiteY72" fmla="*/ 707232 h 785813"/>
                <a:gd name="connsiteX73" fmla="*/ 619125 w 695325"/>
                <a:gd name="connsiteY73" fmla="*/ 683419 h 785813"/>
                <a:gd name="connsiteX74" fmla="*/ 602456 w 695325"/>
                <a:gd name="connsiteY74" fmla="*/ 664369 h 785813"/>
                <a:gd name="connsiteX75" fmla="*/ 607219 w 695325"/>
                <a:gd name="connsiteY75" fmla="*/ 647700 h 785813"/>
                <a:gd name="connsiteX76" fmla="*/ 592931 w 695325"/>
                <a:gd name="connsiteY76" fmla="*/ 640557 h 785813"/>
                <a:gd name="connsiteX77" fmla="*/ 585788 w 695325"/>
                <a:gd name="connsiteY77" fmla="*/ 628650 h 785813"/>
                <a:gd name="connsiteX78" fmla="*/ 564356 w 695325"/>
                <a:gd name="connsiteY78" fmla="*/ 623888 h 785813"/>
                <a:gd name="connsiteX79" fmla="*/ 550069 w 695325"/>
                <a:gd name="connsiteY79" fmla="*/ 588169 h 785813"/>
                <a:gd name="connsiteX80" fmla="*/ 540544 w 695325"/>
                <a:gd name="connsiteY80" fmla="*/ 581025 h 785813"/>
                <a:gd name="connsiteX81" fmla="*/ 550069 w 695325"/>
                <a:gd name="connsiteY81" fmla="*/ 561975 h 785813"/>
                <a:gd name="connsiteX82" fmla="*/ 545306 w 695325"/>
                <a:gd name="connsiteY82" fmla="*/ 547688 h 785813"/>
                <a:gd name="connsiteX83" fmla="*/ 540544 w 695325"/>
                <a:gd name="connsiteY83" fmla="*/ 523875 h 785813"/>
                <a:gd name="connsiteX84" fmla="*/ 571500 w 695325"/>
                <a:gd name="connsiteY84" fmla="*/ 519113 h 785813"/>
                <a:gd name="connsiteX85" fmla="*/ 595313 w 695325"/>
                <a:gd name="connsiteY85" fmla="*/ 550069 h 785813"/>
                <a:gd name="connsiteX86" fmla="*/ 626269 w 695325"/>
                <a:gd name="connsiteY86" fmla="*/ 569119 h 785813"/>
                <a:gd name="connsiteX87" fmla="*/ 631031 w 695325"/>
                <a:gd name="connsiteY87" fmla="*/ 592932 h 785813"/>
                <a:gd name="connsiteX88" fmla="*/ 659606 w 695325"/>
                <a:gd name="connsiteY88" fmla="*/ 611982 h 785813"/>
                <a:gd name="connsiteX89" fmla="*/ 650081 w 695325"/>
                <a:gd name="connsiteY89" fmla="*/ 576263 h 785813"/>
                <a:gd name="connsiteX90" fmla="*/ 669131 w 695325"/>
                <a:gd name="connsiteY90" fmla="*/ 576263 h 785813"/>
                <a:gd name="connsiteX91" fmla="*/ 683419 w 695325"/>
                <a:gd name="connsiteY91" fmla="*/ 554832 h 785813"/>
                <a:gd name="connsiteX92" fmla="*/ 671513 w 695325"/>
                <a:gd name="connsiteY92" fmla="*/ 535782 h 785813"/>
                <a:gd name="connsiteX93" fmla="*/ 695325 w 695325"/>
                <a:gd name="connsiteY93" fmla="*/ 528638 h 785813"/>
                <a:gd name="connsiteX94" fmla="*/ 676275 w 695325"/>
                <a:gd name="connsiteY94" fmla="*/ 516732 h 785813"/>
                <a:gd name="connsiteX95" fmla="*/ 645319 w 695325"/>
                <a:gd name="connsiteY95" fmla="*/ 511969 h 785813"/>
                <a:gd name="connsiteX96" fmla="*/ 652463 w 695325"/>
                <a:gd name="connsiteY96" fmla="*/ 483394 h 785813"/>
                <a:gd name="connsiteX97" fmla="*/ 631031 w 695325"/>
                <a:gd name="connsiteY97" fmla="*/ 488157 h 785813"/>
                <a:gd name="connsiteX98" fmla="*/ 631031 w 695325"/>
                <a:gd name="connsiteY98" fmla="*/ 461963 h 785813"/>
                <a:gd name="connsiteX99" fmla="*/ 609600 w 695325"/>
                <a:gd name="connsiteY99" fmla="*/ 452438 h 785813"/>
                <a:gd name="connsiteX100" fmla="*/ 602456 w 695325"/>
                <a:gd name="connsiteY100" fmla="*/ 435769 h 785813"/>
                <a:gd name="connsiteX101" fmla="*/ 585788 w 695325"/>
                <a:gd name="connsiteY101" fmla="*/ 447675 h 785813"/>
                <a:gd name="connsiteX102" fmla="*/ 576263 w 695325"/>
                <a:gd name="connsiteY102" fmla="*/ 423863 h 785813"/>
                <a:gd name="connsiteX103" fmla="*/ 545306 w 695325"/>
                <a:gd name="connsiteY103" fmla="*/ 400050 h 785813"/>
                <a:gd name="connsiteX104" fmla="*/ 526256 w 695325"/>
                <a:gd name="connsiteY104" fmla="*/ 400050 h 785813"/>
                <a:gd name="connsiteX105" fmla="*/ 540544 w 695325"/>
                <a:gd name="connsiteY105" fmla="*/ 381000 h 785813"/>
                <a:gd name="connsiteX106" fmla="*/ 540544 w 695325"/>
                <a:gd name="connsiteY106" fmla="*/ 359569 h 785813"/>
                <a:gd name="connsiteX107" fmla="*/ 535781 w 695325"/>
                <a:gd name="connsiteY107" fmla="*/ 352425 h 785813"/>
                <a:gd name="connsiteX108" fmla="*/ 578644 w 695325"/>
                <a:gd name="connsiteY108" fmla="*/ 364332 h 785813"/>
                <a:gd name="connsiteX109" fmla="*/ 566738 w 695325"/>
                <a:gd name="connsiteY109" fmla="*/ 347663 h 785813"/>
                <a:gd name="connsiteX110" fmla="*/ 528638 w 695325"/>
                <a:gd name="connsiteY110" fmla="*/ 335757 h 785813"/>
                <a:gd name="connsiteX111" fmla="*/ 519113 w 695325"/>
                <a:gd name="connsiteY111" fmla="*/ 321469 h 785813"/>
                <a:gd name="connsiteX112" fmla="*/ 557213 w 695325"/>
                <a:gd name="connsiteY112" fmla="*/ 307182 h 785813"/>
                <a:gd name="connsiteX113" fmla="*/ 545306 w 695325"/>
                <a:gd name="connsiteY113" fmla="*/ 280988 h 785813"/>
                <a:gd name="connsiteX114" fmla="*/ 538163 w 695325"/>
                <a:gd name="connsiteY114" fmla="*/ 297657 h 785813"/>
                <a:gd name="connsiteX115" fmla="*/ 514350 w 695325"/>
                <a:gd name="connsiteY115" fmla="*/ 309563 h 785813"/>
                <a:gd name="connsiteX116" fmla="*/ 507206 w 695325"/>
                <a:gd name="connsiteY116" fmla="*/ 288132 h 785813"/>
                <a:gd name="connsiteX117" fmla="*/ 500063 w 695325"/>
                <a:gd name="connsiteY117" fmla="*/ 278607 h 785813"/>
                <a:gd name="connsiteX118" fmla="*/ 523875 w 695325"/>
                <a:gd name="connsiteY118" fmla="*/ 259557 h 785813"/>
                <a:gd name="connsiteX119" fmla="*/ 504825 w 695325"/>
                <a:gd name="connsiteY119" fmla="*/ 242888 h 785813"/>
                <a:gd name="connsiteX120" fmla="*/ 485775 w 695325"/>
                <a:gd name="connsiteY120" fmla="*/ 254794 h 785813"/>
                <a:gd name="connsiteX121" fmla="*/ 473869 w 695325"/>
                <a:gd name="connsiteY121" fmla="*/ 240507 h 785813"/>
                <a:gd name="connsiteX122" fmla="*/ 471488 w 695325"/>
                <a:gd name="connsiteY122" fmla="*/ 223838 h 785813"/>
                <a:gd name="connsiteX123" fmla="*/ 452438 w 695325"/>
                <a:gd name="connsiteY123" fmla="*/ 230982 h 785813"/>
                <a:gd name="connsiteX124" fmla="*/ 450056 w 695325"/>
                <a:gd name="connsiteY124" fmla="*/ 214313 h 785813"/>
                <a:gd name="connsiteX125" fmla="*/ 457200 w 695325"/>
                <a:gd name="connsiteY125" fmla="*/ 202407 h 785813"/>
                <a:gd name="connsiteX126" fmla="*/ 433388 w 695325"/>
                <a:gd name="connsiteY126" fmla="*/ 171450 h 785813"/>
                <a:gd name="connsiteX127" fmla="*/ 423863 w 695325"/>
                <a:gd name="connsiteY127" fmla="*/ 190500 h 785813"/>
                <a:gd name="connsiteX128" fmla="*/ 416719 w 695325"/>
                <a:gd name="connsiteY128" fmla="*/ 207169 h 785813"/>
                <a:gd name="connsiteX129" fmla="*/ 397669 w 695325"/>
                <a:gd name="connsiteY129" fmla="*/ 192882 h 785813"/>
                <a:gd name="connsiteX130" fmla="*/ 395288 w 695325"/>
                <a:gd name="connsiteY130" fmla="*/ 166688 h 785813"/>
                <a:gd name="connsiteX131" fmla="*/ 383381 w 695325"/>
                <a:gd name="connsiteY131" fmla="*/ 180975 h 785813"/>
                <a:gd name="connsiteX132" fmla="*/ 376238 w 695325"/>
                <a:gd name="connsiteY132" fmla="*/ 166688 h 785813"/>
                <a:gd name="connsiteX133" fmla="*/ 376238 w 695325"/>
                <a:gd name="connsiteY133" fmla="*/ 147638 h 785813"/>
                <a:gd name="connsiteX134" fmla="*/ 364331 w 695325"/>
                <a:gd name="connsiteY134" fmla="*/ 142875 h 785813"/>
                <a:gd name="connsiteX135" fmla="*/ 364331 w 695325"/>
                <a:gd name="connsiteY135" fmla="*/ 116682 h 785813"/>
                <a:gd name="connsiteX136" fmla="*/ 309563 w 695325"/>
                <a:gd name="connsiteY136" fmla="*/ 90488 h 785813"/>
                <a:gd name="connsiteX137" fmla="*/ 288131 w 695325"/>
                <a:gd name="connsiteY137" fmla="*/ 97632 h 785813"/>
                <a:gd name="connsiteX138" fmla="*/ 292894 w 695325"/>
                <a:gd name="connsiteY138" fmla="*/ 123825 h 785813"/>
                <a:gd name="connsiteX139" fmla="*/ 273844 w 695325"/>
                <a:gd name="connsiteY139" fmla="*/ 126207 h 785813"/>
                <a:gd name="connsiteX140" fmla="*/ 259556 w 695325"/>
                <a:gd name="connsiteY140" fmla="*/ 121444 h 785813"/>
                <a:gd name="connsiteX141" fmla="*/ 247650 w 695325"/>
                <a:gd name="connsiteY141" fmla="*/ 140494 h 785813"/>
                <a:gd name="connsiteX142" fmla="*/ 223838 w 695325"/>
                <a:gd name="connsiteY142" fmla="*/ 152400 h 785813"/>
                <a:gd name="connsiteX143" fmla="*/ 221456 w 695325"/>
                <a:gd name="connsiteY143" fmla="*/ 130969 h 785813"/>
                <a:gd name="connsiteX144" fmla="*/ 223838 w 695325"/>
                <a:gd name="connsiteY144" fmla="*/ 92869 h 785813"/>
                <a:gd name="connsiteX145" fmla="*/ 216694 w 695325"/>
                <a:gd name="connsiteY145" fmla="*/ 66675 h 785813"/>
                <a:gd name="connsiteX146" fmla="*/ 214313 w 695325"/>
                <a:gd name="connsiteY146" fmla="*/ 50007 h 785813"/>
                <a:gd name="connsiteX147" fmla="*/ 204788 w 695325"/>
                <a:gd name="connsiteY147" fmla="*/ 28575 h 785813"/>
                <a:gd name="connsiteX148" fmla="*/ 202406 w 695325"/>
                <a:gd name="connsiteY148" fmla="*/ 0 h 785813"/>
                <a:gd name="connsiteX149" fmla="*/ 183356 w 695325"/>
                <a:gd name="connsiteY149" fmla="*/ 7144 h 785813"/>
                <a:gd name="connsiteX150" fmla="*/ 161926 w 695325"/>
                <a:gd name="connsiteY150" fmla="*/ 23813 h 785813"/>
                <a:gd name="connsiteX151" fmla="*/ 147638 w 695325"/>
                <a:gd name="connsiteY151" fmla="*/ 33338 h 785813"/>
                <a:gd name="connsiteX152" fmla="*/ 114300 w 695325"/>
                <a:gd name="connsiteY152" fmla="*/ 223837 h 785813"/>
                <a:gd name="connsiteX0" fmla="*/ 114300 w 695325"/>
                <a:gd name="connsiteY0" fmla="*/ 223837 h 785813"/>
                <a:gd name="connsiteX1" fmla="*/ 104775 w 695325"/>
                <a:gd name="connsiteY1" fmla="*/ 64294 h 785813"/>
                <a:gd name="connsiteX2" fmla="*/ 102394 w 695325"/>
                <a:gd name="connsiteY2" fmla="*/ 1 h 785813"/>
                <a:gd name="connsiteX3" fmla="*/ 54769 w 695325"/>
                <a:gd name="connsiteY3" fmla="*/ 4763 h 785813"/>
                <a:gd name="connsiteX4" fmla="*/ 21431 w 695325"/>
                <a:gd name="connsiteY4" fmla="*/ 38100 h 785813"/>
                <a:gd name="connsiteX5" fmla="*/ 21431 w 695325"/>
                <a:gd name="connsiteY5" fmla="*/ 69057 h 785813"/>
                <a:gd name="connsiteX6" fmla="*/ 11906 w 695325"/>
                <a:gd name="connsiteY6" fmla="*/ 88107 h 785813"/>
                <a:gd name="connsiteX7" fmla="*/ 7144 w 695325"/>
                <a:gd name="connsiteY7" fmla="*/ 126207 h 785813"/>
                <a:gd name="connsiteX8" fmla="*/ 7144 w 695325"/>
                <a:gd name="connsiteY8" fmla="*/ 126207 h 785813"/>
                <a:gd name="connsiteX9" fmla="*/ 0 w 695325"/>
                <a:gd name="connsiteY9" fmla="*/ 145257 h 785813"/>
                <a:gd name="connsiteX10" fmla="*/ 0 w 695325"/>
                <a:gd name="connsiteY10" fmla="*/ 190500 h 785813"/>
                <a:gd name="connsiteX11" fmla="*/ 38100 w 695325"/>
                <a:gd name="connsiteY11" fmla="*/ 200025 h 785813"/>
                <a:gd name="connsiteX12" fmla="*/ 64294 w 695325"/>
                <a:gd name="connsiteY12" fmla="*/ 219075 h 785813"/>
                <a:gd name="connsiteX13" fmla="*/ 66675 w 695325"/>
                <a:gd name="connsiteY13" fmla="*/ 233363 h 785813"/>
                <a:gd name="connsiteX14" fmla="*/ 35719 w 695325"/>
                <a:gd name="connsiteY14" fmla="*/ 228600 h 785813"/>
                <a:gd name="connsiteX15" fmla="*/ 9525 w 695325"/>
                <a:gd name="connsiteY15" fmla="*/ 216694 h 785813"/>
                <a:gd name="connsiteX16" fmla="*/ 47625 w 695325"/>
                <a:gd name="connsiteY16" fmla="*/ 276225 h 785813"/>
                <a:gd name="connsiteX17" fmla="*/ 76200 w 695325"/>
                <a:gd name="connsiteY17" fmla="*/ 257175 h 785813"/>
                <a:gd name="connsiteX18" fmla="*/ 102394 w 695325"/>
                <a:gd name="connsiteY18" fmla="*/ 288132 h 785813"/>
                <a:gd name="connsiteX19" fmla="*/ 147638 w 695325"/>
                <a:gd name="connsiteY19" fmla="*/ 300038 h 785813"/>
                <a:gd name="connsiteX20" fmla="*/ 188119 w 695325"/>
                <a:gd name="connsiteY20" fmla="*/ 307182 h 785813"/>
                <a:gd name="connsiteX21" fmla="*/ 209550 w 695325"/>
                <a:gd name="connsiteY21" fmla="*/ 295275 h 785813"/>
                <a:gd name="connsiteX22" fmla="*/ 197644 w 695325"/>
                <a:gd name="connsiteY22" fmla="*/ 285750 h 785813"/>
                <a:gd name="connsiteX23" fmla="*/ 219075 w 695325"/>
                <a:gd name="connsiteY23" fmla="*/ 285750 h 785813"/>
                <a:gd name="connsiteX24" fmla="*/ 247650 w 695325"/>
                <a:gd name="connsiteY24" fmla="*/ 314325 h 785813"/>
                <a:gd name="connsiteX25" fmla="*/ 266700 w 695325"/>
                <a:gd name="connsiteY25" fmla="*/ 292894 h 785813"/>
                <a:gd name="connsiteX26" fmla="*/ 252413 w 695325"/>
                <a:gd name="connsiteY26" fmla="*/ 266700 h 785813"/>
                <a:gd name="connsiteX27" fmla="*/ 266700 w 695325"/>
                <a:gd name="connsiteY27" fmla="*/ 261938 h 785813"/>
                <a:gd name="connsiteX28" fmla="*/ 345281 w 695325"/>
                <a:gd name="connsiteY28" fmla="*/ 342900 h 785813"/>
                <a:gd name="connsiteX29" fmla="*/ 352425 w 695325"/>
                <a:gd name="connsiteY29" fmla="*/ 357188 h 785813"/>
                <a:gd name="connsiteX30" fmla="*/ 330994 w 695325"/>
                <a:gd name="connsiteY30" fmla="*/ 383382 h 785813"/>
                <a:gd name="connsiteX31" fmla="*/ 373856 w 695325"/>
                <a:gd name="connsiteY31" fmla="*/ 371475 h 785813"/>
                <a:gd name="connsiteX32" fmla="*/ 395288 w 695325"/>
                <a:gd name="connsiteY32" fmla="*/ 371475 h 785813"/>
                <a:gd name="connsiteX33" fmla="*/ 381000 w 695325"/>
                <a:gd name="connsiteY33" fmla="*/ 388144 h 785813"/>
                <a:gd name="connsiteX34" fmla="*/ 395288 w 695325"/>
                <a:gd name="connsiteY34" fmla="*/ 397669 h 785813"/>
                <a:gd name="connsiteX35" fmla="*/ 421481 w 695325"/>
                <a:gd name="connsiteY35" fmla="*/ 426244 h 785813"/>
                <a:gd name="connsiteX36" fmla="*/ 438150 w 695325"/>
                <a:gd name="connsiteY36" fmla="*/ 461963 h 785813"/>
                <a:gd name="connsiteX37" fmla="*/ 440531 w 695325"/>
                <a:gd name="connsiteY37" fmla="*/ 492919 h 785813"/>
                <a:gd name="connsiteX38" fmla="*/ 423863 w 695325"/>
                <a:gd name="connsiteY38" fmla="*/ 511969 h 785813"/>
                <a:gd name="connsiteX39" fmla="*/ 423863 w 695325"/>
                <a:gd name="connsiteY39" fmla="*/ 535782 h 785813"/>
                <a:gd name="connsiteX40" fmla="*/ 402431 w 695325"/>
                <a:gd name="connsiteY40" fmla="*/ 535782 h 785813"/>
                <a:gd name="connsiteX41" fmla="*/ 383381 w 695325"/>
                <a:gd name="connsiteY41" fmla="*/ 547688 h 785813"/>
                <a:gd name="connsiteX42" fmla="*/ 407194 w 695325"/>
                <a:gd name="connsiteY42" fmla="*/ 583407 h 785813"/>
                <a:gd name="connsiteX43" fmla="*/ 395288 w 695325"/>
                <a:gd name="connsiteY43" fmla="*/ 611982 h 785813"/>
                <a:gd name="connsiteX44" fmla="*/ 359569 w 695325"/>
                <a:gd name="connsiteY44" fmla="*/ 611982 h 785813"/>
                <a:gd name="connsiteX45" fmla="*/ 328613 w 695325"/>
                <a:gd name="connsiteY45" fmla="*/ 609600 h 785813"/>
                <a:gd name="connsiteX46" fmla="*/ 309563 w 695325"/>
                <a:gd name="connsiteY46" fmla="*/ 597694 h 785813"/>
                <a:gd name="connsiteX47" fmla="*/ 297656 w 695325"/>
                <a:gd name="connsiteY47" fmla="*/ 621507 h 785813"/>
                <a:gd name="connsiteX48" fmla="*/ 297656 w 695325"/>
                <a:gd name="connsiteY48" fmla="*/ 645319 h 785813"/>
                <a:gd name="connsiteX49" fmla="*/ 330994 w 695325"/>
                <a:gd name="connsiteY49" fmla="*/ 661988 h 785813"/>
                <a:gd name="connsiteX50" fmla="*/ 354806 w 695325"/>
                <a:gd name="connsiteY50" fmla="*/ 642938 h 785813"/>
                <a:gd name="connsiteX51" fmla="*/ 371475 w 695325"/>
                <a:gd name="connsiteY51" fmla="*/ 638175 h 785813"/>
                <a:gd name="connsiteX52" fmla="*/ 378619 w 695325"/>
                <a:gd name="connsiteY52" fmla="*/ 628650 h 785813"/>
                <a:gd name="connsiteX53" fmla="*/ 400050 w 695325"/>
                <a:gd name="connsiteY53" fmla="*/ 640557 h 785813"/>
                <a:gd name="connsiteX54" fmla="*/ 414338 w 695325"/>
                <a:gd name="connsiteY54" fmla="*/ 659607 h 785813"/>
                <a:gd name="connsiteX55" fmla="*/ 438150 w 695325"/>
                <a:gd name="connsiteY55" fmla="*/ 688182 h 785813"/>
                <a:gd name="connsiteX56" fmla="*/ 452438 w 695325"/>
                <a:gd name="connsiteY56" fmla="*/ 688182 h 785813"/>
                <a:gd name="connsiteX57" fmla="*/ 464344 w 695325"/>
                <a:gd name="connsiteY57" fmla="*/ 704850 h 785813"/>
                <a:gd name="connsiteX58" fmla="*/ 450056 w 695325"/>
                <a:gd name="connsiteY58" fmla="*/ 714375 h 785813"/>
                <a:gd name="connsiteX59" fmla="*/ 481013 w 695325"/>
                <a:gd name="connsiteY59" fmla="*/ 740569 h 785813"/>
                <a:gd name="connsiteX60" fmla="*/ 497681 w 695325"/>
                <a:gd name="connsiteY60" fmla="*/ 738188 h 785813"/>
                <a:gd name="connsiteX61" fmla="*/ 526256 w 695325"/>
                <a:gd name="connsiteY61" fmla="*/ 752475 h 785813"/>
                <a:gd name="connsiteX62" fmla="*/ 566738 w 695325"/>
                <a:gd name="connsiteY62" fmla="*/ 783432 h 785813"/>
                <a:gd name="connsiteX63" fmla="*/ 578644 w 695325"/>
                <a:gd name="connsiteY63" fmla="*/ 785813 h 785813"/>
                <a:gd name="connsiteX64" fmla="*/ 588169 w 695325"/>
                <a:gd name="connsiteY64" fmla="*/ 776288 h 785813"/>
                <a:gd name="connsiteX65" fmla="*/ 566738 w 695325"/>
                <a:gd name="connsiteY65" fmla="*/ 762000 h 785813"/>
                <a:gd name="connsiteX66" fmla="*/ 535781 w 695325"/>
                <a:gd name="connsiteY66" fmla="*/ 733425 h 785813"/>
                <a:gd name="connsiteX67" fmla="*/ 523875 w 695325"/>
                <a:gd name="connsiteY67" fmla="*/ 697707 h 785813"/>
                <a:gd name="connsiteX68" fmla="*/ 531019 w 695325"/>
                <a:gd name="connsiteY68" fmla="*/ 685800 h 785813"/>
                <a:gd name="connsiteX69" fmla="*/ 557213 w 695325"/>
                <a:gd name="connsiteY69" fmla="*/ 711994 h 785813"/>
                <a:gd name="connsiteX70" fmla="*/ 597694 w 695325"/>
                <a:gd name="connsiteY70" fmla="*/ 733425 h 785813"/>
                <a:gd name="connsiteX71" fmla="*/ 619125 w 695325"/>
                <a:gd name="connsiteY71" fmla="*/ 742950 h 785813"/>
                <a:gd name="connsiteX72" fmla="*/ 611981 w 695325"/>
                <a:gd name="connsiteY72" fmla="*/ 716757 h 785813"/>
                <a:gd name="connsiteX73" fmla="*/ 623888 w 695325"/>
                <a:gd name="connsiteY73" fmla="*/ 707232 h 785813"/>
                <a:gd name="connsiteX74" fmla="*/ 619125 w 695325"/>
                <a:gd name="connsiteY74" fmla="*/ 683419 h 785813"/>
                <a:gd name="connsiteX75" fmla="*/ 602456 w 695325"/>
                <a:gd name="connsiteY75" fmla="*/ 664369 h 785813"/>
                <a:gd name="connsiteX76" fmla="*/ 607219 w 695325"/>
                <a:gd name="connsiteY76" fmla="*/ 647700 h 785813"/>
                <a:gd name="connsiteX77" fmla="*/ 592931 w 695325"/>
                <a:gd name="connsiteY77" fmla="*/ 640557 h 785813"/>
                <a:gd name="connsiteX78" fmla="*/ 585788 w 695325"/>
                <a:gd name="connsiteY78" fmla="*/ 628650 h 785813"/>
                <a:gd name="connsiteX79" fmla="*/ 564356 w 695325"/>
                <a:gd name="connsiteY79" fmla="*/ 623888 h 785813"/>
                <a:gd name="connsiteX80" fmla="*/ 550069 w 695325"/>
                <a:gd name="connsiteY80" fmla="*/ 588169 h 785813"/>
                <a:gd name="connsiteX81" fmla="*/ 540544 w 695325"/>
                <a:gd name="connsiteY81" fmla="*/ 581025 h 785813"/>
                <a:gd name="connsiteX82" fmla="*/ 550069 w 695325"/>
                <a:gd name="connsiteY82" fmla="*/ 561975 h 785813"/>
                <a:gd name="connsiteX83" fmla="*/ 545306 w 695325"/>
                <a:gd name="connsiteY83" fmla="*/ 547688 h 785813"/>
                <a:gd name="connsiteX84" fmla="*/ 540544 w 695325"/>
                <a:gd name="connsiteY84" fmla="*/ 523875 h 785813"/>
                <a:gd name="connsiteX85" fmla="*/ 571500 w 695325"/>
                <a:gd name="connsiteY85" fmla="*/ 519113 h 785813"/>
                <a:gd name="connsiteX86" fmla="*/ 595313 w 695325"/>
                <a:gd name="connsiteY86" fmla="*/ 550069 h 785813"/>
                <a:gd name="connsiteX87" fmla="*/ 626269 w 695325"/>
                <a:gd name="connsiteY87" fmla="*/ 569119 h 785813"/>
                <a:gd name="connsiteX88" fmla="*/ 631031 w 695325"/>
                <a:gd name="connsiteY88" fmla="*/ 592932 h 785813"/>
                <a:gd name="connsiteX89" fmla="*/ 659606 w 695325"/>
                <a:gd name="connsiteY89" fmla="*/ 611982 h 785813"/>
                <a:gd name="connsiteX90" fmla="*/ 650081 w 695325"/>
                <a:gd name="connsiteY90" fmla="*/ 576263 h 785813"/>
                <a:gd name="connsiteX91" fmla="*/ 669131 w 695325"/>
                <a:gd name="connsiteY91" fmla="*/ 576263 h 785813"/>
                <a:gd name="connsiteX92" fmla="*/ 683419 w 695325"/>
                <a:gd name="connsiteY92" fmla="*/ 554832 h 785813"/>
                <a:gd name="connsiteX93" fmla="*/ 671513 w 695325"/>
                <a:gd name="connsiteY93" fmla="*/ 535782 h 785813"/>
                <a:gd name="connsiteX94" fmla="*/ 695325 w 695325"/>
                <a:gd name="connsiteY94" fmla="*/ 528638 h 785813"/>
                <a:gd name="connsiteX95" fmla="*/ 676275 w 695325"/>
                <a:gd name="connsiteY95" fmla="*/ 516732 h 785813"/>
                <a:gd name="connsiteX96" fmla="*/ 645319 w 695325"/>
                <a:gd name="connsiteY96" fmla="*/ 511969 h 785813"/>
                <a:gd name="connsiteX97" fmla="*/ 652463 w 695325"/>
                <a:gd name="connsiteY97" fmla="*/ 483394 h 785813"/>
                <a:gd name="connsiteX98" fmla="*/ 631031 w 695325"/>
                <a:gd name="connsiteY98" fmla="*/ 488157 h 785813"/>
                <a:gd name="connsiteX99" fmla="*/ 631031 w 695325"/>
                <a:gd name="connsiteY99" fmla="*/ 461963 h 785813"/>
                <a:gd name="connsiteX100" fmla="*/ 609600 w 695325"/>
                <a:gd name="connsiteY100" fmla="*/ 452438 h 785813"/>
                <a:gd name="connsiteX101" fmla="*/ 602456 w 695325"/>
                <a:gd name="connsiteY101" fmla="*/ 435769 h 785813"/>
                <a:gd name="connsiteX102" fmla="*/ 585788 w 695325"/>
                <a:gd name="connsiteY102" fmla="*/ 447675 h 785813"/>
                <a:gd name="connsiteX103" fmla="*/ 576263 w 695325"/>
                <a:gd name="connsiteY103" fmla="*/ 423863 h 785813"/>
                <a:gd name="connsiteX104" fmla="*/ 545306 w 695325"/>
                <a:gd name="connsiteY104" fmla="*/ 400050 h 785813"/>
                <a:gd name="connsiteX105" fmla="*/ 526256 w 695325"/>
                <a:gd name="connsiteY105" fmla="*/ 400050 h 785813"/>
                <a:gd name="connsiteX106" fmla="*/ 540544 w 695325"/>
                <a:gd name="connsiteY106" fmla="*/ 381000 h 785813"/>
                <a:gd name="connsiteX107" fmla="*/ 540544 w 695325"/>
                <a:gd name="connsiteY107" fmla="*/ 359569 h 785813"/>
                <a:gd name="connsiteX108" fmla="*/ 535781 w 695325"/>
                <a:gd name="connsiteY108" fmla="*/ 352425 h 785813"/>
                <a:gd name="connsiteX109" fmla="*/ 578644 w 695325"/>
                <a:gd name="connsiteY109" fmla="*/ 364332 h 785813"/>
                <a:gd name="connsiteX110" fmla="*/ 566738 w 695325"/>
                <a:gd name="connsiteY110" fmla="*/ 347663 h 785813"/>
                <a:gd name="connsiteX111" fmla="*/ 528638 w 695325"/>
                <a:gd name="connsiteY111" fmla="*/ 335757 h 785813"/>
                <a:gd name="connsiteX112" fmla="*/ 519113 w 695325"/>
                <a:gd name="connsiteY112" fmla="*/ 321469 h 785813"/>
                <a:gd name="connsiteX113" fmla="*/ 557213 w 695325"/>
                <a:gd name="connsiteY113" fmla="*/ 307182 h 785813"/>
                <a:gd name="connsiteX114" fmla="*/ 545306 w 695325"/>
                <a:gd name="connsiteY114" fmla="*/ 280988 h 785813"/>
                <a:gd name="connsiteX115" fmla="*/ 538163 w 695325"/>
                <a:gd name="connsiteY115" fmla="*/ 297657 h 785813"/>
                <a:gd name="connsiteX116" fmla="*/ 514350 w 695325"/>
                <a:gd name="connsiteY116" fmla="*/ 309563 h 785813"/>
                <a:gd name="connsiteX117" fmla="*/ 507206 w 695325"/>
                <a:gd name="connsiteY117" fmla="*/ 288132 h 785813"/>
                <a:gd name="connsiteX118" fmla="*/ 500063 w 695325"/>
                <a:gd name="connsiteY118" fmla="*/ 278607 h 785813"/>
                <a:gd name="connsiteX119" fmla="*/ 523875 w 695325"/>
                <a:gd name="connsiteY119" fmla="*/ 259557 h 785813"/>
                <a:gd name="connsiteX120" fmla="*/ 504825 w 695325"/>
                <a:gd name="connsiteY120" fmla="*/ 242888 h 785813"/>
                <a:gd name="connsiteX121" fmla="*/ 485775 w 695325"/>
                <a:gd name="connsiteY121" fmla="*/ 254794 h 785813"/>
                <a:gd name="connsiteX122" fmla="*/ 473869 w 695325"/>
                <a:gd name="connsiteY122" fmla="*/ 240507 h 785813"/>
                <a:gd name="connsiteX123" fmla="*/ 471488 w 695325"/>
                <a:gd name="connsiteY123" fmla="*/ 223838 h 785813"/>
                <a:gd name="connsiteX124" fmla="*/ 452438 w 695325"/>
                <a:gd name="connsiteY124" fmla="*/ 230982 h 785813"/>
                <a:gd name="connsiteX125" fmla="*/ 450056 w 695325"/>
                <a:gd name="connsiteY125" fmla="*/ 214313 h 785813"/>
                <a:gd name="connsiteX126" fmla="*/ 457200 w 695325"/>
                <a:gd name="connsiteY126" fmla="*/ 202407 h 785813"/>
                <a:gd name="connsiteX127" fmla="*/ 433388 w 695325"/>
                <a:gd name="connsiteY127" fmla="*/ 171450 h 785813"/>
                <a:gd name="connsiteX128" fmla="*/ 423863 w 695325"/>
                <a:gd name="connsiteY128" fmla="*/ 190500 h 785813"/>
                <a:gd name="connsiteX129" fmla="*/ 416719 w 695325"/>
                <a:gd name="connsiteY129" fmla="*/ 207169 h 785813"/>
                <a:gd name="connsiteX130" fmla="*/ 397669 w 695325"/>
                <a:gd name="connsiteY130" fmla="*/ 192882 h 785813"/>
                <a:gd name="connsiteX131" fmla="*/ 395288 w 695325"/>
                <a:gd name="connsiteY131" fmla="*/ 166688 h 785813"/>
                <a:gd name="connsiteX132" fmla="*/ 383381 w 695325"/>
                <a:gd name="connsiteY132" fmla="*/ 180975 h 785813"/>
                <a:gd name="connsiteX133" fmla="*/ 376238 w 695325"/>
                <a:gd name="connsiteY133" fmla="*/ 166688 h 785813"/>
                <a:gd name="connsiteX134" fmla="*/ 376238 w 695325"/>
                <a:gd name="connsiteY134" fmla="*/ 147638 h 785813"/>
                <a:gd name="connsiteX135" fmla="*/ 364331 w 695325"/>
                <a:gd name="connsiteY135" fmla="*/ 142875 h 785813"/>
                <a:gd name="connsiteX136" fmla="*/ 364331 w 695325"/>
                <a:gd name="connsiteY136" fmla="*/ 116682 h 785813"/>
                <a:gd name="connsiteX137" fmla="*/ 309563 w 695325"/>
                <a:gd name="connsiteY137" fmla="*/ 90488 h 785813"/>
                <a:gd name="connsiteX138" fmla="*/ 288131 w 695325"/>
                <a:gd name="connsiteY138" fmla="*/ 97632 h 785813"/>
                <a:gd name="connsiteX139" fmla="*/ 292894 w 695325"/>
                <a:gd name="connsiteY139" fmla="*/ 123825 h 785813"/>
                <a:gd name="connsiteX140" fmla="*/ 273844 w 695325"/>
                <a:gd name="connsiteY140" fmla="*/ 126207 h 785813"/>
                <a:gd name="connsiteX141" fmla="*/ 259556 w 695325"/>
                <a:gd name="connsiteY141" fmla="*/ 121444 h 785813"/>
                <a:gd name="connsiteX142" fmla="*/ 247650 w 695325"/>
                <a:gd name="connsiteY142" fmla="*/ 140494 h 785813"/>
                <a:gd name="connsiteX143" fmla="*/ 223838 w 695325"/>
                <a:gd name="connsiteY143" fmla="*/ 152400 h 785813"/>
                <a:gd name="connsiteX144" fmla="*/ 221456 w 695325"/>
                <a:gd name="connsiteY144" fmla="*/ 130969 h 785813"/>
                <a:gd name="connsiteX145" fmla="*/ 223838 w 695325"/>
                <a:gd name="connsiteY145" fmla="*/ 92869 h 785813"/>
                <a:gd name="connsiteX146" fmla="*/ 216694 w 695325"/>
                <a:gd name="connsiteY146" fmla="*/ 66675 h 785813"/>
                <a:gd name="connsiteX147" fmla="*/ 214313 w 695325"/>
                <a:gd name="connsiteY147" fmla="*/ 50007 h 785813"/>
                <a:gd name="connsiteX148" fmla="*/ 204788 w 695325"/>
                <a:gd name="connsiteY148" fmla="*/ 28575 h 785813"/>
                <a:gd name="connsiteX149" fmla="*/ 202406 w 695325"/>
                <a:gd name="connsiteY149" fmla="*/ 0 h 785813"/>
                <a:gd name="connsiteX150" fmla="*/ 183356 w 695325"/>
                <a:gd name="connsiteY150" fmla="*/ 7144 h 785813"/>
                <a:gd name="connsiteX151" fmla="*/ 161926 w 695325"/>
                <a:gd name="connsiteY151" fmla="*/ 23813 h 785813"/>
                <a:gd name="connsiteX152" fmla="*/ 147638 w 695325"/>
                <a:gd name="connsiteY152" fmla="*/ 33338 h 785813"/>
                <a:gd name="connsiteX153" fmla="*/ 114300 w 695325"/>
                <a:gd name="connsiteY153" fmla="*/ 223837 h 785813"/>
                <a:gd name="connsiteX0" fmla="*/ 114300 w 695325"/>
                <a:gd name="connsiteY0" fmla="*/ 223837 h 785813"/>
                <a:gd name="connsiteX1" fmla="*/ 78582 w 695325"/>
                <a:gd name="connsiteY1" fmla="*/ 71438 h 785813"/>
                <a:gd name="connsiteX2" fmla="*/ 102394 w 695325"/>
                <a:gd name="connsiteY2" fmla="*/ 1 h 785813"/>
                <a:gd name="connsiteX3" fmla="*/ 54769 w 695325"/>
                <a:gd name="connsiteY3" fmla="*/ 4763 h 785813"/>
                <a:gd name="connsiteX4" fmla="*/ 21431 w 695325"/>
                <a:gd name="connsiteY4" fmla="*/ 38100 h 785813"/>
                <a:gd name="connsiteX5" fmla="*/ 21431 w 695325"/>
                <a:gd name="connsiteY5" fmla="*/ 69057 h 785813"/>
                <a:gd name="connsiteX6" fmla="*/ 11906 w 695325"/>
                <a:gd name="connsiteY6" fmla="*/ 88107 h 785813"/>
                <a:gd name="connsiteX7" fmla="*/ 7144 w 695325"/>
                <a:gd name="connsiteY7" fmla="*/ 126207 h 785813"/>
                <a:gd name="connsiteX8" fmla="*/ 7144 w 695325"/>
                <a:gd name="connsiteY8" fmla="*/ 126207 h 785813"/>
                <a:gd name="connsiteX9" fmla="*/ 0 w 695325"/>
                <a:gd name="connsiteY9" fmla="*/ 145257 h 785813"/>
                <a:gd name="connsiteX10" fmla="*/ 0 w 695325"/>
                <a:gd name="connsiteY10" fmla="*/ 190500 h 785813"/>
                <a:gd name="connsiteX11" fmla="*/ 38100 w 695325"/>
                <a:gd name="connsiteY11" fmla="*/ 200025 h 785813"/>
                <a:gd name="connsiteX12" fmla="*/ 64294 w 695325"/>
                <a:gd name="connsiteY12" fmla="*/ 219075 h 785813"/>
                <a:gd name="connsiteX13" fmla="*/ 66675 w 695325"/>
                <a:gd name="connsiteY13" fmla="*/ 233363 h 785813"/>
                <a:gd name="connsiteX14" fmla="*/ 35719 w 695325"/>
                <a:gd name="connsiteY14" fmla="*/ 228600 h 785813"/>
                <a:gd name="connsiteX15" fmla="*/ 9525 w 695325"/>
                <a:gd name="connsiteY15" fmla="*/ 216694 h 785813"/>
                <a:gd name="connsiteX16" fmla="*/ 47625 w 695325"/>
                <a:gd name="connsiteY16" fmla="*/ 276225 h 785813"/>
                <a:gd name="connsiteX17" fmla="*/ 76200 w 695325"/>
                <a:gd name="connsiteY17" fmla="*/ 257175 h 785813"/>
                <a:gd name="connsiteX18" fmla="*/ 102394 w 695325"/>
                <a:gd name="connsiteY18" fmla="*/ 288132 h 785813"/>
                <a:gd name="connsiteX19" fmla="*/ 147638 w 695325"/>
                <a:gd name="connsiteY19" fmla="*/ 300038 h 785813"/>
                <a:gd name="connsiteX20" fmla="*/ 188119 w 695325"/>
                <a:gd name="connsiteY20" fmla="*/ 307182 h 785813"/>
                <a:gd name="connsiteX21" fmla="*/ 209550 w 695325"/>
                <a:gd name="connsiteY21" fmla="*/ 295275 h 785813"/>
                <a:gd name="connsiteX22" fmla="*/ 197644 w 695325"/>
                <a:gd name="connsiteY22" fmla="*/ 285750 h 785813"/>
                <a:gd name="connsiteX23" fmla="*/ 219075 w 695325"/>
                <a:gd name="connsiteY23" fmla="*/ 285750 h 785813"/>
                <a:gd name="connsiteX24" fmla="*/ 247650 w 695325"/>
                <a:gd name="connsiteY24" fmla="*/ 314325 h 785813"/>
                <a:gd name="connsiteX25" fmla="*/ 266700 w 695325"/>
                <a:gd name="connsiteY25" fmla="*/ 292894 h 785813"/>
                <a:gd name="connsiteX26" fmla="*/ 252413 w 695325"/>
                <a:gd name="connsiteY26" fmla="*/ 266700 h 785813"/>
                <a:gd name="connsiteX27" fmla="*/ 266700 w 695325"/>
                <a:gd name="connsiteY27" fmla="*/ 261938 h 785813"/>
                <a:gd name="connsiteX28" fmla="*/ 345281 w 695325"/>
                <a:gd name="connsiteY28" fmla="*/ 342900 h 785813"/>
                <a:gd name="connsiteX29" fmla="*/ 352425 w 695325"/>
                <a:gd name="connsiteY29" fmla="*/ 357188 h 785813"/>
                <a:gd name="connsiteX30" fmla="*/ 330994 w 695325"/>
                <a:gd name="connsiteY30" fmla="*/ 383382 h 785813"/>
                <a:gd name="connsiteX31" fmla="*/ 373856 w 695325"/>
                <a:gd name="connsiteY31" fmla="*/ 371475 h 785813"/>
                <a:gd name="connsiteX32" fmla="*/ 395288 w 695325"/>
                <a:gd name="connsiteY32" fmla="*/ 371475 h 785813"/>
                <a:gd name="connsiteX33" fmla="*/ 381000 w 695325"/>
                <a:gd name="connsiteY33" fmla="*/ 388144 h 785813"/>
                <a:gd name="connsiteX34" fmla="*/ 395288 w 695325"/>
                <a:gd name="connsiteY34" fmla="*/ 397669 h 785813"/>
                <a:gd name="connsiteX35" fmla="*/ 421481 w 695325"/>
                <a:gd name="connsiteY35" fmla="*/ 426244 h 785813"/>
                <a:gd name="connsiteX36" fmla="*/ 438150 w 695325"/>
                <a:gd name="connsiteY36" fmla="*/ 461963 h 785813"/>
                <a:gd name="connsiteX37" fmla="*/ 440531 w 695325"/>
                <a:gd name="connsiteY37" fmla="*/ 492919 h 785813"/>
                <a:gd name="connsiteX38" fmla="*/ 423863 w 695325"/>
                <a:gd name="connsiteY38" fmla="*/ 511969 h 785813"/>
                <a:gd name="connsiteX39" fmla="*/ 423863 w 695325"/>
                <a:gd name="connsiteY39" fmla="*/ 535782 h 785813"/>
                <a:gd name="connsiteX40" fmla="*/ 402431 w 695325"/>
                <a:gd name="connsiteY40" fmla="*/ 535782 h 785813"/>
                <a:gd name="connsiteX41" fmla="*/ 383381 w 695325"/>
                <a:gd name="connsiteY41" fmla="*/ 547688 h 785813"/>
                <a:gd name="connsiteX42" fmla="*/ 407194 w 695325"/>
                <a:gd name="connsiteY42" fmla="*/ 583407 h 785813"/>
                <a:gd name="connsiteX43" fmla="*/ 395288 w 695325"/>
                <a:gd name="connsiteY43" fmla="*/ 611982 h 785813"/>
                <a:gd name="connsiteX44" fmla="*/ 359569 w 695325"/>
                <a:gd name="connsiteY44" fmla="*/ 611982 h 785813"/>
                <a:gd name="connsiteX45" fmla="*/ 328613 w 695325"/>
                <a:gd name="connsiteY45" fmla="*/ 609600 h 785813"/>
                <a:gd name="connsiteX46" fmla="*/ 309563 w 695325"/>
                <a:gd name="connsiteY46" fmla="*/ 597694 h 785813"/>
                <a:gd name="connsiteX47" fmla="*/ 297656 w 695325"/>
                <a:gd name="connsiteY47" fmla="*/ 621507 h 785813"/>
                <a:gd name="connsiteX48" fmla="*/ 297656 w 695325"/>
                <a:gd name="connsiteY48" fmla="*/ 645319 h 785813"/>
                <a:gd name="connsiteX49" fmla="*/ 330994 w 695325"/>
                <a:gd name="connsiteY49" fmla="*/ 661988 h 785813"/>
                <a:gd name="connsiteX50" fmla="*/ 354806 w 695325"/>
                <a:gd name="connsiteY50" fmla="*/ 642938 h 785813"/>
                <a:gd name="connsiteX51" fmla="*/ 371475 w 695325"/>
                <a:gd name="connsiteY51" fmla="*/ 638175 h 785813"/>
                <a:gd name="connsiteX52" fmla="*/ 378619 w 695325"/>
                <a:gd name="connsiteY52" fmla="*/ 628650 h 785813"/>
                <a:gd name="connsiteX53" fmla="*/ 400050 w 695325"/>
                <a:gd name="connsiteY53" fmla="*/ 640557 h 785813"/>
                <a:gd name="connsiteX54" fmla="*/ 414338 w 695325"/>
                <a:gd name="connsiteY54" fmla="*/ 659607 h 785813"/>
                <a:gd name="connsiteX55" fmla="*/ 438150 w 695325"/>
                <a:gd name="connsiteY55" fmla="*/ 688182 h 785813"/>
                <a:gd name="connsiteX56" fmla="*/ 452438 w 695325"/>
                <a:gd name="connsiteY56" fmla="*/ 688182 h 785813"/>
                <a:gd name="connsiteX57" fmla="*/ 464344 w 695325"/>
                <a:gd name="connsiteY57" fmla="*/ 704850 h 785813"/>
                <a:gd name="connsiteX58" fmla="*/ 450056 w 695325"/>
                <a:gd name="connsiteY58" fmla="*/ 714375 h 785813"/>
                <a:gd name="connsiteX59" fmla="*/ 481013 w 695325"/>
                <a:gd name="connsiteY59" fmla="*/ 740569 h 785813"/>
                <a:gd name="connsiteX60" fmla="*/ 497681 w 695325"/>
                <a:gd name="connsiteY60" fmla="*/ 738188 h 785813"/>
                <a:gd name="connsiteX61" fmla="*/ 526256 w 695325"/>
                <a:gd name="connsiteY61" fmla="*/ 752475 h 785813"/>
                <a:gd name="connsiteX62" fmla="*/ 566738 w 695325"/>
                <a:gd name="connsiteY62" fmla="*/ 783432 h 785813"/>
                <a:gd name="connsiteX63" fmla="*/ 578644 w 695325"/>
                <a:gd name="connsiteY63" fmla="*/ 785813 h 785813"/>
                <a:gd name="connsiteX64" fmla="*/ 588169 w 695325"/>
                <a:gd name="connsiteY64" fmla="*/ 776288 h 785813"/>
                <a:gd name="connsiteX65" fmla="*/ 566738 w 695325"/>
                <a:gd name="connsiteY65" fmla="*/ 762000 h 785813"/>
                <a:gd name="connsiteX66" fmla="*/ 535781 w 695325"/>
                <a:gd name="connsiteY66" fmla="*/ 733425 h 785813"/>
                <a:gd name="connsiteX67" fmla="*/ 523875 w 695325"/>
                <a:gd name="connsiteY67" fmla="*/ 697707 h 785813"/>
                <a:gd name="connsiteX68" fmla="*/ 531019 w 695325"/>
                <a:gd name="connsiteY68" fmla="*/ 685800 h 785813"/>
                <a:gd name="connsiteX69" fmla="*/ 557213 w 695325"/>
                <a:gd name="connsiteY69" fmla="*/ 711994 h 785813"/>
                <a:gd name="connsiteX70" fmla="*/ 597694 w 695325"/>
                <a:gd name="connsiteY70" fmla="*/ 733425 h 785813"/>
                <a:gd name="connsiteX71" fmla="*/ 619125 w 695325"/>
                <a:gd name="connsiteY71" fmla="*/ 742950 h 785813"/>
                <a:gd name="connsiteX72" fmla="*/ 611981 w 695325"/>
                <a:gd name="connsiteY72" fmla="*/ 716757 h 785813"/>
                <a:gd name="connsiteX73" fmla="*/ 623888 w 695325"/>
                <a:gd name="connsiteY73" fmla="*/ 707232 h 785813"/>
                <a:gd name="connsiteX74" fmla="*/ 619125 w 695325"/>
                <a:gd name="connsiteY74" fmla="*/ 683419 h 785813"/>
                <a:gd name="connsiteX75" fmla="*/ 602456 w 695325"/>
                <a:gd name="connsiteY75" fmla="*/ 664369 h 785813"/>
                <a:gd name="connsiteX76" fmla="*/ 607219 w 695325"/>
                <a:gd name="connsiteY76" fmla="*/ 647700 h 785813"/>
                <a:gd name="connsiteX77" fmla="*/ 592931 w 695325"/>
                <a:gd name="connsiteY77" fmla="*/ 640557 h 785813"/>
                <a:gd name="connsiteX78" fmla="*/ 585788 w 695325"/>
                <a:gd name="connsiteY78" fmla="*/ 628650 h 785813"/>
                <a:gd name="connsiteX79" fmla="*/ 564356 w 695325"/>
                <a:gd name="connsiteY79" fmla="*/ 623888 h 785813"/>
                <a:gd name="connsiteX80" fmla="*/ 550069 w 695325"/>
                <a:gd name="connsiteY80" fmla="*/ 588169 h 785813"/>
                <a:gd name="connsiteX81" fmla="*/ 540544 w 695325"/>
                <a:gd name="connsiteY81" fmla="*/ 581025 h 785813"/>
                <a:gd name="connsiteX82" fmla="*/ 550069 w 695325"/>
                <a:gd name="connsiteY82" fmla="*/ 561975 h 785813"/>
                <a:gd name="connsiteX83" fmla="*/ 545306 w 695325"/>
                <a:gd name="connsiteY83" fmla="*/ 547688 h 785813"/>
                <a:gd name="connsiteX84" fmla="*/ 540544 w 695325"/>
                <a:gd name="connsiteY84" fmla="*/ 523875 h 785813"/>
                <a:gd name="connsiteX85" fmla="*/ 571500 w 695325"/>
                <a:gd name="connsiteY85" fmla="*/ 519113 h 785813"/>
                <a:gd name="connsiteX86" fmla="*/ 595313 w 695325"/>
                <a:gd name="connsiteY86" fmla="*/ 550069 h 785813"/>
                <a:gd name="connsiteX87" fmla="*/ 626269 w 695325"/>
                <a:gd name="connsiteY87" fmla="*/ 569119 h 785813"/>
                <a:gd name="connsiteX88" fmla="*/ 631031 w 695325"/>
                <a:gd name="connsiteY88" fmla="*/ 592932 h 785813"/>
                <a:gd name="connsiteX89" fmla="*/ 659606 w 695325"/>
                <a:gd name="connsiteY89" fmla="*/ 611982 h 785813"/>
                <a:gd name="connsiteX90" fmla="*/ 650081 w 695325"/>
                <a:gd name="connsiteY90" fmla="*/ 576263 h 785813"/>
                <a:gd name="connsiteX91" fmla="*/ 669131 w 695325"/>
                <a:gd name="connsiteY91" fmla="*/ 576263 h 785813"/>
                <a:gd name="connsiteX92" fmla="*/ 683419 w 695325"/>
                <a:gd name="connsiteY92" fmla="*/ 554832 h 785813"/>
                <a:gd name="connsiteX93" fmla="*/ 671513 w 695325"/>
                <a:gd name="connsiteY93" fmla="*/ 535782 h 785813"/>
                <a:gd name="connsiteX94" fmla="*/ 695325 w 695325"/>
                <a:gd name="connsiteY94" fmla="*/ 528638 h 785813"/>
                <a:gd name="connsiteX95" fmla="*/ 676275 w 695325"/>
                <a:gd name="connsiteY95" fmla="*/ 516732 h 785813"/>
                <a:gd name="connsiteX96" fmla="*/ 645319 w 695325"/>
                <a:gd name="connsiteY96" fmla="*/ 511969 h 785813"/>
                <a:gd name="connsiteX97" fmla="*/ 652463 w 695325"/>
                <a:gd name="connsiteY97" fmla="*/ 483394 h 785813"/>
                <a:gd name="connsiteX98" fmla="*/ 631031 w 695325"/>
                <a:gd name="connsiteY98" fmla="*/ 488157 h 785813"/>
                <a:gd name="connsiteX99" fmla="*/ 631031 w 695325"/>
                <a:gd name="connsiteY99" fmla="*/ 461963 h 785813"/>
                <a:gd name="connsiteX100" fmla="*/ 609600 w 695325"/>
                <a:gd name="connsiteY100" fmla="*/ 452438 h 785813"/>
                <a:gd name="connsiteX101" fmla="*/ 602456 w 695325"/>
                <a:gd name="connsiteY101" fmla="*/ 435769 h 785813"/>
                <a:gd name="connsiteX102" fmla="*/ 585788 w 695325"/>
                <a:gd name="connsiteY102" fmla="*/ 447675 h 785813"/>
                <a:gd name="connsiteX103" fmla="*/ 576263 w 695325"/>
                <a:gd name="connsiteY103" fmla="*/ 423863 h 785813"/>
                <a:gd name="connsiteX104" fmla="*/ 545306 w 695325"/>
                <a:gd name="connsiteY104" fmla="*/ 400050 h 785813"/>
                <a:gd name="connsiteX105" fmla="*/ 526256 w 695325"/>
                <a:gd name="connsiteY105" fmla="*/ 400050 h 785813"/>
                <a:gd name="connsiteX106" fmla="*/ 540544 w 695325"/>
                <a:gd name="connsiteY106" fmla="*/ 381000 h 785813"/>
                <a:gd name="connsiteX107" fmla="*/ 540544 w 695325"/>
                <a:gd name="connsiteY107" fmla="*/ 359569 h 785813"/>
                <a:gd name="connsiteX108" fmla="*/ 535781 w 695325"/>
                <a:gd name="connsiteY108" fmla="*/ 352425 h 785813"/>
                <a:gd name="connsiteX109" fmla="*/ 578644 w 695325"/>
                <a:gd name="connsiteY109" fmla="*/ 364332 h 785813"/>
                <a:gd name="connsiteX110" fmla="*/ 566738 w 695325"/>
                <a:gd name="connsiteY110" fmla="*/ 347663 h 785813"/>
                <a:gd name="connsiteX111" fmla="*/ 528638 w 695325"/>
                <a:gd name="connsiteY111" fmla="*/ 335757 h 785813"/>
                <a:gd name="connsiteX112" fmla="*/ 519113 w 695325"/>
                <a:gd name="connsiteY112" fmla="*/ 321469 h 785813"/>
                <a:gd name="connsiteX113" fmla="*/ 557213 w 695325"/>
                <a:gd name="connsiteY113" fmla="*/ 307182 h 785813"/>
                <a:gd name="connsiteX114" fmla="*/ 545306 w 695325"/>
                <a:gd name="connsiteY114" fmla="*/ 280988 h 785813"/>
                <a:gd name="connsiteX115" fmla="*/ 538163 w 695325"/>
                <a:gd name="connsiteY115" fmla="*/ 297657 h 785813"/>
                <a:gd name="connsiteX116" fmla="*/ 514350 w 695325"/>
                <a:gd name="connsiteY116" fmla="*/ 309563 h 785813"/>
                <a:gd name="connsiteX117" fmla="*/ 507206 w 695325"/>
                <a:gd name="connsiteY117" fmla="*/ 288132 h 785813"/>
                <a:gd name="connsiteX118" fmla="*/ 500063 w 695325"/>
                <a:gd name="connsiteY118" fmla="*/ 278607 h 785813"/>
                <a:gd name="connsiteX119" fmla="*/ 523875 w 695325"/>
                <a:gd name="connsiteY119" fmla="*/ 259557 h 785813"/>
                <a:gd name="connsiteX120" fmla="*/ 504825 w 695325"/>
                <a:gd name="connsiteY120" fmla="*/ 242888 h 785813"/>
                <a:gd name="connsiteX121" fmla="*/ 485775 w 695325"/>
                <a:gd name="connsiteY121" fmla="*/ 254794 h 785813"/>
                <a:gd name="connsiteX122" fmla="*/ 473869 w 695325"/>
                <a:gd name="connsiteY122" fmla="*/ 240507 h 785813"/>
                <a:gd name="connsiteX123" fmla="*/ 471488 w 695325"/>
                <a:gd name="connsiteY123" fmla="*/ 223838 h 785813"/>
                <a:gd name="connsiteX124" fmla="*/ 452438 w 695325"/>
                <a:gd name="connsiteY124" fmla="*/ 230982 h 785813"/>
                <a:gd name="connsiteX125" fmla="*/ 450056 w 695325"/>
                <a:gd name="connsiteY125" fmla="*/ 214313 h 785813"/>
                <a:gd name="connsiteX126" fmla="*/ 457200 w 695325"/>
                <a:gd name="connsiteY126" fmla="*/ 202407 h 785813"/>
                <a:gd name="connsiteX127" fmla="*/ 433388 w 695325"/>
                <a:gd name="connsiteY127" fmla="*/ 171450 h 785813"/>
                <a:gd name="connsiteX128" fmla="*/ 423863 w 695325"/>
                <a:gd name="connsiteY128" fmla="*/ 190500 h 785813"/>
                <a:gd name="connsiteX129" fmla="*/ 416719 w 695325"/>
                <a:gd name="connsiteY129" fmla="*/ 207169 h 785813"/>
                <a:gd name="connsiteX130" fmla="*/ 397669 w 695325"/>
                <a:gd name="connsiteY130" fmla="*/ 192882 h 785813"/>
                <a:gd name="connsiteX131" fmla="*/ 395288 w 695325"/>
                <a:gd name="connsiteY131" fmla="*/ 166688 h 785813"/>
                <a:gd name="connsiteX132" fmla="*/ 383381 w 695325"/>
                <a:gd name="connsiteY132" fmla="*/ 180975 h 785813"/>
                <a:gd name="connsiteX133" fmla="*/ 376238 w 695325"/>
                <a:gd name="connsiteY133" fmla="*/ 166688 h 785813"/>
                <a:gd name="connsiteX134" fmla="*/ 376238 w 695325"/>
                <a:gd name="connsiteY134" fmla="*/ 147638 h 785813"/>
                <a:gd name="connsiteX135" fmla="*/ 364331 w 695325"/>
                <a:gd name="connsiteY135" fmla="*/ 142875 h 785813"/>
                <a:gd name="connsiteX136" fmla="*/ 364331 w 695325"/>
                <a:gd name="connsiteY136" fmla="*/ 116682 h 785813"/>
                <a:gd name="connsiteX137" fmla="*/ 309563 w 695325"/>
                <a:gd name="connsiteY137" fmla="*/ 90488 h 785813"/>
                <a:gd name="connsiteX138" fmla="*/ 288131 w 695325"/>
                <a:gd name="connsiteY138" fmla="*/ 97632 h 785813"/>
                <a:gd name="connsiteX139" fmla="*/ 292894 w 695325"/>
                <a:gd name="connsiteY139" fmla="*/ 123825 h 785813"/>
                <a:gd name="connsiteX140" fmla="*/ 273844 w 695325"/>
                <a:gd name="connsiteY140" fmla="*/ 126207 h 785813"/>
                <a:gd name="connsiteX141" fmla="*/ 259556 w 695325"/>
                <a:gd name="connsiteY141" fmla="*/ 121444 h 785813"/>
                <a:gd name="connsiteX142" fmla="*/ 247650 w 695325"/>
                <a:gd name="connsiteY142" fmla="*/ 140494 h 785813"/>
                <a:gd name="connsiteX143" fmla="*/ 223838 w 695325"/>
                <a:gd name="connsiteY143" fmla="*/ 152400 h 785813"/>
                <a:gd name="connsiteX144" fmla="*/ 221456 w 695325"/>
                <a:gd name="connsiteY144" fmla="*/ 130969 h 785813"/>
                <a:gd name="connsiteX145" fmla="*/ 223838 w 695325"/>
                <a:gd name="connsiteY145" fmla="*/ 92869 h 785813"/>
                <a:gd name="connsiteX146" fmla="*/ 216694 w 695325"/>
                <a:gd name="connsiteY146" fmla="*/ 66675 h 785813"/>
                <a:gd name="connsiteX147" fmla="*/ 214313 w 695325"/>
                <a:gd name="connsiteY147" fmla="*/ 50007 h 785813"/>
                <a:gd name="connsiteX148" fmla="*/ 204788 w 695325"/>
                <a:gd name="connsiteY148" fmla="*/ 28575 h 785813"/>
                <a:gd name="connsiteX149" fmla="*/ 202406 w 695325"/>
                <a:gd name="connsiteY149" fmla="*/ 0 h 785813"/>
                <a:gd name="connsiteX150" fmla="*/ 183356 w 695325"/>
                <a:gd name="connsiteY150" fmla="*/ 7144 h 785813"/>
                <a:gd name="connsiteX151" fmla="*/ 161926 w 695325"/>
                <a:gd name="connsiteY151" fmla="*/ 23813 h 785813"/>
                <a:gd name="connsiteX152" fmla="*/ 147638 w 695325"/>
                <a:gd name="connsiteY152" fmla="*/ 33338 h 785813"/>
                <a:gd name="connsiteX153" fmla="*/ 114300 w 695325"/>
                <a:gd name="connsiteY153" fmla="*/ 223837 h 785813"/>
                <a:gd name="connsiteX0" fmla="*/ 114300 w 695325"/>
                <a:gd name="connsiteY0" fmla="*/ 223837 h 785813"/>
                <a:gd name="connsiteX1" fmla="*/ 64295 w 695325"/>
                <a:gd name="connsiteY1" fmla="*/ 71438 h 785813"/>
                <a:gd name="connsiteX2" fmla="*/ 102394 w 695325"/>
                <a:gd name="connsiteY2" fmla="*/ 1 h 785813"/>
                <a:gd name="connsiteX3" fmla="*/ 54769 w 695325"/>
                <a:gd name="connsiteY3" fmla="*/ 4763 h 785813"/>
                <a:gd name="connsiteX4" fmla="*/ 21431 w 695325"/>
                <a:gd name="connsiteY4" fmla="*/ 38100 h 785813"/>
                <a:gd name="connsiteX5" fmla="*/ 21431 w 695325"/>
                <a:gd name="connsiteY5" fmla="*/ 69057 h 785813"/>
                <a:gd name="connsiteX6" fmla="*/ 11906 w 695325"/>
                <a:gd name="connsiteY6" fmla="*/ 88107 h 785813"/>
                <a:gd name="connsiteX7" fmla="*/ 7144 w 695325"/>
                <a:gd name="connsiteY7" fmla="*/ 126207 h 785813"/>
                <a:gd name="connsiteX8" fmla="*/ 7144 w 695325"/>
                <a:gd name="connsiteY8" fmla="*/ 126207 h 785813"/>
                <a:gd name="connsiteX9" fmla="*/ 0 w 695325"/>
                <a:gd name="connsiteY9" fmla="*/ 145257 h 785813"/>
                <a:gd name="connsiteX10" fmla="*/ 0 w 695325"/>
                <a:gd name="connsiteY10" fmla="*/ 190500 h 785813"/>
                <a:gd name="connsiteX11" fmla="*/ 38100 w 695325"/>
                <a:gd name="connsiteY11" fmla="*/ 200025 h 785813"/>
                <a:gd name="connsiteX12" fmla="*/ 64294 w 695325"/>
                <a:gd name="connsiteY12" fmla="*/ 219075 h 785813"/>
                <a:gd name="connsiteX13" fmla="*/ 66675 w 695325"/>
                <a:gd name="connsiteY13" fmla="*/ 233363 h 785813"/>
                <a:gd name="connsiteX14" fmla="*/ 35719 w 695325"/>
                <a:gd name="connsiteY14" fmla="*/ 228600 h 785813"/>
                <a:gd name="connsiteX15" fmla="*/ 9525 w 695325"/>
                <a:gd name="connsiteY15" fmla="*/ 216694 h 785813"/>
                <a:gd name="connsiteX16" fmla="*/ 47625 w 695325"/>
                <a:gd name="connsiteY16" fmla="*/ 276225 h 785813"/>
                <a:gd name="connsiteX17" fmla="*/ 76200 w 695325"/>
                <a:gd name="connsiteY17" fmla="*/ 257175 h 785813"/>
                <a:gd name="connsiteX18" fmla="*/ 102394 w 695325"/>
                <a:gd name="connsiteY18" fmla="*/ 288132 h 785813"/>
                <a:gd name="connsiteX19" fmla="*/ 147638 w 695325"/>
                <a:gd name="connsiteY19" fmla="*/ 300038 h 785813"/>
                <a:gd name="connsiteX20" fmla="*/ 188119 w 695325"/>
                <a:gd name="connsiteY20" fmla="*/ 307182 h 785813"/>
                <a:gd name="connsiteX21" fmla="*/ 209550 w 695325"/>
                <a:gd name="connsiteY21" fmla="*/ 295275 h 785813"/>
                <a:gd name="connsiteX22" fmla="*/ 197644 w 695325"/>
                <a:gd name="connsiteY22" fmla="*/ 285750 h 785813"/>
                <a:gd name="connsiteX23" fmla="*/ 219075 w 695325"/>
                <a:gd name="connsiteY23" fmla="*/ 285750 h 785813"/>
                <a:gd name="connsiteX24" fmla="*/ 247650 w 695325"/>
                <a:gd name="connsiteY24" fmla="*/ 314325 h 785813"/>
                <a:gd name="connsiteX25" fmla="*/ 266700 w 695325"/>
                <a:gd name="connsiteY25" fmla="*/ 292894 h 785813"/>
                <a:gd name="connsiteX26" fmla="*/ 252413 w 695325"/>
                <a:gd name="connsiteY26" fmla="*/ 266700 h 785813"/>
                <a:gd name="connsiteX27" fmla="*/ 266700 w 695325"/>
                <a:gd name="connsiteY27" fmla="*/ 261938 h 785813"/>
                <a:gd name="connsiteX28" fmla="*/ 345281 w 695325"/>
                <a:gd name="connsiteY28" fmla="*/ 342900 h 785813"/>
                <a:gd name="connsiteX29" fmla="*/ 352425 w 695325"/>
                <a:gd name="connsiteY29" fmla="*/ 357188 h 785813"/>
                <a:gd name="connsiteX30" fmla="*/ 330994 w 695325"/>
                <a:gd name="connsiteY30" fmla="*/ 383382 h 785813"/>
                <a:gd name="connsiteX31" fmla="*/ 373856 w 695325"/>
                <a:gd name="connsiteY31" fmla="*/ 371475 h 785813"/>
                <a:gd name="connsiteX32" fmla="*/ 395288 w 695325"/>
                <a:gd name="connsiteY32" fmla="*/ 371475 h 785813"/>
                <a:gd name="connsiteX33" fmla="*/ 381000 w 695325"/>
                <a:gd name="connsiteY33" fmla="*/ 388144 h 785813"/>
                <a:gd name="connsiteX34" fmla="*/ 395288 w 695325"/>
                <a:gd name="connsiteY34" fmla="*/ 397669 h 785813"/>
                <a:gd name="connsiteX35" fmla="*/ 421481 w 695325"/>
                <a:gd name="connsiteY35" fmla="*/ 426244 h 785813"/>
                <a:gd name="connsiteX36" fmla="*/ 438150 w 695325"/>
                <a:gd name="connsiteY36" fmla="*/ 461963 h 785813"/>
                <a:gd name="connsiteX37" fmla="*/ 440531 w 695325"/>
                <a:gd name="connsiteY37" fmla="*/ 492919 h 785813"/>
                <a:gd name="connsiteX38" fmla="*/ 423863 w 695325"/>
                <a:gd name="connsiteY38" fmla="*/ 511969 h 785813"/>
                <a:gd name="connsiteX39" fmla="*/ 423863 w 695325"/>
                <a:gd name="connsiteY39" fmla="*/ 535782 h 785813"/>
                <a:gd name="connsiteX40" fmla="*/ 402431 w 695325"/>
                <a:gd name="connsiteY40" fmla="*/ 535782 h 785813"/>
                <a:gd name="connsiteX41" fmla="*/ 383381 w 695325"/>
                <a:gd name="connsiteY41" fmla="*/ 547688 h 785813"/>
                <a:gd name="connsiteX42" fmla="*/ 407194 w 695325"/>
                <a:gd name="connsiteY42" fmla="*/ 583407 h 785813"/>
                <a:gd name="connsiteX43" fmla="*/ 395288 w 695325"/>
                <a:gd name="connsiteY43" fmla="*/ 611982 h 785813"/>
                <a:gd name="connsiteX44" fmla="*/ 359569 w 695325"/>
                <a:gd name="connsiteY44" fmla="*/ 611982 h 785813"/>
                <a:gd name="connsiteX45" fmla="*/ 328613 w 695325"/>
                <a:gd name="connsiteY45" fmla="*/ 609600 h 785813"/>
                <a:gd name="connsiteX46" fmla="*/ 309563 w 695325"/>
                <a:gd name="connsiteY46" fmla="*/ 597694 h 785813"/>
                <a:gd name="connsiteX47" fmla="*/ 297656 w 695325"/>
                <a:gd name="connsiteY47" fmla="*/ 621507 h 785813"/>
                <a:gd name="connsiteX48" fmla="*/ 297656 w 695325"/>
                <a:gd name="connsiteY48" fmla="*/ 645319 h 785813"/>
                <a:gd name="connsiteX49" fmla="*/ 330994 w 695325"/>
                <a:gd name="connsiteY49" fmla="*/ 661988 h 785813"/>
                <a:gd name="connsiteX50" fmla="*/ 354806 w 695325"/>
                <a:gd name="connsiteY50" fmla="*/ 642938 h 785813"/>
                <a:gd name="connsiteX51" fmla="*/ 371475 w 695325"/>
                <a:gd name="connsiteY51" fmla="*/ 638175 h 785813"/>
                <a:gd name="connsiteX52" fmla="*/ 378619 w 695325"/>
                <a:gd name="connsiteY52" fmla="*/ 628650 h 785813"/>
                <a:gd name="connsiteX53" fmla="*/ 400050 w 695325"/>
                <a:gd name="connsiteY53" fmla="*/ 640557 h 785813"/>
                <a:gd name="connsiteX54" fmla="*/ 414338 w 695325"/>
                <a:gd name="connsiteY54" fmla="*/ 659607 h 785813"/>
                <a:gd name="connsiteX55" fmla="*/ 438150 w 695325"/>
                <a:gd name="connsiteY55" fmla="*/ 688182 h 785813"/>
                <a:gd name="connsiteX56" fmla="*/ 452438 w 695325"/>
                <a:gd name="connsiteY56" fmla="*/ 688182 h 785813"/>
                <a:gd name="connsiteX57" fmla="*/ 464344 w 695325"/>
                <a:gd name="connsiteY57" fmla="*/ 704850 h 785813"/>
                <a:gd name="connsiteX58" fmla="*/ 450056 w 695325"/>
                <a:gd name="connsiteY58" fmla="*/ 714375 h 785813"/>
                <a:gd name="connsiteX59" fmla="*/ 481013 w 695325"/>
                <a:gd name="connsiteY59" fmla="*/ 740569 h 785813"/>
                <a:gd name="connsiteX60" fmla="*/ 497681 w 695325"/>
                <a:gd name="connsiteY60" fmla="*/ 738188 h 785813"/>
                <a:gd name="connsiteX61" fmla="*/ 526256 w 695325"/>
                <a:gd name="connsiteY61" fmla="*/ 752475 h 785813"/>
                <a:gd name="connsiteX62" fmla="*/ 566738 w 695325"/>
                <a:gd name="connsiteY62" fmla="*/ 783432 h 785813"/>
                <a:gd name="connsiteX63" fmla="*/ 578644 w 695325"/>
                <a:gd name="connsiteY63" fmla="*/ 785813 h 785813"/>
                <a:gd name="connsiteX64" fmla="*/ 588169 w 695325"/>
                <a:gd name="connsiteY64" fmla="*/ 776288 h 785813"/>
                <a:gd name="connsiteX65" fmla="*/ 566738 w 695325"/>
                <a:gd name="connsiteY65" fmla="*/ 762000 h 785813"/>
                <a:gd name="connsiteX66" fmla="*/ 535781 w 695325"/>
                <a:gd name="connsiteY66" fmla="*/ 733425 h 785813"/>
                <a:gd name="connsiteX67" fmla="*/ 523875 w 695325"/>
                <a:gd name="connsiteY67" fmla="*/ 697707 h 785813"/>
                <a:gd name="connsiteX68" fmla="*/ 531019 w 695325"/>
                <a:gd name="connsiteY68" fmla="*/ 685800 h 785813"/>
                <a:gd name="connsiteX69" fmla="*/ 557213 w 695325"/>
                <a:gd name="connsiteY69" fmla="*/ 711994 h 785813"/>
                <a:gd name="connsiteX70" fmla="*/ 597694 w 695325"/>
                <a:gd name="connsiteY70" fmla="*/ 733425 h 785813"/>
                <a:gd name="connsiteX71" fmla="*/ 619125 w 695325"/>
                <a:gd name="connsiteY71" fmla="*/ 742950 h 785813"/>
                <a:gd name="connsiteX72" fmla="*/ 611981 w 695325"/>
                <a:gd name="connsiteY72" fmla="*/ 716757 h 785813"/>
                <a:gd name="connsiteX73" fmla="*/ 623888 w 695325"/>
                <a:gd name="connsiteY73" fmla="*/ 707232 h 785813"/>
                <a:gd name="connsiteX74" fmla="*/ 619125 w 695325"/>
                <a:gd name="connsiteY74" fmla="*/ 683419 h 785813"/>
                <a:gd name="connsiteX75" fmla="*/ 602456 w 695325"/>
                <a:gd name="connsiteY75" fmla="*/ 664369 h 785813"/>
                <a:gd name="connsiteX76" fmla="*/ 607219 w 695325"/>
                <a:gd name="connsiteY76" fmla="*/ 647700 h 785813"/>
                <a:gd name="connsiteX77" fmla="*/ 592931 w 695325"/>
                <a:gd name="connsiteY77" fmla="*/ 640557 h 785813"/>
                <a:gd name="connsiteX78" fmla="*/ 585788 w 695325"/>
                <a:gd name="connsiteY78" fmla="*/ 628650 h 785813"/>
                <a:gd name="connsiteX79" fmla="*/ 564356 w 695325"/>
                <a:gd name="connsiteY79" fmla="*/ 623888 h 785813"/>
                <a:gd name="connsiteX80" fmla="*/ 550069 w 695325"/>
                <a:gd name="connsiteY80" fmla="*/ 588169 h 785813"/>
                <a:gd name="connsiteX81" fmla="*/ 540544 w 695325"/>
                <a:gd name="connsiteY81" fmla="*/ 581025 h 785813"/>
                <a:gd name="connsiteX82" fmla="*/ 550069 w 695325"/>
                <a:gd name="connsiteY82" fmla="*/ 561975 h 785813"/>
                <a:gd name="connsiteX83" fmla="*/ 545306 w 695325"/>
                <a:gd name="connsiteY83" fmla="*/ 547688 h 785813"/>
                <a:gd name="connsiteX84" fmla="*/ 540544 w 695325"/>
                <a:gd name="connsiteY84" fmla="*/ 523875 h 785813"/>
                <a:gd name="connsiteX85" fmla="*/ 571500 w 695325"/>
                <a:gd name="connsiteY85" fmla="*/ 519113 h 785813"/>
                <a:gd name="connsiteX86" fmla="*/ 595313 w 695325"/>
                <a:gd name="connsiteY86" fmla="*/ 550069 h 785813"/>
                <a:gd name="connsiteX87" fmla="*/ 626269 w 695325"/>
                <a:gd name="connsiteY87" fmla="*/ 569119 h 785813"/>
                <a:gd name="connsiteX88" fmla="*/ 631031 w 695325"/>
                <a:gd name="connsiteY88" fmla="*/ 592932 h 785813"/>
                <a:gd name="connsiteX89" fmla="*/ 659606 w 695325"/>
                <a:gd name="connsiteY89" fmla="*/ 611982 h 785813"/>
                <a:gd name="connsiteX90" fmla="*/ 650081 w 695325"/>
                <a:gd name="connsiteY90" fmla="*/ 576263 h 785813"/>
                <a:gd name="connsiteX91" fmla="*/ 669131 w 695325"/>
                <a:gd name="connsiteY91" fmla="*/ 576263 h 785813"/>
                <a:gd name="connsiteX92" fmla="*/ 683419 w 695325"/>
                <a:gd name="connsiteY92" fmla="*/ 554832 h 785813"/>
                <a:gd name="connsiteX93" fmla="*/ 671513 w 695325"/>
                <a:gd name="connsiteY93" fmla="*/ 535782 h 785813"/>
                <a:gd name="connsiteX94" fmla="*/ 695325 w 695325"/>
                <a:gd name="connsiteY94" fmla="*/ 528638 h 785813"/>
                <a:gd name="connsiteX95" fmla="*/ 676275 w 695325"/>
                <a:gd name="connsiteY95" fmla="*/ 516732 h 785813"/>
                <a:gd name="connsiteX96" fmla="*/ 645319 w 695325"/>
                <a:gd name="connsiteY96" fmla="*/ 511969 h 785813"/>
                <a:gd name="connsiteX97" fmla="*/ 652463 w 695325"/>
                <a:gd name="connsiteY97" fmla="*/ 483394 h 785813"/>
                <a:gd name="connsiteX98" fmla="*/ 631031 w 695325"/>
                <a:gd name="connsiteY98" fmla="*/ 488157 h 785813"/>
                <a:gd name="connsiteX99" fmla="*/ 631031 w 695325"/>
                <a:gd name="connsiteY99" fmla="*/ 461963 h 785813"/>
                <a:gd name="connsiteX100" fmla="*/ 609600 w 695325"/>
                <a:gd name="connsiteY100" fmla="*/ 452438 h 785813"/>
                <a:gd name="connsiteX101" fmla="*/ 602456 w 695325"/>
                <a:gd name="connsiteY101" fmla="*/ 435769 h 785813"/>
                <a:gd name="connsiteX102" fmla="*/ 585788 w 695325"/>
                <a:gd name="connsiteY102" fmla="*/ 447675 h 785813"/>
                <a:gd name="connsiteX103" fmla="*/ 576263 w 695325"/>
                <a:gd name="connsiteY103" fmla="*/ 423863 h 785813"/>
                <a:gd name="connsiteX104" fmla="*/ 545306 w 695325"/>
                <a:gd name="connsiteY104" fmla="*/ 400050 h 785813"/>
                <a:gd name="connsiteX105" fmla="*/ 526256 w 695325"/>
                <a:gd name="connsiteY105" fmla="*/ 400050 h 785813"/>
                <a:gd name="connsiteX106" fmla="*/ 540544 w 695325"/>
                <a:gd name="connsiteY106" fmla="*/ 381000 h 785813"/>
                <a:gd name="connsiteX107" fmla="*/ 540544 w 695325"/>
                <a:gd name="connsiteY107" fmla="*/ 359569 h 785813"/>
                <a:gd name="connsiteX108" fmla="*/ 535781 w 695325"/>
                <a:gd name="connsiteY108" fmla="*/ 352425 h 785813"/>
                <a:gd name="connsiteX109" fmla="*/ 578644 w 695325"/>
                <a:gd name="connsiteY109" fmla="*/ 364332 h 785813"/>
                <a:gd name="connsiteX110" fmla="*/ 566738 w 695325"/>
                <a:gd name="connsiteY110" fmla="*/ 347663 h 785813"/>
                <a:gd name="connsiteX111" fmla="*/ 528638 w 695325"/>
                <a:gd name="connsiteY111" fmla="*/ 335757 h 785813"/>
                <a:gd name="connsiteX112" fmla="*/ 519113 w 695325"/>
                <a:gd name="connsiteY112" fmla="*/ 321469 h 785813"/>
                <a:gd name="connsiteX113" fmla="*/ 557213 w 695325"/>
                <a:gd name="connsiteY113" fmla="*/ 307182 h 785813"/>
                <a:gd name="connsiteX114" fmla="*/ 545306 w 695325"/>
                <a:gd name="connsiteY114" fmla="*/ 280988 h 785813"/>
                <a:gd name="connsiteX115" fmla="*/ 538163 w 695325"/>
                <a:gd name="connsiteY115" fmla="*/ 297657 h 785813"/>
                <a:gd name="connsiteX116" fmla="*/ 514350 w 695325"/>
                <a:gd name="connsiteY116" fmla="*/ 309563 h 785813"/>
                <a:gd name="connsiteX117" fmla="*/ 507206 w 695325"/>
                <a:gd name="connsiteY117" fmla="*/ 288132 h 785813"/>
                <a:gd name="connsiteX118" fmla="*/ 500063 w 695325"/>
                <a:gd name="connsiteY118" fmla="*/ 278607 h 785813"/>
                <a:gd name="connsiteX119" fmla="*/ 523875 w 695325"/>
                <a:gd name="connsiteY119" fmla="*/ 259557 h 785813"/>
                <a:gd name="connsiteX120" fmla="*/ 504825 w 695325"/>
                <a:gd name="connsiteY120" fmla="*/ 242888 h 785813"/>
                <a:gd name="connsiteX121" fmla="*/ 485775 w 695325"/>
                <a:gd name="connsiteY121" fmla="*/ 254794 h 785813"/>
                <a:gd name="connsiteX122" fmla="*/ 473869 w 695325"/>
                <a:gd name="connsiteY122" fmla="*/ 240507 h 785813"/>
                <a:gd name="connsiteX123" fmla="*/ 471488 w 695325"/>
                <a:gd name="connsiteY123" fmla="*/ 223838 h 785813"/>
                <a:gd name="connsiteX124" fmla="*/ 452438 w 695325"/>
                <a:gd name="connsiteY124" fmla="*/ 230982 h 785813"/>
                <a:gd name="connsiteX125" fmla="*/ 450056 w 695325"/>
                <a:gd name="connsiteY125" fmla="*/ 214313 h 785813"/>
                <a:gd name="connsiteX126" fmla="*/ 457200 w 695325"/>
                <a:gd name="connsiteY126" fmla="*/ 202407 h 785813"/>
                <a:gd name="connsiteX127" fmla="*/ 433388 w 695325"/>
                <a:gd name="connsiteY127" fmla="*/ 171450 h 785813"/>
                <a:gd name="connsiteX128" fmla="*/ 423863 w 695325"/>
                <a:gd name="connsiteY128" fmla="*/ 190500 h 785813"/>
                <a:gd name="connsiteX129" fmla="*/ 416719 w 695325"/>
                <a:gd name="connsiteY129" fmla="*/ 207169 h 785813"/>
                <a:gd name="connsiteX130" fmla="*/ 397669 w 695325"/>
                <a:gd name="connsiteY130" fmla="*/ 192882 h 785813"/>
                <a:gd name="connsiteX131" fmla="*/ 395288 w 695325"/>
                <a:gd name="connsiteY131" fmla="*/ 166688 h 785813"/>
                <a:gd name="connsiteX132" fmla="*/ 383381 w 695325"/>
                <a:gd name="connsiteY132" fmla="*/ 180975 h 785813"/>
                <a:gd name="connsiteX133" fmla="*/ 376238 w 695325"/>
                <a:gd name="connsiteY133" fmla="*/ 166688 h 785813"/>
                <a:gd name="connsiteX134" fmla="*/ 376238 w 695325"/>
                <a:gd name="connsiteY134" fmla="*/ 147638 h 785813"/>
                <a:gd name="connsiteX135" fmla="*/ 364331 w 695325"/>
                <a:gd name="connsiteY135" fmla="*/ 142875 h 785813"/>
                <a:gd name="connsiteX136" fmla="*/ 364331 w 695325"/>
                <a:gd name="connsiteY136" fmla="*/ 116682 h 785813"/>
                <a:gd name="connsiteX137" fmla="*/ 309563 w 695325"/>
                <a:gd name="connsiteY137" fmla="*/ 90488 h 785813"/>
                <a:gd name="connsiteX138" fmla="*/ 288131 w 695325"/>
                <a:gd name="connsiteY138" fmla="*/ 97632 h 785813"/>
                <a:gd name="connsiteX139" fmla="*/ 292894 w 695325"/>
                <a:gd name="connsiteY139" fmla="*/ 123825 h 785813"/>
                <a:gd name="connsiteX140" fmla="*/ 273844 w 695325"/>
                <a:gd name="connsiteY140" fmla="*/ 126207 h 785813"/>
                <a:gd name="connsiteX141" fmla="*/ 259556 w 695325"/>
                <a:gd name="connsiteY141" fmla="*/ 121444 h 785813"/>
                <a:gd name="connsiteX142" fmla="*/ 247650 w 695325"/>
                <a:gd name="connsiteY142" fmla="*/ 140494 h 785813"/>
                <a:gd name="connsiteX143" fmla="*/ 223838 w 695325"/>
                <a:gd name="connsiteY143" fmla="*/ 152400 h 785813"/>
                <a:gd name="connsiteX144" fmla="*/ 221456 w 695325"/>
                <a:gd name="connsiteY144" fmla="*/ 130969 h 785813"/>
                <a:gd name="connsiteX145" fmla="*/ 223838 w 695325"/>
                <a:gd name="connsiteY145" fmla="*/ 92869 h 785813"/>
                <a:gd name="connsiteX146" fmla="*/ 216694 w 695325"/>
                <a:gd name="connsiteY146" fmla="*/ 66675 h 785813"/>
                <a:gd name="connsiteX147" fmla="*/ 214313 w 695325"/>
                <a:gd name="connsiteY147" fmla="*/ 50007 h 785813"/>
                <a:gd name="connsiteX148" fmla="*/ 204788 w 695325"/>
                <a:gd name="connsiteY148" fmla="*/ 28575 h 785813"/>
                <a:gd name="connsiteX149" fmla="*/ 202406 w 695325"/>
                <a:gd name="connsiteY149" fmla="*/ 0 h 785813"/>
                <a:gd name="connsiteX150" fmla="*/ 183356 w 695325"/>
                <a:gd name="connsiteY150" fmla="*/ 7144 h 785813"/>
                <a:gd name="connsiteX151" fmla="*/ 161926 w 695325"/>
                <a:gd name="connsiteY151" fmla="*/ 23813 h 785813"/>
                <a:gd name="connsiteX152" fmla="*/ 147638 w 695325"/>
                <a:gd name="connsiteY152" fmla="*/ 33338 h 785813"/>
                <a:gd name="connsiteX153" fmla="*/ 114300 w 695325"/>
                <a:gd name="connsiteY153" fmla="*/ 223837 h 785813"/>
                <a:gd name="connsiteX0" fmla="*/ 114300 w 695325"/>
                <a:gd name="connsiteY0" fmla="*/ 223837 h 785813"/>
                <a:gd name="connsiteX1" fmla="*/ 64295 w 695325"/>
                <a:gd name="connsiteY1" fmla="*/ 71438 h 785813"/>
                <a:gd name="connsiteX2" fmla="*/ 90488 w 695325"/>
                <a:gd name="connsiteY2" fmla="*/ 138113 h 785813"/>
                <a:gd name="connsiteX3" fmla="*/ 102394 w 695325"/>
                <a:gd name="connsiteY3" fmla="*/ 1 h 785813"/>
                <a:gd name="connsiteX4" fmla="*/ 54769 w 695325"/>
                <a:gd name="connsiteY4" fmla="*/ 4763 h 785813"/>
                <a:gd name="connsiteX5" fmla="*/ 21431 w 695325"/>
                <a:gd name="connsiteY5" fmla="*/ 38100 h 785813"/>
                <a:gd name="connsiteX6" fmla="*/ 21431 w 695325"/>
                <a:gd name="connsiteY6" fmla="*/ 69057 h 785813"/>
                <a:gd name="connsiteX7" fmla="*/ 11906 w 695325"/>
                <a:gd name="connsiteY7" fmla="*/ 88107 h 785813"/>
                <a:gd name="connsiteX8" fmla="*/ 7144 w 695325"/>
                <a:gd name="connsiteY8" fmla="*/ 126207 h 785813"/>
                <a:gd name="connsiteX9" fmla="*/ 7144 w 695325"/>
                <a:gd name="connsiteY9" fmla="*/ 126207 h 785813"/>
                <a:gd name="connsiteX10" fmla="*/ 0 w 695325"/>
                <a:gd name="connsiteY10" fmla="*/ 145257 h 785813"/>
                <a:gd name="connsiteX11" fmla="*/ 0 w 695325"/>
                <a:gd name="connsiteY11" fmla="*/ 190500 h 785813"/>
                <a:gd name="connsiteX12" fmla="*/ 38100 w 695325"/>
                <a:gd name="connsiteY12" fmla="*/ 200025 h 785813"/>
                <a:gd name="connsiteX13" fmla="*/ 64294 w 695325"/>
                <a:gd name="connsiteY13" fmla="*/ 219075 h 785813"/>
                <a:gd name="connsiteX14" fmla="*/ 66675 w 695325"/>
                <a:gd name="connsiteY14" fmla="*/ 233363 h 785813"/>
                <a:gd name="connsiteX15" fmla="*/ 35719 w 695325"/>
                <a:gd name="connsiteY15" fmla="*/ 228600 h 785813"/>
                <a:gd name="connsiteX16" fmla="*/ 9525 w 695325"/>
                <a:gd name="connsiteY16" fmla="*/ 216694 h 785813"/>
                <a:gd name="connsiteX17" fmla="*/ 47625 w 695325"/>
                <a:gd name="connsiteY17" fmla="*/ 276225 h 785813"/>
                <a:gd name="connsiteX18" fmla="*/ 76200 w 695325"/>
                <a:gd name="connsiteY18" fmla="*/ 257175 h 785813"/>
                <a:gd name="connsiteX19" fmla="*/ 102394 w 695325"/>
                <a:gd name="connsiteY19" fmla="*/ 288132 h 785813"/>
                <a:gd name="connsiteX20" fmla="*/ 147638 w 695325"/>
                <a:gd name="connsiteY20" fmla="*/ 300038 h 785813"/>
                <a:gd name="connsiteX21" fmla="*/ 188119 w 695325"/>
                <a:gd name="connsiteY21" fmla="*/ 307182 h 785813"/>
                <a:gd name="connsiteX22" fmla="*/ 209550 w 695325"/>
                <a:gd name="connsiteY22" fmla="*/ 295275 h 785813"/>
                <a:gd name="connsiteX23" fmla="*/ 197644 w 695325"/>
                <a:gd name="connsiteY23" fmla="*/ 285750 h 785813"/>
                <a:gd name="connsiteX24" fmla="*/ 219075 w 695325"/>
                <a:gd name="connsiteY24" fmla="*/ 285750 h 785813"/>
                <a:gd name="connsiteX25" fmla="*/ 247650 w 695325"/>
                <a:gd name="connsiteY25" fmla="*/ 314325 h 785813"/>
                <a:gd name="connsiteX26" fmla="*/ 266700 w 695325"/>
                <a:gd name="connsiteY26" fmla="*/ 292894 h 785813"/>
                <a:gd name="connsiteX27" fmla="*/ 252413 w 695325"/>
                <a:gd name="connsiteY27" fmla="*/ 266700 h 785813"/>
                <a:gd name="connsiteX28" fmla="*/ 266700 w 695325"/>
                <a:gd name="connsiteY28" fmla="*/ 261938 h 785813"/>
                <a:gd name="connsiteX29" fmla="*/ 345281 w 695325"/>
                <a:gd name="connsiteY29" fmla="*/ 342900 h 785813"/>
                <a:gd name="connsiteX30" fmla="*/ 352425 w 695325"/>
                <a:gd name="connsiteY30" fmla="*/ 357188 h 785813"/>
                <a:gd name="connsiteX31" fmla="*/ 330994 w 695325"/>
                <a:gd name="connsiteY31" fmla="*/ 383382 h 785813"/>
                <a:gd name="connsiteX32" fmla="*/ 373856 w 695325"/>
                <a:gd name="connsiteY32" fmla="*/ 371475 h 785813"/>
                <a:gd name="connsiteX33" fmla="*/ 395288 w 695325"/>
                <a:gd name="connsiteY33" fmla="*/ 371475 h 785813"/>
                <a:gd name="connsiteX34" fmla="*/ 381000 w 695325"/>
                <a:gd name="connsiteY34" fmla="*/ 388144 h 785813"/>
                <a:gd name="connsiteX35" fmla="*/ 395288 w 695325"/>
                <a:gd name="connsiteY35" fmla="*/ 397669 h 785813"/>
                <a:gd name="connsiteX36" fmla="*/ 421481 w 695325"/>
                <a:gd name="connsiteY36" fmla="*/ 426244 h 785813"/>
                <a:gd name="connsiteX37" fmla="*/ 438150 w 695325"/>
                <a:gd name="connsiteY37" fmla="*/ 461963 h 785813"/>
                <a:gd name="connsiteX38" fmla="*/ 440531 w 695325"/>
                <a:gd name="connsiteY38" fmla="*/ 492919 h 785813"/>
                <a:gd name="connsiteX39" fmla="*/ 423863 w 695325"/>
                <a:gd name="connsiteY39" fmla="*/ 511969 h 785813"/>
                <a:gd name="connsiteX40" fmla="*/ 423863 w 695325"/>
                <a:gd name="connsiteY40" fmla="*/ 535782 h 785813"/>
                <a:gd name="connsiteX41" fmla="*/ 402431 w 695325"/>
                <a:gd name="connsiteY41" fmla="*/ 535782 h 785813"/>
                <a:gd name="connsiteX42" fmla="*/ 383381 w 695325"/>
                <a:gd name="connsiteY42" fmla="*/ 547688 h 785813"/>
                <a:gd name="connsiteX43" fmla="*/ 407194 w 695325"/>
                <a:gd name="connsiteY43" fmla="*/ 583407 h 785813"/>
                <a:gd name="connsiteX44" fmla="*/ 395288 w 695325"/>
                <a:gd name="connsiteY44" fmla="*/ 611982 h 785813"/>
                <a:gd name="connsiteX45" fmla="*/ 359569 w 695325"/>
                <a:gd name="connsiteY45" fmla="*/ 611982 h 785813"/>
                <a:gd name="connsiteX46" fmla="*/ 328613 w 695325"/>
                <a:gd name="connsiteY46" fmla="*/ 609600 h 785813"/>
                <a:gd name="connsiteX47" fmla="*/ 309563 w 695325"/>
                <a:gd name="connsiteY47" fmla="*/ 597694 h 785813"/>
                <a:gd name="connsiteX48" fmla="*/ 297656 w 695325"/>
                <a:gd name="connsiteY48" fmla="*/ 621507 h 785813"/>
                <a:gd name="connsiteX49" fmla="*/ 297656 w 695325"/>
                <a:gd name="connsiteY49" fmla="*/ 645319 h 785813"/>
                <a:gd name="connsiteX50" fmla="*/ 330994 w 695325"/>
                <a:gd name="connsiteY50" fmla="*/ 661988 h 785813"/>
                <a:gd name="connsiteX51" fmla="*/ 354806 w 695325"/>
                <a:gd name="connsiteY51" fmla="*/ 642938 h 785813"/>
                <a:gd name="connsiteX52" fmla="*/ 371475 w 695325"/>
                <a:gd name="connsiteY52" fmla="*/ 638175 h 785813"/>
                <a:gd name="connsiteX53" fmla="*/ 378619 w 695325"/>
                <a:gd name="connsiteY53" fmla="*/ 628650 h 785813"/>
                <a:gd name="connsiteX54" fmla="*/ 400050 w 695325"/>
                <a:gd name="connsiteY54" fmla="*/ 640557 h 785813"/>
                <a:gd name="connsiteX55" fmla="*/ 414338 w 695325"/>
                <a:gd name="connsiteY55" fmla="*/ 659607 h 785813"/>
                <a:gd name="connsiteX56" fmla="*/ 438150 w 695325"/>
                <a:gd name="connsiteY56" fmla="*/ 688182 h 785813"/>
                <a:gd name="connsiteX57" fmla="*/ 452438 w 695325"/>
                <a:gd name="connsiteY57" fmla="*/ 688182 h 785813"/>
                <a:gd name="connsiteX58" fmla="*/ 464344 w 695325"/>
                <a:gd name="connsiteY58" fmla="*/ 704850 h 785813"/>
                <a:gd name="connsiteX59" fmla="*/ 450056 w 695325"/>
                <a:gd name="connsiteY59" fmla="*/ 714375 h 785813"/>
                <a:gd name="connsiteX60" fmla="*/ 481013 w 695325"/>
                <a:gd name="connsiteY60" fmla="*/ 740569 h 785813"/>
                <a:gd name="connsiteX61" fmla="*/ 497681 w 695325"/>
                <a:gd name="connsiteY61" fmla="*/ 738188 h 785813"/>
                <a:gd name="connsiteX62" fmla="*/ 526256 w 695325"/>
                <a:gd name="connsiteY62" fmla="*/ 752475 h 785813"/>
                <a:gd name="connsiteX63" fmla="*/ 566738 w 695325"/>
                <a:gd name="connsiteY63" fmla="*/ 783432 h 785813"/>
                <a:gd name="connsiteX64" fmla="*/ 578644 w 695325"/>
                <a:gd name="connsiteY64" fmla="*/ 785813 h 785813"/>
                <a:gd name="connsiteX65" fmla="*/ 588169 w 695325"/>
                <a:gd name="connsiteY65" fmla="*/ 776288 h 785813"/>
                <a:gd name="connsiteX66" fmla="*/ 566738 w 695325"/>
                <a:gd name="connsiteY66" fmla="*/ 762000 h 785813"/>
                <a:gd name="connsiteX67" fmla="*/ 535781 w 695325"/>
                <a:gd name="connsiteY67" fmla="*/ 733425 h 785813"/>
                <a:gd name="connsiteX68" fmla="*/ 523875 w 695325"/>
                <a:gd name="connsiteY68" fmla="*/ 697707 h 785813"/>
                <a:gd name="connsiteX69" fmla="*/ 531019 w 695325"/>
                <a:gd name="connsiteY69" fmla="*/ 685800 h 785813"/>
                <a:gd name="connsiteX70" fmla="*/ 557213 w 695325"/>
                <a:gd name="connsiteY70" fmla="*/ 711994 h 785813"/>
                <a:gd name="connsiteX71" fmla="*/ 597694 w 695325"/>
                <a:gd name="connsiteY71" fmla="*/ 733425 h 785813"/>
                <a:gd name="connsiteX72" fmla="*/ 619125 w 695325"/>
                <a:gd name="connsiteY72" fmla="*/ 742950 h 785813"/>
                <a:gd name="connsiteX73" fmla="*/ 611981 w 695325"/>
                <a:gd name="connsiteY73" fmla="*/ 716757 h 785813"/>
                <a:gd name="connsiteX74" fmla="*/ 623888 w 695325"/>
                <a:gd name="connsiteY74" fmla="*/ 707232 h 785813"/>
                <a:gd name="connsiteX75" fmla="*/ 619125 w 695325"/>
                <a:gd name="connsiteY75" fmla="*/ 683419 h 785813"/>
                <a:gd name="connsiteX76" fmla="*/ 602456 w 695325"/>
                <a:gd name="connsiteY76" fmla="*/ 664369 h 785813"/>
                <a:gd name="connsiteX77" fmla="*/ 607219 w 695325"/>
                <a:gd name="connsiteY77" fmla="*/ 647700 h 785813"/>
                <a:gd name="connsiteX78" fmla="*/ 592931 w 695325"/>
                <a:gd name="connsiteY78" fmla="*/ 640557 h 785813"/>
                <a:gd name="connsiteX79" fmla="*/ 585788 w 695325"/>
                <a:gd name="connsiteY79" fmla="*/ 628650 h 785813"/>
                <a:gd name="connsiteX80" fmla="*/ 564356 w 695325"/>
                <a:gd name="connsiteY80" fmla="*/ 623888 h 785813"/>
                <a:gd name="connsiteX81" fmla="*/ 550069 w 695325"/>
                <a:gd name="connsiteY81" fmla="*/ 588169 h 785813"/>
                <a:gd name="connsiteX82" fmla="*/ 540544 w 695325"/>
                <a:gd name="connsiteY82" fmla="*/ 581025 h 785813"/>
                <a:gd name="connsiteX83" fmla="*/ 550069 w 695325"/>
                <a:gd name="connsiteY83" fmla="*/ 561975 h 785813"/>
                <a:gd name="connsiteX84" fmla="*/ 545306 w 695325"/>
                <a:gd name="connsiteY84" fmla="*/ 547688 h 785813"/>
                <a:gd name="connsiteX85" fmla="*/ 540544 w 695325"/>
                <a:gd name="connsiteY85" fmla="*/ 523875 h 785813"/>
                <a:gd name="connsiteX86" fmla="*/ 571500 w 695325"/>
                <a:gd name="connsiteY86" fmla="*/ 519113 h 785813"/>
                <a:gd name="connsiteX87" fmla="*/ 595313 w 695325"/>
                <a:gd name="connsiteY87" fmla="*/ 550069 h 785813"/>
                <a:gd name="connsiteX88" fmla="*/ 626269 w 695325"/>
                <a:gd name="connsiteY88" fmla="*/ 569119 h 785813"/>
                <a:gd name="connsiteX89" fmla="*/ 631031 w 695325"/>
                <a:gd name="connsiteY89" fmla="*/ 592932 h 785813"/>
                <a:gd name="connsiteX90" fmla="*/ 659606 w 695325"/>
                <a:gd name="connsiteY90" fmla="*/ 611982 h 785813"/>
                <a:gd name="connsiteX91" fmla="*/ 650081 w 695325"/>
                <a:gd name="connsiteY91" fmla="*/ 576263 h 785813"/>
                <a:gd name="connsiteX92" fmla="*/ 669131 w 695325"/>
                <a:gd name="connsiteY92" fmla="*/ 576263 h 785813"/>
                <a:gd name="connsiteX93" fmla="*/ 683419 w 695325"/>
                <a:gd name="connsiteY93" fmla="*/ 554832 h 785813"/>
                <a:gd name="connsiteX94" fmla="*/ 671513 w 695325"/>
                <a:gd name="connsiteY94" fmla="*/ 535782 h 785813"/>
                <a:gd name="connsiteX95" fmla="*/ 695325 w 695325"/>
                <a:gd name="connsiteY95" fmla="*/ 528638 h 785813"/>
                <a:gd name="connsiteX96" fmla="*/ 676275 w 695325"/>
                <a:gd name="connsiteY96" fmla="*/ 516732 h 785813"/>
                <a:gd name="connsiteX97" fmla="*/ 645319 w 695325"/>
                <a:gd name="connsiteY97" fmla="*/ 511969 h 785813"/>
                <a:gd name="connsiteX98" fmla="*/ 652463 w 695325"/>
                <a:gd name="connsiteY98" fmla="*/ 483394 h 785813"/>
                <a:gd name="connsiteX99" fmla="*/ 631031 w 695325"/>
                <a:gd name="connsiteY99" fmla="*/ 488157 h 785813"/>
                <a:gd name="connsiteX100" fmla="*/ 631031 w 695325"/>
                <a:gd name="connsiteY100" fmla="*/ 461963 h 785813"/>
                <a:gd name="connsiteX101" fmla="*/ 609600 w 695325"/>
                <a:gd name="connsiteY101" fmla="*/ 452438 h 785813"/>
                <a:gd name="connsiteX102" fmla="*/ 602456 w 695325"/>
                <a:gd name="connsiteY102" fmla="*/ 435769 h 785813"/>
                <a:gd name="connsiteX103" fmla="*/ 585788 w 695325"/>
                <a:gd name="connsiteY103" fmla="*/ 447675 h 785813"/>
                <a:gd name="connsiteX104" fmla="*/ 576263 w 695325"/>
                <a:gd name="connsiteY104" fmla="*/ 423863 h 785813"/>
                <a:gd name="connsiteX105" fmla="*/ 545306 w 695325"/>
                <a:gd name="connsiteY105" fmla="*/ 400050 h 785813"/>
                <a:gd name="connsiteX106" fmla="*/ 526256 w 695325"/>
                <a:gd name="connsiteY106" fmla="*/ 400050 h 785813"/>
                <a:gd name="connsiteX107" fmla="*/ 540544 w 695325"/>
                <a:gd name="connsiteY107" fmla="*/ 381000 h 785813"/>
                <a:gd name="connsiteX108" fmla="*/ 540544 w 695325"/>
                <a:gd name="connsiteY108" fmla="*/ 359569 h 785813"/>
                <a:gd name="connsiteX109" fmla="*/ 535781 w 695325"/>
                <a:gd name="connsiteY109" fmla="*/ 352425 h 785813"/>
                <a:gd name="connsiteX110" fmla="*/ 578644 w 695325"/>
                <a:gd name="connsiteY110" fmla="*/ 364332 h 785813"/>
                <a:gd name="connsiteX111" fmla="*/ 566738 w 695325"/>
                <a:gd name="connsiteY111" fmla="*/ 347663 h 785813"/>
                <a:gd name="connsiteX112" fmla="*/ 528638 w 695325"/>
                <a:gd name="connsiteY112" fmla="*/ 335757 h 785813"/>
                <a:gd name="connsiteX113" fmla="*/ 519113 w 695325"/>
                <a:gd name="connsiteY113" fmla="*/ 321469 h 785813"/>
                <a:gd name="connsiteX114" fmla="*/ 557213 w 695325"/>
                <a:gd name="connsiteY114" fmla="*/ 307182 h 785813"/>
                <a:gd name="connsiteX115" fmla="*/ 545306 w 695325"/>
                <a:gd name="connsiteY115" fmla="*/ 280988 h 785813"/>
                <a:gd name="connsiteX116" fmla="*/ 538163 w 695325"/>
                <a:gd name="connsiteY116" fmla="*/ 297657 h 785813"/>
                <a:gd name="connsiteX117" fmla="*/ 514350 w 695325"/>
                <a:gd name="connsiteY117" fmla="*/ 309563 h 785813"/>
                <a:gd name="connsiteX118" fmla="*/ 507206 w 695325"/>
                <a:gd name="connsiteY118" fmla="*/ 288132 h 785813"/>
                <a:gd name="connsiteX119" fmla="*/ 500063 w 695325"/>
                <a:gd name="connsiteY119" fmla="*/ 278607 h 785813"/>
                <a:gd name="connsiteX120" fmla="*/ 523875 w 695325"/>
                <a:gd name="connsiteY120" fmla="*/ 259557 h 785813"/>
                <a:gd name="connsiteX121" fmla="*/ 504825 w 695325"/>
                <a:gd name="connsiteY121" fmla="*/ 242888 h 785813"/>
                <a:gd name="connsiteX122" fmla="*/ 485775 w 695325"/>
                <a:gd name="connsiteY122" fmla="*/ 254794 h 785813"/>
                <a:gd name="connsiteX123" fmla="*/ 473869 w 695325"/>
                <a:gd name="connsiteY123" fmla="*/ 240507 h 785813"/>
                <a:gd name="connsiteX124" fmla="*/ 471488 w 695325"/>
                <a:gd name="connsiteY124" fmla="*/ 223838 h 785813"/>
                <a:gd name="connsiteX125" fmla="*/ 452438 w 695325"/>
                <a:gd name="connsiteY125" fmla="*/ 230982 h 785813"/>
                <a:gd name="connsiteX126" fmla="*/ 450056 w 695325"/>
                <a:gd name="connsiteY126" fmla="*/ 214313 h 785813"/>
                <a:gd name="connsiteX127" fmla="*/ 457200 w 695325"/>
                <a:gd name="connsiteY127" fmla="*/ 202407 h 785813"/>
                <a:gd name="connsiteX128" fmla="*/ 433388 w 695325"/>
                <a:gd name="connsiteY128" fmla="*/ 171450 h 785813"/>
                <a:gd name="connsiteX129" fmla="*/ 423863 w 695325"/>
                <a:gd name="connsiteY129" fmla="*/ 190500 h 785813"/>
                <a:gd name="connsiteX130" fmla="*/ 416719 w 695325"/>
                <a:gd name="connsiteY130" fmla="*/ 207169 h 785813"/>
                <a:gd name="connsiteX131" fmla="*/ 397669 w 695325"/>
                <a:gd name="connsiteY131" fmla="*/ 192882 h 785813"/>
                <a:gd name="connsiteX132" fmla="*/ 395288 w 695325"/>
                <a:gd name="connsiteY132" fmla="*/ 166688 h 785813"/>
                <a:gd name="connsiteX133" fmla="*/ 383381 w 695325"/>
                <a:gd name="connsiteY133" fmla="*/ 180975 h 785813"/>
                <a:gd name="connsiteX134" fmla="*/ 376238 w 695325"/>
                <a:gd name="connsiteY134" fmla="*/ 166688 h 785813"/>
                <a:gd name="connsiteX135" fmla="*/ 376238 w 695325"/>
                <a:gd name="connsiteY135" fmla="*/ 147638 h 785813"/>
                <a:gd name="connsiteX136" fmla="*/ 364331 w 695325"/>
                <a:gd name="connsiteY136" fmla="*/ 142875 h 785813"/>
                <a:gd name="connsiteX137" fmla="*/ 364331 w 695325"/>
                <a:gd name="connsiteY137" fmla="*/ 116682 h 785813"/>
                <a:gd name="connsiteX138" fmla="*/ 309563 w 695325"/>
                <a:gd name="connsiteY138" fmla="*/ 90488 h 785813"/>
                <a:gd name="connsiteX139" fmla="*/ 288131 w 695325"/>
                <a:gd name="connsiteY139" fmla="*/ 97632 h 785813"/>
                <a:gd name="connsiteX140" fmla="*/ 292894 w 695325"/>
                <a:gd name="connsiteY140" fmla="*/ 123825 h 785813"/>
                <a:gd name="connsiteX141" fmla="*/ 273844 w 695325"/>
                <a:gd name="connsiteY141" fmla="*/ 126207 h 785813"/>
                <a:gd name="connsiteX142" fmla="*/ 259556 w 695325"/>
                <a:gd name="connsiteY142" fmla="*/ 121444 h 785813"/>
                <a:gd name="connsiteX143" fmla="*/ 247650 w 695325"/>
                <a:gd name="connsiteY143" fmla="*/ 140494 h 785813"/>
                <a:gd name="connsiteX144" fmla="*/ 223838 w 695325"/>
                <a:gd name="connsiteY144" fmla="*/ 152400 h 785813"/>
                <a:gd name="connsiteX145" fmla="*/ 221456 w 695325"/>
                <a:gd name="connsiteY145" fmla="*/ 130969 h 785813"/>
                <a:gd name="connsiteX146" fmla="*/ 223838 w 695325"/>
                <a:gd name="connsiteY146" fmla="*/ 92869 h 785813"/>
                <a:gd name="connsiteX147" fmla="*/ 216694 w 695325"/>
                <a:gd name="connsiteY147" fmla="*/ 66675 h 785813"/>
                <a:gd name="connsiteX148" fmla="*/ 214313 w 695325"/>
                <a:gd name="connsiteY148" fmla="*/ 50007 h 785813"/>
                <a:gd name="connsiteX149" fmla="*/ 204788 w 695325"/>
                <a:gd name="connsiteY149" fmla="*/ 28575 h 785813"/>
                <a:gd name="connsiteX150" fmla="*/ 202406 w 695325"/>
                <a:gd name="connsiteY150" fmla="*/ 0 h 785813"/>
                <a:gd name="connsiteX151" fmla="*/ 183356 w 695325"/>
                <a:gd name="connsiteY151" fmla="*/ 7144 h 785813"/>
                <a:gd name="connsiteX152" fmla="*/ 161926 w 695325"/>
                <a:gd name="connsiteY152" fmla="*/ 23813 h 785813"/>
                <a:gd name="connsiteX153" fmla="*/ 147638 w 695325"/>
                <a:gd name="connsiteY153" fmla="*/ 33338 h 785813"/>
                <a:gd name="connsiteX154" fmla="*/ 114300 w 695325"/>
                <a:gd name="connsiteY154" fmla="*/ 223837 h 785813"/>
                <a:gd name="connsiteX0" fmla="*/ 114300 w 695325"/>
                <a:gd name="connsiteY0" fmla="*/ 223837 h 785813"/>
                <a:gd name="connsiteX1" fmla="*/ 64295 w 695325"/>
                <a:gd name="connsiteY1" fmla="*/ 71438 h 785813"/>
                <a:gd name="connsiteX2" fmla="*/ 80963 w 695325"/>
                <a:gd name="connsiteY2" fmla="*/ 30957 h 785813"/>
                <a:gd name="connsiteX3" fmla="*/ 102394 w 695325"/>
                <a:gd name="connsiteY3" fmla="*/ 1 h 785813"/>
                <a:gd name="connsiteX4" fmla="*/ 54769 w 695325"/>
                <a:gd name="connsiteY4" fmla="*/ 4763 h 785813"/>
                <a:gd name="connsiteX5" fmla="*/ 21431 w 695325"/>
                <a:gd name="connsiteY5" fmla="*/ 38100 h 785813"/>
                <a:gd name="connsiteX6" fmla="*/ 21431 w 695325"/>
                <a:gd name="connsiteY6" fmla="*/ 69057 h 785813"/>
                <a:gd name="connsiteX7" fmla="*/ 11906 w 695325"/>
                <a:gd name="connsiteY7" fmla="*/ 88107 h 785813"/>
                <a:gd name="connsiteX8" fmla="*/ 7144 w 695325"/>
                <a:gd name="connsiteY8" fmla="*/ 126207 h 785813"/>
                <a:gd name="connsiteX9" fmla="*/ 7144 w 695325"/>
                <a:gd name="connsiteY9" fmla="*/ 126207 h 785813"/>
                <a:gd name="connsiteX10" fmla="*/ 0 w 695325"/>
                <a:gd name="connsiteY10" fmla="*/ 145257 h 785813"/>
                <a:gd name="connsiteX11" fmla="*/ 0 w 695325"/>
                <a:gd name="connsiteY11" fmla="*/ 190500 h 785813"/>
                <a:gd name="connsiteX12" fmla="*/ 38100 w 695325"/>
                <a:gd name="connsiteY12" fmla="*/ 200025 h 785813"/>
                <a:gd name="connsiteX13" fmla="*/ 64294 w 695325"/>
                <a:gd name="connsiteY13" fmla="*/ 219075 h 785813"/>
                <a:gd name="connsiteX14" fmla="*/ 66675 w 695325"/>
                <a:gd name="connsiteY14" fmla="*/ 233363 h 785813"/>
                <a:gd name="connsiteX15" fmla="*/ 35719 w 695325"/>
                <a:gd name="connsiteY15" fmla="*/ 228600 h 785813"/>
                <a:gd name="connsiteX16" fmla="*/ 9525 w 695325"/>
                <a:gd name="connsiteY16" fmla="*/ 216694 h 785813"/>
                <a:gd name="connsiteX17" fmla="*/ 47625 w 695325"/>
                <a:gd name="connsiteY17" fmla="*/ 276225 h 785813"/>
                <a:gd name="connsiteX18" fmla="*/ 76200 w 695325"/>
                <a:gd name="connsiteY18" fmla="*/ 257175 h 785813"/>
                <a:gd name="connsiteX19" fmla="*/ 102394 w 695325"/>
                <a:gd name="connsiteY19" fmla="*/ 288132 h 785813"/>
                <a:gd name="connsiteX20" fmla="*/ 147638 w 695325"/>
                <a:gd name="connsiteY20" fmla="*/ 300038 h 785813"/>
                <a:gd name="connsiteX21" fmla="*/ 188119 w 695325"/>
                <a:gd name="connsiteY21" fmla="*/ 307182 h 785813"/>
                <a:gd name="connsiteX22" fmla="*/ 209550 w 695325"/>
                <a:gd name="connsiteY22" fmla="*/ 295275 h 785813"/>
                <a:gd name="connsiteX23" fmla="*/ 197644 w 695325"/>
                <a:gd name="connsiteY23" fmla="*/ 285750 h 785813"/>
                <a:gd name="connsiteX24" fmla="*/ 219075 w 695325"/>
                <a:gd name="connsiteY24" fmla="*/ 285750 h 785813"/>
                <a:gd name="connsiteX25" fmla="*/ 247650 w 695325"/>
                <a:gd name="connsiteY25" fmla="*/ 314325 h 785813"/>
                <a:gd name="connsiteX26" fmla="*/ 266700 w 695325"/>
                <a:gd name="connsiteY26" fmla="*/ 292894 h 785813"/>
                <a:gd name="connsiteX27" fmla="*/ 252413 w 695325"/>
                <a:gd name="connsiteY27" fmla="*/ 266700 h 785813"/>
                <a:gd name="connsiteX28" fmla="*/ 266700 w 695325"/>
                <a:gd name="connsiteY28" fmla="*/ 261938 h 785813"/>
                <a:gd name="connsiteX29" fmla="*/ 345281 w 695325"/>
                <a:gd name="connsiteY29" fmla="*/ 342900 h 785813"/>
                <a:gd name="connsiteX30" fmla="*/ 352425 w 695325"/>
                <a:gd name="connsiteY30" fmla="*/ 357188 h 785813"/>
                <a:gd name="connsiteX31" fmla="*/ 330994 w 695325"/>
                <a:gd name="connsiteY31" fmla="*/ 383382 h 785813"/>
                <a:gd name="connsiteX32" fmla="*/ 373856 w 695325"/>
                <a:gd name="connsiteY32" fmla="*/ 371475 h 785813"/>
                <a:gd name="connsiteX33" fmla="*/ 395288 w 695325"/>
                <a:gd name="connsiteY33" fmla="*/ 371475 h 785813"/>
                <a:gd name="connsiteX34" fmla="*/ 381000 w 695325"/>
                <a:gd name="connsiteY34" fmla="*/ 388144 h 785813"/>
                <a:gd name="connsiteX35" fmla="*/ 395288 w 695325"/>
                <a:gd name="connsiteY35" fmla="*/ 397669 h 785813"/>
                <a:gd name="connsiteX36" fmla="*/ 421481 w 695325"/>
                <a:gd name="connsiteY36" fmla="*/ 426244 h 785813"/>
                <a:gd name="connsiteX37" fmla="*/ 438150 w 695325"/>
                <a:gd name="connsiteY37" fmla="*/ 461963 h 785813"/>
                <a:gd name="connsiteX38" fmla="*/ 440531 w 695325"/>
                <a:gd name="connsiteY38" fmla="*/ 492919 h 785813"/>
                <a:gd name="connsiteX39" fmla="*/ 423863 w 695325"/>
                <a:gd name="connsiteY39" fmla="*/ 511969 h 785813"/>
                <a:gd name="connsiteX40" fmla="*/ 423863 w 695325"/>
                <a:gd name="connsiteY40" fmla="*/ 535782 h 785813"/>
                <a:gd name="connsiteX41" fmla="*/ 402431 w 695325"/>
                <a:gd name="connsiteY41" fmla="*/ 535782 h 785813"/>
                <a:gd name="connsiteX42" fmla="*/ 383381 w 695325"/>
                <a:gd name="connsiteY42" fmla="*/ 547688 h 785813"/>
                <a:gd name="connsiteX43" fmla="*/ 407194 w 695325"/>
                <a:gd name="connsiteY43" fmla="*/ 583407 h 785813"/>
                <a:gd name="connsiteX44" fmla="*/ 395288 w 695325"/>
                <a:gd name="connsiteY44" fmla="*/ 611982 h 785813"/>
                <a:gd name="connsiteX45" fmla="*/ 359569 w 695325"/>
                <a:gd name="connsiteY45" fmla="*/ 611982 h 785813"/>
                <a:gd name="connsiteX46" fmla="*/ 328613 w 695325"/>
                <a:gd name="connsiteY46" fmla="*/ 609600 h 785813"/>
                <a:gd name="connsiteX47" fmla="*/ 309563 w 695325"/>
                <a:gd name="connsiteY47" fmla="*/ 597694 h 785813"/>
                <a:gd name="connsiteX48" fmla="*/ 297656 w 695325"/>
                <a:gd name="connsiteY48" fmla="*/ 621507 h 785813"/>
                <a:gd name="connsiteX49" fmla="*/ 297656 w 695325"/>
                <a:gd name="connsiteY49" fmla="*/ 645319 h 785813"/>
                <a:gd name="connsiteX50" fmla="*/ 330994 w 695325"/>
                <a:gd name="connsiteY50" fmla="*/ 661988 h 785813"/>
                <a:gd name="connsiteX51" fmla="*/ 354806 w 695325"/>
                <a:gd name="connsiteY51" fmla="*/ 642938 h 785813"/>
                <a:gd name="connsiteX52" fmla="*/ 371475 w 695325"/>
                <a:gd name="connsiteY52" fmla="*/ 638175 h 785813"/>
                <a:gd name="connsiteX53" fmla="*/ 378619 w 695325"/>
                <a:gd name="connsiteY53" fmla="*/ 628650 h 785813"/>
                <a:gd name="connsiteX54" fmla="*/ 400050 w 695325"/>
                <a:gd name="connsiteY54" fmla="*/ 640557 h 785813"/>
                <a:gd name="connsiteX55" fmla="*/ 414338 w 695325"/>
                <a:gd name="connsiteY55" fmla="*/ 659607 h 785813"/>
                <a:gd name="connsiteX56" fmla="*/ 438150 w 695325"/>
                <a:gd name="connsiteY56" fmla="*/ 688182 h 785813"/>
                <a:gd name="connsiteX57" fmla="*/ 452438 w 695325"/>
                <a:gd name="connsiteY57" fmla="*/ 688182 h 785813"/>
                <a:gd name="connsiteX58" fmla="*/ 464344 w 695325"/>
                <a:gd name="connsiteY58" fmla="*/ 704850 h 785813"/>
                <a:gd name="connsiteX59" fmla="*/ 450056 w 695325"/>
                <a:gd name="connsiteY59" fmla="*/ 714375 h 785813"/>
                <a:gd name="connsiteX60" fmla="*/ 481013 w 695325"/>
                <a:gd name="connsiteY60" fmla="*/ 740569 h 785813"/>
                <a:gd name="connsiteX61" fmla="*/ 497681 w 695325"/>
                <a:gd name="connsiteY61" fmla="*/ 738188 h 785813"/>
                <a:gd name="connsiteX62" fmla="*/ 526256 w 695325"/>
                <a:gd name="connsiteY62" fmla="*/ 752475 h 785813"/>
                <a:gd name="connsiteX63" fmla="*/ 566738 w 695325"/>
                <a:gd name="connsiteY63" fmla="*/ 783432 h 785813"/>
                <a:gd name="connsiteX64" fmla="*/ 578644 w 695325"/>
                <a:gd name="connsiteY64" fmla="*/ 785813 h 785813"/>
                <a:gd name="connsiteX65" fmla="*/ 588169 w 695325"/>
                <a:gd name="connsiteY65" fmla="*/ 776288 h 785813"/>
                <a:gd name="connsiteX66" fmla="*/ 566738 w 695325"/>
                <a:gd name="connsiteY66" fmla="*/ 762000 h 785813"/>
                <a:gd name="connsiteX67" fmla="*/ 535781 w 695325"/>
                <a:gd name="connsiteY67" fmla="*/ 733425 h 785813"/>
                <a:gd name="connsiteX68" fmla="*/ 523875 w 695325"/>
                <a:gd name="connsiteY68" fmla="*/ 697707 h 785813"/>
                <a:gd name="connsiteX69" fmla="*/ 531019 w 695325"/>
                <a:gd name="connsiteY69" fmla="*/ 685800 h 785813"/>
                <a:gd name="connsiteX70" fmla="*/ 557213 w 695325"/>
                <a:gd name="connsiteY70" fmla="*/ 711994 h 785813"/>
                <a:gd name="connsiteX71" fmla="*/ 597694 w 695325"/>
                <a:gd name="connsiteY71" fmla="*/ 733425 h 785813"/>
                <a:gd name="connsiteX72" fmla="*/ 619125 w 695325"/>
                <a:gd name="connsiteY72" fmla="*/ 742950 h 785813"/>
                <a:gd name="connsiteX73" fmla="*/ 611981 w 695325"/>
                <a:gd name="connsiteY73" fmla="*/ 716757 h 785813"/>
                <a:gd name="connsiteX74" fmla="*/ 623888 w 695325"/>
                <a:gd name="connsiteY74" fmla="*/ 707232 h 785813"/>
                <a:gd name="connsiteX75" fmla="*/ 619125 w 695325"/>
                <a:gd name="connsiteY75" fmla="*/ 683419 h 785813"/>
                <a:gd name="connsiteX76" fmla="*/ 602456 w 695325"/>
                <a:gd name="connsiteY76" fmla="*/ 664369 h 785813"/>
                <a:gd name="connsiteX77" fmla="*/ 607219 w 695325"/>
                <a:gd name="connsiteY77" fmla="*/ 647700 h 785813"/>
                <a:gd name="connsiteX78" fmla="*/ 592931 w 695325"/>
                <a:gd name="connsiteY78" fmla="*/ 640557 h 785813"/>
                <a:gd name="connsiteX79" fmla="*/ 585788 w 695325"/>
                <a:gd name="connsiteY79" fmla="*/ 628650 h 785813"/>
                <a:gd name="connsiteX80" fmla="*/ 564356 w 695325"/>
                <a:gd name="connsiteY80" fmla="*/ 623888 h 785813"/>
                <a:gd name="connsiteX81" fmla="*/ 550069 w 695325"/>
                <a:gd name="connsiteY81" fmla="*/ 588169 h 785813"/>
                <a:gd name="connsiteX82" fmla="*/ 540544 w 695325"/>
                <a:gd name="connsiteY82" fmla="*/ 581025 h 785813"/>
                <a:gd name="connsiteX83" fmla="*/ 550069 w 695325"/>
                <a:gd name="connsiteY83" fmla="*/ 561975 h 785813"/>
                <a:gd name="connsiteX84" fmla="*/ 545306 w 695325"/>
                <a:gd name="connsiteY84" fmla="*/ 547688 h 785813"/>
                <a:gd name="connsiteX85" fmla="*/ 540544 w 695325"/>
                <a:gd name="connsiteY85" fmla="*/ 523875 h 785813"/>
                <a:gd name="connsiteX86" fmla="*/ 571500 w 695325"/>
                <a:gd name="connsiteY86" fmla="*/ 519113 h 785813"/>
                <a:gd name="connsiteX87" fmla="*/ 595313 w 695325"/>
                <a:gd name="connsiteY87" fmla="*/ 550069 h 785813"/>
                <a:gd name="connsiteX88" fmla="*/ 626269 w 695325"/>
                <a:gd name="connsiteY88" fmla="*/ 569119 h 785813"/>
                <a:gd name="connsiteX89" fmla="*/ 631031 w 695325"/>
                <a:gd name="connsiteY89" fmla="*/ 592932 h 785813"/>
                <a:gd name="connsiteX90" fmla="*/ 659606 w 695325"/>
                <a:gd name="connsiteY90" fmla="*/ 611982 h 785813"/>
                <a:gd name="connsiteX91" fmla="*/ 650081 w 695325"/>
                <a:gd name="connsiteY91" fmla="*/ 576263 h 785813"/>
                <a:gd name="connsiteX92" fmla="*/ 669131 w 695325"/>
                <a:gd name="connsiteY92" fmla="*/ 576263 h 785813"/>
                <a:gd name="connsiteX93" fmla="*/ 683419 w 695325"/>
                <a:gd name="connsiteY93" fmla="*/ 554832 h 785813"/>
                <a:gd name="connsiteX94" fmla="*/ 671513 w 695325"/>
                <a:gd name="connsiteY94" fmla="*/ 535782 h 785813"/>
                <a:gd name="connsiteX95" fmla="*/ 695325 w 695325"/>
                <a:gd name="connsiteY95" fmla="*/ 528638 h 785813"/>
                <a:gd name="connsiteX96" fmla="*/ 676275 w 695325"/>
                <a:gd name="connsiteY96" fmla="*/ 516732 h 785813"/>
                <a:gd name="connsiteX97" fmla="*/ 645319 w 695325"/>
                <a:gd name="connsiteY97" fmla="*/ 511969 h 785813"/>
                <a:gd name="connsiteX98" fmla="*/ 652463 w 695325"/>
                <a:gd name="connsiteY98" fmla="*/ 483394 h 785813"/>
                <a:gd name="connsiteX99" fmla="*/ 631031 w 695325"/>
                <a:gd name="connsiteY99" fmla="*/ 488157 h 785813"/>
                <a:gd name="connsiteX100" fmla="*/ 631031 w 695325"/>
                <a:gd name="connsiteY100" fmla="*/ 461963 h 785813"/>
                <a:gd name="connsiteX101" fmla="*/ 609600 w 695325"/>
                <a:gd name="connsiteY101" fmla="*/ 452438 h 785813"/>
                <a:gd name="connsiteX102" fmla="*/ 602456 w 695325"/>
                <a:gd name="connsiteY102" fmla="*/ 435769 h 785813"/>
                <a:gd name="connsiteX103" fmla="*/ 585788 w 695325"/>
                <a:gd name="connsiteY103" fmla="*/ 447675 h 785813"/>
                <a:gd name="connsiteX104" fmla="*/ 576263 w 695325"/>
                <a:gd name="connsiteY104" fmla="*/ 423863 h 785813"/>
                <a:gd name="connsiteX105" fmla="*/ 545306 w 695325"/>
                <a:gd name="connsiteY105" fmla="*/ 400050 h 785813"/>
                <a:gd name="connsiteX106" fmla="*/ 526256 w 695325"/>
                <a:gd name="connsiteY106" fmla="*/ 400050 h 785813"/>
                <a:gd name="connsiteX107" fmla="*/ 540544 w 695325"/>
                <a:gd name="connsiteY107" fmla="*/ 381000 h 785813"/>
                <a:gd name="connsiteX108" fmla="*/ 540544 w 695325"/>
                <a:gd name="connsiteY108" fmla="*/ 359569 h 785813"/>
                <a:gd name="connsiteX109" fmla="*/ 535781 w 695325"/>
                <a:gd name="connsiteY109" fmla="*/ 352425 h 785813"/>
                <a:gd name="connsiteX110" fmla="*/ 578644 w 695325"/>
                <a:gd name="connsiteY110" fmla="*/ 364332 h 785813"/>
                <a:gd name="connsiteX111" fmla="*/ 566738 w 695325"/>
                <a:gd name="connsiteY111" fmla="*/ 347663 h 785813"/>
                <a:gd name="connsiteX112" fmla="*/ 528638 w 695325"/>
                <a:gd name="connsiteY112" fmla="*/ 335757 h 785813"/>
                <a:gd name="connsiteX113" fmla="*/ 519113 w 695325"/>
                <a:gd name="connsiteY113" fmla="*/ 321469 h 785813"/>
                <a:gd name="connsiteX114" fmla="*/ 557213 w 695325"/>
                <a:gd name="connsiteY114" fmla="*/ 307182 h 785813"/>
                <a:gd name="connsiteX115" fmla="*/ 545306 w 695325"/>
                <a:gd name="connsiteY115" fmla="*/ 280988 h 785813"/>
                <a:gd name="connsiteX116" fmla="*/ 538163 w 695325"/>
                <a:gd name="connsiteY116" fmla="*/ 297657 h 785813"/>
                <a:gd name="connsiteX117" fmla="*/ 514350 w 695325"/>
                <a:gd name="connsiteY117" fmla="*/ 309563 h 785813"/>
                <a:gd name="connsiteX118" fmla="*/ 507206 w 695325"/>
                <a:gd name="connsiteY118" fmla="*/ 288132 h 785813"/>
                <a:gd name="connsiteX119" fmla="*/ 500063 w 695325"/>
                <a:gd name="connsiteY119" fmla="*/ 278607 h 785813"/>
                <a:gd name="connsiteX120" fmla="*/ 523875 w 695325"/>
                <a:gd name="connsiteY120" fmla="*/ 259557 h 785813"/>
                <a:gd name="connsiteX121" fmla="*/ 504825 w 695325"/>
                <a:gd name="connsiteY121" fmla="*/ 242888 h 785813"/>
                <a:gd name="connsiteX122" fmla="*/ 485775 w 695325"/>
                <a:gd name="connsiteY122" fmla="*/ 254794 h 785813"/>
                <a:gd name="connsiteX123" fmla="*/ 473869 w 695325"/>
                <a:gd name="connsiteY123" fmla="*/ 240507 h 785813"/>
                <a:gd name="connsiteX124" fmla="*/ 471488 w 695325"/>
                <a:gd name="connsiteY124" fmla="*/ 223838 h 785813"/>
                <a:gd name="connsiteX125" fmla="*/ 452438 w 695325"/>
                <a:gd name="connsiteY125" fmla="*/ 230982 h 785813"/>
                <a:gd name="connsiteX126" fmla="*/ 450056 w 695325"/>
                <a:gd name="connsiteY126" fmla="*/ 214313 h 785813"/>
                <a:gd name="connsiteX127" fmla="*/ 457200 w 695325"/>
                <a:gd name="connsiteY127" fmla="*/ 202407 h 785813"/>
                <a:gd name="connsiteX128" fmla="*/ 433388 w 695325"/>
                <a:gd name="connsiteY128" fmla="*/ 171450 h 785813"/>
                <a:gd name="connsiteX129" fmla="*/ 423863 w 695325"/>
                <a:gd name="connsiteY129" fmla="*/ 190500 h 785813"/>
                <a:gd name="connsiteX130" fmla="*/ 416719 w 695325"/>
                <a:gd name="connsiteY130" fmla="*/ 207169 h 785813"/>
                <a:gd name="connsiteX131" fmla="*/ 397669 w 695325"/>
                <a:gd name="connsiteY131" fmla="*/ 192882 h 785813"/>
                <a:gd name="connsiteX132" fmla="*/ 395288 w 695325"/>
                <a:gd name="connsiteY132" fmla="*/ 166688 h 785813"/>
                <a:gd name="connsiteX133" fmla="*/ 383381 w 695325"/>
                <a:gd name="connsiteY133" fmla="*/ 180975 h 785813"/>
                <a:gd name="connsiteX134" fmla="*/ 376238 w 695325"/>
                <a:gd name="connsiteY134" fmla="*/ 166688 h 785813"/>
                <a:gd name="connsiteX135" fmla="*/ 376238 w 695325"/>
                <a:gd name="connsiteY135" fmla="*/ 147638 h 785813"/>
                <a:gd name="connsiteX136" fmla="*/ 364331 w 695325"/>
                <a:gd name="connsiteY136" fmla="*/ 142875 h 785813"/>
                <a:gd name="connsiteX137" fmla="*/ 364331 w 695325"/>
                <a:gd name="connsiteY137" fmla="*/ 116682 h 785813"/>
                <a:gd name="connsiteX138" fmla="*/ 309563 w 695325"/>
                <a:gd name="connsiteY138" fmla="*/ 90488 h 785813"/>
                <a:gd name="connsiteX139" fmla="*/ 288131 w 695325"/>
                <a:gd name="connsiteY139" fmla="*/ 97632 h 785813"/>
                <a:gd name="connsiteX140" fmla="*/ 292894 w 695325"/>
                <a:gd name="connsiteY140" fmla="*/ 123825 h 785813"/>
                <a:gd name="connsiteX141" fmla="*/ 273844 w 695325"/>
                <a:gd name="connsiteY141" fmla="*/ 126207 h 785813"/>
                <a:gd name="connsiteX142" fmla="*/ 259556 w 695325"/>
                <a:gd name="connsiteY142" fmla="*/ 121444 h 785813"/>
                <a:gd name="connsiteX143" fmla="*/ 247650 w 695325"/>
                <a:gd name="connsiteY143" fmla="*/ 140494 h 785813"/>
                <a:gd name="connsiteX144" fmla="*/ 223838 w 695325"/>
                <a:gd name="connsiteY144" fmla="*/ 152400 h 785813"/>
                <a:gd name="connsiteX145" fmla="*/ 221456 w 695325"/>
                <a:gd name="connsiteY145" fmla="*/ 130969 h 785813"/>
                <a:gd name="connsiteX146" fmla="*/ 223838 w 695325"/>
                <a:gd name="connsiteY146" fmla="*/ 92869 h 785813"/>
                <a:gd name="connsiteX147" fmla="*/ 216694 w 695325"/>
                <a:gd name="connsiteY147" fmla="*/ 66675 h 785813"/>
                <a:gd name="connsiteX148" fmla="*/ 214313 w 695325"/>
                <a:gd name="connsiteY148" fmla="*/ 50007 h 785813"/>
                <a:gd name="connsiteX149" fmla="*/ 204788 w 695325"/>
                <a:gd name="connsiteY149" fmla="*/ 28575 h 785813"/>
                <a:gd name="connsiteX150" fmla="*/ 202406 w 695325"/>
                <a:gd name="connsiteY150" fmla="*/ 0 h 785813"/>
                <a:gd name="connsiteX151" fmla="*/ 183356 w 695325"/>
                <a:gd name="connsiteY151" fmla="*/ 7144 h 785813"/>
                <a:gd name="connsiteX152" fmla="*/ 161926 w 695325"/>
                <a:gd name="connsiteY152" fmla="*/ 23813 h 785813"/>
                <a:gd name="connsiteX153" fmla="*/ 147638 w 695325"/>
                <a:gd name="connsiteY153" fmla="*/ 33338 h 785813"/>
                <a:gd name="connsiteX154" fmla="*/ 114300 w 695325"/>
                <a:gd name="connsiteY154" fmla="*/ 223837 h 785813"/>
                <a:gd name="connsiteX0" fmla="*/ 114300 w 695325"/>
                <a:gd name="connsiteY0" fmla="*/ 223837 h 785813"/>
                <a:gd name="connsiteX1" fmla="*/ 57151 w 695325"/>
                <a:gd name="connsiteY1" fmla="*/ 142876 h 785813"/>
                <a:gd name="connsiteX2" fmla="*/ 80963 w 695325"/>
                <a:gd name="connsiteY2" fmla="*/ 30957 h 785813"/>
                <a:gd name="connsiteX3" fmla="*/ 102394 w 695325"/>
                <a:gd name="connsiteY3" fmla="*/ 1 h 785813"/>
                <a:gd name="connsiteX4" fmla="*/ 54769 w 695325"/>
                <a:gd name="connsiteY4" fmla="*/ 4763 h 785813"/>
                <a:gd name="connsiteX5" fmla="*/ 21431 w 695325"/>
                <a:gd name="connsiteY5" fmla="*/ 38100 h 785813"/>
                <a:gd name="connsiteX6" fmla="*/ 21431 w 695325"/>
                <a:gd name="connsiteY6" fmla="*/ 69057 h 785813"/>
                <a:gd name="connsiteX7" fmla="*/ 11906 w 695325"/>
                <a:gd name="connsiteY7" fmla="*/ 88107 h 785813"/>
                <a:gd name="connsiteX8" fmla="*/ 7144 w 695325"/>
                <a:gd name="connsiteY8" fmla="*/ 126207 h 785813"/>
                <a:gd name="connsiteX9" fmla="*/ 7144 w 695325"/>
                <a:gd name="connsiteY9" fmla="*/ 126207 h 785813"/>
                <a:gd name="connsiteX10" fmla="*/ 0 w 695325"/>
                <a:gd name="connsiteY10" fmla="*/ 145257 h 785813"/>
                <a:gd name="connsiteX11" fmla="*/ 0 w 695325"/>
                <a:gd name="connsiteY11" fmla="*/ 190500 h 785813"/>
                <a:gd name="connsiteX12" fmla="*/ 38100 w 695325"/>
                <a:gd name="connsiteY12" fmla="*/ 200025 h 785813"/>
                <a:gd name="connsiteX13" fmla="*/ 64294 w 695325"/>
                <a:gd name="connsiteY13" fmla="*/ 219075 h 785813"/>
                <a:gd name="connsiteX14" fmla="*/ 66675 w 695325"/>
                <a:gd name="connsiteY14" fmla="*/ 233363 h 785813"/>
                <a:gd name="connsiteX15" fmla="*/ 35719 w 695325"/>
                <a:gd name="connsiteY15" fmla="*/ 228600 h 785813"/>
                <a:gd name="connsiteX16" fmla="*/ 9525 w 695325"/>
                <a:gd name="connsiteY16" fmla="*/ 216694 h 785813"/>
                <a:gd name="connsiteX17" fmla="*/ 47625 w 695325"/>
                <a:gd name="connsiteY17" fmla="*/ 276225 h 785813"/>
                <a:gd name="connsiteX18" fmla="*/ 76200 w 695325"/>
                <a:gd name="connsiteY18" fmla="*/ 257175 h 785813"/>
                <a:gd name="connsiteX19" fmla="*/ 102394 w 695325"/>
                <a:gd name="connsiteY19" fmla="*/ 288132 h 785813"/>
                <a:gd name="connsiteX20" fmla="*/ 147638 w 695325"/>
                <a:gd name="connsiteY20" fmla="*/ 300038 h 785813"/>
                <a:gd name="connsiteX21" fmla="*/ 188119 w 695325"/>
                <a:gd name="connsiteY21" fmla="*/ 307182 h 785813"/>
                <a:gd name="connsiteX22" fmla="*/ 209550 w 695325"/>
                <a:gd name="connsiteY22" fmla="*/ 295275 h 785813"/>
                <a:gd name="connsiteX23" fmla="*/ 197644 w 695325"/>
                <a:gd name="connsiteY23" fmla="*/ 285750 h 785813"/>
                <a:gd name="connsiteX24" fmla="*/ 219075 w 695325"/>
                <a:gd name="connsiteY24" fmla="*/ 285750 h 785813"/>
                <a:gd name="connsiteX25" fmla="*/ 247650 w 695325"/>
                <a:gd name="connsiteY25" fmla="*/ 314325 h 785813"/>
                <a:gd name="connsiteX26" fmla="*/ 266700 w 695325"/>
                <a:gd name="connsiteY26" fmla="*/ 292894 h 785813"/>
                <a:gd name="connsiteX27" fmla="*/ 252413 w 695325"/>
                <a:gd name="connsiteY27" fmla="*/ 266700 h 785813"/>
                <a:gd name="connsiteX28" fmla="*/ 266700 w 695325"/>
                <a:gd name="connsiteY28" fmla="*/ 261938 h 785813"/>
                <a:gd name="connsiteX29" fmla="*/ 345281 w 695325"/>
                <a:gd name="connsiteY29" fmla="*/ 342900 h 785813"/>
                <a:gd name="connsiteX30" fmla="*/ 352425 w 695325"/>
                <a:gd name="connsiteY30" fmla="*/ 357188 h 785813"/>
                <a:gd name="connsiteX31" fmla="*/ 330994 w 695325"/>
                <a:gd name="connsiteY31" fmla="*/ 383382 h 785813"/>
                <a:gd name="connsiteX32" fmla="*/ 373856 w 695325"/>
                <a:gd name="connsiteY32" fmla="*/ 371475 h 785813"/>
                <a:gd name="connsiteX33" fmla="*/ 395288 w 695325"/>
                <a:gd name="connsiteY33" fmla="*/ 371475 h 785813"/>
                <a:gd name="connsiteX34" fmla="*/ 381000 w 695325"/>
                <a:gd name="connsiteY34" fmla="*/ 388144 h 785813"/>
                <a:gd name="connsiteX35" fmla="*/ 395288 w 695325"/>
                <a:gd name="connsiteY35" fmla="*/ 397669 h 785813"/>
                <a:gd name="connsiteX36" fmla="*/ 421481 w 695325"/>
                <a:gd name="connsiteY36" fmla="*/ 426244 h 785813"/>
                <a:gd name="connsiteX37" fmla="*/ 438150 w 695325"/>
                <a:gd name="connsiteY37" fmla="*/ 461963 h 785813"/>
                <a:gd name="connsiteX38" fmla="*/ 440531 w 695325"/>
                <a:gd name="connsiteY38" fmla="*/ 492919 h 785813"/>
                <a:gd name="connsiteX39" fmla="*/ 423863 w 695325"/>
                <a:gd name="connsiteY39" fmla="*/ 511969 h 785813"/>
                <a:gd name="connsiteX40" fmla="*/ 423863 w 695325"/>
                <a:gd name="connsiteY40" fmla="*/ 535782 h 785813"/>
                <a:gd name="connsiteX41" fmla="*/ 402431 w 695325"/>
                <a:gd name="connsiteY41" fmla="*/ 535782 h 785813"/>
                <a:gd name="connsiteX42" fmla="*/ 383381 w 695325"/>
                <a:gd name="connsiteY42" fmla="*/ 547688 h 785813"/>
                <a:gd name="connsiteX43" fmla="*/ 407194 w 695325"/>
                <a:gd name="connsiteY43" fmla="*/ 583407 h 785813"/>
                <a:gd name="connsiteX44" fmla="*/ 395288 w 695325"/>
                <a:gd name="connsiteY44" fmla="*/ 611982 h 785813"/>
                <a:gd name="connsiteX45" fmla="*/ 359569 w 695325"/>
                <a:gd name="connsiteY45" fmla="*/ 611982 h 785813"/>
                <a:gd name="connsiteX46" fmla="*/ 328613 w 695325"/>
                <a:gd name="connsiteY46" fmla="*/ 609600 h 785813"/>
                <a:gd name="connsiteX47" fmla="*/ 309563 w 695325"/>
                <a:gd name="connsiteY47" fmla="*/ 597694 h 785813"/>
                <a:gd name="connsiteX48" fmla="*/ 297656 w 695325"/>
                <a:gd name="connsiteY48" fmla="*/ 621507 h 785813"/>
                <a:gd name="connsiteX49" fmla="*/ 297656 w 695325"/>
                <a:gd name="connsiteY49" fmla="*/ 645319 h 785813"/>
                <a:gd name="connsiteX50" fmla="*/ 330994 w 695325"/>
                <a:gd name="connsiteY50" fmla="*/ 661988 h 785813"/>
                <a:gd name="connsiteX51" fmla="*/ 354806 w 695325"/>
                <a:gd name="connsiteY51" fmla="*/ 642938 h 785813"/>
                <a:gd name="connsiteX52" fmla="*/ 371475 w 695325"/>
                <a:gd name="connsiteY52" fmla="*/ 638175 h 785813"/>
                <a:gd name="connsiteX53" fmla="*/ 378619 w 695325"/>
                <a:gd name="connsiteY53" fmla="*/ 628650 h 785813"/>
                <a:gd name="connsiteX54" fmla="*/ 400050 w 695325"/>
                <a:gd name="connsiteY54" fmla="*/ 640557 h 785813"/>
                <a:gd name="connsiteX55" fmla="*/ 414338 w 695325"/>
                <a:gd name="connsiteY55" fmla="*/ 659607 h 785813"/>
                <a:gd name="connsiteX56" fmla="*/ 438150 w 695325"/>
                <a:gd name="connsiteY56" fmla="*/ 688182 h 785813"/>
                <a:gd name="connsiteX57" fmla="*/ 452438 w 695325"/>
                <a:gd name="connsiteY57" fmla="*/ 688182 h 785813"/>
                <a:gd name="connsiteX58" fmla="*/ 464344 w 695325"/>
                <a:gd name="connsiteY58" fmla="*/ 704850 h 785813"/>
                <a:gd name="connsiteX59" fmla="*/ 450056 w 695325"/>
                <a:gd name="connsiteY59" fmla="*/ 714375 h 785813"/>
                <a:gd name="connsiteX60" fmla="*/ 481013 w 695325"/>
                <a:gd name="connsiteY60" fmla="*/ 740569 h 785813"/>
                <a:gd name="connsiteX61" fmla="*/ 497681 w 695325"/>
                <a:gd name="connsiteY61" fmla="*/ 738188 h 785813"/>
                <a:gd name="connsiteX62" fmla="*/ 526256 w 695325"/>
                <a:gd name="connsiteY62" fmla="*/ 752475 h 785813"/>
                <a:gd name="connsiteX63" fmla="*/ 566738 w 695325"/>
                <a:gd name="connsiteY63" fmla="*/ 783432 h 785813"/>
                <a:gd name="connsiteX64" fmla="*/ 578644 w 695325"/>
                <a:gd name="connsiteY64" fmla="*/ 785813 h 785813"/>
                <a:gd name="connsiteX65" fmla="*/ 588169 w 695325"/>
                <a:gd name="connsiteY65" fmla="*/ 776288 h 785813"/>
                <a:gd name="connsiteX66" fmla="*/ 566738 w 695325"/>
                <a:gd name="connsiteY66" fmla="*/ 762000 h 785813"/>
                <a:gd name="connsiteX67" fmla="*/ 535781 w 695325"/>
                <a:gd name="connsiteY67" fmla="*/ 733425 h 785813"/>
                <a:gd name="connsiteX68" fmla="*/ 523875 w 695325"/>
                <a:gd name="connsiteY68" fmla="*/ 697707 h 785813"/>
                <a:gd name="connsiteX69" fmla="*/ 531019 w 695325"/>
                <a:gd name="connsiteY69" fmla="*/ 685800 h 785813"/>
                <a:gd name="connsiteX70" fmla="*/ 557213 w 695325"/>
                <a:gd name="connsiteY70" fmla="*/ 711994 h 785813"/>
                <a:gd name="connsiteX71" fmla="*/ 597694 w 695325"/>
                <a:gd name="connsiteY71" fmla="*/ 733425 h 785813"/>
                <a:gd name="connsiteX72" fmla="*/ 619125 w 695325"/>
                <a:gd name="connsiteY72" fmla="*/ 742950 h 785813"/>
                <a:gd name="connsiteX73" fmla="*/ 611981 w 695325"/>
                <a:gd name="connsiteY73" fmla="*/ 716757 h 785813"/>
                <a:gd name="connsiteX74" fmla="*/ 623888 w 695325"/>
                <a:gd name="connsiteY74" fmla="*/ 707232 h 785813"/>
                <a:gd name="connsiteX75" fmla="*/ 619125 w 695325"/>
                <a:gd name="connsiteY75" fmla="*/ 683419 h 785813"/>
                <a:gd name="connsiteX76" fmla="*/ 602456 w 695325"/>
                <a:gd name="connsiteY76" fmla="*/ 664369 h 785813"/>
                <a:gd name="connsiteX77" fmla="*/ 607219 w 695325"/>
                <a:gd name="connsiteY77" fmla="*/ 647700 h 785813"/>
                <a:gd name="connsiteX78" fmla="*/ 592931 w 695325"/>
                <a:gd name="connsiteY78" fmla="*/ 640557 h 785813"/>
                <a:gd name="connsiteX79" fmla="*/ 585788 w 695325"/>
                <a:gd name="connsiteY79" fmla="*/ 628650 h 785813"/>
                <a:gd name="connsiteX80" fmla="*/ 564356 w 695325"/>
                <a:gd name="connsiteY80" fmla="*/ 623888 h 785813"/>
                <a:gd name="connsiteX81" fmla="*/ 550069 w 695325"/>
                <a:gd name="connsiteY81" fmla="*/ 588169 h 785813"/>
                <a:gd name="connsiteX82" fmla="*/ 540544 w 695325"/>
                <a:gd name="connsiteY82" fmla="*/ 581025 h 785813"/>
                <a:gd name="connsiteX83" fmla="*/ 550069 w 695325"/>
                <a:gd name="connsiteY83" fmla="*/ 561975 h 785813"/>
                <a:gd name="connsiteX84" fmla="*/ 545306 w 695325"/>
                <a:gd name="connsiteY84" fmla="*/ 547688 h 785813"/>
                <a:gd name="connsiteX85" fmla="*/ 540544 w 695325"/>
                <a:gd name="connsiteY85" fmla="*/ 523875 h 785813"/>
                <a:gd name="connsiteX86" fmla="*/ 571500 w 695325"/>
                <a:gd name="connsiteY86" fmla="*/ 519113 h 785813"/>
                <a:gd name="connsiteX87" fmla="*/ 595313 w 695325"/>
                <a:gd name="connsiteY87" fmla="*/ 550069 h 785813"/>
                <a:gd name="connsiteX88" fmla="*/ 626269 w 695325"/>
                <a:gd name="connsiteY88" fmla="*/ 569119 h 785813"/>
                <a:gd name="connsiteX89" fmla="*/ 631031 w 695325"/>
                <a:gd name="connsiteY89" fmla="*/ 592932 h 785813"/>
                <a:gd name="connsiteX90" fmla="*/ 659606 w 695325"/>
                <a:gd name="connsiteY90" fmla="*/ 611982 h 785813"/>
                <a:gd name="connsiteX91" fmla="*/ 650081 w 695325"/>
                <a:gd name="connsiteY91" fmla="*/ 576263 h 785813"/>
                <a:gd name="connsiteX92" fmla="*/ 669131 w 695325"/>
                <a:gd name="connsiteY92" fmla="*/ 576263 h 785813"/>
                <a:gd name="connsiteX93" fmla="*/ 683419 w 695325"/>
                <a:gd name="connsiteY93" fmla="*/ 554832 h 785813"/>
                <a:gd name="connsiteX94" fmla="*/ 671513 w 695325"/>
                <a:gd name="connsiteY94" fmla="*/ 535782 h 785813"/>
                <a:gd name="connsiteX95" fmla="*/ 695325 w 695325"/>
                <a:gd name="connsiteY95" fmla="*/ 528638 h 785813"/>
                <a:gd name="connsiteX96" fmla="*/ 676275 w 695325"/>
                <a:gd name="connsiteY96" fmla="*/ 516732 h 785813"/>
                <a:gd name="connsiteX97" fmla="*/ 645319 w 695325"/>
                <a:gd name="connsiteY97" fmla="*/ 511969 h 785813"/>
                <a:gd name="connsiteX98" fmla="*/ 652463 w 695325"/>
                <a:gd name="connsiteY98" fmla="*/ 483394 h 785813"/>
                <a:gd name="connsiteX99" fmla="*/ 631031 w 695325"/>
                <a:gd name="connsiteY99" fmla="*/ 488157 h 785813"/>
                <a:gd name="connsiteX100" fmla="*/ 631031 w 695325"/>
                <a:gd name="connsiteY100" fmla="*/ 461963 h 785813"/>
                <a:gd name="connsiteX101" fmla="*/ 609600 w 695325"/>
                <a:gd name="connsiteY101" fmla="*/ 452438 h 785813"/>
                <a:gd name="connsiteX102" fmla="*/ 602456 w 695325"/>
                <a:gd name="connsiteY102" fmla="*/ 435769 h 785813"/>
                <a:gd name="connsiteX103" fmla="*/ 585788 w 695325"/>
                <a:gd name="connsiteY103" fmla="*/ 447675 h 785813"/>
                <a:gd name="connsiteX104" fmla="*/ 576263 w 695325"/>
                <a:gd name="connsiteY104" fmla="*/ 423863 h 785813"/>
                <a:gd name="connsiteX105" fmla="*/ 545306 w 695325"/>
                <a:gd name="connsiteY105" fmla="*/ 400050 h 785813"/>
                <a:gd name="connsiteX106" fmla="*/ 526256 w 695325"/>
                <a:gd name="connsiteY106" fmla="*/ 400050 h 785813"/>
                <a:gd name="connsiteX107" fmla="*/ 540544 w 695325"/>
                <a:gd name="connsiteY107" fmla="*/ 381000 h 785813"/>
                <a:gd name="connsiteX108" fmla="*/ 540544 w 695325"/>
                <a:gd name="connsiteY108" fmla="*/ 359569 h 785813"/>
                <a:gd name="connsiteX109" fmla="*/ 535781 w 695325"/>
                <a:gd name="connsiteY109" fmla="*/ 352425 h 785813"/>
                <a:gd name="connsiteX110" fmla="*/ 578644 w 695325"/>
                <a:gd name="connsiteY110" fmla="*/ 364332 h 785813"/>
                <a:gd name="connsiteX111" fmla="*/ 566738 w 695325"/>
                <a:gd name="connsiteY111" fmla="*/ 347663 h 785813"/>
                <a:gd name="connsiteX112" fmla="*/ 528638 w 695325"/>
                <a:gd name="connsiteY112" fmla="*/ 335757 h 785813"/>
                <a:gd name="connsiteX113" fmla="*/ 519113 w 695325"/>
                <a:gd name="connsiteY113" fmla="*/ 321469 h 785813"/>
                <a:gd name="connsiteX114" fmla="*/ 557213 w 695325"/>
                <a:gd name="connsiteY114" fmla="*/ 307182 h 785813"/>
                <a:gd name="connsiteX115" fmla="*/ 545306 w 695325"/>
                <a:gd name="connsiteY115" fmla="*/ 280988 h 785813"/>
                <a:gd name="connsiteX116" fmla="*/ 538163 w 695325"/>
                <a:gd name="connsiteY116" fmla="*/ 297657 h 785813"/>
                <a:gd name="connsiteX117" fmla="*/ 514350 w 695325"/>
                <a:gd name="connsiteY117" fmla="*/ 309563 h 785813"/>
                <a:gd name="connsiteX118" fmla="*/ 507206 w 695325"/>
                <a:gd name="connsiteY118" fmla="*/ 288132 h 785813"/>
                <a:gd name="connsiteX119" fmla="*/ 500063 w 695325"/>
                <a:gd name="connsiteY119" fmla="*/ 278607 h 785813"/>
                <a:gd name="connsiteX120" fmla="*/ 523875 w 695325"/>
                <a:gd name="connsiteY120" fmla="*/ 259557 h 785813"/>
                <a:gd name="connsiteX121" fmla="*/ 504825 w 695325"/>
                <a:gd name="connsiteY121" fmla="*/ 242888 h 785813"/>
                <a:gd name="connsiteX122" fmla="*/ 485775 w 695325"/>
                <a:gd name="connsiteY122" fmla="*/ 254794 h 785813"/>
                <a:gd name="connsiteX123" fmla="*/ 473869 w 695325"/>
                <a:gd name="connsiteY123" fmla="*/ 240507 h 785813"/>
                <a:gd name="connsiteX124" fmla="*/ 471488 w 695325"/>
                <a:gd name="connsiteY124" fmla="*/ 223838 h 785813"/>
                <a:gd name="connsiteX125" fmla="*/ 452438 w 695325"/>
                <a:gd name="connsiteY125" fmla="*/ 230982 h 785813"/>
                <a:gd name="connsiteX126" fmla="*/ 450056 w 695325"/>
                <a:gd name="connsiteY126" fmla="*/ 214313 h 785813"/>
                <a:gd name="connsiteX127" fmla="*/ 457200 w 695325"/>
                <a:gd name="connsiteY127" fmla="*/ 202407 h 785813"/>
                <a:gd name="connsiteX128" fmla="*/ 433388 w 695325"/>
                <a:gd name="connsiteY128" fmla="*/ 171450 h 785813"/>
                <a:gd name="connsiteX129" fmla="*/ 423863 w 695325"/>
                <a:gd name="connsiteY129" fmla="*/ 190500 h 785813"/>
                <a:gd name="connsiteX130" fmla="*/ 416719 w 695325"/>
                <a:gd name="connsiteY130" fmla="*/ 207169 h 785813"/>
                <a:gd name="connsiteX131" fmla="*/ 397669 w 695325"/>
                <a:gd name="connsiteY131" fmla="*/ 192882 h 785813"/>
                <a:gd name="connsiteX132" fmla="*/ 395288 w 695325"/>
                <a:gd name="connsiteY132" fmla="*/ 166688 h 785813"/>
                <a:gd name="connsiteX133" fmla="*/ 383381 w 695325"/>
                <a:gd name="connsiteY133" fmla="*/ 180975 h 785813"/>
                <a:gd name="connsiteX134" fmla="*/ 376238 w 695325"/>
                <a:gd name="connsiteY134" fmla="*/ 166688 h 785813"/>
                <a:gd name="connsiteX135" fmla="*/ 376238 w 695325"/>
                <a:gd name="connsiteY135" fmla="*/ 147638 h 785813"/>
                <a:gd name="connsiteX136" fmla="*/ 364331 w 695325"/>
                <a:gd name="connsiteY136" fmla="*/ 142875 h 785813"/>
                <a:gd name="connsiteX137" fmla="*/ 364331 w 695325"/>
                <a:gd name="connsiteY137" fmla="*/ 116682 h 785813"/>
                <a:gd name="connsiteX138" fmla="*/ 309563 w 695325"/>
                <a:gd name="connsiteY138" fmla="*/ 90488 h 785813"/>
                <a:gd name="connsiteX139" fmla="*/ 288131 w 695325"/>
                <a:gd name="connsiteY139" fmla="*/ 97632 h 785813"/>
                <a:gd name="connsiteX140" fmla="*/ 292894 w 695325"/>
                <a:gd name="connsiteY140" fmla="*/ 123825 h 785813"/>
                <a:gd name="connsiteX141" fmla="*/ 273844 w 695325"/>
                <a:gd name="connsiteY141" fmla="*/ 126207 h 785813"/>
                <a:gd name="connsiteX142" fmla="*/ 259556 w 695325"/>
                <a:gd name="connsiteY142" fmla="*/ 121444 h 785813"/>
                <a:gd name="connsiteX143" fmla="*/ 247650 w 695325"/>
                <a:gd name="connsiteY143" fmla="*/ 140494 h 785813"/>
                <a:gd name="connsiteX144" fmla="*/ 223838 w 695325"/>
                <a:gd name="connsiteY144" fmla="*/ 152400 h 785813"/>
                <a:gd name="connsiteX145" fmla="*/ 221456 w 695325"/>
                <a:gd name="connsiteY145" fmla="*/ 130969 h 785813"/>
                <a:gd name="connsiteX146" fmla="*/ 223838 w 695325"/>
                <a:gd name="connsiteY146" fmla="*/ 92869 h 785813"/>
                <a:gd name="connsiteX147" fmla="*/ 216694 w 695325"/>
                <a:gd name="connsiteY147" fmla="*/ 66675 h 785813"/>
                <a:gd name="connsiteX148" fmla="*/ 214313 w 695325"/>
                <a:gd name="connsiteY148" fmla="*/ 50007 h 785813"/>
                <a:gd name="connsiteX149" fmla="*/ 204788 w 695325"/>
                <a:gd name="connsiteY149" fmla="*/ 28575 h 785813"/>
                <a:gd name="connsiteX150" fmla="*/ 202406 w 695325"/>
                <a:gd name="connsiteY150" fmla="*/ 0 h 785813"/>
                <a:gd name="connsiteX151" fmla="*/ 183356 w 695325"/>
                <a:gd name="connsiteY151" fmla="*/ 7144 h 785813"/>
                <a:gd name="connsiteX152" fmla="*/ 161926 w 695325"/>
                <a:gd name="connsiteY152" fmla="*/ 23813 h 785813"/>
                <a:gd name="connsiteX153" fmla="*/ 147638 w 695325"/>
                <a:gd name="connsiteY153" fmla="*/ 33338 h 785813"/>
                <a:gd name="connsiteX154" fmla="*/ 114300 w 695325"/>
                <a:gd name="connsiteY154" fmla="*/ 223837 h 785813"/>
                <a:gd name="connsiteX0" fmla="*/ 114300 w 695325"/>
                <a:gd name="connsiteY0" fmla="*/ 223837 h 785813"/>
                <a:gd name="connsiteX1" fmla="*/ 66676 w 695325"/>
                <a:gd name="connsiteY1" fmla="*/ 116682 h 785813"/>
                <a:gd name="connsiteX2" fmla="*/ 80963 w 695325"/>
                <a:gd name="connsiteY2" fmla="*/ 30957 h 785813"/>
                <a:gd name="connsiteX3" fmla="*/ 102394 w 695325"/>
                <a:gd name="connsiteY3" fmla="*/ 1 h 785813"/>
                <a:gd name="connsiteX4" fmla="*/ 54769 w 695325"/>
                <a:gd name="connsiteY4" fmla="*/ 4763 h 785813"/>
                <a:gd name="connsiteX5" fmla="*/ 21431 w 695325"/>
                <a:gd name="connsiteY5" fmla="*/ 38100 h 785813"/>
                <a:gd name="connsiteX6" fmla="*/ 21431 w 695325"/>
                <a:gd name="connsiteY6" fmla="*/ 69057 h 785813"/>
                <a:gd name="connsiteX7" fmla="*/ 11906 w 695325"/>
                <a:gd name="connsiteY7" fmla="*/ 88107 h 785813"/>
                <a:gd name="connsiteX8" fmla="*/ 7144 w 695325"/>
                <a:gd name="connsiteY8" fmla="*/ 126207 h 785813"/>
                <a:gd name="connsiteX9" fmla="*/ 7144 w 695325"/>
                <a:gd name="connsiteY9" fmla="*/ 126207 h 785813"/>
                <a:gd name="connsiteX10" fmla="*/ 0 w 695325"/>
                <a:gd name="connsiteY10" fmla="*/ 145257 h 785813"/>
                <a:gd name="connsiteX11" fmla="*/ 0 w 695325"/>
                <a:gd name="connsiteY11" fmla="*/ 190500 h 785813"/>
                <a:gd name="connsiteX12" fmla="*/ 38100 w 695325"/>
                <a:gd name="connsiteY12" fmla="*/ 200025 h 785813"/>
                <a:gd name="connsiteX13" fmla="*/ 64294 w 695325"/>
                <a:gd name="connsiteY13" fmla="*/ 219075 h 785813"/>
                <a:gd name="connsiteX14" fmla="*/ 66675 w 695325"/>
                <a:gd name="connsiteY14" fmla="*/ 233363 h 785813"/>
                <a:gd name="connsiteX15" fmla="*/ 35719 w 695325"/>
                <a:gd name="connsiteY15" fmla="*/ 228600 h 785813"/>
                <a:gd name="connsiteX16" fmla="*/ 9525 w 695325"/>
                <a:gd name="connsiteY16" fmla="*/ 216694 h 785813"/>
                <a:gd name="connsiteX17" fmla="*/ 47625 w 695325"/>
                <a:gd name="connsiteY17" fmla="*/ 276225 h 785813"/>
                <a:gd name="connsiteX18" fmla="*/ 76200 w 695325"/>
                <a:gd name="connsiteY18" fmla="*/ 257175 h 785813"/>
                <a:gd name="connsiteX19" fmla="*/ 102394 w 695325"/>
                <a:gd name="connsiteY19" fmla="*/ 288132 h 785813"/>
                <a:gd name="connsiteX20" fmla="*/ 147638 w 695325"/>
                <a:gd name="connsiteY20" fmla="*/ 300038 h 785813"/>
                <a:gd name="connsiteX21" fmla="*/ 188119 w 695325"/>
                <a:gd name="connsiteY21" fmla="*/ 307182 h 785813"/>
                <a:gd name="connsiteX22" fmla="*/ 209550 w 695325"/>
                <a:gd name="connsiteY22" fmla="*/ 295275 h 785813"/>
                <a:gd name="connsiteX23" fmla="*/ 197644 w 695325"/>
                <a:gd name="connsiteY23" fmla="*/ 285750 h 785813"/>
                <a:gd name="connsiteX24" fmla="*/ 219075 w 695325"/>
                <a:gd name="connsiteY24" fmla="*/ 285750 h 785813"/>
                <a:gd name="connsiteX25" fmla="*/ 247650 w 695325"/>
                <a:gd name="connsiteY25" fmla="*/ 314325 h 785813"/>
                <a:gd name="connsiteX26" fmla="*/ 266700 w 695325"/>
                <a:gd name="connsiteY26" fmla="*/ 292894 h 785813"/>
                <a:gd name="connsiteX27" fmla="*/ 252413 w 695325"/>
                <a:gd name="connsiteY27" fmla="*/ 266700 h 785813"/>
                <a:gd name="connsiteX28" fmla="*/ 266700 w 695325"/>
                <a:gd name="connsiteY28" fmla="*/ 261938 h 785813"/>
                <a:gd name="connsiteX29" fmla="*/ 345281 w 695325"/>
                <a:gd name="connsiteY29" fmla="*/ 342900 h 785813"/>
                <a:gd name="connsiteX30" fmla="*/ 352425 w 695325"/>
                <a:gd name="connsiteY30" fmla="*/ 357188 h 785813"/>
                <a:gd name="connsiteX31" fmla="*/ 330994 w 695325"/>
                <a:gd name="connsiteY31" fmla="*/ 383382 h 785813"/>
                <a:gd name="connsiteX32" fmla="*/ 373856 w 695325"/>
                <a:gd name="connsiteY32" fmla="*/ 371475 h 785813"/>
                <a:gd name="connsiteX33" fmla="*/ 395288 w 695325"/>
                <a:gd name="connsiteY33" fmla="*/ 371475 h 785813"/>
                <a:gd name="connsiteX34" fmla="*/ 381000 w 695325"/>
                <a:gd name="connsiteY34" fmla="*/ 388144 h 785813"/>
                <a:gd name="connsiteX35" fmla="*/ 395288 w 695325"/>
                <a:gd name="connsiteY35" fmla="*/ 397669 h 785813"/>
                <a:gd name="connsiteX36" fmla="*/ 421481 w 695325"/>
                <a:gd name="connsiteY36" fmla="*/ 426244 h 785813"/>
                <a:gd name="connsiteX37" fmla="*/ 438150 w 695325"/>
                <a:gd name="connsiteY37" fmla="*/ 461963 h 785813"/>
                <a:gd name="connsiteX38" fmla="*/ 440531 w 695325"/>
                <a:gd name="connsiteY38" fmla="*/ 492919 h 785813"/>
                <a:gd name="connsiteX39" fmla="*/ 423863 w 695325"/>
                <a:gd name="connsiteY39" fmla="*/ 511969 h 785813"/>
                <a:gd name="connsiteX40" fmla="*/ 423863 w 695325"/>
                <a:gd name="connsiteY40" fmla="*/ 535782 h 785813"/>
                <a:gd name="connsiteX41" fmla="*/ 402431 w 695325"/>
                <a:gd name="connsiteY41" fmla="*/ 535782 h 785813"/>
                <a:gd name="connsiteX42" fmla="*/ 383381 w 695325"/>
                <a:gd name="connsiteY42" fmla="*/ 547688 h 785813"/>
                <a:gd name="connsiteX43" fmla="*/ 407194 w 695325"/>
                <a:gd name="connsiteY43" fmla="*/ 583407 h 785813"/>
                <a:gd name="connsiteX44" fmla="*/ 395288 w 695325"/>
                <a:gd name="connsiteY44" fmla="*/ 611982 h 785813"/>
                <a:gd name="connsiteX45" fmla="*/ 359569 w 695325"/>
                <a:gd name="connsiteY45" fmla="*/ 611982 h 785813"/>
                <a:gd name="connsiteX46" fmla="*/ 328613 w 695325"/>
                <a:gd name="connsiteY46" fmla="*/ 609600 h 785813"/>
                <a:gd name="connsiteX47" fmla="*/ 309563 w 695325"/>
                <a:gd name="connsiteY47" fmla="*/ 597694 h 785813"/>
                <a:gd name="connsiteX48" fmla="*/ 297656 w 695325"/>
                <a:gd name="connsiteY48" fmla="*/ 621507 h 785813"/>
                <a:gd name="connsiteX49" fmla="*/ 297656 w 695325"/>
                <a:gd name="connsiteY49" fmla="*/ 645319 h 785813"/>
                <a:gd name="connsiteX50" fmla="*/ 330994 w 695325"/>
                <a:gd name="connsiteY50" fmla="*/ 661988 h 785813"/>
                <a:gd name="connsiteX51" fmla="*/ 354806 w 695325"/>
                <a:gd name="connsiteY51" fmla="*/ 642938 h 785813"/>
                <a:gd name="connsiteX52" fmla="*/ 371475 w 695325"/>
                <a:gd name="connsiteY52" fmla="*/ 638175 h 785813"/>
                <a:gd name="connsiteX53" fmla="*/ 378619 w 695325"/>
                <a:gd name="connsiteY53" fmla="*/ 628650 h 785813"/>
                <a:gd name="connsiteX54" fmla="*/ 400050 w 695325"/>
                <a:gd name="connsiteY54" fmla="*/ 640557 h 785813"/>
                <a:gd name="connsiteX55" fmla="*/ 414338 w 695325"/>
                <a:gd name="connsiteY55" fmla="*/ 659607 h 785813"/>
                <a:gd name="connsiteX56" fmla="*/ 438150 w 695325"/>
                <a:gd name="connsiteY56" fmla="*/ 688182 h 785813"/>
                <a:gd name="connsiteX57" fmla="*/ 452438 w 695325"/>
                <a:gd name="connsiteY57" fmla="*/ 688182 h 785813"/>
                <a:gd name="connsiteX58" fmla="*/ 464344 w 695325"/>
                <a:gd name="connsiteY58" fmla="*/ 704850 h 785813"/>
                <a:gd name="connsiteX59" fmla="*/ 450056 w 695325"/>
                <a:gd name="connsiteY59" fmla="*/ 714375 h 785813"/>
                <a:gd name="connsiteX60" fmla="*/ 481013 w 695325"/>
                <a:gd name="connsiteY60" fmla="*/ 740569 h 785813"/>
                <a:gd name="connsiteX61" fmla="*/ 497681 w 695325"/>
                <a:gd name="connsiteY61" fmla="*/ 738188 h 785813"/>
                <a:gd name="connsiteX62" fmla="*/ 526256 w 695325"/>
                <a:gd name="connsiteY62" fmla="*/ 752475 h 785813"/>
                <a:gd name="connsiteX63" fmla="*/ 566738 w 695325"/>
                <a:gd name="connsiteY63" fmla="*/ 783432 h 785813"/>
                <a:gd name="connsiteX64" fmla="*/ 578644 w 695325"/>
                <a:gd name="connsiteY64" fmla="*/ 785813 h 785813"/>
                <a:gd name="connsiteX65" fmla="*/ 588169 w 695325"/>
                <a:gd name="connsiteY65" fmla="*/ 776288 h 785813"/>
                <a:gd name="connsiteX66" fmla="*/ 566738 w 695325"/>
                <a:gd name="connsiteY66" fmla="*/ 762000 h 785813"/>
                <a:gd name="connsiteX67" fmla="*/ 535781 w 695325"/>
                <a:gd name="connsiteY67" fmla="*/ 733425 h 785813"/>
                <a:gd name="connsiteX68" fmla="*/ 523875 w 695325"/>
                <a:gd name="connsiteY68" fmla="*/ 697707 h 785813"/>
                <a:gd name="connsiteX69" fmla="*/ 531019 w 695325"/>
                <a:gd name="connsiteY69" fmla="*/ 685800 h 785813"/>
                <a:gd name="connsiteX70" fmla="*/ 557213 w 695325"/>
                <a:gd name="connsiteY70" fmla="*/ 711994 h 785813"/>
                <a:gd name="connsiteX71" fmla="*/ 597694 w 695325"/>
                <a:gd name="connsiteY71" fmla="*/ 733425 h 785813"/>
                <a:gd name="connsiteX72" fmla="*/ 619125 w 695325"/>
                <a:gd name="connsiteY72" fmla="*/ 742950 h 785813"/>
                <a:gd name="connsiteX73" fmla="*/ 611981 w 695325"/>
                <a:gd name="connsiteY73" fmla="*/ 716757 h 785813"/>
                <a:gd name="connsiteX74" fmla="*/ 623888 w 695325"/>
                <a:gd name="connsiteY74" fmla="*/ 707232 h 785813"/>
                <a:gd name="connsiteX75" fmla="*/ 619125 w 695325"/>
                <a:gd name="connsiteY75" fmla="*/ 683419 h 785813"/>
                <a:gd name="connsiteX76" fmla="*/ 602456 w 695325"/>
                <a:gd name="connsiteY76" fmla="*/ 664369 h 785813"/>
                <a:gd name="connsiteX77" fmla="*/ 607219 w 695325"/>
                <a:gd name="connsiteY77" fmla="*/ 647700 h 785813"/>
                <a:gd name="connsiteX78" fmla="*/ 592931 w 695325"/>
                <a:gd name="connsiteY78" fmla="*/ 640557 h 785813"/>
                <a:gd name="connsiteX79" fmla="*/ 585788 w 695325"/>
                <a:gd name="connsiteY79" fmla="*/ 628650 h 785813"/>
                <a:gd name="connsiteX80" fmla="*/ 564356 w 695325"/>
                <a:gd name="connsiteY80" fmla="*/ 623888 h 785813"/>
                <a:gd name="connsiteX81" fmla="*/ 550069 w 695325"/>
                <a:gd name="connsiteY81" fmla="*/ 588169 h 785813"/>
                <a:gd name="connsiteX82" fmla="*/ 540544 w 695325"/>
                <a:gd name="connsiteY82" fmla="*/ 581025 h 785813"/>
                <a:gd name="connsiteX83" fmla="*/ 550069 w 695325"/>
                <a:gd name="connsiteY83" fmla="*/ 561975 h 785813"/>
                <a:gd name="connsiteX84" fmla="*/ 545306 w 695325"/>
                <a:gd name="connsiteY84" fmla="*/ 547688 h 785813"/>
                <a:gd name="connsiteX85" fmla="*/ 540544 w 695325"/>
                <a:gd name="connsiteY85" fmla="*/ 523875 h 785813"/>
                <a:gd name="connsiteX86" fmla="*/ 571500 w 695325"/>
                <a:gd name="connsiteY86" fmla="*/ 519113 h 785813"/>
                <a:gd name="connsiteX87" fmla="*/ 595313 w 695325"/>
                <a:gd name="connsiteY87" fmla="*/ 550069 h 785813"/>
                <a:gd name="connsiteX88" fmla="*/ 626269 w 695325"/>
                <a:gd name="connsiteY88" fmla="*/ 569119 h 785813"/>
                <a:gd name="connsiteX89" fmla="*/ 631031 w 695325"/>
                <a:gd name="connsiteY89" fmla="*/ 592932 h 785813"/>
                <a:gd name="connsiteX90" fmla="*/ 659606 w 695325"/>
                <a:gd name="connsiteY90" fmla="*/ 611982 h 785813"/>
                <a:gd name="connsiteX91" fmla="*/ 650081 w 695325"/>
                <a:gd name="connsiteY91" fmla="*/ 576263 h 785813"/>
                <a:gd name="connsiteX92" fmla="*/ 669131 w 695325"/>
                <a:gd name="connsiteY92" fmla="*/ 576263 h 785813"/>
                <a:gd name="connsiteX93" fmla="*/ 683419 w 695325"/>
                <a:gd name="connsiteY93" fmla="*/ 554832 h 785813"/>
                <a:gd name="connsiteX94" fmla="*/ 671513 w 695325"/>
                <a:gd name="connsiteY94" fmla="*/ 535782 h 785813"/>
                <a:gd name="connsiteX95" fmla="*/ 695325 w 695325"/>
                <a:gd name="connsiteY95" fmla="*/ 528638 h 785813"/>
                <a:gd name="connsiteX96" fmla="*/ 676275 w 695325"/>
                <a:gd name="connsiteY96" fmla="*/ 516732 h 785813"/>
                <a:gd name="connsiteX97" fmla="*/ 645319 w 695325"/>
                <a:gd name="connsiteY97" fmla="*/ 511969 h 785813"/>
                <a:gd name="connsiteX98" fmla="*/ 652463 w 695325"/>
                <a:gd name="connsiteY98" fmla="*/ 483394 h 785813"/>
                <a:gd name="connsiteX99" fmla="*/ 631031 w 695325"/>
                <a:gd name="connsiteY99" fmla="*/ 488157 h 785813"/>
                <a:gd name="connsiteX100" fmla="*/ 631031 w 695325"/>
                <a:gd name="connsiteY100" fmla="*/ 461963 h 785813"/>
                <a:gd name="connsiteX101" fmla="*/ 609600 w 695325"/>
                <a:gd name="connsiteY101" fmla="*/ 452438 h 785813"/>
                <a:gd name="connsiteX102" fmla="*/ 602456 w 695325"/>
                <a:gd name="connsiteY102" fmla="*/ 435769 h 785813"/>
                <a:gd name="connsiteX103" fmla="*/ 585788 w 695325"/>
                <a:gd name="connsiteY103" fmla="*/ 447675 h 785813"/>
                <a:gd name="connsiteX104" fmla="*/ 576263 w 695325"/>
                <a:gd name="connsiteY104" fmla="*/ 423863 h 785813"/>
                <a:gd name="connsiteX105" fmla="*/ 545306 w 695325"/>
                <a:gd name="connsiteY105" fmla="*/ 400050 h 785813"/>
                <a:gd name="connsiteX106" fmla="*/ 526256 w 695325"/>
                <a:gd name="connsiteY106" fmla="*/ 400050 h 785813"/>
                <a:gd name="connsiteX107" fmla="*/ 540544 w 695325"/>
                <a:gd name="connsiteY107" fmla="*/ 381000 h 785813"/>
                <a:gd name="connsiteX108" fmla="*/ 540544 w 695325"/>
                <a:gd name="connsiteY108" fmla="*/ 359569 h 785813"/>
                <a:gd name="connsiteX109" fmla="*/ 535781 w 695325"/>
                <a:gd name="connsiteY109" fmla="*/ 352425 h 785813"/>
                <a:gd name="connsiteX110" fmla="*/ 578644 w 695325"/>
                <a:gd name="connsiteY110" fmla="*/ 364332 h 785813"/>
                <a:gd name="connsiteX111" fmla="*/ 566738 w 695325"/>
                <a:gd name="connsiteY111" fmla="*/ 347663 h 785813"/>
                <a:gd name="connsiteX112" fmla="*/ 528638 w 695325"/>
                <a:gd name="connsiteY112" fmla="*/ 335757 h 785813"/>
                <a:gd name="connsiteX113" fmla="*/ 519113 w 695325"/>
                <a:gd name="connsiteY113" fmla="*/ 321469 h 785813"/>
                <a:gd name="connsiteX114" fmla="*/ 557213 w 695325"/>
                <a:gd name="connsiteY114" fmla="*/ 307182 h 785813"/>
                <a:gd name="connsiteX115" fmla="*/ 545306 w 695325"/>
                <a:gd name="connsiteY115" fmla="*/ 280988 h 785813"/>
                <a:gd name="connsiteX116" fmla="*/ 538163 w 695325"/>
                <a:gd name="connsiteY116" fmla="*/ 297657 h 785813"/>
                <a:gd name="connsiteX117" fmla="*/ 514350 w 695325"/>
                <a:gd name="connsiteY117" fmla="*/ 309563 h 785813"/>
                <a:gd name="connsiteX118" fmla="*/ 507206 w 695325"/>
                <a:gd name="connsiteY118" fmla="*/ 288132 h 785813"/>
                <a:gd name="connsiteX119" fmla="*/ 500063 w 695325"/>
                <a:gd name="connsiteY119" fmla="*/ 278607 h 785813"/>
                <a:gd name="connsiteX120" fmla="*/ 523875 w 695325"/>
                <a:gd name="connsiteY120" fmla="*/ 259557 h 785813"/>
                <a:gd name="connsiteX121" fmla="*/ 504825 w 695325"/>
                <a:gd name="connsiteY121" fmla="*/ 242888 h 785813"/>
                <a:gd name="connsiteX122" fmla="*/ 485775 w 695325"/>
                <a:gd name="connsiteY122" fmla="*/ 254794 h 785813"/>
                <a:gd name="connsiteX123" fmla="*/ 473869 w 695325"/>
                <a:gd name="connsiteY123" fmla="*/ 240507 h 785813"/>
                <a:gd name="connsiteX124" fmla="*/ 471488 w 695325"/>
                <a:gd name="connsiteY124" fmla="*/ 223838 h 785813"/>
                <a:gd name="connsiteX125" fmla="*/ 452438 w 695325"/>
                <a:gd name="connsiteY125" fmla="*/ 230982 h 785813"/>
                <a:gd name="connsiteX126" fmla="*/ 450056 w 695325"/>
                <a:gd name="connsiteY126" fmla="*/ 214313 h 785813"/>
                <a:gd name="connsiteX127" fmla="*/ 457200 w 695325"/>
                <a:gd name="connsiteY127" fmla="*/ 202407 h 785813"/>
                <a:gd name="connsiteX128" fmla="*/ 433388 w 695325"/>
                <a:gd name="connsiteY128" fmla="*/ 171450 h 785813"/>
                <a:gd name="connsiteX129" fmla="*/ 423863 w 695325"/>
                <a:gd name="connsiteY129" fmla="*/ 190500 h 785813"/>
                <a:gd name="connsiteX130" fmla="*/ 416719 w 695325"/>
                <a:gd name="connsiteY130" fmla="*/ 207169 h 785813"/>
                <a:gd name="connsiteX131" fmla="*/ 397669 w 695325"/>
                <a:gd name="connsiteY131" fmla="*/ 192882 h 785813"/>
                <a:gd name="connsiteX132" fmla="*/ 395288 w 695325"/>
                <a:gd name="connsiteY132" fmla="*/ 166688 h 785813"/>
                <a:gd name="connsiteX133" fmla="*/ 383381 w 695325"/>
                <a:gd name="connsiteY133" fmla="*/ 180975 h 785813"/>
                <a:gd name="connsiteX134" fmla="*/ 376238 w 695325"/>
                <a:gd name="connsiteY134" fmla="*/ 166688 h 785813"/>
                <a:gd name="connsiteX135" fmla="*/ 376238 w 695325"/>
                <a:gd name="connsiteY135" fmla="*/ 147638 h 785813"/>
                <a:gd name="connsiteX136" fmla="*/ 364331 w 695325"/>
                <a:gd name="connsiteY136" fmla="*/ 142875 h 785813"/>
                <a:gd name="connsiteX137" fmla="*/ 364331 w 695325"/>
                <a:gd name="connsiteY137" fmla="*/ 116682 h 785813"/>
                <a:gd name="connsiteX138" fmla="*/ 309563 w 695325"/>
                <a:gd name="connsiteY138" fmla="*/ 90488 h 785813"/>
                <a:gd name="connsiteX139" fmla="*/ 288131 w 695325"/>
                <a:gd name="connsiteY139" fmla="*/ 97632 h 785813"/>
                <a:gd name="connsiteX140" fmla="*/ 292894 w 695325"/>
                <a:gd name="connsiteY140" fmla="*/ 123825 h 785813"/>
                <a:gd name="connsiteX141" fmla="*/ 273844 w 695325"/>
                <a:gd name="connsiteY141" fmla="*/ 126207 h 785813"/>
                <a:gd name="connsiteX142" fmla="*/ 259556 w 695325"/>
                <a:gd name="connsiteY142" fmla="*/ 121444 h 785813"/>
                <a:gd name="connsiteX143" fmla="*/ 247650 w 695325"/>
                <a:gd name="connsiteY143" fmla="*/ 140494 h 785813"/>
                <a:gd name="connsiteX144" fmla="*/ 223838 w 695325"/>
                <a:gd name="connsiteY144" fmla="*/ 152400 h 785813"/>
                <a:gd name="connsiteX145" fmla="*/ 221456 w 695325"/>
                <a:gd name="connsiteY145" fmla="*/ 130969 h 785813"/>
                <a:gd name="connsiteX146" fmla="*/ 223838 w 695325"/>
                <a:gd name="connsiteY146" fmla="*/ 92869 h 785813"/>
                <a:gd name="connsiteX147" fmla="*/ 216694 w 695325"/>
                <a:gd name="connsiteY147" fmla="*/ 66675 h 785813"/>
                <a:gd name="connsiteX148" fmla="*/ 214313 w 695325"/>
                <a:gd name="connsiteY148" fmla="*/ 50007 h 785813"/>
                <a:gd name="connsiteX149" fmla="*/ 204788 w 695325"/>
                <a:gd name="connsiteY149" fmla="*/ 28575 h 785813"/>
                <a:gd name="connsiteX150" fmla="*/ 202406 w 695325"/>
                <a:gd name="connsiteY150" fmla="*/ 0 h 785813"/>
                <a:gd name="connsiteX151" fmla="*/ 183356 w 695325"/>
                <a:gd name="connsiteY151" fmla="*/ 7144 h 785813"/>
                <a:gd name="connsiteX152" fmla="*/ 161926 w 695325"/>
                <a:gd name="connsiteY152" fmla="*/ 23813 h 785813"/>
                <a:gd name="connsiteX153" fmla="*/ 147638 w 695325"/>
                <a:gd name="connsiteY153" fmla="*/ 33338 h 785813"/>
                <a:gd name="connsiteX154" fmla="*/ 114300 w 695325"/>
                <a:gd name="connsiteY154" fmla="*/ 223837 h 785813"/>
                <a:gd name="connsiteX0" fmla="*/ 114300 w 695325"/>
                <a:gd name="connsiteY0" fmla="*/ 223837 h 785813"/>
                <a:gd name="connsiteX1" fmla="*/ 85725 w 695325"/>
                <a:gd name="connsiteY1" fmla="*/ 176213 h 785813"/>
                <a:gd name="connsiteX2" fmla="*/ 66676 w 695325"/>
                <a:gd name="connsiteY2" fmla="*/ 116682 h 785813"/>
                <a:gd name="connsiteX3" fmla="*/ 80963 w 695325"/>
                <a:gd name="connsiteY3" fmla="*/ 30957 h 785813"/>
                <a:gd name="connsiteX4" fmla="*/ 102394 w 695325"/>
                <a:gd name="connsiteY4" fmla="*/ 1 h 785813"/>
                <a:gd name="connsiteX5" fmla="*/ 54769 w 695325"/>
                <a:gd name="connsiteY5" fmla="*/ 4763 h 785813"/>
                <a:gd name="connsiteX6" fmla="*/ 21431 w 695325"/>
                <a:gd name="connsiteY6" fmla="*/ 38100 h 785813"/>
                <a:gd name="connsiteX7" fmla="*/ 21431 w 695325"/>
                <a:gd name="connsiteY7" fmla="*/ 69057 h 785813"/>
                <a:gd name="connsiteX8" fmla="*/ 11906 w 695325"/>
                <a:gd name="connsiteY8" fmla="*/ 88107 h 785813"/>
                <a:gd name="connsiteX9" fmla="*/ 7144 w 695325"/>
                <a:gd name="connsiteY9" fmla="*/ 126207 h 785813"/>
                <a:gd name="connsiteX10" fmla="*/ 7144 w 695325"/>
                <a:gd name="connsiteY10" fmla="*/ 126207 h 785813"/>
                <a:gd name="connsiteX11" fmla="*/ 0 w 695325"/>
                <a:gd name="connsiteY11" fmla="*/ 145257 h 785813"/>
                <a:gd name="connsiteX12" fmla="*/ 0 w 695325"/>
                <a:gd name="connsiteY12" fmla="*/ 190500 h 785813"/>
                <a:gd name="connsiteX13" fmla="*/ 38100 w 695325"/>
                <a:gd name="connsiteY13" fmla="*/ 200025 h 785813"/>
                <a:gd name="connsiteX14" fmla="*/ 64294 w 695325"/>
                <a:gd name="connsiteY14" fmla="*/ 219075 h 785813"/>
                <a:gd name="connsiteX15" fmla="*/ 66675 w 695325"/>
                <a:gd name="connsiteY15" fmla="*/ 233363 h 785813"/>
                <a:gd name="connsiteX16" fmla="*/ 35719 w 695325"/>
                <a:gd name="connsiteY16" fmla="*/ 228600 h 785813"/>
                <a:gd name="connsiteX17" fmla="*/ 9525 w 695325"/>
                <a:gd name="connsiteY17" fmla="*/ 216694 h 785813"/>
                <a:gd name="connsiteX18" fmla="*/ 47625 w 695325"/>
                <a:gd name="connsiteY18" fmla="*/ 276225 h 785813"/>
                <a:gd name="connsiteX19" fmla="*/ 76200 w 695325"/>
                <a:gd name="connsiteY19" fmla="*/ 257175 h 785813"/>
                <a:gd name="connsiteX20" fmla="*/ 102394 w 695325"/>
                <a:gd name="connsiteY20" fmla="*/ 288132 h 785813"/>
                <a:gd name="connsiteX21" fmla="*/ 147638 w 695325"/>
                <a:gd name="connsiteY21" fmla="*/ 300038 h 785813"/>
                <a:gd name="connsiteX22" fmla="*/ 188119 w 695325"/>
                <a:gd name="connsiteY22" fmla="*/ 307182 h 785813"/>
                <a:gd name="connsiteX23" fmla="*/ 209550 w 695325"/>
                <a:gd name="connsiteY23" fmla="*/ 295275 h 785813"/>
                <a:gd name="connsiteX24" fmla="*/ 197644 w 695325"/>
                <a:gd name="connsiteY24" fmla="*/ 285750 h 785813"/>
                <a:gd name="connsiteX25" fmla="*/ 219075 w 695325"/>
                <a:gd name="connsiteY25" fmla="*/ 285750 h 785813"/>
                <a:gd name="connsiteX26" fmla="*/ 247650 w 695325"/>
                <a:gd name="connsiteY26" fmla="*/ 314325 h 785813"/>
                <a:gd name="connsiteX27" fmla="*/ 266700 w 695325"/>
                <a:gd name="connsiteY27" fmla="*/ 292894 h 785813"/>
                <a:gd name="connsiteX28" fmla="*/ 252413 w 695325"/>
                <a:gd name="connsiteY28" fmla="*/ 266700 h 785813"/>
                <a:gd name="connsiteX29" fmla="*/ 266700 w 695325"/>
                <a:gd name="connsiteY29" fmla="*/ 261938 h 785813"/>
                <a:gd name="connsiteX30" fmla="*/ 345281 w 695325"/>
                <a:gd name="connsiteY30" fmla="*/ 342900 h 785813"/>
                <a:gd name="connsiteX31" fmla="*/ 352425 w 695325"/>
                <a:gd name="connsiteY31" fmla="*/ 357188 h 785813"/>
                <a:gd name="connsiteX32" fmla="*/ 330994 w 695325"/>
                <a:gd name="connsiteY32" fmla="*/ 383382 h 785813"/>
                <a:gd name="connsiteX33" fmla="*/ 373856 w 695325"/>
                <a:gd name="connsiteY33" fmla="*/ 371475 h 785813"/>
                <a:gd name="connsiteX34" fmla="*/ 395288 w 695325"/>
                <a:gd name="connsiteY34" fmla="*/ 371475 h 785813"/>
                <a:gd name="connsiteX35" fmla="*/ 381000 w 695325"/>
                <a:gd name="connsiteY35" fmla="*/ 388144 h 785813"/>
                <a:gd name="connsiteX36" fmla="*/ 395288 w 695325"/>
                <a:gd name="connsiteY36" fmla="*/ 397669 h 785813"/>
                <a:gd name="connsiteX37" fmla="*/ 421481 w 695325"/>
                <a:gd name="connsiteY37" fmla="*/ 426244 h 785813"/>
                <a:gd name="connsiteX38" fmla="*/ 438150 w 695325"/>
                <a:gd name="connsiteY38" fmla="*/ 461963 h 785813"/>
                <a:gd name="connsiteX39" fmla="*/ 440531 w 695325"/>
                <a:gd name="connsiteY39" fmla="*/ 492919 h 785813"/>
                <a:gd name="connsiteX40" fmla="*/ 423863 w 695325"/>
                <a:gd name="connsiteY40" fmla="*/ 511969 h 785813"/>
                <a:gd name="connsiteX41" fmla="*/ 423863 w 695325"/>
                <a:gd name="connsiteY41" fmla="*/ 535782 h 785813"/>
                <a:gd name="connsiteX42" fmla="*/ 402431 w 695325"/>
                <a:gd name="connsiteY42" fmla="*/ 535782 h 785813"/>
                <a:gd name="connsiteX43" fmla="*/ 383381 w 695325"/>
                <a:gd name="connsiteY43" fmla="*/ 547688 h 785813"/>
                <a:gd name="connsiteX44" fmla="*/ 407194 w 695325"/>
                <a:gd name="connsiteY44" fmla="*/ 583407 h 785813"/>
                <a:gd name="connsiteX45" fmla="*/ 395288 w 695325"/>
                <a:gd name="connsiteY45" fmla="*/ 611982 h 785813"/>
                <a:gd name="connsiteX46" fmla="*/ 359569 w 695325"/>
                <a:gd name="connsiteY46" fmla="*/ 611982 h 785813"/>
                <a:gd name="connsiteX47" fmla="*/ 328613 w 695325"/>
                <a:gd name="connsiteY47" fmla="*/ 609600 h 785813"/>
                <a:gd name="connsiteX48" fmla="*/ 309563 w 695325"/>
                <a:gd name="connsiteY48" fmla="*/ 597694 h 785813"/>
                <a:gd name="connsiteX49" fmla="*/ 297656 w 695325"/>
                <a:gd name="connsiteY49" fmla="*/ 621507 h 785813"/>
                <a:gd name="connsiteX50" fmla="*/ 297656 w 695325"/>
                <a:gd name="connsiteY50" fmla="*/ 645319 h 785813"/>
                <a:gd name="connsiteX51" fmla="*/ 330994 w 695325"/>
                <a:gd name="connsiteY51" fmla="*/ 661988 h 785813"/>
                <a:gd name="connsiteX52" fmla="*/ 354806 w 695325"/>
                <a:gd name="connsiteY52" fmla="*/ 642938 h 785813"/>
                <a:gd name="connsiteX53" fmla="*/ 371475 w 695325"/>
                <a:gd name="connsiteY53" fmla="*/ 638175 h 785813"/>
                <a:gd name="connsiteX54" fmla="*/ 378619 w 695325"/>
                <a:gd name="connsiteY54" fmla="*/ 628650 h 785813"/>
                <a:gd name="connsiteX55" fmla="*/ 400050 w 695325"/>
                <a:gd name="connsiteY55" fmla="*/ 640557 h 785813"/>
                <a:gd name="connsiteX56" fmla="*/ 414338 w 695325"/>
                <a:gd name="connsiteY56" fmla="*/ 659607 h 785813"/>
                <a:gd name="connsiteX57" fmla="*/ 438150 w 695325"/>
                <a:gd name="connsiteY57" fmla="*/ 688182 h 785813"/>
                <a:gd name="connsiteX58" fmla="*/ 452438 w 695325"/>
                <a:gd name="connsiteY58" fmla="*/ 688182 h 785813"/>
                <a:gd name="connsiteX59" fmla="*/ 464344 w 695325"/>
                <a:gd name="connsiteY59" fmla="*/ 704850 h 785813"/>
                <a:gd name="connsiteX60" fmla="*/ 450056 w 695325"/>
                <a:gd name="connsiteY60" fmla="*/ 714375 h 785813"/>
                <a:gd name="connsiteX61" fmla="*/ 481013 w 695325"/>
                <a:gd name="connsiteY61" fmla="*/ 740569 h 785813"/>
                <a:gd name="connsiteX62" fmla="*/ 497681 w 695325"/>
                <a:gd name="connsiteY62" fmla="*/ 738188 h 785813"/>
                <a:gd name="connsiteX63" fmla="*/ 526256 w 695325"/>
                <a:gd name="connsiteY63" fmla="*/ 752475 h 785813"/>
                <a:gd name="connsiteX64" fmla="*/ 566738 w 695325"/>
                <a:gd name="connsiteY64" fmla="*/ 783432 h 785813"/>
                <a:gd name="connsiteX65" fmla="*/ 578644 w 695325"/>
                <a:gd name="connsiteY65" fmla="*/ 785813 h 785813"/>
                <a:gd name="connsiteX66" fmla="*/ 588169 w 695325"/>
                <a:gd name="connsiteY66" fmla="*/ 776288 h 785813"/>
                <a:gd name="connsiteX67" fmla="*/ 566738 w 695325"/>
                <a:gd name="connsiteY67" fmla="*/ 762000 h 785813"/>
                <a:gd name="connsiteX68" fmla="*/ 535781 w 695325"/>
                <a:gd name="connsiteY68" fmla="*/ 733425 h 785813"/>
                <a:gd name="connsiteX69" fmla="*/ 523875 w 695325"/>
                <a:gd name="connsiteY69" fmla="*/ 697707 h 785813"/>
                <a:gd name="connsiteX70" fmla="*/ 531019 w 695325"/>
                <a:gd name="connsiteY70" fmla="*/ 685800 h 785813"/>
                <a:gd name="connsiteX71" fmla="*/ 557213 w 695325"/>
                <a:gd name="connsiteY71" fmla="*/ 711994 h 785813"/>
                <a:gd name="connsiteX72" fmla="*/ 597694 w 695325"/>
                <a:gd name="connsiteY72" fmla="*/ 733425 h 785813"/>
                <a:gd name="connsiteX73" fmla="*/ 619125 w 695325"/>
                <a:gd name="connsiteY73" fmla="*/ 742950 h 785813"/>
                <a:gd name="connsiteX74" fmla="*/ 611981 w 695325"/>
                <a:gd name="connsiteY74" fmla="*/ 716757 h 785813"/>
                <a:gd name="connsiteX75" fmla="*/ 623888 w 695325"/>
                <a:gd name="connsiteY75" fmla="*/ 707232 h 785813"/>
                <a:gd name="connsiteX76" fmla="*/ 619125 w 695325"/>
                <a:gd name="connsiteY76" fmla="*/ 683419 h 785813"/>
                <a:gd name="connsiteX77" fmla="*/ 602456 w 695325"/>
                <a:gd name="connsiteY77" fmla="*/ 664369 h 785813"/>
                <a:gd name="connsiteX78" fmla="*/ 607219 w 695325"/>
                <a:gd name="connsiteY78" fmla="*/ 647700 h 785813"/>
                <a:gd name="connsiteX79" fmla="*/ 592931 w 695325"/>
                <a:gd name="connsiteY79" fmla="*/ 640557 h 785813"/>
                <a:gd name="connsiteX80" fmla="*/ 585788 w 695325"/>
                <a:gd name="connsiteY80" fmla="*/ 628650 h 785813"/>
                <a:gd name="connsiteX81" fmla="*/ 564356 w 695325"/>
                <a:gd name="connsiteY81" fmla="*/ 623888 h 785813"/>
                <a:gd name="connsiteX82" fmla="*/ 550069 w 695325"/>
                <a:gd name="connsiteY82" fmla="*/ 588169 h 785813"/>
                <a:gd name="connsiteX83" fmla="*/ 540544 w 695325"/>
                <a:gd name="connsiteY83" fmla="*/ 581025 h 785813"/>
                <a:gd name="connsiteX84" fmla="*/ 550069 w 695325"/>
                <a:gd name="connsiteY84" fmla="*/ 561975 h 785813"/>
                <a:gd name="connsiteX85" fmla="*/ 545306 w 695325"/>
                <a:gd name="connsiteY85" fmla="*/ 547688 h 785813"/>
                <a:gd name="connsiteX86" fmla="*/ 540544 w 695325"/>
                <a:gd name="connsiteY86" fmla="*/ 523875 h 785813"/>
                <a:gd name="connsiteX87" fmla="*/ 571500 w 695325"/>
                <a:gd name="connsiteY87" fmla="*/ 519113 h 785813"/>
                <a:gd name="connsiteX88" fmla="*/ 595313 w 695325"/>
                <a:gd name="connsiteY88" fmla="*/ 550069 h 785813"/>
                <a:gd name="connsiteX89" fmla="*/ 626269 w 695325"/>
                <a:gd name="connsiteY89" fmla="*/ 569119 h 785813"/>
                <a:gd name="connsiteX90" fmla="*/ 631031 w 695325"/>
                <a:gd name="connsiteY90" fmla="*/ 592932 h 785813"/>
                <a:gd name="connsiteX91" fmla="*/ 659606 w 695325"/>
                <a:gd name="connsiteY91" fmla="*/ 611982 h 785813"/>
                <a:gd name="connsiteX92" fmla="*/ 650081 w 695325"/>
                <a:gd name="connsiteY92" fmla="*/ 576263 h 785813"/>
                <a:gd name="connsiteX93" fmla="*/ 669131 w 695325"/>
                <a:gd name="connsiteY93" fmla="*/ 576263 h 785813"/>
                <a:gd name="connsiteX94" fmla="*/ 683419 w 695325"/>
                <a:gd name="connsiteY94" fmla="*/ 554832 h 785813"/>
                <a:gd name="connsiteX95" fmla="*/ 671513 w 695325"/>
                <a:gd name="connsiteY95" fmla="*/ 535782 h 785813"/>
                <a:gd name="connsiteX96" fmla="*/ 695325 w 695325"/>
                <a:gd name="connsiteY96" fmla="*/ 528638 h 785813"/>
                <a:gd name="connsiteX97" fmla="*/ 676275 w 695325"/>
                <a:gd name="connsiteY97" fmla="*/ 516732 h 785813"/>
                <a:gd name="connsiteX98" fmla="*/ 645319 w 695325"/>
                <a:gd name="connsiteY98" fmla="*/ 511969 h 785813"/>
                <a:gd name="connsiteX99" fmla="*/ 652463 w 695325"/>
                <a:gd name="connsiteY99" fmla="*/ 483394 h 785813"/>
                <a:gd name="connsiteX100" fmla="*/ 631031 w 695325"/>
                <a:gd name="connsiteY100" fmla="*/ 488157 h 785813"/>
                <a:gd name="connsiteX101" fmla="*/ 631031 w 695325"/>
                <a:gd name="connsiteY101" fmla="*/ 461963 h 785813"/>
                <a:gd name="connsiteX102" fmla="*/ 609600 w 695325"/>
                <a:gd name="connsiteY102" fmla="*/ 452438 h 785813"/>
                <a:gd name="connsiteX103" fmla="*/ 602456 w 695325"/>
                <a:gd name="connsiteY103" fmla="*/ 435769 h 785813"/>
                <a:gd name="connsiteX104" fmla="*/ 585788 w 695325"/>
                <a:gd name="connsiteY104" fmla="*/ 447675 h 785813"/>
                <a:gd name="connsiteX105" fmla="*/ 576263 w 695325"/>
                <a:gd name="connsiteY105" fmla="*/ 423863 h 785813"/>
                <a:gd name="connsiteX106" fmla="*/ 545306 w 695325"/>
                <a:gd name="connsiteY106" fmla="*/ 400050 h 785813"/>
                <a:gd name="connsiteX107" fmla="*/ 526256 w 695325"/>
                <a:gd name="connsiteY107" fmla="*/ 400050 h 785813"/>
                <a:gd name="connsiteX108" fmla="*/ 540544 w 695325"/>
                <a:gd name="connsiteY108" fmla="*/ 381000 h 785813"/>
                <a:gd name="connsiteX109" fmla="*/ 540544 w 695325"/>
                <a:gd name="connsiteY109" fmla="*/ 359569 h 785813"/>
                <a:gd name="connsiteX110" fmla="*/ 535781 w 695325"/>
                <a:gd name="connsiteY110" fmla="*/ 352425 h 785813"/>
                <a:gd name="connsiteX111" fmla="*/ 578644 w 695325"/>
                <a:gd name="connsiteY111" fmla="*/ 364332 h 785813"/>
                <a:gd name="connsiteX112" fmla="*/ 566738 w 695325"/>
                <a:gd name="connsiteY112" fmla="*/ 347663 h 785813"/>
                <a:gd name="connsiteX113" fmla="*/ 528638 w 695325"/>
                <a:gd name="connsiteY113" fmla="*/ 335757 h 785813"/>
                <a:gd name="connsiteX114" fmla="*/ 519113 w 695325"/>
                <a:gd name="connsiteY114" fmla="*/ 321469 h 785813"/>
                <a:gd name="connsiteX115" fmla="*/ 557213 w 695325"/>
                <a:gd name="connsiteY115" fmla="*/ 307182 h 785813"/>
                <a:gd name="connsiteX116" fmla="*/ 545306 w 695325"/>
                <a:gd name="connsiteY116" fmla="*/ 280988 h 785813"/>
                <a:gd name="connsiteX117" fmla="*/ 538163 w 695325"/>
                <a:gd name="connsiteY117" fmla="*/ 297657 h 785813"/>
                <a:gd name="connsiteX118" fmla="*/ 514350 w 695325"/>
                <a:gd name="connsiteY118" fmla="*/ 309563 h 785813"/>
                <a:gd name="connsiteX119" fmla="*/ 507206 w 695325"/>
                <a:gd name="connsiteY119" fmla="*/ 288132 h 785813"/>
                <a:gd name="connsiteX120" fmla="*/ 500063 w 695325"/>
                <a:gd name="connsiteY120" fmla="*/ 278607 h 785813"/>
                <a:gd name="connsiteX121" fmla="*/ 523875 w 695325"/>
                <a:gd name="connsiteY121" fmla="*/ 259557 h 785813"/>
                <a:gd name="connsiteX122" fmla="*/ 504825 w 695325"/>
                <a:gd name="connsiteY122" fmla="*/ 242888 h 785813"/>
                <a:gd name="connsiteX123" fmla="*/ 485775 w 695325"/>
                <a:gd name="connsiteY123" fmla="*/ 254794 h 785813"/>
                <a:gd name="connsiteX124" fmla="*/ 473869 w 695325"/>
                <a:gd name="connsiteY124" fmla="*/ 240507 h 785813"/>
                <a:gd name="connsiteX125" fmla="*/ 471488 w 695325"/>
                <a:gd name="connsiteY125" fmla="*/ 223838 h 785813"/>
                <a:gd name="connsiteX126" fmla="*/ 452438 w 695325"/>
                <a:gd name="connsiteY126" fmla="*/ 230982 h 785813"/>
                <a:gd name="connsiteX127" fmla="*/ 450056 w 695325"/>
                <a:gd name="connsiteY127" fmla="*/ 214313 h 785813"/>
                <a:gd name="connsiteX128" fmla="*/ 457200 w 695325"/>
                <a:gd name="connsiteY128" fmla="*/ 202407 h 785813"/>
                <a:gd name="connsiteX129" fmla="*/ 433388 w 695325"/>
                <a:gd name="connsiteY129" fmla="*/ 171450 h 785813"/>
                <a:gd name="connsiteX130" fmla="*/ 423863 w 695325"/>
                <a:gd name="connsiteY130" fmla="*/ 190500 h 785813"/>
                <a:gd name="connsiteX131" fmla="*/ 416719 w 695325"/>
                <a:gd name="connsiteY131" fmla="*/ 207169 h 785813"/>
                <a:gd name="connsiteX132" fmla="*/ 397669 w 695325"/>
                <a:gd name="connsiteY132" fmla="*/ 192882 h 785813"/>
                <a:gd name="connsiteX133" fmla="*/ 395288 w 695325"/>
                <a:gd name="connsiteY133" fmla="*/ 166688 h 785813"/>
                <a:gd name="connsiteX134" fmla="*/ 383381 w 695325"/>
                <a:gd name="connsiteY134" fmla="*/ 180975 h 785813"/>
                <a:gd name="connsiteX135" fmla="*/ 376238 w 695325"/>
                <a:gd name="connsiteY135" fmla="*/ 166688 h 785813"/>
                <a:gd name="connsiteX136" fmla="*/ 376238 w 695325"/>
                <a:gd name="connsiteY136" fmla="*/ 147638 h 785813"/>
                <a:gd name="connsiteX137" fmla="*/ 364331 w 695325"/>
                <a:gd name="connsiteY137" fmla="*/ 142875 h 785813"/>
                <a:gd name="connsiteX138" fmla="*/ 364331 w 695325"/>
                <a:gd name="connsiteY138" fmla="*/ 116682 h 785813"/>
                <a:gd name="connsiteX139" fmla="*/ 309563 w 695325"/>
                <a:gd name="connsiteY139" fmla="*/ 90488 h 785813"/>
                <a:gd name="connsiteX140" fmla="*/ 288131 w 695325"/>
                <a:gd name="connsiteY140" fmla="*/ 97632 h 785813"/>
                <a:gd name="connsiteX141" fmla="*/ 292894 w 695325"/>
                <a:gd name="connsiteY141" fmla="*/ 123825 h 785813"/>
                <a:gd name="connsiteX142" fmla="*/ 273844 w 695325"/>
                <a:gd name="connsiteY142" fmla="*/ 126207 h 785813"/>
                <a:gd name="connsiteX143" fmla="*/ 259556 w 695325"/>
                <a:gd name="connsiteY143" fmla="*/ 121444 h 785813"/>
                <a:gd name="connsiteX144" fmla="*/ 247650 w 695325"/>
                <a:gd name="connsiteY144" fmla="*/ 140494 h 785813"/>
                <a:gd name="connsiteX145" fmla="*/ 223838 w 695325"/>
                <a:gd name="connsiteY145" fmla="*/ 152400 h 785813"/>
                <a:gd name="connsiteX146" fmla="*/ 221456 w 695325"/>
                <a:gd name="connsiteY146" fmla="*/ 130969 h 785813"/>
                <a:gd name="connsiteX147" fmla="*/ 223838 w 695325"/>
                <a:gd name="connsiteY147" fmla="*/ 92869 h 785813"/>
                <a:gd name="connsiteX148" fmla="*/ 216694 w 695325"/>
                <a:gd name="connsiteY148" fmla="*/ 66675 h 785813"/>
                <a:gd name="connsiteX149" fmla="*/ 214313 w 695325"/>
                <a:gd name="connsiteY149" fmla="*/ 50007 h 785813"/>
                <a:gd name="connsiteX150" fmla="*/ 204788 w 695325"/>
                <a:gd name="connsiteY150" fmla="*/ 28575 h 785813"/>
                <a:gd name="connsiteX151" fmla="*/ 202406 w 695325"/>
                <a:gd name="connsiteY151" fmla="*/ 0 h 785813"/>
                <a:gd name="connsiteX152" fmla="*/ 183356 w 695325"/>
                <a:gd name="connsiteY152" fmla="*/ 7144 h 785813"/>
                <a:gd name="connsiteX153" fmla="*/ 161926 w 695325"/>
                <a:gd name="connsiteY153" fmla="*/ 23813 h 785813"/>
                <a:gd name="connsiteX154" fmla="*/ 147638 w 695325"/>
                <a:gd name="connsiteY154" fmla="*/ 33338 h 785813"/>
                <a:gd name="connsiteX155" fmla="*/ 114300 w 695325"/>
                <a:gd name="connsiteY155" fmla="*/ 223837 h 785813"/>
                <a:gd name="connsiteX0" fmla="*/ 114300 w 695325"/>
                <a:gd name="connsiteY0" fmla="*/ 223837 h 785813"/>
                <a:gd name="connsiteX1" fmla="*/ 47625 w 695325"/>
                <a:gd name="connsiteY1" fmla="*/ 185738 h 785813"/>
                <a:gd name="connsiteX2" fmla="*/ 66676 w 695325"/>
                <a:gd name="connsiteY2" fmla="*/ 116682 h 785813"/>
                <a:gd name="connsiteX3" fmla="*/ 80963 w 695325"/>
                <a:gd name="connsiteY3" fmla="*/ 30957 h 785813"/>
                <a:gd name="connsiteX4" fmla="*/ 102394 w 695325"/>
                <a:gd name="connsiteY4" fmla="*/ 1 h 785813"/>
                <a:gd name="connsiteX5" fmla="*/ 54769 w 695325"/>
                <a:gd name="connsiteY5" fmla="*/ 4763 h 785813"/>
                <a:gd name="connsiteX6" fmla="*/ 21431 w 695325"/>
                <a:gd name="connsiteY6" fmla="*/ 38100 h 785813"/>
                <a:gd name="connsiteX7" fmla="*/ 21431 w 695325"/>
                <a:gd name="connsiteY7" fmla="*/ 69057 h 785813"/>
                <a:gd name="connsiteX8" fmla="*/ 11906 w 695325"/>
                <a:gd name="connsiteY8" fmla="*/ 88107 h 785813"/>
                <a:gd name="connsiteX9" fmla="*/ 7144 w 695325"/>
                <a:gd name="connsiteY9" fmla="*/ 126207 h 785813"/>
                <a:gd name="connsiteX10" fmla="*/ 7144 w 695325"/>
                <a:gd name="connsiteY10" fmla="*/ 126207 h 785813"/>
                <a:gd name="connsiteX11" fmla="*/ 0 w 695325"/>
                <a:gd name="connsiteY11" fmla="*/ 145257 h 785813"/>
                <a:gd name="connsiteX12" fmla="*/ 0 w 695325"/>
                <a:gd name="connsiteY12" fmla="*/ 190500 h 785813"/>
                <a:gd name="connsiteX13" fmla="*/ 38100 w 695325"/>
                <a:gd name="connsiteY13" fmla="*/ 200025 h 785813"/>
                <a:gd name="connsiteX14" fmla="*/ 64294 w 695325"/>
                <a:gd name="connsiteY14" fmla="*/ 219075 h 785813"/>
                <a:gd name="connsiteX15" fmla="*/ 66675 w 695325"/>
                <a:gd name="connsiteY15" fmla="*/ 233363 h 785813"/>
                <a:gd name="connsiteX16" fmla="*/ 35719 w 695325"/>
                <a:gd name="connsiteY16" fmla="*/ 228600 h 785813"/>
                <a:gd name="connsiteX17" fmla="*/ 9525 w 695325"/>
                <a:gd name="connsiteY17" fmla="*/ 216694 h 785813"/>
                <a:gd name="connsiteX18" fmla="*/ 47625 w 695325"/>
                <a:gd name="connsiteY18" fmla="*/ 276225 h 785813"/>
                <a:gd name="connsiteX19" fmla="*/ 76200 w 695325"/>
                <a:gd name="connsiteY19" fmla="*/ 257175 h 785813"/>
                <a:gd name="connsiteX20" fmla="*/ 102394 w 695325"/>
                <a:gd name="connsiteY20" fmla="*/ 288132 h 785813"/>
                <a:gd name="connsiteX21" fmla="*/ 147638 w 695325"/>
                <a:gd name="connsiteY21" fmla="*/ 300038 h 785813"/>
                <a:gd name="connsiteX22" fmla="*/ 188119 w 695325"/>
                <a:gd name="connsiteY22" fmla="*/ 307182 h 785813"/>
                <a:gd name="connsiteX23" fmla="*/ 209550 w 695325"/>
                <a:gd name="connsiteY23" fmla="*/ 295275 h 785813"/>
                <a:gd name="connsiteX24" fmla="*/ 197644 w 695325"/>
                <a:gd name="connsiteY24" fmla="*/ 285750 h 785813"/>
                <a:gd name="connsiteX25" fmla="*/ 219075 w 695325"/>
                <a:gd name="connsiteY25" fmla="*/ 285750 h 785813"/>
                <a:gd name="connsiteX26" fmla="*/ 247650 w 695325"/>
                <a:gd name="connsiteY26" fmla="*/ 314325 h 785813"/>
                <a:gd name="connsiteX27" fmla="*/ 266700 w 695325"/>
                <a:gd name="connsiteY27" fmla="*/ 292894 h 785813"/>
                <a:gd name="connsiteX28" fmla="*/ 252413 w 695325"/>
                <a:gd name="connsiteY28" fmla="*/ 266700 h 785813"/>
                <a:gd name="connsiteX29" fmla="*/ 266700 w 695325"/>
                <a:gd name="connsiteY29" fmla="*/ 261938 h 785813"/>
                <a:gd name="connsiteX30" fmla="*/ 345281 w 695325"/>
                <a:gd name="connsiteY30" fmla="*/ 342900 h 785813"/>
                <a:gd name="connsiteX31" fmla="*/ 352425 w 695325"/>
                <a:gd name="connsiteY31" fmla="*/ 357188 h 785813"/>
                <a:gd name="connsiteX32" fmla="*/ 330994 w 695325"/>
                <a:gd name="connsiteY32" fmla="*/ 383382 h 785813"/>
                <a:gd name="connsiteX33" fmla="*/ 373856 w 695325"/>
                <a:gd name="connsiteY33" fmla="*/ 371475 h 785813"/>
                <a:gd name="connsiteX34" fmla="*/ 395288 w 695325"/>
                <a:gd name="connsiteY34" fmla="*/ 371475 h 785813"/>
                <a:gd name="connsiteX35" fmla="*/ 381000 w 695325"/>
                <a:gd name="connsiteY35" fmla="*/ 388144 h 785813"/>
                <a:gd name="connsiteX36" fmla="*/ 395288 w 695325"/>
                <a:gd name="connsiteY36" fmla="*/ 397669 h 785813"/>
                <a:gd name="connsiteX37" fmla="*/ 421481 w 695325"/>
                <a:gd name="connsiteY37" fmla="*/ 426244 h 785813"/>
                <a:gd name="connsiteX38" fmla="*/ 438150 w 695325"/>
                <a:gd name="connsiteY38" fmla="*/ 461963 h 785813"/>
                <a:gd name="connsiteX39" fmla="*/ 440531 w 695325"/>
                <a:gd name="connsiteY39" fmla="*/ 492919 h 785813"/>
                <a:gd name="connsiteX40" fmla="*/ 423863 w 695325"/>
                <a:gd name="connsiteY40" fmla="*/ 511969 h 785813"/>
                <a:gd name="connsiteX41" fmla="*/ 423863 w 695325"/>
                <a:gd name="connsiteY41" fmla="*/ 535782 h 785813"/>
                <a:gd name="connsiteX42" fmla="*/ 402431 w 695325"/>
                <a:gd name="connsiteY42" fmla="*/ 535782 h 785813"/>
                <a:gd name="connsiteX43" fmla="*/ 383381 w 695325"/>
                <a:gd name="connsiteY43" fmla="*/ 547688 h 785813"/>
                <a:gd name="connsiteX44" fmla="*/ 407194 w 695325"/>
                <a:gd name="connsiteY44" fmla="*/ 583407 h 785813"/>
                <a:gd name="connsiteX45" fmla="*/ 395288 w 695325"/>
                <a:gd name="connsiteY45" fmla="*/ 611982 h 785813"/>
                <a:gd name="connsiteX46" fmla="*/ 359569 w 695325"/>
                <a:gd name="connsiteY46" fmla="*/ 611982 h 785813"/>
                <a:gd name="connsiteX47" fmla="*/ 328613 w 695325"/>
                <a:gd name="connsiteY47" fmla="*/ 609600 h 785813"/>
                <a:gd name="connsiteX48" fmla="*/ 309563 w 695325"/>
                <a:gd name="connsiteY48" fmla="*/ 597694 h 785813"/>
                <a:gd name="connsiteX49" fmla="*/ 297656 w 695325"/>
                <a:gd name="connsiteY49" fmla="*/ 621507 h 785813"/>
                <a:gd name="connsiteX50" fmla="*/ 297656 w 695325"/>
                <a:gd name="connsiteY50" fmla="*/ 645319 h 785813"/>
                <a:gd name="connsiteX51" fmla="*/ 330994 w 695325"/>
                <a:gd name="connsiteY51" fmla="*/ 661988 h 785813"/>
                <a:gd name="connsiteX52" fmla="*/ 354806 w 695325"/>
                <a:gd name="connsiteY52" fmla="*/ 642938 h 785813"/>
                <a:gd name="connsiteX53" fmla="*/ 371475 w 695325"/>
                <a:gd name="connsiteY53" fmla="*/ 638175 h 785813"/>
                <a:gd name="connsiteX54" fmla="*/ 378619 w 695325"/>
                <a:gd name="connsiteY54" fmla="*/ 628650 h 785813"/>
                <a:gd name="connsiteX55" fmla="*/ 400050 w 695325"/>
                <a:gd name="connsiteY55" fmla="*/ 640557 h 785813"/>
                <a:gd name="connsiteX56" fmla="*/ 414338 w 695325"/>
                <a:gd name="connsiteY56" fmla="*/ 659607 h 785813"/>
                <a:gd name="connsiteX57" fmla="*/ 438150 w 695325"/>
                <a:gd name="connsiteY57" fmla="*/ 688182 h 785813"/>
                <a:gd name="connsiteX58" fmla="*/ 452438 w 695325"/>
                <a:gd name="connsiteY58" fmla="*/ 688182 h 785813"/>
                <a:gd name="connsiteX59" fmla="*/ 464344 w 695325"/>
                <a:gd name="connsiteY59" fmla="*/ 704850 h 785813"/>
                <a:gd name="connsiteX60" fmla="*/ 450056 w 695325"/>
                <a:gd name="connsiteY60" fmla="*/ 714375 h 785813"/>
                <a:gd name="connsiteX61" fmla="*/ 481013 w 695325"/>
                <a:gd name="connsiteY61" fmla="*/ 740569 h 785813"/>
                <a:gd name="connsiteX62" fmla="*/ 497681 w 695325"/>
                <a:gd name="connsiteY62" fmla="*/ 738188 h 785813"/>
                <a:gd name="connsiteX63" fmla="*/ 526256 w 695325"/>
                <a:gd name="connsiteY63" fmla="*/ 752475 h 785813"/>
                <a:gd name="connsiteX64" fmla="*/ 566738 w 695325"/>
                <a:gd name="connsiteY64" fmla="*/ 783432 h 785813"/>
                <a:gd name="connsiteX65" fmla="*/ 578644 w 695325"/>
                <a:gd name="connsiteY65" fmla="*/ 785813 h 785813"/>
                <a:gd name="connsiteX66" fmla="*/ 588169 w 695325"/>
                <a:gd name="connsiteY66" fmla="*/ 776288 h 785813"/>
                <a:gd name="connsiteX67" fmla="*/ 566738 w 695325"/>
                <a:gd name="connsiteY67" fmla="*/ 762000 h 785813"/>
                <a:gd name="connsiteX68" fmla="*/ 535781 w 695325"/>
                <a:gd name="connsiteY68" fmla="*/ 733425 h 785813"/>
                <a:gd name="connsiteX69" fmla="*/ 523875 w 695325"/>
                <a:gd name="connsiteY69" fmla="*/ 697707 h 785813"/>
                <a:gd name="connsiteX70" fmla="*/ 531019 w 695325"/>
                <a:gd name="connsiteY70" fmla="*/ 685800 h 785813"/>
                <a:gd name="connsiteX71" fmla="*/ 557213 w 695325"/>
                <a:gd name="connsiteY71" fmla="*/ 711994 h 785813"/>
                <a:gd name="connsiteX72" fmla="*/ 597694 w 695325"/>
                <a:gd name="connsiteY72" fmla="*/ 733425 h 785813"/>
                <a:gd name="connsiteX73" fmla="*/ 619125 w 695325"/>
                <a:gd name="connsiteY73" fmla="*/ 742950 h 785813"/>
                <a:gd name="connsiteX74" fmla="*/ 611981 w 695325"/>
                <a:gd name="connsiteY74" fmla="*/ 716757 h 785813"/>
                <a:gd name="connsiteX75" fmla="*/ 623888 w 695325"/>
                <a:gd name="connsiteY75" fmla="*/ 707232 h 785813"/>
                <a:gd name="connsiteX76" fmla="*/ 619125 w 695325"/>
                <a:gd name="connsiteY76" fmla="*/ 683419 h 785813"/>
                <a:gd name="connsiteX77" fmla="*/ 602456 w 695325"/>
                <a:gd name="connsiteY77" fmla="*/ 664369 h 785813"/>
                <a:gd name="connsiteX78" fmla="*/ 607219 w 695325"/>
                <a:gd name="connsiteY78" fmla="*/ 647700 h 785813"/>
                <a:gd name="connsiteX79" fmla="*/ 592931 w 695325"/>
                <a:gd name="connsiteY79" fmla="*/ 640557 h 785813"/>
                <a:gd name="connsiteX80" fmla="*/ 585788 w 695325"/>
                <a:gd name="connsiteY80" fmla="*/ 628650 h 785813"/>
                <a:gd name="connsiteX81" fmla="*/ 564356 w 695325"/>
                <a:gd name="connsiteY81" fmla="*/ 623888 h 785813"/>
                <a:gd name="connsiteX82" fmla="*/ 550069 w 695325"/>
                <a:gd name="connsiteY82" fmla="*/ 588169 h 785813"/>
                <a:gd name="connsiteX83" fmla="*/ 540544 w 695325"/>
                <a:gd name="connsiteY83" fmla="*/ 581025 h 785813"/>
                <a:gd name="connsiteX84" fmla="*/ 550069 w 695325"/>
                <a:gd name="connsiteY84" fmla="*/ 561975 h 785813"/>
                <a:gd name="connsiteX85" fmla="*/ 545306 w 695325"/>
                <a:gd name="connsiteY85" fmla="*/ 547688 h 785813"/>
                <a:gd name="connsiteX86" fmla="*/ 540544 w 695325"/>
                <a:gd name="connsiteY86" fmla="*/ 523875 h 785813"/>
                <a:gd name="connsiteX87" fmla="*/ 571500 w 695325"/>
                <a:gd name="connsiteY87" fmla="*/ 519113 h 785813"/>
                <a:gd name="connsiteX88" fmla="*/ 595313 w 695325"/>
                <a:gd name="connsiteY88" fmla="*/ 550069 h 785813"/>
                <a:gd name="connsiteX89" fmla="*/ 626269 w 695325"/>
                <a:gd name="connsiteY89" fmla="*/ 569119 h 785813"/>
                <a:gd name="connsiteX90" fmla="*/ 631031 w 695325"/>
                <a:gd name="connsiteY90" fmla="*/ 592932 h 785813"/>
                <a:gd name="connsiteX91" fmla="*/ 659606 w 695325"/>
                <a:gd name="connsiteY91" fmla="*/ 611982 h 785813"/>
                <a:gd name="connsiteX92" fmla="*/ 650081 w 695325"/>
                <a:gd name="connsiteY92" fmla="*/ 576263 h 785813"/>
                <a:gd name="connsiteX93" fmla="*/ 669131 w 695325"/>
                <a:gd name="connsiteY93" fmla="*/ 576263 h 785813"/>
                <a:gd name="connsiteX94" fmla="*/ 683419 w 695325"/>
                <a:gd name="connsiteY94" fmla="*/ 554832 h 785813"/>
                <a:gd name="connsiteX95" fmla="*/ 671513 w 695325"/>
                <a:gd name="connsiteY95" fmla="*/ 535782 h 785813"/>
                <a:gd name="connsiteX96" fmla="*/ 695325 w 695325"/>
                <a:gd name="connsiteY96" fmla="*/ 528638 h 785813"/>
                <a:gd name="connsiteX97" fmla="*/ 676275 w 695325"/>
                <a:gd name="connsiteY97" fmla="*/ 516732 h 785813"/>
                <a:gd name="connsiteX98" fmla="*/ 645319 w 695325"/>
                <a:gd name="connsiteY98" fmla="*/ 511969 h 785813"/>
                <a:gd name="connsiteX99" fmla="*/ 652463 w 695325"/>
                <a:gd name="connsiteY99" fmla="*/ 483394 h 785813"/>
                <a:gd name="connsiteX100" fmla="*/ 631031 w 695325"/>
                <a:gd name="connsiteY100" fmla="*/ 488157 h 785813"/>
                <a:gd name="connsiteX101" fmla="*/ 631031 w 695325"/>
                <a:gd name="connsiteY101" fmla="*/ 461963 h 785813"/>
                <a:gd name="connsiteX102" fmla="*/ 609600 w 695325"/>
                <a:gd name="connsiteY102" fmla="*/ 452438 h 785813"/>
                <a:gd name="connsiteX103" fmla="*/ 602456 w 695325"/>
                <a:gd name="connsiteY103" fmla="*/ 435769 h 785813"/>
                <a:gd name="connsiteX104" fmla="*/ 585788 w 695325"/>
                <a:gd name="connsiteY104" fmla="*/ 447675 h 785813"/>
                <a:gd name="connsiteX105" fmla="*/ 576263 w 695325"/>
                <a:gd name="connsiteY105" fmla="*/ 423863 h 785813"/>
                <a:gd name="connsiteX106" fmla="*/ 545306 w 695325"/>
                <a:gd name="connsiteY106" fmla="*/ 400050 h 785813"/>
                <a:gd name="connsiteX107" fmla="*/ 526256 w 695325"/>
                <a:gd name="connsiteY107" fmla="*/ 400050 h 785813"/>
                <a:gd name="connsiteX108" fmla="*/ 540544 w 695325"/>
                <a:gd name="connsiteY108" fmla="*/ 381000 h 785813"/>
                <a:gd name="connsiteX109" fmla="*/ 540544 w 695325"/>
                <a:gd name="connsiteY109" fmla="*/ 359569 h 785813"/>
                <a:gd name="connsiteX110" fmla="*/ 535781 w 695325"/>
                <a:gd name="connsiteY110" fmla="*/ 352425 h 785813"/>
                <a:gd name="connsiteX111" fmla="*/ 578644 w 695325"/>
                <a:gd name="connsiteY111" fmla="*/ 364332 h 785813"/>
                <a:gd name="connsiteX112" fmla="*/ 566738 w 695325"/>
                <a:gd name="connsiteY112" fmla="*/ 347663 h 785813"/>
                <a:gd name="connsiteX113" fmla="*/ 528638 w 695325"/>
                <a:gd name="connsiteY113" fmla="*/ 335757 h 785813"/>
                <a:gd name="connsiteX114" fmla="*/ 519113 w 695325"/>
                <a:gd name="connsiteY114" fmla="*/ 321469 h 785813"/>
                <a:gd name="connsiteX115" fmla="*/ 557213 w 695325"/>
                <a:gd name="connsiteY115" fmla="*/ 307182 h 785813"/>
                <a:gd name="connsiteX116" fmla="*/ 545306 w 695325"/>
                <a:gd name="connsiteY116" fmla="*/ 280988 h 785813"/>
                <a:gd name="connsiteX117" fmla="*/ 538163 w 695325"/>
                <a:gd name="connsiteY117" fmla="*/ 297657 h 785813"/>
                <a:gd name="connsiteX118" fmla="*/ 514350 w 695325"/>
                <a:gd name="connsiteY118" fmla="*/ 309563 h 785813"/>
                <a:gd name="connsiteX119" fmla="*/ 507206 w 695325"/>
                <a:gd name="connsiteY119" fmla="*/ 288132 h 785813"/>
                <a:gd name="connsiteX120" fmla="*/ 500063 w 695325"/>
                <a:gd name="connsiteY120" fmla="*/ 278607 h 785813"/>
                <a:gd name="connsiteX121" fmla="*/ 523875 w 695325"/>
                <a:gd name="connsiteY121" fmla="*/ 259557 h 785813"/>
                <a:gd name="connsiteX122" fmla="*/ 504825 w 695325"/>
                <a:gd name="connsiteY122" fmla="*/ 242888 h 785813"/>
                <a:gd name="connsiteX123" fmla="*/ 485775 w 695325"/>
                <a:gd name="connsiteY123" fmla="*/ 254794 h 785813"/>
                <a:gd name="connsiteX124" fmla="*/ 473869 w 695325"/>
                <a:gd name="connsiteY124" fmla="*/ 240507 h 785813"/>
                <a:gd name="connsiteX125" fmla="*/ 471488 w 695325"/>
                <a:gd name="connsiteY125" fmla="*/ 223838 h 785813"/>
                <a:gd name="connsiteX126" fmla="*/ 452438 w 695325"/>
                <a:gd name="connsiteY126" fmla="*/ 230982 h 785813"/>
                <a:gd name="connsiteX127" fmla="*/ 450056 w 695325"/>
                <a:gd name="connsiteY127" fmla="*/ 214313 h 785813"/>
                <a:gd name="connsiteX128" fmla="*/ 457200 w 695325"/>
                <a:gd name="connsiteY128" fmla="*/ 202407 h 785813"/>
                <a:gd name="connsiteX129" fmla="*/ 433388 w 695325"/>
                <a:gd name="connsiteY129" fmla="*/ 171450 h 785813"/>
                <a:gd name="connsiteX130" fmla="*/ 423863 w 695325"/>
                <a:gd name="connsiteY130" fmla="*/ 190500 h 785813"/>
                <a:gd name="connsiteX131" fmla="*/ 416719 w 695325"/>
                <a:gd name="connsiteY131" fmla="*/ 207169 h 785813"/>
                <a:gd name="connsiteX132" fmla="*/ 397669 w 695325"/>
                <a:gd name="connsiteY132" fmla="*/ 192882 h 785813"/>
                <a:gd name="connsiteX133" fmla="*/ 395288 w 695325"/>
                <a:gd name="connsiteY133" fmla="*/ 166688 h 785813"/>
                <a:gd name="connsiteX134" fmla="*/ 383381 w 695325"/>
                <a:gd name="connsiteY134" fmla="*/ 180975 h 785813"/>
                <a:gd name="connsiteX135" fmla="*/ 376238 w 695325"/>
                <a:gd name="connsiteY135" fmla="*/ 166688 h 785813"/>
                <a:gd name="connsiteX136" fmla="*/ 376238 w 695325"/>
                <a:gd name="connsiteY136" fmla="*/ 147638 h 785813"/>
                <a:gd name="connsiteX137" fmla="*/ 364331 w 695325"/>
                <a:gd name="connsiteY137" fmla="*/ 142875 h 785813"/>
                <a:gd name="connsiteX138" fmla="*/ 364331 w 695325"/>
                <a:gd name="connsiteY138" fmla="*/ 116682 h 785813"/>
                <a:gd name="connsiteX139" fmla="*/ 309563 w 695325"/>
                <a:gd name="connsiteY139" fmla="*/ 90488 h 785813"/>
                <a:gd name="connsiteX140" fmla="*/ 288131 w 695325"/>
                <a:gd name="connsiteY140" fmla="*/ 97632 h 785813"/>
                <a:gd name="connsiteX141" fmla="*/ 292894 w 695325"/>
                <a:gd name="connsiteY141" fmla="*/ 123825 h 785813"/>
                <a:gd name="connsiteX142" fmla="*/ 273844 w 695325"/>
                <a:gd name="connsiteY142" fmla="*/ 126207 h 785813"/>
                <a:gd name="connsiteX143" fmla="*/ 259556 w 695325"/>
                <a:gd name="connsiteY143" fmla="*/ 121444 h 785813"/>
                <a:gd name="connsiteX144" fmla="*/ 247650 w 695325"/>
                <a:gd name="connsiteY144" fmla="*/ 140494 h 785813"/>
                <a:gd name="connsiteX145" fmla="*/ 223838 w 695325"/>
                <a:gd name="connsiteY145" fmla="*/ 152400 h 785813"/>
                <a:gd name="connsiteX146" fmla="*/ 221456 w 695325"/>
                <a:gd name="connsiteY146" fmla="*/ 130969 h 785813"/>
                <a:gd name="connsiteX147" fmla="*/ 223838 w 695325"/>
                <a:gd name="connsiteY147" fmla="*/ 92869 h 785813"/>
                <a:gd name="connsiteX148" fmla="*/ 216694 w 695325"/>
                <a:gd name="connsiteY148" fmla="*/ 66675 h 785813"/>
                <a:gd name="connsiteX149" fmla="*/ 214313 w 695325"/>
                <a:gd name="connsiteY149" fmla="*/ 50007 h 785813"/>
                <a:gd name="connsiteX150" fmla="*/ 204788 w 695325"/>
                <a:gd name="connsiteY150" fmla="*/ 28575 h 785813"/>
                <a:gd name="connsiteX151" fmla="*/ 202406 w 695325"/>
                <a:gd name="connsiteY151" fmla="*/ 0 h 785813"/>
                <a:gd name="connsiteX152" fmla="*/ 183356 w 695325"/>
                <a:gd name="connsiteY152" fmla="*/ 7144 h 785813"/>
                <a:gd name="connsiteX153" fmla="*/ 161926 w 695325"/>
                <a:gd name="connsiteY153" fmla="*/ 23813 h 785813"/>
                <a:gd name="connsiteX154" fmla="*/ 147638 w 695325"/>
                <a:gd name="connsiteY154" fmla="*/ 33338 h 785813"/>
                <a:gd name="connsiteX155" fmla="*/ 114300 w 695325"/>
                <a:gd name="connsiteY155" fmla="*/ 223837 h 785813"/>
                <a:gd name="connsiteX0" fmla="*/ 114300 w 695325"/>
                <a:gd name="connsiteY0" fmla="*/ 223837 h 785813"/>
                <a:gd name="connsiteX1" fmla="*/ 100012 w 695325"/>
                <a:gd name="connsiteY1" fmla="*/ 204788 h 785813"/>
                <a:gd name="connsiteX2" fmla="*/ 66676 w 695325"/>
                <a:gd name="connsiteY2" fmla="*/ 116682 h 785813"/>
                <a:gd name="connsiteX3" fmla="*/ 80963 w 695325"/>
                <a:gd name="connsiteY3" fmla="*/ 30957 h 785813"/>
                <a:gd name="connsiteX4" fmla="*/ 102394 w 695325"/>
                <a:gd name="connsiteY4" fmla="*/ 1 h 785813"/>
                <a:gd name="connsiteX5" fmla="*/ 54769 w 695325"/>
                <a:gd name="connsiteY5" fmla="*/ 4763 h 785813"/>
                <a:gd name="connsiteX6" fmla="*/ 21431 w 695325"/>
                <a:gd name="connsiteY6" fmla="*/ 38100 h 785813"/>
                <a:gd name="connsiteX7" fmla="*/ 21431 w 695325"/>
                <a:gd name="connsiteY7" fmla="*/ 69057 h 785813"/>
                <a:gd name="connsiteX8" fmla="*/ 11906 w 695325"/>
                <a:gd name="connsiteY8" fmla="*/ 88107 h 785813"/>
                <a:gd name="connsiteX9" fmla="*/ 7144 w 695325"/>
                <a:gd name="connsiteY9" fmla="*/ 126207 h 785813"/>
                <a:gd name="connsiteX10" fmla="*/ 7144 w 695325"/>
                <a:gd name="connsiteY10" fmla="*/ 126207 h 785813"/>
                <a:gd name="connsiteX11" fmla="*/ 0 w 695325"/>
                <a:gd name="connsiteY11" fmla="*/ 145257 h 785813"/>
                <a:gd name="connsiteX12" fmla="*/ 0 w 695325"/>
                <a:gd name="connsiteY12" fmla="*/ 190500 h 785813"/>
                <a:gd name="connsiteX13" fmla="*/ 38100 w 695325"/>
                <a:gd name="connsiteY13" fmla="*/ 200025 h 785813"/>
                <a:gd name="connsiteX14" fmla="*/ 64294 w 695325"/>
                <a:gd name="connsiteY14" fmla="*/ 219075 h 785813"/>
                <a:gd name="connsiteX15" fmla="*/ 66675 w 695325"/>
                <a:gd name="connsiteY15" fmla="*/ 233363 h 785813"/>
                <a:gd name="connsiteX16" fmla="*/ 35719 w 695325"/>
                <a:gd name="connsiteY16" fmla="*/ 228600 h 785813"/>
                <a:gd name="connsiteX17" fmla="*/ 9525 w 695325"/>
                <a:gd name="connsiteY17" fmla="*/ 216694 h 785813"/>
                <a:gd name="connsiteX18" fmla="*/ 47625 w 695325"/>
                <a:gd name="connsiteY18" fmla="*/ 276225 h 785813"/>
                <a:gd name="connsiteX19" fmla="*/ 76200 w 695325"/>
                <a:gd name="connsiteY19" fmla="*/ 257175 h 785813"/>
                <a:gd name="connsiteX20" fmla="*/ 102394 w 695325"/>
                <a:gd name="connsiteY20" fmla="*/ 288132 h 785813"/>
                <a:gd name="connsiteX21" fmla="*/ 147638 w 695325"/>
                <a:gd name="connsiteY21" fmla="*/ 300038 h 785813"/>
                <a:gd name="connsiteX22" fmla="*/ 188119 w 695325"/>
                <a:gd name="connsiteY22" fmla="*/ 307182 h 785813"/>
                <a:gd name="connsiteX23" fmla="*/ 209550 w 695325"/>
                <a:gd name="connsiteY23" fmla="*/ 295275 h 785813"/>
                <a:gd name="connsiteX24" fmla="*/ 197644 w 695325"/>
                <a:gd name="connsiteY24" fmla="*/ 285750 h 785813"/>
                <a:gd name="connsiteX25" fmla="*/ 219075 w 695325"/>
                <a:gd name="connsiteY25" fmla="*/ 285750 h 785813"/>
                <a:gd name="connsiteX26" fmla="*/ 247650 w 695325"/>
                <a:gd name="connsiteY26" fmla="*/ 314325 h 785813"/>
                <a:gd name="connsiteX27" fmla="*/ 266700 w 695325"/>
                <a:gd name="connsiteY27" fmla="*/ 292894 h 785813"/>
                <a:gd name="connsiteX28" fmla="*/ 252413 w 695325"/>
                <a:gd name="connsiteY28" fmla="*/ 266700 h 785813"/>
                <a:gd name="connsiteX29" fmla="*/ 266700 w 695325"/>
                <a:gd name="connsiteY29" fmla="*/ 261938 h 785813"/>
                <a:gd name="connsiteX30" fmla="*/ 345281 w 695325"/>
                <a:gd name="connsiteY30" fmla="*/ 342900 h 785813"/>
                <a:gd name="connsiteX31" fmla="*/ 352425 w 695325"/>
                <a:gd name="connsiteY31" fmla="*/ 357188 h 785813"/>
                <a:gd name="connsiteX32" fmla="*/ 330994 w 695325"/>
                <a:gd name="connsiteY32" fmla="*/ 383382 h 785813"/>
                <a:gd name="connsiteX33" fmla="*/ 373856 w 695325"/>
                <a:gd name="connsiteY33" fmla="*/ 371475 h 785813"/>
                <a:gd name="connsiteX34" fmla="*/ 395288 w 695325"/>
                <a:gd name="connsiteY34" fmla="*/ 371475 h 785813"/>
                <a:gd name="connsiteX35" fmla="*/ 381000 w 695325"/>
                <a:gd name="connsiteY35" fmla="*/ 388144 h 785813"/>
                <a:gd name="connsiteX36" fmla="*/ 395288 w 695325"/>
                <a:gd name="connsiteY36" fmla="*/ 397669 h 785813"/>
                <a:gd name="connsiteX37" fmla="*/ 421481 w 695325"/>
                <a:gd name="connsiteY37" fmla="*/ 426244 h 785813"/>
                <a:gd name="connsiteX38" fmla="*/ 438150 w 695325"/>
                <a:gd name="connsiteY38" fmla="*/ 461963 h 785813"/>
                <a:gd name="connsiteX39" fmla="*/ 440531 w 695325"/>
                <a:gd name="connsiteY39" fmla="*/ 492919 h 785813"/>
                <a:gd name="connsiteX40" fmla="*/ 423863 w 695325"/>
                <a:gd name="connsiteY40" fmla="*/ 511969 h 785813"/>
                <a:gd name="connsiteX41" fmla="*/ 423863 w 695325"/>
                <a:gd name="connsiteY41" fmla="*/ 535782 h 785813"/>
                <a:gd name="connsiteX42" fmla="*/ 402431 w 695325"/>
                <a:gd name="connsiteY42" fmla="*/ 535782 h 785813"/>
                <a:gd name="connsiteX43" fmla="*/ 383381 w 695325"/>
                <a:gd name="connsiteY43" fmla="*/ 547688 h 785813"/>
                <a:gd name="connsiteX44" fmla="*/ 407194 w 695325"/>
                <a:gd name="connsiteY44" fmla="*/ 583407 h 785813"/>
                <a:gd name="connsiteX45" fmla="*/ 395288 w 695325"/>
                <a:gd name="connsiteY45" fmla="*/ 611982 h 785813"/>
                <a:gd name="connsiteX46" fmla="*/ 359569 w 695325"/>
                <a:gd name="connsiteY46" fmla="*/ 611982 h 785813"/>
                <a:gd name="connsiteX47" fmla="*/ 328613 w 695325"/>
                <a:gd name="connsiteY47" fmla="*/ 609600 h 785813"/>
                <a:gd name="connsiteX48" fmla="*/ 309563 w 695325"/>
                <a:gd name="connsiteY48" fmla="*/ 597694 h 785813"/>
                <a:gd name="connsiteX49" fmla="*/ 297656 w 695325"/>
                <a:gd name="connsiteY49" fmla="*/ 621507 h 785813"/>
                <a:gd name="connsiteX50" fmla="*/ 297656 w 695325"/>
                <a:gd name="connsiteY50" fmla="*/ 645319 h 785813"/>
                <a:gd name="connsiteX51" fmla="*/ 330994 w 695325"/>
                <a:gd name="connsiteY51" fmla="*/ 661988 h 785813"/>
                <a:gd name="connsiteX52" fmla="*/ 354806 w 695325"/>
                <a:gd name="connsiteY52" fmla="*/ 642938 h 785813"/>
                <a:gd name="connsiteX53" fmla="*/ 371475 w 695325"/>
                <a:gd name="connsiteY53" fmla="*/ 638175 h 785813"/>
                <a:gd name="connsiteX54" fmla="*/ 378619 w 695325"/>
                <a:gd name="connsiteY54" fmla="*/ 628650 h 785813"/>
                <a:gd name="connsiteX55" fmla="*/ 400050 w 695325"/>
                <a:gd name="connsiteY55" fmla="*/ 640557 h 785813"/>
                <a:gd name="connsiteX56" fmla="*/ 414338 w 695325"/>
                <a:gd name="connsiteY56" fmla="*/ 659607 h 785813"/>
                <a:gd name="connsiteX57" fmla="*/ 438150 w 695325"/>
                <a:gd name="connsiteY57" fmla="*/ 688182 h 785813"/>
                <a:gd name="connsiteX58" fmla="*/ 452438 w 695325"/>
                <a:gd name="connsiteY58" fmla="*/ 688182 h 785813"/>
                <a:gd name="connsiteX59" fmla="*/ 464344 w 695325"/>
                <a:gd name="connsiteY59" fmla="*/ 704850 h 785813"/>
                <a:gd name="connsiteX60" fmla="*/ 450056 w 695325"/>
                <a:gd name="connsiteY60" fmla="*/ 714375 h 785813"/>
                <a:gd name="connsiteX61" fmla="*/ 481013 w 695325"/>
                <a:gd name="connsiteY61" fmla="*/ 740569 h 785813"/>
                <a:gd name="connsiteX62" fmla="*/ 497681 w 695325"/>
                <a:gd name="connsiteY62" fmla="*/ 738188 h 785813"/>
                <a:gd name="connsiteX63" fmla="*/ 526256 w 695325"/>
                <a:gd name="connsiteY63" fmla="*/ 752475 h 785813"/>
                <a:gd name="connsiteX64" fmla="*/ 566738 w 695325"/>
                <a:gd name="connsiteY64" fmla="*/ 783432 h 785813"/>
                <a:gd name="connsiteX65" fmla="*/ 578644 w 695325"/>
                <a:gd name="connsiteY65" fmla="*/ 785813 h 785813"/>
                <a:gd name="connsiteX66" fmla="*/ 588169 w 695325"/>
                <a:gd name="connsiteY66" fmla="*/ 776288 h 785813"/>
                <a:gd name="connsiteX67" fmla="*/ 566738 w 695325"/>
                <a:gd name="connsiteY67" fmla="*/ 762000 h 785813"/>
                <a:gd name="connsiteX68" fmla="*/ 535781 w 695325"/>
                <a:gd name="connsiteY68" fmla="*/ 733425 h 785813"/>
                <a:gd name="connsiteX69" fmla="*/ 523875 w 695325"/>
                <a:gd name="connsiteY69" fmla="*/ 697707 h 785813"/>
                <a:gd name="connsiteX70" fmla="*/ 531019 w 695325"/>
                <a:gd name="connsiteY70" fmla="*/ 685800 h 785813"/>
                <a:gd name="connsiteX71" fmla="*/ 557213 w 695325"/>
                <a:gd name="connsiteY71" fmla="*/ 711994 h 785813"/>
                <a:gd name="connsiteX72" fmla="*/ 597694 w 695325"/>
                <a:gd name="connsiteY72" fmla="*/ 733425 h 785813"/>
                <a:gd name="connsiteX73" fmla="*/ 619125 w 695325"/>
                <a:gd name="connsiteY73" fmla="*/ 742950 h 785813"/>
                <a:gd name="connsiteX74" fmla="*/ 611981 w 695325"/>
                <a:gd name="connsiteY74" fmla="*/ 716757 h 785813"/>
                <a:gd name="connsiteX75" fmla="*/ 623888 w 695325"/>
                <a:gd name="connsiteY75" fmla="*/ 707232 h 785813"/>
                <a:gd name="connsiteX76" fmla="*/ 619125 w 695325"/>
                <a:gd name="connsiteY76" fmla="*/ 683419 h 785813"/>
                <a:gd name="connsiteX77" fmla="*/ 602456 w 695325"/>
                <a:gd name="connsiteY77" fmla="*/ 664369 h 785813"/>
                <a:gd name="connsiteX78" fmla="*/ 607219 w 695325"/>
                <a:gd name="connsiteY78" fmla="*/ 647700 h 785813"/>
                <a:gd name="connsiteX79" fmla="*/ 592931 w 695325"/>
                <a:gd name="connsiteY79" fmla="*/ 640557 h 785813"/>
                <a:gd name="connsiteX80" fmla="*/ 585788 w 695325"/>
                <a:gd name="connsiteY80" fmla="*/ 628650 h 785813"/>
                <a:gd name="connsiteX81" fmla="*/ 564356 w 695325"/>
                <a:gd name="connsiteY81" fmla="*/ 623888 h 785813"/>
                <a:gd name="connsiteX82" fmla="*/ 550069 w 695325"/>
                <a:gd name="connsiteY82" fmla="*/ 588169 h 785813"/>
                <a:gd name="connsiteX83" fmla="*/ 540544 w 695325"/>
                <a:gd name="connsiteY83" fmla="*/ 581025 h 785813"/>
                <a:gd name="connsiteX84" fmla="*/ 550069 w 695325"/>
                <a:gd name="connsiteY84" fmla="*/ 561975 h 785813"/>
                <a:gd name="connsiteX85" fmla="*/ 545306 w 695325"/>
                <a:gd name="connsiteY85" fmla="*/ 547688 h 785813"/>
                <a:gd name="connsiteX86" fmla="*/ 540544 w 695325"/>
                <a:gd name="connsiteY86" fmla="*/ 523875 h 785813"/>
                <a:gd name="connsiteX87" fmla="*/ 571500 w 695325"/>
                <a:gd name="connsiteY87" fmla="*/ 519113 h 785813"/>
                <a:gd name="connsiteX88" fmla="*/ 595313 w 695325"/>
                <a:gd name="connsiteY88" fmla="*/ 550069 h 785813"/>
                <a:gd name="connsiteX89" fmla="*/ 626269 w 695325"/>
                <a:gd name="connsiteY89" fmla="*/ 569119 h 785813"/>
                <a:gd name="connsiteX90" fmla="*/ 631031 w 695325"/>
                <a:gd name="connsiteY90" fmla="*/ 592932 h 785813"/>
                <a:gd name="connsiteX91" fmla="*/ 659606 w 695325"/>
                <a:gd name="connsiteY91" fmla="*/ 611982 h 785813"/>
                <a:gd name="connsiteX92" fmla="*/ 650081 w 695325"/>
                <a:gd name="connsiteY92" fmla="*/ 576263 h 785813"/>
                <a:gd name="connsiteX93" fmla="*/ 669131 w 695325"/>
                <a:gd name="connsiteY93" fmla="*/ 576263 h 785813"/>
                <a:gd name="connsiteX94" fmla="*/ 683419 w 695325"/>
                <a:gd name="connsiteY94" fmla="*/ 554832 h 785813"/>
                <a:gd name="connsiteX95" fmla="*/ 671513 w 695325"/>
                <a:gd name="connsiteY95" fmla="*/ 535782 h 785813"/>
                <a:gd name="connsiteX96" fmla="*/ 695325 w 695325"/>
                <a:gd name="connsiteY96" fmla="*/ 528638 h 785813"/>
                <a:gd name="connsiteX97" fmla="*/ 676275 w 695325"/>
                <a:gd name="connsiteY97" fmla="*/ 516732 h 785813"/>
                <a:gd name="connsiteX98" fmla="*/ 645319 w 695325"/>
                <a:gd name="connsiteY98" fmla="*/ 511969 h 785813"/>
                <a:gd name="connsiteX99" fmla="*/ 652463 w 695325"/>
                <a:gd name="connsiteY99" fmla="*/ 483394 h 785813"/>
                <a:gd name="connsiteX100" fmla="*/ 631031 w 695325"/>
                <a:gd name="connsiteY100" fmla="*/ 488157 h 785813"/>
                <a:gd name="connsiteX101" fmla="*/ 631031 w 695325"/>
                <a:gd name="connsiteY101" fmla="*/ 461963 h 785813"/>
                <a:gd name="connsiteX102" fmla="*/ 609600 w 695325"/>
                <a:gd name="connsiteY102" fmla="*/ 452438 h 785813"/>
                <a:gd name="connsiteX103" fmla="*/ 602456 w 695325"/>
                <a:gd name="connsiteY103" fmla="*/ 435769 h 785813"/>
                <a:gd name="connsiteX104" fmla="*/ 585788 w 695325"/>
                <a:gd name="connsiteY104" fmla="*/ 447675 h 785813"/>
                <a:gd name="connsiteX105" fmla="*/ 576263 w 695325"/>
                <a:gd name="connsiteY105" fmla="*/ 423863 h 785813"/>
                <a:gd name="connsiteX106" fmla="*/ 545306 w 695325"/>
                <a:gd name="connsiteY106" fmla="*/ 400050 h 785813"/>
                <a:gd name="connsiteX107" fmla="*/ 526256 w 695325"/>
                <a:gd name="connsiteY107" fmla="*/ 400050 h 785813"/>
                <a:gd name="connsiteX108" fmla="*/ 540544 w 695325"/>
                <a:gd name="connsiteY108" fmla="*/ 381000 h 785813"/>
                <a:gd name="connsiteX109" fmla="*/ 540544 w 695325"/>
                <a:gd name="connsiteY109" fmla="*/ 359569 h 785813"/>
                <a:gd name="connsiteX110" fmla="*/ 535781 w 695325"/>
                <a:gd name="connsiteY110" fmla="*/ 352425 h 785813"/>
                <a:gd name="connsiteX111" fmla="*/ 578644 w 695325"/>
                <a:gd name="connsiteY111" fmla="*/ 364332 h 785813"/>
                <a:gd name="connsiteX112" fmla="*/ 566738 w 695325"/>
                <a:gd name="connsiteY112" fmla="*/ 347663 h 785813"/>
                <a:gd name="connsiteX113" fmla="*/ 528638 w 695325"/>
                <a:gd name="connsiteY113" fmla="*/ 335757 h 785813"/>
                <a:gd name="connsiteX114" fmla="*/ 519113 w 695325"/>
                <a:gd name="connsiteY114" fmla="*/ 321469 h 785813"/>
                <a:gd name="connsiteX115" fmla="*/ 557213 w 695325"/>
                <a:gd name="connsiteY115" fmla="*/ 307182 h 785813"/>
                <a:gd name="connsiteX116" fmla="*/ 545306 w 695325"/>
                <a:gd name="connsiteY116" fmla="*/ 280988 h 785813"/>
                <a:gd name="connsiteX117" fmla="*/ 538163 w 695325"/>
                <a:gd name="connsiteY117" fmla="*/ 297657 h 785813"/>
                <a:gd name="connsiteX118" fmla="*/ 514350 w 695325"/>
                <a:gd name="connsiteY118" fmla="*/ 309563 h 785813"/>
                <a:gd name="connsiteX119" fmla="*/ 507206 w 695325"/>
                <a:gd name="connsiteY119" fmla="*/ 288132 h 785813"/>
                <a:gd name="connsiteX120" fmla="*/ 500063 w 695325"/>
                <a:gd name="connsiteY120" fmla="*/ 278607 h 785813"/>
                <a:gd name="connsiteX121" fmla="*/ 523875 w 695325"/>
                <a:gd name="connsiteY121" fmla="*/ 259557 h 785813"/>
                <a:gd name="connsiteX122" fmla="*/ 504825 w 695325"/>
                <a:gd name="connsiteY122" fmla="*/ 242888 h 785813"/>
                <a:gd name="connsiteX123" fmla="*/ 485775 w 695325"/>
                <a:gd name="connsiteY123" fmla="*/ 254794 h 785813"/>
                <a:gd name="connsiteX124" fmla="*/ 473869 w 695325"/>
                <a:gd name="connsiteY124" fmla="*/ 240507 h 785813"/>
                <a:gd name="connsiteX125" fmla="*/ 471488 w 695325"/>
                <a:gd name="connsiteY125" fmla="*/ 223838 h 785813"/>
                <a:gd name="connsiteX126" fmla="*/ 452438 w 695325"/>
                <a:gd name="connsiteY126" fmla="*/ 230982 h 785813"/>
                <a:gd name="connsiteX127" fmla="*/ 450056 w 695325"/>
                <a:gd name="connsiteY127" fmla="*/ 214313 h 785813"/>
                <a:gd name="connsiteX128" fmla="*/ 457200 w 695325"/>
                <a:gd name="connsiteY128" fmla="*/ 202407 h 785813"/>
                <a:gd name="connsiteX129" fmla="*/ 433388 w 695325"/>
                <a:gd name="connsiteY129" fmla="*/ 171450 h 785813"/>
                <a:gd name="connsiteX130" fmla="*/ 423863 w 695325"/>
                <a:gd name="connsiteY130" fmla="*/ 190500 h 785813"/>
                <a:gd name="connsiteX131" fmla="*/ 416719 w 695325"/>
                <a:gd name="connsiteY131" fmla="*/ 207169 h 785813"/>
                <a:gd name="connsiteX132" fmla="*/ 397669 w 695325"/>
                <a:gd name="connsiteY132" fmla="*/ 192882 h 785813"/>
                <a:gd name="connsiteX133" fmla="*/ 395288 w 695325"/>
                <a:gd name="connsiteY133" fmla="*/ 166688 h 785813"/>
                <a:gd name="connsiteX134" fmla="*/ 383381 w 695325"/>
                <a:gd name="connsiteY134" fmla="*/ 180975 h 785813"/>
                <a:gd name="connsiteX135" fmla="*/ 376238 w 695325"/>
                <a:gd name="connsiteY135" fmla="*/ 166688 h 785813"/>
                <a:gd name="connsiteX136" fmla="*/ 376238 w 695325"/>
                <a:gd name="connsiteY136" fmla="*/ 147638 h 785813"/>
                <a:gd name="connsiteX137" fmla="*/ 364331 w 695325"/>
                <a:gd name="connsiteY137" fmla="*/ 142875 h 785813"/>
                <a:gd name="connsiteX138" fmla="*/ 364331 w 695325"/>
                <a:gd name="connsiteY138" fmla="*/ 116682 h 785813"/>
                <a:gd name="connsiteX139" fmla="*/ 309563 w 695325"/>
                <a:gd name="connsiteY139" fmla="*/ 90488 h 785813"/>
                <a:gd name="connsiteX140" fmla="*/ 288131 w 695325"/>
                <a:gd name="connsiteY140" fmla="*/ 97632 h 785813"/>
                <a:gd name="connsiteX141" fmla="*/ 292894 w 695325"/>
                <a:gd name="connsiteY141" fmla="*/ 123825 h 785813"/>
                <a:gd name="connsiteX142" fmla="*/ 273844 w 695325"/>
                <a:gd name="connsiteY142" fmla="*/ 126207 h 785813"/>
                <a:gd name="connsiteX143" fmla="*/ 259556 w 695325"/>
                <a:gd name="connsiteY143" fmla="*/ 121444 h 785813"/>
                <a:gd name="connsiteX144" fmla="*/ 247650 w 695325"/>
                <a:gd name="connsiteY144" fmla="*/ 140494 h 785813"/>
                <a:gd name="connsiteX145" fmla="*/ 223838 w 695325"/>
                <a:gd name="connsiteY145" fmla="*/ 152400 h 785813"/>
                <a:gd name="connsiteX146" fmla="*/ 221456 w 695325"/>
                <a:gd name="connsiteY146" fmla="*/ 130969 h 785813"/>
                <a:gd name="connsiteX147" fmla="*/ 223838 w 695325"/>
                <a:gd name="connsiteY147" fmla="*/ 92869 h 785813"/>
                <a:gd name="connsiteX148" fmla="*/ 216694 w 695325"/>
                <a:gd name="connsiteY148" fmla="*/ 66675 h 785813"/>
                <a:gd name="connsiteX149" fmla="*/ 214313 w 695325"/>
                <a:gd name="connsiteY149" fmla="*/ 50007 h 785813"/>
                <a:gd name="connsiteX150" fmla="*/ 204788 w 695325"/>
                <a:gd name="connsiteY150" fmla="*/ 28575 h 785813"/>
                <a:gd name="connsiteX151" fmla="*/ 202406 w 695325"/>
                <a:gd name="connsiteY151" fmla="*/ 0 h 785813"/>
                <a:gd name="connsiteX152" fmla="*/ 183356 w 695325"/>
                <a:gd name="connsiteY152" fmla="*/ 7144 h 785813"/>
                <a:gd name="connsiteX153" fmla="*/ 161926 w 695325"/>
                <a:gd name="connsiteY153" fmla="*/ 23813 h 785813"/>
                <a:gd name="connsiteX154" fmla="*/ 147638 w 695325"/>
                <a:gd name="connsiteY154" fmla="*/ 33338 h 785813"/>
                <a:gd name="connsiteX155" fmla="*/ 114300 w 695325"/>
                <a:gd name="connsiteY155" fmla="*/ 223837 h 785813"/>
                <a:gd name="connsiteX0" fmla="*/ 114300 w 695325"/>
                <a:gd name="connsiteY0" fmla="*/ 223837 h 785813"/>
                <a:gd name="connsiteX1" fmla="*/ 100012 w 695325"/>
                <a:gd name="connsiteY1" fmla="*/ 204788 h 785813"/>
                <a:gd name="connsiteX2" fmla="*/ 66676 w 695325"/>
                <a:gd name="connsiteY2" fmla="*/ 116682 h 785813"/>
                <a:gd name="connsiteX3" fmla="*/ 80963 w 695325"/>
                <a:gd name="connsiteY3" fmla="*/ 30957 h 785813"/>
                <a:gd name="connsiteX4" fmla="*/ 102394 w 695325"/>
                <a:gd name="connsiteY4" fmla="*/ 1 h 785813"/>
                <a:gd name="connsiteX5" fmla="*/ 54769 w 695325"/>
                <a:gd name="connsiteY5" fmla="*/ 4763 h 785813"/>
                <a:gd name="connsiteX6" fmla="*/ 21431 w 695325"/>
                <a:gd name="connsiteY6" fmla="*/ 38100 h 785813"/>
                <a:gd name="connsiteX7" fmla="*/ 21431 w 695325"/>
                <a:gd name="connsiteY7" fmla="*/ 69057 h 785813"/>
                <a:gd name="connsiteX8" fmla="*/ 11906 w 695325"/>
                <a:gd name="connsiteY8" fmla="*/ 88107 h 785813"/>
                <a:gd name="connsiteX9" fmla="*/ 7144 w 695325"/>
                <a:gd name="connsiteY9" fmla="*/ 126207 h 785813"/>
                <a:gd name="connsiteX10" fmla="*/ 7144 w 695325"/>
                <a:gd name="connsiteY10" fmla="*/ 126207 h 785813"/>
                <a:gd name="connsiteX11" fmla="*/ 0 w 695325"/>
                <a:gd name="connsiteY11" fmla="*/ 145257 h 785813"/>
                <a:gd name="connsiteX12" fmla="*/ 0 w 695325"/>
                <a:gd name="connsiteY12" fmla="*/ 190500 h 785813"/>
                <a:gd name="connsiteX13" fmla="*/ 38100 w 695325"/>
                <a:gd name="connsiteY13" fmla="*/ 200025 h 785813"/>
                <a:gd name="connsiteX14" fmla="*/ 64294 w 695325"/>
                <a:gd name="connsiteY14" fmla="*/ 219075 h 785813"/>
                <a:gd name="connsiteX15" fmla="*/ 66675 w 695325"/>
                <a:gd name="connsiteY15" fmla="*/ 233363 h 785813"/>
                <a:gd name="connsiteX16" fmla="*/ 35719 w 695325"/>
                <a:gd name="connsiteY16" fmla="*/ 228600 h 785813"/>
                <a:gd name="connsiteX17" fmla="*/ 9525 w 695325"/>
                <a:gd name="connsiteY17" fmla="*/ 216694 h 785813"/>
                <a:gd name="connsiteX18" fmla="*/ 47625 w 695325"/>
                <a:gd name="connsiteY18" fmla="*/ 276225 h 785813"/>
                <a:gd name="connsiteX19" fmla="*/ 76200 w 695325"/>
                <a:gd name="connsiteY19" fmla="*/ 257175 h 785813"/>
                <a:gd name="connsiteX20" fmla="*/ 102394 w 695325"/>
                <a:gd name="connsiteY20" fmla="*/ 288132 h 785813"/>
                <a:gd name="connsiteX21" fmla="*/ 147638 w 695325"/>
                <a:gd name="connsiteY21" fmla="*/ 300038 h 785813"/>
                <a:gd name="connsiteX22" fmla="*/ 188119 w 695325"/>
                <a:gd name="connsiteY22" fmla="*/ 307182 h 785813"/>
                <a:gd name="connsiteX23" fmla="*/ 209550 w 695325"/>
                <a:gd name="connsiteY23" fmla="*/ 295275 h 785813"/>
                <a:gd name="connsiteX24" fmla="*/ 197644 w 695325"/>
                <a:gd name="connsiteY24" fmla="*/ 285750 h 785813"/>
                <a:gd name="connsiteX25" fmla="*/ 219075 w 695325"/>
                <a:gd name="connsiteY25" fmla="*/ 285750 h 785813"/>
                <a:gd name="connsiteX26" fmla="*/ 247650 w 695325"/>
                <a:gd name="connsiteY26" fmla="*/ 314325 h 785813"/>
                <a:gd name="connsiteX27" fmla="*/ 266700 w 695325"/>
                <a:gd name="connsiteY27" fmla="*/ 292894 h 785813"/>
                <a:gd name="connsiteX28" fmla="*/ 252413 w 695325"/>
                <a:gd name="connsiteY28" fmla="*/ 266700 h 785813"/>
                <a:gd name="connsiteX29" fmla="*/ 266700 w 695325"/>
                <a:gd name="connsiteY29" fmla="*/ 261938 h 785813"/>
                <a:gd name="connsiteX30" fmla="*/ 345281 w 695325"/>
                <a:gd name="connsiteY30" fmla="*/ 342900 h 785813"/>
                <a:gd name="connsiteX31" fmla="*/ 352425 w 695325"/>
                <a:gd name="connsiteY31" fmla="*/ 357188 h 785813"/>
                <a:gd name="connsiteX32" fmla="*/ 330994 w 695325"/>
                <a:gd name="connsiteY32" fmla="*/ 383382 h 785813"/>
                <a:gd name="connsiteX33" fmla="*/ 373856 w 695325"/>
                <a:gd name="connsiteY33" fmla="*/ 371475 h 785813"/>
                <a:gd name="connsiteX34" fmla="*/ 395288 w 695325"/>
                <a:gd name="connsiteY34" fmla="*/ 371475 h 785813"/>
                <a:gd name="connsiteX35" fmla="*/ 381000 w 695325"/>
                <a:gd name="connsiteY35" fmla="*/ 388144 h 785813"/>
                <a:gd name="connsiteX36" fmla="*/ 395288 w 695325"/>
                <a:gd name="connsiteY36" fmla="*/ 397669 h 785813"/>
                <a:gd name="connsiteX37" fmla="*/ 421481 w 695325"/>
                <a:gd name="connsiteY37" fmla="*/ 426244 h 785813"/>
                <a:gd name="connsiteX38" fmla="*/ 438150 w 695325"/>
                <a:gd name="connsiteY38" fmla="*/ 461963 h 785813"/>
                <a:gd name="connsiteX39" fmla="*/ 440531 w 695325"/>
                <a:gd name="connsiteY39" fmla="*/ 492919 h 785813"/>
                <a:gd name="connsiteX40" fmla="*/ 423863 w 695325"/>
                <a:gd name="connsiteY40" fmla="*/ 511969 h 785813"/>
                <a:gd name="connsiteX41" fmla="*/ 423863 w 695325"/>
                <a:gd name="connsiteY41" fmla="*/ 535782 h 785813"/>
                <a:gd name="connsiteX42" fmla="*/ 402431 w 695325"/>
                <a:gd name="connsiteY42" fmla="*/ 535782 h 785813"/>
                <a:gd name="connsiteX43" fmla="*/ 383381 w 695325"/>
                <a:gd name="connsiteY43" fmla="*/ 547688 h 785813"/>
                <a:gd name="connsiteX44" fmla="*/ 407194 w 695325"/>
                <a:gd name="connsiteY44" fmla="*/ 583407 h 785813"/>
                <a:gd name="connsiteX45" fmla="*/ 395288 w 695325"/>
                <a:gd name="connsiteY45" fmla="*/ 611982 h 785813"/>
                <a:gd name="connsiteX46" fmla="*/ 359569 w 695325"/>
                <a:gd name="connsiteY46" fmla="*/ 611982 h 785813"/>
                <a:gd name="connsiteX47" fmla="*/ 328613 w 695325"/>
                <a:gd name="connsiteY47" fmla="*/ 609600 h 785813"/>
                <a:gd name="connsiteX48" fmla="*/ 309563 w 695325"/>
                <a:gd name="connsiteY48" fmla="*/ 597694 h 785813"/>
                <a:gd name="connsiteX49" fmla="*/ 297656 w 695325"/>
                <a:gd name="connsiteY49" fmla="*/ 621507 h 785813"/>
                <a:gd name="connsiteX50" fmla="*/ 297656 w 695325"/>
                <a:gd name="connsiteY50" fmla="*/ 645319 h 785813"/>
                <a:gd name="connsiteX51" fmla="*/ 330994 w 695325"/>
                <a:gd name="connsiteY51" fmla="*/ 661988 h 785813"/>
                <a:gd name="connsiteX52" fmla="*/ 354806 w 695325"/>
                <a:gd name="connsiteY52" fmla="*/ 642938 h 785813"/>
                <a:gd name="connsiteX53" fmla="*/ 371475 w 695325"/>
                <a:gd name="connsiteY53" fmla="*/ 638175 h 785813"/>
                <a:gd name="connsiteX54" fmla="*/ 378619 w 695325"/>
                <a:gd name="connsiteY54" fmla="*/ 628650 h 785813"/>
                <a:gd name="connsiteX55" fmla="*/ 400050 w 695325"/>
                <a:gd name="connsiteY55" fmla="*/ 640557 h 785813"/>
                <a:gd name="connsiteX56" fmla="*/ 414338 w 695325"/>
                <a:gd name="connsiteY56" fmla="*/ 659607 h 785813"/>
                <a:gd name="connsiteX57" fmla="*/ 438150 w 695325"/>
                <a:gd name="connsiteY57" fmla="*/ 688182 h 785813"/>
                <a:gd name="connsiteX58" fmla="*/ 452438 w 695325"/>
                <a:gd name="connsiteY58" fmla="*/ 688182 h 785813"/>
                <a:gd name="connsiteX59" fmla="*/ 464344 w 695325"/>
                <a:gd name="connsiteY59" fmla="*/ 704850 h 785813"/>
                <a:gd name="connsiteX60" fmla="*/ 450056 w 695325"/>
                <a:gd name="connsiteY60" fmla="*/ 714375 h 785813"/>
                <a:gd name="connsiteX61" fmla="*/ 481013 w 695325"/>
                <a:gd name="connsiteY61" fmla="*/ 740569 h 785813"/>
                <a:gd name="connsiteX62" fmla="*/ 497681 w 695325"/>
                <a:gd name="connsiteY62" fmla="*/ 738188 h 785813"/>
                <a:gd name="connsiteX63" fmla="*/ 526256 w 695325"/>
                <a:gd name="connsiteY63" fmla="*/ 752475 h 785813"/>
                <a:gd name="connsiteX64" fmla="*/ 566738 w 695325"/>
                <a:gd name="connsiteY64" fmla="*/ 783432 h 785813"/>
                <a:gd name="connsiteX65" fmla="*/ 578644 w 695325"/>
                <a:gd name="connsiteY65" fmla="*/ 785813 h 785813"/>
                <a:gd name="connsiteX66" fmla="*/ 588169 w 695325"/>
                <a:gd name="connsiteY66" fmla="*/ 776288 h 785813"/>
                <a:gd name="connsiteX67" fmla="*/ 566738 w 695325"/>
                <a:gd name="connsiteY67" fmla="*/ 762000 h 785813"/>
                <a:gd name="connsiteX68" fmla="*/ 535781 w 695325"/>
                <a:gd name="connsiteY68" fmla="*/ 733425 h 785813"/>
                <a:gd name="connsiteX69" fmla="*/ 523875 w 695325"/>
                <a:gd name="connsiteY69" fmla="*/ 697707 h 785813"/>
                <a:gd name="connsiteX70" fmla="*/ 531019 w 695325"/>
                <a:gd name="connsiteY70" fmla="*/ 685800 h 785813"/>
                <a:gd name="connsiteX71" fmla="*/ 557213 w 695325"/>
                <a:gd name="connsiteY71" fmla="*/ 711994 h 785813"/>
                <a:gd name="connsiteX72" fmla="*/ 597694 w 695325"/>
                <a:gd name="connsiteY72" fmla="*/ 733425 h 785813"/>
                <a:gd name="connsiteX73" fmla="*/ 619125 w 695325"/>
                <a:gd name="connsiteY73" fmla="*/ 742950 h 785813"/>
                <a:gd name="connsiteX74" fmla="*/ 611981 w 695325"/>
                <a:gd name="connsiteY74" fmla="*/ 716757 h 785813"/>
                <a:gd name="connsiteX75" fmla="*/ 623888 w 695325"/>
                <a:gd name="connsiteY75" fmla="*/ 707232 h 785813"/>
                <a:gd name="connsiteX76" fmla="*/ 619125 w 695325"/>
                <a:gd name="connsiteY76" fmla="*/ 683419 h 785813"/>
                <a:gd name="connsiteX77" fmla="*/ 602456 w 695325"/>
                <a:gd name="connsiteY77" fmla="*/ 664369 h 785813"/>
                <a:gd name="connsiteX78" fmla="*/ 607219 w 695325"/>
                <a:gd name="connsiteY78" fmla="*/ 647700 h 785813"/>
                <a:gd name="connsiteX79" fmla="*/ 592931 w 695325"/>
                <a:gd name="connsiteY79" fmla="*/ 640557 h 785813"/>
                <a:gd name="connsiteX80" fmla="*/ 585788 w 695325"/>
                <a:gd name="connsiteY80" fmla="*/ 628650 h 785813"/>
                <a:gd name="connsiteX81" fmla="*/ 564356 w 695325"/>
                <a:gd name="connsiteY81" fmla="*/ 623888 h 785813"/>
                <a:gd name="connsiteX82" fmla="*/ 550069 w 695325"/>
                <a:gd name="connsiteY82" fmla="*/ 588169 h 785813"/>
                <a:gd name="connsiteX83" fmla="*/ 540544 w 695325"/>
                <a:gd name="connsiteY83" fmla="*/ 581025 h 785813"/>
                <a:gd name="connsiteX84" fmla="*/ 550069 w 695325"/>
                <a:gd name="connsiteY84" fmla="*/ 561975 h 785813"/>
                <a:gd name="connsiteX85" fmla="*/ 545306 w 695325"/>
                <a:gd name="connsiteY85" fmla="*/ 547688 h 785813"/>
                <a:gd name="connsiteX86" fmla="*/ 540544 w 695325"/>
                <a:gd name="connsiteY86" fmla="*/ 523875 h 785813"/>
                <a:gd name="connsiteX87" fmla="*/ 571500 w 695325"/>
                <a:gd name="connsiteY87" fmla="*/ 519113 h 785813"/>
                <a:gd name="connsiteX88" fmla="*/ 595313 w 695325"/>
                <a:gd name="connsiteY88" fmla="*/ 550069 h 785813"/>
                <a:gd name="connsiteX89" fmla="*/ 626269 w 695325"/>
                <a:gd name="connsiteY89" fmla="*/ 569119 h 785813"/>
                <a:gd name="connsiteX90" fmla="*/ 631031 w 695325"/>
                <a:gd name="connsiteY90" fmla="*/ 592932 h 785813"/>
                <a:gd name="connsiteX91" fmla="*/ 659606 w 695325"/>
                <a:gd name="connsiteY91" fmla="*/ 611982 h 785813"/>
                <a:gd name="connsiteX92" fmla="*/ 650081 w 695325"/>
                <a:gd name="connsiteY92" fmla="*/ 576263 h 785813"/>
                <a:gd name="connsiteX93" fmla="*/ 669131 w 695325"/>
                <a:gd name="connsiteY93" fmla="*/ 576263 h 785813"/>
                <a:gd name="connsiteX94" fmla="*/ 683419 w 695325"/>
                <a:gd name="connsiteY94" fmla="*/ 554832 h 785813"/>
                <a:gd name="connsiteX95" fmla="*/ 671513 w 695325"/>
                <a:gd name="connsiteY95" fmla="*/ 535782 h 785813"/>
                <a:gd name="connsiteX96" fmla="*/ 695325 w 695325"/>
                <a:gd name="connsiteY96" fmla="*/ 528638 h 785813"/>
                <a:gd name="connsiteX97" fmla="*/ 676275 w 695325"/>
                <a:gd name="connsiteY97" fmla="*/ 516732 h 785813"/>
                <a:gd name="connsiteX98" fmla="*/ 645319 w 695325"/>
                <a:gd name="connsiteY98" fmla="*/ 511969 h 785813"/>
                <a:gd name="connsiteX99" fmla="*/ 652463 w 695325"/>
                <a:gd name="connsiteY99" fmla="*/ 483394 h 785813"/>
                <a:gd name="connsiteX100" fmla="*/ 631031 w 695325"/>
                <a:gd name="connsiteY100" fmla="*/ 488157 h 785813"/>
                <a:gd name="connsiteX101" fmla="*/ 631031 w 695325"/>
                <a:gd name="connsiteY101" fmla="*/ 461963 h 785813"/>
                <a:gd name="connsiteX102" fmla="*/ 609600 w 695325"/>
                <a:gd name="connsiteY102" fmla="*/ 452438 h 785813"/>
                <a:gd name="connsiteX103" fmla="*/ 602456 w 695325"/>
                <a:gd name="connsiteY103" fmla="*/ 435769 h 785813"/>
                <a:gd name="connsiteX104" fmla="*/ 585788 w 695325"/>
                <a:gd name="connsiteY104" fmla="*/ 447675 h 785813"/>
                <a:gd name="connsiteX105" fmla="*/ 576263 w 695325"/>
                <a:gd name="connsiteY105" fmla="*/ 423863 h 785813"/>
                <a:gd name="connsiteX106" fmla="*/ 545306 w 695325"/>
                <a:gd name="connsiteY106" fmla="*/ 400050 h 785813"/>
                <a:gd name="connsiteX107" fmla="*/ 526256 w 695325"/>
                <a:gd name="connsiteY107" fmla="*/ 400050 h 785813"/>
                <a:gd name="connsiteX108" fmla="*/ 540544 w 695325"/>
                <a:gd name="connsiteY108" fmla="*/ 381000 h 785813"/>
                <a:gd name="connsiteX109" fmla="*/ 540544 w 695325"/>
                <a:gd name="connsiteY109" fmla="*/ 359569 h 785813"/>
                <a:gd name="connsiteX110" fmla="*/ 535781 w 695325"/>
                <a:gd name="connsiteY110" fmla="*/ 352425 h 785813"/>
                <a:gd name="connsiteX111" fmla="*/ 578644 w 695325"/>
                <a:gd name="connsiteY111" fmla="*/ 364332 h 785813"/>
                <a:gd name="connsiteX112" fmla="*/ 566738 w 695325"/>
                <a:gd name="connsiteY112" fmla="*/ 347663 h 785813"/>
                <a:gd name="connsiteX113" fmla="*/ 528638 w 695325"/>
                <a:gd name="connsiteY113" fmla="*/ 335757 h 785813"/>
                <a:gd name="connsiteX114" fmla="*/ 519113 w 695325"/>
                <a:gd name="connsiteY114" fmla="*/ 321469 h 785813"/>
                <a:gd name="connsiteX115" fmla="*/ 557213 w 695325"/>
                <a:gd name="connsiteY115" fmla="*/ 307182 h 785813"/>
                <a:gd name="connsiteX116" fmla="*/ 545306 w 695325"/>
                <a:gd name="connsiteY116" fmla="*/ 280988 h 785813"/>
                <a:gd name="connsiteX117" fmla="*/ 538163 w 695325"/>
                <a:gd name="connsiteY117" fmla="*/ 297657 h 785813"/>
                <a:gd name="connsiteX118" fmla="*/ 514350 w 695325"/>
                <a:gd name="connsiteY118" fmla="*/ 309563 h 785813"/>
                <a:gd name="connsiteX119" fmla="*/ 507206 w 695325"/>
                <a:gd name="connsiteY119" fmla="*/ 288132 h 785813"/>
                <a:gd name="connsiteX120" fmla="*/ 500063 w 695325"/>
                <a:gd name="connsiteY120" fmla="*/ 278607 h 785813"/>
                <a:gd name="connsiteX121" fmla="*/ 523875 w 695325"/>
                <a:gd name="connsiteY121" fmla="*/ 259557 h 785813"/>
                <a:gd name="connsiteX122" fmla="*/ 504825 w 695325"/>
                <a:gd name="connsiteY122" fmla="*/ 242888 h 785813"/>
                <a:gd name="connsiteX123" fmla="*/ 485775 w 695325"/>
                <a:gd name="connsiteY123" fmla="*/ 254794 h 785813"/>
                <a:gd name="connsiteX124" fmla="*/ 473869 w 695325"/>
                <a:gd name="connsiteY124" fmla="*/ 240507 h 785813"/>
                <a:gd name="connsiteX125" fmla="*/ 471488 w 695325"/>
                <a:gd name="connsiteY125" fmla="*/ 223838 h 785813"/>
                <a:gd name="connsiteX126" fmla="*/ 452438 w 695325"/>
                <a:gd name="connsiteY126" fmla="*/ 230982 h 785813"/>
                <a:gd name="connsiteX127" fmla="*/ 450056 w 695325"/>
                <a:gd name="connsiteY127" fmla="*/ 214313 h 785813"/>
                <a:gd name="connsiteX128" fmla="*/ 457200 w 695325"/>
                <a:gd name="connsiteY128" fmla="*/ 202407 h 785813"/>
                <a:gd name="connsiteX129" fmla="*/ 433388 w 695325"/>
                <a:gd name="connsiteY129" fmla="*/ 171450 h 785813"/>
                <a:gd name="connsiteX130" fmla="*/ 423863 w 695325"/>
                <a:gd name="connsiteY130" fmla="*/ 190500 h 785813"/>
                <a:gd name="connsiteX131" fmla="*/ 416719 w 695325"/>
                <a:gd name="connsiteY131" fmla="*/ 207169 h 785813"/>
                <a:gd name="connsiteX132" fmla="*/ 397669 w 695325"/>
                <a:gd name="connsiteY132" fmla="*/ 192882 h 785813"/>
                <a:gd name="connsiteX133" fmla="*/ 395288 w 695325"/>
                <a:gd name="connsiteY133" fmla="*/ 166688 h 785813"/>
                <a:gd name="connsiteX134" fmla="*/ 383381 w 695325"/>
                <a:gd name="connsiteY134" fmla="*/ 180975 h 785813"/>
                <a:gd name="connsiteX135" fmla="*/ 376238 w 695325"/>
                <a:gd name="connsiteY135" fmla="*/ 166688 h 785813"/>
                <a:gd name="connsiteX136" fmla="*/ 376238 w 695325"/>
                <a:gd name="connsiteY136" fmla="*/ 147638 h 785813"/>
                <a:gd name="connsiteX137" fmla="*/ 364331 w 695325"/>
                <a:gd name="connsiteY137" fmla="*/ 142875 h 785813"/>
                <a:gd name="connsiteX138" fmla="*/ 364331 w 695325"/>
                <a:gd name="connsiteY138" fmla="*/ 116682 h 785813"/>
                <a:gd name="connsiteX139" fmla="*/ 309563 w 695325"/>
                <a:gd name="connsiteY139" fmla="*/ 90488 h 785813"/>
                <a:gd name="connsiteX140" fmla="*/ 288131 w 695325"/>
                <a:gd name="connsiteY140" fmla="*/ 97632 h 785813"/>
                <a:gd name="connsiteX141" fmla="*/ 292894 w 695325"/>
                <a:gd name="connsiteY141" fmla="*/ 123825 h 785813"/>
                <a:gd name="connsiteX142" fmla="*/ 273844 w 695325"/>
                <a:gd name="connsiteY142" fmla="*/ 126207 h 785813"/>
                <a:gd name="connsiteX143" fmla="*/ 259556 w 695325"/>
                <a:gd name="connsiteY143" fmla="*/ 121444 h 785813"/>
                <a:gd name="connsiteX144" fmla="*/ 247650 w 695325"/>
                <a:gd name="connsiteY144" fmla="*/ 140494 h 785813"/>
                <a:gd name="connsiteX145" fmla="*/ 223838 w 695325"/>
                <a:gd name="connsiteY145" fmla="*/ 152400 h 785813"/>
                <a:gd name="connsiteX146" fmla="*/ 221456 w 695325"/>
                <a:gd name="connsiteY146" fmla="*/ 130969 h 785813"/>
                <a:gd name="connsiteX147" fmla="*/ 223838 w 695325"/>
                <a:gd name="connsiteY147" fmla="*/ 92869 h 785813"/>
                <a:gd name="connsiteX148" fmla="*/ 216694 w 695325"/>
                <a:gd name="connsiteY148" fmla="*/ 66675 h 785813"/>
                <a:gd name="connsiteX149" fmla="*/ 214313 w 695325"/>
                <a:gd name="connsiteY149" fmla="*/ 50007 h 785813"/>
                <a:gd name="connsiteX150" fmla="*/ 204788 w 695325"/>
                <a:gd name="connsiteY150" fmla="*/ 28575 h 785813"/>
                <a:gd name="connsiteX151" fmla="*/ 202406 w 695325"/>
                <a:gd name="connsiteY151" fmla="*/ 0 h 785813"/>
                <a:gd name="connsiteX152" fmla="*/ 183356 w 695325"/>
                <a:gd name="connsiteY152" fmla="*/ 7144 h 785813"/>
                <a:gd name="connsiteX153" fmla="*/ 161926 w 695325"/>
                <a:gd name="connsiteY153" fmla="*/ 23813 h 785813"/>
                <a:gd name="connsiteX154" fmla="*/ 147638 w 695325"/>
                <a:gd name="connsiteY154" fmla="*/ 33338 h 785813"/>
                <a:gd name="connsiteX155" fmla="*/ 123825 w 695325"/>
                <a:gd name="connsiteY155" fmla="*/ 142875 h 785813"/>
                <a:gd name="connsiteX156" fmla="*/ 114300 w 695325"/>
                <a:gd name="connsiteY156" fmla="*/ 223837 h 785813"/>
                <a:gd name="connsiteX0" fmla="*/ 114300 w 695325"/>
                <a:gd name="connsiteY0" fmla="*/ 223837 h 785813"/>
                <a:gd name="connsiteX1" fmla="*/ 100012 w 695325"/>
                <a:gd name="connsiteY1" fmla="*/ 204788 h 785813"/>
                <a:gd name="connsiteX2" fmla="*/ 66676 w 695325"/>
                <a:gd name="connsiteY2" fmla="*/ 116682 h 785813"/>
                <a:gd name="connsiteX3" fmla="*/ 80963 w 695325"/>
                <a:gd name="connsiteY3" fmla="*/ 30957 h 785813"/>
                <a:gd name="connsiteX4" fmla="*/ 102394 w 695325"/>
                <a:gd name="connsiteY4" fmla="*/ 1 h 785813"/>
                <a:gd name="connsiteX5" fmla="*/ 54769 w 695325"/>
                <a:gd name="connsiteY5" fmla="*/ 4763 h 785813"/>
                <a:gd name="connsiteX6" fmla="*/ 21431 w 695325"/>
                <a:gd name="connsiteY6" fmla="*/ 38100 h 785813"/>
                <a:gd name="connsiteX7" fmla="*/ 21431 w 695325"/>
                <a:gd name="connsiteY7" fmla="*/ 69057 h 785813"/>
                <a:gd name="connsiteX8" fmla="*/ 11906 w 695325"/>
                <a:gd name="connsiteY8" fmla="*/ 88107 h 785813"/>
                <a:gd name="connsiteX9" fmla="*/ 7144 w 695325"/>
                <a:gd name="connsiteY9" fmla="*/ 126207 h 785813"/>
                <a:gd name="connsiteX10" fmla="*/ 7144 w 695325"/>
                <a:gd name="connsiteY10" fmla="*/ 126207 h 785813"/>
                <a:gd name="connsiteX11" fmla="*/ 0 w 695325"/>
                <a:gd name="connsiteY11" fmla="*/ 145257 h 785813"/>
                <a:gd name="connsiteX12" fmla="*/ 0 w 695325"/>
                <a:gd name="connsiteY12" fmla="*/ 190500 h 785813"/>
                <a:gd name="connsiteX13" fmla="*/ 38100 w 695325"/>
                <a:gd name="connsiteY13" fmla="*/ 200025 h 785813"/>
                <a:gd name="connsiteX14" fmla="*/ 64294 w 695325"/>
                <a:gd name="connsiteY14" fmla="*/ 219075 h 785813"/>
                <a:gd name="connsiteX15" fmla="*/ 66675 w 695325"/>
                <a:gd name="connsiteY15" fmla="*/ 233363 h 785813"/>
                <a:gd name="connsiteX16" fmla="*/ 35719 w 695325"/>
                <a:gd name="connsiteY16" fmla="*/ 228600 h 785813"/>
                <a:gd name="connsiteX17" fmla="*/ 9525 w 695325"/>
                <a:gd name="connsiteY17" fmla="*/ 216694 h 785813"/>
                <a:gd name="connsiteX18" fmla="*/ 47625 w 695325"/>
                <a:gd name="connsiteY18" fmla="*/ 276225 h 785813"/>
                <a:gd name="connsiteX19" fmla="*/ 76200 w 695325"/>
                <a:gd name="connsiteY19" fmla="*/ 257175 h 785813"/>
                <a:gd name="connsiteX20" fmla="*/ 102394 w 695325"/>
                <a:gd name="connsiteY20" fmla="*/ 288132 h 785813"/>
                <a:gd name="connsiteX21" fmla="*/ 147638 w 695325"/>
                <a:gd name="connsiteY21" fmla="*/ 300038 h 785813"/>
                <a:gd name="connsiteX22" fmla="*/ 188119 w 695325"/>
                <a:gd name="connsiteY22" fmla="*/ 307182 h 785813"/>
                <a:gd name="connsiteX23" fmla="*/ 209550 w 695325"/>
                <a:gd name="connsiteY23" fmla="*/ 295275 h 785813"/>
                <a:gd name="connsiteX24" fmla="*/ 197644 w 695325"/>
                <a:gd name="connsiteY24" fmla="*/ 285750 h 785813"/>
                <a:gd name="connsiteX25" fmla="*/ 219075 w 695325"/>
                <a:gd name="connsiteY25" fmla="*/ 285750 h 785813"/>
                <a:gd name="connsiteX26" fmla="*/ 247650 w 695325"/>
                <a:gd name="connsiteY26" fmla="*/ 314325 h 785813"/>
                <a:gd name="connsiteX27" fmla="*/ 266700 w 695325"/>
                <a:gd name="connsiteY27" fmla="*/ 292894 h 785813"/>
                <a:gd name="connsiteX28" fmla="*/ 252413 w 695325"/>
                <a:gd name="connsiteY28" fmla="*/ 266700 h 785813"/>
                <a:gd name="connsiteX29" fmla="*/ 266700 w 695325"/>
                <a:gd name="connsiteY29" fmla="*/ 261938 h 785813"/>
                <a:gd name="connsiteX30" fmla="*/ 345281 w 695325"/>
                <a:gd name="connsiteY30" fmla="*/ 342900 h 785813"/>
                <a:gd name="connsiteX31" fmla="*/ 352425 w 695325"/>
                <a:gd name="connsiteY31" fmla="*/ 357188 h 785813"/>
                <a:gd name="connsiteX32" fmla="*/ 330994 w 695325"/>
                <a:gd name="connsiteY32" fmla="*/ 383382 h 785813"/>
                <a:gd name="connsiteX33" fmla="*/ 373856 w 695325"/>
                <a:gd name="connsiteY33" fmla="*/ 371475 h 785813"/>
                <a:gd name="connsiteX34" fmla="*/ 395288 w 695325"/>
                <a:gd name="connsiteY34" fmla="*/ 371475 h 785813"/>
                <a:gd name="connsiteX35" fmla="*/ 381000 w 695325"/>
                <a:gd name="connsiteY35" fmla="*/ 388144 h 785813"/>
                <a:gd name="connsiteX36" fmla="*/ 395288 w 695325"/>
                <a:gd name="connsiteY36" fmla="*/ 397669 h 785813"/>
                <a:gd name="connsiteX37" fmla="*/ 421481 w 695325"/>
                <a:gd name="connsiteY37" fmla="*/ 426244 h 785813"/>
                <a:gd name="connsiteX38" fmla="*/ 438150 w 695325"/>
                <a:gd name="connsiteY38" fmla="*/ 461963 h 785813"/>
                <a:gd name="connsiteX39" fmla="*/ 440531 w 695325"/>
                <a:gd name="connsiteY39" fmla="*/ 492919 h 785813"/>
                <a:gd name="connsiteX40" fmla="*/ 423863 w 695325"/>
                <a:gd name="connsiteY40" fmla="*/ 511969 h 785813"/>
                <a:gd name="connsiteX41" fmla="*/ 423863 w 695325"/>
                <a:gd name="connsiteY41" fmla="*/ 535782 h 785813"/>
                <a:gd name="connsiteX42" fmla="*/ 402431 w 695325"/>
                <a:gd name="connsiteY42" fmla="*/ 535782 h 785813"/>
                <a:gd name="connsiteX43" fmla="*/ 383381 w 695325"/>
                <a:gd name="connsiteY43" fmla="*/ 547688 h 785813"/>
                <a:gd name="connsiteX44" fmla="*/ 407194 w 695325"/>
                <a:gd name="connsiteY44" fmla="*/ 583407 h 785813"/>
                <a:gd name="connsiteX45" fmla="*/ 395288 w 695325"/>
                <a:gd name="connsiteY45" fmla="*/ 611982 h 785813"/>
                <a:gd name="connsiteX46" fmla="*/ 359569 w 695325"/>
                <a:gd name="connsiteY46" fmla="*/ 611982 h 785813"/>
                <a:gd name="connsiteX47" fmla="*/ 328613 w 695325"/>
                <a:gd name="connsiteY47" fmla="*/ 609600 h 785813"/>
                <a:gd name="connsiteX48" fmla="*/ 309563 w 695325"/>
                <a:gd name="connsiteY48" fmla="*/ 597694 h 785813"/>
                <a:gd name="connsiteX49" fmla="*/ 297656 w 695325"/>
                <a:gd name="connsiteY49" fmla="*/ 621507 h 785813"/>
                <a:gd name="connsiteX50" fmla="*/ 297656 w 695325"/>
                <a:gd name="connsiteY50" fmla="*/ 645319 h 785813"/>
                <a:gd name="connsiteX51" fmla="*/ 330994 w 695325"/>
                <a:gd name="connsiteY51" fmla="*/ 661988 h 785813"/>
                <a:gd name="connsiteX52" fmla="*/ 354806 w 695325"/>
                <a:gd name="connsiteY52" fmla="*/ 642938 h 785813"/>
                <a:gd name="connsiteX53" fmla="*/ 371475 w 695325"/>
                <a:gd name="connsiteY53" fmla="*/ 638175 h 785813"/>
                <a:gd name="connsiteX54" fmla="*/ 378619 w 695325"/>
                <a:gd name="connsiteY54" fmla="*/ 628650 h 785813"/>
                <a:gd name="connsiteX55" fmla="*/ 400050 w 695325"/>
                <a:gd name="connsiteY55" fmla="*/ 640557 h 785813"/>
                <a:gd name="connsiteX56" fmla="*/ 414338 w 695325"/>
                <a:gd name="connsiteY56" fmla="*/ 659607 h 785813"/>
                <a:gd name="connsiteX57" fmla="*/ 438150 w 695325"/>
                <a:gd name="connsiteY57" fmla="*/ 688182 h 785813"/>
                <a:gd name="connsiteX58" fmla="*/ 452438 w 695325"/>
                <a:gd name="connsiteY58" fmla="*/ 688182 h 785813"/>
                <a:gd name="connsiteX59" fmla="*/ 464344 w 695325"/>
                <a:gd name="connsiteY59" fmla="*/ 704850 h 785813"/>
                <a:gd name="connsiteX60" fmla="*/ 450056 w 695325"/>
                <a:gd name="connsiteY60" fmla="*/ 714375 h 785813"/>
                <a:gd name="connsiteX61" fmla="*/ 481013 w 695325"/>
                <a:gd name="connsiteY61" fmla="*/ 740569 h 785813"/>
                <a:gd name="connsiteX62" fmla="*/ 497681 w 695325"/>
                <a:gd name="connsiteY62" fmla="*/ 738188 h 785813"/>
                <a:gd name="connsiteX63" fmla="*/ 526256 w 695325"/>
                <a:gd name="connsiteY63" fmla="*/ 752475 h 785813"/>
                <a:gd name="connsiteX64" fmla="*/ 566738 w 695325"/>
                <a:gd name="connsiteY64" fmla="*/ 783432 h 785813"/>
                <a:gd name="connsiteX65" fmla="*/ 578644 w 695325"/>
                <a:gd name="connsiteY65" fmla="*/ 785813 h 785813"/>
                <a:gd name="connsiteX66" fmla="*/ 588169 w 695325"/>
                <a:gd name="connsiteY66" fmla="*/ 776288 h 785813"/>
                <a:gd name="connsiteX67" fmla="*/ 566738 w 695325"/>
                <a:gd name="connsiteY67" fmla="*/ 762000 h 785813"/>
                <a:gd name="connsiteX68" fmla="*/ 535781 w 695325"/>
                <a:gd name="connsiteY68" fmla="*/ 733425 h 785813"/>
                <a:gd name="connsiteX69" fmla="*/ 523875 w 695325"/>
                <a:gd name="connsiteY69" fmla="*/ 697707 h 785813"/>
                <a:gd name="connsiteX70" fmla="*/ 531019 w 695325"/>
                <a:gd name="connsiteY70" fmla="*/ 685800 h 785813"/>
                <a:gd name="connsiteX71" fmla="*/ 557213 w 695325"/>
                <a:gd name="connsiteY71" fmla="*/ 711994 h 785813"/>
                <a:gd name="connsiteX72" fmla="*/ 597694 w 695325"/>
                <a:gd name="connsiteY72" fmla="*/ 733425 h 785813"/>
                <a:gd name="connsiteX73" fmla="*/ 619125 w 695325"/>
                <a:gd name="connsiteY73" fmla="*/ 742950 h 785813"/>
                <a:gd name="connsiteX74" fmla="*/ 611981 w 695325"/>
                <a:gd name="connsiteY74" fmla="*/ 716757 h 785813"/>
                <a:gd name="connsiteX75" fmla="*/ 623888 w 695325"/>
                <a:gd name="connsiteY75" fmla="*/ 707232 h 785813"/>
                <a:gd name="connsiteX76" fmla="*/ 619125 w 695325"/>
                <a:gd name="connsiteY76" fmla="*/ 683419 h 785813"/>
                <a:gd name="connsiteX77" fmla="*/ 602456 w 695325"/>
                <a:gd name="connsiteY77" fmla="*/ 664369 h 785813"/>
                <a:gd name="connsiteX78" fmla="*/ 607219 w 695325"/>
                <a:gd name="connsiteY78" fmla="*/ 647700 h 785813"/>
                <a:gd name="connsiteX79" fmla="*/ 592931 w 695325"/>
                <a:gd name="connsiteY79" fmla="*/ 640557 h 785813"/>
                <a:gd name="connsiteX80" fmla="*/ 585788 w 695325"/>
                <a:gd name="connsiteY80" fmla="*/ 628650 h 785813"/>
                <a:gd name="connsiteX81" fmla="*/ 564356 w 695325"/>
                <a:gd name="connsiteY81" fmla="*/ 623888 h 785813"/>
                <a:gd name="connsiteX82" fmla="*/ 550069 w 695325"/>
                <a:gd name="connsiteY82" fmla="*/ 588169 h 785813"/>
                <a:gd name="connsiteX83" fmla="*/ 540544 w 695325"/>
                <a:gd name="connsiteY83" fmla="*/ 581025 h 785813"/>
                <a:gd name="connsiteX84" fmla="*/ 550069 w 695325"/>
                <a:gd name="connsiteY84" fmla="*/ 561975 h 785813"/>
                <a:gd name="connsiteX85" fmla="*/ 545306 w 695325"/>
                <a:gd name="connsiteY85" fmla="*/ 547688 h 785813"/>
                <a:gd name="connsiteX86" fmla="*/ 540544 w 695325"/>
                <a:gd name="connsiteY86" fmla="*/ 523875 h 785813"/>
                <a:gd name="connsiteX87" fmla="*/ 571500 w 695325"/>
                <a:gd name="connsiteY87" fmla="*/ 519113 h 785813"/>
                <a:gd name="connsiteX88" fmla="*/ 595313 w 695325"/>
                <a:gd name="connsiteY88" fmla="*/ 550069 h 785813"/>
                <a:gd name="connsiteX89" fmla="*/ 626269 w 695325"/>
                <a:gd name="connsiteY89" fmla="*/ 569119 h 785813"/>
                <a:gd name="connsiteX90" fmla="*/ 631031 w 695325"/>
                <a:gd name="connsiteY90" fmla="*/ 592932 h 785813"/>
                <a:gd name="connsiteX91" fmla="*/ 659606 w 695325"/>
                <a:gd name="connsiteY91" fmla="*/ 611982 h 785813"/>
                <a:gd name="connsiteX92" fmla="*/ 650081 w 695325"/>
                <a:gd name="connsiteY92" fmla="*/ 576263 h 785813"/>
                <a:gd name="connsiteX93" fmla="*/ 669131 w 695325"/>
                <a:gd name="connsiteY93" fmla="*/ 576263 h 785813"/>
                <a:gd name="connsiteX94" fmla="*/ 683419 w 695325"/>
                <a:gd name="connsiteY94" fmla="*/ 554832 h 785813"/>
                <a:gd name="connsiteX95" fmla="*/ 671513 w 695325"/>
                <a:gd name="connsiteY95" fmla="*/ 535782 h 785813"/>
                <a:gd name="connsiteX96" fmla="*/ 695325 w 695325"/>
                <a:gd name="connsiteY96" fmla="*/ 528638 h 785813"/>
                <a:gd name="connsiteX97" fmla="*/ 676275 w 695325"/>
                <a:gd name="connsiteY97" fmla="*/ 516732 h 785813"/>
                <a:gd name="connsiteX98" fmla="*/ 645319 w 695325"/>
                <a:gd name="connsiteY98" fmla="*/ 511969 h 785813"/>
                <a:gd name="connsiteX99" fmla="*/ 652463 w 695325"/>
                <a:gd name="connsiteY99" fmla="*/ 483394 h 785813"/>
                <a:gd name="connsiteX100" fmla="*/ 631031 w 695325"/>
                <a:gd name="connsiteY100" fmla="*/ 488157 h 785813"/>
                <a:gd name="connsiteX101" fmla="*/ 631031 w 695325"/>
                <a:gd name="connsiteY101" fmla="*/ 461963 h 785813"/>
                <a:gd name="connsiteX102" fmla="*/ 609600 w 695325"/>
                <a:gd name="connsiteY102" fmla="*/ 452438 h 785813"/>
                <a:gd name="connsiteX103" fmla="*/ 602456 w 695325"/>
                <a:gd name="connsiteY103" fmla="*/ 435769 h 785813"/>
                <a:gd name="connsiteX104" fmla="*/ 585788 w 695325"/>
                <a:gd name="connsiteY104" fmla="*/ 447675 h 785813"/>
                <a:gd name="connsiteX105" fmla="*/ 576263 w 695325"/>
                <a:gd name="connsiteY105" fmla="*/ 423863 h 785813"/>
                <a:gd name="connsiteX106" fmla="*/ 545306 w 695325"/>
                <a:gd name="connsiteY106" fmla="*/ 400050 h 785813"/>
                <a:gd name="connsiteX107" fmla="*/ 526256 w 695325"/>
                <a:gd name="connsiteY107" fmla="*/ 400050 h 785813"/>
                <a:gd name="connsiteX108" fmla="*/ 540544 w 695325"/>
                <a:gd name="connsiteY108" fmla="*/ 381000 h 785813"/>
                <a:gd name="connsiteX109" fmla="*/ 540544 w 695325"/>
                <a:gd name="connsiteY109" fmla="*/ 359569 h 785813"/>
                <a:gd name="connsiteX110" fmla="*/ 535781 w 695325"/>
                <a:gd name="connsiteY110" fmla="*/ 352425 h 785813"/>
                <a:gd name="connsiteX111" fmla="*/ 578644 w 695325"/>
                <a:gd name="connsiteY111" fmla="*/ 364332 h 785813"/>
                <a:gd name="connsiteX112" fmla="*/ 566738 w 695325"/>
                <a:gd name="connsiteY112" fmla="*/ 347663 h 785813"/>
                <a:gd name="connsiteX113" fmla="*/ 528638 w 695325"/>
                <a:gd name="connsiteY113" fmla="*/ 335757 h 785813"/>
                <a:gd name="connsiteX114" fmla="*/ 519113 w 695325"/>
                <a:gd name="connsiteY114" fmla="*/ 321469 h 785813"/>
                <a:gd name="connsiteX115" fmla="*/ 557213 w 695325"/>
                <a:gd name="connsiteY115" fmla="*/ 307182 h 785813"/>
                <a:gd name="connsiteX116" fmla="*/ 545306 w 695325"/>
                <a:gd name="connsiteY116" fmla="*/ 280988 h 785813"/>
                <a:gd name="connsiteX117" fmla="*/ 538163 w 695325"/>
                <a:gd name="connsiteY117" fmla="*/ 297657 h 785813"/>
                <a:gd name="connsiteX118" fmla="*/ 514350 w 695325"/>
                <a:gd name="connsiteY118" fmla="*/ 309563 h 785813"/>
                <a:gd name="connsiteX119" fmla="*/ 507206 w 695325"/>
                <a:gd name="connsiteY119" fmla="*/ 288132 h 785813"/>
                <a:gd name="connsiteX120" fmla="*/ 500063 w 695325"/>
                <a:gd name="connsiteY120" fmla="*/ 278607 h 785813"/>
                <a:gd name="connsiteX121" fmla="*/ 523875 w 695325"/>
                <a:gd name="connsiteY121" fmla="*/ 259557 h 785813"/>
                <a:gd name="connsiteX122" fmla="*/ 504825 w 695325"/>
                <a:gd name="connsiteY122" fmla="*/ 242888 h 785813"/>
                <a:gd name="connsiteX123" fmla="*/ 485775 w 695325"/>
                <a:gd name="connsiteY123" fmla="*/ 254794 h 785813"/>
                <a:gd name="connsiteX124" fmla="*/ 473869 w 695325"/>
                <a:gd name="connsiteY124" fmla="*/ 240507 h 785813"/>
                <a:gd name="connsiteX125" fmla="*/ 471488 w 695325"/>
                <a:gd name="connsiteY125" fmla="*/ 223838 h 785813"/>
                <a:gd name="connsiteX126" fmla="*/ 452438 w 695325"/>
                <a:gd name="connsiteY126" fmla="*/ 230982 h 785813"/>
                <a:gd name="connsiteX127" fmla="*/ 450056 w 695325"/>
                <a:gd name="connsiteY127" fmla="*/ 214313 h 785813"/>
                <a:gd name="connsiteX128" fmla="*/ 457200 w 695325"/>
                <a:gd name="connsiteY128" fmla="*/ 202407 h 785813"/>
                <a:gd name="connsiteX129" fmla="*/ 433388 w 695325"/>
                <a:gd name="connsiteY129" fmla="*/ 171450 h 785813"/>
                <a:gd name="connsiteX130" fmla="*/ 423863 w 695325"/>
                <a:gd name="connsiteY130" fmla="*/ 190500 h 785813"/>
                <a:gd name="connsiteX131" fmla="*/ 416719 w 695325"/>
                <a:gd name="connsiteY131" fmla="*/ 207169 h 785813"/>
                <a:gd name="connsiteX132" fmla="*/ 397669 w 695325"/>
                <a:gd name="connsiteY132" fmla="*/ 192882 h 785813"/>
                <a:gd name="connsiteX133" fmla="*/ 395288 w 695325"/>
                <a:gd name="connsiteY133" fmla="*/ 166688 h 785813"/>
                <a:gd name="connsiteX134" fmla="*/ 383381 w 695325"/>
                <a:gd name="connsiteY134" fmla="*/ 180975 h 785813"/>
                <a:gd name="connsiteX135" fmla="*/ 376238 w 695325"/>
                <a:gd name="connsiteY135" fmla="*/ 166688 h 785813"/>
                <a:gd name="connsiteX136" fmla="*/ 376238 w 695325"/>
                <a:gd name="connsiteY136" fmla="*/ 147638 h 785813"/>
                <a:gd name="connsiteX137" fmla="*/ 364331 w 695325"/>
                <a:gd name="connsiteY137" fmla="*/ 142875 h 785813"/>
                <a:gd name="connsiteX138" fmla="*/ 364331 w 695325"/>
                <a:gd name="connsiteY138" fmla="*/ 116682 h 785813"/>
                <a:gd name="connsiteX139" fmla="*/ 309563 w 695325"/>
                <a:gd name="connsiteY139" fmla="*/ 90488 h 785813"/>
                <a:gd name="connsiteX140" fmla="*/ 288131 w 695325"/>
                <a:gd name="connsiteY140" fmla="*/ 97632 h 785813"/>
                <a:gd name="connsiteX141" fmla="*/ 292894 w 695325"/>
                <a:gd name="connsiteY141" fmla="*/ 123825 h 785813"/>
                <a:gd name="connsiteX142" fmla="*/ 273844 w 695325"/>
                <a:gd name="connsiteY142" fmla="*/ 126207 h 785813"/>
                <a:gd name="connsiteX143" fmla="*/ 259556 w 695325"/>
                <a:gd name="connsiteY143" fmla="*/ 121444 h 785813"/>
                <a:gd name="connsiteX144" fmla="*/ 247650 w 695325"/>
                <a:gd name="connsiteY144" fmla="*/ 140494 h 785813"/>
                <a:gd name="connsiteX145" fmla="*/ 223838 w 695325"/>
                <a:gd name="connsiteY145" fmla="*/ 152400 h 785813"/>
                <a:gd name="connsiteX146" fmla="*/ 221456 w 695325"/>
                <a:gd name="connsiteY146" fmla="*/ 130969 h 785813"/>
                <a:gd name="connsiteX147" fmla="*/ 223838 w 695325"/>
                <a:gd name="connsiteY147" fmla="*/ 92869 h 785813"/>
                <a:gd name="connsiteX148" fmla="*/ 216694 w 695325"/>
                <a:gd name="connsiteY148" fmla="*/ 66675 h 785813"/>
                <a:gd name="connsiteX149" fmla="*/ 214313 w 695325"/>
                <a:gd name="connsiteY149" fmla="*/ 50007 h 785813"/>
                <a:gd name="connsiteX150" fmla="*/ 204788 w 695325"/>
                <a:gd name="connsiteY150" fmla="*/ 28575 h 785813"/>
                <a:gd name="connsiteX151" fmla="*/ 202406 w 695325"/>
                <a:gd name="connsiteY151" fmla="*/ 0 h 785813"/>
                <a:gd name="connsiteX152" fmla="*/ 183356 w 695325"/>
                <a:gd name="connsiteY152" fmla="*/ 7144 h 785813"/>
                <a:gd name="connsiteX153" fmla="*/ 161926 w 695325"/>
                <a:gd name="connsiteY153" fmla="*/ 23813 h 785813"/>
                <a:gd name="connsiteX154" fmla="*/ 147638 w 695325"/>
                <a:gd name="connsiteY154" fmla="*/ 33338 h 785813"/>
                <a:gd name="connsiteX155" fmla="*/ 109537 w 695325"/>
                <a:gd name="connsiteY155" fmla="*/ 147638 h 785813"/>
                <a:gd name="connsiteX156" fmla="*/ 114300 w 695325"/>
                <a:gd name="connsiteY156" fmla="*/ 223837 h 785813"/>
                <a:gd name="connsiteX0" fmla="*/ 114300 w 695325"/>
                <a:gd name="connsiteY0" fmla="*/ 223837 h 785813"/>
                <a:gd name="connsiteX1" fmla="*/ 100012 w 695325"/>
                <a:gd name="connsiteY1" fmla="*/ 204788 h 785813"/>
                <a:gd name="connsiteX2" fmla="*/ 66676 w 695325"/>
                <a:gd name="connsiteY2" fmla="*/ 116682 h 785813"/>
                <a:gd name="connsiteX3" fmla="*/ 80963 w 695325"/>
                <a:gd name="connsiteY3" fmla="*/ 30957 h 785813"/>
                <a:gd name="connsiteX4" fmla="*/ 102394 w 695325"/>
                <a:gd name="connsiteY4" fmla="*/ 1 h 785813"/>
                <a:gd name="connsiteX5" fmla="*/ 54769 w 695325"/>
                <a:gd name="connsiteY5" fmla="*/ 4763 h 785813"/>
                <a:gd name="connsiteX6" fmla="*/ 21431 w 695325"/>
                <a:gd name="connsiteY6" fmla="*/ 38100 h 785813"/>
                <a:gd name="connsiteX7" fmla="*/ 21431 w 695325"/>
                <a:gd name="connsiteY7" fmla="*/ 69057 h 785813"/>
                <a:gd name="connsiteX8" fmla="*/ 11906 w 695325"/>
                <a:gd name="connsiteY8" fmla="*/ 88107 h 785813"/>
                <a:gd name="connsiteX9" fmla="*/ 7144 w 695325"/>
                <a:gd name="connsiteY9" fmla="*/ 126207 h 785813"/>
                <a:gd name="connsiteX10" fmla="*/ 7144 w 695325"/>
                <a:gd name="connsiteY10" fmla="*/ 126207 h 785813"/>
                <a:gd name="connsiteX11" fmla="*/ 0 w 695325"/>
                <a:gd name="connsiteY11" fmla="*/ 145257 h 785813"/>
                <a:gd name="connsiteX12" fmla="*/ 0 w 695325"/>
                <a:gd name="connsiteY12" fmla="*/ 190500 h 785813"/>
                <a:gd name="connsiteX13" fmla="*/ 38100 w 695325"/>
                <a:gd name="connsiteY13" fmla="*/ 200025 h 785813"/>
                <a:gd name="connsiteX14" fmla="*/ 64294 w 695325"/>
                <a:gd name="connsiteY14" fmla="*/ 219075 h 785813"/>
                <a:gd name="connsiteX15" fmla="*/ 66675 w 695325"/>
                <a:gd name="connsiteY15" fmla="*/ 233363 h 785813"/>
                <a:gd name="connsiteX16" fmla="*/ 35719 w 695325"/>
                <a:gd name="connsiteY16" fmla="*/ 228600 h 785813"/>
                <a:gd name="connsiteX17" fmla="*/ 9525 w 695325"/>
                <a:gd name="connsiteY17" fmla="*/ 216694 h 785813"/>
                <a:gd name="connsiteX18" fmla="*/ 47625 w 695325"/>
                <a:gd name="connsiteY18" fmla="*/ 276225 h 785813"/>
                <a:gd name="connsiteX19" fmla="*/ 76200 w 695325"/>
                <a:gd name="connsiteY19" fmla="*/ 257175 h 785813"/>
                <a:gd name="connsiteX20" fmla="*/ 102394 w 695325"/>
                <a:gd name="connsiteY20" fmla="*/ 288132 h 785813"/>
                <a:gd name="connsiteX21" fmla="*/ 147638 w 695325"/>
                <a:gd name="connsiteY21" fmla="*/ 300038 h 785813"/>
                <a:gd name="connsiteX22" fmla="*/ 188119 w 695325"/>
                <a:gd name="connsiteY22" fmla="*/ 307182 h 785813"/>
                <a:gd name="connsiteX23" fmla="*/ 209550 w 695325"/>
                <a:gd name="connsiteY23" fmla="*/ 295275 h 785813"/>
                <a:gd name="connsiteX24" fmla="*/ 197644 w 695325"/>
                <a:gd name="connsiteY24" fmla="*/ 285750 h 785813"/>
                <a:gd name="connsiteX25" fmla="*/ 219075 w 695325"/>
                <a:gd name="connsiteY25" fmla="*/ 285750 h 785813"/>
                <a:gd name="connsiteX26" fmla="*/ 247650 w 695325"/>
                <a:gd name="connsiteY26" fmla="*/ 314325 h 785813"/>
                <a:gd name="connsiteX27" fmla="*/ 266700 w 695325"/>
                <a:gd name="connsiteY27" fmla="*/ 292894 h 785813"/>
                <a:gd name="connsiteX28" fmla="*/ 252413 w 695325"/>
                <a:gd name="connsiteY28" fmla="*/ 266700 h 785813"/>
                <a:gd name="connsiteX29" fmla="*/ 266700 w 695325"/>
                <a:gd name="connsiteY29" fmla="*/ 261938 h 785813"/>
                <a:gd name="connsiteX30" fmla="*/ 345281 w 695325"/>
                <a:gd name="connsiteY30" fmla="*/ 342900 h 785813"/>
                <a:gd name="connsiteX31" fmla="*/ 352425 w 695325"/>
                <a:gd name="connsiteY31" fmla="*/ 357188 h 785813"/>
                <a:gd name="connsiteX32" fmla="*/ 330994 w 695325"/>
                <a:gd name="connsiteY32" fmla="*/ 383382 h 785813"/>
                <a:gd name="connsiteX33" fmla="*/ 373856 w 695325"/>
                <a:gd name="connsiteY33" fmla="*/ 371475 h 785813"/>
                <a:gd name="connsiteX34" fmla="*/ 395288 w 695325"/>
                <a:gd name="connsiteY34" fmla="*/ 371475 h 785813"/>
                <a:gd name="connsiteX35" fmla="*/ 381000 w 695325"/>
                <a:gd name="connsiteY35" fmla="*/ 388144 h 785813"/>
                <a:gd name="connsiteX36" fmla="*/ 395288 w 695325"/>
                <a:gd name="connsiteY36" fmla="*/ 397669 h 785813"/>
                <a:gd name="connsiteX37" fmla="*/ 421481 w 695325"/>
                <a:gd name="connsiteY37" fmla="*/ 426244 h 785813"/>
                <a:gd name="connsiteX38" fmla="*/ 438150 w 695325"/>
                <a:gd name="connsiteY38" fmla="*/ 461963 h 785813"/>
                <a:gd name="connsiteX39" fmla="*/ 440531 w 695325"/>
                <a:gd name="connsiteY39" fmla="*/ 492919 h 785813"/>
                <a:gd name="connsiteX40" fmla="*/ 423863 w 695325"/>
                <a:gd name="connsiteY40" fmla="*/ 511969 h 785813"/>
                <a:gd name="connsiteX41" fmla="*/ 423863 w 695325"/>
                <a:gd name="connsiteY41" fmla="*/ 535782 h 785813"/>
                <a:gd name="connsiteX42" fmla="*/ 402431 w 695325"/>
                <a:gd name="connsiteY42" fmla="*/ 535782 h 785813"/>
                <a:gd name="connsiteX43" fmla="*/ 383381 w 695325"/>
                <a:gd name="connsiteY43" fmla="*/ 547688 h 785813"/>
                <a:gd name="connsiteX44" fmla="*/ 407194 w 695325"/>
                <a:gd name="connsiteY44" fmla="*/ 583407 h 785813"/>
                <a:gd name="connsiteX45" fmla="*/ 395288 w 695325"/>
                <a:gd name="connsiteY45" fmla="*/ 611982 h 785813"/>
                <a:gd name="connsiteX46" fmla="*/ 359569 w 695325"/>
                <a:gd name="connsiteY46" fmla="*/ 611982 h 785813"/>
                <a:gd name="connsiteX47" fmla="*/ 328613 w 695325"/>
                <a:gd name="connsiteY47" fmla="*/ 609600 h 785813"/>
                <a:gd name="connsiteX48" fmla="*/ 309563 w 695325"/>
                <a:gd name="connsiteY48" fmla="*/ 597694 h 785813"/>
                <a:gd name="connsiteX49" fmla="*/ 297656 w 695325"/>
                <a:gd name="connsiteY49" fmla="*/ 621507 h 785813"/>
                <a:gd name="connsiteX50" fmla="*/ 297656 w 695325"/>
                <a:gd name="connsiteY50" fmla="*/ 645319 h 785813"/>
                <a:gd name="connsiteX51" fmla="*/ 330994 w 695325"/>
                <a:gd name="connsiteY51" fmla="*/ 661988 h 785813"/>
                <a:gd name="connsiteX52" fmla="*/ 354806 w 695325"/>
                <a:gd name="connsiteY52" fmla="*/ 642938 h 785813"/>
                <a:gd name="connsiteX53" fmla="*/ 371475 w 695325"/>
                <a:gd name="connsiteY53" fmla="*/ 638175 h 785813"/>
                <a:gd name="connsiteX54" fmla="*/ 378619 w 695325"/>
                <a:gd name="connsiteY54" fmla="*/ 628650 h 785813"/>
                <a:gd name="connsiteX55" fmla="*/ 400050 w 695325"/>
                <a:gd name="connsiteY55" fmla="*/ 640557 h 785813"/>
                <a:gd name="connsiteX56" fmla="*/ 414338 w 695325"/>
                <a:gd name="connsiteY56" fmla="*/ 659607 h 785813"/>
                <a:gd name="connsiteX57" fmla="*/ 438150 w 695325"/>
                <a:gd name="connsiteY57" fmla="*/ 688182 h 785813"/>
                <a:gd name="connsiteX58" fmla="*/ 452438 w 695325"/>
                <a:gd name="connsiteY58" fmla="*/ 688182 h 785813"/>
                <a:gd name="connsiteX59" fmla="*/ 464344 w 695325"/>
                <a:gd name="connsiteY59" fmla="*/ 704850 h 785813"/>
                <a:gd name="connsiteX60" fmla="*/ 450056 w 695325"/>
                <a:gd name="connsiteY60" fmla="*/ 714375 h 785813"/>
                <a:gd name="connsiteX61" fmla="*/ 481013 w 695325"/>
                <a:gd name="connsiteY61" fmla="*/ 740569 h 785813"/>
                <a:gd name="connsiteX62" fmla="*/ 497681 w 695325"/>
                <a:gd name="connsiteY62" fmla="*/ 738188 h 785813"/>
                <a:gd name="connsiteX63" fmla="*/ 526256 w 695325"/>
                <a:gd name="connsiteY63" fmla="*/ 752475 h 785813"/>
                <a:gd name="connsiteX64" fmla="*/ 566738 w 695325"/>
                <a:gd name="connsiteY64" fmla="*/ 783432 h 785813"/>
                <a:gd name="connsiteX65" fmla="*/ 578644 w 695325"/>
                <a:gd name="connsiteY65" fmla="*/ 785813 h 785813"/>
                <a:gd name="connsiteX66" fmla="*/ 588169 w 695325"/>
                <a:gd name="connsiteY66" fmla="*/ 776288 h 785813"/>
                <a:gd name="connsiteX67" fmla="*/ 566738 w 695325"/>
                <a:gd name="connsiteY67" fmla="*/ 762000 h 785813"/>
                <a:gd name="connsiteX68" fmla="*/ 535781 w 695325"/>
                <a:gd name="connsiteY68" fmla="*/ 733425 h 785813"/>
                <a:gd name="connsiteX69" fmla="*/ 523875 w 695325"/>
                <a:gd name="connsiteY69" fmla="*/ 697707 h 785813"/>
                <a:gd name="connsiteX70" fmla="*/ 531019 w 695325"/>
                <a:gd name="connsiteY70" fmla="*/ 685800 h 785813"/>
                <a:gd name="connsiteX71" fmla="*/ 557213 w 695325"/>
                <a:gd name="connsiteY71" fmla="*/ 711994 h 785813"/>
                <a:gd name="connsiteX72" fmla="*/ 597694 w 695325"/>
                <a:gd name="connsiteY72" fmla="*/ 733425 h 785813"/>
                <a:gd name="connsiteX73" fmla="*/ 619125 w 695325"/>
                <a:gd name="connsiteY73" fmla="*/ 742950 h 785813"/>
                <a:gd name="connsiteX74" fmla="*/ 611981 w 695325"/>
                <a:gd name="connsiteY74" fmla="*/ 716757 h 785813"/>
                <a:gd name="connsiteX75" fmla="*/ 623888 w 695325"/>
                <a:gd name="connsiteY75" fmla="*/ 707232 h 785813"/>
                <a:gd name="connsiteX76" fmla="*/ 619125 w 695325"/>
                <a:gd name="connsiteY76" fmla="*/ 683419 h 785813"/>
                <a:gd name="connsiteX77" fmla="*/ 602456 w 695325"/>
                <a:gd name="connsiteY77" fmla="*/ 664369 h 785813"/>
                <a:gd name="connsiteX78" fmla="*/ 607219 w 695325"/>
                <a:gd name="connsiteY78" fmla="*/ 647700 h 785813"/>
                <a:gd name="connsiteX79" fmla="*/ 592931 w 695325"/>
                <a:gd name="connsiteY79" fmla="*/ 640557 h 785813"/>
                <a:gd name="connsiteX80" fmla="*/ 585788 w 695325"/>
                <a:gd name="connsiteY80" fmla="*/ 628650 h 785813"/>
                <a:gd name="connsiteX81" fmla="*/ 564356 w 695325"/>
                <a:gd name="connsiteY81" fmla="*/ 623888 h 785813"/>
                <a:gd name="connsiteX82" fmla="*/ 550069 w 695325"/>
                <a:gd name="connsiteY82" fmla="*/ 588169 h 785813"/>
                <a:gd name="connsiteX83" fmla="*/ 540544 w 695325"/>
                <a:gd name="connsiteY83" fmla="*/ 581025 h 785813"/>
                <a:gd name="connsiteX84" fmla="*/ 550069 w 695325"/>
                <a:gd name="connsiteY84" fmla="*/ 561975 h 785813"/>
                <a:gd name="connsiteX85" fmla="*/ 545306 w 695325"/>
                <a:gd name="connsiteY85" fmla="*/ 547688 h 785813"/>
                <a:gd name="connsiteX86" fmla="*/ 540544 w 695325"/>
                <a:gd name="connsiteY86" fmla="*/ 523875 h 785813"/>
                <a:gd name="connsiteX87" fmla="*/ 571500 w 695325"/>
                <a:gd name="connsiteY87" fmla="*/ 519113 h 785813"/>
                <a:gd name="connsiteX88" fmla="*/ 595313 w 695325"/>
                <a:gd name="connsiteY88" fmla="*/ 550069 h 785813"/>
                <a:gd name="connsiteX89" fmla="*/ 626269 w 695325"/>
                <a:gd name="connsiteY89" fmla="*/ 569119 h 785813"/>
                <a:gd name="connsiteX90" fmla="*/ 631031 w 695325"/>
                <a:gd name="connsiteY90" fmla="*/ 592932 h 785813"/>
                <a:gd name="connsiteX91" fmla="*/ 659606 w 695325"/>
                <a:gd name="connsiteY91" fmla="*/ 611982 h 785813"/>
                <a:gd name="connsiteX92" fmla="*/ 650081 w 695325"/>
                <a:gd name="connsiteY92" fmla="*/ 576263 h 785813"/>
                <a:gd name="connsiteX93" fmla="*/ 669131 w 695325"/>
                <a:gd name="connsiteY93" fmla="*/ 576263 h 785813"/>
                <a:gd name="connsiteX94" fmla="*/ 683419 w 695325"/>
                <a:gd name="connsiteY94" fmla="*/ 554832 h 785813"/>
                <a:gd name="connsiteX95" fmla="*/ 671513 w 695325"/>
                <a:gd name="connsiteY95" fmla="*/ 535782 h 785813"/>
                <a:gd name="connsiteX96" fmla="*/ 695325 w 695325"/>
                <a:gd name="connsiteY96" fmla="*/ 528638 h 785813"/>
                <a:gd name="connsiteX97" fmla="*/ 676275 w 695325"/>
                <a:gd name="connsiteY97" fmla="*/ 516732 h 785813"/>
                <a:gd name="connsiteX98" fmla="*/ 645319 w 695325"/>
                <a:gd name="connsiteY98" fmla="*/ 511969 h 785813"/>
                <a:gd name="connsiteX99" fmla="*/ 652463 w 695325"/>
                <a:gd name="connsiteY99" fmla="*/ 483394 h 785813"/>
                <a:gd name="connsiteX100" fmla="*/ 631031 w 695325"/>
                <a:gd name="connsiteY100" fmla="*/ 488157 h 785813"/>
                <a:gd name="connsiteX101" fmla="*/ 631031 w 695325"/>
                <a:gd name="connsiteY101" fmla="*/ 461963 h 785813"/>
                <a:gd name="connsiteX102" fmla="*/ 609600 w 695325"/>
                <a:gd name="connsiteY102" fmla="*/ 452438 h 785813"/>
                <a:gd name="connsiteX103" fmla="*/ 602456 w 695325"/>
                <a:gd name="connsiteY103" fmla="*/ 435769 h 785813"/>
                <a:gd name="connsiteX104" fmla="*/ 585788 w 695325"/>
                <a:gd name="connsiteY104" fmla="*/ 447675 h 785813"/>
                <a:gd name="connsiteX105" fmla="*/ 576263 w 695325"/>
                <a:gd name="connsiteY105" fmla="*/ 423863 h 785813"/>
                <a:gd name="connsiteX106" fmla="*/ 545306 w 695325"/>
                <a:gd name="connsiteY106" fmla="*/ 400050 h 785813"/>
                <a:gd name="connsiteX107" fmla="*/ 526256 w 695325"/>
                <a:gd name="connsiteY107" fmla="*/ 400050 h 785813"/>
                <a:gd name="connsiteX108" fmla="*/ 540544 w 695325"/>
                <a:gd name="connsiteY108" fmla="*/ 381000 h 785813"/>
                <a:gd name="connsiteX109" fmla="*/ 540544 w 695325"/>
                <a:gd name="connsiteY109" fmla="*/ 359569 h 785813"/>
                <a:gd name="connsiteX110" fmla="*/ 535781 w 695325"/>
                <a:gd name="connsiteY110" fmla="*/ 352425 h 785813"/>
                <a:gd name="connsiteX111" fmla="*/ 578644 w 695325"/>
                <a:gd name="connsiteY111" fmla="*/ 364332 h 785813"/>
                <a:gd name="connsiteX112" fmla="*/ 566738 w 695325"/>
                <a:gd name="connsiteY112" fmla="*/ 347663 h 785813"/>
                <a:gd name="connsiteX113" fmla="*/ 528638 w 695325"/>
                <a:gd name="connsiteY113" fmla="*/ 335757 h 785813"/>
                <a:gd name="connsiteX114" fmla="*/ 519113 w 695325"/>
                <a:gd name="connsiteY114" fmla="*/ 321469 h 785813"/>
                <a:gd name="connsiteX115" fmla="*/ 557213 w 695325"/>
                <a:gd name="connsiteY115" fmla="*/ 307182 h 785813"/>
                <a:gd name="connsiteX116" fmla="*/ 545306 w 695325"/>
                <a:gd name="connsiteY116" fmla="*/ 280988 h 785813"/>
                <a:gd name="connsiteX117" fmla="*/ 538163 w 695325"/>
                <a:gd name="connsiteY117" fmla="*/ 297657 h 785813"/>
                <a:gd name="connsiteX118" fmla="*/ 514350 w 695325"/>
                <a:gd name="connsiteY118" fmla="*/ 309563 h 785813"/>
                <a:gd name="connsiteX119" fmla="*/ 507206 w 695325"/>
                <a:gd name="connsiteY119" fmla="*/ 288132 h 785813"/>
                <a:gd name="connsiteX120" fmla="*/ 500063 w 695325"/>
                <a:gd name="connsiteY120" fmla="*/ 278607 h 785813"/>
                <a:gd name="connsiteX121" fmla="*/ 523875 w 695325"/>
                <a:gd name="connsiteY121" fmla="*/ 259557 h 785813"/>
                <a:gd name="connsiteX122" fmla="*/ 504825 w 695325"/>
                <a:gd name="connsiteY122" fmla="*/ 242888 h 785813"/>
                <a:gd name="connsiteX123" fmla="*/ 485775 w 695325"/>
                <a:gd name="connsiteY123" fmla="*/ 254794 h 785813"/>
                <a:gd name="connsiteX124" fmla="*/ 473869 w 695325"/>
                <a:gd name="connsiteY124" fmla="*/ 240507 h 785813"/>
                <a:gd name="connsiteX125" fmla="*/ 471488 w 695325"/>
                <a:gd name="connsiteY125" fmla="*/ 223838 h 785813"/>
                <a:gd name="connsiteX126" fmla="*/ 452438 w 695325"/>
                <a:gd name="connsiteY126" fmla="*/ 230982 h 785813"/>
                <a:gd name="connsiteX127" fmla="*/ 450056 w 695325"/>
                <a:gd name="connsiteY127" fmla="*/ 214313 h 785813"/>
                <a:gd name="connsiteX128" fmla="*/ 457200 w 695325"/>
                <a:gd name="connsiteY128" fmla="*/ 202407 h 785813"/>
                <a:gd name="connsiteX129" fmla="*/ 433388 w 695325"/>
                <a:gd name="connsiteY129" fmla="*/ 171450 h 785813"/>
                <a:gd name="connsiteX130" fmla="*/ 423863 w 695325"/>
                <a:gd name="connsiteY130" fmla="*/ 190500 h 785813"/>
                <a:gd name="connsiteX131" fmla="*/ 416719 w 695325"/>
                <a:gd name="connsiteY131" fmla="*/ 207169 h 785813"/>
                <a:gd name="connsiteX132" fmla="*/ 397669 w 695325"/>
                <a:gd name="connsiteY132" fmla="*/ 192882 h 785813"/>
                <a:gd name="connsiteX133" fmla="*/ 395288 w 695325"/>
                <a:gd name="connsiteY133" fmla="*/ 166688 h 785813"/>
                <a:gd name="connsiteX134" fmla="*/ 383381 w 695325"/>
                <a:gd name="connsiteY134" fmla="*/ 180975 h 785813"/>
                <a:gd name="connsiteX135" fmla="*/ 376238 w 695325"/>
                <a:gd name="connsiteY135" fmla="*/ 166688 h 785813"/>
                <a:gd name="connsiteX136" fmla="*/ 376238 w 695325"/>
                <a:gd name="connsiteY136" fmla="*/ 147638 h 785813"/>
                <a:gd name="connsiteX137" fmla="*/ 364331 w 695325"/>
                <a:gd name="connsiteY137" fmla="*/ 142875 h 785813"/>
                <a:gd name="connsiteX138" fmla="*/ 364331 w 695325"/>
                <a:gd name="connsiteY138" fmla="*/ 116682 h 785813"/>
                <a:gd name="connsiteX139" fmla="*/ 309563 w 695325"/>
                <a:gd name="connsiteY139" fmla="*/ 90488 h 785813"/>
                <a:gd name="connsiteX140" fmla="*/ 288131 w 695325"/>
                <a:gd name="connsiteY140" fmla="*/ 97632 h 785813"/>
                <a:gd name="connsiteX141" fmla="*/ 292894 w 695325"/>
                <a:gd name="connsiteY141" fmla="*/ 123825 h 785813"/>
                <a:gd name="connsiteX142" fmla="*/ 273844 w 695325"/>
                <a:gd name="connsiteY142" fmla="*/ 126207 h 785813"/>
                <a:gd name="connsiteX143" fmla="*/ 259556 w 695325"/>
                <a:gd name="connsiteY143" fmla="*/ 121444 h 785813"/>
                <a:gd name="connsiteX144" fmla="*/ 247650 w 695325"/>
                <a:gd name="connsiteY144" fmla="*/ 140494 h 785813"/>
                <a:gd name="connsiteX145" fmla="*/ 223838 w 695325"/>
                <a:gd name="connsiteY145" fmla="*/ 152400 h 785813"/>
                <a:gd name="connsiteX146" fmla="*/ 221456 w 695325"/>
                <a:gd name="connsiteY146" fmla="*/ 130969 h 785813"/>
                <a:gd name="connsiteX147" fmla="*/ 223838 w 695325"/>
                <a:gd name="connsiteY147" fmla="*/ 92869 h 785813"/>
                <a:gd name="connsiteX148" fmla="*/ 216694 w 695325"/>
                <a:gd name="connsiteY148" fmla="*/ 66675 h 785813"/>
                <a:gd name="connsiteX149" fmla="*/ 214313 w 695325"/>
                <a:gd name="connsiteY149" fmla="*/ 50007 h 785813"/>
                <a:gd name="connsiteX150" fmla="*/ 204788 w 695325"/>
                <a:gd name="connsiteY150" fmla="*/ 28575 h 785813"/>
                <a:gd name="connsiteX151" fmla="*/ 202406 w 695325"/>
                <a:gd name="connsiteY151" fmla="*/ 0 h 785813"/>
                <a:gd name="connsiteX152" fmla="*/ 183356 w 695325"/>
                <a:gd name="connsiteY152" fmla="*/ 7144 h 785813"/>
                <a:gd name="connsiteX153" fmla="*/ 161926 w 695325"/>
                <a:gd name="connsiteY153" fmla="*/ 23813 h 785813"/>
                <a:gd name="connsiteX154" fmla="*/ 147638 w 695325"/>
                <a:gd name="connsiteY154" fmla="*/ 33338 h 785813"/>
                <a:gd name="connsiteX155" fmla="*/ 123825 w 695325"/>
                <a:gd name="connsiteY155" fmla="*/ 85725 h 785813"/>
                <a:gd name="connsiteX156" fmla="*/ 109537 w 695325"/>
                <a:gd name="connsiteY156" fmla="*/ 147638 h 785813"/>
                <a:gd name="connsiteX157" fmla="*/ 114300 w 695325"/>
                <a:gd name="connsiteY157" fmla="*/ 223837 h 785813"/>
                <a:gd name="connsiteX0" fmla="*/ 114300 w 695325"/>
                <a:gd name="connsiteY0" fmla="*/ 223837 h 785813"/>
                <a:gd name="connsiteX1" fmla="*/ 100012 w 695325"/>
                <a:gd name="connsiteY1" fmla="*/ 204788 h 785813"/>
                <a:gd name="connsiteX2" fmla="*/ 66676 w 695325"/>
                <a:gd name="connsiteY2" fmla="*/ 116682 h 785813"/>
                <a:gd name="connsiteX3" fmla="*/ 80963 w 695325"/>
                <a:gd name="connsiteY3" fmla="*/ 30957 h 785813"/>
                <a:gd name="connsiteX4" fmla="*/ 102394 w 695325"/>
                <a:gd name="connsiteY4" fmla="*/ 1 h 785813"/>
                <a:gd name="connsiteX5" fmla="*/ 54769 w 695325"/>
                <a:gd name="connsiteY5" fmla="*/ 4763 h 785813"/>
                <a:gd name="connsiteX6" fmla="*/ 21431 w 695325"/>
                <a:gd name="connsiteY6" fmla="*/ 38100 h 785813"/>
                <a:gd name="connsiteX7" fmla="*/ 21431 w 695325"/>
                <a:gd name="connsiteY7" fmla="*/ 69057 h 785813"/>
                <a:gd name="connsiteX8" fmla="*/ 11906 w 695325"/>
                <a:gd name="connsiteY8" fmla="*/ 88107 h 785813"/>
                <a:gd name="connsiteX9" fmla="*/ 7144 w 695325"/>
                <a:gd name="connsiteY9" fmla="*/ 126207 h 785813"/>
                <a:gd name="connsiteX10" fmla="*/ 7144 w 695325"/>
                <a:gd name="connsiteY10" fmla="*/ 126207 h 785813"/>
                <a:gd name="connsiteX11" fmla="*/ 0 w 695325"/>
                <a:gd name="connsiteY11" fmla="*/ 145257 h 785813"/>
                <a:gd name="connsiteX12" fmla="*/ 0 w 695325"/>
                <a:gd name="connsiteY12" fmla="*/ 190500 h 785813"/>
                <a:gd name="connsiteX13" fmla="*/ 38100 w 695325"/>
                <a:gd name="connsiteY13" fmla="*/ 200025 h 785813"/>
                <a:gd name="connsiteX14" fmla="*/ 64294 w 695325"/>
                <a:gd name="connsiteY14" fmla="*/ 219075 h 785813"/>
                <a:gd name="connsiteX15" fmla="*/ 66675 w 695325"/>
                <a:gd name="connsiteY15" fmla="*/ 233363 h 785813"/>
                <a:gd name="connsiteX16" fmla="*/ 35719 w 695325"/>
                <a:gd name="connsiteY16" fmla="*/ 228600 h 785813"/>
                <a:gd name="connsiteX17" fmla="*/ 9525 w 695325"/>
                <a:gd name="connsiteY17" fmla="*/ 216694 h 785813"/>
                <a:gd name="connsiteX18" fmla="*/ 47625 w 695325"/>
                <a:gd name="connsiteY18" fmla="*/ 276225 h 785813"/>
                <a:gd name="connsiteX19" fmla="*/ 76200 w 695325"/>
                <a:gd name="connsiteY19" fmla="*/ 257175 h 785813"/>
                <a:gd name="connsiteX20" fmla="*/ 102394 w 695325"/>
                <a:gd name="connsiteY20" fmla="*/ 288132 h 785813"/>
                <a:gd name="connsiteX21" fmla="*/ 147638 w 695325"/>
                <a:gd name="connsiteY21" fmla="*/ 300038 h 785813"/>
                <a:gd name="connsiteX22" fmla="*/ 188119 w 695325"/>
                <a:gd name="connsiteY22" fmla="*/ 307182 h 785813"/>
                <a:gd name="connsiteX23" fmla="*/ 209550 w 695325"/>
                <a:gd name="connsiteY23" fmla="*/ 295275 h 785813"/>
                <a:gd name="connsiteX24" fmla="*/ 197644 w 695325"/>
                <a:gd name="connsiteY24" fmla="*/ 285750 h 785813"/>
                <a:gd name="connsiteX25" fmla="*/ 219075 w 695325"/>
                <a:gd name="connsiteY25" fmla="*/ 285750 h 785813"/>
                <a:gd name="connsiteX26" fmla="*/ 247650 w 695325"/>
                <a:gd name="connsiteY26" fmla="*/ 314325 h 785813"/>
                <a:gd name="connsiteX27" fmla="*/ 266700 w 695325"/>
                <a:gd name="connsiteY27" fmla="*/ 292894 h 785813"/>
                <a:gd name="connsiteX28" fmla="*/ 252413 w 695325"/>
                <a:gd name="connsiteY28" fmla="*/ 266700 h 785813"/>
                <a:gd name="connsiteX29" fmla="*/ 266700 w 695325"/>
                <a:gd name="connsiteY29" fmla="*/ 261938 h 785813"/>
                <a:gd name="connsiteX30" fmla="*/ 345281 w 695325"/>
                <a:gd name="connsiteY30" fmla="*/ 342900 h 785813"/>
                <a:gd name="connsiteX31" fmla="*/ 352425 w 695325"/>
                <a:gd name="connsiteY31" fmla="*/ 357188 h 785813"/>
                <a:gd name="connsiteX32" fmla="*/ 330994 w 695325"/>
                <a:gd name="connsiteY32" fmla="*/ 383382 h 785813"/>
                <a:gd name="connsiteX33" fmla="*/ 373856 w 695325"/>
                <a:gd name="connsiteY33" fmla="*/ 371475 h 785813"/>
                <a:gd name="connsiteX34" fmla="*/ 395288 w 695325"/>
                <a:gd name="connsiteY34" fmla="*/ 371475 h 785813"/>
                <a:gd name="connsiteX35" fmla="*/ 381000 w 695325"/>
                <a:gd name="connsiteY35" fmla="*/ 388144 h 785813"/>
                <a:gd name="connsiteX36" fmla="*/ 395288 w 695325"/>
                <a:gd name="connsiteY36" fmla="*/ 397669 h 785813"/>
                <a:gd name="connsiteX37" fmla="*/ 421481 w 695325"/>
                <a:gd name="connsiteY37" fmla="*/ 426244 h 785813"/>
                <a:gd name="connsiteX38" fmla="*/ 438150 w 695325"/>
                <a:gd name="connsiteY38" fmla="*/ 461963 h 785813"/>
                <a:gd name="connsiteX39" fmla="*/ 440531 w 695325"/>
                <a:gd name="connsiteY39" fmla="*/ 492919 h 785813"/>
                <a:gd name="connsiteX40" fmla="*/ 423863 w 695325"/>
                <a:gd name="connsiteY40" fmla="*/ 511969 h 785813"/>
                <a:gd name="connsiteX41" fmla="*/ 423863 w 695325"/>
                <a:gd name="connsiteY41" fmla="*/ 535782 h 785813"/>
                <a:gd name="connsiteX42" fmla="*/ 402431 w 695325"/>
                <a:gd name="connsiteY42" fmla="*/ 535782 h 785813"/>
                <a:gd name="connsiteX43" fmla="*/ 383381 w 695325"/>
                <a:gd name="connsiteY43" fmla="*/ 547688 h 785813"/>
                <a:gd name="connsiteX44" fmla="*/ 407194 w 695325"/>
                <a:gd name="connsiteY44" fmla="*/ 583407 h 785813"/>
                <a:gd name="connsiteX45" fmla="*/ 395288 w 695325"/>
                <a:gd name="connsiteY45" fmla="*/ 611982 h 785813"/>
                <a:gd name="connsiteX46" fmla="*/ 359569 w 695325"/>
                <a:gd name="connsiteY46" fmla="*/ 611982 h 785813"/>
                <a:gd name="connsiteX47" fmla="*/ 328613 w 695325"/>
                <a:gd name="connsiteY47" fmla="*/ 609600 h 785813"/>
                <a:gd name="connsiteX48" fmla="*/ 309563 w 695325"/>
                <a:gd name="connsiteY48" fmla="*/ 597694 h 785813"/>
                <a:gd name="connsiteX49" fmla="*/ 297656 w 695325"/>
                <a:gd name="connsiteY49" fmla="*/ 621507 h 785813"/>
                <a:gd name="connsiteX50" fmla="*/ 297656 w 695325"/>
                <a:gd name="connsiteY50" fmla="*/ 645319 h 785813"/>
                <a:gd name="connsiteX51" fmla="*/ 330994 w 695325"/>
                <a:gd name="connsiteY51" fmla="*/ 661988 h 785813"/>
                <a:gd name="connsiteX52" fmla="*/ 354806 w 695325"/>
                <a:gd name="connsiteY52" fmla="*/ 642938 h 785813"/>
                <a:gd name="connsiteX53" fmla="*/ 371475 w 695325"/>
                <a:gd name="connsiteY53" fmla="*/ 638175 h 785813"/>
                <a:gd name="connsiteX54" fmla="*/ 378619 w 695325"/>
                <a:gd name="connsiteY54" fmla="*/ 628650 h 785813"/>
                <a:gd name="connsiteX55" fmla="*/ 400050 w 695325"/>
                <a:gd name="connsiteY55" fmla="*/ 640557 h 785813"/>
                <a:gd name="connsiteX56" fmla="*/ 414338 w 695325"/>
                <a:gd name="connsiteY56" fmla="*/ 659607 h 785813"/>
                <a:gd name="connsiteX57" fmla="*/ 438150 w 695325"/>
                <a:gd name="connsiteY57" fmla="*/ 688182 h 785813"/>
                <a:gd name="connsiteX58" fmla="*/ 452438 w 695325"/>
                <a:gd name="connsiteY58" fmla="*/ 688182 h 785813"/>
                <a:gd name="connsiteX59" fmla="*/ 464344 w 695325"/>
                <a:gd name="connsiteY59" fmla="*/ 704850 h 785813"/>
                <a:gd name="connsiteX60" fmla="*/ 450056 w 695325"/>
                <a:gd name="connsiteY60" fmla="*/ 714375 h 785813"/>
                <a:gd name="connsiteX61" fmla="*/ 481013 w 695325"/>
                <a:gd name="connsiteY61" fmla="*/ 740569 h 785813"/>
                <a:gd name="connsiteX62" fmla="*/ 497681 w 695325"/>
                <a:gd name="connsiteY62" fmla="*/ 738188 h 785813"/>
                <a:gd name="connsiteX63" fmla="*/ 526256 w 695325"/>
                <a:gd name="connsiteY63" fmla="*/ 752475 h 785813"/>
                <a:gd name="connsiteX64" fmla="*/ 566738 w 695325"/>
                <a:gd name="connsiteY64" fmla="*/ 783432 h 785813"/>
                <a:gd name="connsiteX65" fmla="*/ 578644 w 695325"/>
                <a:gd name="connsiteY65" fmla="*/ 785813 h 785813"/>
                <a:gd name="connsiteX66" fmla="*/ 588169 w 695325"/>
                <a:gd name="connsiteY66" fmla="*/ 776288 h 785813"/>
                <a:gd name="connsiteX67" fmla="*/ 566738 w 695325"/>
                <a:gd name="connsiteY67" fmla="*/ 762000 h 785813"/>
                <a:gd name="connsiteX68" fmla="*/ 535781 w 695325"/>
                <a:gd name="connsiteY68" fmla="*/ 733425 h 785813"/>
                <a:gd name="connsiteX69" fmla="*/ 523875 w 695325"/>
                <a:gd name="connsiteY69" fmla="*/ 697707 h 785813"/>
                <a:gd name="connsiteX70" fmla="*/ 531019 w 695325"/>
                <a:gd name="connsiteY70" fmla="*/ 685800 h 785813"/>
                <a:gd name="connsiteX71" fmla="*/ 557213 w 695325"/>
                <a:gd name="connsiteY71" fmla="*/ 711994 h 785813"/>
                <a:gd name="connsiteX72" fmla="*/ 597694 w 695325"/>
                <a:gd name="connsiteY72" fmla="*/ 733425 h 785813"/>
                <a:gd name="connsiteX73" fmla="*/ 619125 w 695325"/>
                <a:gd name="connsiteY73" fmla="*/ 742950 h 785813"/>
                <a:gd name="connsiteX74" fmla="*/ 611981 w 695325"/>
                <a:gd name="connsiteY74" fmla="*/ 716757 h 785813"/>
                <a:gd name="connsiteX75" fmla="*/ 623888 w 695325"/>
                <a:gd name="connsiteY75" fmla="*/ 707232 h 785813"/>
                <a:gd name="connsiteX76" fmla="*/ 619125 w 695325"/>
                <a:gd name="connsiteY76" fmla="*/ 683419 h 785813"/>
                <a:gd name="connsiteX77" fmla="*/ 602456 w 695325"/>
                <a:gd name="connsiteY77" fmla="*/ 664369 h 785813"/>
                <a:gd name="connsiteX78" fmla="*/ 607219 w 695325"/>
                <a:gd name="connsiteY78" fmla="*/ 647700 h 785813"/>
                <a:gd name="connsiteX79" fmla="*/ 592931 w 695325"/>
                <a:gd name="connsiteY79" fmla="*/ 640557 h 785813"/>
                <a:gd name="connsiteX80" fmla="*/ 585788 w 695325"/>
                <a:gd name="connsiteY80" fmla="*/ 628650 h 785813"/>
                <a:gd name="connsiteX81" fmla="*/ 564356 w 695325"/>
                <a:gd name="connsiteY81" fmla="*/ 623888 h 785813"/>
                <a:gd name="connsiteX82" fmla="*/ 550069 w 695325"/>
                <a:gd name="connsiteY82" fmla="*/ 588169 h 785813"/>
                <a:gd name="connsiteX83" fmla="*/ 540544 w 695325"/>
                <a:gd name="connsiteY83" fmla="*/ 581025 h 785813"/>
                <a:gd name="connsiteX84" fmla="*/ 550069 w 695325"/>
                <a:gd name="connsiteY84" fmla="*/ 561975 h 785813"/>
                <a:gd name="connsiteX85" fmla="*/ 545306 w 695325"/>
                <a:gd name="connsiteY85" fmla="*/ 547688 h 785813"/>
                <a:gd name="connsiteX86" fmla="*/ 540544 w 695325"/>
                <a:gd name="connsiteY86" fmla="*/ 523875 h 785813"/>
                <a:gd name="connsiteX87" fmla="*/ 571500 w 695325"/>
                <a:gd name="connsiteY87" fmla="*/ 519113 h 785813"/>
                <a:gd name="connsiteX88" fmla="*/ 595313 w 695325"/>
                <a:gd name="connsiteY88" fmla="*/ 550069 h 785813"/>
                <a:gd name="connsiteX89" fmla="*/ 626269 w 695325"/>
                <a:gd name="connsiteY89" fmla="*/ 569119 h 785813"/>
                <a:gd name="connsiteX90" fmla="*/ 631031 w 695325"/>
                <a:gd name="connsiteY90" fmla="*/ 592932 h 785813"/>
                <a:gd name="connsiteX91" fmla="*/ 659606 w 695325"/>
                <a:gd name="connsiteY91" fmla="*/ 611982 h 785813"/>
                <a:gd name="connsiteX92" fmla="*/ 650081 w 695325"/>
                <a:gd name="connsiteY92" fmla="*/ 576263 h 785813"/>
                <a:gd name="connsiteX93" fmla="*/ 669131 w 695325"/>
                <a:gd name="connsiteY93" fmla="*/ 576263 h 785813"/>
                <a:gd name="connsiteX94" fmla="*/ 683419 w 695325"/>
                <a:gd name="connsiteY94" fmla="*/ 554832 h 785813"/>
                <a:gd name="connsiteX95" fmla="*/ 671513 w 695325"/>
                <a:gd name="connsiteY95" fmla="*/ 535782 h 785813"/>
                <a:gd name="connsiteX96" fmla="*/ 695325 w 695325"/>
                <a:gd name="connsiteY96" fmla="*/ 528638 h 785813"/>
                <a:gd name="connsiteX97" fmla="*/ 676275 w 695325"/>
                <a:gd name="connsiteY97" fmla="*/ 516732 h 785813"/>
                <a:gd name="connsiteX98" fmla="*/ 645319 w 695325"/>
                <a:gd name="connsiteY98" fmla="*/ 511969 h 785813"/>
                <a:gd name="connsiteX99" fmla="*/ 652463 w 695325"/>
                <a:gd name="connsiteY99" fmla="*/ 483394 h 785813"/>
                <a:gd name="connsiteX100" fmla="*/ 631031 w 695325"/>
                <a:gd name="connsiteY100" fmla="*/ 488157 h 785813"/>
                <a:gd name="connsiteX101" fmla="*/ 631031 w 695325"/>
                <a:gd name="connsiteY101" fmla="*/ 461963 h 785813"/>
                <a:gd name="connsiteX102" fmla="*/ 609600 w 695325"/>
                <a:gd name="connsiteY102" fmla="*/ 452438 h 785813"/>
                <a:gd name="connsiteX103" fmla="*/ 602456 w 695325"/>
                <a:gd name="connsiteY103" fmla="*/ 435769 h 785813"/>
                <a:gd name="connsiteX104" fmla="*/ 585788 w 695325"/>
                <a:gd name="connsiteY104" fmla="*/ 447675 h 785813"/>
                <a:gd name="connsiteX105" fmla="*/ 576263 w 695325"/>
                <a:gd name="connsiteY105" fmla="*/ 423863 h 785813"/>
                <a:gd name="connsiteX106" fmla="*/ 545306 w 695325"/>
                <a:gd name="connsiteY106" fmla="*/ 400050 h 785813"/>
                <a:gd name="connsiteX107" fmla="*/ 526256 w 695325"/>
                <a:gd name="connsiteY107" fmla="*/ 400050 h 785813"/>
                <a:gd name="connsiteX108" fmla="*/ 540544 w 695325"/>
                <a:gd name="connsiteY108" fmla="*/ 381000 h 785813"/>
                <a:gd name="connsiteX109" fmla="*/ 540544 w 695325"/>
                <a:gd name="connsiteY109" fmla="*/ 359569 h 785813"/>
                <a:gd name="connsiteX110" fmla="*/ 535781 w 695325"/>
                <a:gd name="connsiteY110" fmla="*/ 352425 h 785813"/>
                <a:gd name="connsiteX111" fmla="*/ 578644 w 695325"/>
                <a:gd name="connsiteY111" fmla="*/ 364332 h 785813"/>
                <a:gd name="connsiteX112" fmla="*/ 566738 w 695325"/>
                <a:gd name="connsiteY112" fmla="*/ 347663 h 785813"/>
                <a:gd name="connsiteX113" fmla="*/ 528638 w 695325"/>
                <a:gd name="connsiteY113" fmla="*/ 335757 h 785813"/>
                <a:gd name="connsiteX114" fmla="*/ 519113 w 695325"/>
                <a:gd name="connsiteY114" fmla="*/ 321469 h 785813"/>
                <a:gd name="connsiteX115" fmla="*/ 557213 w 695325"/>
                <a:gd name="connsiteY115" fmla="*/ 307182 h 785813"/>
                <a:gd name="connsiteX116" fmla="*/ 545306 w 695325"/>
                <a:gd name="connsiteY116" fmla="*/ 280988 h 785813"/>
                <a:gd name="connsiteX117" fmla="*/ 538163 w 695325"/>
                <a:gd name="connsiteY117" fmla="*/ 297657 h 785813"/>
                <a:gd name="connsiteX118" fmla="*/ 514350 w 695325"/>
                <a:gd name="connsiteY118" fmla="*/ 309563 h 785813"/>
                <a:gd name="connsiteX119" fmla="*/ 507206 w 695325"/>
                <a:gd name="connsiteY119" fmla="*/ 288132 h 785813"/>
                <a:gd name="connsiteX120" fmla="*/ 500063 w 695325"/>
                <a:gd name="connsiteY120" fmla="*/ 278607 h 785813"/>
                <a:gd name="connsiteX121" fmla="*/ 523875 w 695325"/>
                <a:gd name="connsiteY121" fmla="*/ 259557 h 785813"/>
                <a:gd name="connsiteX122" fmla="*/ 504825 w 695325"/>
                <a:gd name="connsiteY122" fmla="*/ 242888 h 785813"/>
                <a:gd name="connsiteX123" fmla="*/ 485775 w 695325"/>
                <a:gd name="connsiteY123" fmla="*/ 254794 h 785813"/>
                <a:gd name="connsiteX124" fmla="*/ 473869 w 695325"/>
                <a:gd name="connsiteY124" fmla="*/ 240507 h 785813"/>
                <a:gd name="connsiteX125" fmla="*/ 471488 w 695325"/>
                <a:gd name="connsiteY125" fmla="*/ 223838 h 785813"/>
                <a:gd name="connsiteX126" fmla="*/ 452438 w 695325"/>
                <a:gd name="connsiteY126" fmla="*/ 230982 h 785813"/>
                <a:gd name="connsiteX127" fmla="*/ 450056 w 695325"/>
                <a:gd name="connsiteY127" fmla="*/ 214313 h 785813"/>
                <a:gd name="connsiteX128" fmla="*/ 457200 w 695325"/>
                <a:gd name="connsiteY128" fmla="*/ 202407 h 785813"/>
                <a:gd name="connsiteX129" fmla="*/ 433388 w 695325"/>
                <a:gd name="connsiteY129" fmla="*/ 171450 h 785813"/>
                <a:gd name="connsiteX130" fmla="*/ 423863 w 695325"/>
                <a:gd name="connsiteY130" fmla="*/ 190500 h 785813"/>
                <a:gd name="connsiteX131" fmla="*/ 416719 w 695325"/>
                <a:gd name="connsiteY131" fmla="*/ 207169 h 785813"/>
                <a:gd name="connsiteX132" fmla="*/ 397669 w 695325"/>
                <a:gd name="connsiteY132" fmla="*/ 192882 h 785813"/>
                <a:gd name="connsiteX133" fmla="*/ 395288 w 695325"/>
                <a:gd name="connsiteY133" fmla="*/ 166688 h 785813"/>
                <a:gd name="connsiteX134" fmla="*/ 383381 w 695325"/>
                <a:gd name="connsiteY134" fmla="*/ 180975 h 785813"/>
                <a:gd name="connsiteX135" fmla="*/ 376238 w 695325"/>
                <a:gd name="connsiteY135" fmla="*/ 166688 h 785813"/>
                <a:gd name="connsiteX136" fmla="*/ 376238 w 695325"/>
                <a:gd name="connsiteY136" fmla="*/ 147638 h 785813"/>
                <a:gd name="connsiteX137" fmla="*/ 364331 w 695325"/>
                <a:gd name="connsiteY137" fmla="*/ 142875 h 785813"/>
                <a:gd name="connsiteX138" fmla="*/ 364331 w 695325"/>
                <a:gd name="connsiteY138" fmla="*/ 116682 h 785813"/>
                <a:gd name="connsiteX139" fmla="*/ 309563 w 695325"/>
                <a:gd name="connsiteY139" fmla="*/ 90488 h 785813"/>
                <a:gd name="connsiteX140" fmla="*/ 288131 w 695325"/>
                <a:gd name="connsiteY140" fmla="*/ 97632 h 785813"/>
                <a:gd name="connsiteX141" fmla="*/ 292894 w 695325"/>
                <a:gd name="connsiteY141" fmla="*/ 123825 h 785813"/>
                <a:gd name="connsiteX142" fmla="*/ 273844 w 695325"/>
                <a:gd name="connsiteY142" fmla="*/ 126207 h 785813"/>
                <a:gd name="connsiteX143" fmla="*/ 259556 w 695325"/>
                <a:gd name="connsiteY143" fmla="*/ 121444 h 785813"/>
                <a:gd name="connsiteX144" fmla="*/ 247650 w 695325"/>
                <a:gd name="connsiteY144" fmla="*/ 140494 h 785813"/>
                <a:gd name="connsiteX145" fmla="*/ 223838 w 695325"/>
                <a:gd name="connsiteY145" fmla="*/ 152400 h 785813"/>
                <a:gd name="connsiteX146" fmla="*/ 221456 w 695325"/>
                <a:gd name="connsiteY146" fmla="*/ 130969 h 785813"/>
                <a:gd name="connsiteX147" fmla="*/ 223838 w 695325"/>
                <a:gd name="connsiteY147" fmla="*/ 92869 h 785813"/>
                <a:gd name="connsiteX148" fmla="*/ 216694 w 695325"/>
                <a:gd name="connsiteY148" fmla="*/ 66675 h 785813"/>
                <a:gd name="connsiteX149" fmla="*/ 214313 w 695325"/>
                <a:gd name="connsiteY149" fmla="*/ 50007 h 785813"/>
                <a:gd name="connsiteX150" fmla="*/ 204788 w 695325"/>
                <a:gd name="connsiteY150" fmla="*/ 28575 h 785813"/>
                <a:gd name="connsiteX151" fmla="*/ 202406 w 695325"/>
                <a:gd name="connsiteY151" fmla="*/ 0 h 785813"/>
                <a:gd name="connsiteX152" fmla="*/ 183356 w 695325"/>
                <a:gd name="connsiteY152" fmla="*/ 7144 h 785813"/>
                <a:gd name="connsiteX153" fmla="*/ 161926 w 695325"/>
                <a:gd name="connsiteY153" fmla="*/ 23813 h 785813"/>
                <a:gd name="connsiteX154" fmla="*/ 147638 w 695325"/>
                <a:gd name="connsiteY154" fmla="*/ 33338 h 785813"/>
                <a:gd name="connsiteX155" fmla="*/ 116682 w 695325"/>
                <a:gd name="connsiteY155" fmla="*/ 88106 h 785813"/>
                <a:gd name="connsiteX156" fmla="*/ 109537 w 695325"/>
                <a:gd name="connsiteY156" fmla="*/ 147638 h 785813"/>
                <a:gd name="connsiteX157" fmla="*/ 114300 w 695325"/>
                <a:gd name="connsiteY157" fmla="*/ 223837 h 78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695325" h="785813">
                  <a:moveTo>
                    <a:pt x="114300" y="223837"/>
                  </a:moveTo>
                  <a:lnTo>
                    <a:pt x="100012" y="204788"/>
                  </a:lnTo>
                  <a:lnTo>
                    <a:pt x="66676" y="116682"/>
                  </a:lnTo>
                  <a:cubicBezTo>
                    <a:pt x="62707" y="102395"/>
                    <a:pt x="74613" y="42863"/>
                    <a:pt x="80963" y="30957"/>
                  </a:cubicBezTo>
                  <a:cubicBezTo>
                    <a:pt x="87313" y="19051"/>
                    <a:pt x="108347" y="22226"/>
                    <a:pt x="102394" y="1"/>
                  </a:cubicBezTo>
                  <a:lnTo>
                    <a:pt x="54769" y="4763"/>
                  </a:lnTo>
                  <a:lnTo>
                    <a:pt x="21431" y="38100"/>
                  </a:lnTo>
                  <a:lnTo>
                    <a:pt x="21431" y="69057"/>
                  </a:lnTo>
                  <a:lnTo>
                    <a:pt x="11906" y="88107"/>
                  </a:lnTo>
                  <a:lnTo>
                    <a:pt x="7144" y="126207"/>
                  </a:lnTo>
                  <a:lnTo>
                    <a:pt x="7144" y="126207"/>
                  </a:lnTo>
                  <a:lnTo>
                    <a:pt x="0" y="145257"/>
                  </a:lnTo>
                  <a:lnTo>
                    <a:pt x="0" y="190500"/>
                  </a:lnTo>
                  <a:lnTo>
                    <a:pt x="38100" y="200025"/>
                  </a:lnTo>
                  <a:lnTo>
                    <a:pt x="64294" y="219075"/>
                  </a:lnTo>
                  <a:lnTo>
                    <a:pt x="66675" y="233363"/>
                  </a:lnTo>
                  <a:lnTo>
                    <a:pt x="35719" y="228600"/>
                  </a:lnTo>
                  <a:lnTo>
                    <a:pt x="9525" y="216694"/>
                  </a:lnTo>
                  <a:lnTo>
                    <a:pt x="47625" y="276225"/>
                  </a:lnTo>
                  <a:lnTo>
                    <a:pt x="76200" y="257175"/>
                  </a:lnTo>
                  <a:lnTo>
                    <a:pt x="102394" y="288132"/>
                  </a:lnTo>
                  <a:lnTo>
                    <a:pt x="147638" y="300038"/>
                  </a:lnTo>
                  <a:lnTo>
                    <a:pt x="188119" y="307182"/>
                  </a:lnTo>
                  <a:lnTo>
                    <a:pt x="209550" y="295275"/>
                  </a:lnTo>
                  <a:lnTo>
                    <a:pt x="197644" y="285750"/>
                  </a:lnTo>
                  <a:lnTo>
                    <a:pt x="219075" y="285750"/>
                  </a:lnTo>
                  <a:lnTo>
                    <a:pt x="247650" y="314325"/>
                  </a:lnTo>
                  <a:lnTo>
                    <a:pt x="266700" y="292894"/>
                  </a:lnTo>
                  <a:lnTo>
                    <a:pt x="252413" y="266700"/>
                  </a:lnTo>
                  <a:lnTo>
                    <a:pt x="266700" y="261938"/>
                  </a:lnTo>
                  <a:lnTo>
                    <a:pt x="345281" y="342900"/>
                  </a:lnTo>
                  <a:lnTo>
                    <a:pt x="352425" y="357188"/>
                  </a:lnTo>
                  <a:lnTo>
                    <a:pt x="330994" y="383382"/>
                  </a:lnTo>
                  <a:lnTo>
                    <a:pt x="373856" y="371475"/>
                  </a:lnTo>
                  <a:lnTo>
                    <a:pt x="395288" y="371475"/>
                  </a:lnTo>
                  <a:lnTo>
                    <a:pt x="381000" y="388144"/>
                  </a:lnTo>
                  <a:lnTo>
                    <a:pt x="395288" y="397669"/>
                  </a:lnTo>
                  <a:lnTo>
                    <a:pt x="421481" y="426244"/>
                  </a:lnTo>
                  <a:lnTo>
                    <a:pt x="438150" y="461963"/>
                  </a:lnTo>
                  <a:lnTo>
                    <a:pt x="440531" y="492919"/>
                  </a:lnTo>
                  <a:lnTo>
                    <a:pt x="423863" y="511969"/>
                  </a:lnTo>
                  <a:lnTo>
                    <a:pt x="423863" y="535782"/>
                  </a:lnTo>
                  <a:lnTo>
                    <a:pt x="402431" y="535782"/>
                  </a:lnTo>
                  <a:lnTo>
                    <a:pt x="383381" y="547688"/>
                  </a:lnTo>
                  <a:lnTo>
                    <a:pt x="407194" y="583407"/>
                  </a:lnTo>
                  <a:lnTo>
                    <a:pt x="395288" y="611982"/>
                  </a:lnTo>
                  <a:lnTo>
                    <a:pt x="359569" y="611982"/>
                  </a:lnTo>
                  <a:lnTo>
                    <a:pt x="328613" y="609600"/>
                  </a:lnTo>
                  <a:lnTo>
                    <a:pt x="309563" y="597694"/>
                  </a:lnTo>
                  <a:lnTo>
                    <a:pt x="297656" y="621507"/>
                  </a:lnTo>
                  <a:lnTo>
                    <a:pt x="297656" y="645319"/>
                  </a:lnTo>
                  <a:lnTo>
                    <a:pt x="330994" y="661988"/>
                  </a:lnTo>
                  <a:lnTo>
                    <a:pt x="354806" y="642938"/>
                  </a:lnTo>
                  <a:lnTo>
                    <a:pt x="371475" y="638175"/>
                  </a:lnTo>
                  <a:lnTo>
                    <a:pt x="378619" y="628650"/>
                  </a:lnTo>
                  <a:lnTo>
                    <a:pt x="400050" y="640557"/>
                  </a:lnTo>
                  <a:lnTo>
                    <a:pt x="414338" y="659607"/>
                  </a:lnTo>
                  <a:lnTo>
                    <a:pt x="438150" y="688182"/>
                  </a:lnTo>
                  <a:lnTo>
                    <a:pt x="452438" y="688182"/>
                  </a:lnTo>
                  <a:lnTo>
                    <a:pt x="464344" y="704850"/>
                  </a:lnTo>
                  <a:lnTo>
                    <a:pt x="450056" y="714375"/>
                  </a:lnTo>
                  <a:lnTo>
                    <a:pt x="481013" y="740569"/>
                  </a:lnTo>
                  <a:lnTo>
                    <a:pt x="497681" y="738188"/>
                  </a:lnTo>
                  <a:lnTo>
                    <a:pt x="526256" y="752475"/>
                  </a:lnTo>
                  <a:lnTo>
                    <a:pt x="566738" y="783432"/>
                  </a:lnTo>
                  <a:lnTo>
                    <a:pt x="578644" y="785813"/>
                  </a:lnTo>
                  <a:lnTo>
                    <a:pt x="588169" y="776288"/>
                  </a:lnTo>
                  <a:lnTo>
                    <a:pt x="566738" y="762000"/>
                  </a:lnTo>
                  <a:lnTo>
                    <a:pt x="535781" y="733425"/>
                  </a:lnTo>
                  <a:lnTo>
                    <a:pt x="523875" y="697707"/>
                  </a:lnTo>
                  <a:lnTo>
                    <a:pt x="531019" y="685800"/>
                  </a:lnTo>
                  <a:lnTo>
                    <a:pt x="557213" y="711994"/>
                  </a:lnTo>
                  <a:lnTo>
                    <a:pt x="597694" y="733425"/>
                  </a:lnTo>
                  <a:lnTo>
                    <a:pt x="619125" y="742950"/>
                  </a:lnTo>
                  <a:lnTo>
                    <a:pt x="611981" y="716757"/>
                  </a:lnTo>
                  <a:lnTo>
                    <a:pt x="623888" y="707232"/>
                  </a:lnTo>
                  <a:lnTo>
                    <a:pt x="619125" y="683419"/>
                  </a:lnTo>
                  <a:lnTo>
                    <a:pt x="602456" y="664369"/>
                  </a:lnTo>
                  <a:lnTo>
                    <a:pt x="607219" y="647700"/>
                  </a:lnTo>
                  <a:lnTo>
                    <a:pt x="592931" y="640557"/>
                  </a:lnTo>
                  <a:lnTo>
                    <a:pt x="585788" y="628650"/>
                  </a:lnTo>
                  <a:lnTo>
                    <a:pt x="564356" y="623888"/>
                  </a:lnTo>
                  <a:lnTo>
                    <a:pt x="550069" y="588169"/>
                  </a:lnTo>
                  <a:lnTo>
                    <a:pt x="540544" y="581025"/>
                  </a:lnTo>
                  <a:lnTo>
                    <a:pt x="550069" y="561975"/>
                  </a:lnTo>
                  <a:lnTo>
                    <a:pt x="545306" y="547688"/>
                  </a:lnTo>
                  <a:lnTo>
                    <a:pt x="540544" y="523875"/>
                  </a:lnTo>
                  <a:lnTo>
                    <a:pt x="571500" y="519113"/>
                  </a:lnTo>
                  <a:lnTo>
                    <a:pt x="595313" y="550069"/>
                  </a:lnTo>
                  <a:lnTo>
                    <a:pt x="626269" y="569119"/>
                  </a:lnTo>
                  <a:lnTo>
                    <a:pt x="631031" y="592932"/>
                  </a:lnTo>
                  <a:lnTo>
                    <a:pt x="659606" y="611982"/>
                  </a:lnTo>
                  <a:lnTo>
                    <a:pt x="650081" y="576263"/>
                  </a:lnTo>
                  <a:lnTo>
                    <a:pt x="669131" y="576263"/>
                  </a:lnTo>
                  <a:lnTo>
                    <a:pt x="683419" y="554832"/>
                  </a:lnTo>
                  <a:lnTo>
                    <a:pt x="671513" y="535782"/>
                  </a:lnTo>
                  <a:lnTo>
                    <a:pt x="695325" y="528638"/>
                  </a:lnTo>
                  <a:lnTo>
                    <a:pt x="676275" y="516732"/>
                  </a:lnTo>
                  <a:lnTo>
                    <a:pt x="645319" y="511969"/>
                  </a:lnTo>
                  <a:lnTo>
                    <a:pt x="652463" y="483394"/>
                  </a:lnTo>
                  <a:lnTo>
                    <a:pt x="631031" y="488157"/>
                  </a:lnTo>
                  <a:lnTo>
                    <a:pt x="631031" y="461963"/>
                  </a:lnTo>
                  <a:lnTo>
                    <a:pt x="609600" y="452438"/>
                  </a:lnTo>
                  <a:lnTo>
                    <a:pt x="602456" y="435769"/>
                  </a:lnTo>
                  <a:lnTo>
                    <a:pt x="585788" y="447675"/>
                  </a:lnTo>
                  <a:lnTo>
                    <a:pt x="576263" y="423863"/>
                  </a:lnTo>
                  <a:lnTo>
                    <a:pt x="545306" y="400050"/>
                  </a:lnTo>
                  <a:lnTo>
                    <a:pt x="526256" y="400050"/>
                  </a:lnTo>
                  <a:lnTo>
                    <a:pt x="540544" y="381000"/>
                  </a:lnTo>
                  <a:lnTo>
                    <a:pt x="540544" y="359569"/>
                  </a:lnTo>
                  <a:lnTo>
                    <a:pt x="535781" y="352425"/>
                  </a:lnTo>
                  <a:lnTo>
                    <a:pt x="578644" y="364332"/>
                  </a:lnTo>
                  <a:lnTo>
                    <a:pt x="566738" y="347663"/>
                  </a:lnTo>
                  <a:lnTo>
                    <a:pt x="528638" y="335757"/>
                  </a:lnTo>
                  <a:lnTo>
                    <a:pt x="519113" y="321469"/>
                  </a:lnTo>
                  <a:lnTo>
                    <a:pt x="557213" y="307182"/>
                  </a:lnTo>
                  <a:lnTo>
                    <a:pt x="545306" y="280988"/>
                  </a:lnTo>
                  <a:lnTo>
                    <a:pt x="538163" y="297657"/>
                  </a:lnTo>
                  <a:lnTo>
                    <a:pt x="514350" y="309563"/>
                  </a:lnTo>
                  <a:lnTo>
                    <a:pt x="507206" y="288132"/>
                  </a:lnTo>
                  <a:lnTo>
                    <a:pt x="500063" y="278607"/>
                  </a:lnTo>
                  <a:lnTo>
                    <a:pt x="523875" y="259557"/>
                  </a:lnTo>
                  <a:lnTo>
                    <a:pt x="504825" y="242888"/>
                  </a:lnTo>
                  <a:lnTo>
                    <a:pt x="485775" y="254794"/>
                  </a:lnTo>
                  <a:lnTo>
                    <a:pt x="473869" y="240507"/>
                  </a:lnTo>
                  <a:lnTo>
                    <a:pt x="471488" y="223838"/>
                  </a:lnTo>
                  <a:lnTo>
                    <a:pt x="452438" y="230982"/>
                  </a:lnTo>
                  <a:lnTo>
                    <a:pt x="450056" y="214313"/>
                  </a:lnTo>
                  <a:lnTo>
                    <a:pt x="457200" y="202407"/>
                  </a:lnTo>
                  <a:lnTo>
                    <a:pt x="433388" y="171450"/>
                  </a:lnTo>
                  <a:lnTo>
                    <a:pt x="423863" y="190500"/>
                  </a:lnTo>
                  <a:lnTo>
                    <a:pt x="416719" y="207169"/>
                  </a:lnTo>
                  <a:lnTo>
                    <a:pt x="397669" y="192882"/>
                  </a:lnTo>
                  <a:lnTo>
                    <a:pt x="395288" y="166688"/>
                  </a:lnTo>
                  <a:lnTo>
                    <a:pt x="383381" y="180975"/>
                  </a:lnTo>
                  <a:lnTo>
                    <a:pt x="376238" y="166688"/>
                  </a:lnTo>
                  <a:lnTo>
                    <a:pt x="376238" y="147638"/>
                  </a:lnTo>
                  <a:lnTo>
                    <a:pt x="364331" y="142875"/>
                  </a:lnTo>
                  <a:lnTo>
                    <a:pt x="364331" y="116682"/>
                  </a:lnTo>
                  <a:lnTo>
                    <a:pt x="309563" y="90488"/>
                  </a:lnTo>
                  <a:lnTo>
                    <a:pt x="288131" y="97632"/>
                  </a:lnTo>
                  <a:lnTo>
                    <a:pt x="292894" y="123825"/>
                  </a:lnTo>
                  <a:lnTo>
                    <a:pt x="273844" y="126207"/>
                  </a:lnTo>
                  <a:lnTo>
                    <a:pt x="259556" y="121444"/>
                  </a:lnTo>
                  <a:lnTo>
                    <a:pt x="247650" y="140494"/>
                  </a:lnTo>
                  <a:lnTo>
                    <a:pt x="223838" y="152400"/>
                  </a:lnTo>
                  <a:lnTo>
                    <a:pt x="221456" y="130969"/>
                  </a:lnTo>
                  <a:lnTo>
                    <a:pt x="223838" y="92869"/>
                  </a:lnTo>
                  <a:lnTo>
                    <a:pt x="216694" y="66675"/>
                  </a:lnTo>
                  <a:lnTo>
                    <a:pt x="214313" y="50007"/>
                  </a:lnTo>
                  <a:lnTo>
                    <a:pt x="204788" y="28575"/>
                  </a:lnTo>
                  <a:lnTo>
                    <a:pt x="202406" y="0"/>
                  </a:lnTo>
                  <a:lnTo>
                    <a:pt x="183356" y="7144"/>
                  </a:lnTo>
                  <a:lnTo>
                    <a:pt x="161926" y="23813"/>
                  </a:lnTo>
                  <a:lnTo>
                    <a:pt x="147638" y="33338"/>
                  </a:lnTo>
                  <a:lnTo>
                    <a:pt x="116682" y="88106"/>
                  </a:lnTo>
                  <a:lnTo>
                    <a:pt x="109537" y="147638"/>
                  </a:lnTo>
                  <a:lnTo>
                    <a:pt x="114300" y="223837"/>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70" name="Freeform: Shape 21">
              <a:extLst>
                <a:ext uri="{FF2B5EF4-FFF2-40B4-BE49-F238E27FC236}">
                  <a16:creationId xmlns:a16="http://schemas.microsoft.com/office/drawing/2014/main" id="{6FEF2061-1018-4A8C-B282-7CF9AF28C85F}"/>
                </a:ext>
              </a:extLst>
            </p:cNvPr>
            <p:cNvSpPr/>
            <p:nvPr/>
          </p:nvSpPr>
          <p:spPr bwMode="auto">
            <a:xfrm>
              <a:off x="2283619" y="1947863"/>
              <a:ext cx="109537" cy="88106"/>
            </a:xfrm>
            <a:custGeom>
              <a:avLst/>
              <a:gdLst>
                <a:gd name="connsiteX0" fmla="*/ 0 w 109537"/>
                <a:gd name="connsiteY0" fmla="*/ 0 h 88106"/>
                <a:gd name="connsiteX1" fmla="*/ 30956 w 109537"/>
                <a:gd name="connsiteY1" fmla="*/ 88106 h 88106"/>
                <a:gd name="connsiteX2" fmla="*/ 59531 w 109537"/>
                <a:gd name="connsiteY2" fmla="*/ 69056 h 88106"/>
                <a:gd name="connsiteX3" fmla="*/ 109537 w 109537"/>
                <a:gd name="connsiteY3" fmla="*/ 69056 h 88106"/>
                <a:gd name="connsiteX4" fmla="*/ 73819 w 109537"/>
                <a:gd name="connsiteY4" fmla="*/ 16668 h 88106"/>
                <a:gd name="connsiteX5" fmla="*/ 0 w 109537"/>
                <a:gd name="connsiteY5" fmla="*/ 0 h 88106"/>
                <a:gd name="connsiteX0" fmla="*/ 0 w 109537"/>
                <a:gd name="connsiteY0" fmla="*/ 0 h 88106"/>
                <a:gd name="connsiteX1" fmla="*/ 30956 w 109537"/>
                <a:gd name="connsiteY1" fmla="*/ 88106 h 88106"/>
                <a:gd name="connsiteX2" fmla="*/ 59531 w 109537"/>
                <a:gd name="connsiteY2" fmla="*/ 69056 h 88106"/>
                <a:gd name="connsiteX3" fmla="*/ 109537 w 109537"/>
                <a:gd name="connsiteY3" fmla="*/ 69056 h 88106"/>
                <a:gd name="connsiteX4" fmla="*/ 73819 w 109537"/>
                <a:gd name="connsiteY4" fmla="*/ 16668 h 88106"/>
                <a:gd name="connsiteX5" fmla="*/ 40481 w 109537"/>
                <a:gd name="connsiteY5" fmla="*/ 7143 h 88106"/>
                <a:gd name="connsiteX6" fmla="*/ 0 w 109537"/>
                <a:gd name="connsiteY6" fmla="*/ 0 h 88106"/>
                <a:gd name="connsiteX0" fmla="*/ 0 w 109537"/>
                <a:gd name="connsiteY0" fmla="*/ 0 h 88106"/>
                <a:gd name="connsiteX1" fmla="*/ 30956 w 109537"/>
                <a:gd name="connsiteY1" fmla="*/ 88106 h 88106"/>
                <a:gd name="connsiteX2" fmla="*/ 59531 w 109537"/>
                <a:gd name="connsiteY2" fmla="*/ 69056 h 88106"/>
                <a:gd name="connsiteX3" fmla="*/ 109537 w 109537"/>
                <a:gd name="connsiteY3" fmla="*/ 69056 h 88106"/>
                <a:gd name="connsiteX4" fmla="*/ 73819 w 109537"/>
                <a:gd name="connsiteY4" fmla="*/ 16668 h 88106"/>
                <a:gd name="connsiteX5" fmla="*/ 40481 w 109537"/>
                <a:gd name="connsiteY5" fmla="*/ 35718 h 88106"/>
                <a:gd name="connsiteX6" fmla="*/ 0 w 109537"/>
                <a:gd name="connsiteY6" fmla="*/ 0 h 8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537" h="88106">
                  <a:moveTo>
                    <a:pt x="0" y="0"/>
                  </a:moveTo>
                  <a:lnTo>
                    <a:pt x="30956" y="88106"/>
                  </a:lnTo>
                  <a:lnTo>
                    <a:pt x="59531" y="69056"/>
                  </a:lnTo>
                  <a:lnTo>
                    <a:pt x="109537" y="69056"/>
                  </a:lnTo>
                  <a:lnTo>
                    <a:pt x="73819" y="16668"/>
                  </a:lnTo>
                  <a:lnTo>
                    <a:pt x="40481" y="35718"/>
                  </a:lnTo>
                  <a:lnTo>
                    <a:pt x="0"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71" name="Oval 270">
              <a:extLst>
                <a:ext uri="{FF2B5EF4-FFF2-40B4-BE49-F238E27FC236}">
                  <a16:creationId xmlns:a16="http://schemas.microsoft.com/office/drawing/2014/main" id="{E33C3398-3809-4721-B9A1-CCC99C3C0E21}"/>
                </a:ext>
              </a:extLst>
            </p:cNvPr>
            <p:cNvSpPr/>
            <p:nvPr/>
          </p:nvSpPr>
          <p:spPr bwMode="auto">
            <a:xfrm>
              <a:off x="2371012" y="2366962"/>
              <a:ext cx="45719" cy="64294"/>
            </a:xfrm>
            <a:prstGeom prst="ellipse">
              <a:avLst/>
            </a:pr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72" name="Freeform: Shape 23">
              <a:extLst>
                <a:ext uri="{FF2B5EF4-FFF2-40B4-BE49-F238E27FC236}">
                  <a16:creationId xmlns:a16="http://schemas.microsoft.com/office/drawing/2014/main" id="{51F7F291-19E1-453C-AB31-A15D7AA4A97F}"/>
                </a:ext>
              </a:extLst>
            </p:cNvPr>
            <p:cNvSpPr/>
            <p:nvPr/>
          </p:nvSpPr>
          <p:spPr bwMode="auto">
            <a:xfrm>
              <a:off x="1916906" y="1912144"/>
              <a:ext cx="128588" cy="178594"/>
            </a:xfrm>
            <a:custGeom>
              <a:avLst/>
              <a:gdLst>
                <a:gd name="connsiteX0" fmla="*/ 26194 w 128588"/>
                <a:gd name="connsiteY0" fmla="*/ 178594 h 178594"/>
                <a:gd name="connsiteX1" fmla="*/ 28575 w 128588"/>
                <a:gd name="connsiteY1" fmla="*/ 114300 h 178594"/>
                <a:gd name="connsiteX2" fmla="*/ 57150 w 128588"/>
                <a:gd name="connsiteY2" fmla="*/ 119062 h 178594"/>
                <a:gd name="connsiteX3" fmla="*/ 83344 w 128588"/>
                <a:gd name="connsiteY3" fmla="*/ 126206 h 178594"/>
                <a:gd name="connsiteX4" fmla="*/ 102394 w 128588"/>
                <a:gd name="connsiteY4" fmla="*/ 73819 h 178594"/>
                <a:gd name="connsiteX5" fmla="*/ 128588 w 128588"/>
                <a:gd name="connsiteY5" fmla="*/ 23812 h 178594"/>
                <a:gd name="connsiteX6" fmla="*/ 97632 w 128588"/>
                <a:gd name="connsiteY6" fmla="*/ 9525 h 178594"/>
                <a:gd name="connsiteX7" fmla="*/ 73819 w 128588"/>
                <a:gd name="connsiteY7" fmla="*/ 19050 h 178594"/>
                <a:gd name="connsiteX8" fmla="*/ 61913 w 128588"/>
                <a:gd name="connsiteY8" fmla="*/ 0 h 178594"/>
                <a:gd name="connsiteX9" fmla="*/ 16669 w 128588"/>
                <a:gd name="connsiteY9" fmla="*/ 9525 h 178594"/>
                <a:gd name="connsiteX10" fmla="*/ 33338 w 128588"/>
                <a:gd name="connsiteY10" fmla="*/ 52387 h 178594"/>
                <a:gd name="connsiteX11" fmla="*/ 9525 w 128588"/>
                <a:gd name="connsiteY11" fmla="*/ 33337 h 178594"/>
                <a:gd name="connsiteX12" fmla="*/ 0 w 128588"/>
                <a:gd name="connsiteY12" fmla="*/ 78581 h 178594"/>
                <a:gd name="connsiteX13" fmla="*/ 2382 w 128588"/>
                <a:gd name="connsiteY13" fmla="*/ 116681 h 178594"/>
                <a:gd name="connsiteX14" fmla="*/ 26194 w 128588"/>
                <a:gd name="connsiteY14" fmla="*/ 178594 h 17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8588" h="178594">
                  <a:moveTo>
                    <a:pt x="26194" y="178594"/>
                  </a:moveTo>
                  <a:cubicBezTo>
                    <a:pt x="26988" y="157163"/>
                    <a:pt x="27781" y="135731"/>
                    <a:pt x="28575" y="114300"/>
                  </a:cubicBezTo>
                  <a:lnTo>
                    <a:pt x="57150" y="119062"/>
                  </a:lnTo>
                  <a:lnTo>
                    <a:pt x="83344" y="126206"/>
                  </a:lnTo>
                  <a:lnTo>
                    <a:pt x="102394" y="73819"/>
                  </a:lnTo>
                  <a:lnTo>
                    <a:pt x="128588" y="23812"/>
                  </a:lnTo>
                  <a:lnTo>
                    <a:pt x="97632" y="9525"/>
                  </a:lnTo>
                  <a:lnTo>
                    <a:pt x="73819" y="19050"/>
                  </a:lnTo>
                  <a:lnTo>
                    <a:pt x="61913" y="0"/>
                  </a:lnTo>
                  <a:lnTo>
                    <a:pt x="16669" y="9525"/>
                  </a:lnTo>
                  <a:lnTo>
                    <a:pt x="33338" y="52387"/>
                  </a:lnTo>
                  <a:lnTo>
                    <a:pt x="9525" y="33337"/>
                  </a:lnTo>
                  <a:lnTo>
                    <a:pt x="0" y="78581"/>
                  </a:lnTo>
                  <a:lnTo>
                    <a:pt x="2382" y="116681"/>
                  </a:lnTo>
                  <a:lnTo>
                    <a:pt x="26194" y="178594"/>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73" name="Freeform 266">
              <a:extLst>
                <a:ext uri="{FF2B5EF4-FFF2-40B4-BE49-F238E27FC236}">
                  <a16:creationId xmlns:a16="http://schemas.microsoft.com/office/drawing/2014/main" id="{4357F971-33DF-4FA7-AA5A-267B67DA879D}"/>
                </a:ext>
              </a:extLst>
            </p:cNvPr>
            <p:cNvSpPr>
              <a:spLocks/>
            </p:cNvSpPr>
            <p:nvPr/>
          </p:nvSpPr>
          <p:spPr bwMode="auto">
            <a:xfrm>
              <a:off x="8418515" y="5801519"/>
              <a:ext cx="179387" cy="204788"/>
            </a:xfrm>
            <a:custGeom>
              <a:avLst/>
              <a:gdLst>
                <a:gd name="T0" fmla="*/ 0 w 138"/>
                <a:gd name="T1" fmla="*/ 2147483646 h 157"/>
                <a:gd name="T2" fmla="*/ 2147483646 w 138"/>
                <a:gd name="T3" fmla="*/ 2147483646 h 157"/>
                <a:gd name="T4" fmla="*/ 2147483646 w 138"/>
                <a:gd name="T5" fmla="*/ 2147483646 h 157"/>
                <a:gd name="T6" fmla="*/ 2147483646 w 138"/>
                <a:gd name="T7" fmla="*/ 2147483646 h 157"/>
                <a:gd name="T8" fmla="*/ 2147483646 w 138"/>
                <a:gd name="T9" fmla="*/ 2147483646 h 157"/>
                <a:gd name="T10" fmla="*/ 2147483646 w 138"/>
                <a:gd name="T11" fmla="*/ 2147483646 h 157"/>
                <a:gd name="T12" fmla="*/ 2147483646 w 138"/>
                <a:gd name="T13" fmla="*/ 0 h 157"/>
                <a:gd name="T14" fmla="*/ 2147483646 w 138"/>
                <a:gd name="T15" fmla="*/ 2147483646 h 157"/>
                <a:gd name="T16" fmla="*/ 2147483646 w 138"/>
                <a:gd name="T17" fmla="*/ 2147483646 h 157"/>
                <a:gd name="T18" fmla="*/ 2147483646 w 138"/>
                <a:gd name="T19" fmla="*/ 2147483646 h 157"/>
                <a:gd name="T20" fmla="*/ 2147483646 w 138"/>
                <a:gd name="T21" fmla="*/ 2147483646 h 157"/>
                <a:gd name="T22" fmla="*/ 2147483646 w 138"/>
                <a:gd name="T23" fmla="*/ 2147483646 h 157"/>
                <a:gd name="T24" fmla="*/ 2147483646 w 138"/>
                <a:gd name="T25" fmla="*/ 2147483646 h 157"/>
                <a:gd name="T26" fmla="*/ 2147483646 w 138"/>
                <a:gd name="T27" fmla="*/ 2147483646 h 157"/>
                <a:gd name="T28" fmla="*/ 2147483646 w 138"/>
                <a:gd name="T29" fmla="*/ 2147483646 h 157"/>
                <a:gd name="T30" fmla="*/ 2147483646 w 138"/>
                <a:gd name="T31" fmla="*/ 2147483646 h 157"/>
                <a:gd name="T32" fmla="*/ 2147483646 w 138"/>
                <a:gd name="T33" fmla="*/ 2147483646 h 157"/>
                <a:gd name="T34" fmla="*/ 0 w 138"/>
                <a:gd name="T35" fmla="*/ 2147483646 h 15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8" h="157">
                  <a:moveTo>
                    <a:pt x="0" y="133"/>
                  </a:moveTo>
                  <a:lnTo>
                    <a:pt x="18" y="97"/>
                  </a:lnTo>
                  <a:lnTo>
                    <a:pt x="30" y="79"/>
                  </a:lnTo>
                  <a:lnTo>
                    <a:pt x="66" y="60"/>
                  </a:lnTo>
                  <a:lnTo>
                    <a:pt x="78" y="54"/>
                  </a:lnTo>
                  <a:lnTo>
                    <a:pt x="90" y="30"/>
                  </a:lnTo>
                  <a:lnTo>
                    <a:pt x="102" y="0"/>
                  </a:lnTo>
                  <a:lnTo>
                    <a:pt x="114" y="12"/>
                  </a:lnTo>
                  <a:lnTo>
                    <a:pt x="138" y="18"/>
                  </a:lnTo>
                  <a:lnTo>
                    <a:pt x="138" y="36"/>
                  </a:lnTo>
                  <a:lnTo>
                    <a:pt x="114" y="54"/>
                  </a:lnTo>
                  <a:lnTo>
                    <a:pt x="102" y="67"/>
                  </a:lnTo>
                  <a:lnTo>
                    <a:pt x="78" y="91"/>
                  </a:lnTo>
                  <a:lnTo>
                    <a:pt x="72" y="115"/>
                  </a:lnTo>
                  <a:lnTo>
                    <a:pt x="66" y="151"/>
                  </a:lnTo>
                  <a:lnTo>
                    <a:pt x="36" y="157"/>
                  </a:lnTo>
                  <a:lnTo>
                    <a:pt x="18" y="151"/>
                  </a:lnTo>
                  <a:lnTo>
                    <a:pt x="0" y="133"/>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74" name="Freeform 267">
              <a:extLst>
                <a:ext uri="{FF2B5EF4-FFF2-40B4-BE49-F238E27FC236}">
                  <a16:creationId xmlns:a16="http://schemas.microsoft.com/office/drawing/2014/main" id="{16E555D1-E094-478A-BFED-C3FDB713F6E9}"/>
                </a:ext>
              </a:extLst>
            </p:cNvPr>
            <p:cNvSpPr>
              <a:spLocks/>
            </p:cNvSpPr>
            <p:nvPr/>
          </p:nvSpPr>
          <p:spPr bwMode="auto">
            <a:xfrm>
              <a:off x="8578221" y="5611018"/>
              <a:ext cx="125412" cy="201613"/>
            </a:xfrm>
            <a:custGeom>
              <a:avLst/>
              <a:gdLst>
                <a:gd name="T0" fmla="*/ 2147483646 w 96"/>
                <a:gd name="T1" fmla="*/ 2147483646 h 156"/>
                <a:gd name="T2" fmla="*/ 2147483646 w 96"/>
                <a:gd name="T3" fmla="*/ 2147483646 h 156"/>
                <a:gd name="T4" fmla="*/ 2147483646 w 96"/>
                <a:gd name="T5" fmla="*/ 2147483646 h 156"/>
                <a:gd name="T6" fmla="*/ 0 w 96"/>
                <a:gd name="T7" fmla="*/ 0 h 156"/>
                <a:gd name="T8" fmla="*/ 2147483646 w 96"/>
                <a:gd name="T9" fmla="*/ 2147483646 h 156"/>
                <a:gd name="T10" fmla="*/ 2147483646 w 96"/>
                <a:gd name="T11" fmla="*/ 2147483646 h 156"/>
                <a:gd name="T12" fmla="*/ 2147483646 w 96"/>
                <a:gd name="T13" fmla="*/ 2147483646 h 156"/>
                <a:gd name="T14" fmla="*/ 2147483646 w 96"/>
                <a:gd name="T15" fmla="*/ 2147483646 h 156"/>
                <a:gd name="T16" fmla="*/ 2147483646 w 96"/>
                <a:gd name="T17" fmla="*/ 2147483646 h 156"/>
                <a:gd name="T18" fmla="*/ 2147483646 w 96"/>
                <a:gd name="T19" fmla="*/ 2147483646 h 156"/>
                <a:gd name="T20" fmla="*/ 2147483646 w 96"/>
                <a:gd name="T21" fmla="*/ 2147483646 h 156"/>
                <a:gd name="T22" fmla="*/ 2147483646 w 96"/>
                <a:gd name="T23" fmla="*/ 2147483646 h 156"/>
                <a:gd name="T24" fmla="*/ 2147483646 w 96"/>
                <a:gd name="T25" fmla="*/ 2147483646 h 156"/>
                <a:gd name="T26" fmla="*/ 2147483646 w 96"/>
                <a:gd name="T27" fmla="*/ 2147483646 h 156"/>
                <a:gd name="T28" fmla="*/ 2147483646 w 96"/>
                <a:gd name="T29" fmla="*/ 2147483646 h 156"/>
                <a:gd name="T30" fmla="*/ 2147483646 w 96"/>
                <a:gd name="T31" fmla="*/ 2147483646 h 156"/>
                <a:gd name="T32" fmla="*/ 2147483646 w 96"/>
                <a:gd name="T33" fmla="*/ 2147483646 h 156"/>
                <a:gd name="T34" fmla="*/ 2147483646 w 96"/>
                <a:gd name="T35" fmla="*/ 2147483646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96" h="156">
                  <a:moveTo>
                    <a:pt x="6" y="108"/>
                  </a:moveTo>
                  <a:lnTo>
                    <a:pt x="24" y="78"/>
                  </a:lnTo>
                  <a:lnTo>
                    <a:pt x="24" y="54"/>
                  </a:lnTo>
                  <a:lnTo>
                    <a:pt x="0" y="0"/>
                  </a:lnTo>
                  <a:lnTo>
                    <a:pt x="30" y="12"/>
                  </a:lnTo>
                  <a:lnTo>
                    <a:pt x="30" y="42"/>
                  </a:lnTo>
                  <a:lnTo>
                    <a:pt x="42" y="60"/>
                  </a:lnTo>
                  <a:lnTo>
                    <a:pt x="60" y="78"/>
                  </a:lnTo>
                  <a:lnTo>
                    <a:pt x="84" y="66"/>
                  </a:lnTo>
                  <a:lnTo>
                    <a:pt x="96" y="78"/>
                  </a:lnTo>
                  <a:lnTo>
                    <a:pt x="90" y="90"/>
                  </a:lnTo>
                  <a:lnTo>
                    <a:pt x="78" y="102"/>
                  </a:lnTo>
                  <a:lnTo>
                    <a:pt x="66" y="114"/>
                  </a:lnTo>
                  <a:lnTo>
                    <a:pt x="60" y="132"/>
                  </a:lnTo>
                  <a:lnTo>
                    <a:pt x="42" y="156"/>
                  </a:lnTo>
                  <a:lnTo>
                    <a:pt x="24" y="144"/>
                  </a:lnTo>
                  <a:lnTo>
                    <a:pt x="30" y="126"/>
                  </a:lnTo>
                  <a:lnTo>
                    <a:pt x="6" y="108"/>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75" name="Freeform 268">
              <a:extLst>
                <a:ext uri="{FF2B5EF4-FFF2-40B4-BE49-F238E27FC236}">
                  <a16:creationId xmlns:a16="http://schemas.microsoft.com/office/drawing/2014/main" id="{404959AE-0E45-47E0-A4D7-F7458E1C367D}"/>
                </a:ext>
              </a:extLst>
            </p:cNvPr>
            <p:cNvSpPr>
              <a:spLocks/>
            </p:cNvSpPr>
            <p:nvPr/>
          </p:nvSpPr>
          <p:spPr bwMode="auto">
            <a:xfrm>
              <a:off x="7080251" y="4989513"/>
              <a:ext cx="989012" cy="750887"/>
            </a:xfrm>
            <a:custGeom>
              <a:avLst/>
              <a:gdLst>
                <a:gd name="T0" fmla="*/ 2147483646 w 757"/>
                <a:gd name="T1" fmla="*/ 2147483646 h 577"/>
                <a:gd name="T2" fmla="*/ 2147483646 w 757"/>
                <a:gd name="T3" fmla="*/ 2147483646 h 577"/>
                <a:gd name="T4" fmla="*/ 0 w 757"/>
                <a:gd name="T5" fmla="*/ 2147483646 h 577"/>
                <a:gd name="T6" fmla="*/ 2147483646 w 757"/>
                <a:gd name="T7" fmla="*/ 2147483646 h 577"/>
                <a:gd name="T8" fmla="*/ 2147483646 w 757"/>
                <a:gd name="T9" fmla="*/ 2147483646 h 577"/>
                <a:gd name="T10" fmla="*/ 2147483646 w 757"/>
                <a:gd name="T11" fmla="*/ 2147483646 h 577"/>
                <a:gd name="T12" fmla="*/ 2147483646 w 757"/>
                <a:gd name="T13" fmla="*/ 2147483646 h 577"/>
                <a:gd name="T14" fmla="*/ 2147483646 w 757"/>
                <a:gd name="T15" fmla="*/ 2147483646 h 577"/>
                <a:gd name="T16" fmla="*/ 2147483646 w 757"/>
                <a:gd name="T17" fmla="*/ 2147483646 h 577"/>
                <a:gd name="T18" fmla="*/ 2147483646 w 757"/>
                <a:gd name="T19" fmla="*/ 2147483646 h 577"/>
                <a:gd name="T20" fmla="*/ 2147483646 w 757"/>
                <a:gd name="T21" fmla="*/ 0 h 577"/>
                <a:gd name="T22" fmla="*/ 2147483646 w 757"/>
                <a:gd name="T23" fmla="*/ 2147483646 h 577"/>
                <a:gd name="T24" fmla="*/ 2147483646 w 757"/>
                <a:gd name="T25" fmla="*/ 2147483646 h 577"/>
                <a:gd name="T26" fmla="*/ 2147483646 w 757"/>
                <a:gd name="T27" fmla="*/ 2147483646 h 577"/>
                <a:gd name="T28" fmla="*/ 2147483646 w 757"/>
                <a:gd name="T29" fmla="*/ 2147483646 h 577"/>
                <a:gd name="T30" fmla="*/ 2147483646 w 757"/>
                <a:gd name="T31" fmla="*/ 2147483646 h 577"/>
                <a:gd name="T32" fmla="*/ 2147483646 w 757"/>
                <a:gd name="T33" fmla="*/ 2147483646 h 577"/>
                <a:gd name="T34" fmla="*/ 2147483646 w 757"/>
                <a:gd name="T35" fmla="*/ 2147483646 h 577"/>
                <a:gd name="T36" fmla="*/ 2147483646 w 757"/>
                <a:gd name="T37" fmla="*/ 2147483646 h 577"/>
                <a:gd name="T38" fmla="*/ 2147483646 w 757"/>
                <a:gd name="T39" fmla="*/ 2147483646 h 577"/>
                <a:gd name="T40" fmla="*/ 2147483646 w 757"/>
                <a:gd name="T41" fmla="*/ 2147483646 h 577"/>
                <a:gd name="T42" fmla="*/ 2147483646 w 757"/>
                <a:gd name="T43" fmla="*/ 2147483646 h 577"/>
                <a:gd name="T44" fmla="*/ 2147483646 w 757"/>
                <a:gd name="T45" fmla="*/ 2147483646 h 577"/>
                <a:gd name="T46" fmla="*/ 2147483646 w 757"/>
                <a:gd name="T47" fmla="*/ 2147483646 h 577"/>
                <a:gd name="T48" fmla="*/ 2147483646 w 757"/>
                <a:gd name="T49" fmla="*/ 2147483646 h 577"/>
                <a:gd name="T50" fmla="*/ 2147483646 w 757"/>
                <a:gd name="T51" fmla="*/ 2147483646 h 577"/>
                <a:gd name="T52" fmla="*/ 2147483646 w 757"/>
                <a:gd name="T53" fmla="*/ 2147483646 h 577"/>
                <a:gd name="T54" fmla="*/ 2147483646 w 757"/>
                <a:gd name="T55" fmla="*/ 2147483646 h 577"/>
                <a:gd name="T56" fmla="*/ 2147483646 w 757"/>
                <a:gd name="T57" fmla="*/ 2147483646 h 577"/>
                <a:gd name="T58" fmla="*/ 2147483646 w 757"/>
                <a:gd name="T59" fmla="*/ 2147483646 h 577"/>
                <a:gd name="T60" fmla="*/ 2147483646 w 757"/>
                <a:gd name="T61" fmla="*/ 2147483646 h 577"/>
                <a:gd name="T62" fmla="*/ 2147483646 w 757"/>
                <a:gd name="T63" fmla="*/ 2147483646 h 577"/>
                <a:gd name="T64" fmla="*/ 2147483646 w 757"/>
                <a:gd name="T65" fmla="*/ 2147483646 h 577"/>
                <a:gd name="T66" fmla="*/ 2147483646 w 757"/>
                <a:gd name="T67" fmla="*/ 2147483646 h 577"/>
                <a:gd name="T68" fmla="*/ 2147483646 w 757"/>
                <a:gd name="T69" fmla="*/ 2147483646 h 577"/>
                <a:gd name="T70" fmla="*/ 2147483646 w 757"/>
                <a:gd name="T71" fmla="*/ 2147483646 h 57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57" h="577">
                  <a:moveTo>
                    <a:pt x="30" y="463"/>
                  </a:moveTo>
                  <a:lnTo>
                    <a:pt x="36" y="415"/>
                  </a:lnTo>
                  <a:lnTo>
                    <a:pt x="30" y="385"/>
                  </a:lnTo>
                  <a:lnTo>
                    <a:pt x="6" y="307"/>
                  </a:lnTo>
                  <a:lnTo>
                    <a:pt x="6" y="283"/>
                  </a:lnTo>
                  <a:lnTo>
                    <a:pt x="0" y="247"/>
                  </a:lnTo>
                  <a:lnTo>
                    <a:pt x="6" y="217"/>
                  </a:lnTo>
                  <a:lnTo>
                    <a:pt x="30" y="193"/>
                  </a:lnTo>
                  <a:lnTo>
                    <a:pt x="78" y="175"/>
                  </a:lnTo>
                  <a:lnTo>
                    <a:pt x="114" y="151"/>
                  </a:lnTo>
                  <a:lnTo>
                    <a:pt x="144" y="145"/>
                  </a:lnTo>
                  <a:lnTo>
                    <a:pt x="156" y="109"/>
                  </a:lnTo>
                  <a:lnTo>
                    <a:pt x="180" y="97"/>
                  </a:lnTo>
                  <a:lnTo>
                    <a:pt x="204" y="90"/>
                  </a:lnTo>
                  <a:lnTo>
                    <a:pt x="240" y="60"/>
                  </a:lnTo>
                  <a:lnTo>
                    <a:pt x="264" y="48"/>
                  </a:lnTo>
                  <a:lnTo>
                    <a:pt x="282" y="60"/>
                  </a:lnTo>
                  <a:lnTo>
                    <a:pt x="300" y="66"/>
                  </a:lnTo>
                  <a:lnTo>
                    <a:pt x="312" y="42"/>
                  </a:lnTo>
                  <a:lnTo>
                    <a:pt x="330" y="24"/>
                  </a:lnTo>
                  <a:lnTo>
                    <a:pt x="360" y="18"/>
                  </a:lnTo>
                  <a:lnTo>
                    <a:pt x="372" y="0"/>
                  </a:lnTo>
                  <a:lnTo>
                    <a:pt x="396" y="6"/>
                  </a:lnTo>
                  <a:lnTo>
                    <a:pt x="438" y="12"/>
                  </a:lnTo>
                  <a:lnTo>
                    <a:pt x="432" y="36"/>
                  </a:lnTo>
                  <a:lnTo>
                    <a:pt x="420" y="66"/>
                  </a:lnTo>
                  <a:lnTo>
                    <a:pt x="438" y="78"/>
                  </a:lnTo>
                  <a:lnTo>
                    <a:pt x="468" y="78"/>
                  </a:lnTo>
                  <a:lnTo>
                    <a:pt x="492" y="115"/>
                  </a:lnTo>
                  <a:lnTo>
                    <a:pt x="510" y="109"/>
                  </a:lnTo>
                  <a:lnTo>
                    <a:pt x="540" y="90"/>
                  </a:lnTo>
                  <a:lnTo>
                    <a:pt x="540" y="30"/>
                  </a:lnTo>
                  <a:lnTo>
                    <a:pt x="564" y="0"/>
                  </a:lnTo>
                  <a:lnTo>
                    <a:pt x="576" y="42"/>
                  </a:lnTo>
                  <a:lnTo>
                    <a:pt x="582" y="54"/>
                  </a:lnTo>
                  <a:lnTo>
                    <a:pt x="594" y="60"/>
                  </a:lnTo>
                  <a:lnTo>
                    <a:pt x="612" y="121"/>
                  </a:lnTo>
                  <a:lnTo>
                    <a:pt x="642" y="151"/>
                  </a:lnTo>
                  <a:lnTo>
                    <a:pt x="678" y="163"/>
                  </a:lnTo>
                  <a:lnTo>
                    <a:pt x="690" y="199"/>
                  </a:lnTo>
                  <a:lnTo>
                    <a:pt x="708" y="211"/>
                  </a:lnTo>
                  <a:lnTo>
                    <a:pt x="714" y="241"/>
                  </a:lnTo>
                  <a:lnTo>
                    <a:pt x="751" y="265"/>
                  </a:lnTo>
                  <a:lnTo>
                    <a:pt x="751" y="289"/>
                  </a:lnTo>
                  <a:lnTo>
                    <a:pt x="757" y="325"/>
                  </a:lnTo>
                  <a:lnTo>
                    <a:pt x="757" y="379"/>
                  </a:lnTo>
                  <a:lnTo>
                    <a:pt x="714" y="469"/>
                  </a:lnTo>
                  <a:lnTo>
                    <a:pt x="696" y="523"/>
                  </a:lnTo>
                  <a:lnTo>
                    <a:pt x="696" y="547"/>
                  </a:lnTo>
                  <a:lnTo>
                    <a:pt x="684" y="547"/>
                  </a:lnTo>
                  <a:lnTo>
                    <a:pt x="660" y="559"/>
                  </a:lnTo>
                  <a:lnTo>
                    <a:pt x="636" y="577"/>
                  </a:lnTo>
                  <a:lnTo>
                    <a:pt x="618" y="577"/>
                  </a:lnTo>
                  <a:lnTo>
                    <a:pt x="594" y="559"/>
                  </a:lnTo>
                  <a:lnTo>
                    <a:pt x="576" y="571"/>
                  </a:lnTo>
                  <a:lnTo>
                    <a:pt x="534" y="553"/>
                  </a:lnTo>
                  <a:lnTo>
                    <a:pt x="498" y="535"/>
                  </a:lnTo>
                  <a:lnTo>
                    <a:pt x="480" y="505"/>
                  </a:lnTo>
                  <a:lnTo>
                    <a:pt x="468" y="481"/>
                  </a:lnTo>
                  <a:lnTo>
                    <a:pt x="444" y="487"/>
                  </a:lnTo>
                  <a:lnTo>
                    <a:pt x="420" y="463"/>
                  </a:lnTo>
                  <a:lnTo>
                    <a:pt x="378" y="421"/>
                  </a:lnTo>
                  <a:lnTo>
                    <a:pt x="312" y="409"/>
                  </a:lnTo>
                  <a:lnTo>
                    <a:pt x="264" y="415"/>
                  </a:lnTo>
                  <a:lnTo>
                    <a:pt x="204" y="433"/>
                  </a:lnTo>
                  <a:lnTo>
                    <a:pt x="198" y="451"/>
                  </a:lnTo>
                  <a:lnTo>
                    <a:pt x="162" y="457"/>
                  </a:lnTo>
                  <a:lnTo>
                    <a:pt x="138" y="457"/>
                  </a:lnTo>
                  <a:lnTo>
                    <a:pt x="120" y="475"/>
                  </a:lnTo>
                  <a:lnTo>
                    <a:pt x="84" y="487"/>
                  </a:lnTo>
                  <a:lnTo>
                    <a:pt x="60" y="487"/>
                  </a:lnTo>
                  <a:lnTo>
                    <a:pt x="30" y="463"/>
                  </a:lnTo>
                  <a:close/>
                </a:path>
              </a:pathLst>
            </a:custGeom>
            <a:solidFill>
              <a:srgbClr val="FF0000"/>
            </a:solidFill>
            <a:ln w="9525" cap="flat" cmpd="sng">
              <a:solidFill>
                <a:srgbClr val="80808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76" name="Freeform 269">
              <a:extLst>
                <a:ext uri="{FF2B5EF4-FFF2-40B4-BE49-F238E27FC236}">
                  <a16:creationId xmlns:a16="http://schemas.microsoft.com/office/drawing/2014/main" id="{BE0DA9B4-EFF1-4AAB-96FC-2638DC17BD7E}"/>
                </a:ext>
              </a:extLst>
            </p:cNvPr>
            <p:cNvSpPr>
              <a:spLocks/>
            </p:cNvSpPr>
            <p:nvPr/>
          </p:nvSpPr>
          <p:spPr bwMode="auto">
            <a:xfrm>
              <a:off x="7860905" y="5792010"/>
              <a:ext cx="87313" cy="119063"/>
            </a:xfrm>
            <a:custGeom>
              <a:avLst/>
              <a:gdLst>
                <a:gd name="T0" fmla="*/ 0 w 66"/>
                <a:gd name="T1" fmla="*/ 2147483646 h 91"/>
                <a:gd name="T2" fmla="*/ 2147483646 w 66"/>
                <a:gd name="T3" fmla="*/ 2147483646 h 91"/>
                <a:gd name="T4" fmla="*/ 2147483646 w 66"/>
                <a:gd name="T5" fmla="*/ 2147483646 h 91"/>
                <a:gd name="T6" fmla="*/ 2147483646 w 66"/>
                <a:gd name="T7" fmla="*/ 2147483646 h 91"/>
                <a:gd name="T8" fmla="*/ 2147483646 w 66"/>
                <a:gd name="T9" fmla="*/ 2147483646 h 91"/>
                <a:gd name="T10" fmla="*/ 2147483646 w 66"/>
                <a:gd name="T11" fmla="*/ 2147483646 h 91"/>
                <a:gd name="T12" fmla="*/ 2147483646 w 66"/>
                <a:gd name="T13" fmla="*/ 0 h 91"/>
                <a:gd name="T14" fmla="*/ 2147483646 w 66"/>
                <a:gd name="T15" fmla="*/ 2147483646 h 91"/>
                <a:gd name="T16" fmla="*/ 0 w 66"/>
                <a:gd name="T17" fmla="*/ 2147483646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6" h="91">
                  <a:moveTo>
                    <a:pt x="0" y="18"/>
                  </a:moveTo>
                  <a:lnTo>
                    <a:pt x="12" y="48"/>
                  </a:lnTo>
                  <a:lnTo>
                    <a:pt x="18" y="72"/>
                  </a:lnTo>
                  <a:lnTo>
                    <a:pt x="36" y="91"/>
                  </a:lnTo>
                  <a:lnTo>
                    <a:pt x="48" y="66"/>
                  </a:lnTo>
                  <a:lnTo>
                    <a:pt x="66" y="30"/>
                  </a:lnTo>
                  <a:lnTo>
                    <a:pt x="66" y="0"/>
                  </a:lnTo>
                  <a:lnTo>
                    <a:pt x="42" y="12"/>
                  </a:lnTo>
                  <a:lnTo>
                    <a:pt x="0" y="18"/>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77" name="Freeform 321">
              <a:extLst>
                <a:ext uri="{FF2B5EF4-FFF2-40B4-BE49-F238E27FC236}">
                  <a16:creationId xmlns:a16="http://schemas.microsoft.com/office/drawing/2014/main" id="{53C68729-CB90-4218-8835-90C7044A0743}"/>
                </a:ext>
              </a:extLst>
            </p:cNvPr>
            <p:cNvSpPr>
              <a:spLocks/>
            </p:cNvSpPr>
            <p:nvPr/>
          </p:nvSpPr>
          <p:spPr bwMode="auto">
            <a:xfrm rot="300647">
              <a:off x="4034590" y="3478918"/>
              <a:ext cx="317897" cy="249276"/>
            </a:xfrm>
            <a:custGeom>
              <a:avLst/>
              <a:gdLst>
                <a:gd name="T0" fmla="*/ 2147483646 w 10000"/>
                <a:gd name="T1" fmla="*/ 2147483646 h 10009"/>
                <a:gd name="T2" fmla="*/ 2147483646 w 10000"/>
                <a:gd name="T3" fmla="*/ 2147483646 h 10009"/>
                <a:gd name="T4" fmla="*/ 2147483646 w 10000"/>
                <a:gd name="T5" fmla="*/ 2147483646 h 10009"/>
                <a:gd name="T6" fmla="*/ 2147483646 w 10000"/>
                <a:gd name="T7" fmla="*/ 2147483646 h 10009"/>
                <a:gd name="T8" fmla="*/ 2147483646 w 10000"/>
                <a:gd name="T9" fmla="*/ 2147483646 h 10009"/>
                <a:gd name="T10" fmla="*/ 2147483646 w 10000"/>
                <a:gd name="T11" fmla="*/ 2147483646 h 10009"/>
                <a:gd name="T12" fmla="*/ 2147483646 w 10000"/>
                <a:gd name="T13" fmla="*/ 2147483646 h 10009"/>
                <a:gd name="T14" fmla="*/ 2147483646 w 10000"/>
                <a:gd name="T15" fmla="*/ 2147483646 h 10009"/>
                <a:gd name="T16" fmla="*/ 2147483646 w 10000"/>
                <a:gd name="T17" fmla="*/ 2147483646 h 10009"/>
                <a:gd name="T18" fmla="*/ 2147483646 w 10000"/>
                <a:gd name="T19" fmla="*/ 2147483646 h 10009"/>
                <a:gd name="T20" fmla="*/ 0 w 10000"/>
                <a:gd name="T21" fmla="*/ 2147483646 h 10009"/>
                <a:gd name="T22" fmla="*/ 2147483646 w 10000"/>
                <a:gd name="T23" fmla="*/ 2147483646 h 10009"/>
                <a:gd name="T24" fmla="*/ 2147483646 w 10000"/>
                <a:gd name="T25" fmla="*/ 2147483646 h 10009"/>
                <a:gd name="T26" fmla="*/ 2147483646 w 10000"/>
                <a:gd name="T27" fmla="*/ 2147483646 h 10009"/>
                <a:gd name="T28" fmla="*/ 2147483646 w 10000"/>
                <a:gd name="T29" fmla="*/ 2147483646 h 10009"/>
                <a:gd name="T30" fmla="*/ 2147483646 w 10000"/>
                <a:gd name="T31" fmla="*/ 2147483646 h 10009"/>
                <a:gd name="T32" fmla="*/ 2147483646 w 10000"/>
                <a:gd name="T33" fmla="*/ 2147483646 h 10009"/>
                <a:gd name="T34" fmla="*/ 2147483646 w 10000"/>
                <a:gd name="T35" fmla="*/ 2147483646 h 10009"/>
                <a:gd name="T36" fmla="*/ 2147483646 w 10000"/>
                <a:gd name="T37" fmla="*/ 2147483646 h 10009"/>
                <a:gd name="T38" fmla="*/ 2147483646 w 10000"/>
                <a:gd name="T39" fmla="*/ 2147483646 h 10009"/>
                <a:gd name="T40" fmla="*/ 2147483646 w 10000"/>
                <a:gd name="T41" fmla="*/ 2147483646 h 10009"/>
                <a:gd name="T42" fmla="*/ 2147483646 w 10000"/>
                <a:gd name="T43" fmla="*/ 2147483646 h 10009"/>
                <a:gd name="T44" fmla="*/ 2147483646 w 10000"/>
                <a:gd name="T45" fmla="*/ 2147483646 h 10009"/>
                <a:gd name="T46" fmla="*/ 2147483646 w 10000"/>
                <a:gd name="T47" fmla="*/ 2147483646 h 10009"/>
                <a:gd name="T48" fmla="*/ 2147483646 w 10000"/>
                <a:gd name="T49" fmla="*/ 2147483646 h 10009"/>
                <a:gd name="T50" fmla="*/ 2147483646 w 10000"/>
                <a:gd name="T51" fmla="*/ 2147483646 h 10009"/>
                <a:gd name="T52" fmla="*/ 2147483646 w 10000"/>
                <a:gd name="T53" fmla="*/ 2147483646 h 10009"/>
                <a:gd name="T54" fmla="*/ 2147483646 w 10000"/>
                <a:gd name="T55" fmla="*/ 2147483646 h 10009"/>
                <a:gd name="T56" fmla="*/ 2147483646 w 10000"/>
                <a:gd name="T57" fmla="*/ 2147483646 h 10009"/>
                <a:gd name="T58" fmla="*/ 2147483646 w 10000"/>
                <a:gd name="T59" fmla="*/ 2147483646 h 10009"/>
                <a:gd name="T60" fmla="*/ 2147483646 w 10000"/>
                <a:gd name="T61" fmla="*/ 2147483646 h 10009"/>
                <a:gd name="T62" fmla="*/ 2147483646 w 10000"/>
                <a:gd name="T63" fmla="*/ 2147483646 h 10009"/>
                <a:gd name="T64" fmla="*/ 2147483646 w 10000"/>
                <a:gd name="T65" fmla="*/ 2147483646 h 10009"/>
                <a:gd name="T66" fmla="*/ 2147483646 w 10000"/>
                <a:gd name="T67" fmla="*/ 2147483646 h 10009"/>
                <a:gd name="T68" fmla="*/ 2147483646 w 10000"/>
                <a:gd name="T69" fmla="*/ 2147483646 h 10009"/>
                <a:gd name="T70" fmla="*/ 2147483646 w 10000"/>
                <a:gd name="T71" fmla="*/ 2147483646 h 10009"/>
                <a:gd name="T72" fmla="*/ 2147483646 w 10000"/>
                <a:gd name="T73" fmla="*/ 2147483646 h 10009"/>
                <a:gd name="T74" fmla="*/ 2147483646 w 10000"/>
                <a:gd name="T75" fmla="*/ 2147483646 h 10009"/>
                <a:gd name="T76" fmla="*/ 2147483646 w 10000"/>
                <a:gd name="T77" fmla="*/ 2147483646 h 10009"/>
                <a:gd name="T78" fmla="*/ 2147483646 w 10000"/>
                <a:gd name="T79" fmla="*/ 2147483646 h 10009"/>
                <a:gd name="T80" fmla="*/ 2147483646 w 10000"/>
                <a:gd name="T81" fmla="*/ 2147483646 h 1000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0000" h="10009">
                  <a:moveTo>
                    <a:pt x="9121" y="1479"/>
                  </a:moveTo>
                  <a:cubicBezTo>
                    <a:pt x="8949" y="1545"/>
                    <a:pt x="8960" y="1470"/>
                    <a:pt x="8734" y="1437"/>
                  </a:cubicBezTo>
                  <a:cubicBezTo>
                    <a:pt x="8508" y="1404"/>
                    <a:pt x="8010" y="1295"/>
                    <a:pt x="7765" y="1279"/>
                  </a:cubicBezTo>
                  <a:cubicBezTo>
                    <a:pt x="7520" y="1263"/>
                    <a:pt x="7390" y="1332"/>
                    <a:pt x="7261" y="1342"/>
                  </a:cubicBezTo>
                  <a:cubicBezTo>
                    <a:pt x="7132" y="1353"/>
                    <a:pt x="7098" y="1443"/>
                    <a:pt x="6991" y="1342"/>
                  </a:cubicBezTo>
                  <a:cubicBezTo>
                    <a:pt x="6884" y="1241"/>
                    <a:pt x="6742" y="937"/>
                    <a:pt x="6618" y="734"/>
                  </a:cubicBezTo>
                  <a:cubicBezTo>
                    <a:pt x="5577" y="492"/>
                    <a:pt x="4284" y="74"/>
                    <a:pt x="3495" y="9"/>
                  </a:cubicBezTo>
                  <a:cubicBezTo>
                    <a:pt x="2706" y="-56"/>
                    <a:pt x="2420" y="231"/>
                    <a:pt x="1882" y="342"/>
                  </a:cubicBezTo>
                  <a:lnTo>
                    <a:pt x="1345" y="9"/>
                  </a:lnTo>
                  <a:lnTo>
                    <a:pt x="806" y="342"/>
                  </a:lnTo>
                  <a:cubicBezTo>
                    <a:pt x="806" y="342"/>
                    <a:pt x="268" y="1009"/>
                    <a:pt x="0" y="1009"/>
                  </a:cubicBezTo>
                  <a:lnTo>
                    <a:pt x="538" y="2676"/>
                  </a:lnTo>
                  <a:lnTo>
                    <a:pt x="1076" y="2009"/>
                  </a:lnTo>
                  <a:lnTo>
                    <a:pt x="2151" y="2342"/>
                  </a:lnTo>
                  <a:lnTo>
                    <a:pt x="2421" y="2676"/>
                  </a:lnTo>
                  <a:lnTo>
                    <a:pt x="2688" y="3009"/>
                  </a:lnTo>
                  <a:cubicBezTo>
                    <a:pt x="2600" y="3342"/>
                    <a:pt x="2510" y="3676"/>
                    <a:pt x="2421" y="4009"/>
                  </a:cubicBezTo>
                  <a:cubicBezTo>
                    <a:pt x="2330" y="4565"/>
                    <a:pt x="2241" y="5120"/>
                    <a:pt x="2151" y="5676"/>
                  </a:cubicBezTo>
                  <a:cubicBezTo>
                    <a:pt x="2062" y="6009"/>
                    <a:pt x="1971" y="6343"/>
                    <a:pt x="1882" y="6676"/>
                  </a:cubicBezTo>
                  <a:lnTo>
                    <a:pt x="1882" y="7342"/>
                  </a:lnTo>
                  <a:cubicBezTo>
                    <a:pt x="1882" y="7482"/>
                    <a:pt x="1889" y="7241"/>
                    <a:pt x="1884" y="7517"/>
                  </a:cubicBezTo>
                  <a:cubicBezTo>
                    <a:pt x="1879" y="7793"/>
                    <a:pt x="1882" y="7594"/>
                    <a:pt x="1882" y="7676"/>
                  </a:cubicBezTo>
                  <a:lnTo>
                    <a:pt x="1882" y="8009"/>
                  </a:lnTo>
                  <a:cubicBezTo>
                    <a:pt x="1792" y="8342"/>
                    <a:pt x="1703" y="8676"/>
                    <a:pt x="1613" y="9009"/>
                  </a:cubicBezTo>
                  <a:lnTo>
                    <a:pt x="2151" y="9009"/>
                  </a:lnTo>
                  <a:lnTo>
                    <a:pt x="3227" y="10009"/>
                  </a:lnTo>
                  <a:lnTo>
                    <a:pt x="4840" y="9342"/>
                  </a:lnTo>
                  <a:lnTo>
                    <a:pt x="6453" y="9009"/>
                  </a:lnTo>
                  <a:lnTo>
                    <a:pt x="7261" y="7676"/>
                  </a:lnTo>
                  <a:lnTo>
                    <a:pt x="8067" y="6342"/>
                  </a:lnTo>
                  <a:cubicBezTo>
                    <a:pt x="8067" y="6120"/>
                    <a:pt x="7941" y="6082"/>
                    <a:pt x="8067" y="5676"/>
                  </a:cubicBezTo>
                  <a:cubicBezTo>
                    <a:pt x="8193" y="5270"/>
                    <a:pt x="8503" y="4112"/>
                    <a:pt x="8822" y="3908"/>
                  </a:cubicBezTo>
                  <a:cubicBezTo>
                    <a:pt x="9185" y="3676"/>
                    <a:pt x="9126" y="3756"/>
                    <a:pt x="9189" y="3701"/>
                  </a:cubicBezTo>
                  <a:cubicBezTo>
                    <a:pt x="9252" y="3646"/>
                    <a:pt x="9284" y="3569"/>
                    <a:pt x="9318" y="3593"/>
                  </a:cubicBezTo>
                  <a:cubicBezTo>
                    <a:pt x="9388" y="3534"/>
                    <a:pt x="9296" y="3577"/>
                    <a:pt x="9415" y="3493"/>
                  </a:cubicBezTo>
                  <a:cubicBezTo>
                    <a:pt x="9534" y="3409"/>
                    <a:pt x="9908" y="3137"/>
                    <a:pt x="9969" y="2847"/>
                  </a:cubicBezTo>
                  <a:cubicBezTo>
                    <a:pt x="10030" y="2557"/>
                    <a:pt x="10018" y="1949"/>
                    <a:pt x="9783" y="1752"/>
                  </a:cubicBezTo>
                  <a:cubicBezTo>
                    <a:pt x="9774" y="1701"/>
                    <a:pt x="9763" y="1649"/>
                    <a:pt x="9754" y="1598"/>
                  </a:cubicBezTo>
                  <a:cubicBezTo>
                    <a:pt x="9738" y="1593"/>
                    <a:pt x="9576" y="1599"/>
                    <a:pt x="9561" y="1594"/>
                  </a:cubicBezTo>
                  <a:lnTo>
                    <a:pt x="9121" y="1479"/>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78" name="Freeform 322">
              <a:extLst>
                <a:ext uri="{FF2B5EF4-FFF2-40B4-BE49-F238E27FC236}">
                  <a16:creationId xmlns:a16="http://schemas.microsoft.com/office/drawing/2014/main" id="{1E1231CD-7D91-4499-8907-86AE151FBA5D}"/>
                </a:ext>
              </a:extLst>
            </p:cNvPr>
            <p:cNvSpPr>
              <a:spLocks/>
            </p:cNvSpPr>
            <p:nvPr/>
          </p:nvSpPr>
          <p:spPr bwMode="auto">
            <a:xfrm rot="497474">
              <a:off x="4044226" y="3491059"/>
              <a:ext cx="79824" cy="175053"/>
            </a:xfrm>
            <a:custGeom>
              <a:avLst/>
              <a:gdLst>
                <a:gd name="T0" fmla="*/ 2147483646 w 10000"/>
                <a:gd name="T1" fmla="*/ 2147483646 h 10437"/>
                <a:gd name="T2" fmla="*/ 2147483646 w 10000"/>
                <a:gd name="T3" fmla="*/ 2147483646 h 10437"/>
                <a:gd name="T4" fmla="*/ 2147483646 w 10000"/>
                <a:gd name="T5" fmla="*/ 2147483646 h 10437"/>
                <a:gd name="T6" fmla="*/ 2147483646 w 10000"/>
                <a:gd name="T7" fmla="*/ 2147483646 h 10437"/>
                <a:gd name="T8" fmla="*/ 2147483646 w 10000"/>
                <a:gd name="T9" fmla="*/ 2147483646 h 10437"/>
                <a:gd name="T10" fmla="*/ 2147483646 w 10000"/>
                <a:gd name="T11" fmla="*/ 2147483646 h 10437"/>
                <a:gd name="T12" fmla="*/ 2147483646 w 10000"/>
                <a:gd name="T13" fmla="*/ 2147483646 h 10437"/>
                <a:gd name="T14" fmla="*/ 2147483646 w 10000"/>
                <a:gd name="T15" fmla="*/ 2147483646 h 10437"/>
                <a:gd name="T16" fmla="*/ 2147483646 w 10000"/>
                <a:gd name="T17" fmla="*/ 2147483646 h 10437"/>
                <a:gd name="T18" fmla="*/ 2147483646 w 10000"/>
                <a:gd name="T19" fmla="*/ 2147483646 h 10437"/>
                <a:gd name="T20" fmla="*/ 2147483646 w 10000"/>
                <a:gd name="T21" fmla="*/ 2147483646 h 10437"/>
                <a:gd name="T22" fmla="*/ 2147483646 w 10000"/>
                <a:gd name="T23" fmla="*/ 0 h 10437"/>
                <a:gd name="T24" fmla="*/ 1652181647 w 10000"/>
                <a:gd name="T25" fmla="*/ 2147483646 h 10437"/>
                <a:gd name="T26" fmla="*/ 1101414143 w 10000"/>
                <a:gd name="T27" fmla="*/ 2147483646 h 10437"/>
                <a:gd name="T28" fmla="*/ 680164610 w 10000"/>
                <a:gd name="T29" fmla="*/ 2147483646 h 10437"/>
                <a:gd name="T30" fmla="*/ 1101414143 w 10000"/>
                <a:gd name="T31" fmla="*/ 2147483646 h 10437"/>
                <a:gd name="T32" fmla="*/ 1101414143 w 10000"/>
                <a:gd name="T33" fmla="*/ 2147483646 h 10437"/>
                <a:gd name="T34" fmla="*/ 126118672 w 10000"/>
                <a:gd name="T35" fmla="*/ 2147483646 h 10437"/>
                <a:gd name="T36" fmla="*/ 0 w 10000"/>
                <a:gd name="T37" fmla="*/ 2147483646 h 10437"/>
                <a:gd name="T38" fmla="*/ 357975358 w 10000"/>
                <a:gd name="T39" fmla="*/ 2147483646 h 10437"/>
                <a:gd name="T40" fmla="*/ 1101414143 w 10000"/>
                <a:gd name="T41" fmla="*/ 2147483646 h 10437"/>
                <a:gd name="T42" fmla="*/ 623990471 w 10000"/>
                <a:gd name="T43" fmla="*/ 2147483646 h 10437"/>
                <a:gd name="T44" fmla="*/ 2147483646 w 10000"/>
                <a:gd name="T45" fmla="*/ 2147483646 h 10437"/>
                <a:gd name="T46" fmla="*/ 2147483646 w 10000"/>
                <a:gd name="T47" fmla="*/ 2147483646 h 10437"/>
                <a:gd name="T48" fmla="*/ 2147483646 w 10000"/>
                <a:gd name="T49" fmla="*/ 2147483646 h 10437"/>
                <a:gd name="T50" fmla="*/ 2147483646 w 10000"/>
                <a:gd name="T51" fmla="*/ 2147483646 h 1043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0000" h="10437">
                  <a:moveTo>
                    <a:pt x="7000" y="8110"/>
                  </a:moveTo>
                  <a:lnTo>
                    <a:pt x="7000" y="7638"/>
                  </a:lnTo>
                  <a:cubicBezTo>
                    <a:pt x="7083" y="7334"/>
                    <a:pt x="7165" y="7030"/>
                    <a:pt x="7248" y="6726"/>
                  </a:cubicBezTo>
                  <a:lnTo>
                    <a:pt x="8000" y="5748"/>
                  </a:lnTo>
                  <a:lnTo>
                    <a:pt x="8000" y="5276"/>
                  </a:lnTo>
                  <a:cubicBezTo>
                    <a:pt x="8101" y="4899"/>
                    <a:pt x="8203" y="4522"/>
                    <a:pt x="8304" y="4145"/>
                  </a:cubicBezTo>
                  <a:lnTo>
                    <a:pt x="9000" y="3386"/>
                  </a:lnTo>
                  <a:cubicBezTo>
                    <a:pt x="9050" y="3079"/>
                    <a:pt x="9101" y="2772"/>
                    <a:pt x="9151" y="2465"/>
                  </a:cubicBezTo>
                  <a:lnTo>
                    <a:pt x="10000" y="1496"/>
                  </a:lnTo>
                  <a:lnTo>
                    <a:pt x="9000" y="1024"/>
                  </a:lnTo>
                  <a:lnTo>
                    <a:pt x="8000" y="472"/>
                  </a:lnTo>
                  <a:lnTo>
                    <a:pt x="5000" y="0"/>
                  </a:lnTo>
                  <a:lnTo>
                    <a:pt x="3000" y="472"/>
                  </a:lnTo>
                  <a:lnTo>
                    <a:pt x="2000" y="1024"/>
                  </a:lnTo>
                  <a:lnTo>
                    <a:pt x="1235" y="1429"/>
                  </a:lnTo>
                  <a:lnTo>
                    <a:pt x="2000" y="2913"/>
                  </a:lnTo>
                  <a:lnTo>
                    <a:pt x="2000" y="4803"/>
                  </a:lnTo>
                  <a:lnTo>
                    <a:pt x="229" y="6206"/>
                  </a:lnTo>
                  <a:cubicBezTo>
                    <a:pt x="153" y="6526"/>
                    <a:pt x="76" y="6845"/>
                    <a:pt x="0" y="7165"/>
                  </a:cubicBezTo>
                  <a:lnTo>
                    <a:pt x="650" y="7719"/>
                  </a:lnTo>
                  <a:lnTo>
                    <a:pt x="2000" y="7638"/>
                  </a:lnTo>
                  <a:lnTo>
                    <a:pt x="1133" y="10397"/>
                  </a:lnTo>
                  <a:lnTo>
                    <a:pt x="6483" y="10437"/>
                  </a:lnTo>
                  <a:cubicBezTo>
                    <a:pt x="6656" y="10000"/>
                    <a:pt x="7005" y="9867"/>
                    <a:pt x="7178" y="9430"/>
                  </a:cubicBezTo>
                  <a:cubicBezTo>
                    <a:pt x="7119" y="9305"/>
                    <a:pt x="7059" y="9180"/>
                    <a:pt x="7000" y="9055"/>
                  </a:cubicBezTo>
                  <a:lnTo>
                    <a:pt x="7000" y="8110"/>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79" name="Freeform 342">
              <a:extLst>
                <a:ext uri="{FF2B5EF4-FFF2-40B4-BE49-F238E27FC236}">
                  <a16:creationId xmlns:a16="http://schemas.microsoft.com/office/drawing/2014/main" id="{5617E455-D820-4618-8A5E-A7E715E2840A}"/>
                </a:ext>
              </a:extLst>
            </p:cNvPr>
            <p:cNvSpPr>
              <a:spLocks/>
            </p:cNvSpPr>
            <p:nvPr/>
          </p:nvSpPr>
          <p:spPr bwMode="auto">
            <a:xfrm rot="21317764">
              <a:off x="4176500" y="3233923"/>
              <a:ext cx="304800" cy="293688"/>
            </a:xfrm>
            <a:custGeom>
              <a:avLst/>
              <a:gdLst>
                <a:gd name="T0" fmla="*/ 2147483646 w 10043"/>
                <a:gd name="T1" fmla="*/ 2147483646 h 10000"/>
                <a:gd name="T2" fmla="*/ 2147483646 w 10043"/>
                <a:gd name="T3" fmla="*/ 2147483646 h 10000"/>
                <a:gd name="T4" fmla="*/ 2147483646 w 10043"/>
                <a:gd name="T5" fmla="*/ 2147483646 h 10000"/>
                <a:gd name="T6" fmla="*/ 2147483646 w 10043"/>
                <a:gd name="T7" fmla="*/ 2147483646 h 10000"/>
                <a:gd name="T8" fmla="*/ 2147483646 w 10043"/>
                <a:gd name="T9" fmla="*/ 2147483646 h 10000"/>
                <a:gd name="T10" fmla="*/ 2147483646 w 10043"/>
                <a:gd name="T11" fmla="*/ 2147483646 h 10000"/>
                <a:gd name="T12" fmla="*/ 2147483646 w 10043"/>
                <a:gd name="T13" fmla="*/ 2147483646 h 10000"/>
                <a:gd name="T14" fmla="*/ 2147483646 w 10043"/>
                <a:gd name="T15" fmla="*/ 2147483646 h 10000"/>
                <a:gd name="T16" fmla="*/ 2147483646 w 10043"/>
                <a:gd name="T17" fmla="*/ 2147483646 h 10000"/>
                <a:gd name="T18" fmla="*/ 2147483646 w 10043"/>
                <a:gd name="T19" fmla="*/ 2147483646 h 10000"/>
                <a:gd name="T20" fmla="*/ 2147483646 w 10043"/>
                <a:gd name="T21" fmla="*/ 2147483646 h 10000"/>
                <a:gd name="T22" fmla="*/ 2147483646 w 10043"/>
                <a:gd name="T23" fmla="*/ 2147483646 h 10000"/>
                <a:gd name="T24" fmla="*/ 2147483646 w 10043"/>
                <a:gd name="T25" fmla="*/ 2147483646 h 10000"/>
                <a:gd name="T26" fmla="*/ 2147483646 w 10043"/>
                <a:gd name="T27" fmla="*/ 2147483646 h 10000"/>
                <a:gd name="T28" fmla="*/ 2147483646 w 10043"/>
                <a:gd name="T29" fmla="*/ 2147483646 h 10000"/>
                <a:gd name="T30" fmla="*/ 2147483646 w 10043"/>
                <a:gd name="T31" fmla="*/ 2147483646 h 10000"/>
                <a:gd name="T32" fmla="*/ 2147483646 w 10043"/>
                <a:gd name="T33" fmla="*/ 2147483646 h 10000"/>
                <a:gd name="T34" fmla="*/ 2147483646 w 10043"/>
                <a:gd name="T35" fmla="*/ 2147483646 h 10000"/>
                <a:gd name="T36" fmla="*/ 2147483646 w 10043"/>
                <a:gd name="T37" fmla="*/ 2147483646 h 10000"/>
                <a:gd name="T38" fmla="*/ 2147483646 w 10043"/>
                <a:gd name="T39" fmla="*/ 2147483646 h 10000"/>
                <a:gd name="T40" fmla="*/ 2147483646 w 10043"/>
                <a:gd name="T41" fmla="*/ 0 h 10000"/>
                <a:gd name="T42" fmla="*/ 2147483646 w 10043"/>
                <a:gd name="T43" fmla="*/ 2147483646 h 10000"/>
                <a:gd name="T44" fmla="*/ 2147483646 w 10043"/>
                <a:gd name="T45" fmla="*/ 2147483646 h 10000"/>
                <a:gd name="T46" fmla="*/ 2147483646 w 10043"/>
                <a:gd name="T47" fmla="*/ 2147483646 h 10000"/>
                <a:gd name="T48" fmla="*/ 2147483646 w 10043"/>
                <a:gd name="T49" fmla="*/ 2147483646 h 10000"/>
                <a:gd name="T50" fmla="*/ 2147483646 w 10043"/>
                <a:gd name="T51" fmla="*/ 2147483646 h 10000"/>
                <a:gd name="T52" fmla="*/ 2147483646 w 10043"/>
                <a:gd name="T53" fmla="*/ 2147483646 h 10000"/>
                <a:gd name="T54" fmla="*/ 2147483646 w 10043"/>
                <a:gd name="T55" fmla="*/ 2147483646 h 10000"/>
                <a:gd name="T56" fmla="*/ 2147483646 w 10043"/>
                <a:gd name="T57" fmla="*/ 2147483646 h 10000"/>
                <a:gd name="T58" fmla="*/ 2147483646 w 10043"/>
                <a:gd name="T59" fmla="*/ 2147483646 h 10000"/>
                <a:gd name="T60" fmla="*/ 2147483646 w 10043"/>
                <a:gd name="T61" fmla="*/ 2147483646 h 10000"/>
                <a:gd name="T62" fmla="*/ 2147483646 w 10043"/>
                <a:gd name="T63" fmla="*/ 2147483646 h 10000"/>
                <a:gd name="T64" fmla="*/ 2147483646 w 10043"/>
                <a:gd name="T65" fmla="*/ 2147483646 h 10000"/>
                <a:gd name="T66" fmla="*/ 2147483646 w 10043"/>
                <a:gd name="T67" fmla="*/ 2147483646 h 10000"/>
                <a:gd name="T68" fmla="*/ 2147483646 w 10043"/>
                <a:gd name="T69" fmla="*/ 2147483646 h 10000"/>
                <a:gd name="T70" fmla="*/ 2147483646 w 10043"/>
                <a:gd name="T71" fmla="*/ 2147483646 h 10000"/>
                <a:gd name="T72" fmla="*/ 2147483646 w 10043"/>
                <a:gd name="T73" fmla="*/ 2147483646 h 10000"/>
                <a:gd name="T74" fmla="*/ 2147483646 w 10043"/>
                <a:gd name="T75" fmla="*/ 2147483646 h 10000"/>
                <a:gd name="T76" fmla="*/ 2147483646 w 10043"/>
                <a:gd name="T77" fmla="*/ 2147483646 h 10000"/>
                <a:gd name="T78" fmla="*/ 2147483646 w 10043"/>
                <a:gd name="T79" fmla="*/ 2147483646 h 10000"/>
                <a:gd name="T80" fmla="*/ 2147483646 w 10043"/>
                <a:gd name="T81" fmla="*/ 2147483646 h 10000"/>
                <a:gd name="T82" fmla="*/ 2147483646 w 10043"/>
                <a:gd name="T83" fmla="*/ 2147483646 h 10000"/>
                <a:gd name="T84" fmla="*/ 2147483646 w 10043"/>
                <a:gd name="T85" fmla="*/ 2147483646 h 10000"/>
                <a:gd name="T86" fmla="*/ 2147483646 w 10043"/>
                <a:gd name="T87" fmla="*/ 2147483646 h 10000"/>
                <a:gd name="T88" fmla="*/ 2147483646 w 10043"/>
                <a:gd name="T89" fmla="*/ 2147483646 h 10000"/>
                <a:gd name="T90" fmla="*/ 2147483646 w 10043"/>
                <a:gd name="T91" fmla="*/ 2147483646 h 10000"/>
                <a:gd name="T92" fmla="*/ 2147483646 w 10043"/>
                <a:gd name="T93" fmla="*/ 2147483646 h 10000"/>
                <a:gd name="T94" fmla="*/ 2147483646 w 10043"/>
                <a:gd name="T95" fmla="*/ 2147483646 h 10000"/>
                <a:gd name="T96" fmla="*/ 2147483646 w 10043"/>
                <a:gd name="T97" fmla="*/ 2147483646 h 10000"/>
                <a:gd name="T98" fmla="*/ 2147483646 w 10043"/>
                <a:gd name="T99" fmla="*/ 2147483646 h 10000"/>
                <a:gd name="T100" fmla="*/ 2147483646 w 10043"/>
                <a:gd name="T101" fmla="*/ 2147483646 h 10000"/>
                <a:gd name="T102" fmla="*/ 2147483646 w 10043"/>
                <a:gd name="T103" fmla="*/ 2147483646 h 10000"/>
                <a:gd name="T104" fmla="*/ 2147483646 w 10043"/>
                <a:gd name="T105" fmla="*/ 2147483646 h 10000"/>
                <a:gd name="T106" fmla="*/ 2147483646 w 10043"/>
                <a:gd name="T107" fmla="*/ 2147483646 h 10000"/>
                <a:gd name="T108" fmla="*/ 2147483646 w 10043"/>
                <a:gd name="T109" fmla="*/ 2147483646 h 10000"/>
                <a:gd name="T110" fmla="*/ 2147483646 w 10043"/>
                <a:gd name="T111" fmla="*/ 2147483646 h 10000"/>
                <a:gd name="T112" fmla="*/ 2147483646 w 10043"/>
                <a:gd name="T113" fmla="*/ 2147483646 h 10000"/>
                <a:gd name="T114" fmla="*/ 2147483646 w 10043"/>
                <a:gd name="T115" fmla="*/ 2147483646 h 10000"/>
                <a:gd name="T116" fmla="*/ 2147483646 w 10043"/>
                <a:gd name="T117" fmla="*/ 2147483646 h 10000"/>
                <a:gd name="T118" fmla="*/ 2147483646 w 10043"/>
                <a:gd name="T119" fmla="*/ 2147483646 h 10000"/>
                <a:gd name="T120" fmla="*/ 2147483646 w 10043"/>
                <a:gd name="T121" fmla="*/ 2147483646 h 1000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0043" h="10000">
                  <a:moveTo>
                    <a:pt x="9119" y="7195"/>
                  </a:moveTo>
                  <a:cubicBezTo>
                    <a:pt x="9204" y="7033"/>
                    <a:pt x="9249" y="6746"/>
                    <a:pt x="9276" y="6559"/>
                  </a:cubicBezTo>
                  <a:cubicBezTo>
                    <a:pt x="9302" y="6372"/>
                    <a:pt x="9276" y="6235"/>
                    <a:pt x="9276" y="6074"/>
                  </a:cubicBezTo>
                  <a:cubicBezTo>
                    <a:pt x="9191" y="5911"/>
                    <a:pt x="9105" y="5750"/>
                    <a:pt x="9020" y="5588"/>
                  </a:cubicBezTo>
                  <a:cubicBezTo>
                    <a:pt x="8849" y="5588"/>
                    <a:pt x="8579" y="5641"/>
                    <a:pt x="8508" y="5588"/>
                  </a:cubicBezTo>
                  <a:cubicBezTo>
                    <a:pt x="8437" y="5534"/>
                    <a:pt x="8566" y="5375"/>
                    <a:pt x="8596" y="5268"/>
                  </a:cubicBezTo>
                  <a:cubicBezTo>
                    <a:pt x="8822" y="4969"/>
                    <a:pt x="9120" y="4562"/>
                    <a:pt x="9276" y="4373"/>
                  </a:cubicBezTo>
                  <a:cubicBezTo>
                    <a:pt x="9431" y="4183"/>
                    <a:pt x="9446" y="4210"/>
                    <a:pt x="9531" y="4129"/>
                  </a:cubicBezTo>
                  <a:lnTo>
                    <a:pt x="9531" y="3158"/>
                  </a:lnTo>
                  <a:lnTo>
                    <a:pt x="10043" y="2672"/>
                  </a:lnTo>
                  <a:lnTo>
                    <a:pt x="9276" y="2429"/>
                  </a:lnTo>
                  <a:lnTo>
                    <a:pt x="8764" y="2186"/>
                  </a:lnTo>
                  <a:lnTo>
                    <a:pt x="7996" y="1943"/>
                  </a:lnTo>
                  <a:lnTo>
                    <a:pt x="7741" y="1700"/>
                  </a:lnTo>
                  <a:lnTo>
                    <a:pt x="7229" y="1457"/>
                  </a:lnTo>
                  <a:lnTo>
                    <a:pt x="6717" y="1215"/>
                  </a:lnTo>
                  <a:lnTo>
                    <a:pt x="6461" y="729"/>
                  </a:lnTo>
                  <a:lnTo>
                    <a:pt x="5950" y="486"/>
                  </a:lnTo>
                  <a:lnTo>
                    <a:pt x="5694" y="0"/>
                  </a:lnTo>
                  <a:lnTo>
                    <a:pt x="5182" y="243"/>
                  </a:lnTo>
                  <a:lnTo>
                    <a:pt x="4671" y="1215"/>
                  </a:lnTo>
                  <a:cubicBezTo>
                    <a:pt x="4586" y="1296"/>
                    <a:pt x="4545" y="1311"/>
                    <a:pt x="4415" y="1457"/>
                  </a:cubicBezTo>
                  <a:cubicBezTo>
                    <a:pt x="4285" y="1603"/>
                    <a:pt x="4129" y="1996"/>
                    <a:pt x="3890" y="2092"/>
                  </a:cubicBezTo>
                  <a:cubicBezTo>
                    <a:pt x="3651" y="2188"/>
                    <a:pt x="3168" y="2108"/>
                    <a:pt x="2979" y="2034"/>
                  </a:cubicBezTo>
                  <a:cubicBezTo>
                    <a:pt x="2790" y="1960"/>
                    <a:pt x="2862" y="1718"/>
                    <a:pt x="2757" y="1649"/>
                  </a:cubicBezTo>
                  <a:cubicBezTo>
                    <a:pt x="2652" y="1580"/>
                    <a:pt x="2418" y="1522"/>
                    <a:pt x="2348" y="1621"/>
                  </a:cubicBezTo>
                  <a:cubicBezTo>
                    <a:pt x="2279" y="1720"/>
                    <a:pt x="2337" y="2029"/>
                    <a:pt x="2340" y="2245"/>
                  </a:cubicBezTo>
                  <a:cubicBezTo>
                    <a:pt x="2343" y="2461"/>
                    <a:pt x="2491" y="2803"/>
                    <a:pt x="2368" y="2915"/>
                  </a:cubicBezTo>
                  <a:cubicBezTo>
                    <a:pt x="2245" y="3027"/>
                    <a:pt x="1781" y="2985"/>
                    <a:pt x="1601" y="2915"/>
                  </a:cubicBezTo>
                  <a:cubicBezTo>
                    <a:pt x="1421" y="2845"/>
                    <a:pt x="1442" y="2545"/>
                    <a:pt x="1289" y="2497"/>
                  </a:cubicBezTo>
                  <a:cubicBezTo>
                    <a:pt x="1136" y="2449"/>
                    <a:pt x="893" y="2584"/>
                    <a:pt x="684" y="2625"/>
                  </a:cubicBezTo>
                  <a:cubicBezTo>
                    <a:pt x="475" y="2666"/>
                    <a:pt x="131" y="2638"/>
                    <a:pt x="33" y="2742"/>
                  </a:cubicBezTo>
                  <a:cubicBezTo>
                    <a:pt x="-65" y="2846"/>
                    <a:pt x="82" y="3088"/>
                    <a:pt x="94" y="3251"/>
                  </a:cubicBezTo>
                  <a:cubicBezTo>
                    <a:pt x="106" y="3414"/>
                    <a:pt x="-17" y="3533"/>
                    <a:pt x="105" y="3720"/>
                  </a:cubicBezTo>
                  <a:cubicBezTo>
                    <a:pt x="228" y="3907"/>
                    <a:pt x="584" y="4264"/>
                    <a:pt x="833" y="4373"/>
                  </a:cubicBezTo>
                  <a:cubicBezTo>
                    <a:pt x="1082" y="4481"/>
                    <a:pt x="1345" y="4373"/>
                    <a:pt x="1601" y="4373"/>
                  </a:cubicBezTo>
                  <a:lnTo>
                    <a:pt x="1856" y="4616"/>
                  </a:lnTo>
                  <a:lnTo>
                    <a:pt x="1856" y="4859"/>
                  </a:lnTo>
                  <a:lnTo>
                    <a:pt x="2112" y="5345"/>
                  </a:lnTo>
                  <a:cubicBezTo>
                    <a:pt x="2197" y="5588"/>
                    <a:pt x="2283" y="5831"/>
                    <a:pt x="2368" y="6074"/>
                  </a:cubicBezTo>
                  <a:lnTo>
                    <a:pt x="2624" y="6316"/>
                  </a:lnTo>
                  <a:cubicBezTo>
                    <a:pt x="2624" y="6559"/>
                    <a:pt x="2696" y="6675"/>
                    <a:pt x="2624" y="7045"/>
                  </a:cubicBezTo>
                  <a:cubicBezTo>
                    <a:pt x="2551" y="7414"/>
                    <a:pt x="2272" y="8240"/>
                    <a:pt x="2188" y="8533"/>
                  </a:cubicBezTo>
                  <a:cubicBezTo>
                    <a:pt x="2104" y="8826"/>
                    <a:pt x="2064" y="8649"/>
                    <a:pt x="2118" y="8804"/>
                  </a:cubicBezTo>
                  <a:cubicBezTo>
                    <a:pt x="2173" y="8958"/>
                    <a:pt x="2390" y="9351"/>
                    <a:pt x="2516" y="9462"/>
                  </a:cubicBezTo>
                  <a:cubicBezTo>
                    <a:pt x="2643" y="9574"/>
                    <a:pt x="2734" y="9472"/>
                    <a:pt x="2880" y="9474"/>
                  </a:cubicBezTo>
                  <a:cubicBezTo>
                    <a:pt x="3025" y="9476"/>
                    <a:pt x="3220" y="9474"/>
                    <a:pt x="3391" y="9474"/>
                  </a:cubicBezTo>
                  <a:lnTo>
                    <a:pt x="4159" y="9717"/>
                  </a:lnTo>
                  <a:lnTo>
                    <a:pt x="4671" y="9717"/>
                  </a:lnTo>
                  <a:lnTo>
                    <a:pt x="5438" y="9960"/>
                  </a:lnTo>
                  <a:cubicBezTo>
                    <a:pt x="5609" y="9960"/>
                    <a:pt x="5793" y="10051"/>
                    <a:pt x="5950" y="9960"/>
                  </a:cubicBezTo>
                  <a:cubicBezTo>
                    <a:pt x="6106" y="9870"/>
                    <a:pt x="6222" y="9506"/>
                    <a:pt x="6375" y="9413"/>
                  </a:cubicBezTo>
                  <a:cubicBezTo>
                    <a:pt x="6529" y="9321"/>
                    <a:pt x="6594" y="9367"/>
                    <a:pt x="6869" y="9401"/>
                  </a:cubicBezTo>
                  <a:cubicBezTo>
                    <a:pt x="7143" y="9436"/>
                    <a:pt x="7722" y="9569"/>
                    <a:pt x="8022" y="9625"/>
                  </a:cubicBezTo>
                  <a:cubicBezTo>
                    <a:pt x="8322" y="9682"/>
                    <a:pt x="8393" y="9858"/>
                    <a:pt x="8668" y="9743"/>
                  </a:cubicBezTo>
                  <a:cubicBezTo>
                    <a:pt x="8942" y="9628"/>
                    <a:pt x="9580" y="8937"/>
                    <a:pt x="9665" y="8937"/>
                  </a:cubicBezTo>
                  <a:lnTo>
                    <a:pt x="9079" y="8091"/>
                  </a:lnTo>
                  <a:cubicBezTo>
                    <a:pt x="9008" y="7886"/>
                    <a:pt x="8985" y="7957"/>
                    <a:pt x="8942" y="7836"/>
                  </a:cubicBezTo>
                  <a:cubicBezTo>
                    <a:pt x="8899" y="7714"/>
                    <a:pt x="9114" y="7387"/>
                    <a:pt x="9119" y="7195"/>
                  </a:cubicBez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0" name="Freeform 343">
              <a:extLst>
                <a:ext uri="{FF2B5EF4-FFF2-40B4-BE49-F238E27FC236}">
                  <a16:creationId xmlns:a16="http://schemas.microsoft.com/office/drawing/2014/main" id="{F366254C-0BBB-48BF-81DE-DD4F10CBB33C}"/>
                </a:ext>
              </a:extLst>
            </p:cNvPr>
            <p:cNvSpPr>
              <a:spLocks/>
            </p:cNvSpPr>
            <p:nvPr/>
          </p:nvSpPr>
          <p:spPr bwMode="auto">
            <a:xfrm>
              <a:off x="4433012" y="3381375"/>
              <a:ext cx="311150" cy="315912"/>
            </a:xfrm>
            <a:custGeom>
              <a:avLst/>
              <a:gdLst>
                <a:gd name="T0" fmla="*/ 2147483646 w 154"/>
                <a:gd name="T1" fmla="*/ 2147483646 h 154"/>
                <a:gd name="T2" fmla="*/ 2147483646 w 154"/>
                <a:gd name="T3" fmla="*/ 0 h 154"/>
                <a:gd name="T4" fmla="*/ 2147483646 w 154"/>
                <a:gd name="T5" fmla="*/ 0 h 154"/>
                <a:gd name="T6" fmla="*/ 2147483646 w 154"/>
                <a:gd name="T7" fmla="*/ 2147483646 h 154"/>
                <a:gd name="T8" fmla="*/ 2147483646 w 154"/>
                <a:gd name="T9" fmla="*/ 2147483646 h 154"/>
                <a:gd name="T10" fmla="*/ 2147483646 w 154"/>
                <a:gd name="T11" fmla="*/ 2147483646 h 154"/>
                <a:gd name="T12" fmla="*/ 2147483646 w 154"/>
                <a:gd name="T13" fmla="*/ 2147483646 h 154"/>
                <a:gd name="T14" fmla="*/ 2147483646 w 154"/>
                <a:gd name="T15" fmla="*/ 2147483646 h 154"/>
                <a:gd name="T16" fmla="*/ 2147483646 w 154"/>
                <a:gd name="T17" fmla="*/ 2147483646 h 154"/>
                <a:gd name="T18" fmla="*/ 2147483646 w 154"/>
                <a:gd name="T19" fmla="*/ 2147483646 h 154"/>
                <a:gd name="T20" fmla="*/ 2147483646 w 154"/>
                <a:gd name="T21" fmla="*/ 2147483646 h 154"/>
                <a:gd name="T22" fmla="*/ 0 w 154"/>
                <a:gd name="T23" fmla="*/ 2147483646 h 154"/>
                <a:gd name="T24" fmla="*/ 2147483646 w 154"/>
                <a:gd name="T25" fmla="*/ 2147483646 h 154"/>
                <a:gd name="T26" fmla="*/ 2147483646 w 154"/>
                <a:gd name="T27" fmla="*/ 2147483646 h 154"/>
                <a:gd name="T28" fmla="*/ 2147483646 w 154"/>
                <a:gd name="T29" fmla="*/ 2147483646 h 154"/>
                <a:gd name="T30" fmla="*/ 2147483646 w 154"/>
                <a:gd name="T31" fmla="*/ 2147483646 h 154"/>
                <a:gd name="T32" fmla="*/ 2147483646 w 154"/>
                <a:gd name="T33" fmla="*/ 2147483646 h 154"/>
                <a:gd name="T34" fmla="*/ 2147483646 w 154"/>
                <a:gd name="T35" fmla="*/ 2147483646 h 154"/>
                <a:gd name="T36" fmla="*/ 2147483646 w 154"/>
                <a:gd name="T37" fmla="*/ 2147483646 h 154"/>
                <a:gd name="T38" fmla="*/ 2147483646 w 154"/>
                <a:gd name="T39" fmla="*/ 2147483646 h 154"/>
                <a:gd name="T40" fmla="*/ 2147483646 w 154"/>
                <a:gd name="T41" fmla="*/ 2147483646 h 154"/>
                <a:gd name="T42" fmla="*/ 2147483646 w 154"/>
                <a:gd name="T43" fmla="*/ 2147483646 h 154"/>
                <a:gd name="T44" fmla="*/ 2147483646 w 154"/>
                <a:gd name="T45" fmla="*/ 2147483646 h 154"/>
                <a:gd name="T46" fmla="*/ 2147483646 w 154"/>
                <a:gd name="T47" fmla="*/ 2147483646 h 154"/>
                <a:gd name="T48" fmla="*/ 2147483646 w 154"/>
                <a:gd name="T49" fmla="*/ 2147483646 h 154"/>
                <a:gd name="T50" fmla="*/ 2147483646 w 154"/>
                <a:gd name="T51" fmla="*/ 2147483646 h 154"/>
                <a:gd name="T52" fmla="*/ 2147483646 w 154"/>
                <a:gd name="T53" fmla="*/ 2147483646 h 154"/>
                <a:gd name="T54" fmla="*/ 2147483646 w 154"/>
                <a:gd name="T55" fmla="*/ 2147483646 h 154"/>
                <a:gd name="T56" fmla="*/ 2147483646 w 154"/>
                <a:gd name="T57" fmla="*/ 2147483646 h 154"/>
                <a:gd name="T58" fmla="*/ 2147483646 w 154"/>
                <a:gd name="T59" fmla="*/ 2147483646 h 154"/>
                <a:gd name="T60" fmla="*/ 2147483646 w 154"/>
                <a:gd name="T61" fmla="*/ 2147483646 h 154"/>
                <a:gd name="T62" fmla="*/ 2147483646 w 154"/>
                <a:gd name="T63" fmla="*/ 2147483646 h 154"/>
                <a:gd name="T64" fmla="*/ 2147483646 w 154"/>
                <a:gd name="T65" fmla="*/ 2147483646 h 154"/>
                <a:gd name="T66" fmla="*/ 2147483646 w 154"/>
                <a:gd name="T67" fmla="*/ 2147483646 h 1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54" h="154">
                  <a:moveTo>
                    <a:pt x="87" y="4"/>
                  </a:moveTo>
                  <a:lnTo>
                    <a:pt x="71" y="0"/>
                  </a:lnTo>
                  <a:lnTo>
                    <a:pt x="54" y="0"/>
                  </a:lnTo>
                  <a:lnTo>
                    <a:pt x="50" y="4"/>
                  </a:lnTo>
                  <a:lnTo>
                    <a:pt x="46" y="4"/>
                  </a:lnTo>
                  <a:lnTo>
                    <a:pt x="37" y="8"/>
                  </a:lnTo>
                  <a:lnTo>
                    <a:pt x="25" y="12"/>
                  </a:lnTo>
                  <a:lnTo>
                    <a:pt x="21" y="8"/>
                  </a:lnTo>
                  <a:lnTo>
                    <a:pt x="8" y="16"/>
                  </a:lnTo>
                  <a:lnTo>
                    <a:pt x="4" y="16"/>
                  </a:lnTo>
                  <a:lnTo>
                    <a:pt x="4" y="25"/>
                  </a:lnTo>
                  <a:lnTo>
                    <a:pt x="0" y="33"/>
                  </a:lnTo>
                  <a:lnTo>
                    <a:pt x="4" y="45"/>
                  </a:lnTo>
                  <a:lnTo>
                    <a:pt x="12" y="54"/>
                  </a:lnTo>
                  <a:lnTo>
                    <a:pt x="21" y="45"/>
                  </a:lnTo>
                  <a:lnTo>
                    <a:pt x="42" y="54"/>
                  </a:lnTo>
                  <a:lnTo>
                    <a:pt x="54" y="78"/>
                  </a:lnTo>
                  <a:lnTo>
                    <a:pt x="67" y="95"/>
                  </a:lnTo>
                  <a:lnTo>
                    <a:pt x="96" y="112"/>
                  </a:lnTo>
                  <a:lnTo>
                    <a:pt x="114" y="126"/>
                  </a:lnTo>
                  <a:lnTo>
                    <a:pt x="106" y="154"/>
                  </a:lnTo>
                  <a:lnTo>
                    <a:pt x="133" y="133"/>
                  </a:lnTo>
                  <a:lnTo>
                    <a:pt x="133" y="120"/>
                  </a:lnTo>
                  <a:lnTo>
                    <a:pt x="146" y="124"/>
                  </a:lnTo>
                  <a:lnTo>
                    <a:pt x="154" y="124"/>
                  </a:lnTo>
                  <a:lnTo>
                    <a:pt x="133" y="104"/>
                  </a:lnTo>
                  <a:lnTo>
                    <a:pt x="117" y="91"/>
                  </a:lnTo>
                  <a:lnTo>
                    <a:pt x="104" y="87"/>
                  </a:lnTo>
                  <a:lnTo>
                    <a:pt x="87" y="58"/>
                  </a:lnTo>
                  <a:lnTo>
                    <a:pt x="79" y="41"/>
                  </a:lnTo>
                  <a:lnTo>
                    <a:pt x="83" y="25"/>
                  </a:lnTo>
                  <a:lnTo>
                    <a:pt x="87" y="25"/>
                  </a:lnTo>
                  <a:lnTo>
                    <a:pt x="87" y="16"/>
                  </a:lnTo>
                  <a:lnTo>
                    <a:pt x="87" y="4"/>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1" name="Freeform 257">
              <a:extLst>
                <a:ext uri="{FF2B5EF4-FFF2-40B4-BE49-F238E27FC236}">
                  <a16:creationId xmlns:a16="http://schemas.microsoft.com/office/drawing/2014/main" id="{F05042F5-F291-4108-830F-F4DEFDF25C4A}"/>
                </a:ext>
              </a:extLst>
            </p:cNvPr>
            <p:cNvSpPr>
              <a:spLocks/>
            </p:cNvSpPr>
            <p:nvPr/>
          </p:nvSpPr>
          <p:spPr bwMode="auto">
            <a:xfrm>
              <a:off x="4047664" y="3049586"/>
              <a:ext cx="109537" cy="163513"/>
            </a:xfrm>
            <a:custGeom>
              <a:avLst/>
              <a:gdLst>
                <a:gd name="T0" fmla="*/ 2147483646 w 84"/>
                <a:gd name="T1" fmla="*/ 2147483646 h 126"/>
                <a:gd name="T2" fmla="*/ 0 w 84"/>
                <a:gd name="T3" fmla="*/ 2147483646 h 126"/>
                <a:gd name="T4" fmla="*/ 0 w 84"/>
                <a:gd name="T5" fmla="*/ 2147483646 h 126"/>
                <a:gd name="T6" fmla="*/ 2147483646 w 84"/>
                <a:gd name="T7" fmla="*/ 2147483646 h 126"/>
                <a:gd name="T8" fmla="*/ 2147483646 w 84"/>
                <a:gd name="T9" fmla="*/ 2147483646 h 126"/>
                <a:gd name="T10" fmla="*/ 2147483646 w 84"/>
                <a:gd name="T11" fmla="*/ 2147483646 h 126"/>
                <a:gd name="T12" fmla="*/ 2147483646 w 84"/>
                <a:gd name="T13" fmla="*/ 2147483646 h 126"/>
                <a:gd name="T14" fmla="*/ 2147483646 w 84"/>
                <a:gd name="T15" fmla="*/ 2147483646 h 126"/>
                <a:gd name="T16" fmla="*/ 2147483646 w 84"/>
                <a:gd name="T17" fmla="*/ 2147483646 h 126"/>
                <a:gd name="T18" fmla="*/ 2147483646 w 84"/>
                <a:gd name="T19" fmla="*/ 2147483646 h 126"/>
                <a:gd name="T20" fmla="*/ 2147483646 w 84"/>
                <a:gd name="T21" fmla="*/ 2147483646 h 126"/>
                <a:gd name="T22" fmla="*/ 2147483646 w 84"/>
                <a:gd name="T23" fmla="*/ 0 h 126"/>
                <a:gd name="T24" fmla="*/ 2147483646 w 84"/>
                <a:gd name="T25" fmla="*/ 2147483646 h 126"/>
                <a:gd name="T26" fmla="*/ 2147483646 w 84"/>
                <a:gd name="T27" fmla="*/ 2147483646 h 126"/>
                <a:gd name="T28" fmla="*/ 2147483646 w 84"/>
                <a:gd name="T29" fmla="*/ 2147483646 h 126"/>
                <a:gd name="T30" fmla="*/ 2147483646 w 84"/>
                <a:gd name="T31" fmla="*/ 2147483646 h 126"/>
                <a:gd name="T32" fmla="*/ 2147483646 w 84"/>
                <a:gd name="T33" fmla="*/ 2147483646 h 126"/>
                <a:gd name="T34" fmla="*/ 2147483646 w 84"/>
                <a:gd name="T35" fmla="*/ 2147483646 h 126"/>
                <a:gd name="T36" fmla="*/ 2147483646 w 84"/>
                <a:gd name="T37" fmla="*/ 2147483646 h 126"/>
                <a:gd name="T38" fmla="*/ 2147483646 w 84"/>
                <a:gd name="T39" fmla="*/ 2147483646 h 126"/>
                <a:gd name="T40" fmla="*/ 2147483646 w 84"/>
                <a:gd name="T41" fmla="*/ 2147483646 h 1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4" h="126">
                  <a:moveTo>
                    <a:pt x="18" y="126"/>
                  </a:moveTo>
                  <a:lnTo>
                    <a:pt x="0" y="114"/>
                  </a:lnTo>
                  <a:lnTo>
                    <a:pt x="0" y="102"/>
                  </a:lnTo>
                  <a:lnTo>
                    <a:pt x="6" y="96"/>
                  </a:lnTo>
                  <a:lnTo>
                    <a:pt x="12" y="84"/>
                  </a:lnTo>
                  <a:lnTo>
                    <a:pt x="12" y="66"/>
                  </a:lnTo>
                  <a:lnTo>
                    <a:pt x="6" y="60"/>
                  </a:lnTo>
                  <a:lnTo>
                    <a:pt x="12" y="54"/>
                  </a:lnTo>
                  <a:lnTo>
                    <a:pt x="6" y="36"/>
                  </a:lnTo>
                  <a:lnTo>
                    <a:pt x="30" y="30"/>
                  </a:lnTo>
                  <a:lnTo>
                    <a:pt x="30" y="18"/>
                  </a:lnTo>
                  <a:lnTo>
                    <a:pt x="54" y="0"/>
                  </a:lnTo>
                  <a:lnTo>
                    <a:pt x="60" y="6"/>
                  </a:lnTo>
                  <a:lnTo>
                    <a:pt x="72" y="6"/>
                  </a:lnTo>
                  <a:lnTo>
                    <a:pt x="78" y="18"/>
                  </a:lnTo>
                  <a:lnTo>
                    <a:pt x="84" y="30"/>
                  </a:lnTo>
                  <a:lnTo>
                    <a:pt x="72" y="42"/>
                  </a:lnTo>
                  <a:lnTo>
                    <a:pt x="78" y="66"/>
                  </a:lnTo>
                  <a:lnTo>
                    <a:pt x="72" y="96"/>
                  </a:lnTo>
                  <a:lnTo>
                    <a:pt x="54" y="102"/>
                  </a:lnTo>
                  <a:lnTo>
                    <a:pt x="18" y="126"/>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2" name="Freeform 258">
              <a:extLst>
                <a:ext uri="{FF2B5EF4-FFF2-40B4-BE49-F238E27FC236}">
                  <a16:creationId xmlns:a16="http://schemas.microsoft.com/office/drawing/2014/main" id="{933CAEFB-D04D-46DF-8F7E-DA5D275B7E7D}"/>
                </a:ext>
              </a:extLst>
            </p:cNvPr>
            <p:cNvSpPr>
              <a:spLocks/>
            </p:cNvSpPr>
            <p:nvPr/>
          </p:nvSpPr>
          <p:spPr bwMode="auto">
            <a:xfrm>
              <a:off x="5558684" y="1635919"/>
              <a:ext cx="436562" cy="557212"/>
            </a:xfrm>
            <a:custGeom>
              <a:avLst/>
              <a:gdLst>
                <a:gd name="T0" fmla="*/ 2147483646 w 336"/>
                <a:gd name="T1" fmla="*/ 2147483646 h 427"/>
                <a:gd name="T2" fmla="*/ 2147483646 w 336"/>
                <a:gd name="T3" fmla="*/ 2147483646 h 427"/>
                <a:gd name="T4" fmla="*/ 2147483646 w 336"/>
                <a:gd name="T5" fmla="*/ 2147483646 h 427"/>
                <a:gd name="T6" fmla="*/ 2147483646 w 336"/>
                <a:gd name="T7" fmla="*/ 2147483646 h 427"/>
                <a:gd name="T8" fmla="*/ 2147483646 w 336"/>
                <a:gd name="T9" fmla="*/ 2147483646 h 427"/>
                <a:gd name="T10" fmla="*/ 2147483646 w 336"/>
                <a:gd name="T11" fmla="*/ 2147483646 h 427"/>
                <a:gd name="T12" fmla="*/ 2147483646 w 336"/>
                <a:gd name="T13" fmla="*/ 2147483646 h 427"/>
                <a:gd name="T14" fmla="*/ 2147483646 w 336"/>
                <a:gd name="T15" fmla="*/ 2147483646 h 427"/>
                <a:gd name="T16" fmla="*/ 2147483646 w 336"/>
                <a:gd name="T17" fmla="*/ 2147483646 h 427"/>
                <a:gd name="T18" fmla="*/ 2147483646 w 336"/>
                <a:gd name="T19" fmla="*/ 2147483646 h 427"/>
                <a:gd name="T20" fmla="*/ 2147483646 w 336"/>
                <a:gd name="T21" fmla="*/ 2147483646 h 427"/>
                <a:gd name="T22" fmla="*/ 2147483646 w 336"/>
                <a:gd name="T23" fmla="*/ 0 h 427"/>
                <a:gd name="T24" fmla="*/ 2147483646 w 336"/>
                <a:gd name="T25" fmla="*/ 2147483646 h 427"/>
                <a:gd name="T26" fmla="*/ 2147483646 w 336"/>
                <a:gd name="T27" fmla="*/ 2147483646 h 427"/>
                <a:gd name="T28" fmla="*/ 2147483646 w 336"/>
                <a:gd name="T29" fmla="*/ 2147483646 h 427"/>
                <a:gd name="T30" fmla="*/ 2147483646 w 336"/>
                <a:gd name="T31" fmla="*/ 2147483646 h 427"/>
                <a:gd name="T32" fmla="*/ 2147483646 w 336"/>
                <a:gd name="T33" fmla="*/ 2147483646 h 427"/>
                <a:gd name="T34" fmla="*/ 2147483646 w 336"/>
                <a:gd name="T35" fmla="*/ 2147483646 h 427"/>
                <a:gd name="T36" fmla="*/ 2147483646 w 336"/>
                <a:gd name="T37" fmla="*/ 2147483646 h 427"/>
                <a:gd name="T38" fmla="*/ 2147483646 w 336"/>
                <a:gd name="T39" fmla="*/ 2147483646 h 427"/>
                <a:gd name="T40" fmla="*/ 2147483646 w 336"/>
                <a:gd name="T41" fmla="*/ 2147483646 h 427"/>
                <a:gd name="T42" fmla="*/ 2147483646 w 336"/>
                <a:gd name="T43" fmla="*/ 2147483646 h 427"/>
                <a:gd name="T44" fmla="*/ 2147483646 w 336"/>
                <a:gd name="T45" fmla="*/ 2147483646 h 427"/>
                <a:gd name="T46" fmla="*/ 2147483646 w 336"/>
                <a:gd name="T47" fmla="*/ 2147483646 h 427"/>
                <a:gd name="T48" fmla="*/ 2147483646 w 336"/>
                <a:gd name="T49" fmla="*/ 2147483646 h 427"/>
                <a:gd name="T50" fmla="*/ 2147483646 w 336"/>
                <a:gd name="T51" fmla="*/ 2147483646 h 427"/>
                <a:gd name="T52" fmla="*/ 2147483646 w 336"/>
                <a:gd name="T53" fmla="*/ 2147483646 h 427"/>
                <a:gd name="T54" fmla="*/ 0 w 336"/>
                <a:gd name="T55" fmla="*/ 2147483646 h 427"/>
                <a:gd name="T56" fmla="*/ 2147483646 w 336"/>
                <a:gd name="T57" fmla="*/ 2147483646 h 427"/>
                <a:gd name="T58" fmla="*/ 2147483646 w 336"/>
                <a:gd name="T59" fmla="*/ 2147483646 h 427"/>
                <a:gd name="T60" fmla="*/ 2147483646 w 336"/>
                <a:gd name="T61" fmla="*/ 2147483646 h 427"/>
                <a:gd name="T62" fmla="*/ 2147483646 w 336"/>
                <a:gd name="T63" fmla="*/ 2147483646 h 427"/>
                <a:gd name="T64" fmla="*/ 2147483646 w 336"/>
                <a:gd name="T65" fmla="*/ 2147483646 h 42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36" h="427">
                  <a:moveTo>
                    <a:pt x="120" y="427"/>
                  </a:moveTo>
                  <a:lnTo>
                    <a:pt x="96" y="397"/>
                  </a:lnTo>
                  <a:lnTo>
                    <a:pt x="78" y="325"/>
                  </a:lnTo>
                  <a:lnTo>
                    <a:pt x="96" y="282"/>
                  </a:lnTo>
                  <a:lnTo>
                    <a:pt x="144" y="180"/>
                  </a:lnTo>
                  <a:lnTo>
                    <a:pt x="192" y="150"/>
                  </a:lnTo>
                  <a:lnTo>
                    <a:pt x="222" y="114"/>
                  </a:lnTo>
                  <a:lnTo>
                    <a:pt x="252" y="96"/>
                  </a:lnTo>
                  <a:lnTo>
                    <a:pt x="294" y="72"/>
                  </a:lnTo>
                  <a:lnTo>
                    <a:pt x="336" y="30"/>
                  </a:lnTo>
                  <a:lnTo>
                    <a:pt x="330" y="6"/>
                  </a:lnTo>
                  <a:lnTo>
                    <a:pt x="294" y="0"/>
                  </a:lnTo>
                  <a:lnTo>
                    <a:pt x="270" y="24"/>
                  </a:lnTo>
                  <a:lnTo>
                    <a:pt x="252" y="42"/>
                  </a:lnTo>
                  <a:lnTo>
                    <a:pt x="222" y="48"/>
                  </a:lnTo>
                  <a:lnTo>
                    <a:pt x="186" y="48"/>
                  </a:lnTo>
                  <a:lnTo>
                    <a:pt x="174" y="60"/>
                  </a:lnTo>
                  <a:lnTo>
                    <a:pt x="162" y="78"/>
                  </a:lnTo>
                  <a:lnTo>
                    <a:pt x="114" y="126"/>
                  </a:lnTo>
                  <a:lnTo>
                    <a:pt x="90" y="138"/>
                  </a:lnTo>
                  <a:lnTo>
                    <a:pt x="84" y="168"/>
                  </a:lnTo>
                  <a:lnTo>
                    <a:pt x="66" y="186"/>
                  </a:lnTo>
                  <a:lnTo>
                    <a:pt x="42" y="216"/>
                  </a:lnTo>
                  <a:lnTo>
                    <a:pt x="42" y="240"/>
                  </a:lnTo>
                  <a:lnTo>
                    <a:pt x="30" y="270"/>
                  </a:lnTo>
                  <a:lnTo>
                    <a:pt x="12" y="295"/>
                  </a:lnTo>
                  <a:lnTo>
                    <a:pt x="18" y="325"/>
                  </a:lnTo>
                  <a:lnTo>
                    <a:pt x="0" y="349"/>
                  </a:lnTo>
                  <a:lnTo>
                    <a:pt x="18" y="391"/>
                  </a:lnTo>
                  <a:lnTo>
                    <a:pt x="48" y="403"/>
                  </a:lnTo>
                  <a:lnTo>
                    <a:pt x="54" y="415"/>
                  </a:lnTo>
                  <a:lnTo>
                    <a:pt x="72" y="421"/>
                  </a:lnTo>
                  <a:lnTo>
                    <a:pt x="120" y="427"/>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3" name="Freeform 259">
              <a:extLst>
                <a:ext uri="{FF2B5EF4-FFF2-40B4-BE49-F238E27FC236}">
                  <a16:creationId xmlns:a16="http://schemas.microsoft.com/office/drawing/2014/main" id="{7F1E554E-6E0C-446D-9A4B-CBFB227029F4}"/>
                </a:ext>
              </a:extLst>
            </p:cNvPr>
            <p:cNvSpPr>
              <a:spLocks/>
            </p:cNvSpPr>
            <p:nvPr/>
          </p:nvSpPr>
          <p:spPr bwMode="auto">
            <a:xfrm>
              <a:off x="5356622" y="4983165"/>
              <a:ext cx="166688" cy="346075"/>
            </a:xfrm>
            <a:custGeom>
              <a:avLst/>
              <a:gdLst>
                <a:gd name="T0" fmla="*/ 2147483646 w 126"/>
                <a:gd name="T1" fmla="*/ 2147483646 h 265"/>
                <a:gd name="T2" fmla="*/ 0 w 126"/>
                <a:gd name="T3" fmla="*/ 2147483646 h 265"/>
                <a:gd name="T4" fmla="*/ 2147483646 w 126"/>
                <a:gd name="T5" fmla="*/ 2147483646 h 265"/>
                <a:gd name="T6" fmla="*/ 2147483646 w 126"/>
                <a:gd name="T7" fmla="*/ 2147483646 h 265"/>
                <a:gd name="T8" fmla="*/ 2147483646 w 126"/>
                <a:gd name="T9" fmla="*/ 2147483646 h 265"/>
                <a:gd name="T10" fmla="*/ 2147483646 w 126"/>
                <a:gd name="T11" fmla="*/ 2147483646 h 265"/>
                <a:gd name="T12" fmla="*/ 2147483646 w 126"/>
                <a:gd name="T13" fmla="*/ 2147483646 h 265"/>
                <a:gd name="T14" fmla="*/ 2147483646 w 126"/>
                <a:gd name="T15" fmla="*/ 2147483646 h 265"/>
                <a:gd name="T16" fmla="*/ 2147483646 w 126"/>
                <a:gd name="T17" fmla="*/ 0 h 265"/>
                <a:gd name="T18" fmla="*/ 2147483646 w 126"/>
                <a:gd name="T19" fmla="*/ 2147483646 h 265"/>
                <a:gd name="T20" fmla="*/ 2147483646 w 126"/>
                <a:gd name="T21" fmla="*/ 2147483646 h 265"/>
                <a:gd name="T22" fmla="*/ 2147483646 w 126"/>
                <a:gd name="T23" fmla="*/ 2147483646 h 265"/>
                <a:gd name="T24" fmla="*/ 2147483646 w 126"/>
                <a:gd name="T25" fmla="*/ 2147483646 h 265"/>
                <a:gd name="T26" fmla="*/ 2147483646 w 126"/>
                <a:gd name="T27" fmla="*/ 2147483646 h 265"/>
                <a:gd name="T28" fmla="*/ 2147483646 w 126"/>
                <a:gd name="T29" fmla="*/ 2147483646 h 265"/>
                <a:gd name="T30" fmla="*/ 2147483646 w 126"/>
                <a:gd name="T31" fmla="*/ 2147483646 h 265"/>
                <a:gd name="T32" fmla="*/ 2147483646 w 126"/>
                <a:gd name="T33" fmla="*/ 2147483646 h 2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6" h="265">
                  <a:moveTo>
                    <a:pt x="6" y="217"/>
                  </a:moveTo>
                  <a:lnTo>
                    <a:pt x="0" y="193"/>
                  </a:lnTo>
                  <a:lnTo>
                    <a:pt x="12" y="169"/>
                  </a:lnTo>
                  <a:lnTo>
                    <a:pt x="24" y="139"/>
                  </a:lnTo>
                  <a:lnTo>
                    <a:pt x="12" y="91"/>
                  </a:lnTo>
                  <a:lnTo>
                    <a:pt x="30" y="78"/>
                  </a:lnTo>
                  <a:lnTo>
                    <a:pt x="54" y="60"/>
                  </a:lnTo>
                  <a:lnTo>
                    <a:pt x="78" y="24"/>
                  </a:lnTo>
                  <a:lnTo>
                    <a:pt x="108" y="0"/>
                  </a:lnTo>
                  <a:lnTo>
                    <a:pt x="126" y="24"/>
                  </a:lnTo>
                  <a:lnTo>
                    <a:pt x="126" y="66"/>
                  </a:lnTo>
                  <a:lnTo>
                    <a:pt x="126" y="91"/>
                  </a:lnTo>
                  <a:lnTo>
                    <a:pt x="78" y="253"/>
                  </a:lnTo>
                  <a:lnTo>
                    <a:pt x="54" y="259"/>
                  </a:lnTo>
                  <a:lnTo>
                    <a:pt x="30" y="265"/>
                  </a:lnTo>
                  <a:lnTo>
                    <a:pt x="6" y="247"/>
                  </a:lnTo>
                  <a:lnTo>
                    <a:pt x="6" y="217"/>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4" name="Freeform 279">
              <a:extLst>
                <a:ext uri="{FF2B5EF4-FFF2-40B4-BE49-F238E27FC236}">
                  <a16:creationId xmlns:a16="http://schemas.microsoft.com/office/drawing/2014/main" id="{218B59CA-53AA-4FAE-99DF-845AE40F5730}"/>
                </a:ext>
              </a:extLst>
            </p:cNvPr>
            <p:cNvSpPr>
              <a:spLocks/>
            </p:cNvSpPr>
            <p:nvPr/>
          </p:nvSpPr>
          <p:spPr bwMode="auto">
            <a:xfrm>
              <a:off x="4582423" y="3681943"/>
              <a:ext cx="77787" cy="46037"/>
            </a:xfrm>
            <a:custGeom>
              <a:avLst/>
              <a:gdLst>
                <a:gd name="T0" fmla="*/ 0 w 60"/>
                <a:gd name="T1" fmla="*/ 2147483646 h 36"/>
                <a:gd name="T2" fmla="*/ 2147483646 w 60"/>
                <a:gd name="T3" fmla="*/ 0 h 36"/>
                <a:gd name="T4" fmla="*/ 2147483646 w 60"/>
                <a:gd name="T5" fmla="*/ 2147483646 h 36"/>
                <a:gd name="T6" fmla="*/ 2147483646 w 60"/>
                <a:gd name="T7" fmla="*/ 2147483646 h 36"/>
                <a:gd name="T8" fmla="*/ 2147483646 w 60"/>
                <a:gd name="T9" fmla="*/ 2147483646 h 36"/>
                <a:gd name="T10" fmla="*/ 2147483646 w 60"/>
                <a:gd name="T11" fmla="*/ 2147483646 h 36"/>
                <a:gd name="T12" fmla="*/ 0 w 60"/>
                <a:gd name="T13" fmla="*/ 2147483646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36">
                  <a:moveTo>
                    <a:pt x="0" y="12"/>
                  </a:moveTo>
                  <a:lnTo>
                    <a:pt x="36" y="0"/>
                  </a:lnTo>
                  <a:lnTo>
                    <a:pt x="60" y="6"/>
                  </a:lnTo>
                  <a:lnTo>
                    <a:pt x="60" y="18"/>
                  </a:lnTo>
                  <a:lnTo>
                    <a:pt x="54" y="36"/>
                  </a:lnTo>
                  <a:lnTo>
                    <a:pt x="30" y="24"/>
                  </a:lnTo>
                  <a:lnTo>
                    <a:pt x="0" y="12"/>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5" name="Freeform 280">
              <a:extLst>
                <a:ext uri="{FF2B5EF4-FFF2-40B4-BE49-F238E27FC236}">
                  <a16:creationId xmlns:a16="http://schemas.microsoft.com/office/drawing/2014/main" id="{761EF47A-548A-45C9-8168-B04A70ADD0C3}"/>
                </a:ext>
              </a:extLst>
            </p:cNvPr>
            <p:cNvSpPr>
              <a:spLocks/>
            </p:cNvSpPr>
            <p:nvPr/>
          </p:nvSpPr>
          <p:spPr bwMode="auto">
            <a:xfrm>
              <a:off x="4495110" y="3593043"/>
              <a:ext cx="31750" cy="61912"/>
            </a:xfrm>
            <a:custGeom>
              <a:avLst/>
              <a:gdLst>
                <a:gd name="T0" fmla="*/ 0 w 24"/>
                <a:gd name="T1" fmla="*/ 2147483646 h 48"/>
                <a:gd name="T2" fmla="*/ 2147483646 w 24"/>
                <a:gd name="T3" fmla="*/ 2147483646 h 48"/>
                <a:gd name="T4" fmla="*/ 2147483646 w 24"/>
                <a:gd name="T5" fmla="*/ 0 h 48"/>
                <a:gd name="T6" fmla="*/ 2147483646 w 24"/>
                <a:gd name="T7" fmla="*/ 2147483646 h 48"/>
                <a:gd name="T8" fmla="*/ 2147483646 w 24"/>
                <a:gd name="T9" fmla="*/ 2147483646 h 48"/>
                <a:gd name="T10" fmla="*/ 0 w 24"/>
                <a:gd name="T11" fmla="*/ 2147483646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 h="48">
                  <a:moveTo>
                    <a:pt x="0" y="48"/>
                  </a:moveTo>
                  <a:lnTo>
                    <a:pt x="6" y="6"/>
                  </a:lnTo>
                  <a:lnTo>
                    <a:pt x="18" y="0"/>
                  </a:lnTo>
                  <a:lnTo>
                    <a:pt x="24" y="24"/>
                  </a:lnTo>
                  <a:lnTo>
                    <a:pt x="24" y="48"/>
                  </a:lnTo>
                  <a:lnTo>
                    <a:pt x="0" y="48"/>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6" name="Freeform 281">
              <a:extLst>
                <a:ext uri="{FF2B5EF4-FFF2-40B4-BE49-F238E27FC236}">
                  <a16:creationId xmlns:a16="http://schemas.microsoft.com/office/drawing/2014/main" id="{1E9AC3BF-F033-46AD-B5AF-5221079943CC}"/>
                </a:ext>
              </a:extLst>
            </p:cNvPr>
            <p:cNvSpPr>
              <a:spLocks/>
            </p:cNvSpPr>
            <p:nvPr/>
          </p:nvSpPr>
          <p:spPr bwMode="auto">
            <a:xfrm>
              <a:off x="4487173" y="3529543"/>
              <a:ext cx="39687" cy="47625"/>
            </a:xfrm>
            <a:custGeom>
              <a:avLst/>
              <a:gdLst>
                <a:gd name="T0" fmla="*/ 0 w 30"/>
                <a:gd name="T1" fmla="*/ 2147483646 h 37"/>
                <a:gd name="T2" fmla="*/ 2147483646 w 30"/>
                <a:gd name="T3" fmla="*/ 0 h 37"/>
                <a:gd name="T4" fmla="*/ 2147483646 w 30"/>
                <a:gd name="T5" fmla="*/ 2147483646 h 37"/>
                <a:gd name="T6" fmla="*/ 2147483646 w 30"/>
                <a:gd name="T7" fmla="*/ 2147483646 h 37"/>
                <a:gd name="T8" fmla="*/ 0 w 30"/>
                <a:gd name="T9" fmla="*/ 2147483646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7">
                  <a:moveTo>
                    <a:pt x="0" y="12"/>
                  </a:moveTo>
                  <a:lnTo>
                    <a:pt x="24" y="0"/>
                  </a:lnTo>
                  <a:lnTo>
                    <a:pt x="30" y="24"/>
                  </a:lnTo>
                  <a:lnTo>
                    <a:pt x="24" y="37"/>
                  </a:lnTo>
                  <a:lnTo>
                    <a:pt x="0" y="12"/>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7" name="Freeform 301">
              <a:extLst>
                <a:ext uri="{FF2B5EF4-FFF2-40B4-BE49-F238E27FC236}">
                  <a16:creationId xmlns:a16="http://schemas.microsoft.com/office/drawing/2014/main" id="{4957A5FD-E309-4525-BE22-18CE11A5E04C}"/>
                </a:ext>
              </a:extLst>
            </p:cNvPr>
            <p:cNvSpPr>
              <a:spLocks/>
            </p:cNvSpPr>
            <p:nvPr/>
          </p:nvSpPr>
          <p:spPr bwMode="auto">
            <a:xfrm>
              <a:off x="4848835" y="3008828"/>
              <a:ext cx="235112" cy="211138"/>
            </a:xfrm>
            <a:custGeom>
              <a:avLst/>
              <a:gdLst>
                <a:gd name="T0" fmla="*/ 2147483646 w 30"/>
                <a:gd name="T1" fmla="*/ 2147483646 h 27"/>
                <a:gd name="T2" fmla="*/ 2147483646 w 30"/>
                <a:gd name="T3" fmla="*/ 2147483646 h 27"/>
                <a:gd name="T4" fmla="*/ 2147483646 w 30"/>
                <a:gd name="T5" fmla="*/ 2147483646 h 27"/>
                <a:gd name="T6" fmla="*/ 2147483646 w 30"/>
                <a:gd name="T7" fmla="*/ 2147483646 h 27"/>
                <a:gd name="T8" fmla="*/ 2147483646 w 30"/>
                <a:gd name="T9" fmla="*/ 0 h 27"/>
                <a:gd name="T10" fmla="*/ 2147483646 w 30"/>
                <a:gd name="T11" fmla="*/ 2147483646 h 27"/>
                <a:gd name="T12" fmla="*/ 2147483646 w 30"/>
                <a:gd name="T13" fmla="*/ 2147483646 h 27"/>
                <a:gd name="T14" fmla="*/ 2147483646 w 30"/>
                <a:gd name="T15" fmla="*/ 2147483646 h 27"/>
                <a:gd name="T16" fmla="*/ 2147483646 w 30"/>
                <a:gd name="T17" fmla="*/ 2147483646 h 27"/>
                <a:gd name="T18" fmla="*/ 2147483646 w 30"/>
                <a:gd name="T19" fmla="*/ 2147483646 h 27"/>
                <a:gd name="T20" fmla="*/ 2147483646 w 30"/>
                <a:gd name="T21" fmla="*/ 2147483646 h 27"/>
                <a:gd name="T22" fmla="*/ 2147483646 w 30"/>
                <a:gd name="T23" fmla="*/ 2147483646 h 27"/>
                <a:gd name="T24" fmla="*/ 2147483646 w 30"/>
                <a:gd name="T25" fmla="*/ 2147483646 h 27"/>
                <a:gd name="T26" fmla="*/ 2147483646 w 30"/>
                <a:gd name="T27" fmla="*/ 2147483646 h 27"/>
                <a:gd name="T28" fmla="*/ 2147483646 w 30"/>
                <a:gd name="T29" fmla="*/ 2147483646 h 27"/>
                <a:gd name="T30" fmla="*/ 2147483646 w 30"/>
                <a:gd name="T31" fmla="*/ 2147483646 h 27"/>
                <a:gd name="T32" fmla="*/ 0 w 30"/>
                <a:gd name="T33" fmla="*/ 2147483646 h 27"/>
                <a:gd name="T34" fmla="*/ 2147483646 w 30"/>
                <a:gd name="T35" fmla="*/ 2147483646 h 27"/>
                <a:gd name="T36" fmla="*/ 2147483646 w 30"/>
                <a:gd name="T37" fmla="*/ 2147483646 h 27"/>
                <a:gd name="T38" fmla="*/ 2147483646 w 30"/>
                <a:gd name="T39" fmla="*/ 2147483646 h 27"/>
                <a:gd name="T40" fmla="*/ 2147483646 w 30"/>
                <a:gd name="T41" fmla="*/ 2147483646 h 27"/>
                <a:gd name="T42" fmla="*/ 2147483646 w 30"/>
                <a:gd name="T43" fmla="*/ 2147483646 h 27"/>
                <a:gd name="T44" fmla="*/ 2147483646 w 30"/>
                <a:gd name="T45" fmla="*/ 2147483646 h 27"/>
                <a:gd name="T46" fmla="*/ 2147483646 w 30"/>
                <a:gd name="T47" fmla="*/ 2147483646 h 27"/>
                <a:gd name="T48" fmla="*/ 2147483646 w 30"/>
                <a:gd name="T49" fmla="*/ 2147483646 h 27"/>
                <a:gd name="T50" fmla="*/ 2147483646 w 30"/>
                <a:gd name="T51" fmla="*/ 2147483646 h 27"/>
                <a:gd name="T52" fmla="*/ 2147483646 w 30"/>
                <a:gd name="T53" fmla="*/ 2147483646 h 27"/>
                <a:gd name="T54" fmla="*/ 2147483646 w 30"/>
                <a:gd name="T55" fmla="*/ 2147483646 h 27"/>
                <a:gd name="T56" fmla="*/ 2147483646 w 30"/>
                <a:gd name="T57" fmla="*/ 2147483646 h 2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connsiteX0" fmla="*/ 10075 w 10075"/>
                <a:gd name="connsiteY0" fmla="*/ 5185 h 10000"/>
                <a:gd name="connsiteX1" fmla="*/ 9075 w 10075"/>
                <a:gd name="connsiteY1" fmla="*/ 4074 h 10000"/>
                <a:gd name="connsiteX2" fmla="*/ 7742 w 10075"/>
                <a:gd name="connsiteY2" fmla="*/ 1111 h 10000"/>
                <a:gd name="connsiteX3" fmla="*/ 6742 w 10075"/>
                <a:gd name="connsiteY3" fmla="*/ 741 h 10000"/>
                <a:gd name="connsiteX4" fmla="*/ 5742 w 10075"/>
                <a:gd name="connsiteY4" fmla="*/ 0 h 10000"/>
                <a:gd name="connsiteX5" fmla="*/ 4742 w 10075"/>
                <a:gd name="connsiteY5" fmla="*/ 741 h 10000"/>
                <a:gd name="connsiteX6" fmla="*/ 3742 w 10075"/>
                <a:gd name="connsiteY6" fmla="*/ 1111 h 10000"/>
                <a:gd name="connsiteX7" fmla="*/ 4075 w 10075"/>
                <a:gd name="connsiteY7" fmla="*/ 1111 h 10000"/>
                <a:gd name="connsiteX8" fmla="*/ 3408 w 10075"/>
                <a:gd name="connsiteY8" fmla="*/ 2222 h 10000"/>
                <a:gd name="connsiteX9" fmla="*/ 2742 w 10075"/>
                <a:gd name="connsiteY9" fmla="*/ 2963 h 10000"/>
                <a:gd name="connsiteX10" fmla="*/ 2742 w 10075"/>
                <a:gd name="connsiteY10" fmla="*/ 4074 h 10000"/>
                <a:gd name="connsiteX11" fmla="*/ 1742 w 10075"/>
                <a:gd name="connsiteY11" fmla="*/ 4074 h 10000"/>
                <a:gd name="connsiteX12" fmla="*/ 1075 w 10075"/>
                <a:gd name="connsiteY12" fmla="*/ 4444 h 10000"/>
                <a:gd name="connsiteX13" fmla="*/ 408 w 10075"/>
                <a:gd name="connsiteY13" fmla="*/ 4815 h 10000"/>
                <a:gd name="connsiteX14" fmla="*/ 0 w 10075"/>
                <a:gd name="connsiteY14" fmla="*/ 5072 h 10000"/>
                <a:gd name="connsiteX15" fmla="*/ 742 w 10075"/>
                <a:gd name="connsiteY15" fmla="*/ 6667 h 10000"/>
                <a:gd name="connsiteX16" fmla="*/ 75 w 10075"/>
                <a:gd name="connsiteY16" fmla="*/ 7407 h 10000"/>
                <a:gd name="connsiteX17" fmla="*/ 408 w 10075"/>
                <a:gd name="connsiteY17" fmla="*/ 8519 h 10000"/>
                <a:gd name="connsiteX18" fmla="*/ 408 w 10075"/>
                <a:gd name="connsiteY18" fmla="*/ 9259 h 10000"/>
                <a:gd name="connsiteX19" fmla="*/ 1075 w 10075"/>
                <a:gd name="connsiteY19" fmla="*/ 8889 h 10000"/>
                <a:gd name="connsiteX20" fmla="*/ 2408 w 10075"/>
                <a:gd name="connsiteY20" fmla="*/ 8889 h 10000"/>
                <a:gd name="connsiteX21" fmla="*/ 4408 w 10075"/>
                <a:gd name="connsiteY21" fmla="*/ 9630 h 10000"/>
                <a:gd name="connsiteX22" fmla="*/ 6742 w 10075"/>
                <a:gd name="connsiteY22" fmla="*/ 9630 h 10000"/>
                <a:gd name="connsiteX23" fmla="*/ 8075 w 10075"/>
                <a:gd name="connsiteY23" fmla="*/ 10000 h 10000"/>
                <a:gd name="connsiteX24" fmla="*/ 8742 w 10075"/>
                <a:gd name="connsiteY24" fmla="*/ 7778 h 10000"/>
                <a:gd name="connsiteX25" fmla="*/ 9075 w 10075"/>
                <a:gd name="connsiteY25" fmla="*/ 7778 h 10000"/>
                <a:gd name="connsiteX26" fmla="*/ 8742 w 10075"/>
                <a:gd name="connsiteY26" fmla="*/ 6296 h 10000"/>
                <a:gd name="connsiteX27" fmla="*/ 9742 w 10075"/>
                <a:gd name="connsiteY27" fmla="*/ 5926 h 10000"/>
                <a:gd name="connsiteX28" fmla="*/ 10075 w 10075"/>
                <a:gd name="connsiteY28" fmla="*/ 5185 h 10000"/>
                <a:gd name="connsiteX0" fmla="*/ 10177 w 10177"/>
                <a:gd name="connsiteY0" fmla="*/ 5185 h 10000"/>
                <a:gd name="connsiteX1" fmla="*/ 9177 w 10177"/>
                <a:gd name="connsiteY1" fmla="*/ 4074 h 10000"/>
                <a:gd name="connsiteX2" fmla="*/ 7844 w 10177"/>
                <a:gd name="connsiteY2" fmla="*/ 1111 h 10000"/>
                <a:gd name="connsiteX3" fmla="*/ 6844 w 10177"/>
                <a:gd name="connsiteY3" fmla="*/ 741 h 10000"/>
                <a:gd name="connsiteX4" fmla="*/ 5844 w 10177"/>
                <a:gd name="connsiteY4" fmla="*/ 0 h 10000"/>
                <a:gd name="connsiteX5" fmla="*/ 4844 w 10177"/>
                <a:gd name="connsiteY5" fmla="*/ 741 h 10000"/>
                <a:gd name="connsiteX6" fmla="*/ 3844 w 10177"/>
                <a:gd name="connsiteY6" fmla="*/ 1111 h 10000"/>
                <a:gd name="connsiteX7" fmla="*/ 4177 w 10177"/>
                <a:gd name="connsiteY7" fmla="*/ 1111 h 10000"/>
                <a:gd name="connsiteX8" fmla="*/ 3510 w 10177"/>
                <a:gd name="connsiteY8" fmla="*/ 2222 h 10000"/>
                <a:gd name="connsiteX9" fmla="*/ 2844 w 10177"/>
                <a:gd name="connsiteY9" fmla="*/ 2963 h 10000"/>
                <a:gd name="connsiteX10" fmla="*/ 2844 w 10177"/>
                <a:gd name="connsiteY10" fmla="*/ 4074 h 10000"/>
                <a:gd name="connsiteX11" fmla="*/ 1844 w 10177"/>
                <a:gd name="connsiteY11" fmla="*/ 4074 h 10000"/>
                <a:gd name="connsiteX12" fmla="*/ 1177 w 10177"/>
                <a:gd name="connsiteY12" fmla="*/ 4444 h 10000"/>
                <a:gd name="connsiteX13" fmla="*/ 510 w 10177"/>
                <a:gd name="connsiteY13" fmla="*/ 4815 h 10000"/>
                <a:gd name="connsiteX14" fmla="*/ 0 w 10177"/>
                <a:gd name="connsiteY14" fmla="*/ 4395 h 10000"/>
                <a:gd name="connsiteX15" fmla="*/ 844 w 10177"/>
                <a:gd name="connsiteY15" fmla="*/ 6667 h 10000"/>
                <a:gd name="connsiteX16" fmla="*/ 177 w 10177"/>
                <a:gd name="connsiteY16" fmla="*/ 7407 h 10000"/>
                <a:gd name="connsiteX17" fmla="*/ 510 w 10177"/>
                <a:gd name="connsiteY17" fmla="*/ 8519 h 10000"/>
                <a:gd name="connsiteX18" fmla="*/ 510 w 10177"/>
                <a:gd name="connsiteY18" fmla="*/ 9259 h 10000"/>
                <a:gd name="connsiteX19" fmla="*/ 1177 w 10177"/>
                <a:gd name="connsiteY19" fmla="*/ 8889 h 10000"/>
                <a:gd name="connsiteX20" fmla="*/ 2510 w 10177"/>
                <a:gd name="connsiteY20" fmla="*/ 8889 h 10000"/>
                <a:gd name="connsiteX21" fmla="*/ 4510 w 10177"/>
                <a:gd name="connsiteY21" fmla="*/ 9630 h 10000"/>
                <a:gd name="connsiteX22" fmla="*/ 6844 w 10177"/>
                <a:gd name="connsiteY22" fmla="*/ 9630 h 10000"/>
                <a:gd name="connsiteX23" fmla="*/ 8177 w 10177"/>
                <a:gd name="connsiteY23" fmla="*/ 10000 h 10000"/>
                <a:gd name="connsiteX24" fmla="*/ 8844 w 10177"/>
                <a:gd name="connsiteY24" fmla="*/ 7778 h 10000"/>
                <a:gd name="connsiteX25" fmla="*/ 9177 w 10177"/>
                <a:gd name="connsiteY25" fmla="*/ 7778 h 10000"/>
                <a:gd name="connsiteX26" fmla="*/ 8844 w 10177"/>
                <a:gd name="connsiteY26" fmla="*/ 6296 h 10000"/>
                <a:gd name="connsiteX27" fmla="*/ 9844 w 10177"/>
                <a:gd name="connsiteY27" fmla="*/ 5926 h 10000"/>
                <a:gd name="connsiteX28" fmla="*/ 10177 w 10177"/>
                <a:gd name="connsiteY28" fmla="*/ 5185 h 10000"/>
                <a:gd name="connsiteX0" fmla="*/ 10075 w 10075"/>
                <a:gd name="connsiteY0" fmla="*/ 5185 h 10000"/>
                <a:gd name="connsiteX1" fmla="*/ 9075 w 10075"/>
                <a:gd name="connsiteY1" fmla="*/ 4074 h 10000"/>
                <a:gd name="connsiteX2" fmla="*/ 7742 w 10075"/>
                <a:gd name="connsiteY2" fmla="*/ 1111 h 10000"/>
                <a:gd name="connsiteX3" fmla="*/ 6742 w 10075"/>
                <a:gd name="connsiteY3" fmla="*/ 741 h 10000"/>
                <a:gd name="connsiteX4" fmla="*/ 5742 w 10075"/>
                <a:gd name="connsiteY4" fmla="*/ 0 h 10000"/>
                <a:gd name="connsiteX5" fmla="*/ 4742 w 10075"/>
                <a:gd name="connsiteY5" fmla="*/ 741 h 10000"/>
                <a:gd name="connsiteX6" fmla="*/ 3742 w 10075"/>
                <a:gd name="connsiteY6" fmla="*/ 1111 h 10000"/>
                <a:gd name="connsiteX7" fmla="*/ 4075 w 10075"/>
                <a:gd name="connsiteY7" fmla="*/ 1111 h 10000"/>
                <a:gd name="connsiteX8" fmla="*/ 3408 w 10075"/>
                <a:gd name="connsiteY8" fmla="*/ 2222 h 10000"/>
                <a:gd name="connsiteX9" fmla="*/ 2742 w 10075"/>
                <a:gd name="connsiteY9" fmla="*/ 2963 h 10000"/>
                <a:gd name="connsiteX10" fmla="*/ 2742 w 10075"/>
                <a:gd name="connsiteY10" fmla="*/ 4074 h 10000"/>
                <a:gd name="connsiteX11" fmla="*/ 1742 w 10075"/>
                <a:gd name="connsiteY11" fmla="*/ 4074 h 10000"/>
                <a:gd name="connsiteX12" fmla="*/ 1075 w 10075"/>
                <a:gd name="connsiteY12" fmla="*/ 4444 h 10000"/>
                <a:gd name="connsiteX13" fmla="*/ 408 w 10075"/>
                <a:gd name="connsiteY13" fmla="*/ 4815 h 10000"/>
                <a:gd name="connsiteX14" fmla="*/ 0 w 10075"/>
                <a:gd name="connsiteY14" fmla="*/ 4057 h 10000"/>
                <a:gd name="connsiteX15" fmla="*/ 742 w 10075"/>
                <a:gd name="connsiteY15" fmla="*/ 6667 h 10000"/>
                <a:gd name="connsiteX16" fmla="*/ 75 w 10075"/>
                <a:gd name="connsiteY16" fmla="*/ 7407 h 10000"/>
                <a:gd name="connsiteX17" fmla="*/ 408 w 10075"/>
                <a:gd name="connsiteY17" fmla="*/ 8519 h 10000"/>
                <a:gd name="connsiteX18" fmla="*/ 408 w 10075"/>
                <a:gd name="connsiteY18" fmla="*/ 9259 h 10000"/>
                <a:gd name="connsiteX19" fmla="*/ 1075 w 10075"/>
                <a:gd name="connsiteY19" fmla="*/ 8889 h 10000"/>
                <a:gd name="connsiteX20" fmla="*/ 2408 w 10075"/>
                <a:gd name="connsiteY20" fmla="*/ 8889 h 10000"/>
                <a:gd name="connsiteX21" fmla="*/ 4408 w 10075"/>
                <a:gd name="connsiteY21" fmla="*/ 9630 h 10000"/>
                <a:gd name="connsiteX22" fmla="*/ 6742 w 10075"/>
                <a:gd name="connsiteY22" fmla="*/ 9630 h 10000"/>
                <a:gd name="connsiteX23" fmla="*/ 8075 w 10075"/>
                <a:gd name="connsiteY23" fmla="*/ 10000 h 10000"/>
                <a:gd name="connsiteX24" fmla="*/ 8742 w 10075"/>
                <a:gd name="connsiteY24" fmla="*/ 7778 h 10000"/>
                <a:gd name="connsiteX25" fmla="*/ 9075 w 10075"/>
                <a:gd name="connsiteY25" fmla="*/ 7778 h 10000"/>
                <a:gd name="connsiteX26" fmla="*/ 8742 w 10075"/>
                <a:gd name="connsiteY26" fmla="*/ 6296 h 10000"/>
                <a:gd name="connsiteX27" fmla="*/ 9742 w 10075"/>
                <a:gd name="connsiteY27" fmla="*/ 5926 h 10000"/>
                <a:gd name="connsiteX28" fmla="*/ 10075 w 10075"/>
                <a:gd name="connsiteY28" fmla="*/ 5185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75" h="10000">
                  <a:moveTo>
                    <a:pt x="10075" y="5185"/>
                  </a:moveTo>
                  <a:lnTo>
                    <a:pt x="9075" y="4074"/>
                  </a:lnTo>
                  <a:lnTo>
                    <a:pt x="7742" y="1111"/>
                  </a:lnTo>
                  <a:lnTo>
                    <a:pt x="6742" y="741"/>
                  </a:lnTo>
                  <a:lnTo>
                    <a:pt x="5742" y="0"/>
                  </a:lnTo>
                  <a:lnTo>
                    <a:pt x="4742" y="741"/>
                  </a:lnTo>
                  <a:lnTo>
                    <a:pt x="3742" y="1111"/>
                  </a:lnTo>
                  <a:lnTo>
                    <a:pt x="4075" y="1111"/>
                  </a:lnTo>
                  <a:lnTo>
                    <a:pt x="3408" y="2222"/>
                  </a:lnTo>
                  <a:lnTo>
                    <a:pt x="2742" y="2963"/>
                  </a:lnTo>
                  <a:cubicBezTo>
                    <a:pt x="2742" y="2963"/>
                    <a:pt x="3075" y="4074"/>
                    <a:pt x="2742" y="4074"/>
                  </a:cubicBezTo>
                  <a:lnTo>
                    <a:pt x="1742" y="4074"/>
                  </a:lnTo>
                  <a:lnTo>
                    <a:pt x="1075" y="4444"/>
                  </a:lnTo>
                  <a:cubicBezTo>
                    <a:pt x="408" y="4815"/>
                    <a:pt x="587" y="4879"/>
                    <a:pt x="408" y="4815"/>
                  </a:cubicBezTo>
                  <a:cubicBezTo>
                    <a:pt x="229" y="4751"/>
                    <a:pt x="0" y="4057"/>
                    <a:pt x="0" y="4057"/>
                  </a:cubicBezTo>
                  <a:cubicBezTo>
                    <a:pt x="334" y="5539"/>
                    <a:pt x="730" y="6109"/>
                    <a:pt x="742" y="6667"/>
                  </a:cubicBezTo>
                  <a:cubicBezTo>
                    <a:pt x="755" y="7225"/>
                    <a:pt x="75" y="7407"/>
                    <a:pt x="75" y="7407"/>
                  </a:cubicBezTo>
                  <a:lnTo>
                    <a:pt x="408" y="8519"/>
                  </a:lnTo>
                  <a:lnTo>
                    <a:pt x="408" y="9259"/>
                  </a:lnTo>
                  <a:lnTo>
                    <a:pt x="1075" y="8889"/>
                  </a:lnTo>
                  <a:lnTo>
                    <a:pt x="2408" y="8889"/>
                  </a:lnTo>
                  <a:lnTo>
                    <a:pt x="4408" y="9630"/>
                  </a:lnTo>
                  <a:lnTo>
                    <a:pt x="6742" y="9630"/>
                  </a:lnTo>
                  <a:lnTo>
                    <a:pt x="8075" y="10000"/>
                  </a:lnTo>
                  <a:lnTo>
                    <a:pt x="8742" y="7778"/>
                  </a:lnTo>
                  <a:lnTo>
                    <a:pt x="9075" y="7778"/>
                  </a:lnTo>
                  <a:lnTo>
                    <a:pt x="8742" y="6296"/>
                  </a:lnTo>
                  <a:lnTo>
                    <a:pt x="9742" y="5926"/>
                  </a:lnTo>
                  <a:lnTo>
                    <a:pt x="10075" y="5185"/>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8" name="Freeform 303">
              <a:extLst>
                <a:ext uri="{FF2B5EF4-FFF2-40B4-BE49-F238E27FC236}">
                  <a16:creationId xmlns:a16="http://schemas.microsoft.com/office/drawing/2014/main" id="{80E9BDE8-D99E-41B4-935F-5695BCC0B79E}"/>
                </a:ext>
              </a:extLst>
            </p:cNvPr>
            <p:cNvSpPr>
              <a:spLocks/>
            </p:cNvSpPr>
            <p:nvPr/>
          </p:nvSpPr>
          <p:spPr bwMode="auto">
            <a:xfrm>
              <a:off x="3923643" y="4344961"/>
              <a:ext cx="188912" cy="141288"/>
            </a:xfrm>
            <a:custGeom>
              <a:avLst/>
              <a:gdLst>
                <a:gd name="T0" fmla="*/ 2147483646 w 24"/>
                <a:gd name="T1" fmla="*/ 2147483646 h 18"/>
                <a:gd name="T2" fmla="*/ 2147483646 w 24"/>
                <a:gd name="T3" fmla="*/ 2147483646 h 18"/>
                <a:gd name="T4" fmla="*/ 2147483646 w 24"/>
                <a:gd name="T5" fmla="*/ 2147483646 h 18"/>
                <a:gd name="T6" fmla="*/ 2147483646 w 24"/>
                <a:gd name="T7" fmla="*/ 2147483646 h 18"/>
                <a:gd name="T8" fmla="*/ 2147483646 w 24"/>
                <a:gd name="T9" fmla="*/ 2147483646 h 18"/>
                <a:gd name="T10" fmla="*/ 2147483646 w 24"/>
                <a:gd name="T11" fmla="*/ 2147483646 h 18"/>
                <a:gd name="T12" fmla="*/ 2147483646 w 24"/>
                <a:gd name="T13" fmla="*/ 2147483646 h 18"/>
                <a:gd name="T14" fmla="*/ 2147483646 w 24"/>
                <a:gd name="T15" fmla="*/ 2147483646 h 18"/>
                <a:gd name="T16" fmla="*/ 2147483646 w 24"/>
                <a:gd name="T17" fmla="*/ 2147483646 h 18"/>
                <a:gd name="T18" fmla="*/ 2147483646 w 24"/>
                <a:gd name="T19" fmla="*/ 2147483646 h 18"/>
                <a:gd name="T20" fmla="*/ 2147483646 w 24"/>
                <a:gd name="T21" fmla="*/ 2147483646 h 18"/>
                <a:gd name="T22" fmla="*/ 2147483646 w 24"/>
                <a:gd name="T23" fmla="*/ 2147483646 h 18"/>
                <a:gd name="T24" fmla="*/ 2147483646 w 24"/>
                <a:gd name="T25" fmla="*/ 2147483646 h 18"/>
                <a:gd name="T26" fmla="*/ 2147483646 w 24"/>
                <a:gd name="T27" fmla="*/ 2147483646 h 18"/>
                <a:gd name="T28" fmla="*/ 2147483646 w 24"/>
                <a:gd name="T29" fmla="*/ 2147483646 h 18"/>
                <a:gd name="T30" fmla="*/ 2147483646 w 24"/>
                <a:gd name="T31" fmla="*/ 2147483646 h 18"/>
                <a:gd name="T32" fmla="*/ 2147483646 w 24"/>
                <a:gd name="T33" fmla="*/ 0 h 18"/>
                <a:gd name="T34" fmla="*/ 2147483646 w 24"/>
                <a:gd name="T35" fmla="*/ 0 h 18"/>
                <a:gd name="T36" fmla="*/ 2147483646 w 24"/>
                <a:gd name="T37" fmla="*/ 2147483646 h 18"/>
                <a:gd name="T38" fmla="*/ 2147483646 w 24"/>
                <a:gd name="T39" fmla="*/ 2147483646 h 18"/>
                <a:gd name="T40" fmla="*/ 2147483646 w 24"/>
                <a:gd name="T41" fmla="*/ 2147483646 h 18"/>
                <a:gd name="T42" fmla="*/ 0 w 24"/>
                <a:gd name="T43" fmla="*/ 2147483646 h 18"/>
                <a:gd name="T44" fmla="*/ 2147483646 w 24"/>
                <a:gd name="T45" fmla="*/ 2147483646 h 18"/>
                <a:gd name="T46" fmla="*/ 2147483646 w 24"/>
                <a:gd name="T47" fmla="*/ 2147483646 h 18"/>
                <a:gd name="T48" fmla="*/ 2147483646 w 24"/>
                <a:gd name="T49" fmla="*/ 2147483646 h 18"/>
                <a:gd name="T50" fmla="*/ 2147483646 w 24"/>
                <a:gd name="T51" fmla="*/ 2147483646 h 1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4" h="18">
                  <a:moveTo>
                    <a:pt x="9" y="10"/>
                  </a:moveTo>
                  <a:cubicBezTo>
                    <a:pt x="13" y="10"/>
                    <a:pt x="13" y="10"/>
                    <a:pt x="13" y="10"/>
                  </a:cubicBezTo>
                  <a:cubicBezTo>
                    <a:pt x="15" y="13"/>
                    <a:pt x="15" y="13"/>
                    <a:pt x="15" y="13"/>
                  </a:cubicBezTo>
                  <a:cubicBezTo>
                    <a:pt x="16" y="14"/>
                    <a:pt x="16" y="14"/>
                    <a:pt x="16" y="14"/>
                  </a:cubicBezTo>
                  <a:cubicBezTo>
                    <a:pt x="18" y="15"/>
                    <a:pt x="18" y="15"/>
                    <a:pt x="18" y="15"/>
                  </a:cubicBezTo>
                  <a:cubicBezTo>
                    <a:pt x="18" y="15"/>
                    <a:pt x="19" y="18"/>
                    <a:pt x="20" y="18"/>
                  </a:cubicBezTo>
                  <a:cubicBezTo>
                    <a:pt x="20" y="18"/>
                    <a:pt x="21" y="17"/>
                    <a:pt x="22" y="17"/>
                  </a:cubicBezTo>
                  <a:cubicBezTo>
                    <a:pt x="23" y="17"/>
                    <a:pt x="24" y="16"/>
                    <a:pt x="24" y="16"/>
                  </a:cubicBezTo>
                  <a:cubicBezTo>
                    <a:pt x="24" y="12"/>
                    <a:pt x="24" y="12"/>
                    <a:pt x="24" y="12"/>
                  </a:cubicBezTo>
                  <a:cubicBezTo>
                    <a:pt x="24" y="8"/>
                    <a:pt x="24" y="8"/>
                    <a:pt x="24" y="8"/>
                  </a:cubicBezTo>
                  <a:cubicBezTo>
                    <a:pt x="23" y="8"/>
                    <a:pt x="23" y="8"/>
                    <a:pt x="23" y="8"/>
                  </a:cubicBezTo>
                  <a:cubicBezTo>
                    <a:pt x="21" y="3"/>
                    <a:pt x="21" y="3"/>
                    <a:pt x="21" y="3"/>
                  </a:cubicBezTo>
                  <a:cubicBezTo>
                    <a:pt x="21" y="3"/>
                    <a:pt x="21" y="1"/>
                    <a:pt x="20" y="1"/>
                  </a:cubicBezTo>
                  <a:cubicBezTo>
                    <a:pt x="20" y="1"/>
                    <a:pt x="16" y="2"/>
                    <a:pt x="16" y="2"/>
                  </a:cubicBezTo>
                  <a:cubicBezTo>
                    <a:pt x="12" y="2"/>
                    <a:pt x="12" y="2"/>
                    <a:pt x="12" y="2"/>
                  </a:cubicBezTo>
                  <a:cubicBezTo>
                    <a:pt x="12" y="1"/>
                    <a:pt x="12" y="1"/>
                    <a:pt x="12" y="1"/>
                  </a:cubicBezTo>
                  <a:cubicBezTo>
                    <a:pt x="7" y="0"/>
                    <a:pt x="7" y="0"/>
                    <a:pt x="7" y="0"/>
                  </a:cubicBezTo>
                  <a:cubicBezTo>
                    <a:pt x="5" y="0"/>
                    <a:pt x="5" y="0"/>
                    <a:pt x="5" y="0"/>
                  </a:cubicBezTo>
                  <a:cubicBezTo>
                    <a:pt x="5" y="1"/>
                    <a:pt x="5" y="1"/>
                    <a:pt x="5" y="1"/>
                  </a:cubicBezTo>
                  <a:cubicBezTo>
                    <a:pt x="5" y="4"/>
                    <a:pt x="5" y="4"/>
                    <a:pt x="5" y="4"/>
                  </a:cubicBezTo>
                  <a:cubicBezTo>
                    <a:pt x="3" y="4"/>
                    <a:pt x="3" y="4"/>
                    <a:pt x="3" y="4"/>
                  </a:cubicBezTo>
                  <a:cubicBezTo>
                    <a:pt x="0" y="6"/>
                    <a:pt x="0" y="6"/>
                    <a:pt x="0" y="6"/>
                  </a:cubicBezTo>
                  <a:cubicBezTo>
                    <a:pt x="1" y="6"/>
                    <a:pt x="1" y="6"/>
                    <a:pt x="1" y="6"/>
                  </a:cubicBezTo>
                  <a:cubicBezTo>
                    <a:pt x="6" y="13"/>
                    <a:pt x="6" y="13"/>
                    <a:pt x="6" y="13"/>
                  </a:cubicBezTo>
                  <a:cubicBezTo>
                    <a:pt x="8" y="12"/>
                    <a:pt x="8" y="12"/>
                    <a:pt x="8" y="12"/>
                  </a:cubicBezTo>
                  <a:lnTo>
                    <a:pt x="9" y="10"/>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89" name="Freeform 304">
              <a:extLst>
                <a:ext uri="{FF2B5EF4-FFF2-40B4-BE49-F238E27FC236}">
                  <a16:creationId xmlns:a16="http://schemas.microsoft.com/office/drawing/2014/main" id="{F30E9FCB-5836-439F-9D95-A5AFF1BC5ED0}"/>
                </a:ext>
              </a:extLst>
            </p:cNvPr>
            <p:cNvSpPr>
              <a:spLocks/>
            </p:cNvSpPr>
            <p:nvPr/>
          </p:nvSpPr>
          <p:spPr bwMode="auto">
            <a:xfrm>
              <a:off x="3877605" y="4243361"/>
              <a:ext cx="147638" cy="111125"/>
            </a:xfrm>
            <a:custGeom>
              <a:avLst/>
              <a:gdLst>
                <a:gd name="T0" fmla="*/ 2147483646 w 114"/>
                <a:gd name="T1" fmla="*/ 2147483646 h 85"/>
                <a:gd name="T2" fmla="*/ 2147483646 w 114"/>
                <a:gd name="T3" fmla="*/ 2147483646 h 85"/>
                <a:gd name="T4" fmla="*/ 2147483646 w 114"/>
                <a:gd name="T5" fmla="*/ 2147483646 h 85"/>
                <a:gd name="T6" fmla="*/ 2147483646 w 114"/>
                <a:gd name="T7" fmla="*/ 2147483646 h 85"/>
                <a:gd name="T8" fmla="*/ 2147483646 w 114"/>
                <a:gd name="T9" fmla="*/ 2147483646 h 85"/>
                <a:gd name="T10" fmla="*/ 2147483646 w 114"/>
                <a:gd name="T11" fmla="*/ 2147483646 h 85"/>
                <a:gd name="T12" fmla="*/ 2147483646 w 114"/>
                <a:gd name="T13" fmla="*/ 2147483646 h 85"/>
                <a:gd name="T14" fmla="*/ 2147483646 w 114"/>
                <a:gd name="T15" fmla="*/ 2147483646 h 85"/>
                <a:gd name="T16" fmla="*/ 2147483646 w 114"/>
                <a:gd name="T17" fmla="*/ 2147483646 h 85"/>
                <a:gd name="T18" fmla="*/ 2147483646 w 114"/>
                <a:gd name="T19" fmla="*/ 2147483646 h 85"/>
                <a:gd name="T20" fmla="*/ 2147483646 w 114"/>
                <a:gd name="T21" fmla="*/ 2147483646 h 85"/>
                <a:gd name="T22" fmla="*/ 2147483646 w 114"/>
                <a:gd name="T23" fmla="*/ 0 h 85"/>
                <a:gd name="T24" fmla="*/ 2147483646 w 114"/>
                <a:gd name="T25" fmla="*/ 2147483646 h 85"/>
                <a:gd name="T26" fmla="*/ 2147483646 w 114"/>
                <a:gd name="T27" fmla="*/ 2147483646 h 85"/>
                <a:gd name="T28" fmla="*/ 0 w 114"/>
                <a:gd name="T29" fmla="*/ 2147483646 h 85"/>
                <a:gd name="T30" fmla="*/ 2147483646 w 114"/>
                <a:gd name="T31" fmla="*/ 2147483646 h 85"/>
                <a:gd name="T32" fmla="*/ 2147483646 w 114"/>
                <a:gd name="T33" fmla="*/ 2147483646 h 85"/>
                <a:gd name="T34" fmla="*/ 2147483646 w 114"/>
                <a:gd name="T35" fmla="*/ 2147483646 h 85"/>
                <a:gd name="T36" fmla="*/ 2147483646 w 114"/>
                <a:gd name="T37" fmla="*/ 2147483646 h 8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4" h="85">
                  <a:moveTo>
                    <a:pt x="54" y="79"/>
                  </a:moveTo>
                  <a:lnTo>
                    <a:pt x="66" y="79"/>
                  </a:lnTo>
                  <a:lnTo>
                    <a:pt x="78" y="79"/>
                  </a:lnTo>
                  <a:lnTo>
                    <a:pt x="108" y="85"/>
                  </a:lnTo>
                  <a:lnTo>
                    <a:pt x="114" y="85"/>
                  </a:lnTo>
                  <a:lnTo>
                    <a:pt x="102" y="61"/>
                  </a:lnTo>
                  <a:lnTo>
                    <a:pt x="96" y="43"/>
                  </a:lnTo>
                  <a:lnTo>
                    <a:pt x="96" y="36"/>
                  </a:lnTo>
                  <a:lnTo>
                    <a:pt x="84" y="30"/>
                  </a:lnTo>
                  <a:lnTo>
                    <a:pt x="72" y="18"/>
                  </a:lnTo>
                  <a:lnTo>
                    <a:pt x="42" y="0"/>
                  </a:lnTo>
                  <a:lnTo>
                    <a:pt x="30" y="6"/>
                  </a:lnTo>
                  <a:lnTo>
                    <a:pt x="12" y="6"/>
                  </a:lnTo>
                  <a:lnTo>
                    <a:pt x="0" y="43"/>
                  </a:lnTo>
                  <a:lnTo>
                    <a:pt x="12" y="85"/>
                  </a:lnTo>
                  <a:lnTo>
                    <a:pt x="18" y="85"/>
                  </a:lnTo>
                  <a:lnTo>
                    <a:pt x="24" y="85"/>
                  </a:lnTo>
                  <a:lnTo>
                    <a:pt x="54" y="79"/>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0" name="Freeform 305">
              <a:extLst>
                <a:ext uri="{FF2B5EF4-FFF2-40B4-BE49-F238E27FC236}">
                  <a16:creationId xmlns:a16="http://schemas.microsoft.com/office/drawing/2014/main" id="{85351BC5-3ECC-4EC5-AF67-19AA0D21E207}"/>
                </a:ext>
              </a:extLst>
            </p:cNvPr>
            <p:cNvSpPr>
              <a:spLocks/>
            </p:cNvSpPr>
            <p:nvPr/>
          </p:nvSpPr>
          <p:spPr bwMode="auto">
            <a:xfrm>
              <a:off x="3887840" y="3972446"/>
              <a:ext cx="298450" cy="319087"/>
            </a:xfrm>
            <a:custGeom>
              <a:avLst/>
              <a:gdLst>
                <a:gd name="T0" fmla="*/ 2147483646 w 38"/>
                <a:gd name="T1" fmla="*/ 2147483646 h 41"/>
                <a:gd name="T2" fmla="*/ 2147483646 w 38"/>
                <a:gd name="T3" fmla="*/ 2147483646 h 41"/>
                <a:gd name="T4" fmla="*/ 2147483646 w 38"/>
                <a:gd name="T5" fmla="*/ 2147483646 h 41"/>
                <a:gd name="T6" fmla="*/ 2147483646 w 38"/>
                <a:gd name="T7" fmla="*/ 2147483646 h 41"/>
                <a:gd name="T8" fmla="*/ 2147483646 w 38"/>
                <a:gd name="T9" fmla="*/ 2147483646 h 41"/>
                <a:gd name="T10" fmla="*/ 2147483646 w 38"/>
                <a:gd name="T11" fmla="*/ 2147483646 h 41"/>
                <a:gd name="T12" fmla="*/ 2147483646 w 38"/>
                <a:gd name="T13" fmla="*/ 2147483646 h 41"/>
                <a:gd name="T14" fmla="*/ 2147483646 w 38"/>
                <a:gd name="T15" fmla="*/ 2147483646 h 41"/>
                <a:gd name="T16" fmla="*/ 2147483646 w 38"/>
                <a:gd name="T17" fmla="*/ 2147483646 h 41"/>
                <a:gd name="T18" fmla="*/ 2147483646 w 38"/>
                <a:gd name="T19" fmla="*/ 2147483646 h 41"/>
                <a:gd name="T20" fmla="*/ 2147483646 w 38"/>
                <a:gd name="T21" fmla="*/ 2147483646 h 41"/>
                <a:gd name="T22" fmla="*/ 2147483646 w 38"/>
                <a:gd name="T23" fmla="*/ 2147483646 h 41"/>
                <a:gd name="T24" fmla="*/ 2147483646 w 38"/>
                <a:gd name="T25" fmla="*/ 2147483646 h 41"/>
                <a:gd name="T26" fmla="*/ 2147483646 w 38"/>
                <a:gd name="T27" fmla="*/ 0 h 41"/>
                <a:gd name="T28" fmla="*/ 2147483646 w 38"/>
                <a:gd name="T29" fmla="*/ 2147483646 h 41"/>
                <a:gd name="T30" fmla="*/ 2147483646 w 38"/>
                <a:gd name="T31" fmla="*/ 2147483646 h 41"/>
                <a:gd name="T32" fmla="*/ 2147483646 w 38"/>
                <a:gd name="T33" fmla="*/ 2147483646 h 41"/>
                <a:gd name="T34" fmla="*/ 2147483646 w 38"/>
                <a:gd name="T35" fmla="*/ 2147483646 h 41"/>
                <a:gd name="T36" fmla="*/ 2147483646 w 38"/>
                <a:gd name="T37" fmla="*/ 2147483646 h 41"/>
                <a:gd name="T38" fmla="*/ 2147483646 w 38"/>
                <a:gd name="T39" fmla="*/ 2147483646 h 41"/>
                <a:gd name="T40" fmla="*/ 0 w 38"/>
                <a:gd name="T41" fmla="*/ 2147483646 h 41"/>
                <a:gd name="T42" fmla="*/ 2147483646 w 38"/>
                <a:gd name="T43" fmla="*/ 2147483646 h 41"/>
                <a:gd name="T44" fmla="*/ 2147483646 w 38"/>
                <a:gd name="T45" fmla="*/ 2147483646 h 41"/>
                <a:gd name="T46" fmla="*/ 2147483646 w 38"/>
                <a:gd name="T47" fmla="*/ 2147483646 h 41"/>
                <a:gd name="T48" fmla="*/ 2147483646 w 38"/>
                <a:gd name="T49" fmla="*/ 2147483646 h 41"/>
                <a:gd name="T50" fmla="*/ 2147483646 w 38"/>
                <a:gd name="T51" fmla="*/ 2147483646 h 4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connsiteX0" fmla="*/ 1579 w 10000"/>
                <a:gd name="connsiteY0" fmla="*/ 8537 h 10000"/>
                <a:gd name="connsiteX1" fmla="*/ 2895 w 10000"/>
                <a:gd name="connsiteY1" fmla="*/ 9268 h 10000"/>
                <a:gd name="connsiteX2" fmla="*/ 3421 w 10000"/>
                <a:gd name="connsiteY2" fmla="*/ 9756 h 10000"/>
                <a:gd name="connsiteX3" fmla="*/ 3947 w 10000"/>
                <a:gd name="connsiteY3" fmla="*/ 10000 h 10000"/>
                <a:gd name="connsiteX4" fmla="*/ 3947 w 10000"/>
                <a:gd name="connsiteY4" fmla="*/ 10000 h 10000"/>
                <a:gd name="connsiteX5" fmla="*/ 4737 w 10000"/>
                <a:gd name="connsiteY5" fmla="*/ 9268 h 10000"/>
                <a:gd name="connsiteX6" fmla="*/ 5263 w 10000"/>
                <a:gd name="connsiteY6" fmla="*/ 9756 h 10000"/>
                <a:gd name="connsiteX7" fmla="*/ 5526 w 10000"/>
                <a:gd name="connsiteY7" fmla="*/ 9512 h 10000"/>
                <a:gd name="connsiteX8" fmla="*/ 9211 w 10000"/>
                <a:gd name="connsiteY8" fmla="*/ 9512 h 10000"/>
                <a:gd name="connsiteX9" fmla="*/ 10000 w 10000"/>
                <a:gd name="connsiteY9" fmla="*/ 9024 h 10000"/>
                <a:gd name="connsiteX10" fmla="*/ 9474 w 10000"/>
                <a:gd name="connsiteY10" fmla="*/ 8780 h 10000"/>
                <a:gd name="connsiteX11" fmla="*/ 8684 w 10000"/>
                <a:gd name="connsiteY11" fmla="*/ 1707 h 10000"/>
                <a:gd name="connsiteX12" fmla="*/ 9474 w 10000"/>
                <a:gd name="connsiteY12" fmla="*/ 1707 h 10000"/>
                <a:gd name="connsiteX13" fmla="*/ 7105 w 10000"/>
                <a:gd name="connsiteY13" fmla="*/ 0 h 10000"/>
                <a:gd name="connsiteX14" fmla="*/ 7105 w 10000"/>
                <a:gd name="connsiteY14" fmla="*/ 732 h 10000"/>
                <a:gd name="connsiteX15" fmla="*/ 4474 w 10000"/>
                <a:gd name="connsiteY15" fmla="*/ 732 h 10000"/>
                <a:gd name="connsiteX16" fmla="*/ 4211 w 10000"/>
                <a:gd name="connsiteY16" fmla="*/ 2683 h 10000"/>
                <a:gd name="connsiteX17" fmla="*/ 3684 w 10000"/>
                <a:gd name="connsiteY17" fmla="*/ 3171 h 10000"/>
                <a:gd name="connsiteX18" fmla="*/ 3421 w 10000"/>
                <a:gd name="connsiteY18" fmla="*/ 4878 h 10000"/>
                <a:gd name="connsiteX19" fmla="*/ 263 w 10000"/>
                <a:gd name="connsiteY19" fmla="*/ 4634 h 10000"/>
                <a:gd name="connsiteX20" fmla="*/ 0 w 10000"/>
                <a:gd name="connsiteY20" fmla="*/ 4878 h 10000"/>
                <a:gd name="connsiteX21" fmla="*/ 230 w 10000"/>
                <a:gd name="connsiteY21" fmla="*/ 6416 h 10000"/>
                <a:gd name="connsiteX22" fmla="*/ 789 w 10000"/>
                <a:gd name="connsiteY22" fmla="*/ 8049 h 10000"/>
                <a:gd name="connsiteX23" fmla="*/ 263 w 10000"/>
                <a:gd name="connsiteY23" fmla="*/ 8780 h 10000"/>
                <a:gd name="connsiteX24" fmla="*/ 1053 w 10000"/>
                <a:gd name="connsiteY24" fmla="*/ 8780 h 10000"/>
                <a:gd name="connsiteX25" fmla="*/ 1579 w 10000"/>
                <a:gd name="connsiteY25" fmla="*/ 853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000" h="10000">
                  <a:moveTo>
                    <a:pt x="1579" y="8537"/>
                  </a:moveTo>
                  <a:lnTo>
                    <a:pt x="2895" y="9268"/>
                  </a:lnTo>
                  <a:lnTo>
                    <a:pt x="3421" y="9756"/>
                  </a:lnTo>
                  <a:lnTo>
                    <a:pt x="3947" y="10000"/>
                  </a:lnTo>
                  <a:lnTo>
                    <a:pt x="3947" y="10000"/>
                  </a:lnTo>
                  <a:lnTo>
                    <a:pt x="4737" y="9268"/>
                  </a:lnTo>
                  <a:lnTo>
                    <a:pt x="5263" y="9756"/>
                  </a:lnTo>
                  <a:lnTo>
                    <a:pt x="5526" y="9512"/>
                  </a:lnTo>
                  <a:lnTo>
                    <a:pt x="9211" y="9512"/>
                  </a:lnTo>
                  <a:lnTo>
                    <a:pt x="10000" y="9024"/>
                  </a:lnTo>
                  <a:lnTo>
                    <a:pt x="9474" y="8780"/>
                  </a:lnTo>
                  <a:lnTo>
                    <a:pt x="8684" y="1707"/>
                  </a:lnTo>
                  <a:lnTo>
                    <a:pt x="9474" y="1707"/>
                  </a:lnTo>
                  <a:lnTo>
                    <a:pt x="7105" y="0"/>
                  </a:lnTo>
                  <a:lnTo>
                    <a:pt x="7105" y="732"/>
                  </a:lnTo>
                  <a:lnTo>
                    <a:pt x="4474" y="732"/>
                  </a:lnTo>
                  <a:lnTo>
                    <a:pt x="4211" y="2683"/>
                  </a:lnTo>
                  <a:lnTo>
                    <a:pt x="3684" y="3171"/>
                  </a:lnTo>
                  <a:cubicBezTo>
                    <a:pt x="3684" y="3171"/>
                    <a:pt x="3684" y="4878"/>
                    <a:pt x="3421" y="4878"/>
                  </a:cubicBezTo>
                  <a:cubicBezTo>
                    <a:pt x="3421" y="4878"/>
                    <a:pt x="1316" y="4634"/>
                    <a:pt x="263" y="4634"/>
                  </a:cubicBezTo>
                  <a:cubicBezTo>
                    <a:pt x="0" y="4878"/>
                    <a:pt x="6" y="4581"/>
                    <a:pt x="0" y="4878"/>
                  </a:cubicBezTo>
                  <a:cubicBezTo>
                    <a:pt x="-6" y="5175"/>
                    <a:pt x="230" y="6416"/>
                    <a:pt x="230" y="6416"/>
                  </a:cubicBezTo>
                  <a:cubicBezTo>
                    <a:pt x="230" y="8124"/>
                    <a:pt x="784" y="7655"/>
                    <a:pt x="789" y="8049"/>
                  </a:cubicBezTo>
                  <a:cubicBezTo>
                    <a:pt x="795" y="8443"/>
                    <a:pt x="263" y="8780"/>
                    <a:pt x="263" y="8780"/>
                  </a:cubicBezTo>
                  <a:lnTo>
                    <a:pt x="1053" y="8780"/>
                  </a:lnTo>
                  <a:lnTo>
                    <a:pt x="1579" y="8537"/>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1" name="Freeform 307">
              <a:extLst>
                <a:ext uri="{FF2B5EF4-FFF2-40B4-BE49-F238E27FC236}">
                  <a16:creationId xmlns:a16="http://schemas.microsoft.com/office/drawing/2014/main" id="{451934D3-ADE7-46CB-96F1-30539B8A72C5}"/>
                </a:ext>
              </a:extLst>
            </p:cNvPr>
            <p:cNvSpPr>
              <a:spLocks/>
            </p:cNvSpPr>
            <p:nvPr/>
          </p:nvSpPr>
          <p:spPr bwMode="auto">
            <a:xfrm>
              <a:off x="4510140" y="3803192"/>
              <a:ext cx="409575" cy="388937"/>
            </a:xfrm>
            <a:custGeom>
              <a:avLst/>
              <a:gdLst>
                <a:gd name="T0" fmla="*/ 2147483646 w 52"/>
                <a:gd name="T1" fmla="*/ 2147483646 h 50"/>
                <a:gd name="T2" fmla="*/ 2147483646 w 52"/>
                <a:gd name="T3" fmla="*/ 2147483646 h 50"/>
                <a:gd name="T4" fmla="*/ 2147483646 w 52"/>
                <a:gd name="T5" fmla="*/ 2147483646 h 50"/>
                <a:gd name="T6" fmla="*/ 0 w 52"/>
                <a:gd name="T7" fmla="*/ 2147483646 h 50"/>
                <a:gd name="T8" fmla="*/ 0 w 52"/>
                <a:gd name="T9" fmla="*/ 2147483646 h 50"/>
                <a:gd name="T10" fmla="*/ 2147483646 w 52"/>
                <a:gd name="T11" fmla="*/ 2147483646 h 50"/>
                <a:gd name="T12" fmla="*/ 2147483646 w 52"/>
                <a:gd name="T13" fmla="*/ 2147483646 h 50"/>
                <a:gd name="T14" fmla="*/ 2147483646 w 52"/>
                <a:gd name="T15" fmla="*/ 2147483646 h 50"/>
                <a:gd name="T16" fmla="*/ 2147483646 w 52"/>
                <a:gd name="T17" fmla="*/ 2147483646 h 50"/>
                <a:gd name="T18" fmla="*/ 2147483646 w 52"/>
                <a:gd name="T19" fmla="*/ 2147483646 h 50"/>
                <a:gd name="T20" fmla="*/ 2147483646 w 52"/>
                <a:gd name="T21" fmla="*/ 2147483646 h 50"/>
                <a:gd name="T22" fmla="*/ 2147483646 w 52"/>
                <a:gd name="T23" fmla="*/ 2147483646 h 50"/>
                <a:gd name="T24" fmla="*/ 2147483646 w 52"/>
                <a:gd name="T25" fmla="*/ 2147483646 h 50"/>
                <a:gd name="T26" fmla="*/ 2147483646 w 52"/>
                <a:gd name="T27" fmla="*/ 2147483646 h 50"/>
                <a:gd name="T28" fmla="*/ 2147483646 w 52"/>
                <a:gd name="T29" fmla="*/ 2147483646 h 50"/>
                <a:gd name="T30" fmla="*/ 2147483646 w 52"/>
                <a:gd name="T31" fmla="*/ 2147483646 h 50"/>
                <a:gd name="T32" fmla="*/ 2147483646 w 52"/>
                <a:gd name="T33" fmla="*/ 2147483646 h 50"/>
                <a:gd name="T34" fmla="*/ 2147483646 w 52"/>
                <a:gd name="T35" fmla="*/ 2147483646 h 50"/>
                <a:gd name="T36" fmla="*/ 2147483646 w 52"/>
                <a:gd name="T37" fmla="*/ 2147483646 h 50"/>
                <a:gd name="T38" fmla="*/ 2147483646 w 52"/>
                <a:gd name="T39" fmla="*/ 2147483646 h 50"/>
                <a:gd name="T40" fmla="*/ 2147483646 w 52"/>
                <a:gd name="T41" fmla="*/ 2147483646 h 50"/>
                <a:gd name="T42" fmla="*/ 2147483646 w 52"/>
                <a:gd name="T43" fmla="*/ 2147483646 h 50"/>
                <a:gd name="T44" fmla="*/ 2147483646 w 52"/>
                <a:gd name="T45" fmla="*/ 2147483646 h 50"/>
                <a:gd name="T46" fmla="*/ 2147483646 w 52"/>
                <a:gd name="T47" fmla="*/ 2147483646 h 50"/>
                <a:gd name="T48" fmla="*/ 2147483646 w 52"/>
                <a:gd name="T49" fmla="*/ 2147483646 h 50"/>
                <a:gd name="T50" fmla="*/ 2147483646 w 52"/>
                <a:gd name="T51" fmla="*/ 2147483646 h 50"/>
                <a:gd name="T52" fmla="*/ 2147483646 w 52"/>
                <a:gd name="T53" fmla="*/ 2147483646 h 50"/>
                <a:gd name="T54" fmla="*/ 2147483646 w 52"/>
                <a:gd name="T55" fmla="*/ 2147483646 h 50"/>
                <a:gd name="T56" fmla="*/ 2147483646 w 52"/>
                <a:gd name="T57" fmla="*/ 2147483646 h 50"/>
                <a:gd name="T58" fmla="*/ 2147483646 w 52"/>
                <a:gd name="T59" fmla="*/ 2147483646 h 50"/>
                <a:gd name="T60" fmla="*/ 2147483646 w 52"/>
                <a:gd name="T61" fmla="*/ 2147483646 h 50"/>
                <a:gd name="T62" fmla="*/ 2147483646 w 52"/>
                <a:gd name="T63" fmla="*/ 2147483646 h 50"/>
                <a:gd name="T64" fmla="*/ 2147483646 w 52"/>
                <a:gd name="T65" fmla="*/ 2147483646 h 50"/>
                <a:gd name="T66" fmla="*/ 2147483646 w 52"/>
                <a:gd name="T67" fmla="*/ 0 h 50"/>
                <a:gd name="T68" fmla="*/ 2147483646 w 52"/>
                <a:gd name="T69" fmla="*/ 2147483646 h 50"/>
                <a:gd name="T70" fmla="*/ 2147483646 w 52"/>
                <a:gd name="T71" fmla="*/ 2147483646 h 5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connsiteX0" fmla="*/ 769 w 10000"/>
                <a:gd name="connsiteY0" fmla="*/ 1200 h 10000"/>
                <a:gd name="connsiteX1" fmla="*/ 577 w 10000"/>
                <a:gd name="connsiteY1" fmla="*/ 1800 h 10000"/>
                <a:gd name="connsiteX2" fmla="*/ 385 w 10000"/>
                <a:gd name="connsiteY2" fmla="*/ 2000 h 10000"/>
                <a:gd name="connsiteX3" fmla="*/ 0 w 10000"/>
                <a:gd name="connsiteY3" fmla="*/ 2400 h 10000"/>
                <a:gd name="connsiteX4" fmla="*/ 0 w 10000"/>
                <a:gd name="connsiteY4" fmla="*/ 5800 h 10000"/>
                <a:gd name="connsiteX5" fmla="*/ 1154 w 10000"/>
                <a:gd name="connsiteY5" fmla="*/ 6800 h 10000"/>
                <a:gd name="connsiteX6" fmla="*/ 1731 w 10000"/>
                <a:gd name="connsiteY6" fmla="*/ 7000 h 10000"/>
                <a:gd name="connsiteX7" fmla="*/ 3269 w 10000"/>
                <a:gd name="connsiteY7" fmla="*/ 7200 h 10000"/>
                <a:gd name="connsiteX8" fmla="*/ 3654 w 10000"/>
                <a:gd name="connsiteY8" fmla="*/ 7600 h 10000"/>
                <a:gd name="connsiteX9" fmla="*/ 4423 w 10000"/>
                <a:gd name="connsiteY9" fmla="*/ 7200 h 10000"/>
                <a:gd name="connsiteX10" fmla="*/ 9038 w 10000"/>
                <a:gd name="connsiteY10" fmla="*/ 9800 h 10000"/>
                <a:gd name="connsiteX11" fmla="*/ 9038 w 10000"/>
                <a:gd name="connsiteY11" fmla="*/ 9600 h 10000"/>
                <a:gd name="connsiteX12" fmla="*/ 9038 w 10000"/>
                <a:gd name="connsiteY12" fmla="*/ 9800 h 10000"/>
                <a:gd name="connsiteX13" fmla="*/ 9231 w 10000"/>
                <a:gd name="connsiteY13" fmla="*/ 10000 h 10000"/>
                <a:gd name="connsiteX14" fmla="*/ 9231 w 10000"/>
                <a:gd name="connsiteY14" fmla="*/ 9400 h 10000"/>
                <a:gd name="connsiteX15" fmla="*/ 9808 w 10000"/>
                <a:gd name="connsiteY15" fmla="*/ 9400 h 10000"/>
                <a:gd name="connsiteX16" fmla="*/ 10000 w 10000"/>
                <a:gd name="connsiteY16" fmla="*/ 8200 h 10000"/>
                <a:gd name="connsiteX17" fmla="*/ 9808 w 10000"/>
                <a:gd name="connsiteY17" fmla="*/ 8200 h 10000"/>
                <a:gd name="connsiteX18" fmla="*/ 9808 w 10000"/>
                <a:gd name="connsiteY18" fmla="*/ 3200 h 10000"/>
                <a:gd name="connsiteX19" fmla="*/ 9615 w 10000"/>
                <a:gd name="connsiteY19" fmla="*/ 2800 h 10000"/>
                <a:gd name="connsiteX20" fmla="*/ 9423 w 10000"/>
                <a:gd name="connsiteY20" fmla="*/ 2200 h 10000"/>
                <a:gd name="connsiteX21" fmla="*/ 9615 w 10000"/>
                <a:gd name="connsiteY21" fmla="*/ 1600 h 10000"/>
                <a:gd name="connsiteX22" fmla="*/ 9808 w 10000"/>
                <a:gd name="connsiteY22" fmla="*/ 1200 h 10000"/>
                <a:gd name="connsiteX23" fmla="*/ 9231 w 10000"/>
                <a:gd name="connsiteY23" fmla="*/ 1000 h 10000"/>
                <a:gd name="connsiteX24" fmla="*/ 8654 w 10000"/>
                <a:gd name="connsiteY24" fmla="*/ 600 h 10000"/>
                <a:gd name="connsiteX25" fmla="*/ 7885 w 10000"/>
                <a:gd name="connsiteY25" fmla="*/ 400 h 10000"/>
                <a:gd name="connsiteX26" fmla="*/ 6091 w 10000"/>
                <a:gd name="connsiteY26" fmla="*/ 922 h 10000"/>
                <a:gd name="connsiteX27" fmla="*/ 6731 w 10000"/>
                <a:gd name="connsiteY27" fmla="*/ 1600 h 10000"/>
                <a:gd name="connsiteX28" fmla="*/ 5577 w 10000"/>
                <a:gd name="connsiteY28" fmla="*/ 2000 h 10000"/>
                <a:gd name="connsiteX29" fmla="*/ 4808 w 10000"/>
                <a:gd name="connsiteY29" fmla="*/ 1400 h 10000"/>
                <a:gd name="connsiteX30" fmla="*/ 4231 w 10000"/>
                <a:gd name="connsiteY30" fmla="*/ 1000 h 10000"/>
                <a:gd name="connsiteX31" fmla="*/ 3846 w 10000"/>
                <a:gd name="connsiteY31" fmla="*/ 600 h 10000"/>
                <a:gd name="connsiteX32" fmla="*/ 2500 w 10000"/>
                <a:gd name="connsiteY32" fmla="*/ 400 h 10000"/>
                <a:gd name="connsiteX33" fmla="*/ 1538 w 10000"/>
                <a:gd name="connsiteY33" fmla="*/ 0 h 10000"/>
                <a:gd name="connsiteX34" fmla="*/ 1538 w 10000"/>
                <a:gd name="connsiteY34" fmla="*/ 400 h 10000"/>
                <a:gd name="connsiteX35" fmla="*/ 769 w 10000"/>
                <a:gd name="connsiteY35" fmla="*/ 1200 h 10000"/>
                <a:gd name="connsiteX0" fmla="*/ 769 w 10000"/>
                <a:gd name="connsiteY0" fmla="*/ 1200 h 10000"/>
                <a:gd name="connsiteX1" fmla="*/ 577 w 10000"/>
                <a:gd name="connsiteY1" fmla="*/ 1800 h 10000"/>
                <a:gd name="connsiteX2" fmla="*/ 385 w 10000"/>
                <a:gd name="connsiteY2" fmla="*/ 2000 h 10000"/>
                <a:gd name="connsiteX3" fmla="*/ 0 w 10000"/>
                <a:gd name="connsiteY3" fmla="*/ 2400 h 10000"/>
                <a:gd name="connsiteX4" fmla="*/ 0 w 10000"/>
                <a:gd name="connsiteY4" fmla="*/ 5800 h 10000"/>
                <a:gd name="connsiteX5" fmla="*/ 1154 w 10000"/>
                <a:gd name="connsiteY5" fmla="*/ 6800 h 10000"/>
                <a:gd name="connsiteX6" fmla="*/ 1731 w 10000"/>
                <a:gd name="connsiteY6" fmla="*/ 7000 h 10000"/>
                <a:gd name="connsiteX7" fmla="*/ 3269 w 10000"/>
                <a:gd name="connsiteY7" fmla="*/ 7200 h 10000"/>
                <a:gd name="connsiteX8" fmla="*/ 3654 w 10000"/>
                <a:gd name="connsiteY8" fmla="*/ 7600 h 10000"/>
                <a:gd name="connsiteX9" fmla="*/ 4423 w 10000"/>
                <a:gd name="connsiteY9" fmla="*/ 7200 h 10000"/>
                <a:gd name="connsiteX10" fmla="*/ 9038 w 10000"/>
                <a:gd name="connsiteY10" fmla="*/ 9800 h 10000"/>
                <a:gd name="connsiteX11" fmla="*/ 9038 w 10000"/>
                <a:gd name="connsiteY11" fmla="*/ 9600 h 10000"/>
                <a:gd name="connsiteX12" fmla="*/ 9038 w 10000"/>
                <a:gd name="connsiteY12" fmla="*/ 9800 h 10000"/>
                <a:gd name="connsiteX13" fmla="*/ 9231 w 10000"/>
                <a:gd name="connsiteY13" fmla="*/ 10000 h 10000"/>
                <a:gd name="connsiteX14" fmla="*/ 9231 w 10000"/>
                <a:gd name="connsiteY14" fmla="*/ 9400 h 10000"/>
                <a:gd name="connsiteX15" fmla="*/ 9808 w 10000"/>
                <a:gd name="connsiteY15" fmla="*/ 9400 h 10000"/>
                <a:gd name="connsiteX16" fmla="*/ 10000 w 10000"/>
                <a:gd name="connsiteY16" fmla="*/ 8200 h 10000"/>
                <a:gd name="connsiteX17" fmla="*/ 9808 w 10000"/>
                <a:gd name="connsiteY17" fmla="*/ 8200 h 10000"/>
                <a:gd name="connsiteX18" fmla="*/ 9808 w 10000"/>
                <a:gd name="connsiteY18" fmla="*/ 3200 h 10000"/>
                <a:gd name="connsiteX19" fmla="*/ 9615 w 10000"/>
                <a:gd name="connsiteY19" fmla="*/ 2800 h 10000"/>
                <a:gd name="connsiteX20" fmla="*/ 9423 w 10000"/>
                <a:gd name="connsiteY20" fmla="*/ 2200 h 10000"/>
                <a:gd name="connsiteX21" fmla="*/ 9615 w 10000"/>
                <a:gd name="connsiteY21" fmla="*/ 1600 h 10000"/>
                <a:gd name="connsiteX22" fmla="*/ 9808 w 10000"/>
                <a:gd name="connsiteY22" fmla="*/ 1200 h 10000"/>
                <a:gd name="connsiteX23" fmla="*/ 9231 w 10000"/>
                <a:gd name="connsiteY23" fmla="*/ 1000 h 10000"/>
                <a:gd name="connsiteX24" fmla="*/ 8654 w 10000"/>
                <a:gd name="connsiteY24" fmla="*/ 600 h 10000"/>
                <a:gd name="connsiteX25" fmla="*/ 7885 w 10000"/>
                <a:gd name="connsiteY25" fmla="*/ 400 h 10000"/>
                <a:gd name="connsiteX26" fmla="*/ 6091 w 10000"/>
                <a:gd name="connsiteY26" fmla="*/ 922 h 10000"/>
                <a:gd name="connsiteX27" fmla="*/ 6208 w 10000"/>
                <a:gd name="connsiteY27" fmla="*/ 1600 h 10000"/>
                <a:gd name="connsiteX28" fmla="*/ 5577 w 10000"/>
                <a:gd name="connsiteY28" fmla="*/ 2000 h 10000"/>
                <a:gd name="connsiteX29" fmla="*/ 4808 w 10000"/>
                <a:gd name="connsiteY29" fmla="*/ 1400 h 10000"/>
                <a:gd name="connsiteX30" fmla="*/ 4231 w 10000"/>
                <a:gd name="connsiteY30" fmla="*/ 1000 h 10000"/>
                <a:gd name="connsiteX31" fmla="*/ 3846 w 10000"/>
                <a:gd name="connsiteY31" fmla="*/ 600 h 10000"/>
                <a:gd name="connsiteX32" fmla="*/ 2500 w 10000"/>
                <a:gd name="connsiteY32" fmla="*/ 400 h 10000"/>
                <a:gd name="connsiteX33" fmla="*/ 1538 w 10000"/>
                <a:gd name="connsiteY33" fmla="*/ 0 h 10000"/>
                <a:gd name="connsiteX34" fmla="*/ 1538 w 10000"/>
                <a:gd name="connsiteY34" fmla="*/ 400 h 10000"/>
                <a:gd name="connsiteX35" fmla="*/ 769 w 10000"/>
                <a:gd name="connsiteY35" fmla="*/ 12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00" h="10000">
                  <a:moveTo>
                    <a:pt x="769" y="1200"/>
                  </a:moveTo>
                  <a:lnTo>
                    <a:pt x="577" y="1800"/>
                  </a:lnTo>
                  <a:lnTo>
                    <a:pt x="385" y="2000"/>
                  </a:lnTo>
                  <a:lnTo>
                    <a:pt x="0" y="2400"/>
                  </a:lnTo>
                  <a:lnTo>
                    <a:pt x="0" y="5800"/>
                  </a:lnTo>
                  <a:lnTo>
                    <a:pt x="1154" y="6800"/>
                  </a:lnTo>
                  <a:lnTo>
                    <a:pt x="1731" y="7000"/>
                  </a:lnTo>
                  <a:lnTo>
                    <a:pt x="3269" y="7200"/>
                  </a:lnTo>
                  <a:lnTo>
                    <a:pt x="3654" y="7600"/>
                  </a:lnTo>
                  <a:lnTo>
                    <a:pt x="4423" y="7200"/>
                  </a:lnTo>
                  <a:lnTo>
                    <a:pt x="9038" y="9800"/>
                  </a:lnTo>
                  <a:lnTo>
                    <a:pt x="9038" y="9600"/>
                  </a:lnTo>
                  <a:lnTo>
                    <a:pt x="9038" y="9800"/>
                  </a:lnTo>
                  <a:cubicBezTo>
                    <a:pt x="9102" y="9867"/>
                    <a:pt x="9167" y="9933"/>
                    <a:pt x="9231" y="10000"/>
                  </a:cubicBezTo>
                  <a:lnTo>
                    <a:pt x="9231" y="9400"/>
                  </a:lnTo>
                  <a:lnTo>
                    <a:pt x="9808" y="9400"/>
                  </a:lnTo>
                  <a:lnTo>
                    <a:pt x="10000" y="8200"/>
                  </a:lnTo>
                  <a:lnTo>
                    <a:pt x="9808" y="8200"/>
                  </a:lnTo>
                  <a:cubicBezTo>
                    <a:pt x="9615" y="8200"/>
                    <a:pt x="9808" y="3200"/>
                    <a:pt x="9808" y="3200"/>
                  </a:cubicBezTo>
                  <a:lnTo>
                    <a:pt x="9615" y="2800"/>
                  </a:lnTo>
                  <a:cubicBezTo>
                    <a:pt x="9615" y="2600"/>
                    <a:pt x="9423" y="2200"/>
                    <a:pt x="9423" y="2200"/>
                  </a:cubicBezTo>
                  <a:lnTo>
                    <a:pt x="9615" y="1600"/>
                  </a:lnTo>
                  <a:lnTo>
                    <a:pt x="9808" y="1200"/>
                  </a:lnTo>
                  <a:lnTo>
                    <a:pt x="9231" y="1000"/>
                  </a:lnTo>
                  <a:lnTo>
                    <a:pt x="8654" y="600"/>
                  </a:lnTo>
                  <a:cubicBezTo>
                    <a:pt x="7885" y="400"/>
                    <a:pt x="8312" y="346"/>
                    <a:pt x="7885" y="400"/>
                  </a:cubicBezTo>
                  <a:cubicBezTo>
                    <a:pt x="7458" y="454"/>
                    <a:pt x="6370" y="722"/>
                    <a:pt x="6091" y="922"/>
                  </a:cubicBezTo>
                  <a:cubicBezTo>
                    <a:pt x="5812" y="1122"/>
                    <a:pt x="6294" y="1420"/>
                    <a:pt x="6208" y="1600"/>
                  </a:cubicBezTo>
                  <a:cubicBezTo>
                    <a:pt x="6122" y="1780"/>
                    <a:pt x="5810" y="2033"/>
                    <a:pt x="5577" y="2000"/>
                  </a:cubicBezTo>
                  <a:cubicBezTo>
                    <a:pt x="5344" y="1967"/>
                    <a:pt x="5064" y="1600"/>
                    <a:pt x="4808" y="1400"/>
                  </a:cubicBezTo>
                  <a:lnTo>
                    <a:pt x="4231" y="1000"/>
                  </a:lnTo>
                  <a:lnTo>
                    <a:pt x="3846" y="600"/>
                  </a:lnTo>
                  <a:lnTo>
                    <a:pt x="2500" y="400"/>
                  </a:lnTo>
                  <a:lnTo>
                    <a:pt x="1538" y="0"/>
                  </a:lnTo>
                  <a:lnTo>
                    <a:pt x="1538" y="400"/>
                  </a:lnTo>
                  <a:lnTo>
                    <a:pt x="769" y="1200"/>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2" name="Freeform 308">
              <a:extLst>
                <a:ext uri="{FF2B5EF4-FFF2-40B4-BE49-F238E27FC236}">
                  <a16:creationId xmlns:a16="http://schemas.microsoft.com/office/drawing/2014/main" id="{F74D46F1-E216-4F30-A3C7-0D18EDA8D707}"/>
                </a:ext>
              </a:extLst>
            </p:cNvPr>
            <p:cNvSpPr>
              <a:spLocks/>
            </p:cNvSpPr>
            <p:nvPr/>
          </p:nvSpPr>
          <p:spPr bwMode="auto">
            <a:xfrm>
              <a:off x="4489502" y="3675583"/>
              <a:ext cx="103188" cy="193675"/>
            </a:xfrm>
            <a:custGeom>
              <a:avLst/>
              <a:gdLst>
                <a:gd name="T0" fmla="*/ 2147483646 w 78"/>
                <a:gd name="T1" fmla="*/ 2147483646 h 150"/>
                <a:gd name="T2" fmla="*/ 2147483646 w 78"/>
                <a:gd name="T3" fmla="*/ 2147483646 h 150"/>
                <a:gd name="T4" fmla="*/ 2147483646 w 78"/>
                <a:gd name="T5" fmla="*/ 2147483646 h 150"/>
                <a:gd name="T6" fmla="*/ 0 w 78"/>
                <a:gd name="T7" fmla="*/ 2147483646 h 150"/>
                <a:gd name="T8" fmla="*/ 0 w 78"/>
                <a:gd name="T9" fmla="*/ 2147483646 h 150"/>
                <a:gd name="T10" fmla="*/ 2147483646 w 78"/>
                <a:gd name="T11" fmla="*/ 2147483646 h 150"/>
                <a:gd name="T12" fmla="*/ 2147483646 w 78"/>
                <a:gd name="T13" fmla="*/ 2147483646 h 150"/>
                <a:gd name="T14" fmla="*/ 2147483646 w 78"/>
                <a:gd name="T15" fmla="*/ 2147483646 h 150"/>
                <a:gd name="T16" fmla="*/ 2147483646 w 78"/>
                <a:gd name="T17" fmla="*/ 2147483646 h 150"/>
                <a:gd name="T18" fmla="*/ 2147483646 w 78"/>
                <a:gd name="T19" fmla="*/ 2147483646 h 150"/>
                <a:gd name="T20" fmla="*/ 2147483646 w 78"/>
                <a:gd name="T21" fmla="*/ 2147483646 h 150"/>
                <a:gd name="T22" fmla="*/ 2147483646 w 78"/>
                <a:gd name="T23" fmla="*/ 2147483646 h 150"/>
                <a:gd name="T24" fmla="*/ 2147483646 w 78"/>
                <a:gd name="T25" fmla="*/ 2147483646 h 150"/>
                <a:gd name="T26" fmla="*/ 2147483646 w 78"/>
                <a:gd name="T27" fmla="*/ 2147483646 h 150"/>
                <a:gd name="T28" fmla="*/ 2147483646 w 78"/>
                <a:gd name="T29" fmla="*/ 2147483646 h 150"/>
                <a:gd name="T30" fmla="*/ 2147483646 w 78"/>
                <a:gd name="T31" fmla="*/ 2147483646 h 150"/>
                <a:gd name="T32" fmla="*/ 2147483646 w 78"/>
                <a:gd name="T33" fmla="*/ 2147483646 h 150"/>
                <a:gd name="T34" fmla="*/ 2147483646 w 78"/>
                <a:gd name="T35" fmla="*/ 2147483646 h 150"/>
                <a:gd name="T36" fmla="*/ 2147483646 w 78"/>
                <a:gd name="T37" fmla="*/ 0 h 150"/>
                <a:gd name="T38" fmla="*/ 2147483646 w 78"/>
                <a:gd name="T39" fmla="*/ 0 h 150"/>
                <a:gd name="T40" fmla="*/ 2147483646 w 78"/>
                <a:gd name="T41" fmla="*/ 2147483646 h 150"/>
                <a:gd name="T42" fmla="*/ 2147483646 w 78"/>
                <a:gd name="T43" fmla="*/ 2147483646 h 15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8" h="150">
                  <a:moveTo>
                    <a:pt x="18" y="12"/>
                  </a:moveTo>
                  <a:lnTo>
                    <a:pt x="18" y="30"/>
                  </a:lnTo>
                  <a:lnTo>
                    <a:pt x="18" y="54"/>
                  </a:lnTo>
                  <a:lnTo>
                    <a:pt x="0" y="78"/>
                  </a:lnTo>
                  <a:lnTo>
                    <a:pt x="0" y="90"/>
                  </a:lnTo>
                  <a:lnTo>
                    <a:pt x="12" y="102"/>
                  </a:lnTo>
                  <a:lnTo>
                    <a:pt x="18" y="108"/>
                  </a:lnTo>
                  <a:lnTo>
                    <a:pt x="36" y="120"/>
                  </a:lnTo>
                  <a:lnTo>
                    <a:pt x="36" y="144"/>
                  </a:lnTo>
                  <a:lnTo>
                    <a:pt x="42" y="150"/>
                  </a:lnTo>
                  <a:lnTo>
                    <a:pt x="48" y="144"/>
                  </a:lnTo>
                  <a:lnTo>
                    <a:pt x="54" y="126"/>
                  </a:lnTo>
                  <a:lnTo>
                    <a:pt x="78" y="102"/>
                  </a:lnTo>
                  <a:lnTo>
                    <a:pt x="78" y="90"/>
                  </a:lnTo>
                  <a:lnTo>
                    <a:pt x="60" y="84"/>
                  </a:lnTo>
                  <a:lnTo>
                    <a:pt x="42" y="72"/>
                  </a:lnTo>
                  <a:lnTo>
                    <a:pt x="66" y="36"/>
                  </a:lnTo>
                  <a:lnTo>
                    <a:pt x="60" y="12"/>
                  </a:lnTo>
                  <a:lnTo>
                    <a:pt x="36" y="0"/>
                  </a:lnTo>
                  <a:lnTo>
                    <a:pt x="24" y="0"/>
                  </a:lnTo>
                  <a:lnTo>
                    <a:pt x="24" y="6"/>
                  </a:lnTo>
                  <a:lnTo>
                    <a:pt x="18" y="12"/>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3" name="Freeform 309">
              <a:extLst>
                <a:ext uri="{FF2B5EF4-FFF2-40B4-BE49-F238E27FC236}">
                  <a16:creationId xmlns:a16="http://schemas.microsoft.com/office/drawing/2014/main" id="{8DC53A88-48ED-40B4-A43F-D7D0057CA7EB}"/>
                </a:ext>
              </a:extLst>
            </p:cNvPr>
            <p:cNvSpPr>
              <a:spLocks/>
            </p:cNvSpPr>
            <p:nvPr/>
          </p:nvSpPr>
          <p:spPr bwMode="auto">
            <a:xfrm>
              <a:off x="3983090" y="3721621"/>
              <a:ext cx="296862" cy="227012"/>
            </a:xfrm>
            <a:custGeom>
              <a:avLst/>
              <a:gdLst>
                <a:gd name="T0" fmla="*/ 2147483646 w 228"/>
                <a:gd name="T1" fmla="*/ 2147483646 h 174"/>
                <a:gd name="T2" fmla="*/ 2147483646 w 228"/>
                <a:gd name="T3" fmla="*/ 2147483646 h 174"/>
                <a:gd name="T4" fmla="*/ 2147483646 w 228"/>
                <a:gd name="T5" fmla="*/ 2147483646 h 174"/>
                <a:gd name="T6" fmla="*/ 2147483646 w 228"/>
                <a:gd name="T7" fmla="*/ 2147483646 h 174"/>
                <a:gd name="T8" fmla="*/ 2147483646 w 228"/>
                <a:gd name="T9" fmla="*/ 2147483646 h 174"/>
                <a:gd name="T10" fmla="*/ 2147483646 w 228"/>
                <a:gd name="T11" fmla="*/ 2147483646 h 174"/>
                <a:gd name="T12" fmla="*/ 2147483646 w 228"/>
                <a:gd name="T13" fmla="*/ 2147483646 h 174"/>
                <a:gd name="T14" fmla="*/ 2147483646 w 228"/>
                <a:gd name="T15" fmla="*/ 2147483646 h 174"/>
                <a:gd name="T16" fmla="*/ 2147483646 w 228"/>
                <a:gd name="T17" fmla="*/ 2147483646 h 174"/>
                <a:gd name="T18" fmla="*/ 2147483646 w 228"/>
                <a:gd name="T19" fmla="*/ 2147483646 h 174"/>
                <a:gd name="T20" fmla="*/ 2147483646 w 228"/>
                <a:gd name="T21" fmla="*/ 2147483646 h 174"/>
                <a:gd name="T22" fmla="*/ 2147483646 w 228"/>
                <a:gd name="T23" fmla="*/ 2147483646 h 174"/>
                <a:gd name="T24" fmla="*/ 2147483646 w 228"/>
                <a:gd name="T25" fmla="*/ 2147483646 h 174"/>
                <a:gd name="T26" fmla="*/ 2147483646 w 228"/>
                <a:gd name="T27" fmla="*/ 0 h 174"/>
                <a:gd name="T28" fmla="*/ 2147483646 w 228"/>
                <a:gd name="T29" fmla="*/ 2147483646 h 174"/>
                <a:gd name="T30" fmla="*/ 2147483646 w 228"/>
                <a:gd name="T31" fmla="*/ 2147483646 h 174"/>
                <a:gd name="T32" fmla="*/ 2147483646 w 228"/>
                <a:gd name="T33" fmla="*/ 2147483646 h 174"/>
                <a:gd name="T34" fmla="*/ 2147483646 w 228"/>
                <a:gd name="T35" fmla="*/ 2147483646 h 174"/>
                <a:gd name="T36" fmla="*/ 2147483646 w 228"/>
                <a:gd name="T37" fmla="*/ 2147483646 h 174"/>
                <a:gd name="T38" fmla="*/ 0 w 228"/>
                <a:gd name="T39" fmla="*/ 2147483646 h 174"/>
                <a:gd name="T40" fmla="*/ 2147483646 w 228"/>
                <a:gd name="T41" fmla="*/ 2147483646 h 174"/>
                <a:gd name="T42" fmla="*/ 2147483646 w 228"/>
                <a:gd name="T43" fmla="*/ 2147483646 h 1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8" h="174">
                  <a:moveTo>
                    <a:pt x="90" y="156"/>
                  </a:moveTo>
                  <a:lnTo>
                    <a:pt x="114" y="138"/>
                  </a:lnTo>
                  <a:lnTo>
                    <a:pt x="144" y="120"/>
                  </a:lnTo>
                  <a:lnTo>
                    <a:pt x="180" y="108"/>
                  </a:lnTo>
                  <a:lnTo>
                    <a:pt x="186" y="96"/>
                  </a:lnTo>
                  <a:lnTo>
                    <a:pt x="192" y="84"/>
                  </a:lnTo>
                  <a:lnTo>
                    <a:pt x="216" y="78"/>
                  </a:lnTo>
                  <a:lnTo>
                    <a:pt x="228" y="72"/>
                  </a:lnTo>
                  <a:lnTo>
                    <a:pt x="222" y="42"/>
                  </a:lnTo>
                  <a:lnTo>
                    <a:pt x="216" y="12"/>
                  </a:lnTo>
                  <a:lnTo>
                    <a:pt x="210" y="12"/>
                  </a:lnTo>
                  <a:lnTo>
                    <a:pt x="186" y="12"/>
                  </a:lnTo>
                  <a:lnTo>
                    <a:pt x="168" y="12"/>
                  </a:lnTo>
                  <a:lnTo>
                    <a:pt x="144" y="0"/>
                  </a:lnTo>
                  <a:lnTo>
                    <a:pt x="120" y="36"/>
                  </a:lnTo>
                  <a:lnTo>
                    <a:pt x="96" y="60"/>
                  </a:lnTo>
                  <a:lnTo>
                    <a:pt x="72" y="90"/>
                  </a:lnTo>
                  <a:lnTo>
                    <a:pt x="66" y="138"/>
                  </a:lnTo>
                  <a:lnTo>
                    <a:pt x="12" y="162"/>
                  </a:lnTo>
                  <a:lnTo>
                    <a:pt x="0" y="174"/>
                  </a:lnTo>
                  <a:lnTo>
                    <a:pt x="84" y="174"/>
                  </a:lnTo>
                  <a:lnTo>
                    <a:pt x="90" y="156"/>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4" name="Freeform 310">
              <a:extLst>
                <a:ext uri="{FF2B5EF4-FFF2-40B4-BE49-F238E27FC236}">
                  <a16:creationId xmlns:a16="http://schemas.microsoft.com/office/drawing/2014/main" id="{BB8D2A04-8093-4618-BE08-F771171670E8}"/>
                </a:ext>
              </a:extLst>
            </p:cNvPr>
            <p:cNvSpPr>
              <a:spLocks/>
            </p:cNvSpPr>
            <p:nvPr/>
          </p:nvSpPr>
          <p:spPr bwMode="auto">
            <a:xfrm>
              <a:off x="3894190" y="3948633"/>
              <a:ext cx="204787" cy="177800"/>
            </a:xfrm>
            <a:custGeom>
              <a:avLst/>
              <a:gdLst>
                <a:gd name="T0" fmla="*/ 2147483646 w 26"/>
                <a:gd name="T1" fmla="*/ 2147483646 h 23"/>
                <a:gd name="T2" fmla="*/ 2147483646 w 26"/>
                <a:gd name="T3" fmla="*/ 2147483646 h 23"/>
                <a:gd name="T4" fmla="*/ 2147483646 w 26"/>
                <a:gd name="T5" fmla="*/ 2147483646 h 23"/>
                <a:gd name="T6" fmla="*/ 2147483646 w 26"/>
                <a:gd name="T7" fmla="*/ 2147483646 h 23"/>
                <a:gd name="T8" fmla="*/ 2147483646 w 26"/>
                <a:gd name="T9" fmla="*/ 2147483646 h 23"/>
                <a:gd name="T10" fmla="*/ 2147483646 w 26"/>
                <a:gd name="T11" fmla="*/ 2147483646 h 23"/>
                <a:gd name="T12" fmla="*/ 2147483646 w 26"/>
                <a:gd name="T13" fmla="*/ 0 h 23"/>
                <a:gd name="T14" fmla="*/ 2147483646 w 26"/>
                <a:gd name="T15" fmla="*/ 0 h 23"/>
                <a:gd name="T16" fmla="*/ 2147483646 w 26"/>
                <a:gd name="T17" fmla="*/ 2147483646 h 23"/>
                <a:gd name="T18" fmla="*/ 2147483646 w 26"/>
                <a:gd name="T19" fmla="*/ 2147483646 h 23"/>
                <a:gd name="T20" fmla="*/ 0 w 26"/>
                <a:gd name="T21" fmla="*/ 2147483646 h 23"/>
                <a:gd name="T22" fmla="*/ 2147483646 w 26"/>
                <a:gd name="T23" fmla="*/ 2147483646 h 23"/>
                <a:gd name="T24" fmla="*/ 2147483646 w 26"/>
                <a:gd name="T25" fmla="*/ 2147483646 h 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23">
                  <a:moveTo>
                    <a:pt x="13" y="16"/>
                  </a:moveTo>
                  <a:cubicBezTo>
                    <a:pt x="15" y="14"/>
                    <a:pt x="15" y="14"/>
                    <a:pt x="15" y="14"/>
                  </a:cubicBezTo>
                  <a:cubicBezTo>
                    <a:pt x="16" y="6"/>
                    <a:pt x="16" y="6"/>
                    <a:pt x="16" y="6"/>
                  </a:cubicBezTo>
                  <a:cubicBezTo>
                    <a:pt x="26" y="6"/>
                    <a:pt x="26" y="6"/>
                    <a:pt x="26" y="6"/>
                  </a:cubicBezTo>
                  <a:cubicBezTo>
                    <a:pt x="26" y="3"/>
                    <a:pt x="26" y="3"/>
                    <a:pt x="26" y="3"/>
                  </a:cubicBezTo>
                  <a:cubicBezTo>
                    <a:pt x="25" y="3"/>
                    <a:pt x="25" y="3"/>
                    <a:pt x="25" y="3"/>
                  </a:cubicBezTo>
                  <a:cubicBezTo>
                    <a:pt x="25" y="0"/>
                    <a:pt x="25" y="0"/>
                    <a:pt x="25" y="0"/>
                  </a:cubicBezTo>
                  <a:cubicBezTo>
                    <a:pt x="11" y="0"/>
                    <a:pt x="11" y="0"/>
                    <a:pt x="11" y="0"/>
                  </a:cubicBezTo>
                  <a:cubicBezTo>
                    <a:pt x="9" y="2"/>
                    <a:pt x="9" y="2"/>
                    <a:pt x="9" y="2"/>
                  </a:cubicBezTo>
                  <a:cubicBezTo>
                    <a:pt x="4" y="13"/>
                    <a:pt x="4" y="13"/>
                    <a:pt x="4" y="13"/>
                  </a:cubicBezTo>
                  <a:cubicBezTo>
                    <a:pt x="0" y="22"/>
                    <a:pt x="0" y="22"/>
                    <a:pt x="0" y="22"/>
                  </a:cubicBezTo>
                  <a:cubicBezTo>
                    <a:pt x="4" y="22"/>
                    <a:pt x="12" y="23"/>
                    <a:pt x="12" y="23"/>
                  </a:cubicBezTo>
                  <a:cubicBezTo>
                    <a:pt x="13" y="23"/>
                    <a:pt x="13" y="16"/>
                    <a:pt x="13" y="16"/>
                  </a:cubicBez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5" name="Freeform 311">
              <a:extLst>
                <a:ext uri="{FF2B5EF4-FFF2-40B4-BE49-F238E27FC236}">
                  <a16:creationId xmlns:a16="http://schemas.microsoft.com/office/drawing/2014/main" id="{0B6D2C30-9D1A-4A87-A688-EDD0C3725CA3}"/>
                </a:ext>
              </a:extLst>
            </p:cNvPr>
            <p:cNvSpPr>
              <a:spLocks/>
            </p:cNvSpPr>
            <p:nvPr/>
          </p:nvSpPr>
          <p:spPr bwMode="auto">
            <a:xfrm>
              <a:off x="3901418" y="4344961"/>
              <a:ext cx="61912" cy="47625"/>
            </a:xfrm>
            <a:custGeom>
              <a:avLst/>
              <a:gdLst>
                <a:gd name="T0" fmla="*/ 2147483646 w 48"/>
                <a:gd name="T1" fmla="*/ 2147483646 h 36"/>
                <a:gd name="T2" fmla="*/ 2147483646 w 48"/>
                <a:gd name="T3" fmla="*/ 2147483646 h 36"/>
                <a:gd name="T4" fmla="*/ 2147483646 w 48"/>
                <a:gd name="T5" fmla="*/ 0 h 36"/>
                <a:gd name="T6" fmla="*/ 2147483646 w 48"/>
                <a:gd name="T7" fmla="*/ 0 h 36"/>
                <a:gd name="T8" fmla="*/ 2147483646 w 48"/>
                <a:gd name="T9" fmla="*/ 2147483646 h 36"/>
                <a:gd name="T10" fmla="*/ 0 w 48"/>
                <a:gd name="T11" fmla="*/ 2147483646 h 36"/>
                <a:gd name="T12" fmla="*/ 2147483646 w 48"/>
                <a:gd name="T13" fmla="*/ 2147483646 h 36"/>
                <a:gd name="T14" fmla="*/ 2147483646 w 48"/>
                <a:gd name="T15" fmla="*/ 2147483646 h 36"/>
                <a:gd name="T16" fmla="*/ 2147483646 w 48"/>
                <a:gd name="T17" fmla="*/ 2147483646 h 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8" h="36">
                  <a:moveTo>
                    <a:pt x="48" y="24"/>
                  </a:moveTo>
                  <a:lnTo>
                    <a:pt x="48" y="6"/>
                  </a:lnTo>
                  <a:lnTo>
                    <a:pt x="48" y="0"/>
                  </a:lnTo>
                  <a:lnTo>
                    <a:pt x="36" y="0"/>
                  </a:lnTo>
                  <a:lnTo>
                    <a:pt x="6" y="6"/>
                  </a:lnTo>
                  <a:lnTo>
                    <a:pt x="0" y="6"/>
                  </a:lnTo>
                  <a:lnTo>
                    <a:pt x="18" y="36"/>
                  </a:lnTo>
                  <a:lnTo>
                    <a:pt x="36" y="24"/>
                  </a:lnTo>
                  <a:lnTo>
                    <a:pt x="48" y="24"/>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6" name="Freeform 313">
              <a:extLst>
                <a:ext uri="{FF2B5EF4-FFF2-40B4-BE49-F238E27FC236}">
                  <a16:creationId xmlns:a16="http://schemas.microsoft.com/office/drawing/2014/main" id="{FC2312C7-D694-42C4-8755-133846FC4D56}"/>
                </a:ext>
              </a:extLst>
            </p:cNvPr>
            <p:cNvSpPr>
              <a:spLocks/>
            </p:cNvSpPr>
            <p:nvPr/>
          </p:nvSpPr>
          <p:spPr bwMode="auto">
            <a:xfrm>
              <a:off x="4096680" y="4400524"/>
              <a:ext cx="149225" cy="147637"/>
            </a:xfrm>
            <a:custGeom>
              <a:avLst/>
              <a:gdLst>
                <a:gd name="T0" fmla="*/ 2147483646 w 19"/>
                <a:gd name="T1" fmla="*/ 2147483646 h 19"/>
                <a:gd name="T2" fmla="*/ 2147483646 w 19"/>
                <a:gd name="T3" fmla="*/ 2147483646 h 19"/>
                <a:gd name="T4" fmla="*/ 2147483646 w 19"/>
                <a:gd name="T5" fmla="*/ 2147483646 h 19"/>
                <a:gd name="T6" fmla="*/ 2147483646 w 19"/>
                <a:gd name="T7" fmla="*/ 2147483646 h 19"/>
                <a:gd name="T8" fmla="*/ 2147483646 w 19"/>
                <a:gd name="T9" fmla="*/ 2147483646 h 19"/>
                <a:gd name="T10" fmla="*/ 2147483646 w 19"/>
                <a:gd name="T11" fmla="*/ 2147483646 h 19"/>
                <a:gd name="T12" fmla="*/ 2147483646 w 19"/>
                <a:gd name="T13" fmla="*/ 0 h 19"/>
                <a:gd name="T14" fmla="*/ 2147483646 w 19"/>
                <a:gd name="T15" fmla="*/ 0 h 19"/>
                <a:gd name="T16" fmla="*/ 2147483646 w 19"/>
                <a:gd name="T17" fmla="*/ 0 h 19"/>
                <a:gd name="T18" fmla="*/ 2147483646 w 19"/>
                <a:gd name="T19" fmla="*/ 2147483646 h 19"/>
                <a:gd name="T20" fmla="*/ 2147483646 w 19"/>
                <a:gd name="T21" fmla="*/ 2147483646 h 19"/>
                <a:gd name="T22" fmla="*/ 2147483646 w 19"/>
                <a:gd name="T23" fmla="*/ 2147483646 h 19"/>
                <a:gd name="T24" fmla="*/ 2147483646 w 19"/>
                <a:gd name="T25" fmla="*/ 2147483646 h 19"/>
                <a:gd name="T26" fmla="*/ 0 w 19"/>
                <a:gd name="T27" fmla="*/ 2147483646 h 19"/>
                <a:gd name="T28" fmla="*/ 2147483646 w 19"/>
                <a:gd name="T29" fmla="*/ 2147483646 h 19"/>
                <a:gd name="T30" fmla="*/ 2147483646 w 19"/>
                <a:gd name="T31" fmla="*/ 2147483646 h 19"/>
                <a:gd name="T32" fmla="*/ 2147483646 w 19"/>
                <a:gd name="T33" fmla="*/ 2147483646 h 19"/>
                <a:gd name="T34" fmla="*/ 2147483646 w 19"/>
                <a:gd name="T35" fmla="*/ 2147483646 h 19"/>
                <a:gd name="T36" fmla="*/ 2147483646 w 19"/>
                <a:gd name="T37" fmla="*/ 2147483646 h 19"/>
                <a:gd name="T38" fmla="*/ 2147483646 w 19"/>
                <a:gd name="T39" fmla="*/ 2147483646 h 19"/>
                <a:gd name="T40" fmla="*/ 2147483646 w 19"/>
                <a:gd name="T41" fmla="*/ 2147483646 h 19"/>
                <a:gd name="T42" fmla="*/ 2147483646 w 19"/>
                <a:gd name="T43" fmla="*/ 2147483646 h 19"/>
                <a:gd name="T44" fmla="*/ 2147483646 w 19"/>
                <a:gd name="T45" fmla="*/ 2147483646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9" h="19">
                  <a:moveTo>
                    <a:pt x="17" y="10"/>
                  </a:moveTo>
                  <a:cubicBezTo>
                    <a:pt x="19" y="6"/>
                    <a:pt x="19" y="6"/>
                    <a:pt x="19" y="6"/>
                  </a:cubicBezTo>
                  <a:cubicBezTo>
                    <a:pt x="17" y="2"/>
                    <a:pt x="17" y="2"/>
                    <a:pt x="17" y="2"/>
                  </a:cubicBezTo>
                  <a:cubicBezTo>
                    <a:pt x="12" y="3"/>
                    <a:pt x="12" y="3"/>
                    <a:pt x="12" y="3"/>
                  </a:cubicBezTo>
                  <a:cubicBezTo>
                    <a:pt x="10" y="1"/>
                    <a:pt x="10" y="1"/>
                    <a:pt x="10" y="1"/>
                  </a:cubicBezTo>
                  <a:cubicBezTo>
                    <a:pt x="8" y="1"/>
                    <a:pt x="8" y="1"/>
                    <a:pt x="8" y="1"/>
                  </a:cubicBezTo>
                  <a:cubicBezTo>
                    <a:pt x="6" y="0"/>
                    <a:pt x="6" y="0"/>
                    <a:pt x="6" y="0"/>
                  </a:cubicBezTo>
                  <a:cubicBezTo>
                    <a:pt x="5" y="0"/>
                    <a:pt x="5" y="0"/>
                    <a:pt x="5" y="0"/>
                  </a:cubicBezTo>
                  <a:cubicBezTo>
                    <a:pt x="3" y="0"/>
                    <a:pt x="3" y="0"/>
                    <a:pt x="3" y="0"/>
                  </a:cubicBezTo>
                  <a:cubicBezTo>
                    <a:pt x="1" y="1"/>
                    <a:pt x="1" y="1"/>
                    <a:pt x="1" y="1"/>
                  </a:cubicBezTo>
                  <a:cubicBezTo>
                    <a:pt x="2" y="1"/>
                    <a:pt x="2" y="1"/>
                    <a:pt x="2" y="1"/>
                  </a:cubicBezTo>
                  <a:cubicBezTo>
                    <a:pt x="2" y="5"/>
                    <a:pt x="2" y="5"/>
                    <a:pt x="2" y="5"/>
                  </a:cubicBezTo>
                  <a:cubicBezTo>
                    <a:pt x="2" y="9"/>
                    <a:pt x="2" y="9"/>
                    <a:pt x="2" y="9"/>
                  </a:cubicBezTo>
                  <a:cubicBezTo>
                    <a:pt x="2" y="9"/>
                    <a:pt x="1" y="10"/>
                    <a:pt x="0" y="10"/>
                  </a:cubicBezTo>
                  <a:cubicBezTo>
                    <a:pt x="1" y="11"/>
                    <a:pt x="1" y="11"/>
                    <a:pt x="1" y="11"/>
                  </a:cubicBezTo>
                  <a:cubicBezTo>
                    <a:pt x="1" y="11"/>
                    <a:pt x="0" y="14"/>
                    <a:pt x="1" y="14"/>
                  </a:cubicBezTo>
                  <a:cubicBezTo>
                    <a:pt x="1" y="14"/>
                    <a:pt x="4" y="16"/>
                    <a:pt x="4" y="16"/>
                  </a:cubicBezTo>
                  <a:cubicBezTo>
                    <a:pt x="4" y="19"/>
                    <a:pt x="4" y="19"/>
                    <a:pt x="4" y="19"/>
                  </a:cubicBezTo>
                  <a:cubicBezTo>
                    <a:pt x="8" y="19"/>
                    <a:pt x="8" y="19"/>
                    <a:pt x="8" y="19"/>
                  </a:cubicBezTo>
                  <a:cubicBezTo>
                    <a:pt x="15" y="16"/>
                    <a:pt x="15" y="16"/>
                    <a:pt x="15" y="16"/>
                  </a:cubicBezTo>
                  <a:cubicBezTo>
                    <a:pt x="18" y="16"/>
                    <a:pt x="18" y="16"/>
                    <a:pt x="18" y="16"/>
                  </a:cubicBezTo>
                  <a:cubicBezTo>
                    <a:pt x="17" y="13"/>
                    <a:pt x="17" y="13"/>
                    <a:pt x="17" y="13"/>
                  </a:cubicBezTo>
                  <a:lnTo>
                    <a:pt x="17" y="10"/>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7" name="Freeform 314">
              <a:extLst>
                <a:ext uri="{FF2B5EF4-FFF2-40B4-BE49-F238E27FC236}">
                  <a16:creationId xmlns:a16="http://schemas.microsoft.com/office/drawing/2014/main" id="{9B91CCB4-A305-4D67-805C-36C8AD4D7F90}"/>
                </a:ext>
              </a:extLst>
            </p:cNvPr>
            <p:cNvSpPr>
              <a:spLocks/>
            </p:cNvSpPr>
            <p:nvPr/>
          </p:nvSpPr>
          <p:spPr bwMode="auto">
            <a:xfrm>
              <a:off x="4020480" y="4456086"/>
              <a:ext cx="106363" cy="92075"/>
            </a:xfrm>
            <a:custGeom>
              <a:avLst/>
              <a:gdLst>
                <a:gd name="T0" fmla="*/ 2147483646 w 14"/>
                <a:gd name="T1" fmla="*/ 2147483646 h 12"/>
                <a:gd name="T2" fmla="*/ 2147483646 w 14"/>
                <a:gd name="T3" fmla="*/ 2147483646 h 12"/>
                <a:gd name="T4" fmla="*/ 2147483646 w 14"/>
                <a:gd name="T5" fmla="*/ 2147483646 h 12"/>
                <a:gd name="T6" fmla="*/ 2147483646 w 14"/>
                <a:gd name="T7" fmla="*/ 2147483646 h 12"/>
                <a:gd name="T8" fmla="*/ 2147483646 w 14"/>
                <a:gd name="T9" fmla="*/ 2147483646 h 12"/>
                <a:gd name="T10" fmla="*/ 2147483646 w 14"/>
                <a:gd name="T11" fmla="*/ 0 h 12"/>
                <a:gd name="T12" fmla="*/ 2147483646 w 14"/>
                <a:gd name="T13" fmla="*/ 2147483646 h 12"/>
                <a:gd name="T14" fmla="*/ 2147483646 w 14"/>
                <a:gd name="T15" fmla="*/ 2147483646 h 12"/>
                <a:gd name="T16" fmla="*/ 0 w 14"/>
                <a:gd name="T17" fmla="*/ 2147483646 h 12"/>
                <a:gd name="T18" fmla="*/ 2147483646 w 14"/>
                <a:gd name="T19" fmla="*/ 2147483646 h 12"/>
                <a:gd name="T20" fmla="*/ 2147483646 w 14"/>
                <a:gd name="T21" fmla="*/ 2147483646 h 12"/>
                <a:gd name="T22" fmla="*/ 2147483646 w 14"/>
                <a:gd name="T23" fmla="*/ 2147483646 h 12"/>
                <a:gd name="T24" fmla="*/ 2147483646 w 14"/>
                <a:gd name="T25" fmla="*/ 2147483646 h 12"/>
                <a:gd name="T26" fmla="*/ 2147483646 w 14"/>
                <a:gd name="T27" fmla="*/ 2147483646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 h="12">
                  <a:moveTo>
                    <a:pt x="11" y="7"/>
                  </a:moveTo>
                  <a:cubicBezTo>
                    <a:pt x="10" y="7"/>
                    <a:pt x="11" y="4"/>
                    <a:pt x="11" y="4"/>
                  </a:cubicBezTo>
                  <a:cubicBezTo>
                    <a:pt x="10" y="3"/>
                    <a:pt x="10" y="3"/>
                    <a:pt x="10" y="3"/>
                  </a:cubicBezTo>
                  <a:cubicBezTo>
                    <a:pt x="9" y="3"/>
                    <a:pt x="8" y="4"/>
                    <a:pt x="8" y="4"/>
                  </a:cubicBezTo>
                  <a:cubicBezTo>
                    <a:pt x="7" y="4"/>
                    <a:pt x="6" y="1"/>
                    <a:pt x="6" y="1"/>
                  </a:cubicBezTo>
                  <a:cubicBezTo>
                    <a:pt x="4" y="0"/>
                    <a:pt x="4" y="0"/>
                    <a:pt x="4" y="0"/>
                  </a:cubicBezTo>
                  <a:cubicBezTo>
                    <a:pt x="3" y="2"/>
                    <a:pt x="3" y="2"/>
                    <a:pt x="3" y="2"/>
                  </a:cubicBezTo>
                  <a:cubicBezTo>
                    <a:pt x="1" y="3"/>
                    <a:pt x="1" y="3"/>
                    <a:pt x="1" y="3"/>
                  </a:cubicBezTo>
                  <a:cubicBezTo>
                    <a:pt x="0" y="5"/>
                    <a:pt x="0" y="5"/>
                    <a:pt x="0" y="5"/>
                  </a:cubicBezTo>
                  <a:cubicBezTo>
                    <a:pt x="1" y="6"/>
                    <a:pt x="1" y="6"/>
                    <a:pt x="1" y="6"/>
                  </a:cubicBezTo>
                  <a:cubicBezTo>
                    <a:pt x="10" y="12"/>
                    <a:pt x="10" y="12"/>
                    <a:pt x="10" y="12"/>
                  </a:cubicBezTo>
                  <a:cubicBezTo>
                    <a:pt x="14" y="12"/>
                    <a:pt x="14" y="12"/>
                    <a:pt x="14" y="12"/>
                  </a:cubicBezTo>
                  <a:cubicBezTo>
                    <a:pt x="14" y="9"/>
                    <a:pt x="14" y="9"/>
                    <a:pt x="14" y="9"/>
                  </a:cubicBezTo>
                  <a:cubicBezTo>
                    <a:pt x="14" y="9"/>
                    <a:pt x="11" y="7"/>
                    <a:pt x="11" y="7"/>
                  </a:cubicBezTo>
                  <a:close/>
                </a:path>
              </a:pathLst>
            </a:custGeom>
            <a:solidFill>
              <a:srgbClr val="00B0F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298" name="Freeform 315">
              <a:extLst>
                <a:ext uri="{FF2B5EF4-FFF2-40B4-BE49-F238E27FC236}">
                  <a16:creationId xmlns:a16="http://schemas.microsoft.com/office/drawing/2014/main" id="{2C9FD892-F8B8-41AA-AC6F-A08F2BD3C1EB}"/>
                </a:ext>
              </a:extLst>
            </p:cNvPr>
            <p:cNvSpPr>
              <a:spLocks/>
            </p:cNvSpPr>
            <p:nvPr/>
          </p:nvSpPr>
          <p:spPr bwMode="auto">
            <a:xfrm>
              <a:off x="3971268" y="4424336"/>
              <a:ext cx="79375" cy="69850"/>
            </a:xfrm>
            <a:custGeom>
              <a:avLst/>
              <a:gdLst>
                <a:gd name="T0" fmla="*/ 2147483646 w 60"/>
                <a:gd name="T1" fmla="*/ 2147483646 h 54"/>
                <a:gd name="T2" fmla="*/ 2147483646 w 60"/>
                <a:gd name="T3" fmla="*/ 2147483646 h 54"/>
                <a:gd name="T4" fmla="*/ 2147483646 w 60"/>
                <a:gd name="T5" fmla="*/ 2147483646 h 54"/>
                <a:gd name="T6" fmla="*/ 2147483646 w 60"/>
                <a:gd name="T7" fmla="*/ 0 h 54"/>
                <a:gd name="T8" fmla="*/ 2147483646 w 60"/>
                <a:gd name="T9" fmla="*/ 0 h 54"/>
                <a:gd name="T10" fmla="*/ 2147483646 w 60"/>
                <a:gd name="T11" fmla="*/ 2147483646 h 54"/>
                <a:gd name="T12" fmla="*/ 0 w 60"/>
                <a:gd name="T13" fmla="*/ 2147483646 h 54"/>
                <a:gd name="T14" fmla="*/ 2147483646 w 60"/>
                <a:gd name="T15" fmla="*/ 2147483646 h 54"/>
                <a:gd name="T16" fmla="*/ 2147483646 w 60"/>
                <a:gd name="T17" fmla="*/ 2147483646 h 54"/>
                <a:gd name="T18" fmla="*/ 2147483646 w 60"/>
                <a:gd name="T19" fmla="*/ 2147483646 h 54"/>
                <a:gd name="T20" fmla="*/ 2147483646 w 60"/>
                <a:gd name="T21" fmla="*/ 2147483646 h 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 h="54">
                  <a:moveTo>
                    <a:pt x="54" y="36"/>
                  </a:moveTo>
                  <a:lnTo>
                    <a:pt x="60" y="24"/>
                  </a:lnTo>
                  <a:lnTo>
                    <a:pt x="54" y="18"/>
                  </a:lnTo>
                  <a:lnTo>
                    <a:pt x="42" y="0"/>
                  </a:lnTo>
                  <a:lnTo>
                    <a:pt x="18" y="0"/>
                  </a:lnTo>
                  <a:lnTo>
                    <a:pt x="12" y="12"/>
                  </a:lnTo>
                  <a:lnTo>
                    <a:pt x="0" y="18"/>
                  </a:lnTo>
                  <a:lnTo>
                    <a:pt x="12" y="30"/>
                  </a:lnTo>
                  <a:lnTo>
                    <a:pt x="36" y="54"/>
                  </a:lnTo>
                  <a:lnTo>
                    <a:pt x="42" y="42"/>
                  </a:lnTo>
                  <a:lnTo>
                    <a:pt x="54" y="36"/>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299" name="Freeform 318">
              <a:extLst>
                <a:ext uri="{FF2B5EF4-FFF2-40B4-BE49-F238E27FC236}">
                  <a16:creationId xmlns:a16="http://schemas.microsoft.com/office/drawing/2014/main" id="{FD4E0C9A-D462-4336-A230-7E0952734831}"/>
                </a:ext>
              </a:extLst>
            </p:cNvPr>
            <p:cNvSpPr>
              <a:spLocks/>
            </p:cNvSpPr>
            <p:nvPr/>
          </p:nvSpPr>
          <p:spPr bwMode="auto">
            <a:xfrm>
              <a:off x="4089452" y="3675583"/>
              <a:ext cx="512763" cy="504825"/>
            </a:xfrm>
            <a:custGeom>
              <a:avLst/>
              <a:gdLst>
                <a:gd name="T0" fmla="*/ 2147483646 w 390"/>
                <a:gd name="T1" fmla="*/ 2147483646 h 390"/>
                <a:gd name="T2" fmla="*/ 2147483646 w 390"/>
                <a:gd name="T3" fmla="*/ 2147483646 h 390"/>
                <a:gd name="T4" fmla="*/ 2147483646 w 390"/>
                <a:gd name="T5" fmla="*/ 2147483646 h 390"/>
                <a:gd name="T6" fmla="*/ 2147483646 w 390"/>
                <a:gd name="T7" fmla="*/ 2147483646 h 390"/>
                <a:gd name="T8" fmla="*/ 2147483646 w 390"/>
                <a:gd name="T9" fmla="*/ 2147483646 h 390"/>
                <a:gd name="T10" fmla="*/ 2147483646 w 390"/>
                <a:gd name="T11" fmla="*/ 2147483646 h 390"/>
                <a:gd name="T12" fmla="*/ 2147483646 w 390"/>
                <a:gd name="T13" fmla="*/ 2147483646 h 390"/>
                <a:gd name="T14" fmla="*/ 2147483646 w 390"/>
                <a:gd name="T15" fmla="*/ 2147483646 h 390"/>
                <a:gd name="T16" fmla="*/ 2147483646 w 390"/>
                <a:gd name="T17" fmla="*/ 2147483646 h 390"/>
                <a:gd name="T18" fmla="*/ 2147483646 w 390"/>
                <a:gd name="T19" fmla="*/ 2147483646 h 390"/>
                <a:gd name="T20" fmla="*/ 2147483646 w 390"/>
                <a:gd name="T21" fmla="*/ 2147483646 h 390"/>
                <a:gd name="T22" fmla="*/ 2147483646 w 390"/>
                <a:gd name="T23" fmla="*/ 2147483646 h 390"/>
                <a:gd name="T24" fmla="*/ 2147483646 w 390"/>
                <a:gd name="T25" fmla="*/ 2147483646 h 390"/>
                <a:gd name="T26" fmla="*/ 2147483646 w 390"/>
                <a:gd name="T27" fmla="*/ 2147483646 h 390"/>
                <a:gd name="T28" fmla="*/ 2147483646 w 390"/>
                <a:gd name="T29" fmla="*/ 2147483646 h 390"/>
                <a:gd name="T30" fmla="*/ 2147483646 w 390"/>
                <a:gd name="T31" fmla="*/ 2147483646 h 390"/>
                <a:gd name="T32" fmla="*/ 2147483646 w 390"/>
                <a:gd name="T33" fmla="*/ 2147483646 h 390"/>
                <a:gd name="T34" fmla="*/ 2147483646 w 390"/>
                <a:gd name="T35" fmla="*/ 2147483646 h 390"/>
                <a:gd name="T36" fmla="*/ 2147483646 w 390"/>
                <a:gd name="T37" fmla="*/ 2147483646 h 390"/>
                <a:gd name="T38" fmla="*/ 2147483646 w 390"/>
                <a:gd name="T39" fmla="*/ 2147483646 h 390"/>
                <a:gd name="T40" fmla="*/ 2147483646 w 390"/>
                <a:gd name="T41" fmla="*/ 2147483646 h 390"/>
                <a:gd name="T42" fmla="*/ 2147483646 w 390"/>
                <a:gd name="T43" fmla="*/ 2147483646 h 390"/>
                <a:gd name="T44" fmla="*/ 2147483646 w 390"/>
                <a:gd name="T45" fmla="*/ 2147483646 h 390"/>
                <a:gd name="T46" fmla="*/ 2147483646 w 390"/>
                <a:gd name="T47" fmla="*/ 2147483646 h 390"/>
                <a:gd name="T48" fmla="*/ 2147483646 w 390"/>
                <a:gd name="T49" fmla="*/ 0 h 390"/>
                <a:gd name="T50" fmla="*/ 2147483646 w 390"/>
                <a:gd name="T51" fmla="*/ 2147483646 h 390"/>
                <a:gd name="T52" fmla="*/ 2147483646 w 390"/>
                <a:gd name="T53" fmla="*/ 2147483646 h 390"/>
                <a:gd name="T54" fmla="*/ 2147483646 w 390"/>
                <a:gd name="T55" fmla="*/ 2147483646 h 390"/>
                <a:gd name="T56" fmla="*/ 2147483646 w 390"/>
                <a:gd name="T57" fmla="*/ 2147483646 h 390"/>
                <a:gd name="T58" fmla="*/ 2147483646 w 390"/>
                <a:gd name="T59" fmla="*/ 2147483646 h 390"/>
                <a:gd name="T60" fmla="*/ 2147483646 w 390"/>
                <a:gd name="T61" fmla="*/ 2147483646 h 390"/>
                <a:gd name="T62" fmla="*/ 2147483646 w 390"/>
                <a:gd name="T63" fmla="*/ 2147483646 h 390"/>
                <a:gd name="T64" fmla="*/ 2147483646 w 390"/>
                <a:gd name="T65" fmla="*/ 2147483646 h 390"/>
                <a:gd name="T66" fmla="*/ 2147483646 w 390"/>
                <a:gd name="T67" fmla="*/ 2147483646 h 390"/>
                <a:gd name="T68" fmla="*/ 2147483646 w 390"/>
                <a:gd name="T69" fmla="*/ 2147483646 h 390"/>
                <a:gd name="T70" fmla="*/ 2147483646 w 390"/>
                <a:gd name="T71" fmla="*/ 2147483646 h 390"/>
                <a:gd name="T72" fmla="*/ 2147483646 w 390"/>
                <a:gd name="T73" fmla="*/ 2147483646 h 390"/>
                <a:gd name="T74" fmla="*/ 2147483646 w 390"/>
                <a:gd name="T75" fmla="*/ 2147483646 h 390"/>
                <a:gd name="T76" fmla="*/ 2147483646 w 390"/>
                <a:gd name="T77" fmla="*/ 2147483646 h 390"/>
                <a:gd name="T78" fmla="*/ 0 w 390"/>
                <a:gd name="T79" fmla="*/ 2147483646 h 390"/>
                <a:gd name="T80" fmla="*/ 2147483646 w 390"/>
                <a:gd name="T81" fmla="*/ 2147483646 h 390"/>
                <a:gd name="T82" fmla="*/ 2147483646 w 390"/>
                <a:gd name="T83" fmla="*/ 2147483646 h 390"/>
                <a:gd name="T84" fmla="*/ 2147483646 w 390"/>
                <a:gd name="T85" fmla="*/ 2147483646 h 3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90" h="390">
                  <a:moveTo>
                    <a:pt x="60" y="270"/>
                  </a:moveTo>
                  <a:lnTo>
                    <a:pt x="216" y="378"/>
                  </a:lnTo>
                  <a:lnTo>
                    <a:pt x="228" y="390"/>
                  </a:lnTo>
                  <a:lnTo>
                    <a:pt x="246" y="390"/>
                  </a:lnTo>
                  <a:lnTo>
                    <a:pt x="282" y="372"/>
                  </a:lnTo>
                  <a:lnTo>
                    <a:pt x="390" y="300"/>
                  </a:lnTo>
                  <a:lnTo>
                    <a:pt x="384" y="300"/>
                  </a:lnTo>
                  <a:lnTo>
                    <a:pt x="366" y="276"/>
                  </a:lnTo>
                  <a:lnTo>
                    <a:pt x="354" y="270"/>
                  </a:lnTo>
                  <a:lnTo>
                    <a:pt x="342" y="246"/>
                  </a:lnTo>
                  <a:lnTo>
                    <a:pt x="348" y="234"/>
                  </a:lnTo>
                  <a:lnTo>
                    <a:pt x="348" y="174"/>
                  </a:lnTo>
                  <a:lnTo>
                    <a:pt x="342" y="162"/>
                  </a:lnTo>
                  <a:lnTo>
                    <a:pt x="348" y="150"/>
                  </a:lnTo>
                  <a:lnTo>
                    <a:pt x="342" y="144"/>
                  </a:lnTo>
                  <a:lnTo>
                    <a:pt x="342" y="120"/>
                  </a:lnTo>
                  <a:lnTo>
                    <a:pt x="324" y="108"/>
                  </a:lnTo>
                  <a:lnTo>
                    <a:pt x="318" y="102"/>
                  </a:lnTo>
                  <a:lnTo>
                    <a:pt x="306" y="90"/>
                  </a:lnTo>
                  <a:lnTo>
                    <a:pt x="306" y="78"/>
                  </a:lnTo>
                  <a:lnTo>
                    <a:pt x="324" y="54"/>
                  </a:lnTo>
                  <a:lnTo>
                    <a:pt x="324" y="30"/>
                  </a:lnTo>
                  <a:lnTo>
                    <a:pt x="324" y="12"/>
                  </a:lnTo>
                  <a:lnTo>
                    <a:pt x="330" y="6"/>
                  </a:lnTo>
                  <a:lnTo>
                    <a:pt x="330" y="0"/>
                  </a:lnTo>
                  <a:lnTo>
                    <a:pt x="318" y="6"/>
                  </a:lnTo>
                  <a:lnTo>
                    <a:pt x="288" y="12"/>
                  </a:lnTo>
                  <a:lnTo>
                    <a:pt x="222" y="12"/>
                  </a:lnTo>
                  <a:lnTo>
                    <a:pt x="162" y="30"/>
                  </a:lnTo>
                  <a:lnTo>
                    <a:pt x="132" y="48"/>
                  </a:lnTo>
                  <a:lnTo>
                    <a:pt x="138" y="78"/>
                  </a:lnTo>
                  <a:lnTo>
                    <a:pt x="144" y="108"/>
                  </a:lnTo>
                  <a:lnTo>
                    <a:pt x="132" y="114"/>
                  </a:lnTo>
                  <a:lnTo>
                    <a:pt x="108" y="120"/>
                  </a:lnTo>
                  <a:lnTo>
                    <a:pt x="102" y="132"/>
                  </a:lnTo>
                  <a:lnTo>
                    <a:pt x="96" y="144"/>
                  </a:lnTo>
                  <a:lnTo>
                    <a:pt x="60" y="156"/>
                  </a:lnTo>
                  <a:lnTo>
                    <a:pt x="30" y="174"/>
                  </a:lnTo>
                  <a:lnTo>
                    <a:pt x="6" y="192"/>
                  </a:lnTo>
                  <a:lnTo>
                    <a:pt x="0" y="210"/>
                  </a:lnTo>
                  <a:lnTo>
                    <a:pt x="6" y="210"/>
                  </a:lnTo>
                  <a:lnTo>
                    <a:pt x="6" y="228"/>
                  </a:lnTo>
                  <a:lnTo>
                    <a:pt x="60" y="270"/>
                  </a:lnTo>
                </a:path>
              </a:pathLst>
            </a:custGeom>
            <a:solidFill>
              <a:srgbClr val="00B0F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00" name="Freeform 334">
              <a:extLst>
                <a:ext uri="{FF2B5EF4-FFF2-40B4-BE49-F238E27FC236}">
                  <a16:creationId xmlns:a16="http://schemas.microsoft.com/office/drawing/2014/main" id="{9B98E445-1B1D-4066-9ED2-7A0A45921D80}"/>
                </a:ext>
              </a:extLst>
            </p:cNvPr>
            <p:cNvSpPr>
              <a:spLocks/>
            </p:cNvSpPr>
            <p:nvPr/>
          </p:nvSpPr>
          <p:spPr bwMode="auto">
            <a:xfrm>
              <a:off x="4801396" y="2231746"/>
              <a:ext cx="266700" cy="585788"/>
            </a:xfrm>
            <a:custGeom>
              <a:avLst/>
              <a:gdLst>
                <a:gd name="T0" fmla="*/ 2147483646 w 34"/>
                <a:gd name="T1" fmla="*/ 2147483646 h 75"/>
                <a:gd name="T2" fmla="*/ 2147483646 w 34"/>
                <a:gd name="T3" fmla="*/ 2147483646 h 75"/>
                <a:gd name="T4" fmla="*/ 2147483646 w 34"/>
                <a:gd name="T5" fmla="*/ 2147483646 h 75"/>
                <a:gd name="T6" fmla="*/ 2147483646 w 34"/>
                <a:gd name="T7" fmla="*/ 2147483646 h 75"/>
                <a:gd name="T8" fmla="*/ 2147483646 w 34"/>
                <a:gd name="T9" fmla="*/ 2147483646 h 75"/>
                <a:gd name="T10" fmla="*/ 2147483646 w 34"/>
                <a:gd name="T11" fmla="*/ 2147483646 h 75"/>
                <a:gd name="T12" fmla="*/ 2147483646 w 34"/>
                <a:gd name="T13" fmla="*/ 2147483646 h 75"/>
                <a:gd name="T14" fmla="*/ 2147483646 w 34"/>
                <a:gd name="T15" fmla="*/ 2147483646 h 75"/>
                <a:gd name="T16" fmla="*/ 2147483646 w 34"/>
                <a:gd name="T17" fmla="*/ 2147483646 h 75"/>
                <a:gd name="T18" fmla="*/ 2147483646 w 34"/>
                <a:gd name="T19" fmla="*/ 2147483646 h 75"/>
                <a:gd name="T20" fmla="*/ 2147483646 w 34"/>
                <a:gd name="T21" fmla="*/ 2147483646 h 75"/>
                <a:gd name="T22" fmla="*/ 2147483646 w 34"/>
                <a:gd name="T23" fmla="*/ 2147483646 h 75"/>
                <a:gd name="T24" fmla="*/ 2147483646 w 34"/>
                <a:gd name="T25" fmla="*/ 2147483646 h 75"/>
                <a:gd name="T26" fmla="*/ 2147483646 w 34"/>
                <a:gd name="T27" fmla="*/ 2147483646 h 75"/>
                <a:gd name="T28" fmla="*/ 2147483646 w 34"/>
                <a:gd name="T29" fmla="*/ 2147483646 h 75"/>
                <a:gd name="T30" fmla="*/ 2147483646 w 34"/>
                <a:gd name="T31" fmla="*/ 2147483646 h 75"/>
                <a:gd name="T32" fmla="*/ 2147483646 w 34"/>
                <a:gd name="T33" fmla="*/ 2147483646 h 75"/>
                <a:gd name="T34" fmla="*/ 2147483646 w 34"/>
                <a:gd name="T35" fmla="*/ 2147483646 h 75"/>
                <a:gd name="T36" fmla="*/ 2147483646 w 34"/>
                <a:gd name="T37" fmla="*/ 2147483646 h 75"/>
                <a:gd name="T38" fmla="*/ 2147483646 w 34"/>
                <a:gd name="T39" fmla="*/ 2147483646 h 75"/>
                <a:gd name="T40" fmla="*/ 2147483646 w 34"/>
                <a:gd name="T41" fmla="*/ 2147483646 h 75"/>
                <a:gd name="T42" fmla="*/ 2147483646 w 34"/>
                <a:gd name="T43" fmla="*/ 0 h 75"/>
                <a:gd name="T44" fmla="*/ 2147483646 w 34"/>
                <a:gd name="T45" fmla="*/ 2147483646 h 75"/>
                <a:gd name="T46" fmla="*/ 2147483646 w 34"/>
                <a:gd name="T47" fmla="*/ 2147483646 h 75"/>
                <a:gd name="T48" fmla="*/ 2147483646 w 34"/>
                <a:gd name="T49" fmla="*/ 2147483646 h 75"/>
                <a:gd name="T50" fmla="*/ 2147483646 w 34"/>
                <a:gd name="T51" fmla="*/ 2147483646 h 75"/>
                <a:gd name="T52" fmla="*/ 2147483646 w 34"/>
                <a:gd name="T53" fmla="*/ 2147483646 h 75"/>
                <a:gd name="T54" fmla="*/ 2147483646 w 34"/>
                <a:gd name="T55" fmla="*/ 2147483646 h 75"/>
                <a:gd name="T56" fmla="*/ 2147483646 w 34"/>
                <a:gd name="T57" fmla="*/ 2147483646 h 75"/>
                <a:gd name="T58" fmla="*/ 2147483646 w 34"/>
                <a:gd name="T59" fmla="*/ 2147483646 h 75"/>
                <a:gd name="T60" fmla="*/ 2147483646 w 34"/>
                <a:gd name="T61" fmla="*/ 2147483646 h 75"/>
                <a:gd name="T62" fmla="*/ 2147483646 w 34"/>
                <a:gd name="T63" fmla="*/ 2147483646 h 75"/>
                <a:gd name="T64" fmla="*/ 0 w 34"/>
                <a:gd name="T65" fmla="*/ 2147483646 h 75"/>
                <a:gd name="T66" fmla="*/ 2147483646 w 34"/>
                <a:gd name="T67" fmla="*/ 2147483646 h 75"/>
                <a:gd name="T68" fmla="*/ 2147483646 w 34"/>
                <a:gd name="T69" fmla="*/ 2147483646 h 75"/>
                <a:gd name="T70" fmla="*/ 2147483646 w 34"/>
                <a:gd name="T71" fmla="*/ 2147483646 h 75"/>
                <a:gd name="T72" fmla="*/ 2147483646 w 34"/>
                <a:gd name="T73" fmla="*/ 2147483646 h 75"/>
                <a:gd name="T74" fmla="*/ 2147483646 w 34"/>
                <a:gd name="T75" fmla="*/ 2147483646 h 75"/>
                <a:gd name="T76" fmla="*/ 2147483646 w 34"/>
                <a:gd name="T77" fmla="*/ 2147483646 h 75"/>
                <a:gd name="T78" fmla="*/ 2147483646 w 34"/>
                <a:gd name="T79" fmla="*/ 2147483646 h 75"/>
                <a:gd name="T80" fmla="*/ 2147483646 w 34"/>
                <a:gd name="T81" fmla="*/ 2147483646 h 75"/>
                <a:gd name="T82" fmla="*/ 2147483646 w 34"/>
                <a:gd name="T83" fmla="*/ 2147483646 h 75"/>
                <a:gd name="T84" fmla="*/ 2147483646 w 34"/>
                <a:gd name="T85" fmla="*/ 2147483646 h 75"/>
                <a:gd name="T86" fmla="*/ 2147483646 w 34"/>
                <a:gd name="T87" fmla="*/ 2147483646 h 75"/>
                <a:gd name="T88" fmla="*/ 2147483646 w 34"/>
                <a:gd name="T89" fmla="*/ 2147483646 h 75"/>
                <a:gd name="T90" fmla="*/ 2147483646 w 34"/>
                <a:gd name="T91" fmla="*/ 2147483646 h 75"/>
                <a:gd name="T92" fmla="*/ 2147483646 w 34"/>
                <a:gd name="T93" fmla="*/ 2147483646 h 75"/>
                <a:gd name="T94" fmla="*/ 2147483646 w 34"/>
                <a:gd name="T95" fmla="*/ 2147483646 h 75"/>
                <a:gd name="T96" fmla="*/ 2147483646 w 34"/>
                <a:gd name="T97" fmla="*/ 2147483646 h 75"/>
                <a:gd name="T98" fmla="*/ 2147483646 w 34"/>
                <a:gd name="T99" fmla="*/ 2147483646 h 75"/>
                <a:gd name="T100" fmla="*/ 2147483646 w 34"/>
                <a:gd name="T101" fmla="*/ 2147483646 h 75"/>
                <a:gd name="T102" fmla="*/ 2147483646 w 34"/>
                <a:gd name="T103" fmla="*/ 2147483646 h 75"/>
                <a:gd name="T104" fmla="*/ 2147483646 w 34"/>
                <a:gd name="T105" fmla="*/ 2147483646 h 75"/>
                <a:gd name="T106" fmla="*/ 2147483646 w 34"/>
                <a:gd name="T107" fmla="*/ 2147483646 h 75"/>
                <a:gd name="T108" fmla="*/ 2147483646 w 34"/>
                <a:gd name="T109" fmla="*/ 2147483646 h 75"/>
                <a:gd name="T110" fmla="*/ 2147483646 w 34"/>
                <a:gd name="T111" fmla="*/ 2147483646 h 75"/>
                <a:gd name="T112" fmla="*/ 2147483646 w 34"/>
                <a:gd name="T113" fmla="*/ 2147483646 h 75"/>
                <a:gd name="T114" fmla="*/ 2147483646 w 34"/>
                <a:gd name="T115" fmla="*/ 2147483646 h 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4" h="75">
                  <a:moveTo>
                    <a:pt x="34" y="55"/>
                  </a:moveTo>
                  <a:cubicBezTo>
                    <a:pt x="32" y="54"/>
                    <a:pt x="32" y="54"/>
                    <a:pt x="32" y="54"/>
                  </a:cubicBezTo>
                  <a:cubicBezTo>
                    <a:pt x="30" y="52"/>
                    <a:pt x="30" y="52"/>
                    <a:pt x="30" y="52"/>
                  </a:cubicBezTo>
                  <a:cubicBezTo>
                    <a:pt x="31" y="47"/>
                    <a:pt x="31" y="47"/>
                    <a:pt x="31" y="47"/>
                  </a:cubicBezTo>
                  <a:cubicBezTo>
                    <a:pt x="31" y="47"/>
                    <a:pt x="30" y="46"/>
                    <a:pt x="30" y="45"/>
                  </a:cubicBezTo>
                  <a:cubicBezTo>
                    <a:pt x="29" y="45"/>
                    <a:pt x="30" y="43"/>
                    <a:pt x="30" y="43"/>
                  </a:cubicBezTo>
                  <a:cubicBezTo>
                    <a:pt x="29" y="42"/>
                    <a:pt x="29" y="42"/>
                    <a:pt x="29" y="42"/>
                  </a:cubicBezTo>
                  <a:cubicBezTo>
                    <a:pt x="29" y="40"/>
                    <a:pt x="29" y="40"/>
                    <a:pt x="29" y="40"/>
                  </a:cubicBezTo>
                  <a:cubicBezTo>
                    <a:pt x="28" y="38"/>
                    <a:pt x="28" y="38"/>
                    <a:pt x="28" y="38"/>
                  </a:cubicBezTo>
                  <a:cubicBezTo>
                    <a:pt x="30" y="36"/>
                    <a:pt x="30" y="36"/>
                    <a:pt x="30" y="36"/>
                  </a:cubicBezTo>
                  <a:cubicBezTo>
                    <a:pt x="27" y="27"/>
                    <a:pt x="27" y="27"/>
                    <a:pt x="27" y="27"/>
                  </a:cubicBezTo>
                  <a:cubicBezTo>
                    <a:pt x="30" y="21"/>
                    <a:pt x="30" y="21"/>
                    <a:pt x="30" y="21"/>
                  </a:cubicBezTo>
                  <a:cubicBezTo>
                    <a:pt x="28" y="17"/>
                    <a:pt x="28" y="17"/>
                    <a:pt x="28" y="17"/>
                  </a:cubicBezTo>
                  <a:cubicBezTo>
                    <a:pt x="25" y="15"/>
                    <a:pt x="25" y="15"/>
                    <a:pt x="25" y="15"/>
                  </a:cubicBezTo>
                  <a:cubicBezTo>
                    <a:pt x="25" y="14"/>
                    <a:pt x="25" y="14"/>
                    <a:pt x="25" y="14"/>
                  </a:cubicBezTo>
                  <a:cubicBezTo>
                    <a:pt x="25" y="10"/>
                    <a:pt x="25" y="10"/>
                    <a:pt x="25" y="10"/>
                  </a:cubicBezTo>
                  <a:cubicBezTo>
                    <a:pt x="25" y="10"/>
                    <a:pt x="25" y="10"/>
                    <a:pt x="25" y="10"/>
                  </a:cubicBezTo>
                  <a:cubicBezTo>
                    <a:pt x="26" y="9"/>
                    <a:pt x="26" y="9"/>
                    <a:pt x="26" y="9"/>
                  </a:cubicBezTo>
                  <a:cubicBezTo>
                    <a:pt x="26" y="8"/>
                    <a:pt x="26" y="8"/>
                    <a:pt x="26" y="8"/>
                  </a:cubicBezTo>
                  <a:cubicBezTo>
                    <a:pt x="27" y="6"/>
                    <a:pt x="27" y="6"/>
                    <a:pt x="27" y="6"/>
                  </a:cubicBezTo>
                  <a:cubicBezTo>
                    <a:pt x="27" y="3"/>
                    <a:pt x="27" y="3"/>
                    <a:pt x="27" y="3"/>
                  </a:cubicBezTo>
                  <a:cubicBezTo>
                    <a:pt x="24" y="0"/>
                    <a:pt x="24" y="0"/>
                    <a:pt x="24" y="0"/>
                  </a:cubicBezTo>
                  <a:cubicBezTo>
                    <a:pt x="19" y="1"/>
                    <a:pt x="19" y="1"/>
                    <a:pt x="19" y="1"/>
                  </a:cubicBezTo>
                  <a:cubicBezTo>
                    <a:pt x="17" y="3"/>
                    <a:pt x="17" y="3"/>
                    <a:pt x="17" y="3"/>
                  </a:cubicBezTo>
                  <a:cubicBezTo>
                    <a:pt x="15" y="8"/>
                    <a:pt x="15" y="8"/>
                    <a:pt x="15" y="8"/>
                  </a:cubicBezTo>
                  <a:cubicBezTo>
                    <a:pt x="12" y="11"/>
                    <a:pt x="12" y="11"/>
                    <a:pt x="12" y="11"/>
                  </a:cubicBezTo>
                  <a:cubicBezTo>
                    <a:pt x="11" y="10"/>
                    <a:pt x="11" y="10"/>
                    <a:pt x="11" y="10"/>
                  </a:cubicBezTo>
                  <a:cubicBezTo>
                    <a:pt x="8" y="11"/>
                    <a:pt x="8" y="11"/>
                    <a:pt x="8" y="11"/>
                  </a:cubicBezTo>
                  <a:cubicBezTo>
                    <a:pt x="5" y="10"/>
                    <a:pt x="5" y="10"/>
                    <a:pt x="5" y="10"/>
                  </a:cubicBezTo>
                  <a:cubicBezTo>
                    <a:pt x="3" y="8"/>
                    <a:pt x="3" y="8"/>
                    <a:pt x="3" y="8"/>
                  </a:cubicBezTo>
                  <a:cubicBezTo>
                    <a:pt x="2" y="6"/>
                    <a:pt x="2" y="6"/>
                    <a:pt x="2" y="6"/>
                  </a:cubicBezTo>
                  <a:cubicBezTo>
                    <a:pt x="1" y="8"/>
                    <a:pt x="1" y="8"/>
                    <a:pt x="1" y="8"/>
                  </a:cubicBezTo>
                  <a:cubicBezTo>
                    <a:pt x="0" y="8"/>
                    <a:pt x="0" y="8"/>
                    <a:pt x="0" y="8"/>
                  </a:cubicBezTo>
                  <a:cubicBezTo>
                    <a:pt x="1" y="10"/>
                    <a:pt x="1" y="10"/>
                    <a:pt x="1" y="10"/>
                  </a:cubicBezTo>
                  <a:cubicBezTo>
                    <a:pt x="4" y="13"/>
                    <a:pt x="4" y="13"/>
                    <a:pt x="4" y="13"/>
                  </a:cubicBezTo>
                  <a:cubicBezTo>
                    <a:pt x="6" y="14"/>
                    <a:pt x="6" y="14"/>
                    <a:pt x="6" y="14"/>
                  </a:cubicBezTo>
                  <a:cubicBezTo>
                    <a:pt x="7" y="14"/>
                    <a:pt x="7" y="14"/>
                    <a:pt x="7" y="14"/>
                  </a:cubicBezTo>
                  <a:cubicBezTo>
                    <a:pt x="9" y="19"/>
                    <a:pt x="9" y="19"/>
                    <a:pt x="9" y="19"/>
                  </a:cubicBezTo>
                  <a:cubicBezTo>
                    <a:pt x="9" y="23"/>
                    <a:pt x="9" y="23"/>
                    <a:pt x="9" y="23"/>
                  </a:cubicBezTo>
                  <a:cubicBezTo>
                    <a:pt x="9" y="26"/>
                    <a:pt x="9" y="26"/>
                    <a:pt x="9" y="26"/>
                  </a:cubicBezTo>
                  <a:cubicBezTo>
                    <a:pt x="10" y="29"/>
                    <a:pt x="10" y="29"/>
                    <a:pt x="10" y="29"/>
                  </a:cubicBezTo>
                  <a:cubicBezTo>
                    <a:pt x="10" y="30"/>
                    <a:pt x="10" y="30"/>
                    <a:pt x="10" y="30"/>
                  </a:cubicBezTo>
                  <a:cubicBezTo>
                    <a:pt x="10" y="35"/>
                    <a:pt x="10" y="35"/>
                    <a:pt x="10" y="35"/>
                  </a:cubicBezTo>
                  <a:cubicBezTo>
                    <a:pt x="10" y="36"/>
                    <a:pt x="10" y="36"/>
                    <a:pt x="10" y="36"/>
                  </a:cubicBezTo>
                  <a:cubicBezTo>
                    <a:pt x="12" y="36"/>
                    <a:pt x="12" y="36"/>
                    <a:pt x="12" y="36"/>
                  </a:cubicBezTo>
                  <a:cubicBezTo>
                    <a:pt x="14" y="40"/>
                    <a:pt x="14" y="40"/>
                    <a:pt x="14" y="40"/>
                  </a:cubicBezTo>
                  <a:cubicBezTo>
                    <a:pt x="9" y="49"/>
                    <a:pt x="9" y="49"/>
                    <a:pt x="9" y="49"/>
                  </a:cubicBezTo>
                  <a:cubicBezTo>
                    <a:pt x="4" y="53"/>
                    <a:pt x="4" y="53"/>
                    <a:pt x="4" y="53"/>
                  </a:cubicBezTo>
                  <a:cubicBezTo>
                    <a:pt x="1" y="58"/>
                    <a:pt x="1" y="58"/>
                    <a:pt x="1" y="58"/>
                  </a:cubicBezTo>
                  <a:cubicBezTo>
                    <a:pt x="2" y="66"/>
                    <a:pt x="2" y="66"/>
                    <a:pt x="2" y="66"/>
                  </a:cubicBezTo>
                  <a:cubicBezTo>
                    <a:pt x="3" y="71"/>
                    <a:pt x="3" y="71"/>
                    <a:pt x="3" y="71"/>
                  </a:cubicBezTo>
                  <a:cubicBezTo>
                    <a:pt x="5" y="73"/>
                    <a:pt x="5" y="73"/>
                    <a:pt x="5" y="73"/>
                  </a:cubicBezTo>
                  <a:cubicBezTo>
                    <a:pt x="7" y="75"/>
                    <a:pt x="7" y="75"/>
                    <a:pt x="7" y="75"/>
                  </a:cubicBezTo>
                  <a:cubicBezTo>
                    <a:pt x="12" y="75"/>
                    <a:pt x="12" y="75"/>
                    <a:pt x="12" y="75"/>
                  </a:cubicBezTo>
                  <a:cubicBezTo>
                    <a:pt x="20" y="72"/>
                    <a:pt x="20" y="72"/>
                    <a:pt x="20" y="72"/>
                  </a:cubicBezTo>
                  <a:cubicBezTo>
                    <a:pt x="22" y="72"/>
                    <a:pt x="22" y="72"/>
                    <a:pt x="22" y="72"/>
                  </a:cubicBezTo>
                  <a:cubicBezTo>
                    <a:pt x="34" y="58"/>
                    <a:pt x="34" y="58"/>
                    <a:pt x="34" y="58"/>
                  </a:cubicBezTo>
                  <a:lnTo>
                    <a:pt x="34" y="55"/>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1" name="Freeform 347">
              <a:extLst>
                <a:ext uri="{FF2B5EF4-FFF2-40B4-BE49-F238E27FC236}">
                  <a16:creationId xmlns:a16="http://schemas.microsoft.com/office/drawing/2014/main" id="{B9BCB777-4626-4B14-9D32-3775E491961B}"/>
                </a:ext>
              </a:extLst>
            </p:cNvPr>
            <p:cNvSpPr>
              <a:spLocks/>
            </p:cNvSpPr>
            <p:nvPr/>
          </p:nvSpPr>
          <p:spPr bwMode="auto">
            <a:xfrm>
              <a:off x="4404521" y="2144434"/>
              <a:ext cx="649288" cy="766762"/>
            </a:xfrm>
            <a:custGeom>
              <a:avLst/>
              <a:gdLst>
                <a:gd name="T0" fmla="*/ 2147483646 w 83"/>
                <a:gd name="T1" fmla="*/ 2147483646 h 98"/>
                <a:gd name="T2" fmla="*/ 2147483646 w 83"/>
                <a:gd name="T3" fmla="*/ 2147483646 h 98"/>
                <a:gd name="T4" fmla="*/ 2147483646 w 83"/>
                <a:gd name="T5" fmla="*/ 2147483646 h 98"/>
                <a:gd name="T6" fmla="*/ 2147483646 w 83"/>
                <a:gd name="T7" fmla="*/ 2147483646 h 98"/>
                <a:gd name="T8" fmla="*/ 2147483646 w 83"/>
                <a:gd name="T9" fmla="*/ 2147483646 h 98"/>
                <a:gd name="T10" fmla="*/ 2147483646 w 83"/>
                <a:gd name="T11" fmla="*/ 2147483646 h 98"/>
                <a:gd name="T12" fmla="*/ 2147483646 w 83"/>
                <a:gd name="T13" fmla="*/ 2147483646 h 98"/>
                <a:gd name="T14" fmla="*/ 2147483646 w 83"/>
                <a:gd name="T15" fmla="*/ 2147483646 h 98"/>
                <a:gd name="T16" fmla="*/ 2147483646 w 83"/>
                <a:gd name="T17" fmla="*/ 2147483646 h 98"/>
                <a:gd name="T18" fmla="*/ 2147483646 w 83"/>
                <a:gd name="T19" fmla="*/ 2147483646 h 98"/>
                <a:gd name="T20" fmla="*/ 2147483646 w 83"/>
                <a:gd name="T21" fmla="*/ 2147483646 h 98"/>
                <a:gd name="T22" fmla="*/ 2147483646 w 83"/>
                <a:gd name="T23" fmla="*/ 2147483646 h 98"/>
                <a:gd name="T24" fmla="*/ 2147483646 w 83"/>
                <a:gd name="T25" fmla="*/ 2147483646 h 98"/>
                <a:gd name="T26" fmla="*/ 2147483646 w 83"/>
                <a:gd name="T27" fmla="*/ 2147483646 h 98"/>
                <a:gd name="T28" fmla="*/ 2147483646 w 83"/>
                <a:gd name="T29" fmla="*/ 2147483646 h 98"/>
                <a:gd name="T30" fmla="*/ 2147483646 w 83"/>
                <a:gd name="T31" fmla="*/ 2147483646 h 98"/>
                <a:gd name="T32" fmla="*/ 2147483646 w 83"/>
                <a:gd name="T33" fmla="*/ 2147483646 h 98"/>
                <a:gd name="T34" fmla="*/ 2147483646 w 83"/>
                <a:gd name="T35" fmla="*/ 2147483646 h 98"/>
                <a:gd name="T36" fmla="*/ 2147483646 w 83"/>
                <a:gd name="T37" fmla="*/ 2147483646 h 98"/>
                <a:gd name="T38" fmla="*/ 2147483646 w 83"/>
                <a:gd name="T39" fmla="*/ 2147483646 h 98"/>
                <a:gd name="T40" fmla="*/ 2147483646 w 83"/>
                <a:gd name="T41" fmla="*/ 2147483646 h 98"/>
                <a:gd name="T42" fmla="*/ 2147483646 w 83"/>
                <a:gd name="T43" fmla="*/ 2147483646 h 98"/>
                <a:gd name="T44" fmla="*/ 2147483646 w 83"/>
                <a:gd name="T45" fmla="*/ 2147483646 h 98"/>
                <a:gd name="T46" fmla="*/ 2147483646 w 83"/>
                <a:gd name="T47" fmla="*/ 2147483646 h 98"/>
                <a:gd name="T48" fmla="*/ 2147483646 w 83"/>
                <a:gd name="T49" fmla="*/ 2147483646 h 98"/>
                <a:gd name="T50" fmla="*/ 2147483646 w 83"/>
                <a:gd name="T51" fmla="*/ 0 h 98"/>
                <a:gd name="T52" fmla="*/ 2147483646 w 83"/>
                <a:gd name="T53" fmla="*/ 2147483646 h 98"/>
                <a:gd name="T54" fmla="*/ 2147483646 w 83"/>
                <a:gd name="T55" fmla="*/ 2147483646 h 98"/>
                <a:gd name="T56" fmla="*/ 2147483646 w 83"/>
                <a:gd name="T57" fmla="*/ 2147483646 h 98"/>
                <a:gd name="T58" fmla="*/ 2147483646 w 83"/>
                <a:gd name="T59" fmla="*/ 2147483646 h 98"/>
                <a:gd name="T60" fmla="*/ 2147483646 w 83"/>
                <a:gd name="T61" fmla="*/ 2147483646 h 98"/>
                <a:gd name="T62" fmla="*/ 2147483646 w 83"/>
                <a:gd name="T63" fmla="*/ 2147483646 h 98"/>
                <a:gd name="T64" fmla="*/ 2147483646 w 83"/>
                <a:gd name="T65" fmla="*/ 2147483646 h 98"/>
                <a:gd name="T66" fmla="*/ 2147483646 w 83"/>
                <a:gd name="T67" fmla="*/ 2147483646 h 98"/>
                <a:gd name="T68" fmla="*/ 2147483646 w 83"/>
                <a:gd name="T69" fmla="*/ 2147483646 h 98"/>
                <a:gd name="T70" fmla="*/ 2147483646 w 83"/>
                <a:gd name="T71" fmla="*/ 2147483646 h 98"/>
                <a:gd name="T72" fmla="*/ 2147483646 w 83"/>
                <a:gd name="T73" fmla="*/ 2147483646 h 98"/>
                <a:gd name="T74" fmla="*/ 2147483646 w 83"/>
                <a:gd name="T75" fmla="*/ 2147483646 h 98"/>
                <a:gd name="T76" fmla="*/ 2147483646 w 83"/>
                <a:gd name="T77" fmla="*/ 2147483646 h 98"/>
                <a:gd name="T78" fmla="*/ 2147483646 w 83"/>
                <a:gd name="T79" fmla="*/ 2147483646 h 98"/>
                <a:gd name="T80" fmla="*/ 2147483646 w 83"/>
                <a:gd name="T81" fmla="*/ 2147483646 h 98"/>
                <a:gd name="T82" fmla="*/ 2147483646 w 83"/>
                <a:gd name="T83" fmla="*/ 2147483646 h 98"/>
                <a:gd name="T84" fmla="*/ 2147483646 w 83"/>
                <a:gd name="T85" fmla="*/ 2147483646 h 98"/>
                <a:gd name="T86" fmla="*/ 2147483646 w 83"/>
                <a:gd name="T87" fmla="*/ 2147483646 h 98"/>
                <a:gd name="T88" fmla="*/ 2147483646 w 83"/>
                <a:gd name="T89" fmla="*/ 2147483646 h 98"/>
                <a:gd name="T90" fmla="*/ 2147483646 w 83"/>
                <a:gd name="T91" fmla="*/ 2147483646 h 9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83" h="98">
                  <a:moveTo>
                    <a:pt x="23" y="87"/>
                  </a:moveTo>
                  <a:cubicBezTo>
                    <a:pt x="23" y="87"/>
                    <a:pt x="24" y="87"/>
                    <a:pt x="24" y="86"/>
                  </a:cubicBezTo>
                  <a:cubicBezTo>
                    <a:pt x="24" y="86"/>
                    <a:pt x="24" y="82"/>
                    <a:pt x="24" y="82"/>
                  </a:cubicBezTo>
                  <a:cubicBezTo>
                    <a:pt x="24" y="80"/>
                    <a:pt x="24" y="80"/>
                    <a:pt x="24" y="80"/>
                  </a:cubicBezTo>
                  <a:cubicBezTo>
                    <a:pt x="26" y="78"/>
                    <a:pt x="26" y="78"/>
                    <a:pt x="26" y="78"/>
                  </a:cubicBezTo>
                  <a:cubicBezTo>
                    <a:pt x="24" y="75"/>
                    <a:pt x="24" y="75"/>
                    <a:pt x="24" y="75"/>
                  </a:cubicBezTo>
                  <a:cubicBezTo>
                    <a:pt x="24" y="75"/>
                    <a:pt x="23" y="70"/>
                    <a:pt x="23" y="70"/>
                  </a:cubicBezTo>
                  <a:cubicBezTo>
                    <a:pt x="23" y="69"/>
                    <a:pt x="24" y="65"/>
                    <a:pt x="24" y="65"/>
                  </a:cubicBezTo>
                  <a:cubicBezTo>
                    <a:pt x="24" y="65"/>
                    <a:pt x="24" y="62"/>
                    <a:pt x="24" y="62"/>
                  </a:cubicBezTo>
                  <a:cubicBezTo>
                    <a:pt x="26" y="60"/>
                    <a:pt x="26" y="60"/>
                    <a:pt x="26" y="60"/>
                  </a:cubicBezTo>
                  <a:cubicBezTo>
                    <a:pt x="30" y="59"/>
                    <a:pt x="30" y="59"/>
                    <a:pt x="30" y="59"/>
                  </a:cubicBezTo>
                  <a:cubicBezTo>
                    <a:pt x="30" y="56"/>
                    <a:pt x="30" y="56"/>
                    <a:pt x="30" y="56"/>
                  </a:cubicBezTo>
                  <a:cubicBezTo>
                    <a:pt x="29" y="54"/>
                    <a:pt x="29" y="54"/>
                    <a:pt x="29" y="54"/>
                  </a:cubicBezTo>
                  <a:cubicBezTo>
                    <a:pt x="31" y="50"/>
                    <a:pt x="31" y="50"/>
                    <a:pt x="31" y="50"/>
                  </a:cubicBezTo>
                  <a:cubicBezTo>
                    <a:pt x="32" y="44"/>
                    <a:pt x="32" y="44"/>
                    <a:pt x="32" y="44"/>
                  </a:cubicBezTo>
                  <a:cubicBezTo>
                    <a:pt x="34" y="43"/>
                    <a:pt x="34" y="43"/>
                    <a:pt x="34" y="43"/>
                  </a:cubicBezTo>
                  <a:cubicBezTo>
                    <a:pt x="36" y="38"/>
                    <a:pt x="36" y="38"/>
                    <a:pt x="36" y="38"/>
                  </a:cubicBezTo>
                  <a:cubicBezTo>
                    <a:pt x="38" y="35"/>
                    <a:pt x="38" y="35"/>
                    <a:pt x="38" y="35"/>
                  </a:cubicBezTo>
                  <a:cubicBezTo>
                    <a:pt x="37" y="32"/>
                    <a:pt x="37" y="32"/>
                    <a:pt x="37" y="32"/>
                  </a:cubicBezTo>
                  <a:cubicBezTo>
                    <a:pt x="38" y="30"/>
                    <a:pt x="38" y="30"/>
                    <a:pt x="38" y="30"/>
                  </a:cubicBezTo>
                  <a:cubicBezTo>
                    <a:pt x="41" y="28"/>
                    <a:pt x="41" y="28"/>
                    <a:pt x="41" y="28"/>
                  </a:cubicBezTo>
                  <a:cubicBezTo>
                    <a:pt x="42" y="28"/>
                    <a:pt x="42" y="28"/>
                    <a:pt x="42" y="28"/>
                  </a:cubicBezTo>
                  <a:cubicBezTo>
                    <a:pt x="44" y="24"/>
                    <a:pt x="44" y="24"/>
                    <a:pt x="44" y="24"/>
                  </a:cubicBezTo>
                  <a:cubicBezTo>
                    <a:pt x="47" y="24"/>
                    <a:pt x="47" y="24"/>
                    <a:pt x="47" y="24"/>
                  </a:cubicBezTo>
                  <a:cubicBezTo>
                    <a:pt x="49" y="24"/>
                    <a:pt x="49" y="24"/>
                    <a:pt x="49" y="24"/>
                  </a:cubicBezTo>
                  <a:cubicBezTo>
                    <a:pt x="49" y="22"/>
                    <a:pt x="49" y="22"/>
                    <a:pt x="49" y="22"/>
                  </a:cubicBezTo>
                  <a:cubicBezTo>
                    <a:pt x="50" y="19"/>
                    <a:pt x="50" y="19"/>
                    <a:pt x="50" y="19"/>
                  </a:cubicBezTo>
                  <a:cubicBezTo>
                    <a:pt x="51" y="19"/>
                    <a:pt x="51" y="19"/>
                    <a:pt x="51" y="19"/>
                  </a:cubicBezTo>
                  <a:cubicBezTo>
                    <a:pt x="52" y="19"/>
                    <a:pt x="52" y="19"/>
                    <a:pt x="52" y="19"/>
                  </a:cubicBezTo>
                  <a:cubicBezTo>
                    <a:pt x="53" y="17"/>
                    <a:pt x="53" y="17"/>
                    <a:pt x="53" y="17"/>
                  </a:cubicBezTo>
                  <a:cubicBezTo>
                    <a:pt x="54" y="19"/>
                    <a:pt x="54" y="19"/>
                    <a:pt x="54" y="19"/>
                  </a:cubicBezTo>
                  <a:cubicBezTo>
                    <a:pt x="56" y="21"/>
                    <a:pt x="56" y="21"/>
                    <a:pt x="56" y="21"/>
                  </a:cubicBezTo>
                  <a:cubicBezTo>
                    <a:pt x="59" y="22"/>
                    <a:pt x="59" y="22"/>
                    <a:pt x="59" y="22"/>
                  </a:cubicBezTo>
                  <a:cubicBezTo>
                    <a:pt x="62" y="21"/>
                    <a:pt x="62" y="21"/>
                    <a:pt x="62" y="21"/>
                  </a:cubicBezTo>
                  <a:cubicBezTo>
                    <a:pt x="63" y="22"/>
                    <a:pt x="63" y="22"/>
                    <a:pt x="63" y="22"/>
                  </a:cubicBezTo>
                  <a:cubicBezTo>
                    <a:pt x="66" y="19"/>
                    <a:pt x="66" y="19"/>
                    <a:pt x="66" y="19"/>
                  </a:cubicBezTo>
                  <a:cubicBezTo>
                    <a:pt x="68" y="14"/>
                    <a:pt x="68" y="14"/>
                    <a:pt x="68" y="14"/>
                  </a:cubicBezTo>
                  <a:cubicBezTo>
                    <a:pt x="70" y="12"/>
                    <a:pt x="70" y="12"/>
                    <a:pt x="70" y="12"/>
                  </a:cubicBezTo>
                  <a:cubicBezTo>
                    <a:pt x="75" y="11"/>
                    <a:pt x="75" y="11"/>
                    <a:pt x="75" y="11"/>
                  </a:cubicBezTo>
                  <a:cubicBezTo>
                    <a:pt x="78" y="14"/>
                    <a:pt x="78" y="14"/>
                    <a:pt x="78" y="14"/>
                  </a:cubicBezTo>
                  <a:cubicBezTo>
                    <a:pt x="78" y="17"/>
                    <a:pt x="78" y="17"/>
                    <a:pt x="78" y="17"/>
                  </a:cubicBezTo>
                  <a:cubicBezTo>
                    <a:pt x="77" y="19"/>
                    <a:pt x="77" y="19"/>
                    <a:pt x="77" y="19"/>
                  </a:cubicBezTo>
                  <a:cubicBezTo>
                    <a:pt x="78" y="18"/>
                    <a:pt x="78" y="18"/>
                    <a:pt x="78" y="18"/>
                  </a:cubicBezTo>
                  <a:cubicBezTo>
                    <a:pt x="77" y="19"/>
                    <a:pt x="77" y="19"/>
                    <a:pt x="77" y="19"/>
                  </a:cubicBezTo>
                  <a:cubicBezTo>
                    <a:pt x="77" y="19"/>
                    <a:pt x="77" y="19"/>
                    <a:pt x="77" y="19"/>
                  </a:cubicBezTo>
                  <a:cubicBezTo>
                    <a:pt x="81" y="15"/>
                    <a:pt x="81" y="15"/>
                    <a:pt x="81" y="15"/>
                  </a:cubicBezTo>
                  <a:cubicBezTo>
                    <a:pt x="82" y="13"/>
                    <a:pt x="82" y="13"/>
                    <a:pt x="82" y="13"/>
                  </a:cubicBezTo>
                  <a:cubicBezTo>
                    <a:pt x="81" y="12"/>
                    <a:pt x="81" y="12"/>
                    <a:pt x="81" y="12"/>
                  </a:cubicBezTo>
                  <a:cubicBezTo>
                    <a:pt x="80" y="9"/>
                    <a:pt x="80" y="9"/>
                    <a:pt x="80" y="9"/>
                  </a:cubicBezTo>
                  <a:cubicBezTo>
                    <a:pt x="83" y="6"/>
                    <a:pt x="83" y="6"/>
                    <a:pt x="83" y="6"/>
                  </a:cubicBezTo>
                  <a:cubicBezTo>
                    <a:pt x="80" y="4"/>
                    <a:pt x="80" y="4"/>
                    <a:pt x="80" y="4"/>
                  </a:cubicBezTo>
                  <a:cubicBezTo>
                    <a:pt x="76" y="0"/>
                    <a:pt x="76" y="0"/>
                    <a:pt x="76" y="0"/>
                  </a:cubicBezTo>
                  <a:cubicBezTo>
                    <a:pt x="72" y="4"/>
                    <a:pt x="72" y="4"/>
                    <a:pt x="72" y="4"/>
                  </a:cubicBezTo>
                  <a:cubicBezTo>
                    <a:pt x="69" y="2"/>
                    <a:pt x="69" y="2"/>
                    <a:pt x="69" y="2"/>
                  </a:cubicBezTo>
                  <a:cubicBezTo>
                    <a:pt x="69" y="1"/>
                    <a:pt x="69" y="1"/>
                    <a:pt x="69" y="1"/>
                  </a:cubicBezTo>
                  <a:cubicBezTo>
                    <a:pt x="66" y="1"/>
                    <a:pt x="66" y="1"/>
                    <a:pt x="66" y="1"/>
                  </a:cubicBezTo>
                  <a:cubicBezTo>
                    <a:pt x="62" y="1"/>
                    <a:pt x="62" y="1"/>
                    <a:pt x="62" y="1"/>
                  </a:cubicBezTo>
                  <a:cubicBezTo>
                    <a:pt x="59" y="5"/>
                    <a:pt x="59" y="5"/>
                    <a:pt x="59" y="5"/>
                  </a:cubicBezTo>
                  <a:cubicBezTo>
                    <a:pt x="56" y="6"/>
                    <a:pt x="56" y="6"/>
                    <a:pt x="56" y="6"/>
                  </a:cubicBezTo>
                  <a:cubicBezTo>
                    <a:pt x="55" y="6"/>
                    <a:pt x="55" y="6"/>
                    <a:pt x="55" y="6"/>
                  </a:cubicBezTo>
                  <a:cubicBezTo>
                    <a:pt x="53" y="8"/>
                    <a:pt x="53" y="8"/>
                    <a:pt x="53" y="8"/>
                  </a:cubicBezTo>
                  <a:cubicBezTo>
                    <a:pt x="50" y="8"/>
                    <a:pt x="50" y="8"/>
                    <a:pt x="50" y="8"/>
                  </a:cubicBezTo>
                  <a:cubicBezTo>
                    <a:pt x="48" y="13"/>
                    <a:pt x="48" y="13"/>
                    <a:pt x="48" y="13"/>
                  </a:cubicBezTo>
                  <a:cubicBezTo>
                    <a:pt x="43" y="14"/>
                    <a:pt x="43" y="14"/>
                    <a:pt x="43" y="14"/>
                  </a:cubicBezTo>
                  <a:cubicBezTo>
                    <a:pt x="41" y="19"/>
                    <a:pt x="41" y="19"/>
                    <a:pt x="41" y="19"/>
                  </a:cubicBezTo>
                  <a:cubicBezTo>
                    <a:pt x="40" y="22"/>
                    <a:pt x="40" y="22"/>
                    <a:pt x="40" y="22"/>
                  </a:cubicBezTo>
                  <a:cubicBezTo>
                    <a:pt x="37" y="22"/>
                    <a:pt x="37" y="22"/>
                    <a:pt x="37" y="22"/>
                  </a:cubicBezTo>
                  <a:cubicBezTo>
                    <a:pt x="32" y="28"/>
                    <a:pt x="32" y="28"/>
                    <a:pt x="32" y="28"/>
                  </a:cubicBezTo>
                  <a:cubicBezTo>
                    <a:pt x="32" y="31"/>
                    <a:pt x="32" y="31"/>
                    <a:pt x="32" y="31"/>
                  </a:cubicBezTo>
                  <a:cubicBezTo>
                    <a:pt x="28" y="38"/>
                    <a:pt x="28" y="38"/>
                    <a:pt x="28" y="38"/>
                  </a:cubicBezTo>
                  <a:cubicBezTo>
                    <a:pt x="26" y="41"/>
                    <a:pt x="26" y="41"/>
                    <a:pt x="26" y="41"/>
                  </a:cubicBezTo>
                  <a:cubicBezTo>
                    <a:pt x="25" y="46"/>
                    <a:pt x="25" y="46"/>
                    <a:pt x="25" y="46"/>
                  </a:cubicBezTo>
                  <a:cubicBezTo>
                    <a:pt x="23" y="49"/>
                    <a:pt x="23" y="49"/>
                    <a:pt x="23" y="49"/>
                  </a:cubicBezTo>
                  <a:cubicBezTo>
                    <a:pt x="17" y="60"/>
                    <a:pt x="17" y="60"/>
                    <a:pt x="17" y="60"/>
                  </a:cubicBezTo>
                  <a:cubicBezTo>
                    <a:pt x="13" y="63"/>
                    <a:pt x="13" y="63"/>
                    <a:pt x="13" y="63"/>
                  </a:cubicBezTo>
                  <a:cubicBezTo>
                    <a:pt x="8" y="65"/>
                    <a:pt x="8" y="65"/>
                    <a:pt x="8" y="65"/>
                  </a:cubicBezTo>
                  <a:cubicBezTo>
                    <a:pt x="6" y="69"/>
                    <a:pt x="6" y="69"/>
                    <a:pt x="6" y="69"/>
                  </a:cubicBezTo>
                  <a:cubicBezTo>
                    <a:pt x="4" y="71"/>
                    <a:pt x="4" y="71"/>
                    <a:pt x="4" y="71"/>
                  </a:cubicBezTo>
                  <a:cubicBezTo>
                    <a:pt x="3" y="73"/>
                    <a:pt x="3" y="73"/>
                    <a:pt x="3" y="73"/>
                  </a:cubicBezTo>
                  <a:cubicBezTo>
                    <a:pt x="2" y="76"/>
                    <a:pt x="2" y="76"/>
                    <a:pt x="2" y="76"/>
                  </a:cubicBezTo>
                  <a:cubicBezTo>
                    <a:pt x="0" y="79"/>
                    <a:pt x="0" y="79"/>
                    <a:pt x="0" y="79"/>
                  </a:cubicBezTo>
                  <a:cubicBezTo>
                    <a:pt x="1" y="84"/>
                    <a:pt x="1" y="84"/>
                    <a:pt x="1" y="84"/>
                  </a:cubicBezTo>
                  <a:cubicBezTo>
                    <a:pt x="2" y="87"/>
                    <a:pt x="2" y="87"/>
                    <a:pt x="2" y="87"/>
                  </a:cubicBezTo>
                  <a:cubicBezTo>
                    <a:pt x="3" y="91"/>
                    <a:pt x="3" y="91"/>
                    <a:pt x="3" y="91"/>
                  </a:cubicBezTo>
                  <a:cubicBezTo>
                    <a:pt x="3" y="95"/>
                    <a:pt x="3" y="95"/>
                    <a:pt x="3" y="95"/>
                  </a:cubicBezTo>
                  <a:cubicBezTo>
                    <a:pt x="7" y="98"/>
                    <a:pt x="7" y="98"/>
                    <a:pt x="7" y="98"/>
                  </a:cubicBezTo>
                  <a:cubicBezTo>
                    <a:pt x="11" y="97"/>
                    <a:pt x="11" y="97"/>
                    <a:pt x="11" y="97"/>
                  </a:cubicBezTo>
                  <a:cubicBezTo>
                    <a:pt x="16" y="93"/>
                    <a:pt x="16" y="93"/>
                    <a:pt x="16" y="93"/>
                  </a:cubicBezTo>
                  <a:cubicBezTo>
                    <a:pt x="19" y="91"/>
                    <a:pt x="19" y="91"/>
                    <a:pt x="19" y="91"/>
                  </a:cubicBezTo>
                  <a:cubicBezTo>
                    <a:pt x="20" y="92"/>
                    <a:pt x="20" y="92"/>
                    <a:pt x="20" y="92"/>
                  </a:cubicBezTo>
                  <a:cubicBezTo>
                    <a:pt x="20" y="93"/>
                    <a:pt x="20" y="93"/>
                    <a:pt x="20" y="93"/>
                  </a:cubicBezTo>
                  <a:cubicBezTo>
                    <a:pt x="21" y="92"/>
                    <a:pt x="21" y="92"/>
                    <a:pt x="21" y="92"/>
                  </a:cubicBezTo>
                  <a:lnTo>
                    <a:pt x="23" y="87"/>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2" name="Freeform 348">
              <a:extLst>
                <a:ext uri="{FF2B5EF4-FFF2-40B4-BE49-F238E27FC236}">
                  <a16:creationId xmlns:a16="http://schemas.microsoft.com/office/drawing/2014/main" id="{D2D02AD9-F453-4097-A19A-2B28754FB84A}"/>
                </a:ext>
              </a:extLst>
            </p:cNvPr>
            <p:cNvSpPr>
              <a:spLocks/>
            </p:cNvSpPr>
            <p:nvPr/>
          </p:nvSpPr>
          <p:spPr bwMode="auto">
            <a:xfrm>
              <a:off x="4560096" y="2293659"/>
              <a:ext cx="320675" cy="733425"/>
            </a:xfrm>
            <a:custGeom>
              <a:avLst/>
              <a:gdLst>
                <a:gd name="T0" fmla="*/ 2147483646 w 10000"/>
                <a:gd name="T1" fmla="*/ 2147483646 h 9895"/>
                <a:gd name="T2" fmla="*/ 2147483646 w 10000"/>
                <a:gd name="T3" fmla="*/ 2147483646 h 9895"/>
                <a:gd name="T4" fmla="*/ 2147483646 w 10000"/>
                <a:gd name="T5" fmla="*/ 2147483646 h 9895"/>
                <a:gd name="T6" fmla="*/ 2147483646 w 10000"/>
                <a:gd name="T7" fmla="*/ 2147483646 h 9895"/>
                <a:gd name="T8" fmla="*/ 2147483646 w 10000"/>
                <a:gd name="T9" fmla="*/ 0 h 9895"/>
                <a:gd name="T10" fmla="*/ 2147483646 w 10000"/>
                <a:gd name="T11" fmla="*/ 2147483646 h 9895"/>
                <a:gd name="T12" fmla="*/ 2147483646 w 10000"/>
                <a:gd name="T13" fmla="*/ 2147483646 h 9895"/>
                <a:gd name="T14" fmla="*/ 2147483646 w 10000"/>
                <a:gd name="T15" fmla="*/ 2147483646 h 9895"/>
                <a:gd name="T16" fmla="*/ 2147483646 w 10000"/>
                <a:gd name="T17" fmla="*/ 2147483646 h 9895"/>
                <a:gd name="T18" fmla="*/ 2147483646 w 10000"/>
                <a:gd name="T19" fmla="*/ 2147483646 h 9895"/>
                <a:gd name="T20" fmla="*/ 2147483646 w 10000"/>
                <a:gd name="T21" fmla="*/ 2147483646 h 9895"/>
                <a:gd name="T22" fmla="*/ 2147483646 w 10000"/>
                <a:gd name="T23" fmla="*/ 2147483646 h 9895"/>
                <a:gd name="T24" fmla="*/ 2147483646 w 10000"/>
                <a:gd name="T25" fmla="*/ 2147483646 h 9895"/>
                <a:gd name="T26" fmla="*/ 1547059788 w 10000"/>
                <a:gd name="T27" fmla="*/ 2147483646 h 9895"/>
                <a:gd name="T28" fmla="*/ 1032076903 w 10000"/>
                <a:gd name="T29" fmla="*/ 2147483646 h 9895"/>
                <a:gd name="T30" fmla="*/ 1032076903 w 10000"/>
                <a:gd name="T31" fmla="*/ 2147483646 h 9895"/>
                <a:gd name="T32" fmla="*/ 1032076903 w 10000"/>
                <a:gd name="T33" fmla="*/ 2147483646 h 9895"/>
                <a:gd name="T34" fmla="*/ 1032076903 w 10000"/>
                <a:gd name="T35" fmla="*/ 2147483646 h 9895"/>
                <a:gd name="T36" fmla="*/ 258002502 w 10000"/>
                <a:gd name="T37" fmla="*/ 2147483646 h 9895"/>
                <a:gd name="T38" fmla="*/ 516037938 w 10000"/>
                <a:gd name="T39" fmla="*/ 2147483646 h 9895"/>
                <a:gd name="T40" fmla="*/ 1839950288 w 10000"/>
                <a:gd name="T41" fmla="*/ 2147483646 h 9895"/>
                <a:gd name="T42" fmla="*/ 2018679268 w 10000"/>
                <a:gd name="T43" fmla="*/ 2147483646 h 9895"/>
                <a:gd name="T44" fmla="*/ 2147483646 w 10000"/>
                <a:gd name="T45" fmla="*/ 2147483646 h 9895"/>
                <a:gd name="T46" fmla="*/ 2147483646 w 10000"/>
                <a:gd name="T47" fmla="*/ 2147483646 h 9895"/>
                <a:gd name="T48" fmla="*/ 2147483646 w 10000"/>
                <a:gd name="T49" fmla="*/ 2147483646 h 9895"/>
                <a:gd name="T50" fmla="*/ 2147483646 w 10000"/>
                <a:gd name="T51" fmla="*/ 2147483646 h 9895"/>
                <a:gd name="T52" fmla="*/ 2147483646 w 10000"/>
                <a:gd name="T53" fmla="*/ 2147483646 h 9895"/>
                <a:gd name="T54" fmla="*/ 2147483646 w 10000"/>
                <a:gd name="T55" fmla="*/ 2147483646 h 9895"/>
                <a:gd name="T56" fmla="*/ 2147483646 w 10000"/>
                <a:gd name="T57" fmla="*/ 2147483646 h 9895"/>
                <a:gd name="T58" fmla="*/ 2147483646 w 10000"/>
                <a:gd name="T59" fmla="*/ 2147483646 h 9895"/>
                <a:gd name="T60" fmla="*/ 2147483646 w 10000"/>
                <a:gd name="T61" fmla="*/ 2147483646 h 9895"/>
                <a:gd name="T62" fmla="*/ 2147483646 w 10000"/>
                <a:gd name="T63" fmla="*/ 2147483646 h 9895"/>
                <a:gd name="T64" fmla="*/ 2147483646 w 10000"/>
                <a:gd name="T65" fmla="*/ 2147483646 h 9895"/>
                <a:gd name="T66" fmla="*/ 2147483646 w 10000"/>
                <a:gd name="T67" fmla="*/ 2147483646 h 989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0000" h="9895">
                  <a:moveTo>
                    <a:pt x="10000" y="2316"/>
                  </a:moveTo>
                  <a:lnTo>
                    <a:pt x="10000" y="2211"/>
                  </a:lnTo>
                  <a:lnTo>
                    <a:pt x="9756" y="1895"/>
                  </a:lnTo>
                  <a:lnTo>
                    <a:pt x="9756" y="1579"/>
                  </a:lnTo>
                  <a:lnTo>
                    <a:pt x="9756" y="1158"/>
                  </a:lnTo>
                  <a:lnTo>
                    <a:pt x="9268" y="632"/>
                  </a:lnTo>
                  <a:lnTo>
                    <a:pt x="9024" y="632"/>
                  </a:lnTo>
                  <a:lnTo>
                    <a:pt x="8537" y="526"/>
                  </a:lnTo>
                  <a:lnTo>
                    <a:pt x="7805" y="211"/>
                  </a:lnTo>
                  <a:lnTo>
                    <a:pt x="7561" y="0"/>
                  </a:lnTo>
                  <a:lnTo>
                    <a:pt x="7317" y="0"/>
                  </a:lnTo>
                  <a:lnTo>
                    <a:pt x="7073" y="316"/>
                  </a:lnTo>
                  <a:lnTo>
                    <a:pt x="7073" y="526"/>
                  </a:lnTo>
                  <a:lnTo>
                    <a:pt x="6585" y="526"/>
                  </a:lnTo>
                  <a:lnTo>
                    <a:pt x="5854" y="526"/>
                  </a:lnTo>
                  <a:lnTo>
                    <a:pt x="5366" y="947"/>
                  </a:lnTo>
                  <a:lnTo>
                    <a:pt x="5122" y="947"/>
                  </a:lnTo>
                  <a:lnTo>
                    <a:pt x="4390" y="1158"/>
                  </a:lnTo>
                  <a:lnTo>
                    <a:pt x="4146" y="1368"/>
                  </a:lnTo>
                  <a:lnTo>
                    <a:pt x="4390" y="1684"/>
                  </a:lnTo>
                  <a:lnTo>
                    <a:pt x="3902" y="2000"/>
                  </a:lnTo>
                  <a:lnTo>
                    <a:pt x="3415" y="2526"/>
                  </a:lnTo>
                  <a:lnTo>
                    <a:pt x="2927" y="2632"/>
                  </a:lnTo>
                  <a:lnTo>
                    <a:pt x="2683" y="3263"/>
                  </a:lnTo>
                  <a:lnTo>
                    <a:pt x="2195" y="3684"/>
                  </a:lnTo>
                  <a:lnTo>
                    <a:pt x="2439" y="3895"/>
                  </a:lnTo>
                  <a:lnTo>
                    <a:pt x="2439" y="4211"/>
                  </a:lnTo>
                  <a:lnTo>
                    <a:pt x="1463" y="4316"/>
                  </a:lnTo>
                  <a:lnTo>
                    <a:pt x="976" y="4526"/>
                  </a:lnTo>
                  <a:lnTo>
                    <a:pt x="976" y="4842"/>
                  </a:lnTo>
                  <a:cubicBezTo>
                    <a:pt x="976" y="4842"/>
                    <a:pt x="732" y="5263"/>
                    <a:pt x="732" y="5368"/>
                  </a:cubicBezTo>
                  <a:cubicBezTo>
                    <a:pt x="813" y="5544"/>
                    <a:pt x="895" y="5719"/>
                    <a:pt x="976" y="5895"/>
                  </a:cubicBezTo>
                  <a:lnTo>
                    <a:pt x="1463" y="6211"/>
                  </a:lnTo>
                  <a:lnTo>
                    <a:pt x="976" y="6421"/>
                  </a:lnTo>
                  <a:lnTo>
                    <a:pt x="976" y="6632"/>
                  </a:lnTo>
                  <a:lnTo>
                    <a:pt x="976" y="7053"/>
                  </a:lnTo>
                  <a:cubicBezTo>
                    <a:pt x="976" y="7158"/>
                    <a:pt x="732" y="7158"/>
                    <a:pt x="732" y="7158"/>
                  </a:cubicBezTo>
                  <a:lnTo>
                    <a:pt x="244" y="7684"/>
                  </a:lnTo>
                  <a:lnTo>
                    <a:pt x="0" y="7789"/>
                  </a:lnTo>
                  <a:cubicBezTo>
                    <a:pt x="488" y="8316"/>
                    <a:pt x="329" y="8217"/>
                    <a:pt x="488" y="8316"/>
                  </a:cubicBezTo>
                  <a:cubicBezTo>
                    <a:pt x="647" y="8415"/>
                    <a:pt x="746" y="8264"/>
                    <a:pt x="955" y="8384"/>
                  </a:cubicBezTo>
                  <a:cubicBezTo>
                    <a:pt x="1164" y="8504"/>
                    <a:pt x="1597" y="8867"/>
                    <a:pt x="1740" y="9038"/>
                  </a:cubicBezTo>
                  <a:cubicBezTo>
                    <a:pt x="1883" y="9209"/>
                    <a:pt x="1786" y="9301"/>
                    <a:pt x="1814" y="9410"/>
                  </a:cubicBezTo>
                  <a:cubicBezTo>
                    <a:pt x="1842" y="9519"/>
                    <a:pt x="1865" y="9637"/>
                    <a:pt x="1909" y="9693"/>
                  </a:cubicBezTo>
                  <a:cubicBezTo>
                    <a:pt x="1953" y="9749"/>
                    <a:pt x="1990" y="9709"/>
                    <a:pt x="2078" y="9743"/>
                  </a:cubicBezTo>
                  <a:cubicBezTo>
                    <a:pt x="2166" y="9777"/>
                    <a:pt x="2338" y="9905"/>
                    <a:pt x="2439" y="9895"/>
                  </a:cubicBezTo>
                  <a:cubicBezTo>
                    <a:pt x="2540" y="9885"/>
                    <a:pt x="2602" y="9754"/>
                    <a:pt x="2683" y="9684"/>
                  </a:cubicBezTo>
                  <a:lnTo>
                    <a:pt x="3171" y="9474"/>
                  </a:lnTo>
                  <a:lnTo>
                    <a:pt x="3902" y="9474"/>
                  </a:lnTo>
                  <a:lnTo>
                    <a:pt x="4390" y="9053"/>
                  </a:lnTo>
                  <a:cubicBezTo>
                    <a:pt x="4471" y="8807"/>
                    <a:pt x="4553" y="8562"/>
                    <a:pt x="4634" y="8316"/>
                  </a:cubicBezTo>
                  <a:lnTo>
                    <a:pt x="4634" y="7895"/>
                  </a:lnTo>
                  <a:lnTo>
                    <a:pt x="5122" y="7789"/>
                  </a:lnTo>
                  <a:lnTo>
                    <a:pt x="5854" y="7684"/>
                  </a:lnTo>
                  <a:lnTo>
                    <a:pt x="5854" y="7158"/>
                  </a:lnTo>
                  <a:lnTo>
                    <a:pt x="5610" y="6842"/>
                  </a:lnTo>
                  <a:lnTo>
                    <a:pt x="4878" y="6632"/>
                  </a:lnTo>
                  <a:cubicBezTo>
                    <a:pt x="4959" y="6386"/>
                    <a:pt x="5041" y="6141"/>
                    <a:pt x="5122" y="5895"/>
                  </a:cubicBezTo>
                  <a:lnTo>
                    <a:pt x="5122" y="5368"/>
                  </a:lnTo>
                  <a:lnTo>
                    <a:pt x="5854" y="4842"/>
                  </a:lnTo>
                  <a:lnTo>
                    <a:pt x="6585" y="4632"/>
                  </a:lnTo>
                  <a:lnTo>
                    <a:pt x="8049" y="4211"/>
                  </a:lnTo>
                  <a:lnTo>
                    <a:pt x="8293" y="3895"/>
                  </a:lnTo>
                  <a:lnTo>
                    <a:pt x="8049" y="3579"/>
                  </a:lnTo>
                  <a:lnTo>
                    <a:pt x="8537" y="3263"/>
                  </a:lnTo>
                  <a:lnTo>
                    <a:pt x="9268" y="2842"/>
                  </a:lnTo>
                  <a:lnTo>
                    <a:pt x="10000" y="2947"/>
                  </a:lnTo>
                  <a:lnTo>
                    <a:pt x="10000" y="2842"/>
                  </a:lnTo>
                  <a:lnTo>
                    <a:pt x="10000" y="2316"/>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3" name="Freeform 360">
              <a:extLst>
                <a:ext uri="{FF2B5EF4-FFF2-40B4-BE49-F238E27FC236}">
                  <a16:creationId xmlns:a16="http://schemas.microsoft.com/office/drawing/2014/main" id="{9EAF3F8E-FB0B-4674-858B-C010E41E672A}"/>
                </a:ext>
              </a:extLst>
            </p:cNvPr>
            <p:cNvSpPr>
              <a:spLocks/>
            </p:cNvSpPr>
            <p:nvPr/>
          </p:nvSpPr>
          <p:spPr bwMode="auto">
            <a:xfrm>
              <a:off x="4625237" y="3073981"/>
              <a:ext cx="242887" cy="217487"/>
            </a:xfrm>
            <a:custGeom>
              <a:avLst/>
              <a:gdLst>
                <a:gd name="T0" fmla="*/ 2147483646 w 31"/>
                <a:gd name="T1" fmla="*/ 2147483646 h 28"/>
                <a:gd name="T2" fmla="*/ 2147483646 w 31"/>
                <a:gd name="T3" fmla="*/ 2147483646 h 28"/>
                <a:gd name="T4" fmla="*/ 2147483646 w 31"/>
                <a:gd name="T5" fmla="*/ 2147483646 h 28"/>
                <a:gd name="T6" fmla="*/ 2147483646 w 31"/>
                <a:gd name="T7" fmla="*/ 2147483646 h 28"/>
                <a:gd name="T8" fmla="*/ 2147483646 w 31"/>
                <a:gd name="T9" fmla="*/ 2147483646 h 28"/>
                <a:gd name="T10" fmla="*/ 2147483646 w 31"/>
                <a:gd name="T11" fmla="*/ 2147483646 h 28"/>
                <a:gd name="T12" fmla="*/ 2147483646 w 31"/>
                <a:gd name="T13" fmla="*/ 2147483646 h 28"/>
                <a:gd name="T14" fmla="*/ 2147483646 w 31"/>
                <a:gd name="T15" fmla="*/ 2147483646 h 28"/>
                <a:gd name="T16" fmla="*/ 2147483646 w 31"/>
                <a:gd name="T17" fmla="*/ 2147483646 h 28"/>
                <a:gd name="T18" fmla="*/ 2147483646 w 31"/>
                <a:gd name="T19" fmla="*/ 2147483646 h 28"/>
                <a:gd name="T20" fmla="*/ 2147483646 w 31"/>
                <a:gd name="T21" fmla="*/ 2147483646 h 28"/>
                <a:gd name="T22" fmla="*/ 2147483646 w 31"/>
                <a:gd name="T23" fmla="*/ 2147483646 h 28"/>
                <a:gd name="T24" fmla="*/ 2147483646 w 31"/>
                <a:gd name="T25" fmla="*/ 2147483646 h 28"/>
                <a:gd name="T26" fmla="*/ 2147483646 w 31"/>
                <a:gd name="T27" fmla="*/ 2147483646 h 28"/>
                <a:gd name="T28" fmla="*/ 2147483646 w 31"/>
                <a:gd name="T29" fmla="*/ 2147483646 h 28"/>
                <a:gd name="T30" fmla="*/ 2147483646 w 31"/>
                <a:gd name="T31" fmla="*/ 2147483646 h 28"/>
                <a:gd name="T32" fmla="*/ 2147483646 w 31"/>
                <a:gd name="T33" fmla="*/ 2147483646 h 28"/>
                <a:gd name="T34" fmla="*/ 2147483646 w 31"/>
                <a:gd name="T35" fmla="*/ 2147483646 h 28"/>
                <a:gd name="T36" fmla="*/ 2147483646 w 31"/>
                <a:gd name="T37" fmla="*/ 2147483646 h 28"/>
                <a:gd name="T38" fmla="*/ 2147483646 w 31"/>
                <a:gd name="T39" fmla="*/ 2147483646 h 28"/>
                <a:gd name="T40" fmla="*/ 2147483646 w 31"/>
                <a:gd name="T41" fmla="*/ 2147483646 h 28"/>
                <a:gd name="T42" fmla="*/ 2147483646 w 31"/>
                <a:gd name="T43" fmla="*/ 2147483646 h 28"/>
                <a:gd name="T44" fmla="*/ 2147483646 w 31"/>
                <a:gd name="T45" fmla="*/ 2147483646 h 28"/>
                <a:gd name="T46" fmla="*/ 2147483646 w 31"/>
                <a:gd name="T47" fmla="*/ 0 h 28"/>
                <a:gd name="T48" fmla="*/ 2147483646 w 31"/>
                <a:gd name="T49" fmla="*/ 2147483646 h 28"/>
                <a:gd name="T50" fmla="*/ 2147483646 w 31"/>
                <a:gd name="T51" fmla="*/ 2147483646 h 28"/>
                <a:gd name="T52" fmla="*/ 2147483646 w 31"/>
                <a:gd name="T53" fmla="*/ 0 h 28"/>
                <a:gd name="T54" fmla="*/ 2147483646 w 31"/>
                <a:gd name="T55" fmla="*/ 0 h 28"/>
                <a:gd name="T56" fmla="*/ 2147483646 w 31"/>
                <a:gd name="T57" fmla="*/ 2147483646 h 28"/>
                <a:gd name="T58" fmla="*/ 2147483646 w 31"/>
                <a:gd name="T59" fmla="*/ 2147483646 h 28"/>
                <a:gd name="T60" fmla="*/ 0 w 31"/>
                <a:gd name="T61" fmla="*/ 2147483646 h 28"/>
                <a:gd name="T62" fmla="*/ 0 w 31"/>
                <a:gd name="T63" fmla="*/ 2147483646 h 28"/>
                <a:gd name="T64" fmla="*/ 2147483646 w 31"/>
                <a:gd name="T65" fmla="*/ 2147483646 h 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connsiteX0" fmla="*/ 323 w 10000"/>
                <a:gd name="connsiteY0" fmla="*/ 3214 h 10000"/>
                <a:gd name="connsiteX1" fmla="*/ 323 w 10000"/>
                <a:gd name="connsiteY1" fmla="*/ 3571 h 10000"/>
                <a:gd name="connsiteX2" fmla="*/ 323 w 10000"/>
                <a:gd name="connsiteY2" fmla="*/ 4643 h 10000"/>
                <a:gd name="connsiteX3" fmla="*/ 645 w 10000"/>
                <a:gd name="connsiteY3" fmla="*/ 6071 h 10000"/>
                <a:gd name="connsiteX4" fmla="*/ 645 w 10000"/>
                <a:gd name="connsiteY4" fmla="*/ 7143 h 10000"/>
                <a:gd name="connsiteX5" fmla="*/ 1935 w 10000"/>
                <a:gd name="connsiteY5" fmla="*/ 7857 h 10000"/>
                <a:gd name="connsiteX6" fmla="*/ 3226 w 10000"/>
                <a:gd name="connsiteY6" fmla="*/ 8571 h 10000"/>
                <a:gd name="connsiteX7" fmla="*/ 4839 w 10000"/>
                <a:gd name="connsiteY7" fmla="*/ 9286 h 10000"/>
                <a:gd name="connsiteX8" fmla="*/ 4839 w 10000"/>
                <a:gd name="connsiteY8" fmla="*/ 9286 h 10000"/>
                <a:gd name="connsiteX9" fmla="*/ 6129 w 10000"/>
                <a:gd name="connsiteY9" fmla="*/ 10000 h 10000"/>
                <a:gd name="connsiteX10" fmla="*/ 7419 w 10000"/>
                <a:gd name="connsiteY10" fmla="*/ 10000 h 10000"/>
                <a:gd name="connsiteX11" fmla="*/ 8065 w 10000"/>
                <a:gd name="connsiteY11" fmla="*/ 10000 h 10000"/>
                <a:gd name="connsiteX12" fmla="*/ 8710 w 10000"/>
                <a:gd name="connsiteY12" fmla="*/ 10000 h 10000"/>
                <a:gd name="connsiteX13" fmla="*/ 9355 w 10000"/>
                <a:gd name="connsiteY13" fmla="*/ 8214 h 10000"/>
                <a:gd name="connsiteX14" fmla="*/ 10000 w 10000"/>
                <a:gd name="connsiteY14" fmla="*/ 7500 h 10000"/>
                <a:gd name="connsiteX15" fmla="*/ 9677 w 10000"/>
                <a:gd name="connsiteY15" fmla="*/ 6071 h 10000"/>
                <a:gd name="connsiteX16" fmla="*/ 9677 w 10000"/>
                <a:gd name="connsiteY16" fmla="*/ 5357 h 10000"/>
                <a:gd name="connsiteX17" fmla="*/ 9355 w 10000"/>
                <a:gd name="connsiteY17" fmla="*/ 4286 h 10000"/>
                <a:gd name="connsiteX18" fmla="*/ 10000 w 10000"/>
                <a:gd name="connsiteY18" fmla="*/ 3571 h 10000"/>
                <a:gd name="connsiteX19" fmla="*/ 9677 w 10000"/>
                <a:gd name="connsiteY19" fmla="*/ 2143 h 10000"/>
                <a:gd name="connsiteX20" fmla="*/ 9032 w 10000"/>
                <a:gd name="connsiteY20" fmla="*/ 1071 h 10000"/>
                <a:gd name="connsiteX21" fmla="*/ 9298 w 10000"/>
                <a:gd name="connsiteY21" fmla="*/ 305 h 10000"/>
                <a:gd name="connsiteX22" fmla="*/ 6452 w 10000"/>
                <a:gd name="connsiteY22" fmla="*/ 714 h 10000"/>
                <a:gd name="connsiteX23" fmla="*/ 5806 w 10000"/>
                <a:gd name="connsiteY23" fmla="*/ 0 h 10000"/>
                <a:gd name="connsiteX24" fmla="*/ 5806 w 10000"/>
                <a:gd name="connsiteY24" fmla="*/ 357 h 10000"/>
                <a:gd name="connsiteX25" fmla="*/ 4839 w 10000"/>
                <a:gd name="connsiteY25" fmla="*/ 357 h 10000"/>
                <a:gd name="connsiteX26" fmla="*/ 4516 w 10000"/>
                <a:gd name="connsiteY26" fmla="*/ 0 h 10000"/>
                <a:gd name="connsiteX27" fmla="*/ 4194 w 10000"/>
                <a:gd name="connsiteY27" fmla="*/ 0 h 10000"/>
                <a:gd name="connsiteX28" fmla="*/ 1613 w 10000"/>
                <a:gd name="connsiteY28" fmla="*/ 1071 h 10000"/>
                <a:gd name="connsiteX29" fmla="*/ 323 w 10000"/>
                <a:gd name="connsiteY29" fmla="*/ 1786 h 10000"/>
                <a:gd name="connsiteX30" fmla="*/ 0 w 10000"/>
                <a:gd name="connsiteY30" fmla="*/ 1429 h 10000"/>
                <a:gd name="connsiteX31" fmla="*/ 0 w 10000"/>
                <a:gd name="connsiteY31" fmla="*/ 2143 h 10000"/>
                <a:gd name="connsiteX32" fmla="*/ 323 w 10000"/>
                <a:gd name="connsiteY32" fmla="*/ 3214 h 10000"/>
                <a:gd name="connsiteX0" fmla="*/ 323 w 10000"/>
                <a:gd name="connsiteY0" fmla="*/ 3214 h 10000"/>
                <a:gd name="connsiteX1" fmla="*/ 323 w 10000"/>
                <a:gd name="connsiteY1" fmla="*/ 3571 h 10000"/>
                <a:gd name="connsiteX2" fmla="*/ 323 w 10000"/>
                <a:gd name="connsiteY2" fmla="*/ 4643 h 10000"/>
                <a:gd name="connsiteX3" fmla="*/ 645 w 10000"/>
                <a:gd name="connsiteY3" fmla="*/ 6071 h 10000"/>
                <a:gd name="connsiteX4" fmla="*/ 645 w 10000"/>
                <a:gd name="connsiteY4" fmla="*/ 7143 h 10000"/>
                <a:gd name="connsiteX5" fmla="*/ 1935 w 10000"/>
                <a:gd name="connsiteY5" fmla="*/ 7857 h 10000"/>
                <a:gd name="connsiteX6" fmla="*/ 3226 w 10000"/>
                <a:gd name="connsiteY6" fmla="*/ 8571 h 10000"/>
                <a:gd name="connsiteX7" fmla="*/ 4839 w 10000"/>
                <a:gd name="connsiteY7" fmla="*/ 9286 h 10000"/>
                <a:gd name="connsiteX8" fmla="*/ 4839 w 10000"/>
                <a:gd name="connsiteY8" fmla="*/ 9286 h 10000"/>
                <a:gd name="connsiteX9" fmla="*/ 6129 w 10000"/>
                <a:gd name="connsiteY9" fmla="*/ 10000 h 10000"/>
                <a:gd name="connsiteX10" fmla="*/ 7419 w 10000"/>
                <a:gd name="connsiteY10" fmla="*/ 10000 h 10000"/>
                <a:gd name="connsiteX11" fmla="*/ 8065 w 10000"/>
                <a:gd name="connsiteY11" fmla="*/ 10000 h 10000"/>
                <a:gd name="connsiteX12" fmla="*/ 8710 w 10000"/>
                <a:gd name="connsiteY12" fmla="*/ 10000 h 10000"/>
                <a:gd name="connsiteX13" fmla="*/ 9355 w 10000"/>
                <a:gd name="connsiteY13" fmla="*/ 8214 h 10000"/>
                <a:gd name="connsiteX14" fmla="*/ 10000 w 10000"/>
                <a:gd name="connsiteY14" fmla="*/ 7500 h 10000"/>
                <a:gd name="connsiteX15" fmla="*/ 9677 w 10000"/>
                <a:gd name="connsiteY15" fmla="*/ 6071 h 10000"/>
                <a:gd name="connsiteX16" fmla="*/ 9677 w 10000"/>
                <a:gd name="connsiteY16" fmla="*/ 5357 h 10000"/>
                <a:gd name="connsiteX17" fmla="*/ 9355 w 10000"/>
                <a:gd name="connsiteY17" fmla="*/ 4286 h 10000"/>
                <a:gd name="connsiteX18" fmla="*/ 10000 w 10000"/>
                <a:gd name="connsiteY18" fmla="*/ 3571 h 10000"/>
                <a:gd name="connsiteX19" fmla="*/ 9677 w 10000"/>
                <a:gd name="connsiteY19" fmla="*/ 2143 h 10000"/>
                <a:gd name="connsiteX20" fmla="*/ 9032 w 10000"/>
                <a:gd name="connsiteY20" fmla="*/ 1071 h 10000"/>
                <a:gd name="connsiteX21" fmla="*/ 9298 w 10000"/>
                <a:gd name="connsiteY21" fmla="*/ 305 h 10000"/>
                <a:gd name="connsiteX22" fmla="*/ 6452 w 10000"/>
                <a:gd name="connsiteY22" fmla="*/ 276 h 10000"/>
                <a:gd name="connsiteX23" fmla="*/ 5806 w 10000"/>
                <a:gd name="connsiteY23" fmla="*/ 0 h 10000"/>
                <a:gd name="connsiteX24" fmla="*/ 5806 w 10000"/>
                <a:gd name="connsiteY24" fmla="*/ 357 h 10000"/>
                <a:gd name="connsiteX25" fmla="*/ 4839 w 10000"/>
                <a:gd name="connsiteY25" fmla="*/ 357 h 10000"/>
                <a:gd name="connsiteX26" fmla="*/ 4516 w 10000"/>
                <a:gd name="connsiteY26" fmla="*/ 0 h 10000"/>
                <a:gd name="connsiteX27" fmla="*/ 4194 w 10000"/>
                <a:gd name="connsiteY27" fmla="*/ 0 h 10000"/>
                <a:gd name="connsiteX28" fmla="*/ 1613 w 10000"/>
                <a:gd name="connsiteY28" fmla="*/ 1071 h 10000"/>
                <a:gd name="connsiteX29" fmla="*/ 323 w 10000"/>
                <a:gd name="connsiteY29" fmla="*/ 1786 h 10000"/>
                <a:gd name="connsiteX30" fmla="*/ 0 w 10000"/>
                <a:gd name="connsiteY30" fmla="*/ 1429 h 10000"/>
                <a:gd name="connsiteX31" fmla="*/ 0 w 10000"/>
                <a:gd name="connsiteY31" fmla="*/ 2143 h 10000"/>
                <a:gd name="connsiteX32" fmla="*/ 323 w 10000"/>
                <a:gd name="connsiteY32" fmla="*/ 321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000" h="10000">
                  <a:moveTo>
                    <a:pt x="323" y="3214"/>
                  </a:moveTo>
                  <a:lnTo>
                    <a:pt x="323" y="3571"/>
                  </a:lnTo>
                  <a:lnTo>
                    <a:pt x="323" y="4643"/>
                  </a:lnTo>
                  <a:cubicBezTo>
                    <a:pt x="323" y="4643"/>
                    <a:pt x="323" y="6071"/>
                    <a:pt x="645" y="6071"/>
                  </a:cubicBezTo>
                  <a:lnTo>
                    <a:pt x="645" y="7143"/>
                  </a:lnTo>
                  <a:lnTo>
                    <a:pt x="1935" y="7857"/>
                  </a:lnTo>
                  <a:lnTo>
                    <a:pt x="3226" y="8571"/>
                  </a:lnTo>
                  <a:lnTo>
                    <a:pt x="4839" y="9286"/>
                  </a:lnTo>
                  <a:lnTo>
                    <a:pt x="4839" y="9286"/>
                  </a:lnTo>
                  <a:lnTo>
                    <a:pt x="6129" y="10000"/>
                  </a:lnTo>
                  <a:lnTo>
                    <a:pt x="7419" y="10000"/>
                  </a:lnTo>
                  <a:lnTo>
                    <a:pt x="8065" y="10000"/>
                  </a:lnTo>
                  <a:lnTo>
                    <a:pt x="8710" y="10000"/>
                  </a:lnTo>
                  <a:lnTo>
                    <a:pt x="9355" y="8214"/>
                  </a:lnTo>
                  <a:lnTo>
                    <a:pt x="10000" y="7500"/>
                  </a:lnTo>
                  <a:cubicBezTo>
                    <a:pt x="9892" y="7024"/>
                    <a:pt x="9785" y="6547"/>
                    <a:pt x="9677" y="6071"/>
                  </a:cubicBezTo>
                  <a:lnTo>
                    <a:pt x="9677" y="5357"/>
                  </a:lnTo>
                  <a:cubicBezTo>
                    <a:pt x="9570" y="5000"/>
                    <a:pt x="9462" y="4643"/>
                    <a:pt x="9355" y="4286"/>
                  </a:cubicBezTo>
                  <a:lnTo>
                    <a:pt x="10000" y="3571"/>
                  </a:lnTo>
                  <a:cubicBezTo>
                    <a:pt x="9892" y="3095"/>
                    <a:pt x="9785" y="2619"/>
                    <a:pt x="9677" y="2143"/>
                  </a:cubicBezTo>
                  <a:cubicBezTo>
                    <a:pt x="9032" y="1071"/>
                    <a:pt x="9095" y="1377"/>
                    <a:pt x="9032" y="1071"/>
                  </a:cubicBezTo>
                  <a:cubicBezTo>
                    <a:pt x="8969" y="765"/>
                    <a:pt x="9728" y="438"/>
                    <a:pt x="9298" y="305"/>
                  </a:cubicBezTo>
                  <a:cubicBezTo>
                    <a:pt x="8868" y="172"/>
                    <a:pt x="7034" y="327"/>
                    <a:pt x="6452" y="276"/>
                  </a:cubicBezTo>
                  <a:cubicBezTo>
                    <a:pt x="5870" y="225"/>
                    <a:pt x="5914" y="-13"/>
                    <a:pt x="5806" y="0"/>
                  </a:cubicBezTo>
                  <a:cubicBezTo>
                    <a:pt x="5698" y="13"/>
                    <a:pt x="5806" y="238"/>
                    <a:pt x="5806" y="357"/>
                  </a:cubicBezTo>
                  <a:lnTo>
                    <a:pt x="4839" y="357"/>
                  </a:lnTo>
                  <a:cubicBezTo>
                    <a:pt x="4516" y="357"/>
                    <a:pt x="4516" y="0"/>
                    <a:pt x="4516" y="0"/>
                  </a:cubicBezTo>
                  <a:lnTo>
                    <a:pt x="4194" y="0"/>
                  </a:lnTo>
                  <a:lnTo>
                    <a:pt x="1613" y="1071"/>
                  </a:lnTo>
                  <a:lnTo>
                    <a:pt x="323" y="1786"/>
                  </a:lnTo>
                  <a:lnTo>
                    <a:pt x="0" y="1429"/>
                  </a:lnTo>
                  <a:lnTo>
                    <a:pt x="0" y="2143"/>
                  </a:lnTo>
                  <a:cubicBezTo>
                    <a:pt x="108" y="2500"/>
                    <a:pt x="215" y="2857"/>
                    <a:pt x="323" y="3214"/>
                  </a:cubicBez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4" name="Freeform 365">
              <a:extLst>
                <a:ext uri="{FF2B5EF4-FFF2-40B4-BE49-F238E27FC236}">
                  <a16:creationId xmlns:a16="http://schemas.microsoft.com/office/drawing/2014/main" id="{619F39BB-60E0-4019-B356-CE88B7A7B16D}"/>
                </a:ext>
              </a:extLst>
            </p:cNvPr>
            <p:cNvSpPr>
              <a:spLocks/>
            </p:cNvSpPr>
            <p:nvPr/>
          </p:nvSpPr>
          <p:spPr bwMode="auto">
            <a:xfrm>
              <a:off x="4310115" y="4064521"/>
              <a:ext cx="393700" cy="290512"/>
            </a:xfrm>
            <a:custGeom>
              <a:avLst/>
              <a:gdLst>
                <a:gd name="T0" fmla="*/ 2147483646 w 300"/>
                <a:gd name="T1" fmla="*/ 2147483646 h 223"/>
                <a:gd name="T2" fmla="*/ 2147483646 w 300"/>
                <a:gd name="T3" fmla="*/ 2147483646 h 223"/>
                <a:gd name="T4" fmla="*/ 2147483646 w 300"/>
                <a:gd name="T5" fmla="*/ 2147483646 h 223"/>
                <a:gd name="T6" fmla="*/ 2147483646 w 300"/>
                <a:gd name="T7" fmla="*/ 2147483646 h 223"/>
                <a:gd name="T8" fmla="*/ 2147483646 w 300"/>
                <a:gd name="T9" fmla="*/ 2147483646 h 223"/>
                <a:gd name="T10" fmla="*/ 2147483646 w 300"/>
                <a:gd name="T11" fmla="*/ 2147483646 h 223"/>
                <a:gd name="T12" fmla="*/ 2147483646 w 300"/>
                <a:gd name="T13" fmla="*/ 2147483646 h 223"/>
                <a:gd name="T14" fmla="*/ 2147483646 w 300"/>
                <a:gd name="T15" fmla="*/ 2147483646 h 223"/>
                <a:gd name="T16" fmla="*/ 2147483646 w 300"/>
                <a:gd name="T17" fmla="*/ 2147483646 h 223"/>
                <a:gd name="T18" fmla="*/ 2147483646 w 300"/>
                <a:gd name="T19" fmla="*/ 2147483646 h 223"/>
                <a:gd name="T20" fmla="*/ 2147483646 w 300"/>
                <a:gd name="T21" fmla="*/ 2147483646 h 223"/>
                <a:gd name="T22" fmla="*/ 2147483646 w 300"/>
                <a:gd name="T23" fmla="*/ 2147483646 h 223"/>
                <a:gd name="T24" fmla="*/ 2147483646 w 300"/>
                <a:gd name="T25" fmla="*/ 2147483646 h 223"/>
                <a:gd name="T26" fmla="*/ 2147483646 w 300"/>
                <a:gd name="T27" fmla="*/ 2147483646 h 223"/>
                <a:gd name="T28" fmla="*/ 2147483646 w 300"/>
                <a:gd name="T29" fmla="*/ 2147483646 h 223"/>
                <a:gd name="T30" fmla="*/ 2147483646 w 300"/>
                <a:gd name="T31" fmla="*/ 0 h 223"/>
                <a:gd name="T32" fmla="*/ 2147483646 w 300"/>
                <a:gd name="T33" fmla="*/ 2147483646 h 223"/>
                <a:gd name="T34" fmla="*/ 2147483646 w 300"/>
                <a:gd name="T35" fmla="*/ 2147483646 h 223"/>
                <a:gd name="T36" fmla="*/ 2147483646 w 300"/>
                <a:gd name="T37" fmla="*/ 2147483646 h 223"/>
                <a:gd name="T38" fmla="*/ 2147483646 w 300"/>
                <a:gd name="T39" fmla="*/ 2147483646 h 223"/>
                <a:gd name="T40" fmla="*/ 2147483646 w 300"/>
                <a:gd name="T41" fmla="*/ 2147483646 h 223"/>
                <a:gd name="T42" fmla="*/ 2147483646 w 300"/>
                <a:gd name="T43" fmla="*/ 2147483646 h 223"/>
                <a:gd name="T44" fmla="*/ 0 w 300"/>
                <a:gd name="T45" fmla="*/ 2147483646 h 223"/>
                <a:gd name="T46" fmla="*/ 2147483646 w 300"/>
                <a:gd name="T47" fmla="*/ 2147483646 h 223"/>
                <a:gd name="T48" fmla="*/ 2147483646 w 300"/>
                <a:gd name="T49" fmla="*/ 2147483646 h 223"/>
                <a:gd name="T50" fmla="*/ 2147483646 w 300"/>
                <a:gd name="T51" fmla="*/ 2147483646 h 223"/>
                <a:gd name="T52" fmla="*/ 2147483646 w 300"/>
                <a:gd name="T53" fmla="*/ 2147483646 h 223"/>
                <a:gd name="T54" fmla="*/ 2147483646 w 300"/>
                <a:gd name="T55" fmla="*/ 2147483646 h 22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00" h="223">
                  <a:moveTo>
                    <a:pt x="66" y="223"/>
                  </a:moveTo>
                  <a:lnTo>
                    <a:pt x="78" y="205"/>
                  </a:lnTo>
                  <a:lnTo>
                    <a:pt x="102" y="205"/>
                  </a:lnTo>
                  <a:lnTo>
                    <a:pt x="138" y="217"/>
                  </a:lnTo>
                  <a:lnTo>
                    <a:pt x="162" y="205"/>
                  </a:lnTo>
                  <a:lnTo>
                    <a:pt x="198" y="205"/>
                  </a:lnTo>
                  <a:lnTo>
                    <a:pt x="228" y="199"/>
                  </a:lnTo>
                  <a:lnTo>
                    <a:pt x="258" y="174"/>
                  </a:lnTo>
                  <a:lnTo>
                    <a:pt x="288" y="138"/>
                  </a:lnTo>
                  <a:lnTo>
                    <a:pt x="300" y="66"/>
                  </a:lnTo>
                  <a:lnTo>
                    <a:pt x="288" y="54"/>
                  </a:lnTo>
                  <a:lnTo>
                    <a:pt x="282" y="24"/>
                  </a:lnTo>
                  <a:lnTo>
                    <a:pt x="282" y="18"/>
                  </a:lnTo>
                  <a:lnTo>
                    <a:pt x="270" y="6"/>
                  </a:lnTo>
                  <a:lnTo>
                    <a:pt x="222" y="0"/>
                  </a:lnTo>
                  <a:lnTo>
                    <a:pt x="114" y="72"/>
                  </a:lnTo>
                  <a:lnTo>
                    <a:pt x="78" y="90"/>
                  </a:lnTo>
                  <a:lnTo>
                    <a:pt x="78" y="144"/>
                  </a:lnTo>
                  <a:lnTo>
                    <a:pt x="66" y="162"/>
                  </a:lnTo>
                  <a:lnTo>
                    <a:pt x="24" y="168"/>
                  </a:lnTo>
                  <a:lnTo>
                    <a:pt x="0" y="168"/>
                  </a:lnTo>
                  <a:lnTo>
                    <a:pt x="12" y="193"/>
                  </a:lnTo>
                  <a:lnTo>
                    <a:pt x="36" y="217"/>
                  </a:lnTo>
                  <a:lnTo>
                    <a:pt x="48" y="217"/>
                  </a:lnTo>
                  <a:lnTo>
                    <a:pt x="60" y="223"/>
                  </a:lnTo>
                  <a:lnTo>
                    <a:pt x="66" y="223"/>
                  </a:lnTo>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5" name="Freeform 366">
              <a:extLst>
                <a:ext uri="{FF2B5EF4-FFF2-40B4-BE49-F238E27FC236}">
                  <a16:creationId xmlns:a16="http://schemas.microsoft.com/office/drawing/2014/main" id="{6D18A03D-D056-4640-B8D2-D8F961CB71A2}"/>
                </a:ext>
              </a:extLst>
            </p:cNvPr>
            <p:cNvSpPr>
              <a:spLocks/>
            </p:cNvSpPr>
            <p:nvPr/>
          </p:nvSpPr>
          <p:spPr bwMode="auto">
            <a:xfrm>
              <a:off x="4005315" y="4024833"/>
              <a:ext cx="407987" cy="384175"/>
            </a:xfrm>
            <a:custGeom>
              <a:avLst/>
              <a:gdLst>
                <a:gd name="T0" fmla="*/ 2147483646 w 52"/>
                <a:gd name="T1" fmla="*/ 2147483646 h 49"/>
                <a:gd name="T2" fmla="*/ 2147483646 w 52"/>
                <a:gd name="T3" fmla="*/ 2147483646 h 49"/>
                <a:gd name="T4" fmla="*/ 2147483646 w 52"/>
                <a:gd name="T5" fmla="*/ 2147483646 h 49"/>
                <a:gd name="T6" fmla="*/ 2147483646 w 52"/>
                <a:gd name="T7" fmla="*/ 2147483646 h 49"/>
                <a:gd name="T8" fmla="*/ 2147483646 w 52"/>
                <a:gd name="T9" fmla="*/ 2147483646 h 49"/>
                <a:gd name="T10" fmla="*/ 2147483646 w 52"/>
                <a:gd name="T11" fmla="*/ 2147483646 h 49"/>
                <a:gd name="T12" fmla="*/ 2147483646 w 52"/>
                <a:gd name="T13" fmla="*/ 2147483646 h 49"/>
                <a:gd name="T14" fmla="*/ 2147483646 w 52"/>
                <a:gd name="T15" fmla="*/ 2147483646 h 49"/>
                <a:gd name="T16" fmla="*/ 2147483646 w 52"/>
                <a:gd name="T17" fmla="*/ 2147483646 h 49"/>
                <a:gd name="T18" fmla="*/ 2147483646 w 52"/>
                <a:gd name="T19" fmla="*/ 2147483646 h 49"/>
                <a:gd name="T20" fmla="*/ 2147483646 w 52"/>
                <a:gd name="T21" fmla="*/ 2147483646 h 49"/>
                <a:gd name="T22" fmla="*/ 2147483646 w 52"/>
                <a:gd name="T23" fmla="*/ 0 h 49"/>
                <a:gd name="T24" fmla="*/ 2147483646 w 52"/>
                <a:gd name="T25" fmla="*/ 0 h 49"/>
                <a:gd name="T26" fmla="*/ 2147483646 w 52"/>
                <a:gd name="T27" fmla="*/ 2147483646 h 49"/>
                <a:gd name="T28" fmla="*/ 2147483646 w 52"/>
                <a:gd name="T29" fmla="*/ 2147483646 h 49"/>
                <a:gd name="T30" fmla="*/ 2147483646 w 52"/>
                <a:gd name="T31" fmla="*/ 2147483646 h 49"/>
                <a:gd name="T32" fmla="*/ 2147483646 w 52"/>
                <a:gd name="T33" fmla="*/ 2147483646 h 49"/>
                <a:gd name="T34" fmla="*/ 2147483646 w 52"/>
                <a:gd name="T35" fmla="*/ 2147483646 h 49"/>
                <a:gd name="T36" fmla="*/ 2147483646 w 52"/>
                <a:gd name="T37" fmla="*/ 2147483646 h 49"/>
                <a:gd name="T38" fmla="*/ 0 w 52"/>
                <a:gd name="T39" fmla="*/ 2147483646 h 49"/>
                <a:gd name="T40" fmla="*/ 0 w 52"/>
                <a:gd name="T41" fmla="*/ 2147483646 h 49"/>
                <a:gd name="T42" fmla="*/ 2147483646 w 52"/>
                <a:gd name="T43" fmla="*/ 2147483646 h 49"/>
                <a:gd name="T44" fmla="*/ 2147483646 w 52"/>
                <a:gd name="T45" fmla="*/ 2147483646 h 49"/>
                <a:gd name="T46" fmla="*/ 2147483646 w 52"/>
                <a:gd name="T47" fmla="*/ 2147483646 h 49"/>
                <a:gd name="T48" fmla="*/ 2147483646 w 52"/>
                <a:gd name="T49" fmla="*/ 2147483646 h 49"/>
                <a:gd name="T50" fmla="*/ 2147483646 w 52"/>
                <a:gd name="T51" fmla="*/ 2147483646 h 49"/>
                <a:gd name="T52" fmla="*/ 2147483646 w 52"/>
                <a:gd name="T53" fmla="*/ 2147483646 h 49"/>
                <a:gd name="T54" fmla="*/ 2147483646 w 52"/>
                <a:gd name="T55" fmla="*/ 2147483646 h 49"/>
                <a:gd name="T56" fmla="*/ 2147483646 w 52"/>
                <a:gd name="T57" fmla="*/ 2147483646 h 49"/>
                <a:gd name="T58" fmla="*/ 2147483646 w 52"/>
                <a:gd name="T59" fmla="*/ 2147483646 h 49"/>
                <a:gd name="T60" fmla="*/ 2147483646 w 52"/>
                <a:gd name="T61" fmla="*/ 2147483646 h 49"/>
                <a:gd name="T62" fmla="*/ 2147483646 w 52"/>
                <a:gd name="T63" fmla="*/ 2147483646 h 49"/>
                <a:gd name="T64" fmla="*/ 2147483646 w 52"/>
                <a:gd name="T65" fmla="*/ 2147483646 h 49"/>
                <a:gd name="T66" fmla="*/ 2147483646 w 52"/>
                <a:gd name="T67" fmla="*/ 2147483646 h 49"/>
                <a:gd name="T68" fmla="*/ 2147483646 w 52"/>
                <a:gd name="T69" fmla="*/ 2147483646 h 49"/>
                <a:gd name="T70" fmla="*/ 2147483646 w 52"/>
                <a:gd name="T71" fmla="*/ 2147483646 h 49"/>
                <a:gd name="T72" fmla="*/ 2147483646 w 52"/>
                <a:gd name="T73" fmla="*/ 2147483646 h 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2" h="49">
                  <a:moveTo>
                    <a:pt x="24" y="44"/>
                  </a:moveTo>
                  <a:cubicBezTo>
                    <a:pt x="27" y="40"/>
                    <a:pt x="27" y="40"/>
                    <a:pt x="27" y="40"/>
                  </a:cubicBezTo>
                  <a:cubicBezTo>
                    <a:pt x="32" y="36"/>
                    <a:pt x="32" y="36"/>
                    <a:pt x="32" y="36"/>
                  </a:cubicBezTo>
                  <a:cubicBezTo>
                    <a:pt x="38" y="33"/>
                    <a:pt x="38" y="33"/>
                    <a:pt x="38" y="33"/>
                  </a:cubicBezTo>
                  <a:cubicBezTo>
                    <a:pt x="39" y="33"/>
                    <a:pt x="39" y="33"/>
                    <a:pt x="39" y="33"/>
                  </a:cubicBezTo>
                  <a:cubicBezTo>
                    <a:pt x="43" y="33"/>
                    <a:pt x="43" y="33"/>
                    <a:pt x="43" y="33"/>
                  </a:cubicBezTo>
                  <a:cubicBezTo>
                    <a:pt x="50" y="32"/>
                    <a:pt x="50" y="32"/>
                    <a:pt x="50" y="32"/>
                  </a:cubicBezTo>
                  <a:cubicBezTo>
                    <a:pt x="51" y="29"/>
                    <a:pt x="51" y="29"/>
                    <a:pt x="51" y="29"/>
                  </a:cubicBezTo>
                  <a:cubicBezTo>
                    <a:pt x="52" y="20"/>
                    <a:pt x="52" y="20"/>
                    <a:pt x="52" y="20"/>
                  </a:cubicBezTo>
                  <a:cubicBezTo>
                    <a:pt x="49" y="20"/>
                    <a:pt x="49" y="20"/>
                    <a:pt x="49" y="20"/>
                  </a:cubicBezTo>
                  <a:cubicBezTo>
                    <a:pt x="47" y="18"/>
                    <a:pt x="47" y="18"/>
                    <a:pt x="47" y="18"/>
                  </a:cubicBezTo>
                  <a:cubicBezTo>
                    <a:pt x="21" y="0"/>
                    <a:pt x="21" y="0"/>
                    <a:pt x="21" y="0"/>
                  </a:cubicBezTo>
                  <a:cubicBezTo>
                    <a:pt x="18" y="0"/>
                    <a:pt x="18" y="0"/>
                    <a:pt x="18" y="0"/>
                  </a:cubicBezTo>
                  <a:cubicBezTo>
                    <a:pt x="21" y="29"/>
                    <a:pt x="21" y="29"/>
                    <a:pt x="21" y="29"/>
                  </a:cubicBezTo>
                  <a:cubicBezTo>
                    <a:pt x="23" y="30"/>
                    <a:pt x="23" y="30"/>
                    <a:pt x="23" y="30"/>
                  </a:cubicBezTo>
                  <a:cubicBezTo>
                    <a:pt x="20" y="32"/>
                    <a:pt x="20" y="32"/>
                    <a:pt x="20" y="32"/>
                  </a:cubicBezTo>
                  <a:cubicBezTo>
                    <a:pt x="6" y="32"/>
                    <a:pt x="6" y="32"/>
                    <a:pt x="6" y="32"/>
                  </a:cubicBezTo>
                  <a:cubicBezTo>
                    <a:pt x="5" y="33"/>
                    <a:pt x="5" y="33"/>
                    <a:pt x="5" y="33"/>
                  </a:cubicBezTo>
                  <a:cubicBezTo>
                    <a:pt x="3" y="31"/>
                    <a:pt x="3" y="31"/>
                    <a:pt x="3" y="31"/>
                  </a:cubicBezTo>
                  <a:cubicBezTo>
                    <a:pt x="0" y="34"/>
                    <a:pt x="0" y="34"/>
                    <a:pt x="0" y="34"/>
                  </a:cubicBezTo>
                  <a:cubicBezTo>
                    <a:pt x="0" y="35"/>
                    <a:pt x="0" y="35"/>
                    <a:pt x="0" y="35"/>
                  </a:cubicBezTo>
                  <a:cubicBezTo>
                    <a:pt x="1" y="38"/>
                    <a:pt x="1" y="38"/>
                    <a:pt x="1" y="38"/>
                  </a:cubicBezTo>
                  <a:cubicBezTo>
                    <a:pt x="3" y="42"/>
                    <a:pt x="3" y="42"/>
                    <a:pt x="3" y="42"/>
                  </a:cubicBezTo>
                  <a:cubicBezTo>
                    <a:pt x="2" y="42"/>
                    <a:pt x="2" y="42"/>
                    <a:pt x="2" y="42"/>
                  </a:cubicBezTo>
                  <a:cubicBezTo>
                    <a:pt x="2" y="43"/>
                    <a:pt x="2" y="43"/>
                    <a:pt x="2" y="43"/>
                  </a:cubicBezTo>
                  <a:cubicBezTo>
                    <a:pt x="6" y="43"/>
                    <a:pt x="6" y="43"/>
                    <a:pt x="6" y="43"/>
                  </a:cubicBezTo>
                  <a:cubicBezTo>
                    <a:pt x="6" y="43"/>
                    <a:pt x="10" y="42"/>
                    <a:pt x="10" y="42"/>
                  </a:cubicBezTo>
                  <a:cubicBezTo>
                    <a:pt x="11" y="42"/>
                    <a:pt x="11" y="44"/>
                    <a:pt x="11" y="44"/>
                  </a:cubicBezTo>
                  <a:cubicBezTo>
                    <a:pt x="13" y="49"/>
                    <a:pt x="13" y="49"/>
                    <a:pt x="13" y="49"/>
                  </a:cubicBezTo>
                  <a:cubicBezTo>
                    <a:pt x="15" y="48"/>
                    <a:pt x="15" y="48"/>
                    <a:pt x="15" y="48"/>
                  </a:cubicBezTo>
                  <a:cubicBezTo>
                    <a:pt x="17" y="48"/>
                    <a:pt x="17" y="48"/>
                    <a:pt x="17" y="48"/>
                  </a:cubicBezTo>
                  <a:cubicBezTo>
                    <a:pt x="18" y="48"/>
                    <a:pt x="18" y="48"/>
                    <a:pt x="18" y="48"/>
                  </a:cubicBezTo>
                  <a:cubicBezTo>
                    <a:pt x="20" y="49"/>
                    <a:pt x="20" y="49"/>
                    <a:pt x="20" y="49"/>
                  </a:cubicBezTo>
                  <a:cubicBezTo>
                    <a:pt x="22" y="49"/>
                    <a:pt x="22" y="49"/>
                    <a:pt x="22" y="49"/>
                  </a:cubicBezTo>
                  <a:cubicBezTo>
                    <a:pt x="23" y="49"/>
                    <a:pt x="23" y="49"/>
                    <a:pt x="23" y="49"/>
                  </a:cubicBezTo>
                  <a:cubicBezTo>
                    <a:pt x="23" y="47"/>
                    <a:pt x="23" y="47"/>
                    <a:pt x="23" y="47"/>
                  </a:cubicBezTo>
                  <a:lnTo>
                    <a:pt x="24" y="44"/>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6" name="Freeform 367">
              <a:extLst>
                <a:ext uri="{FF2B5EF4-FFF2-40B4-BE49-F238E27FC236}">
                  <a16:creationId xmlns:a16="http://schemas.microsoft.com/office/drawing/2014/main" id="{B339440E-6354-4A09-BDFE-60841D635A42}"/>
                </a:ext>
              </a:extLst>
            </p:cNvPr>
            <p:cNvSpPr>
              <a:spLocks/>
            </p:cNvSpPr>
            <p:nvPr/>
          </p:nvSpPr>
          <p:spPr bwMode="auto">
            <a:xfrm>
              <a:off x="5292381" y="4369594"/>
              <a:ext cx="258638" cy="349511"/>
            </a:xfrm>
            <a:custGeom>
              <a:avLst/>
              <a:gdLst>
                <a:gd name="T0" fmla="*/ 2147483646 w 180"/>
                <a:gd name="T1" fmla="*/ 2147483646 h 246"/>
                <a:gd name="T2" fmla="*/ 2147483646 w 180"/>
                <a:gd name="T3" fmla="*/ 2147483646 h 246"/>
                <a:gd name="T4" fmla="*/ 2147483646 w 180"/>
                <a:gd name="T5" fmla="*/ 2147483646 h 246"/>
                <a:gd name="T6" fmla="*/ 2147483646 w 180"/>
                <a:gd name="T7" fmla="*/ 2147483646 h 246"/>
                <a:gd name="T8" fmla="*/ 2147483646 w 180"/>
                <a:gd name="T9" fmla="*/ 2147483646 h 246"/>
                <a:gd name="T10" fmla="*/ 2147483646 w 180"/>
                <a:gd name="T11" fmla="*/ 2147483646 h 246"/>
                <a:gd name="T12" fmla="*/ 2147483646 w 180"/>
                <a:gd name="T13" fmla="*/ 2147483646 h 246"/>
                <a:gd name="T14" fmla="*/ 2147483646 w 180"/>
                <a:gd name="T15" fmla="*/ 2147483646 h 246"/>
                <a:gd name="T16" fmla="*/ 2147483646 w 180"/>
                <a:gd name="T17" fmla="*/ 2147483646 h 246"/>
                <a:gd name="T18" fmla="*/ 2147483646 w 180"/>
                <a:gd name="T19" fmla="*/ 2147483646 h 246"/>
                <a:gd name="T20" fmla="*/ 2147483646 w 180"/>
                <a:gd name="T21" fmla="*/ 2147483646 h 246"/>
                <a:gd name="T22" fmla="*/ 2147483646 w 180"/>
                <a:gd name="T23" fmla="*/ 2147483646 h 246"/>
                <a:gd name="T24" fmla="*/ 2147483646 w 180"/>
                <a:gd name="T25" fmla="*/ 2147483646 h 246"/>
                <a:gd name="T26" fmla="*/ 0 w 180"/>
                <a:gd name="T27" fmla="*/ 2147483646 h 246"/>
                <a:gd name="T28" fmla="*/ 0 w 180"/>
                <a:gd name="T29" fmla="*/ 2147483646 h 246"/>
                <a:gd name="T30" fmla="*/ 2147483646 w 180"/>
                <a:gd name="T31" fmla="*/ 2147483646 h 246"/>
                <a:gd name="T32" fmla="*/ 2147483646 w 180"/>
                <a:gd name="T33" fmla="*/ 2147483646 h 246"/>
                <a:gd name="T34" fmla="*/ 2147483646 w 180"/>
                <a:gd name="T35" fmla="*/ 2147483646 h 246"/>
                <a:gd name="T36" fmla="*/ 2147483646 w 180"/>
                <a:gd name="T37" fmla="*/ 2147483646 h 246"/>
                <a:gd name="T38" fmla="*/ 2147483646 w 180"/>
                <a:gd name="T39" fmla="*/ 2147483646 h 246"/>
                <a:gd name="T40" fmla="*/ 2147483646 w 180"/>
                <a:gd name="T41" fmla="*/ 0 h 246"/>
                <a:gd name="T42" fmla="*/ 2147483646 w 180"/>
                <a:gd name="T43" fmla="*/ 2147483646 h 24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80" h="246">
                  <a:moveTo>
                    <a:pt x="72" y="18"/>
                  </a:moveTo>
                  <a:lnTo>
                    <a:pt x="48" y="12"/>
                  </a:lnTo>
                  <a:lnTo>
                    <a:pt x="48" y="6"/>
                  </a:lnTo>
                  <a:lnTo>
                    <a:pt x="30" y="18"/>
                  </a:lnTo>
                  <a:lnTo>
                    <a:pt x="42" y="36"/>
                  </a:lnTo>
                  <a:lnTo>
                    <a:pt x="84" y="60"/>
                  </a:lnTo>
                  <a:lnTo>
                    <a:pt x="126" y="66"/>
                  </a:lnTo>
                  <a:lnTo>
                    <a:pt x="78" y="120"/>
                  </a:lnTo>
                  <a:lnTo>
                    <a:pt x="36" y="132"/>
                  </a:lnTo>
                  <a:lnTo>
                    <a:pt x="18" y="144"/>
                  </a:lnTo>
                  <a:lnTo>
                    <a:pt x="24" y="150"/>
                  </a:lnTo>
                  <a:lnTo>
                    <a:pt x="18" y="144"/>
                  </a:lnTo>
                  <a:lnTo>
                    <a:pt x="18" y="150"/>
                  </a:lnTo>
                  <a:lnTo>
                    <a:pt x="0" y="168"/>
                  </a:lnTo>
                  <a:lnTo>
                    <a:pt x="0" y="228"/>
                  </a:lnTo>
                  <a:lnTo>
                    <a:pt x="12" y="246"/>
                  </a:lnTo>
                  <a:lnTo>
                    <a:pt x="42" y="204"/>
                  </a:lnTo>
                  <a:lnTo>
                    <a:pt x="90" y="180"/>
                  </a:lnTo>
                  <a:lnTo>
                    <a:pt x="132" y="132"/>
                  </a:lnTo>
                  <a:lnTo>
                    <a:pt x="168" y="48"/>
                  </a:lnTo>
                  <a:lnTo>
                    <a:pt x="180" y="0"/>
                  </a:lnTo>
                  <a:lnTo>
                    <a:pt x="72" y="18"/>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7" name="Freeform 373">
              <a:extLst>
                <a:ext uri="{FF2B5EF4-FFF2-40B4-BE49-F238E27FC236}">
                  <a16:creationId xmlns:a16="http://schemas.microsoft.com/office/drawing/2014/main" id="{FBA317BA-F320-4FB1-BEC1-95F84E94283A}"/>
                </a:ext>
              </a:extLst>
            </p:cNvPr>
            <p:cNvSpPr>
              <a:spLocks/>
            </p:cNvSpPr>
            <p:nvPr/>
          </p:nvSpPr>
          <p:spPr bwMode="auto">
            <a:xfrm>
              <a:off x="4776283" y="5120630"/>
              <a:ext cx="225585" cy="241412"/>
            </a:xfrm>
            <a:custGeom>
              <a:avLst/>
              <a:gdLst>
                <a:gd name="T0" fmla="*/ 2147483646 w 180"/>
                <a:gd name="T1" fmla="*/ 2147483646 h 180"/>
                <a:gd name="T2" fmla="*/ 2147483646 w 180"/>
                <a:gd name="T3" fmla="*/ 2147483646 h 180"/>
                <a:gd name="T4" fmla="*/ 2147483646 w 180"/>
                <a:gd name="T5" fmla="*/ 2147483646 h 180"/>
                <a:gd name="T6" fmla="*/ 2147483646 w 180"/>
                <a:gd name="T7" fmla="*/ 2147483646 h 180"/>
                <a:gd name="T8" fmla="*/ 2147483646 w 180"/>
                <a:gd name="T9" fmla="*/ 2147483646 h 180"/>
                <a:gd name="T10" fmla="*/ 2147483646 w 180"/>
                <a:gd name="T11" fmla="*/ 2147483646 h 180"/>
                <a:gd name="T12" fmla="*/ 2147483646 w 180"/>
                <a:gd name="T13" fmla="*/ 2147483646 h 180"/>
                <a:gd name="T14" fmla="*/ 2147483646 w 180"/>
                <a:gd name="T15" fmla="*/ 0 h 180"/>
                <a:gd name="T16" fmla="*/ 2147483646 w 180"/>
                <a:gd name="T17" fmla="*/ 2147483646 h 180"/>
                <a:gd name="T18" fmla="*/ 2147483646 w 180"/>
                <a:gd name="T19" fmla="*/ 2147483646 h 180"/>
                <a:gd name="T20" fmla="*/ 2147483646 w 180"/>
                <a:gd name="T21" fmla="*/ 2147483646 h 180"/>
                <a:gd name="T22" fmla="*/ 0 w 180"/>
                <a:gd name="T23" fmla="*/ 2147483646 h 180"/>
                <a:gd name="T24" fmla="*/ 0 w 180"/>
                <a:gd name="T25" fmla="*/ 2147483646 h 180"/>
                <a:gd name="T26" fmla="*/ 2147483646 w 180"/>
                <a:gd name="T27" fmla="*/ 2147483646 h 180"/>
                <a:gd name="T28" fmla="*/ 2147483646 w 180"/>
                <a:gd name="T29" fmla="*/ 2147483646 h 180"/>
                <a:gd name="T30" fmla="*/ 2147483646 w 180"/>
                <a:gd name="T31" fmla="*/ 2147483646 h 180"/>
                <a:gd name="T32" fmla="*/ 2147483646 w 180"/>
                <a:gd name="T33" fmla="*/ 2147483646 h 180"/>
                <a:gd name="T34" fmla="*/ 2147483646 w 180"/>
                <a:gd name="T35" fmla="*/ 2147483646 h 180"/>
                <a:gd name="T36" fmla="*/ 2147483646 w 180"/>
                <a:gd name="T37" fmla="*/ 2147483646 h 180"/>
                <a:gd name="T38" fmla="*/ 2147483646 w 180"/>
                <a:gd name="T39" fmla="*/ 2147483646 h 180"/>
                <a:gd name="T40" fmla="*/ 2147483646 w 180"/>
                <a:gd name="T41" fmla="*/ 2147483646 h 180"/>
                <a:gd name="T42" fmla="*/ 2147483646 w 180"/>
                <a:gd name="T43" fmla="*/ 2147483646 h 1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connsiteX0" fmla="*/ 8000 w 10000"/>
                <a:gd name="connsiteY0" fmla="*/ 2667 h 9667"/>
                <a:gd name="connsiteX1" fmla="*/ 7333 w 10000"/>
                <a:gd name="connsiteY1" fmla="*/ 2667 h 9667"/>
                <a:gd name="connsiteX2" fmla="*/ 6333 w 10000"/>
                <a:gd name="connsiteY2" fmla="*/ 1334 h 9667"/>
                <a:gd name="connsiteX3" fmla="*/ 5667 w 10000"/>
                <a:gd name="connsiteY3" fmla="*/ 0 h 9667"/>
                <a:gd name="connsiteX4" fmla="*/ 5333 w 10000"/>
                <a:gd name="connsiteY4" fmla="*/ 0 h 9667"/>
                <a:gd name="connsiteX5" fmla="*/ 4667 w 10000"/>
                <a:gd name="connsiteY5" fmla="*/ 334 h 9667"/>
                <a:gd name="connsiteX6" fmla="*/ 5333 w 10000"/>
                <a:gd name="connsiteY6" fmla="*/ 0 h 9667"/>
                <a:gd name="connsiteX7" fmla="*/ 3667 w 10000"/>
                <a:gd name="connsiteY7" fmla="*/ 0 h 9667"/>
                <a:gd name="connsiteX8" fmla="*/ 1000 w 10000"/>
                <a:gd name="connsiteY8" fmla="*/ 667 h 9667"/>
                <a:gd name="connsiteX9" fmla="*/ 667 w 10000"/>
                <a:gd name="connsiteY9" fmla="*/ 4334 h 9667"/>
                <a:gd name="connsiteX10" fmla="*/ 0 w 10000"/>
                <a:gd name="connsiteY10" fmla="*/ 4667 h 9667"/>
                <a:gd name="connsiteX11" fmla="*/ 0 w 10000"/>
                <a:gd name="connsiteY11" fmla="*/ 7667 h 9667"/>
                <a:gd name="connsiteX12" fmla="*/ 667 w 10000"/>
                <a:gd name="connsiteY12" fmla="*/ 9000 h 9667"/>
                <a:gd name="connsiteX13" fmla="*/ 1000 w 10000"/>
                <a:gd name="connsiteY13" fmla="*/ 9667 h 9667"/>
                <a:gd name="connsiteX14" fmla="*/ 2000 w 10000"/>
                <a:gd name="connsiteY14" fmla="*/ 9667 h 9667"/>
                <a:gd name="connsiteX15" fmla="*/ 3667 w 10000"/>
                <a:gd name="connsiteY15" fmla="*/ 8667 h 9667"/>
                <a:gd name="connsiteX16" fmla="*/ 5000 w 10000"/>
                <a:gd name="connsiteY16" fmla="*/ 8667 h 9667"/>
                <a:gd name="connsiteX17" fmla="*/ 7667 w 10000"/>
                <a:gd name="connsiteY17" fmla="*/ 6334 h 9667"/>
                <a:gd name="connsiteX18" fmla="*/ 10000 w 10000"/>
                <a:gd name="connsiteY18" fmla="*/ 4667 h 9667"/>
                <a:gd name="connsiteX19" fmla="*/ 8333 w 10000"/>
                <a:gd name="connsiteY19" fmla="*/ 4000 h 9667"/>
                <a:gd name="connsiteX20" fmla="*/ 8000 w 10000"/>
                <a:gd name="connsiteY20" fmla="*/ 2667 h 9667"/>
                <a:gd name="connsiteX0" fmla="*/ 8000 w 10000"/>
                <a:gd name="connsiteY0" fmla="*/ 2759 h 10000"/>
                <a:gd name="connsiteX1" fmla="*/ 7333 w 10000"/>
                <a:gd name="connsiteY1" fmla="*/ 2759 h 10000"/>
                <a:gd name="connsiteX2" fmla="*/ 6333 w 10000"/>
                <a:gd name="connsiteY2" fmla="*/ 1380 h 10000"/>
                <a:gd name="connsiteX3" fmla="*/ 5667 w 10000"/>
                <a:gd name="connsiteY3" fmla="*/ 0 h 10000"/>
                <a:gd name="connsiteX4" fmla="*/ 5333 w 10000"/>
                <a:gd name="connsiteY4" fmla="*/ 0 h 10000"/>
                <a:gd name="connsiteX5" fmla="*/ 5333 w 10000"/>
                <a:gd name="connsiteY5" fmla="*/ 0 h 10000"/>
                <a:gd name="connsiteX6" fmla="*/ 3667 w 10000"/>
                <a:gd name="connsiteY6" fmla="*/ 0 h 10000"/>
                <a:gd name="connsiteX7" fmla="*/ 1000 w 10000"/>
                <a:gd name="connsiteY7" fmla="*/ 690 h 10000"/>
                <a:gd name="connsiteX8" fmla="*/ 667 w 10000"/>
                <a:gd name="connsiteY8" fmla="*/ 4483 h 10000"/>
                <a:gd name="connsiteX9" fmla="*/ 0 w 10000"/>
                <a:gd name="connsiteY9" fmla="*/ 4828 h 10000"/>
                <a:gd name="connsiteX10" fmla="*/ 0 w 10000"/>
                <a:gd name="connsiteY10" fmla="*/ 7931 h 10000"/>
                <a:gd name="connsiteX11" fmla="*/ 667 w 10000"/>
                <a:gd name="connsiteY11" fmla="*/ 9310 h 10000"/>
                <a:gd name="connsiteX12" fmla="*/ 1000 w 10000"/>
                <a:gd name="connsiteY12" fmla="*/ 10000 h 10000"/>
                <a:gd name="connsiteX13" fmla="*/ 2000 w 10000"/>
                <a:gd name="connsiteY13" fmla="*/ 10000 h 10000"/>
                <a:gd name="connsiteX14" fmla="*/ 3667 w 10000"/>
                <a:gd name="connsiteY14" fmla="*/ 8966 h 10000"/>
                <a:gd name="connsiteX15" fmla="*/ 5000 w 10000"/>
                <a:gd name="connsiteY15" fmla="*/ 8966 h 10000"/>
                <a:gd name="connsiteX16" fmla="*/ 7667 w 10000"/>
                <a:gd name="connsiteY16" fmla="*/ 6552 h 10000"/>
                <a:gd name="connsiteX17" fmla="*/ 10000 w 10000"/>
                <a:gd name="connsiteY17" fmla="*/ 4828 h 10000"/>
                <a:gd name="connsiteX18" fmla="*/ 8333 w 10000"/>
                <a:gd name="connsiteY18" fmla="*/ 4138 h 10000"/>
                <a:gd name="connsiteX19" fmla="*/ 8000 w 10000"/>
                <a:gd name="connsiteY19" fmla="*/ 2759 h 10000"/>
                <a:gd name="connsiteX0" fmla="*/ 8000 w 10000"/>
                <a:gd name="connsiteY0" fmla="*/ 3388 h 10629"/>
                <a:gd name="connsiteX1" fmla="*/ 7333 w 10000"/>
                <a:gd name="connsiteY1" fmla="*/ 3388 h 10629"/>
                <a:gd name="connsiteX2" fmla="*/ 6333 w 10000"/>
                <a:gd name="connsiteY2" fmla="*/ 2009 h 10629"/>
                <a:gd name="connsiteX3" fmla="*/ 5667 w 10000"/>
                <a:gd name="connsiteY3" fmla="*/ 629 h 10629"/>
                <a:gd name="connsiteX4" fmla="*/ 5333 w 10000"/>
                <a:gd name="connsiteY4" fmla="*/ 629 h 10629"/>
                <a:gd name="connsiteX5" fmla="*/ 5031 w 10000"/>
                <a:gd name="connsiteY5" fmla="*/ 0 h 10629"/>
                <a:gd name="connsiteX6" fmla="*/ 3667 w 10000"/>
                <a:gd name="connsiteY6" fmla="*/ 629 h 10629"/>
                <a:gd name="connsiteX7" fmla="*/ 1000 w 10000"/>
                <a:gd name="connsiteY7" fmla="*/ 1319 h 10629"/>
                <a:gd name="connsiteX8" fmla="*/ 667 w 10000"/>
                <a:gd name="connsiteY8" fmla="*/ 5112 h 10629"/>
                <a:gd name="connsiteX9" fmla="*/ 0 w 10000"/>
                <a:gd name="connsiteY9" fmla="*/ 5457 h 10629"/>
                <a:gd name="connsiteX10" fmla="*/ 0 w 10000"/>
                <a:gd name="connsiteY10" fmla="*/ 8560 h 10629"/>
                <a:gd name="connsiteX11" fmla="*/ 667 w 10000"/>
                <a:gd name="connsiteY11" fmla="*/ 9939 h 10629"/>
                <a:gd name="connsiteX12" fmla="*/ 1000 w 10000"/>
                <a:gd name="connsiteY12" fmla="*/ 10629 h 10629"/>
                <a:gd name="connsiteX13" fmla="*/ 2000 w 10000"/>
                <a:gd name="connsiteY13" fmla="*/ 10629 h 10629"/>
                <a:gd name="connsiteX14" fmla="*/ 3667 w 10000"/>
                <a:gd name="connsiteY14" fmla="*/ 9595 h 10629"/>
                <a:gd name="connsiteX15" fmla="*/ 5000 w 10000"/>
                <a:gd name="connsiteY15" fmla="*/ 9595 h 10629"/>
                <a:gd name="connsiteX16" fmla="*/ 7667 w 10000"/>
                <a:gd name="connsiteY16" fmla="*/ 7181 h 10629"/>
                <a:gd name="connsiteX17" fmla="*/ 10000 w 10000"/>
                <a:gd name="connsiteY17" fmla="*/ 5457 h 10629"/>
                <a:gd name="connsiteX18" fmla="*/ 8333 w 10000"/>
                <a:gd name="connsiteY18" fmla="*/ 4767 h 10629"/>
                <a:gd name="connsiteX19" fmla="*/ 8000 w 10000"/>
                <a:gd name="connsiteY19" fmla="*/ 3388 h 10629"/>
                <a:gd name="connsiteX0" fmla="*/ 8000 w 10000"/>
                <a:gd name="connsiteY0" fmla="*/ 3388 h 10629"/>
                <a:gd name="connsiteX1" fmla="*/ 7333 w 10000"/>
                <a:gd name="connsiteY1" fmla="*/ 3388 h 10629"/>
                <a:gd name="connsiteX2" fmla="*/ 6333 w 10000"/>
                <a:gd name="connsiteY2" fmla="*/ 2009 h 10629"/>
                <a:gd name="connsiteX3" fmla="*/ 5667 w 10000"/>
                <a:gd name="connsiteY3" fmla="*/ 629 h 10629"/>
                <a:gd name="connsiteX4" fmla="*/ 5333 w 10000"/>
                <a:gd name="connsiteY4" fmla="*/ 629 h 10629"/>
                <a:gd name="connsiteX5" fmla="*/ 5031 w 10000"/>
                <a:gd name="connsiteY5" fmla="*/ 0 h 10629"/>
                <a:gd name="connsiteX6" fmla="*/ 3667 w 10000"/>
                <a:gd name="connsiteY6" fmla="*/ 629 h 10629"/>
                <a:gd name="connsiteX7" fmla="*/ 1503 w 10000"/>
                <a:gd name="connsiteY7" fmla="*/ 1319 h 10629"/>
                <a:gd name="connsiteX8" fmla="*/ 667 w 10000"/>
                <a:gd name="connsiteY8" fmla="*/ 5112 h 10629"/>
                <a:gd name="connsiteX9" fmla="*/ 0 w 10000"/>
                <a:gd name="connsiteY9" fmla="*/ 5457 h 10629"/>
                <a:gd name="connsiteX10" fmla="*/ 0 w 10000"/>
                <a:gd name="connsiteY10" fmla="*/ 8560 h 10629"/>
                <a:gd name="connsiteX11" fmla="*/ 667 w 10000"/>
                <a:gd name="connsiteY11" fmla="*/ 9939 h 10629"/>
                <a:gd name="connsiteX12" fmla="*/ 1000 w 10000"/>
                <a:gd name="connsiteY12" fmla="*/ 10629 h 10629"/>
                <a:gd name="connsiteX13" fmla="*/ 2000 w 10000"/>
                <a:gd name="connsiteY13" fmla="*/ 10629 h 10629"/>
                <a:gd name="connsiteX14" fmla="*/ 3667 w 10000"/>
                <a:gd name="connsiteY14" fmla="*/ 9595 h 10629"/>
                <a:gd name="connsiteX15" fmla="*/ 5000 w 10000"/>
                <a:gd name="connsiteY15" fmla="*/ 9595 h 10629"/>
                <a:gd name="connsiteX16" fmla="*/ 7667 w 10000"/>
                <a:gd name="connsiteY16" fmla="*/ 7181 h 10629"/>
                <a:gd name="connsiteX17" fmla="*/ 10000 w 10000"/>
                <a:gd name="connsiteY17" fmla="*/ 5457 h 10629"/>
                <a:gd name="connsiteX18" fmla="*/ 8333 w 10000"/>
                <a:gd name="connsiteY18" fmla="*/ 4767 h 10629"/>
                <a:gd name="connsiteX19" fmla="*/ 8000 w 10000"/>
                <a:gd name="connsiteY19" fmla="*/ 3388 h 10629"/>
                <a:gd name="connsiteX0" fmla="*/ 8000 w 10000"/>
                <a:gd name="connsiteY0" fmla="*/ 3388 h 10629"/>
                <a:gd name="connsiteX1" fmla="*/ 7333 w 10000"/>
                <a:gd name="connsiteY1" fmla="*/ 3388 h 10629"/>
                <a:gd name="connsiteX2" fmla="*/ 6333 w 10000"/>
                <a:gd name="connsiteY2" fmla="*/ 2009 h 10629"/>
                <a:gd name="connsiteX3" fmla="*/ 5667 w 10000"/>
                <a:gd name="connsiteY3" fmla="*/ 629 h 10629"/>
                <a:gd name="connsiteX4" fmla="*/ 5333 w 10000"/>
                <a:gd name="connsiteY4" fmla="*/ 629 h 10629"/>
                <a:gd name="connsiteX5" fmla="*/ 5031 w 10000"/>
                <a:gd name="connsiteY5" fmla="*/ 0 h 10629"/>
                <a:gd name="connsiteX6" fmla="*/ 3667 w 10000"/>
                <a:gd name="connsiteY6" fmla="*/ 629 h 10629"/>
                <a:gd name="connsiteX7" fmla="*/ 1503 w 10000"/>
                <a:gd name="connsiteY7" fmla="*/ 1319 h 10629"/>
                <a:gd name="connsiteX8" fmla="*/ 1472 w 10000"/>
                <a:gd name="connsiteY8" fmla="*/ 4693 h 10629"/>
                <a:gd name="connsiteX9" fmla="*/ 0 w 10000"/>
                <a:gd name="connsiteY9" fmla="*/ 5457 h 10629"/>
                <a:gd name="connsiteX10" fmla="*/ 0 w 10000"/>
                <a:gd name="connsiteY10" fmla="*/ 8560 h 10629"/>
                <a:gd name="connsiteX11" fmla="*/ 667 w 10000"/>
                <a:gd name="connsiteY11" fmla="*/ 9939 h 10629"/>
                <a:gd name="connsiteX12" fmla="*/ 1000 w 10000"/>
                <a:gd name="connsiteY12" fmla="*/ 10629 h 10629"/>
                <a:gd name="connsiteX13" fmla="*/ 2000 w 10000"/>
                <a:gd name="connsiteY13" fmla="*/ 10629 h 10629"/>
                <a:gd name="connsiteX14" fmla="*/ 3667 w 10000"/>
                <a:gd name="connsiteY14" fmla="*/ 9595 h 10629"/>
                <a:gd name="connsiteX15" fmla="*/ 5000 w 10000"/>
                <a:gd name="connsiteY15" fmla="*/ 9595 h 10629"/>
                <a:gd name="connsiteX16" fmla="*/ 7667 w 10000"/>
                <a:gd name="connsiteY16" fmla="*/ 7181 h 10629"/>
                <a:gd name="connsiteX17" fmla="*/ 10000 w 10000"/>
                <a:gd name="connsiteY17" fmla="*/ 5457 h 10629"/>
                <a:gd name="connsiteX18" fmla="*/ 8333 w 10000"/>
                <a:gd name="connsiteY18" fmla="*/ 4767 h 10629"/>
                <a:gd name="connsiteX19" fmla="*/ 8000 w 10000"/>
                <a:gd name="connsiteY19" fmla="*/ 3388 h 10629"/>
                <a:gd name="connsiteX0" fmla="*/ 8000 w 10000"/>
                <a:gd name="connsiteY0" fmla="*/ 3388 h 10629"/>
                <a:gd name="connsiteX1" fmla="*/ 7333 w 10000"/>
                <a:gd name="connsiteY1" fmla="*/ 3388 h 10629"/>
                <a:gd name="connsiteX2" fmla="*/ 6333 w 10000"/>
                <a:gd name="connsiteY2" fmla="*/ 2009 h 10629"/>
                <a:gd name="connsiteX3" fmla="*/ 5667 w 10000"/>
                <a:gd name="connsiteY3" fmla="*/ 629 h 10629"/>
                <a:gd name="connsiteX4" fmla="*/ 5333 w 10000"/>
                <a:gd name="connsiteY4" fmla="*/ 629 h 10629"/>
                <a:gd name="connsiteX5" fmla="*/ 5031 w 10000"/>
                <a:gd name="connsiteY5" fmla="*/ 0 h 10629"/>
                <a:gd name="connsiteX6" fmla="*/ 3667 w 10000"/>
                <a:gd name="connsiteY6" fmla="*/ 629 h 10629"/>
                <a:gd name="connsiteX7" fmla="*/ 1503 w 10000"/>
                <a:gd name="connsiteY7" fmla="*/ 1319 h 10629"/>
                <a:gd name="connsiteX8" fmla="*/ 1472 w 10000"/>
                <a:gd name="connsiteY8" fmla="*/ 4693 h 10629"/>
                <a:gd name="connsiteX9" fmla="*/ 503 w 10000"/>
                <a:gd name="connsiteY9" fmla="*/ 5457 h 10629"/>
                <a:gd name="connsiteX10" fmla="*/ 0 w 10000"/>
                <a:gd name="connsiteY10" fmla="*/ 8560 h 10629"/>
                <a:gd name="connsiteX11" fmla="*/ 667 w 10000"/>
                <a:gd name="connsiteY11" fmla="*/ 9939 h 10629"/>
                <a:gd name="connsiteX12" fmla="*/ 1000 w 10000"/>
                <a:gd name="connsiteY12" fmla="*/ 10629 h 10629"/>
                <a:gd name="connsiteX13" fmla="*/ 2000 w 10000"/>
                <a:gd name="connsiteY13" fmla="*/ 10629 h 10629"/>
                <a:gd name="connsiteX14" fmla="*/ 3667 w 10000"/>
                <a:gd name="connsiteY14" fmla="*/ 9595 h 10629"/>
                <a:gd name="connsiteX15" fmla="*/ 5000 w 10000"/>
                <a:gd name="connsiteY15" fmla="*/ 9595 h 10629"/>
                <a:gd name="connsiteX16" fmla="*/ 7667 w 10000"/>
                <a:gd name="connsiteY16" fmla="*/ 7181 h 10629"/>
                <a:gd name="connsiteX17" fmla="*/ 10000 w 10000"/>
                <a:gd name="connsiteY17" fmla="*/ 5457 h 10629"/>
                <a:gd name="connsiteX18" fmla="*/ 8333 w 10000"/>
                <a:gd name="connsiteY18" fmla="*/ 4767 h 10629"/>
                <a:gd name="connsiteX19" fmla="*/ 8000 w 10000"/>
                <a:gd name="connsiteY19" fmla="*/ 3388 h 10629"/>
                <a:gd name="connsiteX0" fmla="*/ 7537 w 9537"/>
                <a:gd name="connsiteY0" fmla="*/ 3388 h 10629"/>
                <a:gd name="connsiteX1" fmla="*/ 6870 w 9537"/>
                <a:gd name="connsiteY1" fmla="*/ 3388 h 10629"/>
                <a:gd name="connsiteX2" fmla="*/ 5870 w 9537"/>
                <a:gd name="connsiteY2" fmla="*/ 2009 h 10629"/>
                <a:gd name="connsiteX3" fmla="*/ 5204 w 9537"/>
                <a:gd name="connsiteY3" fmla="*/ 629 h 10629"/>
                <a:gd name="connsiteX4" fmla="*/ 4870 w 9537"/>
                <a:gd name="connsiteY4" fmla="*/ 629 h 10629"/>
                <a:gd name="connsiteX5" fmla="*/ 4568 w 9537"/>
                <a:gd name="connsiteY5" fmla="*/ 0 h 10629"/>
                <a:gd name="connsiteX6" fmla="*/ 3204 w 9537"/>
                <a:gd name="connsiteY6" fmla="*/ 629 h 10629"/>
                <a:gd name="connsiteX7" fmla="*/ 1040 w 9537"/>
                <a:gd name="connsiteY7" fmla="*/ 1319 h 10629"/>
                <a:gd name="connsiteX8" fmla="*/ 1009 w 9537"/>
                <a:gd name="connsiteY8" fmla="*/ 4693 h 10629"/>
                <a:gd name="connsiteX9" fmla="*/ 40 w 9537"/>
                <a:gd name="connsiteY9" fmla="*/ 5457 h 10629"/>
                <a:gd name="connsiteX10" fmla="*/ 141 w 9537"/>
                <a:gd name="connsiteY10" fmla="*/ 8560 h 10629"/>
                <a:gd name="connsiteX11" fmla="*/ 204 w 9537"/>
                <a:gd name="connsiteY11" fmla="*/ 9939 h 10629"/>
                <a:gd name="connsiteX12" fmla="*/ 537 w 9537"/>
                <a:gd name="connsiteY12" fmla="*/ 10629 h 10629"/>
                <a:gd name="connsiteX13" fmla="*/ 1537 w 9537"/>
                <a:gd name="connsiteY13" fmla="*/ 10629 h 10629"/>
                <a:gd name="connsiteX14" fmla="*/ 3204 w 9537"/>
                <a:gd name="connsiteY14" fmla="*/ 9595 h 10629"/>
                <a:gd name="connsiteX15" fmla="*/ 4537 w 9537"/>
                <a:gd name="connsiteY15" fmla="*/ 9595 h 10629"/>
                <a:gd name="connsiteX16" fmla="*/ 7204 w 9537"/>
                <a:gd name="connsiteY16" fmla="*/ 7181 h 10629"/>
                <a:gd name="connsiteX17" fmla="*/ 9537 w 9537"/>
                <a:gd name="connsiteY17" fmla="*/ 5457 h 10629"/>
                <a:gd name="connsiteX18" fmla="*/ 7870 w 9537"/>
                <a:gd name="connsiteY18" fmla="*/ 4767 h 10629"/>
                <a:gd name="connsiteX19" fmla="*/ 7537 w 9537"/>
                <a:gd name="connsiteY19" fmla="*/ 3388 h 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37" h="10629">
                  <a:moveTo>
                    <a:pt x="7537" y="3388"/>
                  </a:moveTo>
                  <a:lnTo>
                    <a:pt x="6870" y="3388"/>
                  </a:lnTo>
                  <a:lnTo>
                    <a:pt x="5870" y="2009"/>
                  </a:lnTo>
                  <a:lnTo>
                    <a:pt x="5204" y="629"/>
                  </a:lnTo>
                  <a:lnTo>
                    <a:pt x="4870" y="629"/>
                  </a:lnTo>
                  <a:lnTo>
                    <a:pt x="4568" y="0"/>
                  </a:lnTo>
                  <a:lnTo>
                    <a:pt x="3204" y="629"/>
                  </a:lnTo>
                  <a:lnTo>
                    <a:pt x="1040" y="1319"/>
                  </a:lnTo>
                  <a:cubicBezTo>
                    <a:pt x="1030" y="2444"/>
                    <a:pt x="1019" y="3568"/>
                    <a:pt x="1009" y="4693"/>
                  </a:cubicBezTo>
                  <a:lnTo>
                    <a:pt x="40" y="5457"/>
                  </a:lnTo>
                  <a:cubicBezTo>
                    <a:pt x="-128" y="6491"/>
                    <a:pt x="309" y="7526"/>
                    <a:pt x="141" y="8560"/>
                  </a:cubicBezTo>
                  <a:cubicBezTo>
                    <a:pt x="162" y="9020"/>
                    <a:pt x="183" y="9479"/>
                    <a:pt x="204" y="9939"/>
                  </a:cubicBezTo>
                  <a:lnTo>
                    <a:pt x="537" y="10629"/>
                  </a:lnTo>
                  <a:lnTo>
                    <a:pt x="1537" y="10629"/>
                  </a:lnTo>
                  <a:lnTo>
                    <a:pt x="3204" y="9595"/>
                  </a:lnTo>
                  <a:lnTo>
                    <a:pt x="4537" y="9595"/>
                  </a:lnTo>
                  <a:lnTo>
                    <a:pt x="7204" y="7181"/>
                  </a:lnTo>
                  <a:lnTo>
                    <a:pt x="9537" y="5457"/>
                  </a:lnTo>
                  <a:lnTo>
                    <a:pt x="7870" y="4767"/>
                  </a:lnTo>
                  <a:lnTo>
                    <a:pt x="7537" y="3388"/>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8" name="Freeform 376">
              <a:extLst>
                <a:ext uri="{FF2B5EF4-FFF2-40B4-BE49-F238E27FC236}">
                  <a16:creationId xmlns:a16="http://schemas.microsoft.com/office/drawing/2014/main" id="{BB066A15-380F-42FE-9DBB-5037D1549329}"/>
                </a:ext>
              </a:extLst>
            </p:cNvPr>
            <p:cNvSpPr>
              <a:spLocks/>
            </p:cNvSpPr>
            <p:nvPr/>
          </p:nvSpPr>
          <p:spPr bwMode="auto">
            <a:xfrm>
              <a:off x="4579940" y="4825468"/>
              <a:ext cx="298450" cy="298450"/>
            </a:xfrm>
            <a:custGeom>
              <a:avLst/>
              <a:gdLst>
                <a:gd name="T0" fmla="*/ 2147483646 w 38"/>
                <a:gd name="T1" fmla="*/ 2147483646 h 38"/>
                <a:gd name="T2" fmla="*/ 2147483646 w 38"/>
                <a:gd name="T3" fmla="*/ 2147483646 h 38"/>
                <a:gd name="T4" fmla="*/ 2147483646 w 38"/>
                <a:gd name="T5" fmla="*/ 2147483646 h 38"/>
                <a:gd name="T6" fmla="*/ 2147483646 w 38"/>
                <a:gd name="T7" fmla="*/ 2147483646 h 38"/>
                <a:gd name="T8" fmla="*/ 2147483646 w 38"/>
                <a:gd name="T9" fmla="*/ 2147483646 h 38"/>
                <a:gd name="T10" fmla="*/ 2147483646 w 38"/>
                <a:gd name="T11" fmla="*/ 2147483646 h 38"/>
                <a:gd name="T12" fmla="*/ 2147483646 w 38"/>
                <a:gd name="T13" fmla="*/ 2147483646 h 38"/>
                <a:gd name="T14" fmla="*/ 2147483646 w 38"/>
                <a:gd name="T15" fmla="*/ 2147483646 h 38"/>
                <a:gd name="T16" fmla="*/ 2147483646 w 38"/>
                <a:gd name="T17" fmla="*/ 2147483646 h 38"/>
                <a:gd name="T18" fmla="*/ 2147483646 w 38"/>
                <a:gd name="T19" fmla="*/ 2147483646 h 38"/>
                <a:gd name="T20" fmla="*/ 2147483646 w 38"/>
                <a:gd name="T21" fmla="*/ 2147483646 h 38"/>
                <a:gd name="T22" fmla="*/ 2147483646 w 38"/>
                <a:gd name="T23" fmla="*/ 2147483646 h 38"/>
                <a:gd name="T24" fmla="*/ 2147483646 w 38"/>
                <a:gd name="T25" fmla="*/ 2147483646 h 38"/>
                <a:gd name="T26" fmla="*/ 2147483646 w 38"/>
                <a:gd name="T27" fmla="*/ 2147483646 h 38"/>
                <a:gd name="T28" fmla="*/ 2147483646 w 38"/>
                <a:gd name="T29" fmla="*/ 2147483646 h 38"/>
                <a:gd name="T30" fmla="*/ 2147483646 w 38"/>
                <a:gd name="T31" fmla="*/ 2147483646 h 38"/>
                <a:gd name="T32" fmla="*/ 2147483646 w 38"/>
                <a:gd name="T33" fmla="*/ 0 h 38"/>
                <a:gd name="T34" fmla="*/ 2147483646 w 38"/>
                <a:gd name="T35" fmla="*/ 0 h 38"/>
                <a:gd name="T36" fmla="*/ 2147483646 w 38"/>
                <a:gd name="T37" fmla="*/ 2147483646 h 38"/>
                <a:gd name="T38" fmla="*/ 2147483646 w 38"/>
                <a:gd name="T39" fmla="*/ 2147483646 h 38"/>
                <a:gd name="T40" fmla="*/ 2147483646 w 38"/>
                <a:gd name="T41" fmla="*/ 2147483646 h 38"/>
                <a:gd name="T42" fmla="*/ 0 w 38"/>
                <a:gd name="T43" fmla="*/ 2147483646 h 38"/>
                <a:gd name="T44" fmla="*/ 0 w 38"/>
                <a:gd name="T45" fmla="*/ 2147483646 h 38"/>
                <a:gd name="T46" fmla="*/ 2147483646 w 38"/>
                <a:gd name="T47" fmla="*/ 2147483646 h 38"/>
                <a:gd name="T48" fmla="*/ 2147483646 w 38"/>
                <a:gd name="T49" fmla="*/ 2147483646 h 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8" h="38">
                  <a:moveTo>
                    <a:pt x="4" y="37"/>
                  </a:moveTo>
                  <a:cubicBezTo>
                    <a:pt x="18" y="37"/>
                    <a:pt x="18" y="37"/>
                    <a:pt x="18" y="37"/>
                  </a:cubicBezTo>
                  <a:cubicBezTo>
                    <a:pt x="20" y="38"/>
                    <a:pt x="20" y="38"/>
                    <a:pt x="20" y="38"/>
                  </a:cubicBezTo>
                  <a:cubicBezTo>
                    <a:pt x="28" y="38"/>
                    <a:pt x="28" y="38"/>
                    <a:pt x="28" y="38"/>
                  </a:cubicBezTo>
                  <a:cubicBezTo>
                    <a:pt x="34" y="37"/>
                    <a:pt x="34" y="37"/>
                    <a:pt x="34" y="37"/>
                  </a:cubicBezTo>
                  <a:cubicBezTo>
                    <a:pt x="32" y="33"/>
                    <a:pt x="32" y="33"/>
                    <a:pt x="32" y="33"/>
                  </a:cubicBezTo>
                  <a:cubicBezTo>
                    <a:pt x="32" y="22"/>
                    <a:pt x="32" y="22"/>
                    <a:pt x="32" y="22"/>
                  </a:cubicBezTo>
                  <a:cubicBezTo>
                    <a:pt x="38" y="21"/>
                    <a:pt x="38" y="21"/>
                    <a:pt x="38" y="21"/>
                  </a:cubicBezTo>
                  <a:cubicBezTo>
                    <a:pt x="38" y="17"/>
                    <a:pt x="38" y="17"/>
                    <a:pt x="38" y="17"/>
                  </a:cubicBezTo>
                  <a:cubicBezTo>
                    <a:pt x="37" y="17"/>
                    <a:pt x="37" y="17"/>
                    <a:pt x="37" y="17"/>
                  </a:cubicBezTo>
                  <a:cubicBezTo>
                    <a:pt x="38" y="17"/>
                    <a:pt x="38" y="17"/>
                    <a:pt x="38" y="17"/>
                  </a:cubicBezTo>
                  <a:cubicBezTo>
                    <a:pt x="32" y="16"/>
                    <a:pt x="32" y="16"/>
                    <a:pt x="32" y="16"/>
                  </a:cubicBezTo>
                  <a:cubicBezTo>
                    <a:pt x="30" y="4"/>
                    <a:pt x="30" y="4"/>
                    <a:pt x="30" y="4"/>
                  </a:cubicBezTo>
                  <a:cubicBezTo>
                    <a:pt x="30" y="4"/>
                    <a:pt x="25" y="4"/>
                    <a:pt x="24" y="4"/>
                  </a:cubicBezTo>
                  <a:cubicBezTo>
                    <a:pt x="24" y="4"/>
                    <a:pt x="22" y="6"/>
                    <a:pt x="21" y="6"/>
                  </a:cubicBezTo>
                  <a:cubicBezTo>
                    <a:pt x="20" y="7"/>
                    <a:pt x="19" y="6"/>
                    <a:pt x="18" y="6"/>
                  </a:cubicBezTo>
                  <a:cubicBezTo>
                    <a:pt x="17" y="6"/>
                    <a:pt x="13" y="0"/>
                    <a:pt x="12" y="0"/>
                  </a:cubicBezTo>
                  <a:cubicBezTo>
                    <a:pt x="11" y="0"/>
                    <a:pt x="4" y="0"/>
                    <a:pt x="4" y="0"/>
                  </a:cubicBezTo>
                  <a:cubicBezTo>
                    <a:pt x="1" y="2"/>
                    <a:pt x="1" y="2"/>
                    <a:pt x="1" y="2"/>
                  </a:cubicBezTo>
                  <a:cubicBezTo>
                    <a:pt x="3" y="15"/>
                    <a:pt x="3" y="15"/>
                    <a:pt x="3" y="15"/>
                  </a:cubicBezTo>
                  <a:cubicBezTo>
                    <a:pt x="4" y="21"/>
                    <a:pt x="4" y="21"/>
                    <a:pt x="4" y="21"/>
                  </a:cubicBezTo>
                  <a:cubicBezTo>
                    <a:pt x="0" y="28"/>
                    <a:pt x="0" y="28"/>
                    <a:pt x="0" y="28"/>
                  </a:cubicBezTo>
                  <a:cubicBezTo>
                    <a:pt x="0" y="36"/>
                    <a:pt x="0" y="36"/>
                    <a:pt x="0" y="36"/>
                  </a:cubicBezTo>
                  <a:cubicBezTo>
                    <a:pt x="2" y="35"/>
                    <a:pt x="2" y="35"/>
                    <a:pt x="2" y="35"/>
                  </a:cubicBezTo>
                  <a:lnTo>
                    <a:pt x="4" y="37"/>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09" name="Freeform 382">
              <a:extLst>
                <a:ext uri="{FF2B5EF4-FFF2-40B4-BE49-F238E27FC236}">
                  <a16:creationId xmlns:a16="http://schemas.microsoft.com/office/drawing/2014/main" id="{D074E85D-810C-4170-AAAB-2DFAA0B2C3AF}"/>
                </a:ext>
              </a:extLst>
            </p:cNvPr>
            <p:cNvSpPr>
              <a:spLocks/>
            </p:cNvSpPr>
            <p:nvPr/>
          </p:nvSpPr>
          <p:spPr bwMode="auto">
            <a:xfrm>
              <a:off x="4183993" y="4283049"/>
              <a:ext cx="187325" cy="141287"/>
            </a:xfrm>
            <a:custGeom>
              <a:avLst/>
              <a:gdLst>
                <a:gd name="T0" fmla="*/ 2147483646 w 144"/>
                <a:gd name="T1" fmla="*/ 2147483646 h 109"/>
                <a:gd name="T2" fmla="*/ 2147483646 w 144"/>
                <a:gd name="T3" fmla="*/ 2147483646 h 109"/>
                <a:gd name="T4" fmla="*/ 2147483646 w 144"/>
                <a:gd name="T5" fmla="*/ 2147483646 h 109"/>
                <a:gd name="T6" fmla="*/ 2147483646 w 144"/>
                <a:gd name="T7" fmla="*/ 2147483646 h 109"/>
                <a:gd name="T8" fmla="*/ 2147483646 w 144"/>
                <a:gd name="T9" fmla="*/ 2147483646 h 109"/>
                <a:gd name="T10" fmla="*/ 2147483646 w 144"/>
                <a:gd name="T11" fmla="*/ 2147483646 h 109"/>
                <a:gd name="T12" fmla="*/ 2147483646 w 144"/>
                <a:gd name="T13" fmla="*/ 0 h 109"/>
                <a:gd name="T14" fmla="*/ 2147483646 w 144"/>
                <a:gd name="T15" fmla="*/ 0 h 109"/>
                <a:gd name="T16" fmla="*/ 2147483646 w 144"/>
                <a:gd name="T17" fmla="*/ 2147483646 h 109"/>
                <a:gd name="T18" fmla="*/ 2147483646 w 144"/>
                <a:gd name="T19" fmla="*/ 2147483646 h 109"/>
                <a:gd name="T20" fmla="*/ 2147483646 w 144"/>
                <a:gd name="T21" fmla="*/ 2147483646 h 109"/>
                <a:gd name="T22" fmla="*/ 0 w 144"/>
                <a:gd name="T23" fmla="*/ 2147483646 h 109"/>
                <a:gd name="T24" fmla="*/ 0 w 144"/>
                <a:gd name="T25" fmla="*/ 2147483646 h 109"/>
                <a:gd name="T26" fmla="*/ 2147483646 w 144"/>
                <a:gd name="T27" fmla="*/ 2147483646 h 109"/>
                <a:gd name="T28" fmla="*/ 2147483646 w 144"/>
                <a:gd name="T29" fmla="*/ 2147483646 h 109"/>
                <a:gd name="T30" fmla="*/ 2147483646 w 144"/>
                <a:gd name="T31" fmla="*/ 2147483646 h 109"/>
                <a:gd name="T32" fmla="*/ 2147483646 w 144"/>
                <a:gd name="T33" fmla="*/ 2147483646 h 109"/>
                <a:gd name="T34" fmla="*/ 2147483646 w 144"/>
                <a:gd name="T35" fmla="*/ 2147483646 h 109"/>
                <a:gd name="T36" fmla="*/ 2147483646 w 144"/>
                <a:gd name="T37" fmla="*/ 2147483646 h 109"/>
                <a:gd name="T38" fmla="*/ 2147483646 w 144"/>
                <a:gd name="T39" fmla="*/ 2147483646 h 1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44" h="109">
                  <a:moveTo>
                    <a:pt x="114" y="79"/>
                  </a:moveTo>
                  <a:lnTo>
                    <a:pt x="120" y="79"/>
                  </a:lnTo>
                  <a:lnTo>
                    <a:pt x="138" y="55"/>
                  </a:lnTo>
                  <a:lnTo>
                    <a:pt x="144" y="49"/>
                  </a:lnTo>
                  <a:lnTo>
                    <a:pt x="132" y="49"/>
                  </a:lnTo>
                  <a:lnTo>
                    <a:pt x="108" y="25"/>
                  </a:lnTo>
                  <a:lnTo>
                    <a:pt x="96" y="0"/>
                  </a:lnTo>
                  <a:lnTo>
                    <a:pt x="90" y="0"/>
                  </a:lnTo>
                  <a:lnTo>
                    <a:pt x="54" y="19"/>
                  </a:lnTo>
                  <a:lnTo>
                    <a:pt x="24" y="43"/>
                  </a:lnTo>
                  <a:lnTo>
                    <a:pt x="6" y="67"/>
                  </a:lnTo>
                  <a:lnTo>
                    <a:pt x="0" y="85"/>
                  </a:lnTo>
                  <a:lnTo>
                    <a:pt x="0" y="97"/>
                  </a:lnTo>
                  <a:lnTo>
                    <a:pt x="6" y="109"/>
                  </a:lnTo>
                  <a:lnTo>
                    <a:pt x="36" y="103"/>
                  </a:lnTo>
                  <a:lnTo>
                    <a:pt x="36" y="109"/>
                  </a:lnTo>
                  <a:lnTo>
                    <a:pt x="42" y="85"/>
                  </a:lnTo>
                  <a:lnTo>
                    <a:pt x="72" y="85"/>
                  </a:lnTo>
                  <a:lnTo>
                    <a:pt x="96" y="85"/>
                  </a:lnTo>
                  <a:lnTo>
                    <a:pt x="114" y="79"/>
                  </a:lnTo>
                  <a:close/>
                </a:path>
              </a:pathLst>
            </a:custGeom>
            <a:solidFill>
              <a:srgbClr val="FFFFFF"/>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10" name="Freeform 383">
              <a:extLst>
                <a:ext uri="{FF2B5EF4-FFF2-40B4-BE49-F238E27FC236}">
                  <a16:creationId xmlns:a16="http://schemas.microsoft.com/office/drawing/2014/main" id="{7AE2BC2A-B722-4938-92FE-D112F024E48E}"/>
                </a:ext>
              </a:extLst>
            </p:cNvPr>
            <p:cNvSpPr>
              <a:spLocks/>
            </p:cNvSpPr>
            <p:nvPr/>
          </p:nvSpPr>
          <p:spPr bwMode="auto">
            <a:xfrm>
              <a:off x="4183993" y="4283049"/>
              <a:ext cx="187325" cy="141287"/>
            </a:xfrm>
            <a:custGeom>
              <a:avLst/>
              <a:gdLst>
                <a:gd name="T0" fmla="*/ 2147483646 w 144"/>
                <a:gd name="T1" fmla="*/ 2147483646 h 109"/>
                <a:gd name="T2" fmla="*/ 2147483646 w 144"/>
                <a:gd name="T3" fmla="*/ 2147483646 h 109"/>
                <a:gd name="T4" fmla="*/ 2147483646 w 144"/>
                <a:gd name="T5" fmla="*/ 2147483646 h 109"/>
                <a:gd name="T6" fmla="*/ 2147483646 w 144"/>
                <a:gd name="T7" fmla="*/ 2147483646 h 109"/>
                <a:gd name="T8" fmla="*/ 2147483646 w 144"/>
                <a:gd name="T9" fmla="*/ 2147483646 h 109"/>
                <a:gd name="T10" fmla="*/ 2147483646 w 144"/>
                <a:gd name="T11" fmla="*/ 2147483646 h 109"/>
                <a:gd name="T12" fmla="*/ 2147483646 w 144"/>
                <a:gd name="T13" fmla="*/ 0 h 109"/>
                <a:gd name="T14" fmla="*/ 2147483646 w 144"/>
                <a:gd name="T15" fmla="*/ 0 h 109"/>
                <a:gd name="T16" fmla="*/ 2147483646 w 144"/>
                <a:gd name="T17" fmla="*/ 2147483646 h 109"/>
                <a:gd name="T18" fmla="*/ 2147483646 w 144"/>
                <a:gd name="T19" fmla="*/ 2147483646 h 109"/>
                <a:gd name="T20" fmla="*/ 2147483646 w 144"/>
                <a:gd name="T21" fmla="*/ 2147483646 h 109"/>
                <a:gd name="T22" fmla="*/ 0 w 144"/>
                <a:gd name="T23" fmla="*/ 2147483646 h 109"/>
                <a:gd name="T24" fmla="*/ 0 w 144"/>
                <a:gd name="T25" fmla="*/ 2147483646 h 109"/>
                <a:gd name="T26" fmla="*/ 2147483646 w 144"/>
                <a:gd name="T27" fmla="*/ 2147483646 h 109"/>
                <a:gd name="T28" fmla="*/ 2147483646 w 144"/>
                <a:gd name="T29" fmla="*/ 2147483646 h 109"/>
                <a:gd name="T30" fmla="*/ 2147483646 w 144"/>
                <a:gd name="T31" fmla="*/ 2147483646 h 109"/>
                <a:gd name="T32" fmla="*/ 2147483646 w 144"/>
                <a:gd name="T33" fmla="*/ 2147483646 h 109"/>
                <a:gd name="T34" fmla="*/ 2147483646 w 144"/>
                <a:gd name="T35" fmla="*/ 2147483646 h 109"/>
                <a:gd name="T36" fmla="*/ 2147483646 w 144"/>
                <a:gd name="T37" fmla="*/ 2147483646 h 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44" h="109">
                  <a:moveTo>
                    <a:pt x="114" y="79"/>
                  </a:moveTo>
                  <a:lnTo>
                    <a:pt x="120" y="79"/>
                  </a:lnTo>
                  <a:lnTo>
                    <a:pt x="138" y="55"/>
                  </a:lnTo>
                  <a:lnTo>
                    <a:pt x="144" y="49"/>
                  </a:lnTo>
                  <a:lnTo>
                    <a:pt x="132" y="49"/>
                  </a:lnTo>
                  <a:lnTo>
                    <a:pt x="108" y="25"/>
                  </a:lnTo>
                  <a:lnTo>
                    <a:pt x="96" y="0"/>
                  </a:lnTo>
                  <a:lnTo>
                    <a:pt x="90" y="0"/>
                  </a:lnTo>
                  <a:lnTo>
                    <a:pt x="54" y="19"/>
                  </a:lnTo>
                  <a:lnTo>
                    <a:pt x="24" y="43"/>
                  </a:lnTo>
                  <a:lnTo>
                    <a:pt x="6" y="67"/>
                  </a:lnTo>
                  <a:lnTo>
                    <a:pt x="0" y="85"/>
                  </a:lnTo>
                  <a:lnTo>
                    <a:pt x="0" y="97"/>
                  </a:lnTo>
                  <a:lnTo>
                    <a:pt x="6" y="109"/>
                  </a:lnTo>
                  <a:lnTo>
                    <a:pt x="36" y="103"/>
                  </a:lnTo>
                  <a:lnTo>
                    <a:pt x="36" y="109"/>
                  </a:lnTo>
                  <a:lnTo>
                    <a:pt x="42" y="85"/>
                  </a:lnTo>
                  <a:lnTo>
                    <a:pt x="72" y="85"/>
                  </a:lnTo>
                  <a:lnTo>
                    <a:pt x="96" y="85"/>
                  </a:lnTo>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11" name="Freeform 384">
              <a:extLst>
                <a:ext uri="{FF2B5EF4-FFF2-40B4-BE49-F238E27FC236}">
                  <a16:creationId xmlns:a16="http://schemas.microsoft.com/office/drawing/2014/main" id="{05945514-EF25-4B25-B730-81915893EA76}"/>
                </a:ext>
              </a:extLst>
            </p:cNvPr>
            <p:cNvSpPr>
              <a:spLocks/>
            </p:cNvSpPr>
            <p:nvPr/>
          </p:nvSpPr>
          <p:spPr bwMode="auto">
            <a:xfrm>
              <a:off x="4307818" y="4386236"/>
              <a:ext cx="23812" cy="6350"/>
            </a:xfrm>
            <a:custGeom>
              <a:avLst/>
              <a:gdLst>
                <a:gd name="T0" fmla="*/ 0 w 18"/>
                <a:gd name="T1" fmla="*/ 2147483646 h 6"/>
                <a:gd name="T2" fmla="*/ 2147483646 w 18"/>
                <a:gd name="T3" fmla="*/ 2147483646 h 6"/>
                <a:gd name="T4" fmla="*/ 2147483646 w 18"/>
                <a:gd name="T5" fmla="*/ 0 h 6"/>
                <a:gd name="T6" fmla="*/ 0 w 18"/>
                <a:gd name="T7" fmla="*/ 2147483646 h 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 h="6">
                  <a:moveTo>
                    <a:pt x="0" y="6"/>
                  </a:moveTo>
                  <a:lnTo>
                    <a:pt x="6" y="6"/>
                  </a:lnTo>
                  <a:lnTo>
                    <a:pt x="18" y="0"/>
                  </a:lnTo>
                  <a:lnTo>
                    <a:pt x="0" y="6"/>
                  </a:lnTo>
                  <a:close/>
                </a:path>
              </a:pathLst>
            </a:custGeom>
            <a:solidFill>
              <a:srgbClr val="FFFFFF"/>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12" name="Freeform 385">
              <a:extLst>
                <a:ext uri="{FF2B5EF4-FFF2-40B4-BE49-F238E27FC236}">
                  <a16:creationId xmlns:a16="http://schemas.microsoft.com/office/drawing/2014/main" id="{73F5BA33-446C-4D23-B923-BD73FA5D6F77}"/>
                </a:ext>
              </a:extLst>
            </p:cNvPr>
            <p:cNvSpPr>
              <a:spLocks/>
            </p:cNvSpPr>
            <p:nvPr/>
          </p:nvSpPr>
          <p:spPr bwMode="auto">
            <a:xfrm>
              <a:off x="4307818" y="4386236"/>
              <a:ext cx="23812" cy="6350"/>
            </a:xfrm>
            <a:custGeom>
              <a:avLst/>
              <a:gdLst>
                <a:gd name="T0" fmla="*/ 0 w 18"/>
                <a:gd name="T1" fmla="*/ 2147483646 h 6"/>
                <a:gd name="T2" fmla="*/ 2147483646 w 18"/>
                <a:gd name="T3" fmla="*/ 2147483646 h 6"/>
                <a:gd name="T4" fmla="*/ 2147483646 w 18"/>
                <a:gd name="T5" fmla="*/ 0 h 6"/>
                <a:gd name="T6" fmla="*/ 0 60000 65536"/>
                <a:gd name="T7" fmla="*/ 0 60000 65536"/>
                <a:gd name="T8" fmla="*/ 0 60000 65536"/>
              </a:gdLst>
              <a:ahLst/>
              <a:cxnLst>
                <a:cxn ang="T6">
                  <a:pos x="T0" y="T1"/>
                </a:cxn>
                <a:cxn ang="T7">
                  <a:pos x="T2" y="T3"/>
                </a:cxn>
                <a:cxn ang="T8">
                  <a:pos x="T4" y="T5"/>
                </a:cxn>
              </a:cxnLst>
              <a:rect l="0" t="0" r="r" b="b"/>
              <a:pathLst>
                <a:path w="18" h="6">
                  <a:moveTo>
                    <a:pt x="0" y="6"/>
                  </a:moveTo>
                  <a:lnTo>
                    <a:pt x="6" y="6"/>
                  </a:lnTo>
                  <a:lnTo>
                    <a:pt x="18" y="0"/>
                  </a:lnTo>
                </a:path>
              </a:pathLst>
            </a:custGeom>
            <a:solidFill>
              <a:srgbClr val="FFFFFF"/>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13" name="Freeform 386">
              <a:extLst>
                <a:ext uri="{FF2B5EF4-FFF2-40B4-BE49-F238E27FC236}">
                  <a16:creationId xmlns:a16="http://schemas.microsoft.com/office/drawing/2014/main" id="{40B054EB-76C0-436F-AD65-A0E568B3E325}"/>
                </a:ext>
              </a:extLst>
            </p:cNvPr>
            <p:cNvSpPr>
              <a:spLocks/>
            </p:cNvSpPr>
            <p:nvPr/>
          </p:nvSpPr>
          <p:spPr bwMode="auto">
            <a:xfrm>
              <a:off x="4230030" y="4392586"/>
              <a:ext cx="101600" cy="131763"/>
            </a:xfrm>
            <a:custGeom>
              <a:avLst/>
              <a:gdLst>
                <a:gd name="T0" fmla="*/ 2147483646 w 78"/>
                <a:gd name="T1" fmla="*/ 2147483646 h 102"/>
                <a:gd name="T2" fmla="*/ 2147483646 w 78"/>
                <a:gd name="T3" fmla="*/ 0 h 102"/>
                <a:gd name="T4" fmla="*/ 2147483646 w 78"/>
                <a:gd name="T5" fmla="*/ 0 h 102"/>
                <a:gd name="T6" fmla="*/ 2147483646 w 78"/>
                <a:gd name="T7" fmla="*/ 0 h 102"/>
                <a:gd name="T8" fmla="*/ 0 w 78"/>
                <a:gd name="T9" fmla="*/ 2147483646 h 102"/>
                <a:gd name="T10" fmla="*/ 2147483646 w 78"/>
                <a:gd name="T11" fmla="*/ 2147483646 h 102"/>
                <a:gd name="T12" fmla="*/ 0 w 78"/>
                <a:gd name="T13" fmla="*/ 2147483646 h 102"/>
                <a:gd name="T14" fmla="*/ 0 w 78"/>
                <a:gd name="T15" fmla="*/ 2147483646 h 102"/>
                <a:gd name="T16" fmla="*/ 2147483646 w 78"/>
                <a:gd name="T17" fmla="*/ 2147483646 h 102"/>
                <a:gd name="T18" fmla="*/ 2147483646 w 78"/>
                <a:gd name="T19" fmla="*/ 2147483646 h 102"/>
                <a:gd name="T20" fmla="*/ 2147483646 w 78"/>
                <a:gd name="T21" fmla="*/ 2147483646 h 102"/>
                <a:gd name="T22" fmla="*/ 2147483646 w 78"/>
                <a:gd name="T23" fmla="*/ 2147483646 h 102"/>
                <a:gd name="T24" fmla="*/ 2147483646 w 78"/>
                <a:gd name="T25" fmla="*/ 2147483646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8" h="102">
                  <a:moveTo>
                    <a:pt x="60" y="6"/>
                  </a:moveTo>
                  <a:lnTo>
                    <a:pt x="60" y="0"/>
                  </a:lnTo>
                  <a:lnTo>
                    <a:pt x="36" y="0"/>
                  </a:lnTo>
                  <a:lnTo>
                    <a:pt x="6" y="0"/>
                  </a:lnTo>
                  <a:lnTo>
                    <a:pt x="0" y="24"/>
                  </a:lnTo>
                  <a:lnTo>
                    <a:pt x="12" y="42"/>
                  </a:lnTo>
                  <a:lnTo>
                    <a:pt x="0" y="66"/>
                  </a:lnTo>
                  <a:lnTo>
                    <a:pt x="0" y="84"/>
                  </a:lnTo>
                  <a:lnTo>
                    <a:pt x="6" y="102"/>
                  </a:lnTo>
                  <a:lnTo>
                    <a:pt x="36" y="102"/>
                  </a:lnTo>
                  <a:lnTo>
                    <a:pt x="78" y="90"/>
                  </a:lnTo>
                  <a:lnTo>
                    <a:pt x="60" y="36"/>
                  </a:lnTo>
                  <a:lnTo>
                    <a:pt x="60" y="6"/>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14" name="Freeform 387">
              <a:extLst>
                <a:ext uri="{FF2B5EF4-FFF2-40B4-BE49-F238E27FC236}">
                  <a16:creationId xmlns:a16="http://schemas.microsoft.com/office/drawing/2014/main" id="{9BA49D42-EC38-4252-AE03-6AA59905FC0E}"/>
                </a:ext>
              </a:extLst>
            </p:cNvPr>
            <p:cNvSpPr>
              <a:spLocks/>
            </p:cNvSpPr>
            <p:nvPr/>
          </p:nvSpPr>
          <p:spPr bwMode="auto">
            <a:xfrm>
              <a:off x="4383140" y="4291533"/>
              <a:ext cx="296862" cy="266700"/>
            </a:xfrm>
            <a:custGeom>
              <a:avLst/>
              <a:gdLst>
                <a:gd name="T0" fmla="*/ 2147483646 w 228"/>
                <a:gd name="T1" fmla="*/ 2147483646 h 205"/>
                <a:gd name="T2" fmla="*/ 2147483646 w 228"/>
                <a:gd name="T3" fmla="*/ 2147483646 h 205"/>
                <a:gd name="T4" fmla="*/ 2147483646 w 228"/>
                <a:gd name="T5" fmla="*/ 2147483646 h 205"/>
                <a:gd name="T6" fmla="*/ 2147483646 w 228"/>
                <a:gd name="T7" fmla="*/ 2147483646 h 205"/>
                <a:gd name="T8" fmla="*/ 2147483646 w 228"/>
                <a:gd name="T9" fmla="*/ 2147483646 h 205"/>
                <a:gd name="T10" fmla="*/ 2147483646 w 228"/>
                <a:gd name="T11" fmla="*/ 2147483646 h 205"/>
                <a:gd name="T12" fmla="*/ 2147483646 w 228"/>
                <a:gd name="T13" fmla="*/ 2147483646 h 205"/>
                <a:gd name="T14" fmla="*/ 2147483646 w 228"/>
                <a:gd name="T15" fmla="*/ 2147483646 h 205"/>
                <a:gd name="T16" fmla="*/ 2147483646 w 228"/>
                <a:gd name="T17" fmla="*/ 2147483646 h 205"/>
                <a:gd name="T18" fmla="*/ 2147483646 w 228"/>
                <a:gd name="T19" fmla="*/ 0 h 205"/>
                <a:gd name="T20" fmla="*/ 2147483646 w 228"/>
                <a:gd name="T21" fmla="*/ 2147483646 h 205"/>
                <a:gd name="T22" fmla="*/ 2147483646 w 228"/>
                <a:gd name="T23" fmla="*/ 2147483646 h 205"/>
                <a:gd name="T24" fmla="*/ 2147483646 w 228"/>
                <a:gd name="T25" fmla="*/ 2147483646 h 205"/>
                <a:gd name="T26" fmla="*/ 2147483646 w 228"/>
                <a:gd name="T27" fmla="*/ 2147483646 h 205"/>
                <a:gd name="T28" fmla="*/ 2147483646 w 228"/>
                <a:gd name="T29" fmla="*/ 2147483646 h 205"/>
                <a:gd name="T30" fmla="*/ 2147483646 w 228"/>
                <a:gd name="T31" fmla="*/ 2147483646 h 205"/>
                <a:gd name="T32" fmla="*/ 2147483646 w 228"/>
                <a:gd name="T33" fmla="*/ 2147483646 h 205"/>
                <a:gd name="T34" fmla="*/ 2147483646 w 228"/>
                <a:gd name="T35" fmla="*/ 2147483646 h 205"/>
                <a:gd name="T36" fmla="*/ 2147483646 w 228"/>
                <a:gd name="T37" fmla="*/ 2147483646 h 205"/>
                <a:gd name="T38" fmla="*/ 0 w 228"/>
                <a:gd name="T39" fmla="*/ 2147483646 h 205"/>
                <a:gd name="T40" fmla="*/ 0 w 228"/>
                <a:gd name="T41" fmla="*/ 2147483646 h 205"/>
                <a:gd name="T42" fmla="*/ 2147483646 w 228"/>
                <a:gd name="T43" fmla="*/ 2147483646 h 205"/>
                <a:gd name="T44" fmla="*/ 2147483646 w 228"/>
                <a:gd name="T45" fmla="*/ 2147483646 h 205"/>
                <a:gd name="T46" fmla="*/ 2147483646 w 228"/>
                <a:gd name="T47" fmla="*/ 2147483646 h 205"/>
                <a:gd name="T48" fmla="*/ 2147483646 w 228"/>
                <a:gd name="T49" fmla="*/ 2147483646 h 205"/>
                <a:gd name="T50" fmla="*/ 2147483646 w 228"/>
                <a:gd name="T51" fmla="*/ 2147483646 h 205"/>
                <a:gd name="T52" fmla="*/ 2147483646 w 228"/>
                <a:gd name="T53" fmla="*/ 2147483646 h 20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28" h="205">
                  <a:moveTo>
                    <a:pt x="120" y="151"/>
                  </a:moveTo>
                  <a:lnTo>
                    <a:pt x="150" y="163"/>
                  </a:lnTo>
                  <a:lnTo>
                    <a:pt x="180" y="121"/>
                  </a:lnTo>
                  <a:lnTo>
                    <a:pt x="198" y="73"/>
                  </a:lnTo>
                  <a:lnTo>
                    <a:pt x="204" y="55"/>
                  </a:lnTo>
                  <a:lnTo>
                    <a:pt x="222" y="49"/>
                  </a:lnTo>
                  <a:lnTo>
                    <a:pt x="228" y="31"/>
                  </a:lnTo>
                  <a:lnTo>
                    <a:pt x="210" y="25"/>
                  </a:lnTo>
                  <a:lnTo>
                    <a:pt x="198" y="7"/>
                  </a:lnTo>
                  <a:lnTo>
                    <a:pt x="204" y="0"/>
                  </a:lnTo>
                  <a:lnTo>
                    <a:pt x="174" y="25"/>
                  </a:lnTo>
                  <a:lnTo>
                    <a:pt x="144" y="31"/>
                  </a:lnTo>
                  <a:lnTo>
                    <a:pt x="108" y="31"/>
                  </a:lnTo>
                  <a:lnTo>
                    <a:pt x="84" y="43"/>
                  </a:lnTo>
                  <a:lnTo>
                    <a:pt x="48" y="31"/>
                  </a:lnTo>
                  <a:lnTo>
                    <a:pt x="24" y="31"/>
                  </a:lnTo>
                  <a:lnTo>
                    <a:pt x="12" y="49"/>
                  </a:lnTo>
                  <a:lnTo>
                    <a:pt x="12" y="67"/>
                  </a:lnTo>
                  <a:lnTo>
                    <a:pt x="12" y="91"/>
                  </a:lnTo>
                  <a:lnTo>
                    <a:pt x="0" y="133"/>
                  </a:lnTo>
                  <a:lnTo>
                    <a:pt x="0" y="163"/>
                  </a:lnTo>
                  <a:lnTo>
                    <a:pt x="24" y="163"/>
                  </a:lnTo>
                  <a:lnTo>
                    <a:pt x="48" y="193"/>
                  </a:lnTo>
                  <a:lnTo>
                    <a:pt x="72" y="199"/>
                  </a:lnTo>
                  <a:lnTo>
                    <a:pt x="96" y="205"/>
                  </a:lnTo>
                  <a:lnTo>
                    <a:pt x="102" y="175"/>
                  </a:lnTo>
                  <a:lnTo>
                    <a:pt x="120" y="151"/>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15" name="Freeform 393">
              <a:extLst>
                <a:ext uri="{FF2B5EF4-FFF2-40B4-BE49-F238E27FC236}">
                  <a16:creationId xmlns:a16="http://schemas.microsoft.com/office/drawing/2014/main" id="{D11F68C6-4F5B-4188-93BC-7D4DC1B6CEDC}"/>
                </a:ext>
              </a:extLst>
            </p:cNvPr>
            <p:cNvSpPr>
              <a:spLocks/>
            </p:cNvSpPr>
            <p:nvPr/>
          </p:nvSpPr>
          <p:spPr bwMode="auto">
            <a:xfrm>
              <a:off x="4331630" y="4344961"/>
              <a:ext cx="63500" cy="157163"/>
            </a:xfrm>
            <a:custGeom>
              <a:avLst/>
              <a:gdLst>
                <a:gd name="T0" fmla="*/ 2147483646 w 48"/>
                <a:gd name="T1" fmla="*/ 2147483646 h 120"/>
                <a:gd name="T2" fmla="*/ 2147483646 w 48"/>
                <a:gd name="T3" fmla="*/ 2147483646 h 120"/>
                <a:gd name="T4" fmla="*/ 2147483646 w 48"/>
                <a:gd name="T5" fmla="*/ 2147483646 h 120"/>
                <a:gd name="T6" fmla="*/ 2147483646 w 48"/>
                <a:gd name="T7" fmla="*/ 2147483646 h 120"/>
                <a:gd name="T8" fmla="*/ 2147483646 w 48"/>
                <a:gd name="T9" fmla="*/ 0 h 120"/>
                <a:gd name="T10" fmla="*/ 2147483646 w 48"/>
                <a:gd name="T11" fmla="*/ 2147483646 h 120"/>
                <a:gd name="T12" fmla="*/ 2147483646 w 48"/>
                <a:gd name="T13" fmla="*/ 2147483646 h 120"/>
                <a:gd name="T14" fmla="*/ 0 w 48"/>
                <a:gd name="T15" fmla="*/ 2147483646 h 120"/>
                <a:gd name="T16" fmla="*/ 0 w 48"/>
                <a:gd name="T17" fmla="*/ 2147483646 h 120"/>
                <a:gd name="T18" fmla="*/ 2147483646 w 48"/>
                <a:gd name="T19" fmla="*/ 2147483646 h 120"/>
                <a:gd name="T20" fmla="*/ 2147483646 w 48"/>
                <a:gd name="T21" fmla="*/ 2147483646 h 120"/>
                <a:gd name="T22" fmla="*/ 2147483646 w 48"/>
                <a:gd name="T23" fmla="*/ 2147483646 h 120"/>
                <a:gd name="T24" fmla="*/ 2147483646 w 48"/>
                <a:gd name="T25" fmla="*/ 2147483646 h 120"/>
                <a:gd name="T26" fmla="*/ 2147483646 w 48"/>
                <a:gd name="T27" fmla="*/ 2147483646 h 120"/>
                <a:gd name="T28" fmla="*/ 2147483646 w 48"/>
                <a:gd name="T29" fmla="*/ 2147483646 h 1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8" h="120">
                  <a:moveTo>
                    <a:pt x="48" y="48"/>
                  </a:moveTo>
                  <a:lnTo>
                    <a:pt x="48" y="24"/>
                  </a:lnTo>
                  <a:lnTo>
                    <a:pt x="48" y="6"/>
                  </a:lnTo>
                  <a:lnTo>
                    <a:pt x="42" y="6"/>
                  </a:lnTo>
                  <a:lnTo>
                    <a:pt x="30" y="0"/>
                  </a:lnTo>
                  <a:lnTo>
                    <a:pt x="24" y="6"/>
                  </a:lnTo>
                  <a:lnTo>
                    <a:pt x="6" y="30"/>
                  </a:lnTo>
                  <a:lnTo>
                    <a:pt x="0" y="30"/>
                  </a:lnTo>
                  <a:lnTo>
                    <a:pt x="0" y="48"/>
                  </a:lnTo>
                  <a:lnTo>
                    <a:pt x="6" y="90"/>
                  </a:lnTo>
                  <a:lnTo>
                    <a:pt x="24" y="120"/>
                  </a:lnTo>
                  <a:lnTo>
                    <a:pt x="36" y="120"/>
                  </a:lnTo>
                  <a:lnTo>
                    <a:pt x="36" y="90"/>
                  </a:lnTo>
                  <a:lnTo>
                    <a:pt x="48" y="48"/>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16" name="Freeform 394">
              <a:extLst>
                <a:ext uri="{FF2B5EF4-FFF2-40B4-BE49-F238E27FC236}">
                  <a16:creationId xmlns:a16="http://schemas.microsoft.com/office/drawing/2014/main" id="{21913027-9B3D-401D-A2E9-FD57471237D3}"/>
                </a:ext>
              </a:extLst>
            </p:cNvPr>
            <p:cNvSpPr>
              <a:spLocks/>
            </p:cNvSpPr>
            <p:nvPr/>
          </p:nvSpPr>
          <p:spPr bwMode="auto">
            <a:xfrm>
              <a:off x="4307818" y="4386236"/>
              <a:ext cx="55562" cy="123825"/>
            </a:xfrm>
            <a:custGeom>
              <a:avLst/>
              <a:gdLst>
                <a:gd name="T0" fmla="*/ 2147483646 w 42"/>
                <a:gd name="T1" fmla="*/ 2147483646 h 96"/>
                <a:gd name="T2" fmla="*/ 2147483646 w 42"/>
                <a:gd name="T3" fmla="*/ 0 h 96"/>
                <a:gd name="T4" fmla="*/ 2147483646 w 42"/>
                <a:gd name="T5" fmla="*/ 2147483646 h 96"/>
                <a:gd name="T6" fmla="*/ 0 w 42"/>
                <a:gd name="T7" fmla="*/ 2147483646 h 96"/>
                <a:gd name="T8" fmla="*/ 0 w 42"/>
                <a:gd name="T9" fmla="*/ 2147483646 h 96"/>
                <a:gd name="T10" fmla="*/ 0 w 42"/>
                <a:gd name="T11" fmla="*/ 2147483646 h 96"/>
                <a:gd name="T12" fmla="*/ 2147483646 w 42"/>
                <a:gd name="T13" fmla="*/ 2147483646 h 96"/>
                <a:gd name="T14" fmla="*/ 2147483646 w 42"/>
                <a:gd name="T15" fmla="*/ 2147483646 h 96"/>
                <a:gd name="T16" fmla="*/ 2147483646 w 42"/>
                <a:gd name="T17" fmla="*/ 2147483646 h 96"/>
                <a:gd name="T18" fmla="*/ 2147483646 w 42"/>
                <a:gd name="T19" fmla="*/ 2147483646 h 9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2" h="96">
                  <a:moveTo>
                    <a:pt x="18" y="18"/>
                  </a:moveTo>
                  <a:lnTo>
                    <a:pt x="18" y="0"/>
                  </a:lnTo>
                  <a:lnTo>
                    <a:pt x="6" y="6"/>
                  </a:lnTo>
                  <a:lnTo>
                    <a:pt x="0" y="6"/>
                  </a:lnTo>
                  <a:lnTo>
                    <a:pt x="0" y="12"/>
                  </a:lnTo>
                  <a:lnTo>
                    <a:pt x="0" y="42"/>
                  </a:lnTo>
                  <a:lnTo>
                    <a:pt x="18" y="96"/>
                  </a:lnTo>
                  <a:lnTo>
                    <a:pt x="42" y="90"/>
                  </a:lnTo>
                  <a:lnTo>
                    <a:pt x="24" y="60"/>
                  </a:lnTo>
                  <a:lnTo>
                    <a:pt x="18" y="18"/>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17" name="Freeform 395">
              <a:extLst>
                <a:ext uri="{FF2B5EF4-FFF2-40B4-BE49-F238E27FC236}">
                  <a16:creationId xmlns:a16="http://schemas.microsoft.com/office/drawing/2014/main" id="{22449472-3C89-4FEE-985B-58B134B29C74}"/>
                </a:ext>
              </a:extLst>
            </p:cNvPr>
            <p:cNvSpPr>
              <a:spLocks/>
            </p:cNvSpPr>
            <p:nvPr/>
          </p:nvSpPr>
          <p:spPr bwMode="auto">
            <a:xfrm>
              <a:off x="4579991" y="5102223"/>
              <a:ext cx="320675" cy="325438"/>
            </a:xfrm>
            <a:custGeom>
              <a:avLst/>
              <a:gdLst>
                <a:gd name="T0" fmla="*/ 2147483646 w 246"/>
                <a:gd name="T1" fmla="*/ 2147483646 h 252"/>
                <a:gd name="T2" fmla="*/ 2147483646 w 246"/>
                <a:gd name="T3" fmla="*/ 2147483646 h 252"/>
                <a:gd name="T4" fmla="*/ 2147483646 w 246"/>
                <a:gd name="T5" fmla="*/ 2147483646 h 252"/>
                <a:gd name="T6" fmla="*/ 2147483646 w 246"/>
                <a:gd name="T7" fmla="*/ 2147483646 h 252"/>
                <a:gd name="T8" fmla="*/ 2147483646 w 246"/>
                <a:gd name="T9" fmla="*/ 2147483646 h 252"/>
                <a:gd name="T10" fmla="*/ 2147483646 w 246"/>
                <a:gd name="T11" fmla="*/ 2147483646 h 252"/>
                <a:gd name="T12" fmla="*/ 2147483646 w 246"/>
                <a:gd name="T13" fmla="*/ 2147483646 h 252"/>
                <a:gd name="T14" fmla="*/ 2147483646 w 246"/>
                <a:gd name="T15" fmla="*/ 2147483646 h 252"/>
                <a:gd name="T16" fmla="*/ 2147483646 w 246"/>
                <a:gd name="T17" fmla="*/ 2147483646 h 252"/>
                <a:gd name="T18" fmla="*/ 2147483646 w 246"/>
                <a:gd name="T19" fmla="*/ 2147483646 h 252"/>
                <a:gd name="T20" fmla="*/ 2147483646 w 246"/>
                <a:gd name="T21" fmla="*/ 2147483646 h 252"/>
                <a:gd name="T22" fmla="*/ 2147483646 w 246"/>
                <a:gd name="T23" fmla="*/ 2147483646 h 252"/>
                <a:gd name="T24" fmla="*/ 2147483646 w 246"/>
                <a:gd name="T25" fmla="*/ 2147483646 h 252"/>
                <a:gd name="T26" fmla="*/ 2147483646 w 246"/>
                <a:gd name="T27" fmla="*/ 2147483646 h 252"/>
                <a:gd name="T28" fmla="*/ 2147483646 w 246"/>
                <a:gd name="T29" fmla="*/ 2147483646 h 252"/>
                <a:gd name="T30" fmla="*/ 2147483646 w 246"/>
                <a:gd name="T31" fmla="*/ 2147483646 h 252"/>
                <a:gd name="T32" fmla="*/ 2147483646 w 246"/>
                <a:gd name="T33" fmla="*/ 2147483646 h 252"/>
                <a:gd name="T34" fmla="*/ 2147483646 w 246"/>
                <a:gd name="T35" fmla="*/ 2147483646 h 252"/>
                <a:gd name="T36" fmla="*/ 2147483646 w 246"/>
                <a:gd name="T37" fmla="*/ 2147483646 h 252"/>
                <a:gd name="T38" fmla="*/ 2147483646 w 246"/>
                <a:gd name="T39" fmla="*/ 0 h 252"/>
                <a:gd name="T40" fmla="*/ 2147483646 w 246"/>
                <a:gd name="T41" fmla="*/ 2147483646 h 252"/>
                <a:gd name="T42" fmla="*/ 0 w 246"/>
                <a:gd name="T43" fmla="*/ 2147483646 h 252"/>
                <a:gd name="T44" fmla="*/ 2147483646 w 246"/>
                <a:gd name="T45" fmla="*/ 2147483646 h 252"/>
                <a:gd name="T46" fmla="*/ 2147483646 w 246"/>
                <a:gd name="T47" fmla="*/ 2147483646 h 252"/>
                <a:gd name="T48" fmla="*/ 2147483646 w 246"/>
                <a:gd name="T49" fmla="*/ 2147483646 h 252"/>
                <a:gd name="T50" fmla="*/ 2147483646 w 246"/>
                <a:gd name="T51" fmla="*/ 2147483646 h 252"/>
                <a:gd name="T52" fmla="*/ 2147483646 w 246"/>
                <a:gd name="T53" fmla="*/ 2147483646 h 252"/>
                <a:gd name="T54" fmla="*/ 2147483646 w 246"/>
                <a:gd name="T55" fmla="*/ 2147483646 h 25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46" h="252">
                  <a:moveTo>
                    <a:pt x="126" y="252"/>
                  </a:moveTo>
                  <a:lnTo>
                    <a:pt x="144" y="246"/>
                  </a:lnTo>
                  <a:lnTo>
                    <a:pt x="156" y="162"/>
                  </a:lnTo>
                  <a:lnTo>
                    <a:pt x="156" y="108"/>
                  </a:lnTo>
                  <a:lnTo>
                    <a:pt x="168" y="102"/>
                  </a:lnTo>
                  <a:lnTo>
                    <a:pt x="174" y="36"/>
                  </a:lnTo>
                  <a:lnTo>
                    <a:pt x="222" y="24"/>
                  </a:lnTo>
                  <a:lnTo>
                    <a:pt x="240" y="18"/>
                  </a:lnTo>
                  <a:lnTo>
                    <a:pt x="246" y="18"/>
                  </a:lnTo>
                  <a:lnTo>
                    <a:pt x="234" y="12"/>
                  </a:lnTo>
                  <a:lnTo>
                    <a:pt x="210" y="12"/>
                  </a:lnTo>
                  <a:lnTo>
                    <a:pt x="216" y="18"/>
                  </a:lnTo>
                  <a:lnTo>
                    <a:pt x="210" y="12"/>
                  </a:lnTo>
                  <a:lnTo>
                    <a:pt x="174" y="18"/>
                  </a:lnTo>
                  <a:lnTo>
                    <a:pt x="126" y="18"/>
                  </a:lnTo>
                  <a:lnTo>
                    <a:pt x="114" y="12"/>
                  </a:lnTo>
                  <a:lnTo>
                    <a:pt x="30" y="12"/>
                  </a:lnTo>
                  <a:lnTo>
                    <a:pt x="18" y="0"/>
                  </a:lnTo>
                  <a:lnTo>
                    <a:pt x="6" y="6"/>
                  </a:lnTo>
                  <a:lnTo>
                    <a:pt x="0" y="42"/>
                  </a:lnTo>
                  <a:lnTo>
                    <a:pt x="42" y="126"/>
                  </a:lnTo>
                  <a:lnTo>
                    <a:pt x="48" y="144"/>
                  </a:lnTo>
                  <a:lnTo>
                    <a:pt x="60" y="222"/>
                  </a:lnTo>
                  <a:lnTo>
                    <a:pt x="90" y="252"/>
                  </a:lnTo>
                  <a:lnTo>
                    <a:pt x="96" y="240"/>
                  </a:lnTo>
                  <a:lnTo>
                    <a:pt x="126" y="252"/>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grpSp>
          <p:nvGrpSpPr>
            <p:cNvPr id="318" name="Group 453">
              <a:extLst>
                <a:ext uri="{FF2B5EF4-FFF2-40B4-BE49-F238E27FC236}">
                  <a16:creationId xmlns:a16="http://schemas.microsoft.com/office/drawing/2014/main" id="{09E35BE4-67DA-4B08-B249-2DE1FFDA900E}"/>
                </a:ext>
              </a:extLst>
            </p:cNvPr>
            <p:cNvGrpSpPr>
              <a:grpSpLocks/>
            </p:cNvGrpSpPr>
            <p:nvPr/>
          </p:nvGrpSpPr>
          <p:grpSpPr bwMode="auto">
            <a:xfrm>
              <a:off x="4087351" y="2900361"/>
              <a:ext cx="250825" cy="368300"/>
              <a:chOff x="2201" y="1250"/>
              <a:chExt cx="133" cy="193"/>
            </a:xfrm>
          </p:grpSpPr>
          <p:sp>
            <p:nvSpPr>
              <p:cNvPr id="497" name="Freeform 454">
                <a:extLst>
                  <a:ext uri="{FF2B5EF4-FFF2-40B4-BE49-F238E27FC236}">
                    <a16:creationId xmlns:a16="http://schemas.microsoft.com/office/drawing/2014/main" id="{84DC27F1-3198-401E-9AC7-44A361E70030}"/>
                  </a:ext>
                </a:extLst>
              </p:cNvPr>
              <p:cNvSpPr>
                <a:spLocks/>
              </p:cNvSpPr>
              <p:nvPr/>
            </p:nvSpPr>
            <p:spPr bwMode="auto">
              <a:xfrm>
                <a:off x="2234" y="1250"/>
                <a:ext cx="100" cy="193"/>
              </a:xfrm>
              <a:custGeom>
                <a:avLst/>
                <a:gdLst>
                  <a:gd name="T0" fmla="*/ 2265696 w 24"/>
                  <a:gd name="T1" fmla="*/ 11636360 h 47"/>
                  <a:gd name="T2" fmla="*/ 1548613 w 24"/>
                  <a:gd name="T3" fmla="*/ 10984915 h 47"/>
                  <a:gd name="T4" fmla="*/ 3815242 w 24"/>
                  <a:gd name="T5" fmla="*/ 9628014 h 47"/>
                  <a:gd name="T6" fmla="*/ 3443575 w 24"/>
                  <a:gd name="T7" fmla="*/ 8328599 h 47"/>
                  <a:gd name="T8" fmla="*/ 3008975 w 24"/>
                  <a:gd name="T9" fmla="*/ 7283639 h 47"/>
                  <a:gd name="T10" fmla="*/ 1177883 w 24"/>
                  <a:gd name="T11" fmla="*/ 7283639 h 47"/>
                  <a:gd name="T12" fmla="*/ 1548613 w 24"/>
                  <a:gd name="T13" fmla="*/ 5335900 h 47"/>
                  <a:gd name="T14" fmla="*/ 371667 w 24"/>
                  <a:gd name="T15" fmla="*/ 5983953 h 47"/>
                  <a:gd name="T16" fmla="*/ 0 w 24"/>
                  <a:gd name="T17" fmla="*/ 4290936 h 47"/>
                  <a:gd name="T18" fmla="*/ 0 w 24"/>
                  <a:gd name="T19" fmla="*/ 2675083 h 47"/>
                  <a:gd name="T20" fmla="*/ 371667 w 24"/>
                  <a:gd name="T21" fmla="*/ 1299416 h 47"/>
                  <a:gd name="T22" fmla="*/ 1920279 w 24"/>
                  <a:gd name="T23" fmla="*/ 0 h 47"/>
                  <a:gd name="T24" fmla="*/ 3008975 w 24"/>
                  <a:gd name="T25" fmla="*/ 316438 h 47"/>
                  <a:gd name="T26" fmla="*/ 2637292 w 24"/>
                  <a:gd name="T27" fmla="*/ 2028208 h 47"/>
                  <a:gd name="T28" fmla="*/ 4907846 w 24"/>
                  <a:gd name="T29" fmla="*/ 2028208 h 47"/>
                  <a:gd name="T30" fmla="*/ 4185992 w 24"/>
                  <a:gd name="T31" fmla="*/ 3644078 h 47"/>
                  <a:gd name="T32" fmla="*/ 3443575 w 24"/>
                  <a:gd name="T33" fmla="*/ 5019458 h 47"/>
                  <a:gd name="T34" fmla="*/ 4907846 w 24"/>
                  <a:gd name="T35" fmla="*/ 5652403 h 47"/>
                  <a:gd name="T36" fmla="*/ 6452554 w 24"/>
                  <a:gd name="T37" fmla="*/ 8012161 h 47"/>
                  <a:gd name="T38" fmla="*/ 7174704 w 24"/>
                  <a:gd name="T39" fmla="*/ 9628014 h 47"/>
                  <a:gd name="T40" fmla="*/ 7174704 w 24"/>
                  <a:gd name="T41" fmla="*/ 10591397 h 47"/>
                  <a:gd name="T42" fmla="*/ 8723388 w 24"/>
                  <a:gd name="T43" fmla="*/ 10591397 h 47"/>
                  <a:gd name="T44" fmla="*/ 8351425 w 24"/>
                  <a:gd name="T45" fmla="*/ 12936043 h 47"/>
                  <a:gd name="T46" fmla="*/ 9094983 w 24"/>
                  <a:gd name="T47" fmla="*/ 13252214 h 47"/>
                  <a:gd name="T48" fmla="*/ 6452554 w 24"/>
                  <a:gd name="T49" fmla="*/ 14312535 h 47"/>
                  <a:gd name="T50" fmla="*/ 4185992 w 24"/>
                  <a:gd name="T51" fmla="*/ 14628977 h 47"/>
                  <a:gd name="T52" fmla="*/ 3008975 w 24"/>
                  <a:gd name="T53" fmla="*/ 14963980 h 47"/>
                  <a:gd name="T54" fmla="*/ 1548613 w 24"/>
                  <a:gd name="T55" fmla="*/ 14963980 h 47"/>
                  <a:gd name="T56" fmla="*/ 371667 w 24"/>
                  <a:gd name="T57" fmla="*/ 15280422 h 47"/>
                  <a:gd name="T58" fmla="*/ 1920279 w 24"/>
                  <a:gd name="T59" fmla="*/ 13899088 h 47"/>
                  <a:gd name="T60" fmla="*/ 2265696 w 24"/>
                  <a:gd name="T61" fmla="*/ 12619535 h 47"/>
                  <a:gd name="T62" fmla="*/ 1177883 w 24"/>
                  <a:gd name="T63" fmla="*/ 12284331 h 4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4" h="47">
                    <a:moveTo>
                      <a:pt x="3" y="37"/>
                    </a:moveTo>
                    <a:cubicBezTo>
                      <a:pt x="6" y="35"/>
                      <a:pt x="6" y="35"/>
                      <a:pt x="6" y="35"/>
                    </a:cubicBezTo>
                    <a:cubicBezTo>
                      <a:pt x="6" y="33"/>
                      <a:pt x="6" y="33"/>
                      <a:pt x="6" y="33"/>
                    </a:cubicBezTo>
                    <a:cubicBezTo>
                      <a:pt x="4" y="33"/>
                      <a:pt x="4" y="33"/>
                      <a:pt x="4" y="33"/>
                    </a:cubicBezTo>
                    <a:cubicBezTo>
                      <a:pt x="6" y="30"/>
                      <a:pt x="6" y="30"/>
                      <a:pt x="6" y="30"/>
                    </a:cubicBezTo>
                    <a:cubicBezTo>
                      <a:pt x="10" y="29"/>
                      <a:pt x="10" y="29"/>
                      <a:pt x="10" y="29"/>
                    </a:cubicBezTo>
                    <a:cubicBezTo>
                      <a:pt x="9" y="26"/>
                      <a:pt x="9" y="26"/>
                      <a:pt x="9" y="26"/>
                    </a:cubicBezTo>
                    <a:cubicBezTo>
                      <a:pt x="9" y="25"/>
                      <a:pt x="9" y="25"/>
                      <a:pt x="9" y="25"/>
                    </a:cubicBezTo>
                    <a:cubicBezTo>
                      <a:pt x="8" y="23"/>
                      <a:pt x="8" y="23"/>
                      <a:pt x="8" y="23"/>
                    </a:cubicBezTo>
                    <a:cubicBezTo>
                      <a:pt x="8" y="22"/>
                      <a:pt x="8" y="22"/>
                      <a:pt x="8" y="22"/>
                    </a:cubicBezTo>
                    <a:cubicBezTo>
                      <a:pt x="5" y="22"/>
                      <a:pt x="5" y="22"/>
                      <a:pt x="5" y="22"/>
                    </a:cubicBezTo>
                    <a:cubicBezTo>
                      <a:pt x="3" y="22"/>
                      <a:pt x="3" y="22"/>
                      <a:pt x="3" y="22"/>
                    </a:cubicBezTo>
                    <a:cubicBezTo>
                      <a:pt x="3" y="20"/>
                      <a:pt x="3" y="20"/>
                      <a:pt x="3" y="20"/>
                    </a:cubicBezTo>
                    <a:cubicBezTo>
                      <a:pt x="4" y="16"/>
                      <a:pt x="4" y="16"/>
                      <a:pt x="4" y="16"/>
                    </a:cubicBezTo>
                    <a:cubicBezTo>
                      <a:pt x="2" y="16"/>
                      <a:pt x="2" y="16"/>
                      <a:pt x="2" y="16"/>
                    </a:cubicBezTo>
                    <a:cubicBezTo>
                      <a:pt x="1" y="18"/>
                      <a:pt x="1" y="18"/>
                      <a:pt x="1" y="18"/>
                    </a:cubicBezTo>
                    <a:cubicBezTo>
                      <a:pt x="1" y="18"/>
                      <a:pt x="0" y="17"/>
                      <a:pt x="0" y="16"/>
                    </a:cubicBezTo>
                    <a:cubicBezTo>
                      <a:pt x="0" y="15"/>
                      <a:pt x="0" y="13"/>
                      <a:pt x="0" y="13"/>
                    </a:cubicBezTo>
                    <a:cubicBezTo>
                      <a:pt x="0" y="11"/>
                      <a:pt x="0" y="11"/>
                      <a:pt x="0" y="11"/>
                    </a:cubicBezTo>
                    <a:cubicBezTo>
                      <a:pt x="0" y="8"/>
                      <a:pt x="0" y="8"/>
                      <a:pt x="0" y="8"/>
                    </a:cubicBezTo>
                    <a:cubicBezTo>
                      <a:pt x="0" y="6"/>
                      <a:pt x="0" y="6"/>
                      <a:pt x="0" y="6"/>
                    </a:cubicBezTo>
                    <a:cubicBezTo>
                      <a:pt x="1" y="4"/>
                      <a:pt x="1" y="4"/>
                      <a:pt x="1" y="4"/>
                    </a:cubicBezTo>
                    <a:cubicBezTo>
                      <a:pt x="3" y="0"/>
                      <a:pt x="3" y="0"/>
                      <a:pt x="3" y="0"/>
                    </a:cubicBezTo>
                    <a:cubicBezTo>
                      <a:pt x="5" y="0"/>
                      <a:pt x="5" y="0"/>
                      <a:pt x="5" y="0"/>
                    </a:cubicBezTo>
                    <a:cubicBezTo>
                      <a:pt x="8" y="0"/>
                      <a:pt x="8" y="0"/>
                      <a:pt x="8" y="0"/>
                    </a:cubicBezTo>
                    <a:cubicBezTo>
                      <a:pt x="8" y="1"/>
                      <a:pt x="8" y="1"/>
                      <a:pt x="8" y="1"/>
                    </a:cubicBezTo>
                    <a:cubicBezTo>
                      <a:pt x="6" y="5"/>
                      <a:pt x="6" y="5"/>
                      <a:pt x="6" y="5"/>
                    </a:cubicBezTo>
                    <a:cubicBezTo>
                      <a:pt x="7" y="6"/>
                      <a:pt x="7" y="6"/>
                      <a:pt x="7" y="6"/>
                    </a:cubicBezTo>
                    <a:cubicBezTo>
                      <a:pt x="10" y="5"/>
                      <a:pt x="10" y="5"/>
                      <a:pt x="10" y="5"/>
                    </a:cubicBezTo>
                    <a:cubicBezTo>
                      <a:pt x="13" y="6"/>
                      <a:pt x="13" y="6"/>
                      <a:pt x="13" y="6"/>
                    </a:cubicBezTo>
                    <a:cubicBezTo>
                      <a:pt x="12" y="8"/>
                      <a:pt x="12" y="8"/>
                      <a:pt x="12" y="8"/>
                    </a:cubicBezTo>
                    <a:cubicBezTo>
                      <a:pt x="11" y="11"/>
                      <a:pt x="11" y="11"/>
                      <a:pt x="11" y="11"/>
                    </a:cubicBezTo>
                    <a:cubicBezTo>
                      <a:pt x="9" y="14"/>
                      <a:pt x="9" y="14"/>
                      <a:pt x="9" y="14"/>
                    </a:cubicBezTo>
                    <a:cubicBezTo>
                      <a:pt x="9" y="15"/>
                      <a:pt x="9" y="15"/>
                      <a:pt x="9" y="15"/>
                    </a:cubicBezTo>
                    <a:cubicBezTo>
                      <a:pt x="11" y="16"/>
                      <a:pt x="11" y="16"/>
                      <a:pt x="11" y="16"/>
                    </a:cubicBezTo>
                    <a:cubicBezTo>
                      <a:pt x="13" y="17"/>
                      <a:pt x="13" y="17"/>
                      <a:pt x="13" y="17"/>
                    </a:cubicBezTo>
                    <a:cubicBezTo>
                      <a:pt x="15" y="22"/>
                      <a:pt x="15" y="22"/>
                      <a:pt x="15" y="22"/>
                    </a:cubicBezTo>
                    <a:cubicBezTo>
                      <a:pt x="17" y="24"/>
                      <a:pt x="17" y="24"/>
                      <a:pt x="17" y="24"/>
                    </a:cubicBezTo>
                    <a:cubicBezTo>
                      <a:pt x="20" y="28"/>
                      <a:pt x="20" y="28"/>
                      <a:pt x="20" y="28"/>
                    </a:cubicBezTo>
                    <a:cubicBezTo>
                      <a:pt x="19" y="29"/>
                      <a:pt x="19" y="29"/>
                      <a:pt x="19" y="29"/>
                    </a:cubicBezTo>
                    <a:cubicBezTo>
                      <a:pt x="19" y="30"/>
                      <a:pt x="19" y="30"/>
                      <a:pt x="19" y="30"/>
                    </a:cubicBezTo>
                    <a:cubicBezTo>
                      <a:pt x="19" y="32"/>
                      <a:pt x="19" y="32"/>
                      <a:pt x="19" y="32"/>
                    </a:cubicBezTo>
                    <a:cubicBezTo>
                      <a:pt x="21" y="32"/>
                      <a:pt x="21" y="32"/>
                      <a:pt x="21" y="32"/>
                    </a:cubicBezTo>
                    <a:cubicBezTo>
                      <a:pt x="23" y="32"/>
                      <a:pt x="23" y="32"/>
                      <a:pt x="23" y="32"/>
                    </a:cubicBezTo>
                    <a:cubicBezTo>
                      <a:pt x="24" y="36"/>
                      <a:pt x="24" y="36"/>
                      <a:pt x="24" y="36"/>
                    </a:cubicBezTo>
                    <a:cubicBezTo>
                      <a:pt x="22" y="39"/>
                      <a:pt x="22" y="39"/>
                      <a:pt x="22" y="39"/>
                    </a:cubicBezTo>
                    <a:cubicBezTo>
                      <a:pt x="22" y="40"/>
                      <a:pt x="22" y="40"/>
                      <a:pt x="22" y="40"/>
                    </a:cubicBezTo>
                    <a:cubicBezTo>
                      <a:pt x="24" y="40"/>
                      <a:pt x="24" y="40"/>
                      <a:pt x="24" y="40"/>
                    </a:cubicBezTo>
                    <a:cubicBezTo>
                      <a:pt x="22" y="41"/>
                      <a:pt x="22" y="41"/>
                      <a:pt x="22" y="41"/>
                    </a:cubicBezTo>
                    <a:cubicBezTo>
                      <a:pt x="17" y="43"/>
                      <a:pt x="17" y="43"/>
                      <a:pt x="17" y="43"/>
                    </a:cubicBezTo>
                    <a:cubicBezTo>
                      <a:pt x="14" y="43"/>
                      <a:pt x="14" y="43"/>
                      <a:pt x="14" y="43"/>
                    </a:cubicBezTo>
                    <a:cubicBezTo>
                      <a:pt x="11" y="44"/>
                      <a:pt x="11" y="44"/>
                      <a:pt x="11" y="44"/>
                    </a:cubicBezTo>
                    <a:cubicBezTo>
                      <a:pt x="11" y="44"/>
                      <a:pt x="10" y="43"/>
                      <a:pt x="9" y="43"/>
                    </a:cubicBezTo>
                    <a:cubicBezTo>
                      <a:pt x="9" y="43"/>
                      <a:pt x="8" y="45"/>
                      <a:pt x="8" y="45"/>
                    </a:cubicBezTo>
                    <a:cubicBezTo>
                      <a:pt x="6" y="45"/>
                      <a:pt x="6" y="45"/>
                      <a:pt x="6" y="45"/>
                    </a:cubicBezTo>
                    <a:cubicBezTo>
                      <a:pt x="4" y="45"/>
                      <a:pt x="4" y="45"/>
                      <a:pt x="4" y="45"/>
                    </a:cubicBezTo>
                    <a:cubicBezTo>
                      <a:pt x="3" y="47"/>
                      <a:pt x="3" y="47"/>
                      <a:pt x="3" y="47"/>
                    </a:cubicBezTo>
                    <a:cubicBezTo>
                      <a:pt x="1" y="46"/>
                      <a:pt x="1" y="46"/>
                      <a:pt x="1" y="46"/>
                    </a:cubicBezTo>
                    <a:cubicBezTo>
                      <a:pt x="2" y="44"/>
                      <a:pt x="2" y="44"/>
                      <a:pt x="2" y="44"/>
                    </a:cubicBezTo>
                    <a:cubicBezTo>
                      <a:pt x="5" y="42"/>
                      <a:pt x="5" y="42"/>
                      <a:pt x="5" y="42"/>
                    </a:cubicBezTo>
                    <a:cubicBezTo>
                      <a:pt x="8" y="39"/>
                      <a:pt x="8" y="39"/>
                      <a:pt x="8" y="39"/>
                    </a:cubicBezTo>
                    <a:cubicBezTo>
                      <a:pt x="6" y="38"/>
                      <a:pt x="6" y="38"/>
                      <a:pt x="6" y="38"/>
                    </a:cubicBezTo>
                    <a:cubicBezTo>
                      <a:pt x="4" y="38"/>
                      <a:pt x="4" y="38"/>
                      <a:pt x="4" y="38"/>
                    </a:cubicBezTo>
                    <a:lnTo>
                      <a:pt x="3" y="37"/>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98" name="Freeform 455">
                <a:extLst>
                  <a:ext uri="{FF2B5EF4-FFF2-40B4-BE49-F238E27FC236}">
                    <a16:creationId xmlns:a16="http://schemas.microsoft.com/office/drawing/2014/main" id="{CB654587-1A53-4AD2-9B4A-7C4B2FDBBAE5}"/>
                  </a:ext>
                </a:extLst>
              </p:cNvPr>
              <p:cNvSpPr>
                <a:spLocks/>
              </p:cNvSpPr>
              <p:nvPr/>
            </p:nvSpPr>
            <p:spPr bwMode="auto">
              <a:xfrm>
                <a:off x="2201" y="1331"/>
                <a:ext cx="34" cy="22"/>
              </a:xfrm>
              <a:custGeom>
                <a:avLst/>
                <a:gdLst>
                  <a:gd name="T0" fmla="*/ 24 w 34"/>
                  <a:gd name="T1" fmla="*/ 22 h 22"/>
                  <a:gd name="T2" fmla="*/ 0 w 34"/>
                  <a:gd name="T3" fmla="*/ 18 h 22"/>
                  <a:gd name="T4" fmla="*/ 13 w 34"/>
                  <a:gd name="T5" fmla="*/ 0 h 22"/>
                  <a:gd name="T6" fmla="*/ 27 w 34"/>
                  <a:gd name="T7" fmla="*/ 3 h 22"/>
                  <a:gd name="T8" fmla="*/ 34 w 34"/>
                  <a:gd name="T9" fmla="*/ 15 h 22"/>
                  <a:gd name="T10" fmla="*/ 24 w 34"/>
                  <a:gd name="T11" fmla="*/ 22 h 2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4" h="22">
                    <a:moveTo>
                      <a:pt x="24" y="22"/>
                    </a:moveTo>
                    <a:lnTo>
                      <a:pt x="0" y="18"/>
                    </a:lnTo>
                    <a:lnTo>
                      <a:pt x="13" y="0"/>
                    </a:lnTo>
                    <a:lnTo>
                      <a:pt x="27" y="3"/>
                    </a:lnTo>
                    <a:lnTo>
                      <a:pt x="34" y="15"/>
                    </a:lnTo>
                    <a:lnTo>
                      <a:pt x="24" y="22"/>
                    </a:lnTo>
                    <a:close/>
                  </a:path>
                </a:pathLst>
              </a:custGeom>
              <a:solidFill>
                <a:srgbClr val="004A82"/>
              </a:solidFill>
              <a:ln w="9525" cap="flat" cmpd="sng">
                <a:solidFill>
                  <a:srgbClr val="80808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grpSp>
        <p:sp>
          <p:nvSpPr>
            <p:cNvPr id="319" name="Freeform 297">
              <a:extLst>
                <a:ext uri="{FF2B5EF4-FFF2-40B4-BE49-F238E27FC236}">
                  <a16:creationId xmlns:a16="http://schemas.microsoft.com/office/drawing/2014/main" id="{64EB98BD-A2C6-499E-8245-16A84FBDB291}"/>
                </a:ext>
              </a:extLst>
            </p:cNvPr>
            <p:cNvSpPr>
              <a:spLocks/>
            </p:cNvSpPr>
            <p:nvPr/>
          </p:nvSpPr>
          <p:spPr bwMode="auto">
            <a:xfrm>
              <a:off x="5770686" y="3657792"/>
              <a:ext cx="361162" cy="274638"/>
            </a:xfrm>
            <a:custGeom>
              <a:avLst/>
              <a:gdLst>
                <a:gd name="T0" fmla="*/ 2147483646 w 10348"/>
                <a:gd name="T1" fmla="*/ 127370832 h 11017"/>
                <a:gd name="T2" fmla="*/ 2147483646 w 10348"/>
                <a:gd name="T3" fmla="*/ 455278234 h 11017"/>
                <a:gd name="T4" fmla="*/ 2147483646 w 10348"/>
                <a:gd name="T5" fmla="*/ 455278234 h 11017"/>
                <a:gd name="T6" fmla="*/ 2147483646 w 10348"/>
                <a:gd name="T7" fmla="*/ 113815526 h 11017"/>
                <a:gd name="T8" fmla="*/ 2147483646 w 10348"/>
                <a:gd name="T9" fmla="*/ 0 h 11017"/>
                <a:gd name="T10" fmla="*/ 2147483646 w 10348"/>
                <a:gd name="T11" fmla="*/ 341462085 h 11017"/>
                <a:gd name="T12" fmla="*/ 2147483646 w 10348"/>
                <a:gd name="T13" fmla="*/ 569480901 h 11017"/>
                <a:gd name="T14" fmla="*/ 2147483646 w 10348"/>
                <a:gd name="T15" fmla="*/ 449081292 h 11017"/>
                <a:gd name="T16" fmla="*/ 2147483646 w 10348"/>
                <a:gd name="T17" fmla="*/ 455278234 h 11017"/>
                <a:gd name="T18" fmla="*/ 2147483646 w 10348"/>
                <a:gd name="T19" fmla="*/ 455278234 h 11017"/>
                <a:gd name="T20" fmla="*/ 2147483646 w 10348"/>
                <a:gd name="T21" fmla="*/ 341462085 h 11017"/>
                <a:gd name="T22" fmla="*/ 2147483646 w 10348"/>
                <a:gd name="T23" fmla="*/ 910942986 h 11017"/>
                <a:gd name="T24" fmla="*/ 2147483646 w 10348"/>
                <a:gd name="T25" fmla="*/ 1138590192 h 11017"/>
                <a:gd name="T26" fmla="*/ 2147483646 w 10348"/>
                <a:gd name="T27" fmla="*/ 1366221220 h 11017"/>
                <a:gd name="T28" fmla="*/ 1666989379 w 10348"/>
                <a:gd name="T29" fmla="*/ 1252405693 h 11017"/>
                <a:gd name="T30" fmla="*/ 785608426 w 10348"/>
                <a:gd name="T31" fmla="*/ 1101813130 h 11017"/>
                <a:gd name="T32" fmla="*/ 487236657 w 10348"/>
                <a:gd name="T33" fmla="*/ 1821886594 h 11017"/>
                <a:gd name="T34" fmla="*/ 476265638 w 10348"/>
                <a:gd name="T35" fmla="*/ 2147483646 h 11017"/>
                <a:gd name="T36" fmla="*/ 0 w 10348"/>
                <a:gd name="T37" fmla="*/ 2147483646 h 11017"/>
                <a:gd name="T38" fmla="*/ 1094910263 w 10348"/>
                <a:gd name="T39" fmla="*/ 2147483646 h 11017"/>
                <a:gd name="T40" fmla="*/ 1071648001 w 10348"/>
                <a:gd name="T41" fmla="*/ 2147483646 h 11017"/>
                <a:gd name="T42" fmla="*/ 645991505 w 10348"/>
                <a:gd name="T43" fmla="*/ 2147483646 h 11017"/>
                <a:gd name="T44" fmla="*/ 1868186495 w 10348"/>
                <a:gd name="T45" fmla="*/ 2147483646 h 11017"/>
                <a:gd name="T46" fmla="*/ 2147483646 w 10348"/>
                <a:gd name="T47" fmla="*/ 2147483646 h 11017"/>
                <a:gd name="T48" fmla="*/ 2147483646 w 10348"/>
                <a:gd name="T49" fmla="*/ 2147483646 h 11017"/>
                <a:gd name="T50" fmla="*/ 2147483646 w 10348"/>
                <a:gd name="T51" fmla="*/ 2147483646 h 11017"/>
                <a:gd name="T52" fmla="*/ 2147483646 w 10348"/>
                <a:gd name="T53" fmla="*/ 2147483646 h 11017"/>
                <a:gd name="T54" fmla="*/ 2147483646 w 10348"/>
                <a:gd name="T55" fmla="*/ 2147483646 h 11017"/>
                <a:gd name="T56" fmla="*/ 2147483646 w 10348"/>
                <a:gd name="T57" fmla="*/ 2147483646 h 11017"/>
                <a:gd name="T58" fmla="*/ 2147483646 w 10348"/>
                <a:gd name="T59" fmla="*/ 2147483646 h 11017"/>
                <a:gd name="T60" fmla="*/ 2147483646 w 10348"/>
                <a:gd name="T61" fmla="*/ 2147483646 h 11017"/>
                <a:gd name="T62" fmla="*/ 2147483646 w 10348"/>
                <a:gd name="T63" fmla="*/ 2147483646 h 11017"/>
                <a:gd name="T64" fmla="*/ 2147483646 w 10348"/>
                <a:gd name="T65" fmla="*/ 1910544014 h 11017"/>
                <a:gd name="T66" fmla="*/ 2147483646 w 10348"/>
                <a:gd name="T67" fmla="*/ 1644586688 h 11017"/>
                <a:gd name="T68" fmla="*/ 2147483646 w 10348"/>
                <a:gd name="T69" fmla="*/ 1240012457 h 11017"/>
                <a:gd name="T70" fmla="*/ 2147483646 w 10348"/>
                <a:gd name="T71" fmla="*/ 797127484 h 11017"/>
                <a:gd name="T72" fmla="*/ 2147483646 w 10348"/>
                <a:gd name="T73" fmla="*/ 683311958 h 11017"/>
                <a:gd name="T74" fmla="*/ 2147483646 w 10348"/>
                <a:gd name="T75" fmla="*/ 341462085 h 11017"/>
                <a:gd name="T76" fmla="*/ 2147483646 w 10348"/>
                <a:gd name="T77" fmla="*/ 127370832 h 1101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connsiteX0" fmla="*/ 9574 w 10557"/>
                <a:gd name="connsiteY0" fmla="*/ 329 h 11017"/>
                <a:gd name="connsiteX1" fmla="*/ 8609 w 10557"/>
                <a:gd name="connsiteY1" fmla="*/ 1176 h 11017"/>
                <a:gd name="connsiteX2" fmla="*/ 7957 w 10557"/>
                <a:gd name="connsiteY2" fmla="*/ 1176 h 11017"/>
                <a:gd name="connsiteX3" fmla="*/ 7739 w 10557"/>
                <a:gd name="connsiteY3" fmla="*/ 294 h 11017"/>
                <a:gd name="connsiteX4" fmla="*/ 7522 w 10557"/>
                <a:gd name="connsiteY4" fmla="*/ 0 h 11017"/>
                <a:gd name="connsiteX5" fmla="*/ 6870 w 10557"/>
                <a:gd name="connsiteY5" fmla="*/ 882 h 11017"/>
                <a:gd name="connsiteX6" fmla="*/ 6435 w 10557"/>
                <a:gd name="connsiteY6" fmla="*/ 1471 h 11017"/>
                <a:gd name="connsiteX7" fmla="*/ 5604 w 10557"/>
                <a:gd name="connsiteY7" fmla="*/ 1160 h 11017"/>
                <a:gd name="connsiteX8" fmla="*/ 5131 w 10557"/>
                <a:gd name="connsiteY8" fmla="*/ 1176 h 11017"/>
                <a:gd name="connsiteX9" fmla="*/ 4478 w 10557"/>
                <a:gd name="connsiteY9" fmla="*/ 1176 h 11017"/>
                <a:gd name="connsiteX10" fmla="*/ 3609 w 10557"/>
                <a:gd name="connsiteY10" fmla="*/ 882 h 11017"/>
                <a:gd name="connsiteX11" fmla="*/ 3391 w 10557"/>
                <a:gd name="connsiteY11" fmla="*/ 2353 h 11017"/>
                <a:gd name="connsiteX12" fmla="*/ 2305 w 10557"/>
                <a:gd name="connsiteY12" fmla="*/ 2941 h 11017"/>
                <a:gd name="connsiteX13" fmla="*/ 1870 w 10557"/>
                <a:gd name="connsiteY13" fmla="*/ 3529 h 11017"/>
                <a:gd name="connsiteX14" fmla="*/ 1218 w 10557"/>
                <a:gd name="connsiteY14" fmla="*/ 3235 h 11017"/>
                <a:gd name="connsiteX15" fmla="*/ 574 w 10557"/>
                <a:gd name="connsiteY15" fmla="*/ 2846 h 11017"/>
                <a:gd name="connsiteX16" fmla="*/ 356 w 10557"/>
                <a:gd name="connsiteY16" fmla="*/ 4706 h 11017"/>
                <a:gd name="connsiteX17" fmla="*/ 348 w 10557"/>
                <a:gd name="connsiteY17" fmla="*/ 5882 h 11017"/>
                <a:gd name="connsiteX18" fmla="*/ 0 w 10557"/>
                <a:gd name="connsiteY18" fmla="*/ 7734 h 11017"/>
                <a:gd name="connsiteX19" fmla="*/ 800 w 10557"/>
                <a:gd name="connsiteY19" fmla="*/ 8417 h 11017"/>
                <a:gd name="connsiteX20" fmla="*/ 783 w 10557"/>
                <a:gd name="connsiteY20" fmla="*/ 9706 h 11017"/>
                <a:gd name="connsiteX21" fmla="*/ 472 w 10557"/>
                <a:gd name="connsiteY21" fmla="*/ 10621 h 11017"/>
                <a:gd name="connsiteX22" fmla="*/ 1365 w 10557"/>
                <a:gd name="connsiteY22" fmla="*/ 10882 h 11017"/>
                <a:gd name="connsiteX23" fmla="*/ 1808 w 10557"/>
                <a:gd name="connsiteY23" fmla="*/ 10893 h 11017"/>
                <a:gd name="connsiteX24" fmla="*/ 3024 w 10557"/>
                <a:gd name="connsiteY24" fmla="*/ 10980 h 11017"/>
                <a:gd name="connsiteX25" fmla="*/ 4782 w 10557"/>
                <a:gd name="connsiteY25" fmla="*/ 10261 h 11017"/>
                <a:gd name="connsiteX26" fmla="*/ 5051 w 10557"/>
                <a:gd name="connsiteY26" fmla="*/ 8921 h 11017"/>
                <a:gd name="connsiteX27" fmla="*/ 5896 w 10557"/>
                <a:gd name="connsiteY27" fmla="*/ 8595 h 11017"/>
                <a:gd name="connsiteX28" fmla="*/ 7247 w 10557"/>
                <a:gd name="connsiteY28" fmla="*/ 7778 h 11017"/>
                <a:gd name="connsiteX29" fmla="*/ 7297 w 10557"/>
                <a:gd name="connsiteY29" fmla="*/ 6764 h 11017"/>
                <a:gd name="connsiteX30" fmla="*/ 7587 w 10557"/>
                <a:gd name="connsiteY30" fmla="*/ 6503 h 11017"/>
                <a:gd name="connsiteX31" fmla="*/ 7969 w 10557"/>
                <a:gd name="connsiteY31" fmla="*/ 6078 h 11017"/>
                <a:gd name="connsiteX32" fmla="*/ 8619 w 10557"/>
                <a:gd name="connsiteY32" fmla="*/ 4935 h 11017"/>
                <a:gd name="connsiteX33" fmla="*/ 8743 w 10557"/>
                <a:gd name="connsiteY33" fmla="*/ 4248 h 11017"/>
                <a:gd name="connsiteX34" fmla="*/ 9173 w 10557"/>
                <a:gd name="connsiteY34" fmla="*/ 3203 h 11017"/>
                <a:gd name="connsiteX35" fmla="*/ 8826 w 10557"/>
                <a:gd name="connsiteY35" fmla="*/ 2059 h 11017"/>
                <a:gd name="connsiteX36" fmla="*/ 10557 w 10557"/>
                <a:gd name="connsiteY36" fmla="*/ 1287 h 11017"/>
                <a:gd name="connsiteX37" fmla="*/ 9913 w 10557"/>
                <a:gd name="connsiteY37" fmla="*/ 882 h 11017"/>
                <a:gd name="connsiteX38" fmla="*/ 9574 w 10557"/>
                <a:gd name="connsiteY38" fmla="*/ 329 h 11017"/>
                <a:gd name="connsiteX0" fmla="*/ 9156 w 10557"/>
                <a:gd name="connsiteY0" fmla="*/ 42 h 11017"/>
                <a:gd name="connsiteX1" fmla="*/ 8609 w 10557"/>
                <a:gd name="connsiteY1" fmla="*/ 1176 h 11017"/>
                <a:gd name="connsiteX2" fmla="*/ 7957 w 10557"/>
                <a:gd name="connsiteY2" fmla="*/ 1176 h 11017"/>
                <a:gd name="connsiteX3" fmla="*/ 7739 w 10557"/>
                <a:gd name="connsiteY3" fmla="*/ 294 h 11017"/>
                <a:gd name="connsiteX4" fmla="*/ 7522 w 10557"/>
                <a:gd name="connsiteY4" fmla="*/ 0 h 11017"/>
                <a:gd name="connsiteX5" fmla="*/ 6870 w 10557"/>
                <a:gd name="connsiteY5" fmla="*/ 882 h 11017"/>
                <a:gd name="connsiteX6" fmla="*/ 6435 w 10557"/>
                <a:gd name="connsiteY6" fmla="*/ 1471 h 11017"/>
                <a:gd name="connsiteX7" fmla="*/ 5604 w 10557"/>
                <a:gd name="connsiteY7" fmla="*/ 1160 h 11017"/>
                <a:gd name="connsiteX8" fmla="*/ 5131 w 10557"/>
                <a:gd name="connsiteY8" fmla="*/ 1176 h 11017"/>
                <a:gd name="connsiteX9" fmla="*/ 4478 w 10557"/>
                <a:gd name="connsiteY9" fmla="*/ 1176 h 11017"/>
                <a:gd name="connsiteX10" fmla="*/ 3609 w 10557"/>
                <a:gd name="connsiteY10" fmla="*/ 882 h 11017"/>
                <a:gd name="connsiteX11" fmla="*/ 3391 w 10557"/>
                <a:gd name="connsiteY11" fmla="*/ 2353 h 11017"/>
                <a:gd name="connsiteX12" fmla="*/ 2305 w 10557"/>
                <a:gd name="connsiteY12" fmla="*/ 2941 h 11017"/>
                <a:gd name="connsiteX13" fmla="*/ 1870 w 10557"/>
                <a:gd name="connsiteY13" fmla="*/ 3529 h 11017"/>
                <a:gd name="connsiteX14" fmla="*/ 1218 w 10557"/>
                <a:gd name="connsiteY14" fmla="*/ 3235 h 11017"/>
                <a:gd name="connsiteX15" fmla="*/ 574 w 10557"/>
                <a:gd name="connsiteY15" fmla="*/ 2846 h 11017"/>
                <a:gd name="connsiteX16" fmla="*/ 356 w 10557"/>
                <a:gd name="connsiteY16" fmla="*/ 4706 h 11017"/>
                <a:gd name="connsiteX17" fmla="*/ 348 w 10557"/>
                <a:gd name="connsiteY17" fmla="*/ 5882 h 11017"/>
                <a:gd name="connsiteX18" fmla="*/ 0 w 10557"/>
                <a:gd name="connsiteY18" fmla="*/ 7734 h 11017"/>
                <a:gd name="connsiteX19" fmla="*/ 800 w 10557"/>
                <a:gd name="connsiteY19" fmla="*/ 8417 h 11017"/>
                <a:gd name="connsiteX20" fmla="*/ 783 w 10557"/>
                <a:gd name="connsiteY20" fmla="*/ 9706 h 11017"/>
                <a:gd name="connsiteX21" fmla="*/ 472 w 10557"/>
                <a:gd name="connsiteY21" fmla="*/ 10621 h 11017"/>
                <a:gd name="connsiteX22" fmla="*/ 1365 w 10557"/>
                <a:gd name="connsiteY22" fmla="*/ 10882 h 11017"/>
                <a:gd name="connsiteX23" fmla="*/ 1808 w 10557"/>
                <a:gd name="connsiteY23" fmla="*/ 10893 h 11017"/>
                <a:gd name="connsiteX24" fmla="*/ 3024 w 10557"/>
                <a:gd name="connsiteY24" fmla="*/ 10980 h 11017"/>
                <a:gd name="connsiteX25" fmla="*/ 4782 w 10557"/>
                <a:gd name="connsiteY25" fmla="*/ 10261 h 11017"/>
                <a:gd name="connsiteX26" fmla="*/ 5051 w 10557"/>
                <a:gd name="connsiteY26" fmla="*/ 8921 h 11017"/>
                <a:gd name="connsiteX27" fmla="*/ 5896 w 10557"/>
                <a:gd name="connsiteY27" fmla="*/ 8595 h 11017"/>
                <a:gd name="connsiteX28" fmla="*/ 7247 w 10557"/>
                <a:gd name="connsiteY28" fmla="*/ 7778 h 11017"/>
                <a:gd name="connsiteX29" fmla="*/ 7297 w 10557"/>
                <a:gd name="connsiteY29" fmla="*/ 6764 h 11017"/>
                <a:gd name="connsiteX30" fmla="*/ 7587 w 10557"/>
                <a:gd name="connsiteY30" fmla="*/ 6503 h 11017"/>
                <a:gd name="connsiteX31" fmla="*/ 7969 w 10557"/>
                <a:gd name="connsiteY31" fmla="*/ 6078 h 11017"/>
                <a:gd name="connsiteX32" fmla="*/ 8619 w 10557"/>
                <a:gd name="connsiteY32" fmla="*/ 4935 h 11017"/>
                <a:gd name="connsiteX33" fmla="*/ 8743 w 10557"/>
                <a:gd name="connsiteY33" fmla="*/ 4248 h 11017"/>
                <a:gd name="connsiteX34" fmla="*/ 9173 w 10557"/>
                <a:gd name="connsiteY34" fmla="*/ 3203 h 11017"/>
                <a:gd name="connsiteX35" fmla="*/ 8826 w 10557"/>
                <a:gd name="connsiteY35" fmla="*/ 2059 h 11017"/>
                <a:gd name="connsiteX36" fmla="*/ 10557 w 10557"/>
                <a:gd name="connsiteY36" fmla="*/ 1287 h 11017"/>
                <a:gd name="connsiteX37" fmla="*/ 9913 w 10557"/>
                <a:gd name="connsiteY37" fmla="*/ 882 h 11017"/>
                <a:gd name="connsiteX38" fmla="*/ 9156 w 10557"/>
                <a:gd name="connsiteY38" fmla="*/ 42 h 11017"/>
                <a:gd name="connsiteX0" fmla="*/ 9156 w 10557"/>
                <a:gd name="connsiteY0" fmla="*/ 42 h 11017"/>
                <a:gd name="connsiteX1" fmla="*/ 8609 w 10557"/>
                <a:gd name="connsiteY1" fmla="*/ 1176 h 11017"/>
                <a:gd name="connsiteX2" fmla="*/ 7957 w 10557"/>
                <a:gd name="connsiteY2" fmla="*/ 1176 h 11017"/>
                <a:gd name="connsiteX3" fmla="*/ 7739 w 10557"/>
                <a:gd name="connsiteY3" fmla="*/ 294 h 11017"/>
                <a:gd name="connsiteX4" fmla="*/ 7522 w 10557"/>
                <a:gd name="connsiteY4" fmla="*/ 0 h 11017"/>
                <a:gd name="connsiteX5" fmla="*/ 6870 w 10557"/>
                <a:gd name="connsiteY5" fmla="*/ 882 h 11017"/>
                <a:gd name="connsiteX6" fmla="*/ 6435 w 10557"/>
                <a:gd name="connsiteY6" fmla="*/ 1471 h 11017"/>
                <a:gd name="connsiteX7" fmla="*/ 5604 w 10557"/>
                <a:gd name="connsiteY7" fmla="*/ 1160 h 11017"/>
                <a:gd name="connsiteX8" fmla="*/ 5131 w 10557"/>
                <a:gd name="connsiteY8" fmla="*/ 1176 h 11017"/>
                <a:gd name="connsiteX9" fmla="*/ 4478 w 10557"/>
                <a:gd name="connsiteY9" fmla="*/ 1176 h 11017"/>
                <a:gd name="connsiteX10" fmla="*/ 3609 w 10557"/>
                <a:gd name="connsiteY10" fmla="*/ 882 h 11017"/>
                <a:gd name="connsiteX11" fmla="*/ 3391 w 10557"/>
                <a:gd name="connsiteY11" fmla="*/ 2353 h 11017"/>
                <a:gd name="connsiteX12" fmla="*/ 2305 w 10557"/>
                <a:gd name="connsiteY12" fmla="*/ 2941 h 11017"/>
                <a:gd name="connsiteX13" fmla="*/ 1870 w 10557"/>
                <a:gd name="connsiteY13" fmla="*/ 3529 h 11017"/>
                <a:gd name="connsiteX14" fmla="*/ 1218 w 10557"/>
                <a:gd name="connsiteY14" fmla="*/ 3235 h 11017"/>
                <a:gd name="connsiteX15" fmla="*/ 574 w 10557"/>
                <a:gd name="connsiteY15" fmla="*/ 2846 h 11017"/>
                <a:gd name="connsiteX16" fmla="*/ 356 w 10557"/>
                <a:gd name="connsiteY16" fmla="*/ 4706 h 11017"/>
                <a:gd name="connsiteX17" fmla="*/ 348 w 10557"/>
                <a:gd name="connsiteY17" fmla="*/ 5882 h 11017"/>
                <a:gd name="connsiteX18" fmla="*/ 0 w 10557"/>
                <a:gd name="connsiteY18" fmla="*/ 7734 h 11017"/>
                <a:gd name="connsiteX19" fmla="*/ 800 w 10557"/>
                <a:gd name="connsiteY19" fmla="*/ 8417 h 11017"/>
                <a:gd name="connsiteX20" fmla="*/ 783 w 10557"/>
                <a:gd name="connsiteY20" fmla="*/ 9706 h 11017"/>
                <a:gd name="connsiteX21" fmla="*/ 472 w 10557"/>
                <a:gd name="connsiteY21" fmla="*/ 10621 h 11017"/>
                <a:gd name="connsiteX22" fmla="*/ 1365 w 10557"/>
                <a:gd name="connsiteY22" fmla="*/ 10882 h 11017"/>
                <a:gd name="connsiteX23" fmla="*/ 1808 w 10557"/>
                <a:gd name="connsiteY23" fmla="*/ 10893 h 11017"/>
                <a:gd name="connsiteX24" fmla="*/ 3024 w 10557"/>
                <a:gd name="connsiteY24" fmla="*/ 10980 h 11017"/>
                <a:gd name="connsiteX25" fmla="*/ 4782 w 10557"/>
                <a:gd name="connsiteY25" fmla="*/ 10261 h 11017"/>
                <a:gd name="connsiteX26" fmla="*/ 5051 w 10557"/>
                <a:gd name="connsiteY26" fmla="*/ 8921 h 11017"/>
                <a:gd name="connsiteX27" fmla="*/ 5896 w 10557"/>
                <a:gd name="connsiteY27" fmla="*/ 8595 h 11017"/>
                <a:gd name="connsiteX28" fmla="*/ 7247 w 10557"/>
                <a:gd name="connsiteY28" fmla="*/ 7778 h 11017"/>
                <a:gd name="connsiteX29" fmla="*/ 7297 w 10557"/>
                <a:gd name="connsiteY29" fmla="*/ 6764 h 11017"/>
                <a:gd name="connsiteX30" fmla="*/ 7587 w 10557"/>
                <a:gd name="connsiteY30" fmla="*/ 6503 h 11017"/>
                <a:gd name="connsiteX31" fmla="*/ 7969 w 10557"/>
                <a:gd name="connsiteY31" fmla="*/ 6078 h 11017"/>
                <a:gd name="connsiteX32" fmla="*/ 8619 w 10557"/>
                <a:gd name="connsiteY32" fmla="*/ 4935 h 11017"/>
                <a:gd name="connsiteX33" fmla="*/ 8743 w 10557"/>
                <a:gd name="connsiteY33" fmla="*/ 4248 h 11017"/>
                <a:gd name="connsiteX34" fmla="*/ 9173 w 10557"/>
                <a:gd name="connsiteY34" fmla="*/ 3203 h 11017"/>
                <a:gd name="connsiteX35" fmla="*/ 9313 w 10557"/>
                <a:gd name="connsiteY35" fmla="*/ 2250 h 11017"/>
                <a:gd name="connsiteX36" fmla="*/ 10557 w 10557"/>
                <a:gd name="connsiteY36" fmla="*/ 1287 h 11017"/>
                <a:gd name="connsiteX37" fmla="*/ 9913 w 10557"/>
                <a:gd name="connsiteY37" fmla="*/ 882 h 11017"/>
                <a:gd name="connsiteX38" fmla="*/ 9156 w 10557"/>
                <a:gd name="connsiteY38" fmla="*/ 42 h 11017"/>
                <a:gd name="connsiteX0" fmla="*/ 9156 w 10557"/>
                <a:gd name="connsiteY0" fmla="*/ 42 h 11017"/>
                <a:gd name="connsiteX1" fmla="*/ 8609 w 10557"/>
                <a:gd name="connsiteY1" fmla="*/ 1176 h 11017"/>
                <a:gd name="connsiteX2" fmla="*/ 7957 w 10557"/>
                <a:gd name="connsiteY2" fmla="*/ 1176 h 11017"/>
                <a:gd name="connsiteX3" fmla="*/ 7739 w 10557"/>
                <a:gd name="connsiteY3" fmla="*/ 294 h 11017"/>
                <a:gd name="connsiteX4" fmla="*/ 7522 w 10557"/>
                <a:gd name="connsiteY4" fmla="*/ 0 h 11017"/>
                <a:gd name="connsiteX5" fmla="*/ 6870 w 10557"/>
                <a:gd name="connsiteY5" fmla="*/ 882 h 11017"/>
                <a:gd name="connsiteX6" fmla="*/ 6435 w 10557"/>
                <a:gd name="connsiteY6" fmla="*/ 1471 h 11017"/>
                <a:gd name="connsiteX7" fmla="*/ 5604 w 10557"/>
                <a:gd name="connsiteY7" fmla="*/ 1160 h 11017"/>
                <a:gd name="connsiteX8" fmla="*/ 5131 w 10557"/>
                <a:gd name="connsiteY8" fmla="*/ 1176 h 11017"/>
                <a:gd name="connsiteX9" fmla="*/ 4478 w 10557"/>
                <a:gd name="connsiteY9" fmla="*/ 1176 h 11017"/>
                <a:gd name="connsiteX10" fmla="*/ 3609 w 10557"/>
                <a:gd name="connsiteY10" fmla="*/ 882 h 11017"/>
                <a:gd name="connsiteX11" fmla="*/ 3391 w 10557"/>
                <a:gd name="connsiteY11" fmla="*/ 2353 h 11017"/>
                <a:gd name="connsiteX12" fmla="*/ 2305 w 10557"/>
                <a:gd name="connsiteY12" fmla="*/ 2941 h 11017"/>
                <a:gd name="connsiteX13" fmla="*/ 1870 w 10557"/>
                <a:gd name="connsiteY13" fmla="*/ 3529 h 11017"/>
                <a:gd name="connsiteX14" fmla="*/ 1218 w 10557"/>
                <a:gd name="connsiteY14" fmla="*/ 3235 h 11017"/>
                <a:gd name="connsiteX15" fmla="*/ 574 w 10557"/>
                <a:gd name="connsiteY15" fmla="*/ 2846 h 11017"/>
                <a:gd name="connsiteX16" fmla="*/ 356 w 10557"/>
                <a:gd name="connsiteY16" fmla="*/ 4706 h 11017"/>
                <a:gd name="connsiteX17" fmla="*/ 348 w 10557"/>
                <a:gd name="connsiteY17" fmla="*/ 5882 h 11017"/>
                <a:gd name="connsiteX18" fmla="*/ 0 w 10557"/>
                <a:gd name="connsiteY18" fmla="*/ 7734 h 11017"/>
                <a:gd name="connsiteX19" fmla="*/ 800 w 10557"/>
                <a:gd name="connsiteY19" fmla="*/ 8417 h 11017"/>
                <a:gd name="connsiteX20" fmla="*/ 783 w 10557"/>
                <a:gd name="connsiteY20" fmla="*/ 9706 h 11017"/>
                <a:gd name="connsiteX21" fmla="*/ 472 w 10557"/>
                <a:gd name="connsiteY21" fmla="*/ 10621 h 11017"/>
                <a:gd name="connsiteX22" fmla="*/ 1365 w 10557"/>
                <a:gd name="connsiteY22" fmla="*/ 10882 h 11017"/>
                <a:gd name="connsiteX23" fmla="*/ 1808 w 10557"/>
                <a:gd name="connsiteY23" fmla="*/ 10893 h 11017"/>
                <a:gd name="connsiteX24" fmla="*/ 3024 w 10557"/>
                <a:gd name="connsiteY24" fmla="*/ 10980 h 11017"/>
                <a:gd name="connsiteX25" fmla="*/ 4782 w 10557"/>
                <a:gd name="connsiteY25" fmla="*/ 10261 h 11017"/>
                <a:gd name="connsiteX26" fmla="*/ 5051 w 10557"/>
                <a:gd name="connsiteY26" fmla="*/ 8921 h 11017"/>
                <a:gd name="connsiteX27" fmla="*/ 5896 w 10557"/>
                <a:gd name="connsiteY27" fmla="*/ 8595 h 11017"/>
                <a:gd name="connsiteX28" fmla="*/ 7247 w 10557"/>
                <a:gd name="connsiteY28" fmla="*/ 7778 h 11017"/>
                <a:gd name="connsiteX29" fmla="*/ 7297 w 10557"/>
                <a:gd name="connsiteY29" fmla="*/ 6764 h 11017"/>
                <a:gd name="connsiteX30" fmla="*/ 7587 w 10557"/>
                <a:gd name="connsiteY30" fmla="*/ 6503 h 11017"/>
                <a:gd name="connsiteX31" fmla="*/ 7969 w 10557"/>
                <a:gd name="connsiteY31" fmla="*/ 6078 h 11017"/>
                <a:gd name="connsiteX32" fmla="*/ 8619 w 10557"/>
                <a:gd name="connsiteY32" fmla="*/ 4935 h 11017"/>
                <a:gd name="connsiteX33" fmla="*/ 8743 w 10557"/>
                <a:gd name="connsiteY33" fmla="*/ 4248 h 11017"/>
                <a:gd name="connsiteX34" fmla="*/ 9173 w 10557"/>
                <a:gd name="connsiteY34" fmla="*/ 3203 h 11017"/>
                <a:gd name="connsiteX35" fmla="*/ 9313 w 10557"/>
                <a:gd name="connsiteY35" fmla="*/ 2250 h 11017"/>
                <a:gd name="connsiteX36" fmla="*/ 10557 w 10557"/>
                <a:gd name="connsiteY36" fmla="*/ 1287 h 11017"/>
                <a:gd name="connsiteX37" fmla="*/ 9843 w 10557"/>
                <a:gd name="connsiteY37" fmla="*/ 213 h 11017"/>
                <a:gd name="connsiteX38" fmla="*/ 9156 w 10557"/>
                <a:gd name="connsiteY38" fmla="*/ 42 h 11017"/>
                <a:gd name="connsiteX0" fmla="*/ 9156 w 10557"/>
                <a:gd name="connsiteY0" fmla="*/ 42 h 11017"/>
                <a:gd name="connsiteX1" fmla="*/ 8539 w 10557"/>
                <a:gd name="connsiteY1" fmla="*/ 794 h 11017"/>
                <a:gd name="connsiteX2" fmla="*/ 7957 w 10557"/>
                <a:gd name="connsiteY2" fmla="*/ 1176 h 11017"/>
                <a:gd name="connsiteX3" fmla="*/ 7739 w 10557"/>
                <a:gd name="connsiteY3" fmla="*/ 294 h 11017"/>
                <a:gd name="connsiteX4" fmla="*/ 7522 w 10557"/>
                <a:gd name="connsiteY4" fmla="*/ 0 h 11017"/>
                <a:gd name="connsiteX5" fmla="*/ 6870 w 10557"/>
                <a:gd name="connsiteY5" fmla="*/ 882 h 11017"/>
                <a:gd name="connsiteX6" fmla="*/ 6435 w 10557"/>
                <a:gd name="connsiteY6" fmla="*/ 1471 h 11017"/>
                <a:gd name="connsiteX7" fmla="*/ 5604 w 10557"/>
                <a:gd name="connsiteY7" fmla="*/ 1160 h 11017"/>
                <a:gd name="connsiteX8" fmla="*/ 5131 w 10557"/>
                <a:gd name="connsiteY8" fmla="*/ 1176 h 11017"/>
                <a:gd name="connsiteX9" fmla="*/ 4478 w 10557"/>
                <a:gd name="connsiteY9" fmla="*/ 1176 h 11017"/>
                <a:gd name="connsiteX10" fmla="*/ 3609 w 10557"/>
                <a:gd name="connsiteY10" fmla="*/ 882 h 11017"/>
                <a:gd name="connsiteX11" fmla="*/ 3391 w 10557"/>
                <a:gd name="connsiteY11" fmla="*/ 2353 h 11017"/>
                <a:gd name="connsiteX12" fmla="*/ 2305 w 10557"/>
                <a:gd name="connsiteY12" fmla="*/ 2941 h 11017"/>
                <a:gd name="connsiteX13" fmla="*/ 1870 w 10557"/>
                <a:gd name="connsiteY13" fmla="*/ 3529 h 11017"/>
                <a:gd name="connsiteX14" fmla="*/ 1218 w 10557"/>
                <a:gd name="connsiteY14" fmla="*/ 3235 h 11017"/>
                <a:gd name="connsiteX15" fmla="*/ 574 w 10557"/>
                <a:gd name="connsiteY15" fmla="*/ 2846 h 11017"/>
                <a:gd name="connsiteX16" fmla="*/ 356 w 10557"/>
                <a:gd name="connsiteY16" fmla="*/ 4706 h 11017"/>
                <a:gd name="connsiteX17" fmla="*/ 348 w 10557"/>
                <a:gd name="connsiteY17" fmla="*/ 5882 h 11017"/>
                <a:gd name="connsiteX18" fmla="*/ 0 w 10557"/>
                <a:gd name="connsiteY18" fmla="*/ 7734 h 11017"/>
                <a:gd name="connsiteX19" fmla="*/ 800 w 10557"/>
                <a:gd name="connsiteY19" fmla="*/ 8417 h 11017"/>
                <a:gd name="connsiteX20" fmla="*/ 783 w 10557"/>
                <a:gd name="connsiteY20" fmla="*/ 9706 h 11017"/>
                <a:gd name="connsiteX21" fmla="*/ 472 w 10557"/>
                <a:gd name="connsiteY21" fmla="*/ 10621 h 11017"/>
                <a:gd name="connsiteX22" fmla="*/ 1365 w 10557"/>
                <a:gd name="connsiteY22" fmla="*/ 10882 h 11017"/>
                <a:gd name="connsiteX23" fmla="*/ 1808 w 10557"/>
                <a:gd name="connsiteY23" fmla="*/ 10893 h 11017"/>
                <a:gd name="connsiteX24" fmla="*/ 3024 w 10557"/>
                <a:gd name="connsiteY24" fmla="*/ 10980 h 11017"/>
                <a:gd name="connsiteX25" fmla="*/ 4782 w 10557"/>
                <a:gd name="connsiteY25" fmla="*/ 10261 h 11017"/>
                <a:gd name="connsiteX26" fmla="*/ 5051 w 10557"/>
                <a:gd name="connsiteY26" fmla="*/ 8921 h 11017"/>
                <a:gd name="connsiteX27" fmla="*/ 5896 w 10557"/>
                <a:gd name="connsiteY27" fmla="*/ 8595 h 11017"/>
                <a:gd name="connsiteX28" fmla="*/ 7247 w 10557"/>
                <a:gd name="connsiteY28" fmla="*/ 7778 h 11017"/>
                <a:gd name="connsiteX29" fmla="*/ 7297 w 10557"/>
                <a:gd name="connsiteY29" fmla="*/ 6764 h 11017"/>
                <a:gd name="connsiteX30" fmla="*/ 7587 w 10557"/>
                <a:gd name="connsiteY30" fmla="*/ 6503 h 11017"/>
                <a:gd name="connsiteX31" fmla="*/ 7969 w 10557"/>
                <a:gd name="connsiteY31" fmla="*/ 6078 h 11017"/>
                <a:gd name="connsiteX32" fmla="*/ 8619 w 10557"/>
                <a:gd name="connsiteY32" fmla="*/ 4935 h 11017"/>
                <a:gd name="connsiteX33" fmla="*/ 8743 w 10557"/>
                <a:gd name="connsiteY33" fmla="*/ 4248 h 11017"/>
                <a:gd name="connsiteX34" fmla="*/ 9173 w 10557"/>
                <a:gd name="connsiteY34" fmla="*/ 3203 h 11017"/>
                <a:gd name="connsiteX35" fmla="*/ 9313 w 10557"/>
                <a:gd name="connsiteY35" fmla="*/ 2250 h 11017"/>
                <a:gd name="connsiteX36" fmla="*/ 10557 w 10557"/>
                <a:gd name="connsiteY36" fmla="*/ 1287 h 11017"/>
                <a:gd name="connsiteX37" fmla="*/ 9843 w 10557"/>
                <a:gd name="connsiteY37" fmla="*/ 213 h 11017"/>
                <a:gd name="connsiteX38" fmla="*/ 9156 w 10557"/>
                <a:gd name="connsiteY38" fmla="*/ 42 h 1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557" h="11017">
                  <a:moveTo>
                    <a:pt x="9156" y="42"/>
                  </a:moveTo>
                  <a:cubicBezTo>
                    <a:pt x="8834" y="324"/>
                    <a:pt x="8739" y="605"/>
                    <a:pt x="8539" y="794"/>
                  </a:cubicBezTo>
                  <a:cubicBezTo>
                    <a:pt x="8339" y="983"/>
                    <a:pt x="8174" y="1176"/>
                    <a:pt x="7957" y="1176"/>
                  </a:cubicBezTo>
                  <a:cubicBezTo>
                    <a:pt x="7884" y="882"/>
                    <a:pt x="7812" y="588"/>
                    <a:pt x="7739" y="294"/>
                  </a:cubicBezTo>
                  <a:lnTo>
                    <a:pt x="7522" y="0"/>
                  </a:lnTo>
                  <a:lnTo>
                    <a:pt x="6870" y="882"/>
                  </a:lnTo>
                  <a:cubicBezTo>
                    <a:pt x="6725" y="1078"/>
                    <a:pt x="6646" y="1425"/>
                    <a:pt x="6435" y="1471"/>
                  </a:cubicBezTo>
                  <a:cubicBezTo>
                    <a:pt x="6224" y="1517"/>
                    <a:pt x="5881" y="1264"/>
                    <a:pt x="5604" y="1160"/>
                  </a:cubicBezTo>
                  <a:cubicBezTo>
                    <a:pt x="5446" y="1165"/>
                    <a:pt x="5319" y="1173"/>
                    <a:pt x="5131" y="1176"/>
                  </a:cubicBezTo>
                  <a:cubicBezTo>
                    <a:pt x="4943" y="1179"/>
                    <a:pt x="4696" y="1176"/>
                    <a:pt x="4478" y="1176"/>
                  </a:cubicBezTo>
                  <a:lnTo>
                    <a:pt x="3609" y="882"/>
                  </a:lnTo>
                  <a:cubicBezTo>
                    <a:pt x="3536" y="1372"/>
                    <a:pt x="3464" y="1863"/>
                    <a:pt x="3391" y="2353"/>
                  </a:cubicBezTo>
                  <a:lnTo>
                    <a:pt x="2305" y="2941"/>
                  </a:lnTo>
                  <a:lnTo>
                    <a:pt x="1870" y="3529"/>
                  </a:lnTo>
                  <a:lnTo>
                    <a:pt x="1218" y="3235"/>
                  </a:lnTo>
                  <a:lnTo>
                    <a:pt x="574" y="2846"/>
                  </a:lnTo>
                  <a:cubicBezTo>
                    <a:pt x="501" y="3434"/>
                    <a:pt x="429" y="4118"/>
                    <a:pt x="356" y="4706"/>
                  </a:cubicBezTo>
                  <a:cubicBezTo>
                    <a:pt x="284" y="5098"/>
                    <a:pt x="420" y="5490"/>
                    <a:pt x="348" y="5882"/>
                  </a:cubicBezTo>
                  <a:cubicBezTo>
                    <a:pt x="278" y="6404"/>
                    <a:pt x="70" y="7212"/>
                    <a:pt x="0" y="7734"/>
                  </a:cubicBezTo>
                  <a:cubicBezTo>
                    <a:pt x="290" y="7930"/>
                    <a:pt x="510" y="8221"/>
                    <a:pt x="800" y="8417"/>
                  </a:cubicBezTo>
                  <a:cubicBezTo>
                    <a:pt x="365" y="10182"/>
                    <a:pt x="838" y="9339"/>
                    <a:pt x="783" y="9706"/>
                  </a:cubicBezTo>
                  <a:cubicBezTo>
                    <a:pt x="728" y="10073"/>
                    <a:pt x="375" y="10425"/>
                    <a:pt x="472" y="10621"/>
                  </a:cubicBezTo>
                  <a:cubicBezTo>
                    <a:pt x="569" y="10817"/>
                    <a:pt x="1142" y="10837"/>
                    <a:pt x="1365" y="10882"/>
                  </a:cubicBezTo>
                  <a:cubicBezTo>
                    <a:pt x="1588" y="10927"/>
                    <a:pt x="1663" y="10844"/>
                    <a:pt x="1808" y="10893"/>
                  </a:cubicBezTo>
                  <a:cubicBezTo>
                    <a:pt x="1953" y="10942"/>
                    <a:pt x="2528" y="11085"/>
                    <a:pt x="3024" y="10980"/>
                  </a:cubicBezTo>
                  <a:cubicBezTo>
                    <a:pt x="3520" y="10875"/>
                    <a:pt x="4444" y="10604"/>
                    <a:pt x="4782" y="10261"/>
                  </a:cubicBezTo>
                  <a:cubicBezTo>
                    <a:pt x="5120" y="9918"/>
                    <a:pt x="4865" y="9199"/>
                    <a:pt x="5051" y="8921"/>
                  </a:cubicBezTo>
                  <a:cubicBezTo>
                    <a:pt x="5237" y="8643"/>
                    <a:pt x="5530" y="8785"/>
                    <a:pt x="5896" y="8595"/>
                  </a:cubicBezTo>
                  <a:cubicBezTo>
                    <a:pt x="6262" y="8405"/>
                    <a:pt x="7014" y="8083"/>
                    <a:pt x="7247" y="7778"/>
                  </a:cubicBezTo>
                  <a:cubicBezTo>
                    <a:pt x="7481" y="7473"/>
                    <a:pt x="7240" y="6977"/>
                    <a:pt x="7297" y="6764"/>
                  </a:cubicBezTo>
                  <a:cubicBezTo>
                    <a:pt x="7354" y="6552"/>
                    <a:pt x="7475" y="6617"/>
                    <a:pt x="7587" y="6503"/>
                  </a:cubicBezTo>
                  <a:cubicBezTo>
                    <a:pt x="7699" y="6389"/>
                    <a:pt x="7797" y="6339"/>
                    <a:pt x="7969" y="6078"/>
                  </a:cubicBezTo>
                  <a:cubicBezTo>
                    <a:pt x="8141" y="5817"/>
                    <a:pt x="8490" y="5240"/>
                    <a:pt x="8619" y="4935"/>
                  </a:cubicBezTo>
                  <a:cubicBezTo>
                    <a:pt x="8748" y="4630"/>
                    <a:pt x="8651" y="4537"/>
                    <a:pt x="8743" y="4248"/>
                  </a:cubicBezTo>
                  <a:cubicBezTo>
                    <a:pt x="8835" y="3959"/>
                    <a:pt x="9078" y="3536"/>
                    <a:pt x="9173" y="3203"/>
                  </a:cubicBezTo>
                  <a:cubicBezTo>
                    <a:pt x="9268" y="2870"/>
                    <a:pt x="9082" y="2569"/>
                    <a:pt x="9313" y="2250"/>
                  </a:cubicBezTo>
                  <a:cubicBezTo>
                    <a:pt x="9544" y="1931"/>
                    <a:pt x="10050" y="1385"/>
                    <a:pt x="10557" y="1287"/>
                  </a:cubicBezTo>
                  <a:lnTo>
                    <a:pt x="9843" y="213"/>
                  </a:lnTo>
                  <a:lnTo>
                    <a:pt x="9156" y="42"/>
                  </a:lnTo>
                  <a:close/>
                </a:path>
              </a:pathLst>
            </a:custGeom>
            <a:solidFill>
              <a:srgbClr val="00B0F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0" name="Freeform 277">
              <a:extLst>
                <a:ext uri="{FF2B5EF4-FFF2-40B4-BE49-F238E27FC236}">
                  <a16:creationId xmlns:a16="http://schemas.microsoft.com/office/drawing/2014/main" id="{0B24AADD-1DC1-48D8-9FFF-686493F79DFB}"/>
                </a:ext>
              </a:extLst>
            </p:cNvPr>
            <p:cNvSpPr>
              <a:spLocks/>
            </p:cNvSpPr>
            <p:nvPr/>
          </p:nvSpPr>
          <p:spPr bwMode="auto">
            <a:xfrm>
              <a:off x="2180034" y="4100512"/>
              <a:ext cx="276225" cy="77787"/>
            </a:xfrm>
            <a:custGeom>
              <a:avLst/>
              <a:gdLst>
                <a:gd name="T0" fmla="*/ 2147483646 w 35"/>
                <a:gd name="T1" fmla="*/ 2147483646 h 10"/>
                <a:gd name="T2" fmla="*/ 2147483646 w 35"/>
                <a:gd name="T3" fmla="*/ 0 h 10"/>
                <a:gd name="T4" fmla="*/ 2147483646 w 35"/>
                <a:gd name="T5" fmla="*/ 0 h 10"/>
                <a:gd name="T6" fmla="*/ 2147483646 w 35"/>
                <a:gd name="T7" fmla="*/ 2147483646 h 10"/>
                <a:gd name="T8" fmla="*/ 2147483646 w 35"/>
                <a:gd name="T9" fmla="*/ 2147483646 h 10"/>
                <a:gd name="T10" fmla="*/ 2147483646 w 35"/>
                <a:gd name="T11" fmla="*/ 2147483646 h 10"/>
                <a:gd name="T12" fmla="*/ 2147483646 w 35"/>
                <a:gd name="T13" fmla="*/ 2147483646 h 10"/>
                <a:gd name="T14" fmla="*/ 2147483646 w 35"/>
                <a:gd name="T15" fmla="*/ 2147483646 h 10"/>
                <a:gd name="T16" fmla="*/ 2147483646 w 35"/>
                <a:gd name="T17" fmla="*/ 2147483646 h 10"/>
                <a:gd name="T18" fmla="*/ 2147483646 w 35"/>
                <a:gd name="T19" fmla="*/ 2147483646 h 10"/>
                <a:gd name="T20" fmla="*/ 2147483646 w 35"/>
                <a:gd name="T21" fmla="*/ 2147483646 h 10"/>
                <a:gd name="T22" fmla="*/ 2147483646 w 35"/>
                <a:gd name="T23" fmla="*/ 2147483646 h 10"/>
                <a:gd name="T24" fmla="*/ 2147483646 w 35"/>
                <a:gd name="T25" fmla="*/ 2147483646 h 10"/>
                <a:gd name="T26" fmla="*/ 2147483646 w 35"/>
                <a:gd name="T27" fmla="*/ 2147483646 h 10"/>
                <a:gd name="T28" fmla="*/ 0 w 35"/>
                <a:gd name="T29" fmla="*/ 2147483646 h 10"/>
                <a:gd name="T30" fmla="*/ 2147483646 w 35"/>
                <a:gd name="T31" fmla="*/ 2147483646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5" h="10">
                  <a:moveTo>
                    <a:pt x="2" y="1"/>
                  </a:moveTo>
                  <a:cubicBezTo>
                    <a:pt x="8" y="0"/>
                    <a:pt x="8" y="0"/>
                    <a:pt x="8" y="0"/>
                  </a:cubicBezTo>
                  <a:cubicBezTo>
                    <a:pt x="19" y="0"/>
                    <a:pt x="19" y="0"/>
                    <a:pt x="19" y="0"/>
                  </a:cubicBezTo>
                  <a:cubicBezTo>
                    <a:pt x="26" y="3"/>
                    <a:pt x="26" y="3"/>
                    <a:pt x="26" y="3"/>
                  </a:cubicBezTo>
                  <a:cubicBezTo>
                    <a:pt x="26" y="3"/>
                    <a:pt x="27" y="5"/>
                    <a:pt x="28" y="6"/>
                  </a:cubicBezTo>
                  <a:cubicBezTo>
                    <a:pt x="30" y="7"/>
                    <a:pt x="33" y="7"/>
                    <a:pt x="33" y="7"/>
                  </a:cubicBezTo>
                  <a:cubicBezTo>
                    <a:pt x="35" y="9"/>
                    <a:pt x="35" y="9"/>
                    <a:pt x="35" y="9"/>
                  </a:cubicBezTo>
                  <a:cubicBezTo>
                    <a:pt x="35" y="9"/>
                    <a:pt x="35" y="10"/>
                    <a:pt x="33" y="10"/>
                  </a:cubicBezTo>
                  <a:cubicBezTo>
                    <a:pt x="31" y="10"/>
                    <a:pt x="25" y="10"/>
                    <a:pt x="25" y="10"/>
                  </a:cubicBezTo>
                  <a:cubicBezTo>
                    <a:pt x="23" y="8"/>
                    <a:pt x="23" y="8"/>
                    <a:pt x="23" y="8"/>
                  </a:cubicBezTo>
                  <a:cubicBezTo>
                    <a:pt x="21" y="5"/>
                    <a:pt x="21" y="5"/>
                    <a:pt x="21" y="5"/>
                  </a:cubicBezTo>
                  <a:cubicBezTo>
                    <a:pt x="15" y="4"/>
                    <a:pt x="15" y="4"/>
                    <a:pt x="15" y="4"/>
                  </a:cubicBezTo>
                  <a:cubicBezTo>
                    <a:pt x="9" y="4"/>
                    <a:pt x="9" y="4"/>
                    <a:pt x="9" y="4"/>
                  </a:cubicBezTo>
                  <a:cubicBezTo>
                    <a:pt x="5" y="4"/>
                    <a:pt x="5" y="4"/>
                    <a:pt x="5" y="4"/>
                  </a:cubicBezTo>
                  <a:cubicBezTo>
                    <a:pt x="0" y="3"/>
                    <a:pt x="0" y="3"/>
                    <a:pt x="0" y="3"/>
                  </a:cubicBezTo>
                  <a:lnTo>
                    <a:pt x="2" y="1"/>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1" name="Freeform 278">
              <a:extLst>
                <a:ext uri="{FF2B5EF4-FFF2-40B4-BE49-F238E27FC236}">
                  <a16:creationId xmlns:a16="http://schemas.microsoft.com/office/drawing/2014/main" id="{A9FAD3C6-EF10-42E8-8EF3-F3D86DB31D58}"/>
                </a:ext>
              </a:extLst>
            </p:cNvPr>
            <p:cNvSpPr>
              <a:spLocks/>
            </p:cNvSpPr>
            <p:nvPr/>
          </p:nvSpPr>
          <p:spPr bwMode="auto">
            <a:xfrm>
              <a:off x="2456259" y="4186237"/>
              <a:ext cx="171450" cy="47625"/>
            </a:xfrm>
            <a:custGeom>
              <a:avLst/>
              <a:gdLst>
                <a:gd name="T0" fmla="*/ 2147483646 w 132"/>
                <a:gd name="T1" fmla="*/ 0 h 36"/>
                <a:gd name="T2" fmla="*/ 2147483646 w 132"/>
                <a:gd name="T3" fmla="*/ 2147483646 h 36"/>
                <a:gd name="T4" fmla="*/ 0 w 132"/>
                <a:gd name="T5" fmla="*/ 2147483646 h 36"/>
                <a:gd name="T6" fmla="*/ 2147483646 w 132"/>
                <a:gd name="T7" fmla="*/ 2147483646 h 36"/>
                <a:gd name="T8" fmla="*/ 2147483646 w 132"/>
                <a:gd name="T9" fmla="*/ 2147483646 h 36"/>
                <a:gd name="T10" fmla="*/ 2147483646 w 132"/>
                <a:gd name="T11" fmla="*/ 2147483646 h 36"/>
                <a:gd name="T12" fmla="*/ 2147483646 w 132"/>
                <a:gd name="T13" fmla="*/ 2147483646 h 36"/>
                <a:gd name="T14" fmla="*/ 2147483646 w 132"/>
                <a:gd name="T15" fmla="*/ 2147483646 h 36"/>
                <a:gd name="T16" fmla="*/ 2147483646 w 132"/>
                <a:gd name="T17" fmla="*/ 2147483646 h 36"/>
                <a:gd name="T18" fmla="*/ 2147483646 w 132"/>
                <a:gd name="T19" fmla="*/ 0 h 36"/>
                <a:gd name="T20" fmla="*/ 2147483646 w 132"/>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2" h="36">
                  <a:moveTo>
                    <a:pt x="24" y="0"/>
                  </a:moveTo>
                  <a:lnTo>
                    <a:pt x="24" y="12"/>
                  </a:lnTo>
                  <a:lnTo>
                    <a:pt x="0" y="18"/>
                  </a:lnTo>
                  <a:lnTo>
                    <a:pt x="30" y="30"/>
                  </a:lnTo>
                  <a:lnTo>
                    <a:pt x="42" y="36"/>
                  </a:lnTo>
                  <a:lnTo>
                    <a:pt x="66" y="36"/>
                  </a:lnTo>
                  <a:lnTo>
                    <a:pt x="84" y="24"/>
                  </a:lnTo>
                  <a:lnTo>
                    <a:pt x="132" y="30"/>
                  </a:lnTo>
                  <a:lnTo>
                    <a:pt x="108" y="18"/>
                  </a:lnTo>
                  <a:lnTo>
                    <a:pt x="72" y="0"/>
                  </a:lnTo>
                  <a:lnTo>
                    <a:pt x="24" y="0"/>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2" name="Freeform 402">
              <a:extLst>
                <a:ext uri="{FF2B5EF4-FFF2-40B4-BE49-F238E27FC236}">
                  <a16:creationId xmlns:a16="http://schemas.microsoft.com/office/drawing/2014/main" id="{2EFD8214-D3AD-4254-84E1-24905A1188F9}"/>
                </a:ext>
              </a:extLst>
            </p:cNvPr>
            <p:cNvSpPr>
              <a:spLocks/>
            </p:cNvSpPr>
            <p:nvPr/>
          </p:nvSpPr>
          <p:spPr bwMode="auto">
            <a:xfrm>
              <a:off x="2243534" y="4444999"/>
              <a:ext cx="141288" cy="60325"/>
            </a:xfrm>
            <a:custGeom>
              <a:avLst/>
              <a:gdLst>
                <a:gd name="T0" fmla="*/ 2147483646 w 18"/>
                <a:gd name="T1" fmla="*/ 2147483646 h 8"/>
                <a:gd name="T2" fmla="*/ 2147483646 w 18"/>
                <a:gd name="T3" fmla="*/ 2147483646 h 8"/>
                <a:gd name="T4" fmla="*/ 2147483646 w 18"/>
                <a:gd name="T5" fmla="*/ 2147483646 h 8"/>
                <a:gd name="T6" fmla="*/ 2147483646 w 18"/>
                <a:gd name="T7" fmla="*/ 0 h 8"/>
                <a:gd name="T8" fmla="*/ 0 w 18"/>
                <a:gd name="T9" fmla="*/ 2147483646 h 8"/>
                <a:gd name="T10" fmla="*/ 2147483646 w 18"/>
                <a:gd name="T11" fmla="*/ 2147483646 h 8"/>
                <a:gd name="T12" fmla="*/ 2147483646 w 18"/>
                <a:gd name="T13" fmla="*/ 2147483646 h 8"/>
                <a:gd name="T14" fmla="*/ 2147483646 w 18"/>
                <a:gd name="T15" fmla="*/ 2147483646 h 8"/>
                <a:gd name="T16" fmla="*/ 2147483646 w 18"/>
                <a:gd name="T17" fmla="*/ 2147483646 h 8"/>
                <a:gd name="T18" fmla="*/ 2147483646 w 18"/>
                <a:gd name="T19" fmla="*/ 2147483646 h 8"/>
                <a:gd name="T20" fmla="*/ 2147483646 w 18"/>
                <a:gd name="T21" fmla="*/ 2147483646 h 8"/>
                <a:gd name="T22" fmla="*/ 2147483646 w 18"/>
                <a:gd name="T23" fmla="*/ 2147483646 h 8"/>
                <a:gd name="T24" fmla="*/ 2147483646 w 18"/>
                <a:gd name="T25" fmla="*/ 2147483646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8">
                  <a:moveTo>
                    <a:pt x="14" y="1"/>
                  </a:moveTo>
                  <a:cubicBezTo>
                    <a:pt x="9" y="1"/>
                    <a:pt x="9" y="1"/>
                    <a:pt x="9" y="1"/>
                  </a:cubicBezTo>
                  <a:cubicBezTo>
                    <a:pt x="9" y="1"/>
                    <a:pt x="3" y="2"/>
                    <a:pt x="2" y="1"/>
                  </a:cubicBezTo>
                  <a:cubicBezTo>
                    <a:pt x="1" y="1"/>
                    <a:pt x="1" y="1"/>
                    <a:pt x="1" y="0"/>
                  </a:cubicBezTo>
                  <a:cubicBezTo>
                    <a:pt x="0" y="4"/>
                    <a:pt x="0" y="4"/>
                    <a:pt x="0" y="4"/>
                  </a:cubicBezTo>
                  <a:cubicBezTo>
                    <a:pt x="0" y="4"/>
                    <a:pt x="3" y="7"/>
                    <a:pt x="4" y="8"/>
                  </a:cubicBezTo>
                  <a:cubicBezTo>
                    <a:pt x="5" y="8"/>
                    <a:pt x="6" y="8"/>
                    <a:pt x="6" y="8"/>
                  </a:cubicBezTo>
                  <a:cubicBezTo>
                    <a:pt x="7" y="6"/>
                    <a:pt x="7" y="6"/>
                    <a:pt x="7" y="6"/>
                  </a:cubicBezTo>
                  <a:cubicBezTo>
                    <a:pt x="10" y="3"/>
                    <a:pt x="10" y="3"/>
                    <a:pt x="10" y="3"/>
                  </a:cubicBezTo>
                  <a:cubicBezTo>
                    <a:pt x="14" y="4"/>
                    <a:pt x="14" y="4"/>
                    <a:pt x="14" y="4"/>
                  </a:cubicBezTo>
                  <a:cubicBezTo>
                    <a:pt x="15" y="7"/>
                    <a:pt x="15" y="7"/>
                    <a:pt x="15" y="7"/>
                  </a:cubicBezTo>
                  <a:cubicBezTo>
                    <a:pt x="18" y="4"/>
                    <a:pt x="18" y="4"/>
                    <a:pt x="18" y="4"/>
                  </a:cubicBezTo>
                  <a:lnTo>
                    <a:pt x="14" y="1"/>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3" name="Freeform 445">
              <a:extLst>
                <a:ext uri="{FF2B5EF4-FFF2-40B4-BE49-F238E27FC236}">
                  <a16:creationId xmlns:a16="http://schemas.microsoft.com/office/drawing/2014/main" id="{FB0308A8-7832-49A3-99DC-5FB7C819DB92}"/>
                </a:ext>
              </a:extLst>
            </p:cNvPr>
            <p:cNvSpPr>
              <a:spLocks/>
            </p:cNvSpPr>
            <p:nvPr/>
          </p:nvSpPr>
          <p:spPr bwMode="auto">
            <a:xfrm>
              <a:off x="2680097" y="4260849"/>
              <a:ext cx="36512" cy="19050"/>
            </a:xfrm>
            <a:custGeom>
              <a:avLst/>
              <a:gdLst>
                <a:gd name="T0" fmla="*/ 2147483646 w 23"/>
                <a:gd name="T1" fmla="*/ 0 h 18"/>
                <a:gd name="T2" fmla="*/ 2147483646 w 23"/>
                <a:gd name="T3" fmla="*/ 2147483646 h 18"/>
                <a:gd name="T4" fmla="*/ 2147483646 w 23"/>
                <a:gd name="T5" fmla="*/ 2147483646 h 18"/>
                <a:gd name="T6" fmla="*/ 0 w 23"/>
                <a:gd name="T7" fmla="*/ 2147483646 h 18"/>
                <a:gd name="T8" fmla="*/ 2147483646 w 23"/>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8">
                  <a:moveTo>
                    <a:pt x="2" y="0"/>
                  </a:moveTo>
                  <a:lnTo>
                    <a:pt x="23" y="1"/>
                  </a:lnTo>
                  <a:lnTo>
                    <a:pt x="21" y="18"/>
                  </a:lnTo>
                  <a:lnTo>
                    <a:pt x="0" y="13"/>
                  </a:lnTo>
                  <a:lnTo>
                    <a:pt x="2" y="0"/>
                  </a:lnTo>
                  <a:close/>
                </a:path>
              </a:pathLst>
            </a:custGeom>
            <a:solidFill>
              <a:srgbClr val="FF0000"/>
            </a:solidFill>
            <a:ln w="6350" cap="flat" cmpd="sng">
              <a:solidFill>
                <a:srgbClr val="80808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4" name="Freeform: Shape 25">
              <a:extLst>
                <a:ext uri="{FF2B5EF4-FFF2-40B4-BE49-F238E27FC236}">
                  <a16:creationId xmlns:a16="http://schemas.microsoft.com/office/drawing/2014/main" id="{C7A4495C-1540-4B91-838B-E068AD7DE2FD}"/>
                </a:ext>
              </a:extLst>
            </p:cNvPr>
            <p:cNvSpPr/>
            <p:nvPr/>
          </p:nvSpPr>
          <p:spPr bwMode="auto">
            <a:xfrm>
              <a:off x="1995488" y="4238625"/>
              <a:ext cx="95250" cy="116681"/>
            </a:xfrm>
            <a:custGeom>
              <a:avLst/>
              <a:gdLst>
                <a:gd name="connsiteX0" fmla="*/ 95250 w 95250"/>
                <a:gd name="connsiteY0" fmla="*/ 0 h 116681"/>
                <a:gd name="connsiteX1" fmla="*/ 45243 w 95250"/>
                <a:gd name="connsiteY1" fmla="*/ 11906 h 116681"/>
                <a:gd name="connsiteX2" fmla="*/ 23812 w 95250"/>
                <a:gd name="connsiteY2" fmla="*/ 28575 h 116681"/>
                <a:gd name="connsiteX3" fmla="*/ 42862 w 95250"/>
                <a:gd name="connsiteY3" fmla="*/ 54769 h 116681"/>
                <a:gd name="connsiteX4" fmla="*/ 42862 w 95250"/>
                <a:gd name="connsiteY4" fmla="*/ 54769 h 116681"/>
                <a:gd name="connsiteX5" fmla="*/ 0 w 95250"/>
                <a:gd name="connsiteY5" fmla="*/ 88106 h 116681"/>
                <a:gd name="connsiteX6" fmla="*/ 42862 w 95250"/>
                <a:gd name="connsiteY6" fmla="*/ 116681 h 116681"/>
                <a:gd name="connsiteX7" fmla="*/ 71437 w 95250"/>
                <a:gd name="connsiteY7" fmla="*/ 95250 h 116681"/>
                <a:gd name="connsiteX8" fmla="*/ 85725 w 95250"/>
                <a:gd name="connsiteY8" fmla="*/ 64294 h 116681"/>
                <a:gd name="connsiteX9" fmla="*/ 95250 w 95250"/>
                <a:gd name="connsiteY9" fmla="*/ 0 h 11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250" h="116681">
                  <a:moveTo>
                    <a:pt x="95250" y="0"/>
                  </a:moveTo>
                  <a:lnTo>
                    <a:pt x="45243" y="11906"/>
                  </a:lnTo>
                  <a:lnTo>
                    <a:pt x="23812" y="28575"/>
                  </a:lnTo>
                  <a:lnTo>
                    <a:pt x="42862" y="54769"/>
                  </a:lnTo>
                  <a:lnTo>
                    <a:pt x="42862" y="54769"/>
                  </a:lnTo>
                  <a:lnTo>
                    <a:pt x="0" y="88106"/>
                  </a:lnTo>
                  <a:lnTo>
                    <a:pt x="42862" y="116681"/>
                  </a:lnTo>
                  <a:lnTo>
                    <a:pt x="71437" y="95250"/>
                  </a:lnTo>
                  <a:lnTo>
                    <a:pt x="85725" y="64294"/>
                  </a:lnTo>
                  <a:lnTo>
                    <a:pt x="95250" y="0"/>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5" name="Freeform: Shape 1023">
              <a:extLst>
                <a:ext uri="{FF2B5EF4-FFF2-40B4-BE49-F238E27FC236}">
                  <a16:creationId xmlns:a16="http://schemas.microsoft.com/office/drawing/2014/main" id="{FDB7B065-0D3C-4D2D-964E-3AC994A85725}"/>
                </a:ext>
              </a:extLst>
            </p:cNvPr>
            <p:cNvSpPr/>
            <p:nvPr/>
          </p:nvSpPr>
          <p:spPr bwMode="auto">
            <a:xfrm>
              <a:off x="2045494" y="4288631"/>
              <a:ext cx="164306" cy="80963"/>
            </a:xfrm>
            <a:custGeom>
              <a:avLst/>
              <a:gdLst>
                <a:gd name="connsiteX0" fmla="*/ 164306 w 164306"/>
                <a:gd name="connsiteY0" fmla="*/ 30957 h 80963"/>
                <a:gd name="connsiteX1" fmla="*/ 114300 w 164306"/>
                <a:gd name="connsiteY1" fmla="*/ 0 h 80963"/>
                <a:gd name="connsiteX2" fmla="*/ 95250 w 164306"/>
                <a:gd name="connsiteY2" fmla="*/ 14288 h 80963"/>
                <a:gd name="connsiteX3" fmla="*/ 61912 w 164306"/>
                <a:gd name="connsiteY3" fmla="*/ 14288 h 80963"/>
                <a:gd name="connsiteX4" fmla="*/ 38100 w 164306"/>
                <a:gd name="connsiteY4" fmla="*/ 11907 h 80963"/>
                <a:gd name="connsiteX5" fmla="*/ 26194 w 164306"/>
                <a:gd name="connsiteY5" fmla="*/ 47625 h 80963"/>
                <a:gd name="connsiteX6" fmla="*/ 0 w 164306"/>
                <a:gd name="connsiteY6" fmla="*/ 66675 h 80963"/>
                <a:gd name="connsiteX7" fmla="*/ 33337 w 164306"/>
                <a:gd name="connsiteY7" fmla="*/ 64294 h 80963"/>
                <a:gd name="connsiteX8" fmla="*/ 33337 w 164306"/>
                <a:gd name="connsiteY8" fmla="*/ 64294 h 80963"/>
                <a:gd name="connsiteX9" fmla="*/ 69056 w 164306"/>
                <a:gd name="connsiteY9" fmla="*/ 80963 h 80963"/>
                <a:gd name="connsiteX10" fmla="*/ 104775 w 164306"/>
                <a:gd name="connsiteY10" fmla="*/ 57150 h 80963"/>
                <a:gd name="connsiteX11" fmla="*/ 164306 w 164306"/>
                <a:gd name="connsiteY11" fmla="*/ 30957 h 80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4306" h="80963">
                  <a:moveTo>
                    <a:pt x="164306" y="30957"/>
                  </a:moveTo>
                  <a:lnTo>
                    <a:pt x="114300" y="0"/>
                  </a:lnTo>
                  <a:lnTo>
                    <a:pt x="95250" y="14288"/>
                  </a:lnTo>
                  <a:lnTo>
                    <a:pt x="61912" y="14288"/>
                  </a:lnTo>
                  <a:lnTo>
                    <a:pt x="38100" y="11907"/>
                  </a:lnTo>
                  <a:lnTo>
                    <a:pt x="26194" y="47625"/>
                  </a:lnTo>
                  <a:lnTo>
                    <a:pt x="0" y="66675"/>
                  </a:lnTo>
                  <a:lnTo>
                    <a:pt x="33337" y="64294"/>
                  </a:lnTo>
                  <a:lnTo>
                    <a:pt x="33337" y="64294"/>
                  </a:lnTo>
                  <a:lnTo>
                    <a:pt x="69056" y="80963"/>
                  </a:lnTo>
                  <a:lnTo>
                    <a:pt x="104775" y="57150"/>
                  </a:lnTo>
                  <a:lnTo>
                    <a:pt x="164306" y="30957"/>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6" name="Freeform: Shape 1026">
              <a:extLst>
                <a:ext uri="{FF2B5EF4-FFF2-40B4-BE49-F238E27FC236}">
                  <a16:creationId xmlns:a16="http://schemas.microsoft.com/office/drawing/2014/main" id="{09E6F719-6265-41A1-9531-3EC4821519F4}"/>
                </a:ext>
              </a:extLst>
            </p:cNvPr>
            <p:cNvSpPr/>
            <p:nvPr/>
          </p:nvSpPr>
          <p:spPr bwMode="auto">
            <a:xfrm>
              <a:off x="2112169" y="4324350"/>
              <a:ext cx="97631" cy="100013"/>
            </a:xfrm>
            <a:custGeom>
              <a:avLst/>
              <a:gdLst>
                <a:gd name="connsiteX0" fmla="*/ 97631 w 97631"/>
                <a:gd name="connsiteY0" fmla="*/ 92869 h 92869"/>
                <a:gd name="connsiteX1" fmla="*/ 97631 w 97631"/>
                <a:gd name="connsiteY1" fmla="*/ 0 h 92869"/>
                <a:gd name="connsiteX2" fmla="*/ 64294 w 97631"/>
                <a:gd name="connsiteY2" fmla="*/ 14288 h 92869"/>
                <a:gd name="connsiteX3" fmla="*/ 0 w 97631"/>
                <a:gd name="connsiteY3" fmla="*/ 47625 h 92869"/>
                <a:gd name="connsiteX4" fmla="*/ 97631 w 97631"/>
                <a:gd name="connsiteY4" fmla="*/ 92869 h 92869"/>
                <a:gd name="connsiteX0" fmla="*/ 97631 w 97631"/>
                <a:gd name="connsiteY0" fmla="*/ 92869 h 92869"/>
                <a:gd name="connsiteX1" fmla="*/ 97631 w 97631"/>
                <a:gd name="connsiteY1" fmla="*/ 0 h 92869"/>
                <a:gd name="connsiteX2" fmla="*/ 64294 w 97631"/>
                <a:gd name="connsiteY2" fmla="*/ 14288 h 92869"/>
                <a:gd name="connsiteX3" fmla="*/ 0 w 97631"/>
                <a:gd name="connsiteY3" fmla="*/ 47625 h 92869"/>
                <a:gd name="connsiteX4" fmla="*/ 50006 w 97631"/>
                <a:gd name="connsiteY4" fmla="*/ 71438 h 92869"/>
                <a:gd name="connsiteX5" fmla="*/ 97631 w 97631"/>
                <a:gd name="connsiteY5" fmla="*/ 92869 h 92869"/>
                <a:gd name="connsiteX0" fmla="*/ 97631 w 97631"/>
                <a:gd name="connsiteY0" fmla="*/ 92869 h 100013"/>
                <a:gd name="connsiteX1" fmla="*/ 97631 w 97631"/>
                <a:gd name="connsiteY1" fmla="*/ 0 h 100013"/>
                <a:gd name="connsiteX2" fmla="*/ 64294 w 97631"/>
                <a:gd name="connsiteY2" fmla="*/ 14288 h 100013"/>
                <a:gd name="connsiteX3" fmla="*/ 0 w 97631"/>
                <a:gd name="connsiteY3" fmla="*/ 47625 h 100013"/>
                <a:gd name="connsiteX4" fmla="*/ 45243 w 97631"/>
                <a:gd name="connsiteY4" fmla="*/ 100013 h 100013"/>
                <a:gd name="connsiteX5" fmla="*/ 97631 w 97631"/>
                <a:gd name="connsiteY5" fmla="*/ 92869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631" h="100013">
                  <a:moveTo>
                    <a:pt x="97631" y="92869"/>
                  </a:moveTo>
                  <a:lnTo>
                    <a:pt x="97631" y="0"/>
                  </a:lnTo>
                  <a:lnTo>
                    <a:pt x="64294" y="14288"/>
                  </a:lnTo>
                  <a:lnTo>
                    <a:pt x="0" y="47625"/>
                  </a:lnTo>
                  <a:lnTo>
                    <a:pt x="45243" y="100013"/>
                  </a:lnTo>
                  <a:lnTo>
                    <a:pt x="97631" y="92869"/>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7" name="Freeform: Shape 1027">
              <a:extLst>
                <a:ext uri="{FF2B5EF4-FFF2-40B4-BE49-F238E27FC236}">
                  <a16:creationId xmlns:a16="http://schemas.microsoft.com/office/drawing/2014/main" id="{32FAB9AE-FF5F-4809-821D-5316A4E1E3EC}"/>
                </a:ext>
              </a:extLst>
            </p:cNvPr>
            <p:cNvSpPr/>
            <p:nvPr/>
          </p:nvSpPr>
          <p:spPr bwMode="auto">
            <a:xfrm>
              <a:off x="2159794" y="4417220"/>
              <a:ext cx="83344" cy="69056"/>
            </a:xfrm>
            <a:custGeom>
              <a:avLst/>
              <a:gdLst>
                <a:gd name="connsiteX0" fmla="*/ 83344 w 83344"/>
                <a:gd name="connsiteY0" fmla="*/ 35719 h 47625"/>
                <a:gd name="connsiteX1" fmla="*/ 45244 w 83344"/>
                <a:gd name="connsiteY1" fmla="*/ 0 h 47625"/>
                <a:gd name="connsiteX2" fmla="*/ 7144 w 83344"/>
                <a:gd name="connsiteY2" fmla="*/ 7144 h 47625"/>
                <a:gd name="connsiteX3" fmla="*/ 0 w 83344"/>
                <a:gd name="connsiteY3" fmla="*/ 21431 h 47625"/>
                <a:gd name="connsiteX4" fmla="*/ 30956 w 83344"/>
                <a:gd name="connsiteY4" fmla="*/ 47625 h 47625"/>
                <a:gd name="connsiteX5" fmla="*/ 83344 w 83344"/>
                <a:gd name="connsiteY5" fmla="*/ 35719 h 47625"/>
                <a:gd name="connsiteX0" fmla="*/ 83344 w 83344"/>
                <a:gd name="connsiteY0" fmla="*/ 35719 h 47625"/>
                <a:gd name="connsiteX1" fmla="*/ 45244 w 83344"/>
                <a:gd name="connsiteY1" fmla="*/ 0 h 47625"/>
                <a:gd name="connsiteX2" fmla="*/ 7144 w 83344"/>
                <a:gd name="connsiteY2" fmla="*/ 7144 h 47625"/>
                <a:gd name="connsiteX3" fmla="*/ 0 w 83344"/>
                <a:gd name="connsiteY3" fmla="*/ 21431 h 47625"/>
                <a:gd name="connsiteX4" fmla="*/ 30956 w 83344"/>
                <a:gd name="connsiteY4" fmla="*/ 47625 h 47625"/>
                <a:gd name="connsiteX5" fmla="*/ 54769 w 83344"/>
                <a:gd name="connsiteY5" fmla="*/ 40481 h 47625"/>
                <a:gd name="connsiteX6" fmla="*/ 83344 w 83344"/>
                <a:gd name="connsiteY6" fmla="*/ 35719 h 47625"/>
                <a:gd name="connsiteX0" fmla="*/ 83344 w 83344"/>
                <a:gd name="connsiteY0" fmla="*/ 35719 h 69056"/>
                <a:gd name="connsiteX1" fmla="*/ 45244 w 83344"/>
                <a:gd name="connsiteY1" fmla="*/ 0 h 69056"/>
                <a:gd name="connsiteX2" fmla="*/ 7144 w 83344"/>
                <a:gd name="connsiteY2" fmla="*/ 7144 h 69056"/>
                <a:gd name="connsiteX3" fmla="*/ 0 w 83344"/>
                <a:gd name="connsiteY3" fmla="*/ 21431 h 69056"/>
                <a:gd name="connsiteX4" fmla="*/ 30956 w 83344"/>
                <a:gd name="connsiteY4" fmla="*/ 47625 h 69056"/>
                <a:gd name="connsiteX5" fmla="*/ 64294 w 83344"/>
                <a:gd name="connsiteY5" fmla="*/ 69056 h 69056"/>
                <a:gd name="connsiteX6" fmla="*/ 83344 w 83344"/>
                <a:gd name="connsiteY6" fmla="*/ 35719 h 69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44" h="69056">
                  <a:moveTo>
                    <a:pt x="83344" y="35719"/>
                  </a:moveTo>
                  <a:lnTo>
                    <a:pt x="45244" y="0"/>
                  </a:lnTo>
                  <a:lnTo>
                    <a:pt x="7144" y="7144"/>
                  </a:lnTo>
                  <a:lnTo>
                    <a:pt x="0" y="21431"/>
                  </a:lnTo>
                  <a:lnTo>
                    <a:pt x="30956" y="47625"/>
                  </a:lnTo>
                  <a:lnTo>
                    <a:pt x="64294" y="69056"/>
                  </a:lnTo>
                  <a:lnTo>
                    <a:pt x="83344" y="35719"/>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8" name="Freeform: Shape 1028">
              <a:extLst>
                <a:ext uri="{FF2B5EF4-FFF2-40B4-BE49-F238E27FC236}">
                  <a16:creationId xmlns:a16="http://schemas.microsoft.com/office/drawing/2014/main" id="{D65BBAAF-EC04-42BF-B9AC-1DAE37CB7A5A}"/>
                </a:ext>
              </a:extLst>
            </p:cNvPr>
            <p:cNvSpPr/>
            <p:nvPr/>
          </p:nvSpPr>
          <p:spPr bwMode="auto">
            <a:xfrm>
              <a:off x="2333625" y="4393406"/>
              <a:ext cx="295275" cy="409575"/>
            </a:xfrm>
            <a:custGeom>
              <a:avLst/>
              <a:gdLst>
                <a:gd name="connsiteX0" fmla="*/ 23813 w 295275"/>
                <a:gd name="connsiteY0" fmla="*/ 102394 h 409575"/>
                <a:gd name="connsiteX1" fmla="*/ 42863 w 295275"/>
                <a:gd name="connsiteY1" fmla="*/ 185738 h 409575"/>
                <a:gd name="connsiteX2" fmla="*/ 38100 w 295275"/>
                <a:gd name="connsiteY2" fmla="*/ 228600 h 409575"/>
                <a:gd name="connsiteX3" fmla="*/ 0 w 295275"/>
                <a:gd name="connsiteY3" fmla="*/ 266700 h 409575"/>
                <a:gd name="connsiteX4" fmla="*/ 52388 w 295275"/>
                <a:gd name="connsiteY4" fmla="*/ 300038 h 409575"/>
                <a:gd name="connsiteX5" fmla="*/ 64294 w 295275"/>
                <a:gd name="connsiteY5" fmla="*/ 285750 h 409575"/>
                <a:gd name="connsiteX6" fmla="*/ 90488 w 295275"/>
                <a:gd name="connsiteY6" fmla="*/ 311944 h 409575"/>
                <a:gd name="connsiteX7" fmla="*/ 109538 w 295275"/>
                <a:gd name="connsiteY7" fmla="*/ 316707 h 409575"/>
                <a:gd name="connsiteX8" fmla="*/ 147638 w 295275"/>
                <a:gd name="connsiteY8" fmla="*/ 364332 h 409575"/>
                <a:gd name="connsiteX9" fmla="*/ 183356 w 295275"/>
                <a:gd name="connsiteY9" fmla="*/ 359569 h 409575"/>
                <a:gd name="connsiteX10" fmla="*/ 207169 w 295275"/>
                <a:gd name="connsiteY10" fmla="*/ 369094 h 409575"/>
                <a:gd name="connsiteX11" fmla="*/ 211931 w 295275"/>
                <a:gd name="connsiteY11" fmla="*/ 409575 h 409575"/>
                <a:gd name="connsiteX12" fmla="*/ 223838 w 295275"/>
                <a:gd name="connsiteY12" fmla="*/ 390525 h 409575"/>
                <a:gd name="connsiteX13" fmla="*/ 226219 w 295275"/>
                <a:gd name="connsiteY13" fmla="*/ 316707 h 409575"/>
                <a:gd name="connsiteX14" fmla="*/ 214313 w 295275"/>
                <a:gd name="connsiteY14" fmla="*/ 302419 h 409575"/>
                <a:gd name="connsiteX15" fmla="*/ 226219 w 295275"/>
                <a:gd name="connsiteY15" fmla="*/ 285750 h 409575"/>
                <a:gd name="connsiteX16" fmla="*/ 214313 w 295275"/>
                <a:gd name="connsiteY16" fmla="*/ 261938 h 409575"/>
                <a:gd name="connsiteX17" fmla="*/ 254794 w 295275"/>
                <a:gd name="connsiteY17" fmla="*/ 259557 h 409575"/>
                <a:gd name="connsiteX18" fmla="*/ 269081 w 295275"/>
                <a:gd name="connsiteY18" fmla="*/ 250032 h 409575"/>
                <a:gd name="connsiteX19" fmla="*/ 295275 w 295275"/>
                <a:gd name="connsiteY19" fmla="*/ 280988 h 409575"/>
                <a:gd name="connsiteX20" fmla="*/ 280988 w 295275"/>
                <a:gd name="connsiteY20" fmla="*/ 235744 h 409575"/>
                <a:gd name="connsiteX21" fmla="*/ 280988 w 295275"/>
                <a:gd name="connsiteY21" fmla="*/ 211932 h 409575"/>
                <a:gd name="connsiteX22" fmla="*/ 269081 w 295275"/>
                <a:gd name="connsiteY22" fmla="*/ 185738 h 409575"/>
                <a:gd name="connsiteX23" fmla="*/ 269081 w 295275"/>
                <a:gd name="connsiteY23" fmla="*/ 147638 h 409575"/>
                <a:gd name="connsiteX24" fmla="*/ 240506 w 295275"/>
                <a:gd name="connsiteY24" fmla="*/ 154782 h 409575"/>
                <a:gd name="connsiteX25" fmla="*/ 211931 w 295275"/>
                <a:gd name="connsiteY25" fmla="*/ 130969 h 409575"/>
                <a:gd name="connsiteX26" fmla="*/ 183356 w 295275"/>
                <a:gd name="connsiteY26" fmla="*/ 121444 h 409575"/>
                <a:gd name="connsiteX27" fmla="*/ 161925 w 295275"/>
                <a:gd name="connsiteY27" fmla="*/ 128588 h 409575"/>
                <a:gd name="connsiteX28" fmla="*/ 157163 w 295275"/>
                <a:gd name="connsiteY28" fmla="*/ 97632 h 409575"/>
                <a:gd name="connsiteX29" fmla="*/ 138113 w 295275"/>
                <a:gd name="connsiteY29" fmla="*/ 73819 h 409575"/>
                <a:gd name="connsiteX30" fmla="*/ 157163 w 295275"/>
                <a:gd name="connsiteY30" fmla="*/ 35719 h 409575"/>
                <a:gd name="connsiteX31" fmla="*/ 180975 w 295275"/>
                <a:gd name="connsiteY31" fmla="*/ 0 h 409575"/>
                <a:gd name="connsiteX32" fmla="*/ 135731 w 295275"/>
                <a:gd name="connsiteY32" fmla="*/ 23813 h 409575"/>
                <a:gd name="connsiteX33" fmla="*/ 109538 w 295275"/>
                <a:gd name="connsiteY33" fmla="*/ 33338 h 409575"/>
                <a:gd name="connsiteX34" fmla="*/ 85725 w 295275"/>
                <a:gd name="connsiteY34" fmla="*/ 40482 h 409575"/>
                <a:gd name="connsiteX35" fmla="*/ 83344 w 295275"/>
                <a:gd name="connsiteY35" fmla="*/ 69057 h 409575"/>
                <a:gd name="connsiteX36" fmla="*/ 23813 w 295275"/>
                <a:gd name="connsiteY36" fmla="*/ 102394 h 409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5275" h="409575">
                  <a:moveTo>
                    <a:pt x="23813" y="102394"/>
                  </a:moveTo>
                  <a:lnTo>
                    <a:pt x="42863" y="185738"/>
                  </a:lnTo>
                  <a:lnTo>
                    <a:pt x="38100" y="228600"/>
                  </a:lnTo>
                  <a:lnTo>
                    <a:pt x="0" y="266700"/>
                  </a:lnTo>
                  <a:lnTo>
                    <a:pt x="52388" y="300038"/>
                  </a:lnTo>
                  <a:lnTo>
                    <a:pt x="64294" y="285750"/>
                  </a:lnTo>
                  <a:lnTo>
                    <a:pt x="90488" y="311944"/>
                  </a:lnTo>
                  <a:lnTo>
                    <a:pt x="109538" y="316707"/>
                  </a:lnTo>
                  <a:lnTo>
                    <a:pt x="147638" y="364332"/>
                  </a:lnTo>
                  <a:lnTo>
                    <a:pt x="183356" y="359569"/>
                  </a:lnTo>
                  <a:lnTo>
                    <a:pt x="207169" y="369094"/>
                  </a:lnTo>
                  <a:lnTo>
                    <a:pt x="211931" y="409575"/>
                  </a:lnTo>
                  <a:lnTo>
                    <a:pt x="223838" y="390525"/>
                  </a:lnTo>
                  <a:cubicBezTo>
                    <a:pt x="224632" y="365919"/>
                    <a:pt x="225425" y="341313"/>
                    <a:pt x="226219" y="316707"/>
                  </a:cubicBezTo>
                  <a:lnTo>
                    <a:pt x="214313" y="302419"/>
                  </a:lnTo>
                  <a:lnTo>
                    <a:pt x="226219" y="285750"/>
                  </a:lnTo>
                  <a:lnTo>
                    <a:pt x="214313" y="261938"/>
                  </a:lnTo>
                  <a:lnTo>
                    <a:pt x="254794" y="259557"/>
                  </a:lnTo>
                  <a:lnTo>
                    <a:pt x="269081" y="250032"/>
                  </a:lnTo>
                  <a:lnTo>
                    <a:pt x="295275" y="280988"/>
                  </a:lnTo>
                  <a:lnTo>
                    <a:pt x="280988" y="235744"/>
                  </a:lnTo>
                  <a:lnTo>
                    <a:pt x="280988" y="211932"/>
                  </a:lnTo>
                  <a:lnTo>
                    <a:pt x="269081" y="185738"/>
                  </a:lnTo>
                  <a:lnTo>
                    <a:pt x="269081" y="147638"/>
                  </a:lnTo>
                  <a:lnTo>
                    <a:pt x="240506" y="154782"/>
                  </a:lnTo>
                  <a:lnTo>
                    <a:pt x="211931" y="130969"/>
                  </a:lnTo>
                  <a:lnTo>
                    <a:pt x="183356" y="121444"/>
                  </a:lnTo>
                  <a:lnTo>
                    <a:pt x="161925" y="128588"/>
                  </a:lnTo>
                  <a:lnTo>
                    <a:pt x="157163" y="97632"/>
                  </a:lnTo>
                  <a:lnTo>
                    <a:pt x="138113" y="73819"/>
                  </a:lnTo>
                  <a:lnTo>
                    <a:pt x="157163" y="35719"/>
                  </a:lnTo>
                  <a:lnTo>
                    <a:pt x="180975" y="0"/>
                  </a:lnTo>
                  <a:lnTo>
                    <a:pt x="135731" y="23813"/>
                  </a:lnTo>
                  <a:lnTo>
                    <a:pt x="109538" y="33338"/>
                  </a:lnTo>
                  <a:lnTo>
                    <a:pt x="85725" y="40482"/>
                  </a:lnTo>
                  <a:lnTo>
                    <a:pt x="83344" y="69057"/>
                  </a:lnTo>
                  <a:lnTo>
                    <a:pt x="23813" y="102394"/>
                  </a:ln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vert="horz" wrap="none" lIns="96724" tIns="48362" rIns="96724" bIns="48362" numCol="1" rtlCol="0" anchor="t" anchorCtr="0" compatLnSpc="1">
              <a:prstTxWarp prst="textNoShape">
                <a:avLst/>
              </a:prstTxWarp>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29" name="Freeform: Shape 1029">
              <a:extLst>
                <a:ext uri="{FF2B5EF4-FFF2-40B4-BE49-F238E27FC236}">
                  <a16:creationId xmlns:a16="http://schemas.microsoft.com/office/drawing/2014/main" id="{6D277D2A-B5D7-490F-9CB1-D8F9BAEA840F}"/>
                </a:ext>
              </a:extLst>
            </p:cNvPr>
            <p:cNvSpPr/>
            <p:nvPr/>
          </p:nvSpPr>
          <p:spPr bwMode="auto">
            <a:xfrm>
              <a:off x="2471738" y="4414838"/>
              <a:ext cx="316706" cy="266699"/>
            </a:xfrm>
            <a:custGeom>
              <a:avLst/>
              <a:gdLst>
                <a:gd name="connsiteX0" fmla="*/ 150018 w 316706"/>
                <a:gd name="connsiteY0" fmla="*/ 245268 h 254793"/>
                <a:gd name="connsiteX1" fmla="*/ 207168 w 316706"/>
                <a:gd name="connsiteY1" fmla="*/ 254793 h 254793"/>
                <a:gd name="connsiteX2" fmla="*/ 226218 w 316706"/>
                <a:gd name="connsiteY2" fmla="*/ 230981 h 254793"/>
                <a:gd name="connsiteX3" fmla="*/ 216693 w 316706"/>
                <a:gd name="connsiteY3" fmla="*/ 195262 h 254793"/>
                <a:gd name="connsiteX4" fmla="*/ 211931 w 316706"/>
                <a:gd name="connsiteY4" fmla="*/ 173831 h 254793"/>
                <a:gd name="connsiteX5" fmla="*/ 240506 w 316706"/>
                <a:gd name="connsiteY5" fmla="*/ 185737 h 254793"/>
                <a:gd name="connsiteX6" fmla="*/ 290512 w 316706"/>
                <a:gd name="connsiteY6" fmla="*/ 173831 h 254793"/>
                <a:gd name="connsiteX7" fmla="*/ 304800 w 316706"/>
                <a:gd name="connsiteY7" fmla="*/ 147637 h 254793"/>
                <a:gd name="connsiteX8" fmla="*/ 295275 w 316706"/>
                <a:gd name="connsiteY8" fmla="*/ 135731 h 254793"/>
                <a:gd name="connsiteX9" fmla="*/ 307181 w 316706"/>
                <a:gd name="connsiteY9" fmla="*/ 109537 h 254793"/>
                <a:gd name="connsiteX10" fmla="*/ 309562 w 316706"/>
                <a:gd name="connsiteY10" fmla="*/ 88106 h 254793"/>
                <a:gd name="connsiteX11" fmla="*/ 316706 w 316706"/>
                <a:gd name="connsiteY11" fmla="*/ 73818 h 254793"/>
                <a:gd name="connsiteX12" fmla="*/ 309562 w 316706"/>
                <a:gd name="connsiteY12" fmla="*/ 69056 h 254793"/>
                <a:gd name="connsiteX13" fmla="*/ 290512 w 316706"/>
                <a:gd name="connsiteY13" fmla="*/ 45243 h 254793"/>
                <a:gd name="connsiteX14" fmla="*/ 261937 w 316706"/>
                <a:gd name="connsiteY14" fmla="*/ 45243 h 254793"/>
                <a:gd name="connsiteX15" fmla="*/ 250031 w 316706"/>
                <a:gd name="connsiteY15" fmla="*/ 9525 h 254793"/>
                <a:gd name="connsiteX16" fmla="*/ 207168 w 316706"/>
                <a:gd name="connsiteY16" fmla="*/ 26193 h 254793"/>
                <a:gd name="connsiteX17" fmla="*/ 190500 w 316706"/>
                <a:gd name="connsiteY17" fmla="*/ 35718 h 254793"/>
                <a:gd name="connsiteX18" fmla="*/ 152400 w 316706"/>
                <a:gd name="connsiteY18" fmla="*/ 19050 h 254793"/>
                <a:gd name="connsiteX19" fmla="*/ 123825 w 316706"/>
                <a:gd name="connsiteY19" fmla="*/ 19050 h 254793"/>
                <a:gd name="connsiteX20" fmla="*/ 100012 w 316706"/>
                <a:gd name="connsiteY20" fmla="*/ 0 h 254793"/>
                <a:gd name="connsiteX21" fmla="*/ 76200 w 316706"/>
                <a:gd name="connsiteY21" fmla="*/ 2381 h 254793"/>
                <a:gd name="connsiteX22" fmla="*/ 30956 w 316706"/>
                <a:gd name="connsiteY22" fmla="*/ 16668 h 254793"/>
                <a:gd name="connsiteX23" fmla="*/ 61912 w 316706"/>
                <a:gd name="connsiteY23" fmla="*/ 38100 h 254793"/>
                <a:gd name="connsiteX24" fmla="*/ 54768 w 316706"/>
                <a:gd name="connsiteY24" fmla="*/ 54768 h 254793"/>
                <a:gd name="connsiteX25" fmla="*/ 26193 w 316706"/>
                <a:gd name="connsiteY25" fmla="*/ 52387 h 254793"/>
                <a:gd name="connsiteX26" fmla="*/ 19050 w 316706"/>
                <a:gd name="connsiteY26" fmla="*/ 33337 h 254793"/>
                <a:gd name="connsiteX27" fmla="*/ 26193 w 316706"/>
                <a:gd name="connsiteY27" fmla="*/ 2381 h 254793"/>
                <a:gd name="connsiteX28" fmla="*/ 0 w 316706"/>
                <a:gd name="connsiteY28" fmla="*/ 50006 h 254793"/>
                <a:gd name="connsiteX29" fmla="*/ 14287 w 316706"/>
                <a:gd name="connsiteY29" fmla="*/ 73818 h 254793"/>
                <a:gd name="connsiteX30" fmla="*/ 21431 w 316706"/>
                <a:gd name="connsiteY30" fmla="*/ 104775 h 254793"/>
                <a:gd name="connsiteX31" fmla="*/ 40481 w 316706"/>
                <a:gd name="connsiteY31" fmla="*/ 102393 h 254793"/>
                <a:gd name="connsiteX32" fmla="*/ 76200 w 316706"/>
                <a:gd name="connsiteY32" fmla="*/ 109537 h 254793"/>
                <a:gd name="connsiteX33" fmla="*/ 100012 w 316706"/>
                <a:gd name="connsiteY33" fmla="*/ 130968 h 254793"/>
                <a:gd name="connsiteX34" fmla="*/ 126206 w 316706"/>
                <a:gd name="connsiteY34" fmla="*/ 126206 h 254793"/>
                <a:gd name="connsiteX35" fmla="*/ 135731 w 316706"/>
                <a:gd name="connsiteY35" fmla="*/ 166687 h 254793"/>
                <a:gd name="connsiteX36" fmla="*/ 142875 w 316706"/>
                <a:gd name="connsiteY36" fmla="*/ 192881 h 254793"/>
                <a:gd name="connsiteX37" fmla="*/ 150018 w 316706"/>
                <a:gd name="connsiteY37" fmla="*/ 245268 h 254793"/>
                <a:gd name="connsiteX0" fmla="*/ 150019 w 316707"/>
                <a:gd name="connsiteY0" fmla="*/ 278606 h 288131"/>
                <a:gd name="connsiteX1" fmla="*/ 207169 w 316707"/>
                <a:gd name="connsiteY1" fmla="*/ 288131 h 288131"/>
                <a:gd name="connsiteX2" fmla="*/ 226219 w 316707"/>
                <a:gd name="connsiteY2" fmla="*/ 264319 h 288131"/>
                <a:gd name="connsiteX3" fmla="*/ 216694 w 316707"/>
                <a:gd name="connsiteY3" fmla="*/ 228600 h 288131"/>
                <a:gd name="connsiteX4" fmla="*/ 211932 w 316707"/>
                <a:gd name="connsiteY4" fmla="*/ 207169 h 288131"/>
                <a:gd name="connsiteX5" fmla="*/ 240507 w 316707"/>
                <a:gd name="connsiteY5" fmla="*/ 219075 h 288131"/>
                <a:gd name="connsiteX6" fmla="*/ 290513 w 316707"/>
                <a:gd name="connsiteY6" fmla="*/ 207169 h 288131"/>
                <a:gd name="connsiteX7" fmla="*/ 304801 w 316707"/>
                <a:gd name="connsiteY7" fmla="*/ 180975 h 288131"/>
                <a:gd name="connsiteX8" fmla="*/ 295276 w 316707"/>
                <a:gd name="connsiteY8" fmla="*/ 169069 h 288131"/>
                <a:gd name="connsiteX9" fmla="*/ 307182 w 316707"/>
                <a:gd name="connsiteY9" fmla="*/ 142875 h 288131"/>
                <a:gd name="connsiteX10" fmla="*/ 309563 w 316707"/>
                <a:gd name="connsiteY10" fmla="*/ 121444 h 288131"/>
                <a:gd name="connsiteX11" fmla="*/ 316707 w 316707"/>
                <a:gd name="connsiteY11" fmla="*/ 107156 h 288131"/>
                <a:gd name="connsiteX12" fmla="*/ 309563 w 316707"/>
                <a:gd name="connsiteY12" fmla="*/ 102394 h 288131"/>
                <a:gd name="connsiteX13" fmla="*/ 290513 w 316707"/>
                <a:gd name="connsiteY13" fmla="*/ 78581 h 288131"/>
                <a:gd name="connsiteX14" fmla="*/ 261938 w 316707"/>
                <a:gd name="connsiteY14" fmla="*/ 78581 h 288131"/>
                <a:gd name="connsiteX15" fmla="*/ 250032 w 316707"/>
                <a:gd name="connsiteY15" fmla="*/ 42863 h 288131"/>
                <a:gd name="connsiteX16" fmla="*/ 207169 w 316707"/>
                <a:gd name="connsiteY16" fmla="*/ 59531 h 288131"/>
                <a:gd name="connsiteX17" fmla="*/ 190501 w 316707"/>
                <a:gd name="connsiteY17" fmla="*/ 69056 h 288131"/>
                <a:gd name="connsiteX18" fmla="*/ 152401 w 316707"/>
                <a:gd name="connsiteY18" fmla="*/ 52388 h 288131"/>
                <a:gd name="connsiteX19" fmla="*/ 123826 w 316707"/>
                <a:gd name="connsiteY19" fmla="*/ 52388 h 288131"/>
                <a:gd name="connsiteX20" fmla="*/ 100013 w 316707"/>
                <a:gd name="connsiteY20" fmla="*/ 33338 h 288131"/>
                <a:gd name="connsiteX21" fmla="*/ 76201 w 316707"/>
                <a:gd name="connsiteY21" fmla="*/ 35719 h 288131"/>
                <a:gd name="connsiteX22" fmla="*/ 30957 w 316707"/>
                <a:gd name="connsiteY22" fmla="*/ 50006 h 288131"/>
                <a:gd name="connsiteX23" fmla="*/ 61913 w 316707"/>
                <a:gd name="connsiteY23" fmla="*/ 71438 h 288131"/>
                <a:gd name="connsiteX24" fmla="*/ 54769 w 316707"/>
                <a:gd name="connsiteY24" fmla="*/ 88106 h 288131"/>
                <a:gd name="connsiteX25" fmla="*/ 26194 w 316707"/>
                <a:gd name="connsiteY25" fmla="*/ 85725 h 288131"/>
                <a:gd name="connsiteX26" fmla="*/ 19051 w 316707"/>
                <a:gd name="connsiteY26" fmla="*/ 66675 h 288131"/>
                <a:gd name="connsiteX27" fmla="*/ 0 w 316707"/>
                <a:gd name="connsiteY27" fmla="*/ 0 h 288131"/>
                <a:gd name="connsiteX28" fmla="*/ 1 w 316707"/>
                <a:gd name="connsiteY28" fmla="*/ 83344 h 288131"/>
                <a:gd name="connsiteX29" fmla="*/ 14288 w 316707"/>
                <a:gd name="connsiteY29" fmla="*/ 107156 h 288131"/>
                <a:gd name="connsiteX30" fmla="*/ 21432 w 316707"/>
                <a:gd name="connsiteY30" fmla="*/ 138113 h 288131"/>
                <a:gd name="connsiteX31" fmla="*/ 40482 w 316707"/>
                <a:gd name="connsiteY31" fmla="*/ 135731 h 288131"/>
                <a:gd name="connsiteX32" fmla="*/ 76201 w 316707"/>
                <a:gd name="connsiteY32" fmla="*/ 142875 h 288131"/>
                <a:gd name="connsiteX33" fmla="*/ 100013 w 316707"/>
                <a:gd name="connsiteY33" fmla="*/ 164306 h 288131"/>
                <a:gd name="connsiteX34" fmla="*/ 126207 w 316707"/>
                <a:gd name="connsiteY34" fmla="*/ 159544 h 288131"/>
                <a:gd name="connsiteX35" fmla="*/ 135732 w 316707"/>
                <a:gd name="connsiteY35" fmla="*/ 200025 h 288131"/>
                <a:gd name="connsiteX36" fmla="*/ 142876 w 316707"/>
                <a:gd name="connsiteY36" fmla="*/ 226219 h 288131"/>
                <a:gd name="connsiteX37" fmla="*/ 150019 w 316707"/>
                <a:gd name="connsiteY37" fmla="*/ 278606 h 288131"/>
                <a:gd name="connsiteX0" fmla="*/ 150019 w 316707"/>
                <a:gd name="connsiteY0" fmla="*/ 278606 h 288131"/>
                <a:gd name="connsiteX1" fmla="*/ 207169 w 316707"/>
                <a:gd name="connsiteY1" fmla="*/ 288131 h 288131"/>
                <a:gd name="connsiteX2" fmla="*/ 226219 w 316707"/>
                <a:gd name="connsiteY2" fmla="*/ 264319 h 288131"/>
                <a:gd name="connsiteX3" fmla="*/ 216694 w 316707"/>
                <a:gd name="connsiteY3" fmla="*/ 228600 h 288131"/>
                <a:gd name="connsiteX4" fmla="*/ 211932 w 316707"/>
                <a:gd name="connsiteY4" fmla="*/ 207169 h 288131"/>
                <a:gd name="connsiteX5" fmla="*/ 240507 w 316707"/>
                <a:gd name="connsiteY5" fmla="*/ 219075 h 288131"/>
                <a:gd name="connsiteX6" fmla="*/ 290513 w 316707"/>
                <a:gd name="connsiteY6" fmla="*/ 207169 h 288131"/>
                <a:gd name="connsiteX7" fmla="*/ 304801 w 316707"/>
                <a:gd name="connsiteY7" fmla="*/ 180975 h 288131"/>
                <a:gd name="connsiteX8" fmla="*/ 295276 w 316707"/>
                <a:gd name="connsiteY8" fmla="*/ 169069 h 288131"/>
                <a:gd name="connsiteX9" fmla="*/ 307182 w 316707"/>
                <a:gd name="connsiteY9" fmla="*/ 142875 h 288131"/>
                <a:gd name="connsiteX10" fmla="*/ 309563 w 316707"/>
                <a:gd name="connsiteY10" fmla="*/ 121444 h 288131"/>
                <a:gd name="connsiteX11" fmla="*/ 316707 w 316707"/>
                <a:gd name="connsiteY11" fmla="*/ 107156 h 288131"/>
                <a:gd name="connsiteX12" fmla="*/ 309563 w 316707"/>
                <a:gd name="connsiteY12" fmla="*/ 102394 h 288131"/>
                <a:gd name="connsiteX13" fmla="*/ 290513 w 316707"/>
                <a:gd name="connsiteY13" fmla="*/ 78581 h 288131"/>
                <a:gd name="connsiteX14" fmla="*/ 261938 w 316707"/>
                <a:gd name="connsiteY14" fmla="*/ 78581 h 288131"/>
                <a:gd name="connsiteX15" fmla="*/ 250032 w 316707"/>
                <a:gd name="connsiteY15" fmla="*/ 42863 h 288131"/>
                <a:gd name="connsiteX16" fmla="*/ 207169 w 316707"/>
                <a:gd name="connsiteY16" fmla="*/ 59531 h 288131"/>
                <a:gd name="connsiteX17" fmla="*/ 190501 w 316707"/>
                <a:gd name="connsiteY17" fmla="*/ 69056 h 288131"/>
                <a:gd name="connsiteX18" fmla="*/ 152401 w 316707"/>
                <a:gd name="connsiteY18" fmla="*/ 52388 h 288131"/>
                <a:gd name="connsiteX19" fmla="*/ 123826 w 316707"/>
                <a:gd name="connsiteY19" fmla="*/ 52388 h 288131"/>
                <a:gd name="connsiteX20" fmla="*/ 100013 w 316707"/>
                <a:gd name="connsiteY20" fmla="*/ 33338 h 288131"/>
                <a:gd name="connsiteX21" fmla="*/ 76201 w 316707"/>
                <a:gd name="connsiteY21" fmla="*/ 35719 h 288131"/>
                <a:gd name="connsiteX22" fmla="*/ 47626 w 316707"/>
                <a:gd name="connsiteY22" fmla="*/ 50006 h 288131"/>
                <a:gd name="connsiteX23" fmla="*/ 61913 w 316707"/>
                <a:gd name="connsiteY23" fmla="*/ 71438 h 288131"/>
                <a:gd name="connsiteX24" fmla="*/ 54769 w 316707"/>
                <a:gd name="connsiteY24" fmla="*/ 88106 h 288131"/>
                <a:gd name="connsiteX25" fmla="*/ 26194 w 316707"/>
                <a:gd name="connsiteY25" fmla="*/ 85725 h 288131"/>
                <a:gd name="connsiteX26" fmla="*/ 19051 w 316707"/>
                <a:gd name="connsiteY26" fmla="*/ 66675 h 288131"/>
                <a:gd name="connsiteX27" fmla="*/ 0 w 316707"/>
                <a:gd name="connsiteY27" fmla="*/ 0 h 288131"/>
                <a:gd name="connsiteX28" fmla="*/ 1 w 316707"/>
                <a:gd name="connsiteY28" fmla="*/ 83344 h 288131"/>
                <a:gd name="connsiteX29" fmla="*/ 14288 w 316707"/>
                <a:gd name="connsiteY29" fmla="*/ 107156 h 288131"/>
                <a:gd name="connsiteX30" fmla="*/ 21432 w 316707"/>
                <a:gd name="connsiteY30" fmla="*/ 138113 h 288131"/>
                <a:gd name="connsiteX31" fmla="*/ 40482 w 316707"/>
                <a:gd name="connsiteY31" fmla="*/ 135731 h 288131"/>
                <a:gd name="connsiteX32" fmla="*/ 76201 w 316707"/>
                <a:gd name="connsiteY32" fmla="*/ 142875 h 288131"/>
                <a:gd name="connsiteX33" fmla="*/ 100013 w 316707"/>
                <a:gd name="connsiteY33" fmla="*/ 164306 h 288131"/>
                <a:gd name="connsiteX34" fmla="*/ 126207 w 316707"/>
                <a:gd name="connsiteY34" fmla="*/ 159544 h 288131"/>
                <a:gd name="connsiteX35" fmla="*/ 135732 w 316707"/>
                <a:gd name="connsiteY35" fmla="*/ 200025 h 288131"/>
                <a:gd name="connsiteX36" fmla="*/ 142876 w 316707"/>
                <a:gd name="connsiteY36" fmla="*/ 226219 h 288131"/>
                <a:gd name="connsiteX37" fmla="*/ 150019 w 316707"/>
                <a:gd name="connsiteY37" fmla="*/ 278606 h 288131"/>
                <a:gd name="connsiteX0" fmla="*/ 150018 w 316706"/>
                <a:gd name="connsiteY0" fmla="*/ 245268 h 254793"/>
                <a:gd name="connsiteX1" fmla="*/ 207168 w 316706"/>
                <a:gd name="connsiteY1" fmla="*/ 254793 h 254793"/>
                <a:gd name="connsiteX2" fmla="*/ 226218 w 316706"/>
                <a:gd name="connsiteY2" fmla="*/ 230981 h 254793"/>
                <a:gd name="connsiteX3" fmla="*/ 216693 w 316706"/>
                <a:gd name="connsiteY3" fmla="*/ 195262 h 254793"/>
                <a:gd name="connsiteX4" fmla="*/ 211931 w 316706"/>
                <a:gd name="connsiteY4" fmla="*/ 173831 h 254793"/>
                <a:gd name="connsiteX5" fmla="*/ 240506 w 316706"/>
                <a:gd name="connsiteY5" fmla="*/ 185737 h 254793"/>
                <a:gd name="connsiteX6" fmla="*/ 290512 w 316706"/>
                <a:gd name="connsiteY6" fmla="*/ 173831 h 254793"/>
                <a:gd name="connsiteX7" fmla="*/ 304800 w 316706"/>
                <a:gd name="connsiteY7" fmla="*/ 147637 h 254793"/>
                <a:gd name="connsiteX8" fmla="*/ 295275 w 316706"/>
                <a:gd name="connsiteY8" fmla="*/ 135731 h 254793"/>
                <a:gd name="connsiteX9" fmla="*/ 307181 w 316706"/>
                <a:gd name="connsiteY9" fmla="*/ 109537 h 254793"/>
                <a:gd name="connsiteX10" fmla="*/ 309562 w 316706"/>
                <a:gd name="connsiteY10" fmla="*/ 88106 h 254793"/>
                <a:gd name="connsiteX11" fmla="*/ 316706 w 316706"/>
                <a:gd name="connsiteY11" fmla="*/ 73818 h 254793"/>
                <a:gd name="connsiteX12" fmla="*/ 309562 w 316706"/>
                <a:gd name="connsiteY12" fmla="*/ 69056 h 254793"/>
                <a:gd name="connsiteX13" fmla="*/ 290512 w 316706"/>
                <a:gd name="connsiteY13" fmla="*/ 45243 h 254793"/>
                <a:gd name="connsiteX14" fmla="*/ 261937 w 316706"/>
                <a:gd name="connsiteY14" fmla="*/ 45243 h 254793"/>
                <a:gd name="connsiteX15" fmla="*/ 250031 w 316706"/>
                <a:gd name="connsiteY15" fmla="*/ 9525 h 254793"/>
                <a:gd name="connsiteX16" fmla="*/ 207168 w 316706"/>
                <a:gd name="connsiteY16" fmla="*/ 26193 h 254793"/>
                <a:gd name="connsiteX17" fmla="*/ 190500 w 316706"/>
                <a:gd name="connsiteY17" fmla="*/ 35718 h 254793"/>
                <a:gd name="connsiteX18" fmla="*/ 152400 w 316706"/>
                <a:gd name="connsiteY18" fmla="*/ 19050 h 254793"/>
                <a:gd name="connsiteX19" fmla="*/ 123825 w 316706"/>
                <a:gd name="connsiteY19" fmla="*/ 19050 h 254793"/>
                <a:gd name="connsiteX20" fmla="*/ 100012 w 316706"/>
                <a:gd name="connsiteY20" fmla="*/ 0 h 254793"/>
                <a:gd name="connsiteX21" fmla="*/ 76200 w 316706"/>
                <a:gd name="connsiteY21" fmla="*/ 2381 h 254793"/>
                <a:gd name="connsiteX22" fmla="*/ 47625 w 316706"/>
                <a:gd name="connsiteY22" fmla="*/ 16668 h 254793"/>
                <a:gd name="connsiteX23" fmla="*/ 61912 w 316706"/>
                <a:gd name="connsiteY23" fmla="*/ 38100 h 254793"/>
                <a:gd name="connsiteX24" fmla="*/ 54768 w 316706"/>
                <a:gd name="connsiteY24" fmla="*/ 54768 h 254793"/>
                <a:gd name="connsiteX25" fmla="*/ 26193 w 316706"/>
                <a:gd name="connsiteY25" fmla="*/ 52387 h 254793"/>
                <a:gd name="connsiteX26" fmla="*/ 19050 w 316706"/>
                <a:gd name="connsiteY26" fmla="*/ 33337 h 254793"/>
                <a:gd name="connsiteX27" fmla="*/ 19049 w 316706"/>
                <a:gd name="connsiteY27" fmla="*/ 9525 h 254793"/>
                <a:gd name="connsiteX28" fmla="*/ 0 w 316706"/>
                <a:gd name="connsiteY28" fmla="*/ 50006 h 254793"/>
                <a:gd name="connsiteX29" fmla="*/ 14287 w 316706"/>
                <a:gd name="connsiteY29" fmla="*/ 73818 h 254793"/>
                <a:gd name="connsiteX30" fmla="*/ 21431 w 316706"/>
                <a:gd name="connsiteY30" fmla="*/ 104775 h 254793"/>
                <a:gd name="connsiteX31" fmla="*/ 40481 w 316706"/>
                <a:gd name="connsiteY31" fmla="*/ 102393 h 254793"/>
                <a:gd name="connsiteX32" fmla="*/ 76200 w 316706"/>
                <a:gd name="connsiteY32" fmla="*/ 109537 h 254793"/>
                <a:gd name="connsiteX33" fmla="*/ 100012 w 316706"/>
                <a:gd name="connsiteY33" fmla="*/ 130968 h 254793"/>
                <a:gd name="connsiteX34" fmla="*/ 126206 w 316706"/>
                <a:gd name="connsiteY34" fmla="*/ 126206 h 254793"/>
                <a:gd name="connsiteX35" fmla="*/ 135731 w 316706"/>
                <a:gd name="connsiteY35" fmla="*/ 166687 h 254793"/>
                <a:gd name="connsiteX36" fmla="*/ 142875 w 316706"/>
                <a:gd name="connsiteY36" fmla="*/ 192881 h 254793"/>
                <a:gd name="connsiteX37" fmla="*/ 150018 w 316706"/>
                <a:gd name="connsiteY37" fmla="*/ 245268 h 254793"/>
                <a:gd name="connsiteX0" fmla="*/ 150018 w 316706"/>
                <a:gd name="connsiteY0" fmla="*/ 245268 h 254793"/>
                <a:gd name="connsiteX1" fmla="*/ 176212 w 316706"/>
                <a:gd name="connsiteY1" fmla="*/ 250031 h 254793"/>
                <a:gd name="connsiteX2" fmla="*/ 207168 w 316706"/>
                <a:gd name="connsiteY2" fmla="*/ 254793 h 254793"/>
                <a:gd name="connsiteX3" fmla="*/ 226218 w 316706"/>
                <a:gd name="connsiteY3" fmla="*/ 230981 h 254793"/>
                <a:gd name="connsiteX4" fmla="*/ 216693 w 316706"/>
                <a:gd name="connsiteY4" fmla="*/ 195262 h 254793"/>
                <a:gd name="connsiteX5" fmla="*/ 211931 w 316706"/>
                <a:gd name="connsiteY5" fmla="*/ 173831 h 254793"/>
                <a:gd name="connsiteX6" fmla="*/ 240506 w 316706"/>
                <a:gd name="connsiteY6" fmla="*/ 185737 h 254793"/>
                <a:gd name="connsiteX7" fmla="*/ 290512 w 316706"/>
                <a:gd name="connsiteY7" fmla="*/ 173831 h 254793"/>
                <a:gd name="connsiteX8" fmla="*/ 304800 w 316706"/>
                <a:gd name="connsiteY8" fmla="*/ 147637 h 254793"/>
                <a:gd name="connsiteX9" fmla="*/ 295275 w 316706"/>
                <a:gd name="connsiteY9" fmla="*/ 135731 h 254793"/>
                <a:gd name="connsiteX10" fmla="*/ 307181 w 316706"/>
                <a:gd name="connsiteY10" fmla="*/ 109537 h 254793"/>
                <a:gd name="connsiteX11" fmla="*/ 309562 w 316706"/>
                <a:gd name="connsiteY11" fmla="*/ 88106 h 254793"/>
                <a:gd name="connsiteX12" fmla="*/ 316706 w 316706"/>
                <a:gd name="connsiteY12" fmla="*/ 73818 h 254793"/>
                <a:gd name="connsiteX13" fmla="*/ 309562 w 316706"/>
                <a:gd name="connsiteY13" fmla="*/ 69056 h 254793"/>
                <a:gd name="connsiteX14" fmla="*/ 290512 w 316706"/>
                <a:gd name="connsiteY14" fmla="*/ 45243 h 254793"/>
                <a:gd name="connsiteX15" fmla="*/ 261937 w 316706"/>
                <a:gd name="connsiteY15" fmla="*/ 45243 h 254793"/>
                <a:gd name="connsiteX16" fmla="*/ 250031 w 316706"/>
                <a:gd name="connsiteY16" fmla="*/ 9525 h 254793"/>
                <a:gd name="connsiteX17" fmla="*/ 207168 w 316706"/>
                <a:gd name="connsiteY17" fmla="*/ 26193 h 254793"/>
                <a:gd name="connsiteX18" fmla="*/ 190500 w 316706"/>
                <a:gd name="connsiteY18" fmla="*/ 35718 h 254793"/>
                <a:gd name="connsiteX19" fmla="*/ 152400 w 316706"/>
                <a:gd name="connsiteY19" fmla="*/ 19050 h 254793"/>
                <a:gd name="connsiteX20" fmla="*/ 123825 w 316706"/>
                <a:gd name="connsiteY20" fmla="*/ 19050 h 254793"/>
                <a:gd name="connsiteX21" fmla="*/ 100012 w 316706"/>
                <a:gd name="connsiteY21" fmla="*/ 0 h 254793"/>
                <a:gd name="connsiteX22" fmla="*/ 76200 w 316706"/>
                <a:gd name="connsiteY22" fmla="*/ 2381 h 254793"/>
                <a:gd name="connsiteX23" fmla="*/ 47625 w 316706"/>
                <a:gd name="connsiteY23" fmla="*/ 16668 h 254793"/>
                <a:gd name="connsiteX24" fmla="*/ 61912 w 316706"/>
                <a:gd name="connsiteY24" fmla="*/ 38100 h 254793"/>
                <a:gd name="connsiteX25" fmla="*/ 54768 w 316706"/>
                <a:gd name="connsiteY25" fmla="*/ 54768 h 254793"/>
                <a:gd name="connsiteX26" fmla="*/ 26193 w 316706"/>
                <a:gd name="connsiteY26" fmla="*/ 52387 h 254793"/>
                <a:gd name="connsiteX27" fmla="*/ 19050 w 316706"/>
                <a:gd name="connsiteY27" fmla="*/ 33337 h 254793"/>
                <a:gd name="connsiteX28" fmla="*/ 19049 w 316706"/>
                <a:gd name="connsiteY28" fmla="*/ 9525 h 254793"/>
                <a:gd name="connsiteX29" fmla="*/ 0 w 316706"/>
                <a:gd name="connsiteY29" fmla="*/ 50006 h 254793"/>
                <a:gd name="connsiteX30" fmla="*/ 14287 w 316706"/>
                <a:gd name="connsiteY30" fmla="*/ 73818 h 254793"/>
                <a:gd name="connsiteX31" fmla="*/ 21431 w 316706"/>
                <a:gd name="connsiteY31" fmla="*/ 104775 h 254793"/>
                <a:gd name="connsiteX32" fmla="*/ 40481 w 316706"/>
                <a:gd name="connsiteY32" fmla="*/ 102393 h 254793"/>
                <a:gd name="connsiteX33" fmla="*/ 76200 w 316706"/>
                <a:gd name="connsiteY33" fmla="*/ 109537 h 254793"/>
                <a:gd name="connsiteX34" fmla="*/ 100012 w 316706"/>
                <a:gd name="connsiteY34" fmla="*/ 130968 h 254793"/>
                <a:gd name="connsiteX35" fmla="*/ 126206 w 316706"/>
                <a:gd name="connsiteY35" fmla="*/ 126206 h 254793"/>
                <a:gd name="connsiteX36" fmla="*/ 135731 w 316706"/>
                <a:gd name="connsiteY36" fmla="*/ 166687 h 254793"/>
                <a:gd name="connsiteX37" fmla="*/ 142875 w 316706"/>
                <a:gd name="connsiteY37" fmla="*/ 192881 h 254793"/>
                <a:gd name="connsiteX38" fmla="*/ 150018 w 316706"/>
                <a:gd name="connsiteY38" fmla="*/ 245268 h 254793"/>
                <a:gd name="connsiteX0" fmla="*/ 150018 w 316706"/>
                <a:gd name="connsiteY0" fmla="*/ 245268 h 266699"/>
                <a:gd name="connsiteX1" fmla="*/ 176212 w 316706"/>
                <a:gd name="connsiteY1" fmla="*/ 266699 h 266699"/>
                <a:gd name="connsiteX2" fmla="*/ 207168 w 316706"/>
                <a:gd name="connsiteY2" fmla="*/ 254793 h 266699"/>
                <a:gd name="connsiteX3" fmla="*/ 226218 w 316706"/>
                <a:gd name="connsiteY3" fmla="*/ 230981 h 266699"/>
                <a:gd name="connsiteX4" fmla="*/ 216693 w 316706"/>
                <a:gd name="connsiteY4" fmla="*/ 195262 h 266699"/>
                <a:gd name="connsiteX5" fmla="*/ 211931 w 316706"/>
                <a:gd name="connsiteY5" fmla="*/ 173831 h 266699"/>
                <a:gd name="connsiteX6" fmla="*/ 240506 w 316706"/>
                <a:gd name="connsiteY6" fmla="*/ 185737 h 266699"/>
                <a:gd name="connsiteX7" fmla="*/ 290512 w 316706"/>
                <a:gd name="connsiteY7" fmla="*/ 173831 h 266699"/>
                <a:gd name="connsiteX8" fmla="*/ 304800 w 316706"/>
                <a:gd name="connsiteY8" fmla="*/ 147637 h 266699"/>
                <a:gd name="connsiteX9" fmla="*/ 295275 w 316706"/>
                <a:gd name="connsiteY9" fmla="*/ 135731 h 266699"/>
                <a:gd name="connsiteX10" fmla="*/ 307181 w 316706"/>
                <a:gd name="connsiteY10" fmla="*/ 109537 h 266699"/>
                <a:gd name="connsiteX11" fmla="*/ 309562 w 316706"/>
                <a:gd name="connsiteY11" fmla="*/ 88106 h 266699"/>
                <a:gd name="connsiteX12" fmla="*/ 316706 w 316706"/>
                <a:gd name="connsiteY12" fmla="*/ 73818 h 266699"/>
                <a:gd name="connsiteX13" fmla="*/ 309562 w 316706"/>
                <a:gd name="connsiteY13" fmla="*/ 69056 h 266699"/>
                <a:gd name="connsiteX14" fmla="*/ 290512 w 316706"/>
                <a:gd name="connsiteY14" fmla="*/ 45243 h 266699"/>
                <a:gd name="connsiteX15" fmla="*/ 261937 w 316706"/>
                <a:gd name="connsiteY15" fmla="*/ 45243 h 266699"/>
                <a:gd name="connsiteX16" fmla="*/ 250031 w 316706"/>
                <a:gd name="connsiteY16" fmla="*/ 9525 h 266699"/>
                <a:gd name="connsiteX17" fmla="*/ 207168 w 316706"/>
                <a:gd name="connsiteY17" fmla="*/ 26193 h 266699"/>
                <a:gd name="connsiteX18" fmla="*/ 190500 w 316706"/>
                <a:gd name="connsiteY18" fmla="*/ 35718 h 266699"/>
                <a:gd name="connsiteX19" fmla="*/ 152400 w 316706"/>
                <a:gd name="connsiteY19" fmla="*/ 19050 h 266699"/>
                <a:gd name="connsiteX20" fmla="*/ 123825 w 316706"/>
                <a:gd name="connsiteY20" fmla="*/ 19050 h 266699"/>
                <a:gd name="connsiteX21" fmla="*/ 100012 w 316706"/>
                <a:gd name="connsiteY21" fmla="*/ 0 h 266699"/>
                <a:gd name="connsiteX22" fmla="*/ 76200 w 316706"/>
                <a:gd name="connsiteY22" fmla="*/ 2381 h 266699"/>
                <a:gd name="connsiteX23" fmla="*/ 47625 w 316706"/>
                <a:gd name="connsiteY23" fmla="*/ 16668 h 266699"/>
                <a:gd name="connsiteX24" fmla="*/ 61912 w 316706"/>
                <a:gd name="connsiteY24" fmla="*/ 38100 h 266699"/>
                <a:gd name="connsiteX25" fmla="*/ 54768 w 316706"/>
                <a:gd name="connsiteY25" fmla="*/ 54768 h 266699"/>
                <a:gd name="connsiteX26" fmla="*/ 26193 w 316706"/>
                <a:gd name="connsiteY26" fmla="*/ 52387 h 266699"/>
                <a:gd name="connsiteX27" fmla="*/ 19050 w 316706"/>
                <a:gd name="connsiteY27" fmla="*/ 33337 h 266699"/>
                <a:gd name="connsiteX28" fmla="*/ 19049 w 316706"/>
                <a:gd name="connsiteY28" fmla="*/ 9525 h 266699"/>
                <a:gd name="connsiteX29" fmla="*/ 0 w 316706"/>
                <a:gd name="connsiteY29" fmla="*/ 50006 h 266699"/>
                <a:gd name="connsiteX30" fmla="*/ 14287 w 316706"/>
                <a:gd name="connsiteY30" fmla="*/ 73818 h 266699"/>
                <a:gd name="connsiteX31" fmla="*/ 21431 w 316706"/>
                <a:gd name="connsiteY31" fmla="*/ 104775 h 266699"/>
                <a:gd name="connsiteX32" fmla="*/ 40481 w 316706"/>
                <a:gd name="connsiteY32" fmla="*/ 102393 h 266699"/>
                <a:gd name="connsiteX33" fmla="*/ 76200 w 316706"/>
                <a:gd name="connsiteY33" fmla="*/ 109537 h 266699"/>
                <a:gd name="connsiteX34" fmla="*/ 100012 w 316706"/>
                <a:gd name="connsiteY34" fmla="*/ 130968 h 266699"/>
                <a:gd name="connsiteX35" fmla="*/ 126206 w 316706"/>
                <a:gd name="connsiteY35" fmla="*/ 126206 h 266699"/>
                <a:gd name="connsiteX36" fmla="*/ 135731 w 316706"/>
                <a:gd name="connsiteY36" fmla="*/ 166687 h 266699"/>
                <a:gd name="connsiteX37" fmla="*/ 142875 w 316706"/>
                <a:gd name="connsiteY37" fmla="*/ 192881 h 266699"/>
                <a:gd name="connsiteX38" fmla="*/ 150018 w 316706"/>
                <a:gd name="connsiteY38" fmla="*/ 245268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16706" h="266699">
                  <a:moveTo>
                    <a:pt x="150018" y="245268"/>
                  </a:moveTo>
                  <a:lnTo>
                    <a:pt x="176212" y="266699"/>
                  </a:lnTo>
                  <a:lnTo>
                    <a:pt x="207168" y="254793"/>
                  </a:lnTo>
                  <a:lnTo>
                    <a:pt x="226218" y="230981"/>
                  </a:lnTo>
                  <a:lnTo>
                    <a:pt x="216693" y="195262"/>
                  </a:lnTo>
                  <a:lnTo>
                    <a:pt x="211931" y="173831"/>
                  </a:lnTo>
                  <a:lnTo>
                    <a:pt x="240506" y="185737"/>
                  </a:lnTo>
                  <a:lnTo>
                    <a:pt x="290512" y="173831"/>
                  </a:lnTo>
                  <a:lnTo>
                    <a:pt x="304800" y="147637"/>
                  </a:lnTo>
                  <a:lnTo>
                    <a:pt x="295275" y="135731"/>
                  </a:lnTo>
                  <a:lnTo>
                    <a:pt x="307181" y="109537"/>
                  </a:lnTo>
                  <a:lnTo>
                    <a:pt x="309562" y="88106"/>
                  </a:lnTo>
                  <a:lnTo>
                    <a:pt x="316706" y="73818"/>
                  </a:lnTo>
                  <a:lnTo>
                    <a:pt x="309562" y="69056"/>
                  </a:lnTo>
                  <a:lnTo>
                    <a:pt x="290512" y="45243"/>
                  </a:lnTo>
                  <a:lnTo>
                    <a:pt x="261937" y="45243"/>
                  </a:lnTo>
                  <a:lnTo>
                    <a:pt x="250031" y="9525"/>
                  </a:lnTo>
                  <a:lnTo>
                    <a:pt x="207168" y="26193"/>
                  </a:lnTo>
                  <a:lnTo>
                    <a:pt x="190500" y="35718"/>
                  </a:lnTo>
                  <a:lnTo>
                    <a:pt x="152400" y="19050"/>
                  </a:lnTo>
                  <a:lnTo>
                    <a:pt x="123825" y="19050"/>
                  </a:lnTo>
                  <a:lnTo>
                    <a:pt x="100012" y="0"/>
                  </a:lnTo>
                  <a:lnTo>
                    <a:pt x="76200" y="2381"/>
                  </a:lnTo>
                  <a:lnTo>
                    <a:pt x="47625" y="16668"/>
                  </a:lnTo>
                  <a:lnTo>
                    <a:pt x="61912" y="38100"/>
                  </a:lnTo>
                  <a:lnTo>
                    <a:pt x="54768" y="54768"/>
                  </a:lnTo>
                  <a:lnTo>
                    <a:pt x="26193" y="52387"/>
                  </a:lnTo>
                  <a:lnTo>
                    <a:pt x="19050" y="33337"/>
                  </a:lnTo>
                  <a:cubicBezTo>
                    <a:pt x="19050" y="25400"/>
                    <a:pt x="19049" y="17462"/>
                    <a:pt x="19049" y="9525"/>
                  </a:cubicBezTo>
                  <a:cubicBezTo>
                    <a:pt x="19049" y="37306"/>
                    <a:pt x="0" y="22225"/>
                    <a:pt x="0" y="50006"/>
                  </a:cubicBezTo>
                  <a:lnTo>
                    <a:pt x="14287" y="73818"/>
                  </a:lnTo>
                  <a:lnTo>
                    <a:pt x="21431" y="104775"/>
                  </a:lnTo>
                  <a:lnTo>
                    <a:pt x="40481" y="102393"/>
                  </a:lnTo>
                  <a:lnTo>
                    <a:pt x="76200" y="109537"/>
                  </a:lnTo>
                  <a:lnTo>
                    <a:pt x="100012" y="130968"/>
                  </a:lnTo>
                  <a:lnTo>
                    <a:pt x="126206" y="126206"/>
                  </a:lnTo>
                  <a:lnTo>
                    <a:pt x="135731" y="166687"/>
                  </a:lnTo>
                  <a:lnTo>
                    <a:pt x="142875" y="192881"/>
                  </a:lnTo>
                  <a:lnTo>
                    <a:pt x="150018" y="245268"/>
                  </a:ln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0" name="Freeform: Shape 1030">
              <a:extLst>
                <a:ext uri="{FF2B5EF4-FFF2-40B4-BE49-F238E27FC236}">
                  <a16:creationId xmlns:a16="http://schemas.microsoft.com/office/drawing/2014/main" id="{BA3F8715-5318-4A05-AA30-8F417412B2E2}"/>
                </a:ext>
              </a:extLst>
            </p:cNvPr>
            <p:cNvSpPr/>
            <p:nvPr/>
          </p:nvSpPr>
          <p:spPr bwMode="auto">
            <a:xfrm>
              <a:off x="2286000" y="4657725"/>
              <a:ext cx="138113" cy="171450"/>
            </a:xfrm>
            <a:custGeom>
              <a:avLst/>
              <a:gdLst>
                <a:gd name="connsiteX0" fmla="*/ 47625 w 138113"/>
                <a:gd name="connsiteY0" fmla="*/ 0 h 171450"/>
                <a:gd name="connsiteX1" fmla="*/ 0 w 138113"/>
                <a:gd name="connsiteY1" fmla="*/ 57150 h 171450"/>
                <a:gd name="connsiteX2" fmla="*/ 28575 w 138113"/>
                <a:gd name="connsiteY2" fmla="*/ 59531 h 171450"/>
                <a:gd name="connsiteX3" fmla="*/ 38100 w 138113"/>
                <a:gd name="connsiteY3" fmla="*/ 83344 h 171450"/>
                <a:gd name="connsiteX4" fmla="*/ 33338 w 138113"/>
                <a:gd name="connsiteY4" fmla="*/ 109538 h 171450"/>
                <a:gd name="connsiteX5" fmla="*/ 4763 w 138113"/>
                <a:gd name="connsiteY5" fmla="*/ 128588 h 171450"/>
                <a:gd name="connsiteX6" fmla="*/ 7144 w 138113"/>
                <a:gd name="connsiteY6" fmla="*/ 161925 h 171450"/>
                <a:gd name="connsiteX7" fmla="*/ 26194 w 138113"/>
                <a:gd name="connsiteY7" fmla="*/ 157163 h 171450"/>
                <a:gd name="connsiteX8" fmla="*/ 42863 w 138113"/>
                <a:gd name="connsiteY8" fmla="*/ 171450 h 171450"/>
                <a:gd name="connsiteX9" fmla="*/ 54769 w 138113"/>
                <a:gd name="connsiteY9" fmla="*/ 142875 h 171450"/>
                <a:gd name="connsiteX10" fmla="*/ 66675 w 138113"/>
                <a:gd name="connsiteY10" fmla="*/ 116681 h 171450"/>
                <a:gd name="connsiteX11" fmla="*/ 85725 w 138113"/>
                <a:gd name="connsiteY11" fmla="*/ 104775 h 171450"/>
                <a:gd name="connsiteX12" fmla="*/ 109538 w 138113"/>
                <a:gd name="connsiteY12" fmla="*/ 97631 h 171450"/>
                <a:gd name="connsiteX13" fmla="*/ 138113 w 138113"/>
                <a:gd name="connsiteY13" fmla="*/ 61913 h 171450"/>
                <a:gd name="connsiteX14" fmla="*/ 135731 w 138113"/>
                <a:gd name="connsiteY14" fmla="*/ 47625 h 171450"/>
                <a:gd name="connsiteX15" fmla="*/ 109538 w 138113"/>
                <a:gd name="connsiteY15" fmla="*/ 23813 h 171450"/>
                <a:gd name="connsiteX16" fmla="*/ 92869 w 138113"/>
                <a:gd name="connsiteY16" fmla="*/ 35719 h 171450"/>
                <a:gd name="connsiteX17" fmla="*/ 47625 w 138113"/>
                <a:gd name="connsiteY17"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113" h="171450">
                  <a:moveTo>
                    <a:pt x="47625" y="0"/>
                  </a:moveTo>
                  <a:lnTo>
                    <a:pt x="0" y="57150"/>
                  </a:lnTo>
                  <a:lnTo>
                    <a:pt x="28575" y="59531"/>
                  </a:lnTo>
                  <a:lnTo>
                    <a:pt x="38100" y="83344"/>
                  </a:lnTo>
                  <a:lnTo>
                    <a:pt x="33338" y="109538"/>
                  </a:lnTo>
                  <a:lnTo>
                    <a:pt x="4763" y="128588"/>
                  </a:lnTo>
                  <a:lnTo>
                    <a:pt x="7144" y="161925"/>
                  </a:lnTo>
                  <a:lnTo>
                    <a:pt x="26194" y="157163"/>
                  </a:lnTo>
                  <a:lnTo>
                    <a:pt x="42863" y="171450"/>
                  </a:lnTo>
                  <a:lnTo>
                    <a:pt x="54769" y="142875"/>
                  </a:lnTo>
                  <a:lnTo>
                    <a:pt x="66675" y="116681"/>
                  </a:lnTo>
                  <a:lnTo>
                    <a:pt x="85725" y="104775"/>
                  </a:lnTo>
                  <a:lnTo>
                    <a:pt x="109538" y="97631"/>
                  </a:lnTo>
                  <a:lnTo>
                    <a:pt x="138113" y="61913"/>
                  </a:lnTo>
                  <a:lnTo>
                    <a:pt x="135731" y="47625"/>
                  </a:lnTo>
                  <a:lnTo>
                    <a:pt x="109538" y="23813"/>
                  </a:lnTo>
                  <a:lnTo>
                    <a:pt x="92869" y="35719"/>
                  </a:lnTo>
                  <a:lnTo>
                    <a:pt x="47625" y="0"/>
                  </a:ln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1" name="Freeform: Shape 1032">
              <a:extLst>
                <a:ext uri="{FF2B5EF4-FFF2-40B4-BE49-F238E27FC236}">
                  <a16:creationId xmlns:a16="http://schemas.microsoft.com/office/drawing/2014/main" id="{3352A6A3-9FD4-42EC-9452-971B929E2C0D}"/>
                </a:ext>
              </a:extLst>
            </p:cNvPr>
            <p:cNvSpPr/>
            <p:nvPr/>
          </p:nvSpPr>
          <p:spPr bwMode="auto">
            <a:xfrm>
              <a:off x="2457450" y="4562475"/>
              <a:ext cx="954881" cy="995363"/>
            </a:xfrm>
            <a:custGeom>
              <a:avLst/>
              <a:gdLst>
                <a:gd name="connsiteX0" fmla="*/ 552450 w 954881"/>
                <a:gd name="connsiteY0" fmla="*/ 40481 h 995363"/>
                <a:gd name="connsiteX1" fmla="*/ 507206 w 954881"/>
                <a:gd name="connsiteY1" fmla="*/ 83344 h 995363"/>
                <a:gd name="connsiteX2" fmla="*/ 478631 w 954881"/>
                <a:gd name="connsiteY2" fmla="*/ 76200 h 995363"/>
                <a:gd name="connsiteX3" fmla="*/ 459581 w 954881"/>
                <a:gd name="connsiteY3" fmla="*/ 66675 h 995363"/>
                <a:gd name="connsiteX4" fmla="*/ 435769 w 954881"/>
                <a:gd name="connsiteY4" fmla="*/ 88106 h 995363"/>
                <a:gd name="connsiteX5" fmla="*/ 416719 w 954881"/>
                <a:gd name="connsiteY5" fmla="*/ 78581 h 995363"/>
                <a:gd name="connsiteX6" fmla="*/ 383381 w 954881"/>
                <a:gd name="connsiteY6" fmla="*/ 100013 h 995363"/>
                <a:gd name="connsiteX7" fmla="*/ 357188 w 954881"/>
                <a:gd name="connsiteY7" fmla="*/ 92869 h 995363"/>
                <a:gd name="connsiteX8" fmla="*/ 350044 w 954881"/>
                <a:gd name="connsiteY8" fmla="*/ 35719 h 995363"/>
                <a:gd name="connsiteX9" fmla="*/ 342900 w 954881"/>
                <a:gd name="connsiteY9" fmla="*/ 2381 h 995363"/>
                <a:gd name="connsiteX10" fmla="*/ 319088 w 954881"/>
                <a:gd name="connsiteY10" fmla="*/ 0 h 995363"/>
                <a:gd name="connsiteX11" fmla="*/ 307181 w 954881"/>
                <a:gd name="connsiteY11" fmla="*/ 30956 h 995363"/>
                <a:gd name="connsiteX12" fmla="*/ 259556 w 954881"/>
                <a:gd name="connsiteY12" fmla="*/ 35719 h 995363"/>
                <a:gd name="connsiteX13" fmla="*/ 226219 w 954881"/>
                <a:gd name="connsiteY13" fmla="*/ 28575 h 995363"/>
                <a:gd name="connsiteX14" fmla="*/ 242888 w 954881"/>
                <a:gd name="connsiteY14" fmla="*/ 85725 h 995363"/>
                <a:gd name="connsiteX15" fmla="*/ 221456 w 954881"/>
                <a:gd name="connsiteY15" fmla="*/ 109538 h 995363"/>
                <a:gd name="connsiteX16" fmla="*/ 188119 w 954881"/>
                <a:gd name="connsiteY16" fmla="*/ 119063 h 995363"/>
                <a:gd name="connsiteX17" fmla="*/ 164306 w 954881"/>
                <a:gd name="connsiteY17" fmla="*/ 102394 h 995363"/>
                <a:gd name="connsiteX18" fmla="*/ 135731 w 954881"/>
                <a:gd name="connsiteY18" fmla="*/ 80963 h 995363"/>
                <a:gd name="connsiteX19" fmla="*/ 88106 w 954881"/>
                <a:gd name="connsiteY19" fmla="*/ 92869 h 995363"/>
                <a:gd name="connsiteX20" fmla="*/ 100013 w 954881"/>
                <a:gd name="connsiteY20" fmla="*/ 119063 h 995363"/>
                <a:gd name="connsiteX21" fmla="*/ 90488 w 954881"/>
                <a:gd name="connsiteY21" fmla="*/ 138113 h 995363"/>
                <a:gd name="connsiteX22" fmla="*/ 102394 w 954881"/>
                <a:gd name="connsiteY22" fmla="*/ 154781 h 995363"/>
                <a:gd name="connsiteX23" fmla="*/ 95250 w 954881"/>
                <a:gd name="connsiteY23" fmla="*/ 233363 h 995363"/>
                <a:gd name="connsiteX24" fmla="*/ 85725 w 954881"/>
                <a:gd name="connsiteY24" fmla="*/ 245269 h 995363"/>
                <a:gd name="connsiteX25" fmla="*/ 59531 w 954881"/>
                <a:gd name="connsiteY25" fmla="*/ 257175 h 995363"/>
                <a:gd name="connsiteX26" fmla="*/ 16669 w 954881"/>
                <a:gd name="connsiteY26" fmla="*/ 280988 h 995363"/>
                <a:gd name="connsiteX27" fmla="*/ 0 w 954881"/>
                <a:gd name="connsiteY27" fmla="*/ 311944 h 995363"/>
                <a:gd name="connsiteX28" fmla="*/ 16669 w 954881"/>
                <a:gd name="connsiteY28" fmla="*/ 350044 h 995363"/>
                <a:gd name="connsiteX29" fmla="*/ 28575 w 954881"/>
                <a:gd name="connsiteY29" fmla="*/ 373856 h 995363"/>
                <a:gd name="connsiteX30" fmla="*/ 47625 w 954881"/>
                <a:gd name="connsiteY30" fmla="*/ 388144 h 995363"/>
                <a:gd name="connsiteX31" fmla="*/ 78581 w 954881"/>
                <a:gd name="connsiteY31" fmla="*/ 361950 h 995363"/>
                <a:gd name="connsiteX32" fmla="*/ 92869 w 954881"/>
                <a:gd name="connsiteY32" fmla="*/ 400050 h 995363"/>
                <a:gd name="connsiteX33" fmla="*/ 114300 w 954881"/>
                <a:gd name="connsiteY33" fmla="*/ 414338 h 995363"/>
                <a:gd name="connsiteX34" fmla="*/ 147638 w 954881"/>
                <a:gd name="connsiteY34" fmla="*/ 397669 h 995363"/>
                <a:gd name="connsiteX35" fmla="*/ 185738 w 954881"/>
                <a:gd name="connsiteY35" fmla="*/ 371475 h 995363"/>
                <a:gd name="connsiteX36" fmla="*/ 200025 w 954881"/>
                <a:gd name="connsiteY36" fmla="*/ 371475 h 995363"/>
                <a:gd name="connsiteX37" fmla="*/ 219075 w 954881"/>
                <a:gd name="connsiteY37" fmla="*/ 438150 h 995363"/>
                <a:gd name="connsiteX38" fmla="*/ 242888 w 954881"/>
                <a:gd name="connsiteY38" fmla="*/ 440531 h 995363"/>
                <a:gd name="connsiteX39" fmla="*/ 273844 w 954881"/>
                <a:gd name="connsiteY39" fmla="*/ 452438 h 995363"/>
                <a:gd name="connsiteX40" fmla="*/ 316706 w 954881"/>
                <a:gd name="connsiteY40" fmla="*/ 473869 h 995363"/>
                <a:gd name="connsiteX41" fmla="*/ 333375 w 954881"/>
                <a:gd name="connsiteY41" fmla="*/ 497681 h 995363"/>
                <a:gd name="connsiteX42" fmla="*/ 328613 w 954881"/>
                <a:gd name="connsiteY42" fmla="*/ 519113 h 995363"/>
                <a:gd name="connsiteX43" fmla="*/ 342900 w 954881"/>
                <a:gd name="connsiteY43" fmla="*/ 540544 h 995363"/>
                <a:gd name="connsiteX44" fmla="*/ 376238 w 954881"/>
                <a:gd name="connsiteY44" fmla="*/ 540544 h 995363"/>
                <a:gd name="connsiteX45" fmla="*/ 390525 w 954881"/>
                <a:gd name="connsiteY45" fmla="*/ 571500 h 995363"/>
                <a:gd name="connsiteX46" fmla="*/ 395288 w 954881"/>
                <a:gd name="connsiteY46" fmla="*/ 638175 h 995363"/>
                <a:gd name="connsiteX47" fmla="*/ 400050 w 954881"/>
                <a:gd name="connsiteY47" fmla="*/ 681038 h 995363"/>
                <a:gd name="connsiteX48" fmla="*/ 414338 w 954881"/>
                <a:gd name="connsiteY48" fmla="*/ 690563 h 995363"/>
                <a:gd name="connsiteX49" fmla="*/ 440531 w 954881"/>
                <a:gd name="connsiteY49" fmla="*/ 688181 h 995363"/>
                <a:gd name="connsiteX50" fmla="*/ 457200 w 954881"/>
                <a:gd name="connsiteY50" fmla="*/ 714375 h 995363"/>
                <a:gd name="connsiteX51" fmla="*/ 481013 w 954881"/>
                <a:gd name="connsiteY51" fmla="*/ 752475 h 995363"/>
                <a:gd name="connsiteX52" fmla="*/ 497681 w 954881"/>
                <a:gd name="connsiteY52" fmla="*/ 802481 h 995363"/>
                <a:gd name="connsiteX53" fmla="*/ 497681 w 954881"/>
                <a:gd name="connsiteY53" fmla="*/ 826294 h 995363"/>
                <a:gd name="connsiteX54" fmla="*/ 407194 w 954881"/>
                <a:gd name="connsiteY54" fmla="*/ 909638 h 995363"/>
                <a:gd name="connsiteX55" fmla="*/ 431006 w 954881"/>
                <a:gd name="connsiteY55" fmla="*/ 928688 h 995363"/>
                <a:gd name="connsiteX56" fmla="*/ 469106 w 954881"/>
                <a:gd name="connsiteY56" fmla="*/ 935831 h 995363"/>
                <a:gd name="connsiteX57" fmla="*/ 485775 w 954881"/>
                <a:gd name="connsiteY57" fmla="*/ 964406 h 995363"/>
                <a:gd name="connsiteX58" fmla="*/ 511969 w 954881"/>
                <a:gd name="connsiteY58" fmla="*/ 995363 h 995363"/>
                <a:gd name="connsiteX59" fmla="*/ 540544 w 954881"/>
                <a:gd name="connsiteY59" fmla="*/ 947738 h 995363"/>
                <a:gd name="connsiteX60" fmla="*/ 566738 w 954881"/>
                <a:gd name="connsiteY60" fmla="*/ 897731 h 995363"/>
                <a:gd name="connsiteX61" fmla="*/ 619125 w 954881"/>
                <a:gd name="connsiteY61" fmla="*/ 847725 h 995363"/>
                <a:gd name="connsiteX62" fmla="*/ 619125 w 954881"/>
                <a:gd name="connsiteY62" fmla="*/ 807244 h 995363"/>
                <a:gd name="connsiteX63" fmla="*/ 635794 w 954881"/>
                <a:gd name="connsiteY63" fmla="*/ 766763 h 995363"/>
                <a:gd name="connsiteX64" fmla="*/ 669131 w 954881"/>
                <a:gd name="connsiteY64" fmla="*/ 738188 h 995363"/>
                <a:gd name="connsiteX65" fmla="*/ 716756 w 954881"/>
                <a:gd name="connsiteY65" fmla="*/ 714375 h 995363"/>
                <a:gd name="connsiteX66" fmla="*/ 790575 w 954881"/>
                <a:gd name="connsiteY66" fmla="*/ 692944 h 995363"/>
                <a:gd name="connsiteX67" fmla="*/ 807244 w 954881"/>
                <a:gd name="connsiteY67" fmla="*/ 676275 h 995363"/>
                <a:gd name="connsiteX68" fmla="*/ 807244 w 954881"/>
                <a:gd name="connsiteY68" fmla="*/ 676275 h 995363"/>
                <a:gd name="connsiteX69" fmla="*/ 835819 w 954881"/>
                <a:gd name="connsiteY69" fmla="*/ 611981 h 995363"/>
                <a:gd name="connsiteX70" fmla="*/ 840581 w 954881"/>
                <a:gd name="connsiteY70" fmla="*/ 585788 h 995363"/>
                <a:gd name="connsiteX71" fmla="*/ 857250 w 954881"/>
                <a:gd name="connsiteY71" fmla="*/ 526256 h 995363"/>
                <a:gd name="connsiteX72" fmla="*/ 854869 w 954881"/>
                <a:gd name="connsiteY72" fmla="*/ 478631 h 995363"/>
                <a:gd name="connsiteX73" fmla="*/ 881063 w 954881"/>
                <a:gd name="connsiteY73" fmla="*/ 426244 h 995363"/>
                <a:gd name="connsiteX74" fmla="*/ 914400 w 954881"/>
                <a:gd name="connsiteY74" fmla="*/ 390525 h 995363"/>
                <a:gd name="connsiteX75" fmla="*/ 942975 w 954881"/>
                <a:gd name="connsiteY75" fmla="*/ 345281 h 995363"/>
                <a:gd name="connsiteX76" fmla="*/ 954881 w 954881"/>
                <a:gd name="connsiteY76" fmla="*/ 314325 h 995363"/>
                <a:gd name="connsiteX77" fmla="*/ 954881 w 954881"/>
                <a:gd name="connsiteY77" fmla="*/ 269081 h 995363"/>
                <a:gd name="connsiteX78" fmla="*/ 945356 w 954881"/>
                <a:gd name="connsiteY78" fmla="*/ 254794 h 995363"/>
                <a:gd name="connsiteX79" fmla="*/ 907256 w 954881"/>
                <a:gd name="connsiteY79" fmla="*/ 259556 h 995363"/>
                <a:gd name="connsiteX80" fmla="*/ 876300 w 954881"/>
                <a:gd name="connsiteY80" fmla="*/ 233363 h 995363"/>
                <a:gd name="connsiteX81" fmla="*/ 833438 w 954881"/>
                <a:gd name="connsiteY81" fmla="*/ 211931 h 995363"/>
                <a:gd name="connsiteX82" fmla="*/ 771525 w 954881"/>
                <a:gd name="connsiteY82" fmla="*/ 211931 h 995363"/>
                <a:gd name="connsiteX83" fmla="*/ 757238 w 954881"/>
                <a:gd name="connsiteY83" fmla="*/ 202406 h 995363"/>
                <a:gd name="connsiteX84" fmla="*/ 738188 w 954881"/>
                <a:gd name="connsiteY84" fmla="*/ 202406 h 995363"/>
                <a:gd name="connsiteX85" fmla="*/ 721519 w 954881"/>
                <a:gd name="connsiteY85" fmla="*/ 192881 h 995363"/>
                <a:gd name="connsiteX86" fmla="*/ 709613 w 954881"/>
                <a:gd name="connsiteY86" fmla="*/ 173831 h 995363"/>
                <a:gd name="connsiteX87" fmla="*/ 688181 w 954881"/>
                <a:gd name="connsiteY87" fmla="*/ 169069 h 995363"/>
                <a:gd name="connsiteX88" fmla="*/ 688181 w 954881"/>
                <a:gd name="connsiteY88" fmla="*/ 169069 h 995363"/>
                <a:gd name="connsiteX89" fmla="*/ 652463 w 954881"/>
                <a:gd name="connsiteY89" fmla="*/ 145256 h 995363"/>
                <a:gd name="connsiteX90" fmla="*/ 623888 w 954881"/>
                <a:gd name="connsiteY90" fmla="*/ 166688 h 995363"/>
                <a:gd name="connsiteX91" fmla="*/ 609600 w 954881"/>
                <a:gd name="connsiteY91" fmla="*/ 192881 h 995363"/>
                <a:gd name="connsiteX92" fmla="*/ 585788 w 954881"/>
                <a:gd name="connsiteY92" fmla="*/ 188119 h 995363"/>
                <a:gd name="connsiteX93" fmla="*/ 569119 w 954881"/>
                <a:gd name="connsiteY93" fmla="*/ 173831 h 995363"/>
                <a:gd name="connsiteX94" fmla="*/ 559594 w 954881"/>
                <a:gd name="connsiteY94" fmla="*/ 150019 h 995363"/>
                <a:gd name="connsiteX95" fmla="*/ 561975 w 954881"/>
                <a:gd name="connsiteY95" fmla="*/ 119063 h 995363"/>
                <a:gd name="connsiteX96" fmla="*/ 578644 w 954881"/>
                <a:gd name="connsiteY96" fmla="*/ 102394 h 995363"/>
                <a:gd name="connsiteX97" fmla="*/ 552450 w 954881"/>
                <a:gd name="connsiteY97" fmla="*/ 40481 h 995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954881" h="995363">
                  <a:moveTo>
                    <a:pt x="552450" y="40481"/>
                  </a:moveTo>
                  <a:lnTo>
                    <a:pt x="507206" y="83344"/>
                  </a:lnTo>
                  <a:lnTo>
                    <a:pt x="478631" y="76200"/>
                  </a:lnTo>
                  <a:lnTo>
                    <a:pt x="459581" y="66675"/>
                  </a:lnTo>
                  <a:lnTo>
                    <a:pt x="435769" y="88106"/>
                  </a:lnTo>
                  <a:lnTo>
                    <a:pt x="416719" y="78581"/>
                  </a:lnTo>
                  <a:lnTo>
                    <a:pt x="383381" y="100013"/>
                  </a:lnTo>
                  <a:lnTo>
                    <a:pt x="357188" y="92869"/>
                  </a:lnTo>
                  <a:lnTo>
                    <a:pt x="350044" y="35719"/>
                  </a:lnTo>
                  <a:lnTo>
                    <a:pt x="342900" y="2381"/>
                  </a:lnTo>
                  <a:lnTo>
                    <a:pt x="319088" y="0"/>
                  </a:lnTo>
                  <a:lnTo>
                    <a:pt x="307181" y="30956"/>
                  </a:lnTo>
                  <a:lnTo>
                    <a:pt x="259556" y="35719"/>
                  </a:lnTo>
                  <a:lnTo>
                    <a:pt x="226219" y="28575"/>
                  </a:lnTo>
                  <a:lnTo>
                    <a:pt x="242888" y="85725"/>
                  </a:lnTo>
                  <a:lnTo>
                    <a:pt x="221456" y="109538"/>
                  </a:lnTo>
                  <a:lnTo>
                    <a:pt x="188119" y="119063"/>
                  </a:lnTo>
                  <a:lnTo>
                    <a:pt x="164306" y="102394"/>
                  </a:lnTo>
                  <a:lnTo>
                    <a:pt x="135731" y="80963"/>
                  </a:lnTo>
                  <a:lnTo>
                    <a:pt x="88106" y="92869"/>
                  </a:lnTo>
                  <a:lnTo>
                    <a:pt x="100013" y="119063"/>
                  </a:lnTo>
                  <a:lnTo>
                    <a:pt x="90488" y="138113"/>
                  </a:lnTo>
                  <a:lnTo>
                    <a:pt x="102394" y="154781"/>
                  </a:lnTo>
                  <a:lnTo>
                    <a:pt x="95250" y="233363"/>
                  </a:lnTo>
                  <a:lnTo>
                    <a:pt x="85725" y="245269"/>
                  </a:lnTo>
                  <a:lnTo>
                    <a:pt x="59531" y="257175"/>
                  </a:lnTo>
                  <a:lnTo>
                    <a:pt x="16669" y="280988"/>
                  </a:lnTo>
                  <a:lnTo>
                    <a:pt x="0" y="311944"/>
                  </a:lnTo>
                  <a:lnTo>
                    <a:pt x="16669" y="350044"/>
                  </a:lnTo>
                  <a:lnTo>
                    <a:pt x="28575" y="373856"/>
                  </a:lnTo>
                  <a:lnTo>
                    <a:pt x="47625" y="388144"/>
                  </a:lnTo>
                  <a:lnTo>
                    <a:pt x="78581" y="361950"/>
                  </a:lnTo>
                  <a:lnTo>
                    <a:pt x="92869" y="400050"/>
                  </a:lnTo>
                  <a:lnTo>
                    <a:pt x="114300" y="414338"/>
                  </a:lnTo>
                  <a:lnTo>
                    <a:pt x="147638" y="397669"/>
                  </a:lnTo>
                  <a:lnTo>
                    <a:pt x="185738" y="371475"/>
                  </a:lnTo>
                  <a:lnTo>
                    <a:pt x="200025" y="371475"/>
                  </a:lnTo>
                  <a:lnTo>
                    <a:pt x="219075" y="438150"/>
                  </a:lnTo>
                  <a:lnTo>
                    <a:pt x="242888" y="440531"/>
                  </a:lnTo>
                  <a:lnTo>
                    <a:pt x="273844" y="452438"/>
                  </a:lnTo>
                  <a:lnTo>
                    <a:pt x="316706" y="473869"/>
                  </a:lnTo>
                  <a:lnTo>
                    <a:pt x="333375" y="497681"/>
                  </a:lnTo>
                  <a:lnTo>
                    <a:pt x="328613" y="519113"/>
                  </a:lnTo>
                  <a:lnTo>
                    <a:pt x="342900" y="540544"/>
                  </a:lnTo>
                  <a:lnTo>
                    <a:pt x="376238" y="540544"/>
                  </a:lnTo>
                  <a:lnTo>
                    <a:pt x="390525" y="571500"/>
                  </a:lnTo>
                  <a:lnTo>
                    <a:pt x="395288" y="638175"/>
                  </a:lnTo>
                  <a:lnTo>
                    <a:pt x="400050" y="681038"/>
                  </a:lnTo>
                  <a:lnTo>
                    <a:pt x="414338" y="690563"/>
                  </a:lnTo>
                  <a:lnTo>
                    <a:pt x="440531" y="688181"/>
                  </a:lnTo>
                  <a:lnTo>
                    <a:pt x="457200" y="714375"/>
                  </a:lnTo>
                  <a:lnTo>
                    <a:pt x="481013" y="752475"/>
                  </a:lnTo>
                  <a:lnTo>
                    <a:pt x="497681" y="802481"/>
                  </a:lnTo>
                  <a:lnTo>
                    <a:pt x="497681" y="826294"/>
                  </a:lnTo>
                  <a:lnTo>
                    <a:pt x="407194" y="909638"/>
                  </a:lnTo>
                  <a:lnTo>
                    <a:pt x="431006" y="928688"/>
                  </a:lnTo>
                  <a:lnTo>
                    <a:pt x="469106" y="935831"/>
                  </a:lnTo>
                  <a:lnTo>
                    <a:pt x="485775" y="964406"/>
                  </a:lnTo>
                  <a:lnTo>
                    <a:pt x="511969" y="995363"/>
                  </a:lnTo>
                  <a:lnTo>
                    <a:pt x="540544" y="947738"/>
                  </a:lnTo>
                  <a:lnTo>
                    <a:pt x="566738" y="897731"/>
                  </a:lnTo>
                  <a:lnTo>
                    <a:pt x="619125" y="847725"/>
                  </a:lnTo>
                  <a:lnTo>
                    <a:pt x="619125" y="807244"/>
                  </a:lnTo>
                  <a:lnTo>
                    <a:pt x="635794" y="766763"/>
                  </a:lnTo>
                  <a:lnTo>
                    <a:pt x="669131" y="738188"/>
                  </a:lnTo>
                  <a:lnTo>
                    <a:pt x="716756" y="714375"/>
                  </a:lnTo>
                  <a:lnTo>
                    <a:pt x="790575" y="692944"/>
                  </a:lnTo>
                  <a:lnTo>
                    <a:pt x="807244" y="676275"/>
                  </a:lnTo>
                  <a:lnTo>
                    <a:pt x="807244" y="676275"/>
                  </a:lnTo>
                  <a:lnTo>
                    <a:pt x="835819" y="611981"/>
                  </a:lnTo>
                  <a:lnTo>
                    <a:pt x="840581" y="585788"/>
                  </a:lnTo>
                  <a:lnTo>
                    <a:pt x="857250" y="526256"/>
                  </a:lnTo>
                  <a:lnTo>
                    <a:pt x="854869" y="478631"/>
                  </a:lnTo>
                  <a:lnTo>
                    <a:pt x="881063" y="426244"/>
                  </a:lnTo>
                  <a:lnTo>
                    <a:pt x="914400" y="390525"/>
                  </a:lnTo>
                  <a:lnTo>
                    <a:pt x="942975" y="345281"/>
                  </a:lnTo>
                  <a:lnTo>
                    <a:pt x="954881" y="314325"/>
                  </a:lnTo>
                  <a:lnTo>
                    <a:pt x="954881" y="269081"/>
                  </a:lnTo>
                  <a:lnTo>
                    <a:pt x="945356" y="254794"/>
                  </a:lnTo>
                  <a:lnTo>
                    <a:pt x="907256" y="259556"/>
                  </a:lnTo>
                  <a:lnTo>
                    <a:pt x="876300" y="233363"/>
                  </a:lnTo>
                  <a:lnTo>
                    <a:pt x="833438" y="211931"/>
                  </a:lnTo>
                  <a:lnTo>
                    <a:pt x="771525" y="211931"/>
                  </a:lnTo>
                  <a:lnTo>
                    <a:pt x="757238" y="202406"/>
                  </a:lnTo>
                  <a:lnTo>
                    <a:pt x="738188" y="202406"/>
                  </a:lnTo>
                  <a:lnTo>
                    <a:pt x="721519" y="192881"/>
                  </a:lnTo>
                  <a:lnTo>
                    <a:pt x="709613" y="173831"/>
                  </a:lnTo>
                  <a:lnTo>
                    <a:pt x="688181" y="169069"/>
                  </a:lnTo>
                  <a:lnTo>
                    <a:pt x="688181" y="169069"/>
                  </a:lnTo>
                  <a:lnTo>
                    <a:pt x="652463" y="145256"/>
                  </a:lnTo>
                  <a:lnTo>
                    <a:pt x="623888" y="166688"/>
                  </a:lnTo>
                  <a:lnTo>
                    <a:pt x="609600" y="192881"/>
                  </a:lnTo>
                  <a:lnTo>
                    <a:pt x="585788" y="188119"/>
                  </a:lnTo>
                  <a:lnTo>
                    <a:pt x="569119" y="173831"/>
                  </a:lnTo>
                  <a:lnTo>
                    <a:pt x="559594" y="150019"/>
                  </a:lnTo>
                  <a:lnTo>
                    <a:pt x="561975" y="119063"/>
                  </a:lnTo>
                  <a:lnTo>
                    <a:pt x="578644" y="102394"/>
                  </a:lnTo>
                  <a:lnTo>
                    <a:pt x="552450" y="40481"/>
                  </a:lnTo>
                  <a:close/>
                </a:path>
              </a:pathLst>
            </a:custGeom>
            <a:solidFill>
              <a:srgbClr val="7030A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2" name="Freeform: Shape 1034">
              <a:extLst>
                <a:ext uri="{FF2B5EF4-FFF2-40B4-BE49-F238E27FC236}">
                  <a16:creationId xmlns:a16="http://schemas.microsoft.com/office/drawing/2014/main" id="{196CC7C4-F54C-4962-905A-1794E1411B6C}"/>
                </a:ext>
              </a:extLst>
            </p:cNvPr>
            <p:cNvSpPr/>
            <p:nvPr/>
          </p:nvSpPr>
          <p:spPr bwMode="auto">
            <a:xfrm>
              <a:off x="2931319" y="4562475"/>
              <a:ext cx="78581" cy="78581"/>
            </a:xfrm>
            <a:custGeom>
              <a:avLst/>
              <a:gdLst>
                <a:gd name="connsiteX0" fmla="*/ 78581 w 78581"/>
                <a:gd name="connsiteY0" fmla="*/ 38100 h 78581"/>
                <a:gd name="connsiteX1" fmla="*/ 21431 w 78581"/>
                <a:gd name="connsiteY1" fmla="*/ 0 h 78581"/>
                <a:gd name="connsiteX2" fmla="*/ 7144 w 78581"/>
                <a:gd name="connsiteY2" fmla="*/ 23813 h 78581"/>
                <a:gd name="connsiteX3" fmla="*/ 7144 w 78581"/>
                <a:gd name="connsiteY3" fmla="*/ 23813 h 78581"/>
                <a:gd name="connsiteX4" fmla="*/ 16669 w 78581"/>
                <a:gd name="connsiteY4" fmla="*/ 42863 h 78581"/>
                <a:gd name="connsiteX5" fmla="*/ 0 w 78581"/>
                <a:gd name="connsiteY5" fmla="*/ 78581 h 78581"/>
                <a:gd name="connsiteX6" fmla="*/ 30956 w 78581"/>
                <a:gd name="connsiteY6" fmla="*/ 78581 h 78581"/>
                <a:gd name="connsiteX7" fmla="*/ 78581 w 78581"/>
                <a:gd name="connsiteY7" fmla="*/ 38100 h 78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81" h="78581">
                  <a:moveTo>
                    <a:pt x="78581" y="38100"/>
                  </a:moveTo>
                  <a:lnTo>
                    <a:pt x="21431" y="0"/>
                  </a:lnTo>
                  <a:lnTo>
                    <a:pt x="7144" y="23813"/>
                  </a:lnTo>
                  <a:lnTo>
                    <a:pt x="7144" y="23813"/>
                  </a:lnTo>
                  <a:lnTo>
                    <a:pt x="16669" y="42863"/>
                  </a:lnTo>
                  <a:lnTo>
                    <a:pt x="0" y="78581"/>
                  </a:lnTo>
                  <a:lnTo>
                    <a:pt x="30956" y="78581"/>
                  </a:lnTo>
                  <a:lnTo>
                    <a:pt x="78581" y="38100"/>
                  </a:ln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3" name="Freeform: Shape 1035">
              <a:extLst>
                <a:ext uri="{FF2B5EF4-FFF2-40B4-BE49-F238E27FC236}">
                  <a16:creationId xmlns:a16="http://schemas.microsoft.com/office/drawing/2014/main" id="{05EF30FD-22B0-4D20-A0F2-2CD00449870A}"/>
                </a:ext>
              </a:extLst>
            </p:cNvPr>
            <p:cNvSpPr/>
            <p:nvPr/>
          </p:nvSpPr>
          <p:spPr bwMode="auto">
            <a:xfrm>
              <a:off x="2845594" y="4557713"/>
              <a:ext cx="109537" cy="90487"/>
            </a:xfrm>
            <a:custGeom>
              <a:avLst/>
              <a:gdLst>
                <a:gd name="connsiteX0" fmla="*/ 109537 w 109537"/>
                <a:gd name="connsiteY0" fmla="*/ 0 h 90487"/>
                <a:gd name="connsiteX1" fmla="*/ 26194 w 109537"/>
                <a:gd name="connsiteY1" fmla="*/ 0 h 90487"/>
                <a:gd name="connsiteX2" fmla="*/ 7144 w 109537"/>
                <a:gd name="connsiteY2" fmla="*/ 14287 h 90487"/>
                <a:gd name="connsiteX3" fmla="*/ 0 w 109537"/>
                <a:gd name="connsiteY3" fmla="*/ 30956 h 90487"/>
                <a:gd name="connsiteX4" fmla="*/ 21431 w 109537"/>
                <a:gd name="connsiteY4" fmla="*/ 50006 h 90487"/>
                <a:gd name="connsiteX5" fmla="*/ 28575 w 109537"/>
                <a:gd name="connsiteY5" fmla="*/ 88106 h 90487"/>
                <a:gd name="connsiteX6" fmla="*/ 52387 w 109537"/>
                <a:gd name="connsiteY6" fmla="*/ 90487 h 90487"/>
                <a:gd name="connsiteX7" fmla="*/ 69056 w 109537"/>
                <a:gd name="connsiteY7" fmla="*/ 73818 h 90487"/>
                <a:gd name="connsiteX8" fmla="*/ 88106 w 109537"/>
                <a:gd name="connsiteY8" fmla="*/ 80962 h 90487"/>
                <a:gd name="connsiteX9" fmla="*/ 102394 w 109537"/>
                <a:gd name="connsiteY9" fmla="*/ 52387 h 90487"/>
                <a:gd name="connsiteX10" fmla="*/ 109537 w 109537"/>
                <a:gd name="connsiteY10" fmla="*/ 0 h 9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537" h="90487">
                  <a:moveTo>
                    <a:pt x="109537" y="0"/>
                  </a:moveTo>
                  <a:lnTo>
                    <a:pt x="26194" y="0"/>
                  </a:lnTo>
                  <a:lnTo>
                    <a:pt x="7144" y="14287"/>
                  </a:lnTo>
                  <a:lnTo>
                    <a:pt x="0" y="30956"/>
                  </a:lnTo>
                  <a:lnTo>
                    <a:pt x="21431" y="50006"/>
                  </a:lnTo>
                  <a:lnTo>
                    <a:pt x="28575" y="88106"/>
                  </a:lnTo>
                  <a:lnTo>
                    <a:pt x="52387" y="90487"/>
                  </a:lnTo>
                  <a:lnTo>
                    <a:pt x="69056" y="73818"/>
                  </a:lnTo>
                  <a:lnTo>
                    <a:pt x="88106" y="80962"/>
                  </a:lnTo>
                  <a:lnTo>
                    <a:pt x="102394" y="52387"/>
                  </a:lnTo>
                  <a:lnTo>
                    <a:pt x="109537" y="0"/>
                  </a:ln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4" name="Freeform: Shape 1036">
              <a:extLst>
                <a:ext uri="{FF2B5EF4-FFF2-40B4-BE49-F238E27FC236}">
                  <a16:creationId xmlns:a16="http://schemas.microsoft.com/office/drawing/2014/main" id="{3BA29825-C24D-4F50-966D-A1A5DBDCBA3B}"/>
                </a:ext>
              </a:extLst>
            </p:cNvPr>
            <p:cNvSpPr/>
            <p:nvPr/>
          </p:nvSpPr>
          <p:spPr bwMode="auto">
            <a:xfrm>
              <a:off x="2762250" y="4486275"/>
              <a:ext cx="111919" cy="178594"/>
            </a:xfrm>
            <a:custGeom>
              <a:avLst/>
              <a:gdLst>
                <a:gd name="connsiteX0" fmla="*/ 111919 w 111919"/>
                <a:gd name="connsiteY0" fmla="*/ 69056 h 178594"/>
                <a:gd name="connsiteX1" fmla="*/ 57150 w 111919"/>
                <a:gd name="connsiteY1" fmla="*/ 19050 h 178594"/>
                <a:gd name="connsiteX2" fmla="*/ 26194 w 111919"/>
                <a:gd name="connsiteY2" fmla="*/ 0 h 178594"/>
                <a:gd name="connsiteX3" fmla="*/ 16669 w 111919"/>
                <a:gd name="connsiteY3" fmla="*/ 26194 h 178594"/>
                <a:gd name="connsiteX4" fmla="*/ 16669 w 111919"/>
                <a:gd name="connsiteY4" fmla="*/ 45244 h 178594"/>
                <a:gd name="connsiteX5" fmla="*/ 0 w 111919"/>
                <a:gd name="connsiteY5" fmla="*/ 69056 h 178594"/>
                <a:gd name="connsiteX6" fmla="*/ 16669 w 111919"/>
                <a:gd name="connsiteY6" fmla="*/ 78581 h 178594"/>
                <a:gd name="connsiteX7" fmla="*/ 38100 w 111919"/>
                <a:gd name="connsiteY7" fmla="*/ 83344 h 178594"/>
                <a:gd name="connsiteX8" fmla="*/ 54769 w 111919"/>
                <a:gd name="connsiteY8" fmla="*/ 166688 h 178594"/>
                <a:gd name="connsiteX9" fmla="*/ 71438 w 111919"/>
                <a:gd name="connsiteY9" fmla="*/ 178594 h 178594"/>
                <a:gd name="connsiteX10" fmla="*/ 95250 w 111919"/>
                <a:gd name="connsiteY10" fmla="*/ 166688 h 178594"/>
                <a:gd name="connsiteX11" fmla="*/ 109538 w 111919"/>
                <a:gd name="connsiteY11" fmla="*/ 159544 h 178594"/>
                <a:gd name="connsiteX12" fmla="*/ 102394 w 111919"/>
                <a:gd name="connsiteY12" fmla="*/ 126206 h 178594"/>
                <a:gd name="connsiteX13" fmla="*/ 111919 w 111919"/>
                <a:gd name="connsiteY13" fmla="*/ 69056 h 17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1919" h="178594">
                  <a:moveTo>
                    <a:pt x="111919" y="69056"/>
                  </a:moveTo>
                  <a:lnTo>
                    <a:pt x="57150" y="19050"/>
                  </a:lnTo>
                  <a:lnTo>
                    <a:pt x="26194" y="0"/>
                  </a:lnTo>
                  <a:lnTo>
                    <a:pt x="16669" y="26194"/>
                  </a:lnTo>
                  <a:lnTo>
                    <a:pt x="16669" y="45244"/>
                  </a:lnTo>
                  <a:lnTo>
                    <a:pt x="0" y="69056"/>
                  </a:lnTo>
                  <a:lnTo>
                    <a:pt x="16669" y="78581"/>
                  </a:lnTo>
                  <a:lnTo>
                    <a:pt x="38100" y="83344"/>
                  </a:lnTo>
                  <a:lnTo>
                    <a:pt x="54769" y="166688"/>
                  </a:lnTo>
                  <a:lnTo>
                    <a:pt x="71438" y="178594"/>
                  </a:lnTo>
                  <a:lnTo>
                    <a:pt x="95250" y="166688"/>
                  </a:lnTo>
                  <a:lnTo>
                    <a:pt x="109538" y="159544"/>
                  </a:lnTo>
                  <a:lnTo>
                    <a:pt x="102394" y="126206"/>
                  </a:lnTo>
                  <a:lnTo>
                    <a:pt x="111919" y="69056"/>
                  </a:ln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5" name="Freeform: Shape 1038">
              <a:extLst>
                <a:ext uri="{FF2B5EF4-FFF2-40B4-BE49-F238E27FC236}">
                  <a16:creationId xmlns:a16="http://schemas.microsoft.com/office/drawing/2014/main" id="{D5363379-CA0D-436C-B66C-1A82EC38DE63}"/>
                </a:ext>
              </a:extLst>
            </p:cNvPr>
            <p:cNvSpPr/>
            <p:nvPr/>
          </p:nvSpPr>
          <p:spPr bwMode="auto">
            <a:xfrm>
              <a:off x="2283619" y="4702969"/>
              <a:ext cx="292894" cy="452437"/>
            </a:xfrm>
            <a:custGeom>
              <a:avLst/>
              <a:gdLst>
                <a:gd name="connsiteX0" fmla="*/ 0 w 292894"/>
                <a:gd name="connsiteY0" fmla="*/ 83344 h 452437"/>
                <a:gd name="connsiteX1" fmla="*/ 0 w 292894"/>
                <a:gd name="connsiteY1" fmla="*/ 145256 h 452437"/>
                <a:gd name="connsiteX2" fmla="*/ 50006 w 292894"/>
                <a:gd name="connsiteY2" fmla="*/ 188119 h 452437"/>
                <a:gd name="connsiteX3" fmla="*/ 59531 w 292894"/>
                <a:gd name="connsiteY3" fmla="*/ 221456 h 452437"/>
                <a:gd name="connsiteX4" fmla="*/ 80962 w 292894"/>
                <a:gd name="connsiteY4" fmla="*/ 273844 h 452437"/>
                <a:gd name="connsiteX5" fmla="*/ 109537 w 292894"/>
                <a:gd name="connsiteY5" fmla="*/ 319087 h 452437"/>
                <a:gd name="connsiteX6" fmla="*/ 126206 w 292894"/>
                <a:gd name="connsiteY6" fmla="*/ 364331 h 452437"/>
                <a:gd name="connsiteX7" fmla="*/ 190500 w 292894"/>
                <a:gd name="connsiteY7" fmla="*/ 395287 h 452437"/>
                <a:gd name="connsiteX8" fmla="*/ 230981 w 292894"/>
                <a:gd name="connsiteY8" fmla="*/ 419100 h 452437"/>
                <a:gd name="connsiteX9" fmla="*/ 266700 w 292894"/>
                <a:gd name="connsiteY9" fmla="*/ 452437 h 452437"/>
                <a:gd name="connsiteX10" fmla="*/ 285750 w 292894"/>
                <a:gd name="connsiteY10" fmla="*/ 440531 h 452437"/>
                <a:gd name="connsiteX11" fmla="*/ 280987 w 292894"/>
                <a:gd name="connsiteY11" fmla="*/ 428625 h 452437"/>
                <a:gd name="connsiteX12" fmla="*/ 290512 w 292894"/>
                <a:gd name="connsiteY12" fmla="*/ 397669 h 452437"/>
                <a:gd name="connsiteX13" fmla="*/ 290512 w 292894"/>
                <a:gd name="connsiteY13" fmla="*/ 376237 h 452437"/>
                <a:gd name="connsiteX14" fmla="*/ 285750 w 292894"/>
                <a:gd name="connsiteY14" fmla="*/ 340519 h 452437"/>
                <a:gd name="connsiteX15" fmla="*/ 292894 w 292894"/>
                <a:gd name="connsiteY15" fmla="*/ 321469 h 452437"/>
                <a:gd name="connsiteX16" fmla="*/ 288131 w 292894"/>
                <a:gd name="connsiteY16" fmla="*/ 273844 h 452437"/>
                <a:gd name="connsiteX17" fmla="*/ 271462 w 292894"/>
                <a:gd name="connsiteY17" fmla="*/ 259556 h 452437"/>
                <a:gd name="connsiteX18" fmla="*/ 250031 w 292894"/>
                <a:gd name="connsiteY18" fmla="*/ 223837 h 452437"/>
                <a:gd name="connsiteX19" fmla="*/ 226219 w 292894"/>
                <a:gd name="connsiteY19" fmla="*/ 238125 h 452437"/>
                <a:gd name="connsiteX20" fmla="*/ 202406 w 292894"/>
                <a:gd name="connsiteY20" fmla="*/ 235744 h 452437"/>
                <a:gd name="connsiteX21" fmla="*/ 176212 w 292894"/>
                <a:gd name="connsiteY21" fmla="*/ 169069 h 452437"/>
                <a:gd name="connsiteX22" fmla="*/ 183356 w 292894"/>
                <a:gd name="connsiteY22" fmla="*/ 147637 h 452437"/>
                <a:gd name="connsiteX23" fmla="*/ 254794 w 292894"/>
                <a:gd name="connsiteY23" fmla="*/ 104775 h 452437"/>
                <a:gd name="connsiteX24" fmla="*/ 257175 w 292894"/>
                <a:gd name="connsiteY24" fmla="*/ 83344 h 452437"/>
                <a:gd name="connsiteX25" fmla="*/ 247650 w 292894"/>
                <a:gd name="connsiteY25" fmla="*/ 59531 h 452437"/>
                <a:gd name="connsiteX26" fmla="*/ 226219 w 292894"/>
                <a:gd name="connsiteY26" fmla="*/ 50006 h 452437"/>
                <a:gd name="connsiteX27" fmla="*/ 200025 w 292894"/>
                <a:gd name="connsiteY27" fmla="*/ 57150 h 452437"/>
                <a:gd name="connsiteX28" fmla="*/ 161925 w 292894"/>
                <a:gd name="connsiteY28" fmla="*/ 4762 h 452437"/>
                <a:gd name="connsiteX29" fmla="*/ 138112 w 292894"/>
                <a:gd name="connsiteY29" fmla="*/ 0 h 452437"/>
                <a:gd name="connsiteX30" fmla="*/ 128587 w 292894"/>
                <a:gd name="connsiteY30" fmla="*/ 28575 h 452437"/>
                <a:gd name="connsiteX31" fmla="*/ 114300 w 292894"/>
                <a:gd name="connsiteY31" fmla="*/ 50006 h 452437"/>
                <a:gd name="connsiteX32" fmla="*/ 95250 w 292894"/>
                <a:gd name="connsiteY32" fmla="*/ 61912 h 452437"/>
                <a:gd name="connsiteX33" fmla="*/ 69056 w 292894"/>
                <a:gd name="connsiteY33" fmla="*/ 69056 h 452437"/>
                <a:gd name="connsiteX34" fmla="*/ 40481 w 292894"/>
                <a:gd name="connsiteY34" fmla="*/ 126206 h 452437"/>
                <a:gd name="connsiteX35" fmla="*/ 0 w 292894"/>
                <a:gd name="connsiteY35" fmla="*/ 83344 h 45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92894" h="452437">
                  <a:moveTo>
                    <a:pt x="0" y="83344"/>
                  </a:moveTo>
                  <a:lnTo>
                    <a:pt x="0" y="145256"/>
                  </a:lnTo>
                  <a:lnTo>
                    <a:pt x="50006" y="188119"/>
                  </a:lnTo>
                  <a:lnTo>
                    <a:pt x="59531" y="221456"/>
                  </a:lnTo>
                  <a:lnTo>
                    <a:pt x="80962" y="273844"/>
                  </a:lnTo>
                  <a:lnTo>
                    <a:pt x="109537" y="319087"/>
                  </a:lnTo>
                  <a:lnTo>
                    <a:pt x="126206" y="364331"/>
                  </a:lnTo>
                  <a:lnTo>
                    <a:pt x="190500" y="395287"/>
                  </a:lnTo>
                  <a:lnTo>
                    <a:pt x="230981" y="419100"/>
                  </a:lnTo>
                  <a:lnTo>
                    <a:pt x="266700" y="452437"/>
                  </a:lnTo>
                  <a:lnTo>
                    <a:pt x="285750" y="440531"/>
                  </a:lnTo>
                  <a:lnTo>
                    <a:pt x="280987" y="428625"/>
                  </a:lnTo>
                  <a:lnTo>
                    <a:pt x="290512" y="397669"/>
                  </a:lnTo>
                  <a:lnTo>
                    <a:pt x="290512" y="376237"/>
                  </a:lnTo>
                  <a:lnTo>
                    <a:pt x="285750" y="340519"/>
                  </a:lnTo>
                  <a:lnTo>
                    <a:pt x="292894" y="321469"/>
                  </a:lnTo>
                  <a:lnTo>
                    <a:pt x="288131" y="273844"/>
                  </a:lnTo>
                  <a:lnTo>
                    <a:pt x="271462" y="259556"/>
                  </a:lnTo>
                  <a:lnTo>
                    <a:pt x="250031" y="223837"/>
                  </a:lnTo>
                  <a:lnTo>
                    <a:pt x="226219" y="238125"/>
                  </a:lnTo>
                  <a:lnTo>
                    <a:pt x="202406" y="235744"/>
                  </a:lnTo>
                  <a:lnTo>
                    <a:pt x="176212" y="169069"/>
                  </a:lnTo>
                  <a:lnTo>
                    <a:pt x="183356" y="147637"/>
                  </a:lnTo>
                  <a:lnTo>
                    <a:pt x="254794" y="104775"/>
                  </a:lnTo>
                  <a:lnTo>
                    <a:pt x="257175" y="83344"/>
                  </a:lnTo>
                  <a:lnTo>
                    <a:pt x="247650" y="59531"/>
                  </a:lnTo>
                  <a:lnTo>
                    <a:pt x="226219" y="50006"/>
                  </a:lnTo>
                  <a:lnTo>
                    <a:pt x="200025" y="57150"/>
                  </a:lnTo>
                  <a:lnTo>
                    <a:pt x="161925" y="4762"/>
                  </a:lnTo>
                  <a:lnTo>
                    <a:pt x="138112" y="0"/>
                  </a:lnTo>
                  <a:lnTo>
                    <a:pt x="128587" y="28575"/>
                  </a:lnTo>
                  <a:lnTo>
                    <a:pt x="114300" y="50006"/>
                  </a:lnTo>
                  <a:lnTo>
                    <a:pt x="95250" y="61912"/>
                  </a:lnTo>
                  <a:lnTo>
                    <a:pt x="69056" y="69056"/>
                  </a:lnTo>
                  <a:lnTo>
                    <a:pt x="40481" y="126206"/>
                  </a:lnTo>
                  <a:lnTo>
                    <a:pt x="0" y="83344"/>
                  </a:ln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6" name="Freeform: Shape 1039">
              <a:extLst>
                <a:ext uri="{FF2B5EF4-FFF2-40B4-BE49-F238E27FC236}">
                  <a16:creationId xmlns:a16="http://schemas.microsoft.com/office/drawing/2014/main" id="{22E00786-2D4A-40E4-83C2-0D62A36899E8}"/>
                </a:ext>
              </a:extLst>
            </p:cNvPr>
            <p:cNvSpPr/>
            <p:nvPr/>
          </p:nvSpPr>
          <p:spPr bwMode="auto">
            <a:xfrm>
              <a:off x="2564606" y="4933950"/>
              <a:ext cx="290513" cy="342900"/>
            </a:xfrm>
            <a:custGeom>
              <a:avLst/>
              <a:gdLst>
                <a:gd name="connsiteX0" fmla="*/ 0 w 290513"/>
                <a:gd name="connsiteY0" fmla="*/ 211931 h 342900"/>
                <a:gd name="connsiteX1" fmla="*/ 16669 w 290513"/>
                <a:gd name="connsiteY1" fmla="*/ 238125 h 342900"/>
                <a:gd name="connsiteX2" fmla="*/ 23813 w 290513"/>
                <a:gd name="connsiteY2" fmla="*/ 264319 h 342900"/>
                <a:gd name="connsiteX3" fmla="*/ 19050 w 290513"/>
                <a:gd name="connsiteY3" fmla="*/ 278606 h 342900"/>
                <a:gd name="connsiteX4" fmla="*/ 42863 w 290513"/>
                <a:gd name="connsiteY4" fmla="*/ 330994 h 342900"/>
                <a:gd name="connsiteX5" fmla="*/ 57150 w 290513"/>
                <a:gd name="connsiteY5" fmla="*/ 342900 h 342900"/>
                <a:gd name="connsiteX6" fmla="*/ 80963 w 290513"/>
                <a:gd name="connsiteY6" fmla="*/ 314325 h 342900"/>
                <a:gd name="connsiteX7" fmla="*/ 97632 w 290513"/>
                <a:gd name="connsiteY7" fmla="*/ 330994 h 342900"/>
                <a:gd name="connsiteX8" fmla="*/ 126207 w 290513"/>
                <a:gd name="connsiteY8" fmla="*/ 328613 h 342900"/>
                <a:gd name="connsiteX9" fmla="*/ 126207 w 290513"/>
                <a:gd name="connsiteY9" fmla="*/ 328613 h 342900"/>
                <a:gd name="connsiteX10" fmla="*/ 169069 w 290513"/>
                <a:gd name="connsiteY10" fmla="*/ 311944 h 342900"/>
                <a:gd name="connsiteX11" fmla="*/ 188119 w 290513"/>
                <a:gd name="connsiteY11" fmla="*/ 257175 h 342900"/>
                <a:gd name="connsiteX12" fmla="*/ 202407 w 290513"/>
                <a:gd name="connsiteY12" fmla="*/ 245269 h 342900"/>
                <a:gd name="connsiteX13" fmla="*/ 247650 w 290513"/>
                <a:gd name="connsiteY13" fmla="*/ 245269 h 342900"/>
                <a:gd name="connsiteX14" fmla="*/ 290513 w 290513"/>
                <a:gd name="connsiteY14" fmla="*/ 261938 h 342900"/>
                <a:gd name="connsiteX15" fmla="*/ 285750 w 290513"/>
                <a:gd name="connsiteY15" fmla="*/ 197644 h 342900"/>
                <a:gd name="connsiteX16" fmla="*/ 266700 w 290513"/>
                <a:gd name="connsiteY16" fmla="*/ 169069 h 342900"/>
                <a:gd name="connsiteX17" fmla="*/ 238125 w 290513"/>
                <a:gd name="connsiteY17" fmla="*/ 169069 h 342900"/>
                <a:gd name="connsiteX18" fmla="*/ 221457 w 290513"/>
                <a:gd name="connsiteY18" fmla="*/ 147638 h 342900"/>
                <a:gd name="connsiteX19" fmla="*/ 221457 w 290513"/>
                <a:gd name="connsiteY19" fmla="*/ 121444 h 342900"/>
                <a:gd name="connsiteX20" fmla="*/ 204788 w 290513"/>
                <a:gd name="connsiteY20" fmla="*/ 95250 h 342900"/>
                <a:gd name="connsiteX21" fmla="*/ 140494 w 290513"/>
                <a:gd name="connsiteY21" fmla="*/ 66675 h 342900"/>
                <a:gd name="connsiteX22" fmla="*/ 109538 w 290513"/>
                <a:gd name="connsiteY22" fmla="*/ 61913 h 342900"/>
                <a:gd name="connsiteX23" fmla="*/ 90488 w 290513"/>
                <a:gd name="connsiteY23" fmla="*/ 0 h 342900"/>
                <a:gd name="connsiteX24" fmla="*/ 71438 w 290513"/>
                <a:gd name="connsiteY24" fmla="*/ 0 h 342900"/>
                <a:gd name="connsiteX25" fmla="*/ 11907 w 290513"/>
                <a:gd name="connsiteY25" fmla="*/ 42863 h 342900"/>
                <a:gd name="connsiteX26" fmla="*/ 11907 w 290513"/>
                <a:gd name="connsiteY26" fmla="*/ 90488 h 342900"/>
                <a:gd name="connsiteX27" fmla="*/ 4763 w 290513"/>
                <a:gd name="connsiteY27" fmla="*/ 111919 h 342900"/>
                <a:gd name="connsiteX28" fmla="*/ 9525 w 290513"/>
                <a:gd name="connsiteY28" fmla="*/ 150019 h 342900"/>
                <a:gd name="connsiteX29" fmla="*/ 0 w 290513"/>
                <a:gd name="connsiteY29" fmla="*/ 211931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90513" h="342900">
                  <a:moveTo>
                    <a:pt x="0" y="211931"/>
                  </a:moveTo>
                  <a:lnTo>
                    <a:pt x="16669" y="238125"/>
                  </a:lnTo>
                  <a:lnTo>
                    <a:pt x="23813" y="264319"/>
                  </a:lnTo>
                  <a:lnTo>
                    <a:pt x="19050" y="278606"/>
                  </a:lnTo>
                  <a:lnTo>
                    <a:pt x="42863" y="330994"/>
                  </a:lnTo>
                  <a:lnTo>
                    <a:pt x="57150" y="342900"/>
                  </a:lnTo>
                  <a:lnTo>
                    <a:pt x="80963" y="314325"/>
                  </a:lnTo>
                  <a:lnTo>
                    <a:pt x="97632" y="330994"/>
                  </a:lnTo>
                  <a:lnTo>
                    <a:pt x="126207" y="328613"/>
                  </a:lnTo>
                  <a:lnTo>
                    <a:pt x="126207" y="328613"/>
                  </a:lnTo>
                  <a:lnTo>
                    <a:pt x="169069" y="311944"/>
                  </a:lnTo>
                  <a:lnTo>
                    <a:pt x="188119" y="257175"/>
                  </a:lnTo>
                  <a:lnTo>
                    <a:pt x="202407" y="245269"/>
                  </a:lnTo>
                  <a:lnTo>
                    <a:pt x="247650" y="245269"/>
                  </a:lnTo>
                  <a:lnTo>
                    <a:pt x="290513" y="261938"/>
                  </a:lnTo>
                  <a:lnTo>
                    <a:pt x="285750" y="197644"/>
                  </a:lnTo>
                  <a:lnTo>
                    <a:pt x="266700" y="169069"/>
                  </a:lnTo>
                  <a:lnTo>
                    <a:pt x="238125" y="169069"/>
                  </a:lnTo>
                  <a:lnTo>
                    <a:pt x="221457" y="147638"/>
                  </a:lnTo>
                  <a:lnTo>
                    <a:pt x="221457" y="121444"/>
                  </a:lnTo>
                  <a:lnTo>
                    <a:pt x="204788" y="95250"/>
                  </a:lnTo>
                  <a:lnTo>
                    <a:pt x="140494" y="66675"/>
                  </a:lnTo>
                  <a:lnTo>
                    <a:pt x="109538" y="61913"/>
                  </a:lnTo>
                  <a:lnTo>
                    <a:pt x="90488" y="0"/>
                  </a:lnTo>
                  <a:lnTo>
                    <a:pt x="71438" y="0"/>
                  </a:lnTo>
                  <a:lnTo>
                    <a:pt x="11907" y="42863"/>
                  </a:lnTo>
                  <a:lnTo>
                    <a:pt x="11907" y="90488"/>
                  </a:lnTo>
                  <a:lnTo>
                    <a:pt x="4763" y="111919"/>
                  </a:lnTo>
                  <a:lnTo>
                    <a:pt x="9525" y="150019"/>
                  </a:lnTo>
                  <a:cubicBezTo>
                    <a:pt x="8731" y="169863"/>
                    <a:pt x="7938" y="189706"/>
                    <a:pt x="0" y="211931"/>
                  </a:cubicBez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7" name="Freeform: Shape 1040">
              <a:extLst>
                <a:ext uri="{FF2B5EF4-FFF2-40B4-BE49-F238E27FC236}">
                  <a16:creationId xmlns:a16="http://schemas.microsoft.com/office/drawing/2014/main" id="{AAC7DB1B-8E6E-4825-9D25-4336DD3707DB}"/>
                </a:ext>
              </a:extLst>
            </p:cNvPr>
            <p:cNvSpPr/>
            <p:nvPr/>
          </p:nvSpPr>
          <p:spPr bwMode="auto">
            <a:xfrm>
              <a:off x="2440781" y="5141118"/>
              <a:ext cx="178594" cy="1095375"/>
            </a:xfrm>
            <a:custGeom>
              <a:avLst/>
              <a:gdLst>
                <a:gd name="connsiteX0" fmla="*/ 104775 w 178594"/>
                <a:gd name="connsiteY0" fmla="*/ 0 h 1092994"/>
                <a:gd name="connsiteX1" fmla="*/ 107157 w 178594"/>
                <a:gd name="connsiteY1" fmla="*/ 121444 h 1092994"/>
                <a:gd name="connsiteX2" fmla="*/ 97632 w 178594"/>
                <a:gd name="connsiteY2" fmla="*/ 209550 h 1092994"/>
                <a:gd name="connsiteX3" fmla="*/ 88107 w 178594"/>
                <a:gd name="connsiteY3" fmla="*/ 280988 h 1092994"/>
                <a:gd name="connsiteX4" fmla="*/ 78582 w 178594"/>
                <a:gd name="connsiteY4" fmla="*/ 295275 h 1092994"/>
                <a:gd name="connsiteX5" fmla="*/ 76200 w 178594"/>
                <a:gd name="connsiteY5" fmla="*/ 340519 h 1092994"/>
                <a:gd name="connsiteX6" fmla="*/ 69057 w 178594"/>
                <a:gd name="connsiteY6" fmla="*/ 369094 h 1092994"/>
                <a:gd name="connsiteX7" fmla="*/ 71438 w 178594"/>
                <a:gd name="connsiteY7" fmla="*/ 423863 h 1092994"/>
                <a:gd name="connsiteX8" fmla="*/ 45244 w 178594"/>
                <a:gd name="connsiteY8" fmla="*/ 533400 h 1092994"/>
                <a:gd name="connsiteX9" fmla="*/ 11907 w 178594"/>
                <a:gd name="connsiteY9" fmla="*/ 552450 h 1092994"/>
                <a:gd name="connsiteX10" fmla="*/ 26194 w 178594"/>
                <a:gd name="connsiteY10" fmla="*/ 597694 h 1092994"/>
                <a:gd name="connsiteX11" fmla="*/ 28575 w 178594"/>
                <a:gd name="connsiteY11" fmla="*/ 628650 h 1092994"/>
                <a:gd name="connsiteX12" fmla="*/ 23813 w 178594"/>
                <a:gd name="connsiteY12" fmla="*/ 683419 h 1092994"/>
                <a:gd name="connsiteX13" fmla="*/ 40482 w 178594"/>
                <a:gd name="connsiteY13" fmla="*/ 683419 h 1092994"/>
                <a:gd name="connsiteX14" fmla="*/ 52388 w 178594"/>
                <a:gd name="connsiteY14" fmla="*/ 692944 h 1092994"/>
                <a:gd name="connsiteX15" fmla="*/ 40482 w 178594"/>
                <a:gd name="connsiteY15" fmla="*/ 728663 h 1092994"/>
                <a:gd name="connsiteX16" fmla="*/ 38100 w 178594"/>
                <a:gd name="connsiteY16" fmla="*/ 769144 h 1092994"/>
                <a:gd name="connsiteX17" fmla="*/ 35719 w 178594"/>
                <a:gd name="connsiteY17" fmla="*/ 812006 h 1092994"/>
                <a:gd name="connsiteX18" fmla="*/ 23813 w 178594"/>
                <a:gd name="connsiteY18" fmla="*/ 850106 h 1092994"/>
                <a:gd name="connsiteX19" fmla="*/ 23813 w 178594"/>
                <a:gd name="connsiteY19" fmla="*/ 850106 h 1092994"/>
                <a:gd name="connsiteX20" fmla="*/ 14288 w 178594"/>
                <a:gd name="connsiteY20" fmla="*/ 885825 h 1092994"/>
                <a:gd name="connsiteX21" fmla="*/ 23813 w 178594"/>
                <a:gd name="connsiteY21" fmla="*/ 909638 h 1092994"/>
                <a:gd name="connsiteX22" fmla="*/ 9525 w 178594"/>
                <a:gd name="connsiteY22" fmla="*/ 912019 h 1092994"/>
                <a:gd name="connsiteX23" fmla="*/ 16669 w 178594"/>
                <a:gd name="connsiteY23" fmla="*/ 926306 h 1092994"/>
                <a:gd name="connsiteX24" fmla="*/ 0 w 178594"/>
                <a:gd name="connsiteY24" fmla="*/ 947738 h 1092994"/>
                <a:gd name="connsiteX25" fmla="*/ 19050 w 178594"/>
                <a:gd name="connsiteY25" fmla="*/ 950119 h 1092994"/>
                <a:gd name="connsiteX26" fmla="*/ 7144 w 178594"/>
                <a:gd name="connsiteY26" fmla="*/ 990600 h 1092994"/>
                <a:gd name="connsiteX27" fmla="*/ 16669 w 178594"/>
                <a:gd name="connsiteY27" fmla="*/ 1000125 h 1092994"/>
                <a:gd name="connsiteX28" fmla="*/ 23813 w 178594"/>
                <a:gd name="connsiteY28" fmla="*/ 1021556 h 1092994"/>
                <a:gd name="connsiteX29" fmla="*/ 16669 w 178594"/>
                <a:gd name="connsiteY29" fmla="*/ 1042988 h 1092994"/>
                <a:gd name="connsiteX30" fmla="*/ 33338 w 178594"/>
                <a:gd name="connsiteY30" fmla="*/ 1042988 h 1092994"/>
                <a:gd name="connsiteX31" fmla="*/ 47625 w 178594"/>
                <a:gd name="connsiteY31" fmla="*/ 1042988 h 1092994"/>
                <a:gd name="connsiteX32" fmla="*/ 57150 w 178594"/>
                <a:gd name="connsiteY32" fmla="*/ 1073944 h 1092994"/>
                <a:gd name="connsiteX33" fmla="*/ 85725 w 178594"/>
                <a:gd name="connsiteY33" fmla="*/ 1085850 h 1092994"/>
                <a:gd name="connsiteX34" fmla="*/ 102394 w 178594"/>
                <a:gd name="connsiteY34" fmla="*/ 1092994 h 1092994"/>
                <a:gd name="connsiteX35" fmla="*/ 123825 w 178594"/>
                <a:gd name="connsiteY35" fmla="*/ 1066800 h 1092994"/>
                <a:gd name="connsiteX36" fmla="*/ 92869 w 178594"/>
                <a:gd name="connsiteY36" fmla="*/ 1059656 h 1092994"/>
                <a:gd name="connsiteX37" fmla="*/ 76200 w 178594"/>
                <a:gd name="connsiteY37" fmla="*/ 1059656 h 1092994"/>
                <a:gd name="connsiteX38" fmla="*/ 57150 w 178594"/>
                <a:gd name="connsiteY38" fmla="*/ 1035844 h 1092994"/>
                <a:gd name="connsiteX39" fmla="*/ 57150 w 178594"/>
                <a:gd name="connsiteY39" fmla="*/ 1014413 h 1092994"/>
                <a:gd name="connsiteX40" fmla="*/ 38100 w 178594"/>
                <a:gd name="connsiteY40" fmla="*/ 1004888 h 1092994"/>
                <a:gd name="connsiteX41" fmla="*/ 26194 w 178594"/>
                <a:gd name="connsiteY41" fmla="*/ 995363 h 1092994"/>
                <a:gd name="connsiteX42" fmla="*/ 33338 w 178594"/>
                <a:gd name="connsiteY42" fmla="*/ 959644 h 1092994"/>
                <a:gd name="connsiteX43" fmla="*/ 45244 w 178594"/>
                <a:gd name="connsiteY43" fmla="*/ 900113 h 1092994"/>
                <a:gd name="connsiteX44" fmla="*/ 57150 w 178594"/>
                <a:gd name="connsiteY44" fmla="*/ 871538 h 1092994"/>
                <a:gd name="connsiteX45" fmla="*/ 76200 w 178594"/>
                <a:gd name="connsiteY45" fmla="*/ 802481 h 1092994"/>
                <a:gd name="connsiteX46" fmla="*/ 66675 w 178594"/>
                <a:gd name="connsiteY46" fmla="*/ 790575 h 1092994"/>
                <a:gd name="connsiteX47" fmla="*/ 69057 w 178594"/>
                <a:gd name="connsiteY47" fmla="*/ 776288 h 1092994"/>
                <a:gd name="connsiteX48" fmla="*/ 61913 w 178594"/>
                <a:gd name="connsiteY48" fmla="*/ 754856 h 1092994"/>
                <a:gd name="connsiteX49" fmla="*/ 57150 w 178594"/>
                <a:gd name="connsiteY49" fmla="*/ 714375 h 1092994"/>
                <a:gd name="connsiteX50" fmla="*/ 64294 w 178594"/>
                <a:gd name="connsiteY50" fmla="*/ 683419 h 1092994"/>
                <a:gd name="connsiteX51" fmla="*/ 64294 w 178594"/>
                <a:gd name="connsiteY51" fmla="*/ 647700 h 1092994"/>
                <a:gd name="connsiteX52" fmla="*/ 69057 w 178594"/>
                <a:gd name="connsiteY52" fmla="*/ 614363 h 1092994"/>
                <a:gd name="connsiteX53" fmla="*/ 80963 w 178594"/>
                <a:gd name="connsiteY53" fmla="*/ 583406 h 1092994"/>
                <a:gd name="connsiteX54" fmla="*/ 80963 w 178594"/>
                <a:gd name="connsiteY54" fmla="*/ 526256 h 1092994"/>
                <a:gd name="connsiteX55" fmla="*/ 95250 w 178594"/>
                <a:gd name="connsiteY55" fmla="*/ 500063 h 1092994"/>
                <a:gd name="connsiteX56" fmla="*/ 102394 w 178594"/>
                <a:gd name="connsiteY56" fmla="*/ 476250 h 1092994"/>
                <a:gd name="connsiteX57" fmla="*/ 111919 w 178594"/>
                <a:gd name="connsiteY57" fmla="*/ 435769 h 1092994"/>
                <a:gd name="connsiteX58" fmla="*/ 111919 w 178594"/>
                <a:gd name="connsiteY58" fmla="*/ 404813 h 1092994"/>
                <a:gd name="connsiteX59" fmla="*/ 97632 w 178594"/>
                <a:gd name="connsiteY59" fmla="*/ 383381 h 1092994"/>
                <a:gd name="connsiteX60" fmla="*/ 107157 w 178594"/>
                <a:gd name="connsiteY60" fmla="*/ 350044 h 1092994"/>
                <a:gd name="connsiteX61" fmla="*/ 121444 w 178594"/>
                <a:gd name="connsiteY61" fmla="*/ 285750 h 1092994"/>
                <a:gd name="connsiteX62" fmla="*/ 140494 w 178594"/>
                <a:gd name="connsiteY62" fmla="*/ 252413 h 1092994"/>
                <a:gd name="connsiteX63" fmla="*/ 152400 w 178594"/>
                <a:gd name="connsiteY63" fmla="*/ 223838 h 1092994"/>
                <a:gd name="connsiteX64" fmla="*/ 152400 w 178594"/>
                <a:gd name="connsiteY64" fmla="*/ 178594 h 1092994"/>
                <a:gd name="connsiteX65" fmla="*/ 173832 w 178594"/>
                <a:gd name="connsiteY65" fmla="*/ 154781 h 1092994"/>
                <a:gd name="connsiteX66" fmla="*/ 178594 w 178594"/>
                <a:gd name="connsiteY66" fmla="*/ 130969 h 1092994"/>
                <a:gd name="connsiteX67" fmla="*/ 166688 w 178594"/>
                <a:gd name="connsiteY67" fmla="*/ 126206 h 1092994"/>
                <a:gd name="connsiteX68" fmla="*/ 145257 w 178594"/>
                <a:gd name="connsiteY68" fmla="*/ 66675 h 1092994"/>
                <a:gd name="connsiteX69" fmla="*/ 147638 w 178594"/>
                <a:gd name="connsiteY69" fmla="*/ 38100 h 1092994"/>
                <a:gd name="connsiteX70" fmla="*/ 104775 w 178594"/>
                <a:gd name="connsiteY70" fmla="*/ 0 h 1092994"/>
                <a:gd name="connsiteX0" fmla="*/ 104775 w 178594"/>
                <a:gd name="connsiteY0" fmla="*/ 0 h 1092994"/>
                <a:gd name="connsiteX1" fmla="*/ 107157 w 178594"/>
                <a:gd name="connsiteY1" fmla="*/ 121444 h 1092994"/>
                <a:gd name="connsiteX2" fmla="*/ 97632 w 178594"/>
                <a:gd name="connsiteY2" fmla="*/ 209550 h 1092994"/>
                <a:gd name="connsiteX3" fmla="*/ 88107 w 178594"/>
                <a:gd name="connsiteY3" fmla="*/ 280988 h 1092994"/>
                <a:gd name="connsiteX4" fmla="*/ 78582 w 178594"/>
                <a:gd name="connsiteY4" fmla="*/ 295275 h 1092994"/>
                <a:gd name="connsiteX5" fmla="*/ 76200 w 178594"/>
                <a:gd name="connsiteY5" fmla="*/ 340519 h 1092994"/>
                <a:gd name="connsiteX6" fmla="*/ 69057 w 178594"/>
                <a:gd name="connsiteY6" fmla="*/ 369094 h 1092994"/>
                <a:gd name="connsiteX7" fmla="*/ 71438 w 178594"/>
                <a:gd name="connsiteY7" fmla="*/ 423863 h 1092994"/>
                <a:gd name="connsiteX8" fmla="*/ 45244 w 178594"/>
                <a:gd name="connsiteY8" fmla="*/ 533400 h 1092994"/>
                <a:gd name="connsiteX9" fmla="*/ 11907 w 178594"/>
                <a:gd name="connsiteY9" fmla="*/ 552450 h 1092994"/>
                <a:gd name="connsiteX10" fmla="*/ 26194 w 178594"/>
                <a:gd name="connsiteY10" fmla="*/ 597694 h 1092994"/>
                <a:gd name="connsiteX11" fmla="*/ 28575 w 178594"/>
                <a:gd name="connsiteY11" fmla="*/ 628650 h 1092994"/>
                <a:gd name="connsiteX12" fmla="*/ 23813 w 178594"/>
                <a:gd name="connsiteY12" fmla="*/ 683419 h 1092994"/>
                <a:gd name="connsiteX13" fmla="*/ 40482 w 178594"/>
                <a:gd name="connsiteY13" fmla="*/ 683419 h 1092994"/>
                <a:gd name="connsiteX14" fmla="*/ 52388 w 178594"/>
                <a:gd name="connsiteY14" fmla="*/ 692944 h 1092994"/>
                <a:gd name="connsiteX15" fmla="*/ 40482 w 178594"/>
                <a:gd name="connsiteY15" fmla="*/ 728663 h 1092994"/>
                <a:gd name="connsiteX16" fmla="*/ 38100 w 178594"/>
                <a:gd name="connsiteY16" fmla="*/ 769144 h 1092994"/>
                <a:gd name="connsiteX17" fmla="*/ 35719 w 178594"/>
                <a:gd name="connsiteY17" fmla="*/ 812006 h 1092994"/>
                <a:gd name="connsiteX18" fmla="*/ 23813 w 178594"/>
                <a:gd name="connsiteY18" fmla="*/ 850106 h 1092994"/>
                <a:gd name="connsiteX19" fmla="*/ 23813 w 178594"/>
                <a:gd name="connsiteY19" fmla="*/ 850106 h 1092994"/>
                <a:gd name="connsiteX20" fmla="*/ 14288 w 178594"/>
                <a:gd name="connsiteY20" fmla="*/ 885825 h 1092994"/>
                <a:gd name="connsiteX21" fmla="*/ 23813 w 178594"/>
                <a:gd name="connsiteY21" fmla="*/ 909638 h 1092994"/>
                <a:gd name="connsiteX22" fmla="*/ 9525 w 178594"/>
                <a:gd name="connsiteY22" fmla="*/ 912019 h 1092994"/>
                <a:gd name="connsiteX23" fmla="*/ 16669 w 178594"/>
                <a:gd name="connsiteY23" fmla="*/ 926306 h 1092994"/>
                <a:gd name="connsiteX24" fmla="*/ 0 w 178594"/>
                <a:gd name="connsiteY24" fmla="*/ 947738 h 1092994"/>
                <a:gd name="connsiteX25" fmla="*/ 19050 w 178594"/>
                <a:gd name="connsiteY25" fmla="*/ 950119 h 1092994"/>
                <a:gd name="connsiteX26" fmla="*/ 7144 w 178594"/>
                <a:gd name="connsiteY26" fmla="*/ 990600 h 1092994"/>
                <a:gd name="connsiteX27" fmla="*/ 16669 w 178594"/>
                <a:gd name="connsiteY27" fmla="*/ 1000125 h 1092994"/>
                <a:gd name="connsiteX28" fmla="*/ 23813 w 178594"/>
                <a:gd name="connsiteY28" fmla="*/ 1021556 h 1092994"/>
                <a:gd name="connsiteX29" fmla="*/ 16669 w 178594"/>
                <a:gd name="connsiteY29" fmla="*/ 1042988 h 1092994"/>
                <a:gd name="connsiteX30" fmla="*/ 33338 w 178594"/>
                <a:gd name="connsiteY30" fmla="*/ 1042988 h 1092994"/>
                <a:gd name="connsiteX31" fmla="*/ 47625 w 178594"/>
                <a:gd name="connsiteY31" fmla="*/ 1042988 h 1092994"/>
                <a:gd name="connsiteX32" fmla="*/ 57150 w 178594"/>
                <a:gd name="connsiteY32" fmla="*/ 1073944 h 1092994"/>
                <a:gd name="connsiteX33" fmla="*/ 85725 w 178594"/>
                <a:gd name="connsiteY33" fmla="*/ 1085850 h 1092994"/>
                <a:gd name="connsiteX34" fmla="*/ 102394 w 178594"/>
                <a:gd name="connsiteY34" fmla="*/ 1092994 h 1092994"/>
                <a:gd name="connsiteX35" fmla="*/ 123825 w 178594"/>
                <a:gd name="connsiteY35" fmla="*/ 1066800 h 1092994"/>
                <a:gd name="connsiteX36" fmla="*/ 92869 w 178594"/>
                <a:gd name="connsiteY36" fmla="*/ 1059656 h 1092994"/>
                <a:gd name="connsiteX37" fmla="*/ 76200 w 178594"/>
                <a:gd name="connsiteY37" fmla="*/ 1059656 h 1092994"/>
                <a:gd name="connsiteX38" fmla="*/ 57150 w 178594"/>
                <a:gd name="connsiteY38" fmla="*/ 1035844 h 1092994"/>
                <a:gd name="connsiteX39" fmla="*/ 57150 w 178594"/>
                <a:gd name="connsiteY39" fmla="*/ 1014413 h 1092994"/>
                <a:gd name="connsiteX40" fmla="*/ 38100 w 178594"/>
                <a:gd name="connsiteY40" fmla="*/ 1004888 h 1092994"/>
                <a:gd name="connsiteX41" fmla="*/ 26194 w 178594"/>
                <a:gd name="connsiteY41" fmla="*/ 995363 h 1092994"/>
                <a:gd name="connsiteX42" fmla="*/ 33338 w 178594"/>
                <a:gd name="connsiteY42" fmla="*/ 959644 h 1092994"/>
                <a:gd name="connsiteX43" fmla="*/ 45244 w 178594"/>
                <a:gd name="connsiteY43" fmla="*/ 900113 h 1092994"/>
                <a:gd name="connsiteX44" fmla="*/ 57150 w 178594"/>
                <a:gd name="connsiteY44" fmla="*/ 871538 h 1092994"/>
                <a:gd name="connsiteX45" fmla="*/ 76200 w 178594"/>
                <a:gd name="connsiteY45" fmla="*/ 802481 h 1092994"/>
                <a:gd name="connsiteX46" fmla="*/ 66675 w 178594"/>
                <a:gd name="connsiteY46" fmla="*/ 790575 h 1092994"/>
                <a:gd name="connsiteX47" fmla="*/ 69057 w 178594"/>
                <a:gd name="connsiteY47" fmla="*/ 776288 h 1092994"/>
                <a:gd name="connsiteX48" fmla="*/ 61913 w 178594"/>
                <a:gd name="connsiteY48" fmla="*/ 754856 h 1092994"/>
                <a:gd name="connsiteX49" fmla="*/ 57150 w 178594"/>
                <a:gd name="connsiteY49" fmla="*/ 714375 h 1092994"/>
                <a:gd name="connsiteX50" fmla="*/ 64294 w 178594"/>
                <a:gd name="connsiteY50" fmla="*/ 683419 h 1092994"/>
                <a:gd name="connsiteX51" fmla="*/ 64294 w 178594"/>
                <a:gd name="connsiteY51" fmla="*/ 647700 h 1092994"/>
                <a:gd name="connsiteX52" fmla="*/ 69057 w 178594"/>
                <a:gd name="connsiteY52" fmla="*/ 614363 h 1092994"/>
                <a:gd name="connsiteX53" fmla="*/ 80963 w 178594"/>
                <a:gd name="connsiteY53" fmla="*/ 583406 h 1092994"/>
                <a:gd name="connsiteX54" fmla="*/ 80963 w 178594"/>
                <a:gd name="connsiteY54" fmla="*/ 526256 h 1092994"/>
                <a:gd name="connsiteX55" fmla="*/ 95250 w 178594"/>
                <a:gd name="connsiteY55" fmla="*/ 500063 h 1092994"/>
                <a:gd name="connsiteX56" fmla="*/ 102394 w 178594"/>
                <a:gd name="connsiteY56" fmla="*/ 476250 h 1092994"/>
                <a:gd name="connsiteX57" fmla="*/ 111919 w 178594"/>
                <a:gd name="connsiteY57" fmla="*/ 435769 h 1092994"/>
                <a:gd name="connsiteX58" fmla="*/ 111919 w 178594"/>
                <a:gd name="connsiteY58" fmla="*/ 404813 h 1092994"/>
                <a:gd name="connsiteX59" fmla="*/ 97632 w 178594"/>
                <a:gd name="connsiteY59" fmla="*/ 383381 h 1092994"/>
                <a:gd name="connsiteX60" fmla="*/ 107157 w 178594"/>
                <a:gd name="connsiteY60" fmla="*/ 350044 h 1092994"/>
                <a:gd name="connsiteX61" fmla="*/ 121444 w 178594"/>
                <a:gd name="connsiteY61" fmla="*/ 285750 h 1092994"/>
                <a:gd name="connsiteX62" fmla="*/ 140494 w 178594"/>
                <a:gd name="connsiteY62" fmla="*/ 252413 h 1092994"/>
                <a:gd name="connsiteX63" fmla="*/ 152400 w 178594"/>
                <a:gd name="connsiteY63" fmla="*/ 223838 h 1092994"/>
                <a:gd name="connsiteX64" fmla="*/ 152400 w 178594"/>
                <a:gd name="connsiteY64" fmla="*/ 178594 h 1092994"/>
                <a:gd name="connsiteX65" fmla="*/ 173832 w 178594"/>
                <a:gd name="connsiteY65" fmla="*/ 154781 h 1092994"/>
                <a:gd name="connsiteX66" fmla="*/ 178594 w 178594"/>
                <a:gd name="connsiteY66" fmla="*/ 130969 h 1092994"/>
                <a:gd name="connsiteX67" fmla="*/ 166688 w 178594"/>
                <a:gd name="connsiteY67" fmla="*/ 126206 h 1092994"/>
                <a:gd name="connsiteX68" fmla="*/ 145257 w 178594"/>
                <a:gd name="connsiteY68" fmla="*/ 66675 h 1092994"/>
                <a:gd name="connsiteX69" fmla="*/ 147638 w 178594"/>
                <a:gd name="connsiteY69" fmla="*/ 38100 h 1092994"/>
                <a:gd name="connsiteX70" fmla="*/ 126207 w 178594"/>
                <a:gd name="connsiteY70" fmla="*/ 16669 h 1092994"/>
                <a:gd name="connsiteX71" fmla="*/ 104775 w 178594"/>
                <a:gd name="connsiteY71" fmla="*/ 0 h 1092994"/>
                <a:gd name="connsiteX0" fmla="*/ 104775 w 178594"/>
                <a:gd name="connsiteY0" fmla="*/ 2381 h 1095375"/>
                <a:gd name="connsiteX1" fmla="*/ 107157 w 178594"/>
                <a:gd name="connsiteY1" fmla="*/ 123825 h 1095375"/>
                <a:gd name="connsiteX2" fmla="*/ 97632 w 178594"/>
                <a:gd name="connsiteY2" fmla="*/ 211931 h 1095375"/>
                <a:gd name="connsiteX3" fmla="*/ 88107 w 178594"/>
                <a:gd name="connsiteY3" fmla="*/ 283369 h 1095375"/>
                <a:gd name="connsiteX4" fmla="*/ 78582 w 178594"/>
                <a:gd name="connsiteY4" fmla="*/ 297656 h 1095375"/>
                <a:gd name="connsiteX5" fmla="*/ 76200 w 178594"/>
                <a:gd name="connsiteY5" fmla="*/ 342900 h 1095375"/>
                <a:gd name="connsiteX6" fmla="*/ 69057 w 178594"/>
                <a:gd name="connsiteY6" fmla="*/ 371475 h 1095375"/>
                <a:gd name="connsiteX7" fmla="*/ 71438 w 178594"/>
                <a:gd name="connsiteY7" fmla="*/ 426244 h 1095375"/>
                <a:gd name="connsiteX8" fmla="*/ 45244 w 178594"/>
                <a:gd name="connsiteY8" fmla="*/ 535781 h 1095375"/>
                <a:gd name="connsiteX9" fmla="*/ 11907 w 178594"/>
                <a:gd name="connsiteY9" fmla="*/ 554831 h 1095375"/>
                <a:gd name="connsiteX10" fmla="*/ 26194 w 178594"/>
                <a:gd name="connsiteY10" fmla="*/ 600075 h 1095375"/>
                <a:gd name="connsiteX11" fmla="*/ 28575 w 178594"/>
                <a:gd name="connsiteY11" fmla="*/ 631031 h 1095375"/>
                <a:gd name="connsiteX12" fmla="*/ 23813 w 178594"/>
                <a:gd name="connsiteY12" fmla="*/ 685800 h 1095375"/>
                <a:gd name="connsiteX13" fmla="*/ 40482 w 178594"/>
                <a:gd name="connsiteY13" fmla="*/ 685800 h 1095375"/>
                <a:gd name="connsiteX14" fmla="*/ 52388 w 178594"/>
                <a:gd name="connsiteY14" fmla="*/ 695325 h 1095375"/>
                <a:gd name="connsiteX15" fmla="*/ 40482 w 178594"/>
                <a:gd name="connsiteY15" fmla="*/ 731044 h 1095375"/>
                <a:gd name="connsiteX16" fmla="*/ 38100 w 178594"/>
                <a:gd name="connsiteY16" fmla="*/ 771525 h 1095375"/>
                <a:gd name="connsiteX17" fmla="*/ 35719 w 178594"/>
                <a:gd name="connsiteY17" fmla="*/ 814387 h 1095375"/>
                <a:gd name="connsiteX18" fmla="*/ 23813 w 178594"/>
                <a:gd name="connsiteY18" fmla="*/ 852487 h 1095375"/>
                <a:gd name="connsiteX19" fmla="*/ 23813 w 178594"/>
                <a:gd name="connsiteY19" fmla="*/ 852487 h 1095375"/>
                <a:gd name="connsiteX20" fmla="*/ 14288 w 178594"/>
                <a:gd name="connsiteY20" fmla="*/ 888206 h 1095375"/>
                <a:gd name="connsiteX21" fmla="*/ 23813 w 178594"/>
                <a:gd name="connsiteY21" fmla="*/ 912019 h 1095375"/>
                <a:gd name="connsiteX22" fmla="*/ 9525 w 178594"/>
                <a:gd name="connsiteY22" fmla="*/ 914400 h 1095375"/>
                <a:gd name="connsiteX23" fmla="*/ 16669 w 178594"/>
                <a:gd name="connsiteY23" fmla="*/ 928687 h 1095375"/>
                <a:gd name="connsiteX24" fmla="*/ 0 w 178594"/>
                <a:gd name="connsiteY24" fmla="*/ 950119 h 1095375"/>
                <a:gd name="connsiteX25" fmla="*/ 19050 w 178594"/>
                <a:gd name="connsiteY25" fmla="*/ 952500 h 1095375"/>
                <a:gd name="connsiteX26" fmla="*/ 7144 w 178594"/>
                <a:gd name="connsiteY26" fmla="*/ 992981 h 1095375"/>
                <a:gd name="connsiteX27" fmla="*/ 16669 w 178594"/>
                <a:gd name="connsiteY27" fmla="*/ 1002506 h 1095375"/>
                <a:gd name="connsiteX28" fmla="*/ 23813 w 178594"/>
                <a:gd name="connsiteY28" fmla="*/ 1023937 h 1095375"/>
                <a:gd name="connsiteX29" fmla="*/ 16669 w 178594"/>
                <a:gd name="connsiteY29" fmla="*/ 1045369 h 1095375"/>
                <a:gd name="connsiteX30" fmla="*/ 33338 w 178594"/>
                <a:gd name="connsiteY30" fmla="*/ 1045369 h 1095375"/>
                <a:gd name="connsiteX31" fmla="*/ 47625 w 178594"/>
                <a:gd name="connsiteY31" fmla="*/ 1045369 h 1095375"/>
                <a:gd name="connsiteX32" fmla="*/ 57150 w 178594"/>
                <a:gd name="connsiteY32" fmla="*/ 1076325 h 1095375"/>
                <a:gd name="connsiteX33" fmla="*/ 85725 w 178594"/>
                <a:gd name="connsiteY33" fmla="*/ 1088231 h 1095375"/>
                <a:gd name="connsiteX34" fmla="*/ 102394 w 178594"/>
                <a:gd name="connsiteY34" fmla="*/ 1095375 h 1095375"/>
                <a:gd name="connsiteX35" fmla="*/ 123825 w 178594"/>
                <a:gd name="connsiteY35" fmla="*/ 1069181 h 1095375"/>
                <a:gd name="connsiteX36" fmla="*/ 92869 w 178594"/>
                <a:gd name="connsiteY36" fmla="*/ 1062037 h 1095375"/>
                <a:gd name="connsiteX37" fmla="*/ 76200 w 178594"/>
                <a:gd name="connsiteY37" fmla="*/ 1062037 h 1095375"/>
                <a:gd name="connsiteX38" fmla="*/ 57150 w 178594"/>
                <a:gd name="connsiteY38" fmla="*/ 1038225 h 1095375"/>
                <a:gd name="connsiteX39" fmla="*/ 57150 w 178594"/>
                <a:gd name="connsiteY39" fmla="*/ 1016794 h 1095375"/>
                <a:gd name="connsiteX40" fmla="*/ 38100 w 178594"/>
                <a:gd name="connsiteY40" fmla="*/ 1007269 h 1095375"/>
                <a:gd name="connsiteX41" fmla="*/ 26194 w 178594"/>
                <a:gd name="connsiteY41" fmla="*/ 997744 h 1095375"/>
                <a:gd name="connsiteX42" fmla="*/ 33338 w 178594"/>
                <a:gd name="connsiteY42" fmla="*/ 962025 h 1095375"/>
                <a:gd name="connsiteX43" fmla="*/ 45244 w 178594"/>
                <a:gd name="connsiteY43" fmla="*/ 902494 h 1095375"/>
                <a:gd name="connsiteX44" fmla="*/ 57150 w 178594"/>
                <a:gd name="connsiteY44" fmla="*/ 873919 h 1095375"/>
                <a:gd name="connsiteX45" fmla="*/ 76200 w 178594"/>
                <a:gd name="connsiteY45" fmla="*/ 804862 h 1095375"/>
                <a:gd name="connsiteX46" fmla="*/ 66675 w 178594"/>
                <a:gd name="connsiteY46" fmla="*/ 792956 h 1095375"/>
                <a:gd name="connsiteX47" fmla="*/ 69057 w 178594"/>
                <a:gd name="connsiteY47" fmla="*/ 778669 h 1095375"/>
                <a:gd name="connsiteX48" fmla="*/ 61913 w 178594"/>
                <a:gd name="connsiteY48" fmla="*/ 757237 h 1095375"/>
                <a:gd name="connsiteX49" fmla="*/ 57150 w 178594"/>
                <a:gd name="connsiteY49" fmla="*/ 716756 h 1095375"/>
                <a:gd name="connsiteX50" fmla="*/ 64294 w 178594"/>
                <a:gd name="connsiteY50" fmla="*/ 685800 h 1095375"/>
                <a:gd name="connsiteX51" fmla="*/ 64294 w 178594"/>
                <a:gd name="connsiteY51" fmla="*/ 650081 h 1095375"/>
                <a:gd name="connsiteX52" fmla="*/ 69057 w 178594"/>
                <a:gd name="connsiteY52" fmla="*/ 616744 h 1095375"/>
                <a:gd name="connsiteX53" fmla="*/ 80963 w 178594"/>
                <a:gd name="connsiteY53" fmla="*/ 585787 h 1095375"/>
                <a:gd name="connsiteX54" fmla="*/ 80963 w 178594"/>
                <a:gd name="connsiteY54" fmla="*/ 528637 h 1095375"/>
                <a:gd name="connsiteX55" fmla="*/ 95250 w 178594"/>
                <a:gd name="connsiteY55" fmla="*/ 502444 h 1095375"/>
                <a:gd name="connsiteX56" fmla="*/ 102394 w 178594"/>
                <a:gd name="connsiteY56" fmla="*/ 478631 h 1095375"/>
                <a:gd name="connsiteX57" fmla="*/ 111919 w 178594"/>
                <a:gd name="connsiteY57" fmla="*/ 438150 h 1095375"/>
                <a:gd name="connsiteX58" fmla="*/ 111919 w 178594"/>
                <a:gd name="connsiteY58" fmla="*/ 407194 h 1095375"/>
                <a:gd name="connsiteX59" fmla="*/ 97632 w 178594"/>
                <a:gd name="connsiteY59" fmla="*/ 385762 h 1095375"/>
                <a:gd name="connsiteX60" fmla="*/ 107157 w 178594"/>
                <a:gd name="connsiteY60" fmla="*/ 352425 h 1095375"/>
                <a:gd name="connsiteX61" fmla="*/ 121444 w 178594"/>
                <a:gd name="connsiteY61" fmla="*/ 288131 h 1095375"/>
                <a:gd name="connsiteX62" fmla="*/ 140494 w 178594"/>
                <a:gd name="connsiteY62" fmla="*/ 254794 h 1095375"/>
                <a:gd name="connsiteX63" fmla="*/ 152400 w 178594"/>
                <a:gd name="connsiteY63" fmla="*/ 226219 h 1095375"/>
                <a:gd name="connsiteX64" fmla="*/ 152400 w 178594"/>
                <a:gd name="connsiteY64" fmla="*/ 180975 h 1095375"/>
                <a:gd name="connsiteX65" fmla="*/ 173832 w 178594"/>
                <a:gd name="connsiteY65" fmla="*/ 157162 h 1095375"/>
                <a:gd name="connsiteX66" fmla="*/ 178594 w 178594"/>
                <a:gd name="connsiteY66" fmla="*/ 133350 h 1095375"/>
                <a:gd name="connsiteX67" fmla="*/ 166688 w 178594"/>
                <a:gd name="connsiteY67" fmla="*/ 128587 h 1095375"/>
                <a:gd name="connsiteX68" fmla="*/ 145257 w 178594"/>
                <a:gd name="connsiteY68" fmla="*/ 69056 h 1095375"/>
                <a:gd name="connsiteX69" fmla="*/ 147638 w 178594"/>
                <a:gd name="connsiteY69" fmla="*/ 40481 h 1095375"/>
                <a:gd name="connsiteX70" fmla="*/ 130969 w 178594"/>
                <a:gd name="connsiteY70" fmla="*/ 0 h 1095375"/>
                <a:gd name="connsiteX71" fmla="*/ 104775 w 178594"/>
                <a:gd name="connsiteY71" fmla="*/ 2381 h 10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78594" h="1095375">
                  <a:moveTo>
                    <a:pt x="104775" y="2381"/>
                  </a:moveTo>
                  <a:lnTo>
                    <a:pt x="107157" y="123825"/>
                  </a:lnTo>
                  <a:lnTo>
                    <a:pt x="97632" y="211931"/>
                  </a:lnTo>
                  <a:lnTo>
                    <a:pt x="88107" y="283369"/>
                  </a:lnTo>
                  <a:lnTo>
                    <a:pt x="78582" y="297656"/>
                  </a:lnTo>
                  <a:lnTo>
                    <a:pt x="76200" y="342900"/>
                  </a:lnTo>
                  <a:lnTo>
                    <a:pt x="69057" y="371475"/>
                  </a:lnTo>
                  <a:cubicBezTo>
                    <a:pt x="69851" y="389731"/>
                    <a:pt x="70644" y="407988"/>
                    <a:pt x="71438" y="426244"/>
                  </a:cubicBezTo>
                  <a:lnTo>
                    <a:pt x="45244" y="535781"/>
                  </a:lnTo>
                  <a:lnTo>
                    <a:pt x="11907" y="554831"/>
                  </a:lnTo>
                  <a:lnTo>
                    <a:pt x="26194" y="600075"/>
                  </a:lnTo>
                  <a:lnTo>
                    <a:pt x="28575" y="631031"/>
                  </a:lnTo>
                  <a:lnTo>
                    <a:pt x="23813" y="685800"/>
                  </a:lnTo>
                  <a:lnTo>
                    <a:pt x="40482" y="685800"/>
                  </a:lnTo>
                  <a:lnTo>
                    <a:pt x="52388" y="695325"/>
                  </a:lnTo>
                  <a:lnTo>
                    <a:pt x="40482" y="731044"/>
                  </a:lnTo>
                  <a:lnTo>
                    <a:pt x="38100" y="771525"/>
                  </a:lnTo>
                  <a:lnTo>
                    <a:pt x="35719" y="814387"/>
                  </a:lnTo>
                  <a:lnTo>
                    <a:pt x="23813" y="852487"/>
                  </a:lnTo>
                  <a:lnTo>
                    <a:pt x="23813" y="852487"/>
                  </a:lnTo>
                  <a:lnTo>
                    <a:pt x="14288" y="888206"/>
                  </a:lnTo>
                  <a:lnTo>
                    <a:pt x="23813" y="912019"/>
                  </a:lnTo>
                  <a:lnTo>
                    <a:pt x="9525" y="914400"/>
                  </a:lnTo>
                  <a:lnTo>
                    <a:pt x="16669" y="928687"/>
                  </a:lnTo>
                  <a:lnTo>
                    <a:pt x="0" y="950119"/>
                  </a:lnTo>
                  <a:lnTo>
                    <a:pt x="19050" y="952500"/>
                  </a:lnTo>
                  <a:lnTo>
                    <a:pt x="7144" y="992981"/>
                  </a:lnTo>
                  <a:lnTo>
                    <a:pt x="16669" y="1002506"/>
                  </a:lnTo>
                  <a:lnTo>
                    <a:pt x="23813" y="1023937"/>
                  </a:lnTo>
                  <a:lnTo>
                    <a:pt x="16669" y="1045369"/>
                  </a:lnTo>
                  <a:lnTo>
                    <a:pt x="33338" y="1045369"/>
                  </a:lnTo>
                  <a:lnTo>
                    <a:pt x="47625" y="1045369"/>
                  </a:lnTo>
                  <a:lnTo>
                    <a:pt x="57150" y="1076325"/>
                  </a:lnTo>
                  <a:lnTo>
                    <a:pt x="85725" y="1088231"/>
                  </a:lnTo>
                  <a:lnTo>
                    <a:pt x="102394" y="1095375"/>
                  </a:lnTo>
                  <a:lnTo>
                    <a:pt x="123825" y="1069181"/>
                  </a:lnTo>
                  <a:lnTo>
                    <a:pt x="92869" y="1062037"/>
                  </a:lnTo>
                  <a:lnTo>
                    <a:pt x="76200" y="1062037"/>
                  </a:lnTo>
                  <a:lnTo>
                    <a:pt x="57150" y="1038225"/>
                  </a:lnTo>
                  <a:lnTo>
                    <a:pt x="57150" y="1016794"/>
                  </a:lnTo>
                  <a:lnTo>
                    <a:pt x="38100" y="1007269"/>
                  </a:lnTo>
                  <a:lnTo>
                    <a:pt x="26194" y="997744"/>
                  </a:lnTo>
                  <a:lnTo>
                    <a:pt x="33338" y="962025"/>
                  </a:lnTo>
                  <a:lnTo>
                    <a:pt x="45244" y="902494"/>
                  </a:lnTo>
                  <a:lnTo>
                    <a:pt x="57150" y="873919"/>
                  </a:lnTo>
                  <a:lnTo>
                    <a:pt x="76200" y="804862"/>
                  </a:lnTo>
                  <a:lnTo>
                    <a:pt x="66675" y="792956"/>
                  </a:lnTo>
                  <a:lnTo>
                    <a:pt x="69057" y="778669"/>
                  </a:lnTo>
                  <a:lnTo>
                    <a:pt x="61913" y="757237"/>
                  </a:lnTo>
                  <a:lnTo>
                    <a:pt x="57150" y="716756"/>
                  </a:lnTo>
                  <a:lnTo>
                    <a:pt x="64294" y="685800"/>
                  </a:lnTo>
                  <a:lnTo>
                    <a:pt x="64294" y="650081"/>
                  </a:lnTo>
                  <a:lnTo>
                    <a:pt x="69057" y="616744"/>
                  </a:lnTo>
                  <a:lnTo>
                    <a:pt x="80963" y="585787"/>
                  </a:lnTo>
                  <a:lnTo>
                    <a:pt x="80963" y="528637"/>
                  </a:lnTo>
                  <a:lnTo>
                    <a:pt x="95250" y="502444"/>
                  </a:lnTo>
                  <a:lnTo>
                    <a:pt x="102394" y="478631"/>
                  </a:lnTo>
                  <a:lnTo>
                    <a:pt x="111919" y="438150"/>
                  </a:lnTo>
                  <a:lnTo>
                    <a:pt x="111919" y="407194"/>
                  </a:lnTo>
                  <a:lnTo>
                    <a:pt x="97632" y="385762"/>
                  </a:lnTo>
                  <a:lnTo>
                    <a:pt x="107157" y="352425"/>
                  </a:lnTo>
                  <a:lnTo>
                    <a:pt x="121444" y="288131"/>
                  </a:lnTo>
                  <a:lnTo>
                    <a:pt x="140494" y="254794"/>
                  </a:lnTo>
                  <a:lnTo>
                    <a:pt x="152400" y="226219"/>
                  </a:lnTo>
                  <a:lnTo>
                    <a:pt x="152400" y="180975"/>
                  </a:lnTo>
                  <a:lnTo>
                    <a:pt x="173832" y="157162"/>
                  </a:lnTo>
                  <a:lnTo>
                    <a:pt x="178594" y="133350"/>
                  </a:lnTo>
                  <a:lnTo>
                    <a:pt x="166688" y="128587"/>
                  </a:lnTo>
                  <a:lnTo>
                    <a:pt x="145257" y="69056"/>
                  </a:lnTo>
                  <a:lnTo>
                    <a:pt x="147638" y="40481"/>
                  </a:lnTo>
                  <a:lnTo>
                    <a:pt x="130969" y="0"/>
                  </a:lnTo>
                  <a:lnTo>
                    <a:pt x="104775" y="2381"/>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38" name="Freeform: Shape 1042">
              <a:extLst>
                <a:ext uri="{FF2B5EF4-FFF2-40B4-BE49-F238E27FC236}">
                  <a16:creationId xmlns:a16="http://schemas.microsoft.com/office/drawing/2014/main" id="{F434136A-442D-4FA1-A344-44B5300E6CEC}"/>
                </a:ext>
              </a:extLst>
            </p:cNvPr>
            <p:cNvSpPr/>
            <p:nvPr/>
          </p:nvSpPr>
          <p:spPr bwMode="auto">
            <a:xfrm>
              <a:off x="2724150" y="5176838"/>
              <a:ext cx="226219" cy="219075"/>
            </a:xfrm>
            <a:custGeom>
              <a:avLst/>
              <a:gdLst>
                <a:gd name="connsiteX0" fmla="*/ 0 w 226219"/>
                <a:gd name="connsiteY0" fmla="*/ 78581 h 219075"/>
                <a:gd name="connsiteX1" fmla="*/ 50006 w 226219"/>
                <a:gd name="connsiteY1" fmla="*/ 116681 h 219075"/>
                <a:gd name="connsiteX2" fmla="*/ 52388 w 226219"/>
                <a:gd name="connsiteY2" fmla="*/ 135731 h 219075"/>
                <a:gd name="connsiteX3" fmla="*/ 78581 w 226219"/>
                <a:gd name="connsiteY3" fmla="*/ 140493 h 219075"/>
                <a:gd name="connsiteX4" fmla="*/ 126206 w 226219"/>
                <a:gd name="connsiteY4" fmla="*/ 166687 h 219075"/>
                <a:gd name="connsiteX5" fmla="*/ 116681 w 226219"/>
                <a:gd name="connsiteY5" fmla="*/ 214312 h 219075"/>
                <a:gd name="connsiteX6" fmla="*/ 159544 w 226219"/>
                <a:gd name="connsiteY6" fmla="*/ 219075 h 219075"/>
                <a:gd name="connsiteX7" fmla="*/ 185738 w 226219"/>
                <a:gd name="connsiteY7" fmla="*/ 219075 h 219075"/>
                <a:gd name="connsiteX8" fmla="*/ 214313 w 226219"/>
                <a:gd name="connsiteY8" fmla="*/ 185737 h 219075"/>
                <a:gd name="connsiteX9" fmla="*/ 226219 w 226219"/>
                <a:gd name="connsiteY9" fmla="*/ 164306 h 219075"/>
                <a:gd name="connsiteX10" fmla="*/ 204788 w 226219"/>
                <a:gd name="connsiteY10" fmla="*/ 126206 h 219075"/>
                <a:gd name="connsiteX11" fmla="*/ 171450 w 226219"/>
                <a:gd name="connsiteY11" fmla="*/ 76200 h 219075"/>
                <a:gd name="connsiteX12" fmla="*/ 147638 w 226219"/>
                <a:gd name="connsiteY12" fmla="*/ 76200 h 219075"/>
                <a:gd name="connsiteX13" fmla="*/ 138113 w 226219"/>
                <a:gd name="connsiteY13" fmla="*/ 66675 h 219075"/>
                <a:gd name="connsiteX14" fmla="*/ 126206 w 226219"/>
                <a:gd name="connsiteY14" fmla="*/ 16668 h 219075"/>
                <a:gd name="connsiteX15" fmla="*/ 88106 w 226219"/>
                <a:gd name="connsiteY15" fmla="*/ 0 h 219075"/>
                <a:gd name="connsiteX16" fmla="*/ 40481 w 226219"/>
                <a:gd name="connsiteY16" fmla="*/ 0 h 219075"/>
                <a:gd name="connsiteX17" fmla="*/ 28575 w 226219"/>
                <a:gd name="connsiteY17" fmla="*/ 19050 h 219075"/>
                <a:gd name="connsiteX18" fmla="*/ 0 w 226219"/>
                <a:gd name="connsiteY18" fmla="*/ 78581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219" h="219075">
                  <a:moveTo>
                    <a:pt x="0" y="78581"/>
                  </a:moveTo>
                  <a:lnTo>
                    <a:pt x="50006" y="116681"/>
                  </a:lnTo>
                  <a:lnTo>
                    <a:pt x="52388" y="135731"/>
                  </a:lnTo>
                  <a:lnTo>
                    <a:pt x="78581" y="140493"/>
                  </a:lnTo>
                  <a:lnTo>
                    <a:pt x="126206" y="166687"/>
                  </a:lnTo>
                  <a:lnTo>
                    <a:pt x="116681" y="214312"/>
                  </a:lnTo>
                  <a:lnTo>
                    <a:pt x="159544" y="219075"/>
                  </a:lnTo>
                  <a:lnTo>
                    <a:pt x="185738" y="219075"/>
                  </a:lnTo>
                  <a:lnTo>
                    <a:pt x="214313" y="185737"/>
                  </a:lnTo>
                  <a:lnTo>
                    <a:pt x="226219" y="164306"/>
                  </a:lnTo>
                  <a:lnTo>
                    <a:pt x="204788" y="126206"/>
                  </a:lnTo>
                  <a:lnTo>
                    <a:pt x="171450" y="76200"/>
                  </a:lnTo>
                  <a:lnTo>
                    <a:pt x="147638" y="76200"/>
                  </a:lnTo>
                  <a:lnTo>
                    <a:pt x="138113" y="66675"/>
                  </a:lnTo>
                  <a:lnTo>
                    <a:pt x="126206" y="16668"/>
                  </a:lnTo>
                  <a:lnTo>
                    <a:pt x="88106" y="0"/>
                  </a:lnTo>
                  <a:lnTo>
                    <a:pt x="40481" y="0"/>
                  </a:lnTo>
                  <a:lnTo>
                    <a:pt x="28575" y="19050"/>
                  </a:lnTo>
                  <a:lnTo>
                    <a:pt x="0" y="78581"/>
                  </a:lnTo>
                  <a:close/>
                </a:path>
              </a:pathLst>
            </a:custGeom>
            <a:solidFill>
              <a:srgbClr val="FF000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39" name="Freeform: Shape 1043">
              <a:extLst>
                <a:ext uri="{FF2B5EF4-FFF2-40B4-BE49-F238E27FC236}">
                  <a16:creationId xmlns:a16="http://schemas.microsoft.com/office/drawing/2014/main" id="{D0E9F6F1-22E0-43BE-A158-7DFD04714E3B}"/>
                </a:ext>
              </a:extLst>
            </p:cNvPr>
            <p:cNvSpPr/>
            <p:nvPr/>
          </p:nvSpPr>
          <p:spPr bwMode="auto">
            <a:xfrm>
              <a:off x="2847975" y="5472113"/>
              <a:ext cx="109538" cy="135731"/>
            </a:xfrm>
            <a:custGeom>
              <a:avLst/>
              <a:gdLst>
                <a:gd name="connsiteX0" fmla="*/ 23813 w 109538"/>
                <a:gd name="connsiteY0" fmla="*/ 0 h 135731"/>
                <a:gd name="connsiteX1" fmla="*/ 0 w 109538"/>
                <a:gd name="connsiteY1" fmla="*/ 100012 h 135731"/>
                <a:gd name="connsiteX2" fmla="*/ 0 w 109538"/>
                <a:gd name="connsiteY2" fmla="*/ 123825 h 135731"/>
                <a:gd name="connsiteX3" fmla="*/ 35719 w 109538"/>
                <a:gd name="connsiteY3" fmla="*/ 135731 h 135731"/>
                <a:gd name="connsiteX4" fmla="*/ 85725 w 109538"/>
                <a:gd name="connsiteY4" fmla="*/ 135731 h 135731"/>
                <a:gd name="connsiteX5" fmla="*/ 100013 w 109538"/>
                <a:gd name="connsiteY5" fmla="*/ 119062 h 135731"/>
                <a:gd name="connsiteX6" fmla="*/ 109538 w 109538"/>
                <a:gd name="connsiteY6" fmla="*/ 73818 h 135731"/>
                <a:gd name="connsiteX7" fmla="*/ 85725 w 109538"/>
                <a:gd name="connsiteY7" fmla="*/ 21431 h 135731"/>
                <a:gd name="connsiteX8" fmla="*/ 23813 w 109538"/>
                <a:gd name="connsiteY8" fmla="*/ 0 h 135731"/>
                <a:gd name="connsiteX0" fmla="*/ 23813 w 109538"/>
                <a:gd name="connsiteY0" fmla="*/ 0 h 135731"/>
                <a:gd name="connsiteX1" fmla="*/ 0 w 109538"/>
                <a:gd name="connsiteY1" fmla="*/ 100012 h 135731"/>
                <a:gd name="connsiteX2" fmla="*/ 0 w 109538"/>
                <a:gd name="connsiteY2" fmla="*/ 123825 h 135731"/>
                <a:gd name="connsiteX3" fmla="*/ 35719 w 109538"/>
                <a:gd name="connsiteY3" fmla="*/ 135731 h 135731"/>
                <a:gd name="connsiteX4" fmla="*/ 85725 w 109538"/>
                <a:gd name="connsiteY4" fmla="*/ 135731 h 135731"/>
                <a:gd name="connsiteX5" fmla="*/ 100013 w 109538"/>
                <a:gd name="connsiteY5" fmla="*/ 119062 h 135731"/>
                <a:gd name="connsiteX6" fmla="*/ 109538 w 109538"/>
                <a:gd name="connsiteY6" fmla="*/ 73818 h 135731"/>
                <a:gd name="connsiteX7" fmla="*/ 85725 w 109538"/>
                <a:gd name="connsiteY7" fmla="*/ 21431 h 135731"/>
                <a:gd name="connsiteX8" fmla="*/ 54769 w 109538"/>
                <a:gd name="connsiteY8" fmla="*/ 7143 h 135731"/>
                <a:gd name="connsiteX9" fmla="*/ 23813 w 109538"/>
                <a:gd name="connsiteY9" fmla="*/ 0 h 135731"/>
                <a:gd name="connsiteX0" fmla="*/ 23813 w 109538"/>
                <a:gd name="connsiteY0" fmla="*/ 0 h 135731"/>
                <a:gd name="connsiteX1" fmla="*/ 0 w 109538"/>
                <a:gd name="connsiteY1" fmla="*/ 100012 h 135731"/>
                <a:gd name="connsiteX2" fmla="*/ 0 w 109538"/>
                <a:gd name="connsiteY2" fmla="*/ 123825 h 135731"/>
                <a:gd name="connsiteX3" fmla="*/ 35719 w 109538"/>
                <a:gd name="connsiteY3" fmla="*/ 135731 h 135731"/>
                <a:gd name="connsiteX4" fmla="*/ 85725 w 109538"/>
                <a:gd name="connsiteY4" fmla="*/ 135731 h 135731"/>
                <a:gd name="connsiteX5" fmla="*/ 100013 w 109538"/>
                <a:gd name="connsiteY5" fmla="*/ 119062 h 135731"/>
                <a:gd name="connsiteX6" fmla="*/ 109538 w 109538"/>
                <a:gd name="connsiteY6" fmla="*/ 73818 h 135731"/>
                <a:gd name="connsiteX7" fmla="*/ 85725 w 109538"/>
                <a:gd name="connsiteY7" fmla="*/ 21431 h 135731"/>
                <a:gd name="connsiteX8" fmla="*/ 54769 w 109538"/>
                <a:gd name="connsiteY8" fmla="*/ 21430 h 135731"/>
                <a:gd name="connsiteX9" fmla="*/ 23813 w 109538"/>
                <a:gd name="connsiteY9" fmla="*/ 0 h 135731"/>
                <a:gd name="connsiteX0" fmla="*/ 23813 w 109538"/>
                <a:gd name="connsiteY0" fmla="*/ 0 h 135731"/>
                <a:gd name="connsiteX1" fmla="*/ 14288 w 109538"/>
                <a:gd name="connsiteY1" fmla="*/ 28575 h 135731"/>
                <a:gd name="connsiteX2" fmla="*/ 0 w 109538"/>
                <a:gd name="connsiteY2" fmla="*/ 100012 h 135731"/>
                <a:gd name="connsiteX3" fmla="*/ 0 w 109538"/>
                <a:gd name="connsiteY3" fmla="*/ 123825 h 135731"/>
                <a:gd name="connsiteX4" fmla="*/ 35719 w 109538"/>
                <a:gd name="connsiteY4" fmla="*/ 135731 h 135731"/>
                <a:gd name="connsiteX5" fmla="*/ 85725 w 109538"/>
                <a:gd name="connsiteY5" fmla="*/ 135731 h 135731"/>
                <a:gd name="connsiteX6" fmla="*/ 100013 w 109538"/>
                <a:gd name="connsiteY6" fmla="*/ 119062 h 135731"/>
                <a:gd name="connsiteX7" fmla="*/ 109538 w 109538"/>
                <a:gd name="connsiteY7" fmla="*/ 73818 h 135731"/>
                <a:gd name="connsiteX8" fmla="*/ 85725 w 109538"/>
                <a:gd name="connsiteY8" fmla="*/ 21431 h 135731"/>
                <a:gd name="connsiteX9" fmla="*/ 54769 w 109538"/>
                <a:gd name="connsiteY9" fmla="*/ 21430 h 135731"/>
                <a:gd name="connsiteX10" fmla="*/ 23813 w 109538"/>
                <a:gd name="connsiteY10" fmla="*/ 0 h 135731"/>
                <a:gd name="connsiteX0" fmla="*/ 23813 w 109538"/>
                <a:gd name="connsiteY0" fmla="*/ 0 h 135731"/>
                <a:gd name="connsiteX1" fmla="*/ 4763 w 109538"/>
                <a:gd name="connsiteY1" fmla="*/ 26194 h 135731"/>
                <a:gd name="connsiteX2" fmla="*/ 0 w 109538"/>
                <a:gd name="connsiteY2" fmla="*/ 100012 h 135731"/>
                <a:gd name="connsiteX3" fmla="*/ 0 w 109538"/>
                <a:gd name="connsiteY3" fmla="*/ 123825 h 135731"/>
                <a:gd name="connsiteX4" fmla="*/ 35719 w 109538"/>
                <a:gd name="connsiteY4" fmla="*/ 135731 h 135731"/>
                <a:gd name="connsiteX5" fmla="*/ 85725 w 109538"/>
                <a:gd name="connsiteY5" fmla="*/ 135731 h 135731"/>
                <a:gd name="connsiteX6" fmla="*/ 100013 w 109538"/>
                <a:gd name="connsiteY6" fmla="*/ 119062 h 135731"/>
                <a:gd name="connsiteX7" fmla="*/ 109538 w 109538"/>
                <a:gd name="connsiteY7" fmla="*/ 73818 h 135731"/>
                <a:gd name="connsiteX8" fmla="*/ 85725 w 109538"/>
                <a:gd name="connsiteY8" fmla="*/ 21431 h 135731"/>
                <a:gd name="connsiteX9" fmla="*/ 54769 w 109538"/>
                <a:gd name="connsiteY9" fmla="*/ 21430 h 135731"/>
                <a:gd name="connsiteX10" fmla="*/ 23813 w 109538"/>
                <a:gd name="connsiteY10" fmla="*/ 0 h 135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9538" h="135731">
                  <a:moveTo>
                    <a:pt x="23813" y="0"/>
                  </a:moveTo>
                  <a:lnTo>
                    <a:pt x="4763" y="26194"/>
                  </a:lnTo>
                  <a:lnTo>
                    <a:pt x="0" y="100012"/>
                  </a:lnTo>
                  <a:lnTo>
                    <a:pt x="0" y="123825"/>
                  </a:lnTo>
                  <a:lnTo>
                    <a:pt x="35719" y="135731"/>
                  </a:lnTo>
                  <a:lnTo>
                    <a:pt x="85725" y="135731"/>
                  </a:lnTo>
                  <a:lnTo>
                    <a:pt x="100013" y="119062"/>
                  </a:lnTo>
                  <a:lnTo>
                    <a:pt x="109538" y="73818"/>
                  </a:lnTo>
                  <a:lnTo>
                    <a:pt x="85725" y="21431"/>
                  </a:lnTo>
                  <a:lnTo>
                    <a:pt x="54769" y="21430"/>
                  </a:lnTo>
                  <a:lnTo>
                    <a:pt x="23813" y="0"/>
                  </a:lnTo>
                  <a:close/>
                </a:path>
              </a:pathLst>
            </a:custGeom>
            <a:solidFill>
              <a:srgbClr val="00B0F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dirty="0">
                <a:solidFill>
                  <a:srgbClr val="00B0F0"/>
                </a:solidFill>
                <a:latin typeface="Myriad Pro"/>
                <a:ea typeface="MS PGothic" panose="020B0600070205080204" pitchFamily="34" charset="-128"/>
              </a:endParaRPr>
            </a:p>
          </p:txBody>
        </p:sp>
        <p:sp>
          <p:nvSpPr>
            <p:cNvPr id="340" name="Freeform: Shape 1044">
              <a:extLst>
                <a:ext uri="{FF2B5EF4-FFF2-40B4-BE49-F238E27FC236}">
                  <a16:creationId xmlns:a16="http://schemas.microsoft.com/office/drawing/2014/main" id="{C5BD304B-BAC6-4AB1-BBE1-16EC3F0EC144}"/>
                </a:ext>
              </a:extLst>
            </p:cNvPr>
            <p:cNvSpPr/>
            <p:nvPr/>
          </p:nvSpPr>
          <p:spPr bwMode="auto">
            <a:xfrm>
              <a:off x="2471738" y="5250656"/>
              <a:ext cx="481012" cy="957263"/>
            </a:xfrm>
            <a:custGeom>
              <a:avLst/>
              <a:gdLst>
                <a:gd name="connsiteX0" fmla="*/ 395287 w 481012"/>
                <a:gd name="connsiteY0" fmla="*/ 214313 h 957263"/>
                <a:gd name="connsiteX1" fmla="*/ 481012 w 481012"/>
                <a:gd name="connsiteY1" fmla="*/ 140494 h 957263"/>
                <a:gd name="connsiteX2" fmla="*/ 481012 w 481012"/>
                <a:gd name="connsiteY2" fmla="*/ 100013 h 957263"/>
                <a:gd name="connsiteX3" fmla="*/ 435768 w 481012"/>
                <a:gd name="connsiteY3" fmla="*/ 140494 h 957263"/>
                <a:gd name="connsiteX4" fmla="*/ 364331 w 481012"/>
                <a:gd name="connsiteY4" fmla="*/ 140494 h 957263"/>
                <a:gd name="connsiteX5" fmla="*/ 385762 w 481012"/>
                <a:gd name="connsiteY5" fmla="*/ 92869 h 957263"/>
                <a:gd name="connsiteX6" fmla="*/ 328612 w 481012"/>
                <a:gd name="connsiteY6" fmla="*/ 71438 h 957263"/>
                <a:gd name="connsiteX7" fmla="*/ 304800 w 481012"/>
                <a:gd name="connsiteY7" fmla="*/ 61913 h 957263"/>
                <a:gd name="connsiteX8" fmla="*/ 304800 w 481012"/>
                <a:gd name="connsiteY8" fmla="*/ 42863 h 957263"/>
                <a:gd name="connsiteX9" fmla="*/ 247650 w 481012"/>
                <a:gd name="connsiteY9" fmla="*/ 2382 h 957263"/>
                <a:gd name="connsiteX10" fmla="*/ 195262 w 481012"/>
                <a:gd name="connsiteY10" fmla="*/ 16669 h 957263"/>
                <a:gd name="connsiteX11" fmla="*/ 178593 w 481012"/>
                <a:gd name="connsiteY11" fmla="*/ 0 h 957263"/>
                <a:gd name="connsiteX12" fmla="*/ 145256 w 481012"/>
                <a:gd name="connsiteY12" fmla="*/ 23813 h 957263"/>
                <a:gd name="connsiteX13" fmla="*/ 145256 w 481012"/>
                <a:gd name="connsiteY13" fmla="*/ 47625 h 957263"/>
                <a:gd name="connsiteX14" fmla="*/ 119062 w 481012"/>
                <a:gd name="connsiteY14" fmla="*/ 69057 h 957263"/>
                <a:gd name="connsiteX15" fmla="*/ 126206 w 481012"/>
                <a:gd name="connsiteY15" fmla="*/ 123825 h 957263"/>
                <a:gd name="connsiteX16" fmla="*/ 85725 w 481012"/>
                <a:gd name="connsiteY16" fmla="*/ 202407 h 957263"/>
                <a:gd name="connsiteX17" fmla="*/ 69056 w 481012"/>
                <a:gd name="connsiteY17" fmla="*/ 278607 h 957263"/>
                <a:gd name="connsiteX18" fmla="*/ 78581 w 481012"/>
                <a:gd name="connsiteY18" fmla="*/ 304800 h 957263"/>
                <a:gd name="connsiteX19" fmla="*/ 83343 w 481012"/>
                <a:gd name="connsiteY19" fmla="*/ 347663 h 957263"/>
                <a:gd name="connsiteX20" fmla="*/ 66675 w 481012"/>
                <a:gd name="connsiteY20" fmla="*/ 383382 h 957263"/>
                <a:gd name="connsiteX21" fmla="*/ 50006 w 481012"/>
                <a:gd name="connsiteY21" fmla="*/ 423863 h 957263"/>
                <a:gd name="connsiteX22" fmla="*/ 50006 w 481012"/>
                <a:gd name="connsiteY22" fmla="*/ 471488 h 957263"/>
                <a:gd name="connsiteX23" fmla="*/ 40481 w 481012"/>
                <a:gd name="connsiteY23" fmla="*/ 504825 h 957263"/>
                <a:gd name="connsiteX24" fmla="*/ 33337 w 481012"/>
                <a:gd name="connsiteY24" fmla="*/ 542925 h 957263"/>
                <a:gd name="connsiteX25" fmla="*/ 33337 w 481012"/>
                <a:gd name="connsiteY25" fmla="*/ 590550 h 957263"/>
                <a:gd name="connsiteX26" fmla="*/ 26193 w 481012"/>
                <a:gd name="connsiteY26" fmla="*/ 626269 h 957263"/>
                <a:gd name="connsiteX27" fmla="*/ 40481 w 481012"/>
                <a:gd name="connsiteY27" fmla="*/ 671513 h 957263"/>
                <a:gd name="connsiteX28" fmla="*/ 40481 w 481012"/>
                <a:gd name="connsiteY28" fmla="*/ 683419 h 957263"/>
                <a:gd name="connsiteX29" fmla="*/ 45243 w 481012"/>
                <a:gd name="connsiteY29" fmla="*/ 704850 h 957263"/>
                <a:gd name="connsiteX30" fmla="*/ 11906 w 481012"/>
                <a:gd name="connsiteY30" fmla="*/ 795338 h 957263"/>
                <a:gd name="connsiteX31" fmla="*/ 0 w 481012"/>
                <a:gd name="connsiteY31" fmla="*/ 895350 h 957263"/>
                <a:gd name="connsiteX32" fmla="*/ 23812 w 481012"/>
                <a:gd name="connsiteY32" fmla="*/ 912019 h 957263"/>
                <a:gd name="connsiteX33" fmla="*/ 28575 w 481012"/>
                <a:gd name="connsiteY33" fmla="*/ 933450 h 957263"/>
                <a:gd name="connsiteX34" fmla="*/ 45243 w 481012"/>
                <a:gd name="connsiteY34" fmla="*/ 947738 h 957263"/>
                <a:gd name="connsiteX35" fmla="*/ 95250 w 481012"/>
                <a:gd name="connsiteY35" fmla="*/ 957263 h 957263"/>
                <a:gd name="connsiteX36" fmla="*/ 104775 w 481012"/>
                <a:gd name="connsiteY36" fmla="*/ 954882 h 957263"/>
                <a:gd name="connsiteX37" fmla="*/ 95250 w 481012"/>
                <a:gd name="connsiteY37" fmla="*/ 926307 h 957263"/>
                <a:gd name="connsiteX38" fmla="*/ 92868 w 481012"/>
                <a:gd name="connsiteY38" fmla="*/ 904875 h 957263"/>
                <a:gd name="connsiteX39" fmla="*/ 111918 w 481012"/>
                <a:gd name="connsiteY39" fmla="*/ 878682 h 957263"/>
                <a:gd name="connsiteX40" fmla="*/ 176212 w 481012"/>
                <a:gd name="connsiteY40" fmla="*/ 800100 h 957263"/>
                <a:gd name="connsiteX41" fmla="*/ 178593 w 481012"/>
                <a:gd name="connsiteY41" fmla="*/ 776288 h 957263"/>
                <a:gd name="connsiteX42" fmla="*/ 159543 w 481012"/>
                <a:gd name="connsiteY42" fmla="*/ 762000 h 957263"/>
                <a:gd name="connsiteX43" fmla="*/ 147637 w 481012"/>
                <a:gd name="connsiteY43" fmla="*/ 750094 h 957263"/>
                <a:gd name="connsiteX44" fmla="*/ 135731 w 481012"/>
                <a:gd name="connsiteY44" fmla="*/ 738188 h 957263"/>
                <a:gd name="connsiteX45" fmla="*/ 140493 w 481012"/>
                <a:gd name="connsiteY45" fmla="*/ 709613 h 957263"/>
                <a:gd name="connsiteX46" fmla="*/ 157162 w 481012"/>
                <a:gd name="connsiteY46" fmla="*/ 692944 h 957263"/>
                <a:gd name="connsiteX47" fmla="*/ 180975 w 481012"/>
                <a:gd name="connsiteY47" fmla="*/ 690563 h 957263"/>
                <a:gd name="connsiteX48" fmla="*/ 197643 w 481012"/>
                <a:gd name="connsiteY48" fmla="*/ 642938 h 957263"/>
                <a:gd name="connsiteX49" fmla="*/ 207168 w 481012"/>
                <a:gd name="connsiteY49" fmla="*/ 616744 h 957263"/>
                <a:gd name="connsiteX50" fmla="*/ 207168 w 481012"/>
                <a:gd name="connsiteY50" fmla="*/ 590550 h 957263"/>
                <a:gd name="connsiteX51" fmla="*/ 192881 w 481012"/>
                <a:gd name="connsiteY51" fmla="*/ 573882 h 957263"/>
                <a:gd name="connsiteX52" fmla="*/ 192881 w 481012"/>
                <a:gd name="connsiteY52" fmla="*/ 547688 h 957263"/>
                <a:gd name="connsiteX53" fmla="*/ 202406 w 481012"/>
                <a:gd name="connsiteY53" fmla="*/ 540544 h 957263"/>
                <a:gd name="connsiteX54" fmla="*/ 240506 w 481012"/>
                <a:gd name="connsiteY54" fmla="*/ 557213 h 957263"/>
                <a:gd name="connsiteX55" fmla="*/ 254793 w 481012"/>
                <a:gd name="connsiteY55" fmla="*/ 552450 h 957263"/>
                <a:gd name="connsiteX56" fmla="*/ 261937 w 481012"/>
                <a:gd name="connsiteY56" fmla="*/ 538163 h 957263"/>
                <a:gd name="connsiteX57" fmla="*/ 266700 w 481012"/>
                <a:gd name="connsiteY57" fmla="*/ 511969 h 957263"/>
                <a:gd name="connsiteX58" fmla="*/ 266700 w 481012"/>
                <a:gd name="connsiteY58" fmla="*/ 490538 h 957263"/>
                <a:gd name="connsiteX59" fmla="*/ 292893 w 481012"/>
                <a:gd name="connsiteY59" fmla="*/ 488157 h 957263"/>
                <a:gd name="connsiteX60" fmla="*/ 350043 w 481012"/>
                <a:gd name="connsiteY60" fmla="*/ 483394 h 957263"/>
                <a:gd name="connsiteX61" fmla="*/ 390525 w 481012"/>
                <a:gd name="connsiteY61" fmla="*/ 450057 h 957263"/>
                <a:gd name="connsiteX62" fmla="*/ 400050 w 481012"/>
                <a:gd name="connsiteY62" fmla="*/ 431007 h 957263"/>
                <a:gd name="connsiteX63" fmla="*/ 397668 w 481012"/>
                <a:gd name="connsiteY63" fmla="*/ 409575 h 957263"/>
                <a:gd name="connsiteX64" fmla="*/ 390525 w 481012"/>
                <a:gd name="connsiteY64" fmla="*/ 388144 h 957263"/>
                <a:gd name="connsiteX65" fmla="*/ 390525 w 481012"/>
                <a:gd name="connsiteY65" fmla="*/ 371475 h 957263"/>
                <a:gd name="connsiteX66" fmla="*/ 371475 w 481012"/>
                <a:gd name="connsiteY66" fmla="*/ 359569 h 957263"/>
                <a:gd name="connsiteX67" fmla="*/ 357187 w 481012"/>
                <a:gd name="connsiteY67" fmla="*/ 340519 h 957263"/>
                <a:gd name="connsiteX68" fmla="*/ 371475 w 481012"/>
                <a:gd name="connsiteY68" fmla="*/ 328613 h 957263"/>
                <a:gd name="connsiteX69" fmla="*/ 395287 w 481012"/>
                <a:gd name="connsiteY69" fmla="*/ 214313 h 95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1012" h="957263">
                  <a:moveTo>
                    <a:pt x="395287" y="214313"/>
                  </a:moveTo>
                  <a:lnTo>
                    <a:pt x="481012" y="140494"/>
                  </a:lnTo>
                  <a:lnTo>
                    <a:pt x="481012" y="100013"/>
                  </a:lnTo>
                  <a:lnTo>
                    <a:pt x="435768" y="140494"/>
                  </a:lnTo>
                  <a:lnTo>
                    <a:pt x="364331" y="140494"/>
                  </a:lnTo>
                  <a:lnTo>
                    <a:pt x="385762" y="92869"/>
                  </a:lnTo>
                  <a:lnTo>
                    <a:pt x="328612" y="71438"/>
                  </a:lnTo>
                  <a:lnTo>
                    <a:pt x="304800" y="61913"/>
                  </a:lnTo>
                  <a:lnTo>
                    <a:pt x="304800" y="42863"/>
                  </a:lnTo>
                  <a:lnTo>
                    <a:pt x="247650" y="2382"/>
                  </a:lnTo>
                  <a:lnTo>
                    <a:pt x="195262" y="16669"/>
                  </a:lnTo>
                  <a:lnTo>
                    <a:pt x="178593" y="0"/>
                  </a:lnTo>
                  <a:lnTo>
                    <a:pt x="145256" y="23813"/>
                  </a:lnTo>
                  <a:lnTo>
                    <a:pt x="145256" y="47625"/>
                  </a:lnTo>
                  <a:lnTo>
                    <a:pt x="119062" y="69057"/>
                  </a:lnTo>
                  <a:lnTo>
                    <a:pt x="126206" y="123825"/>
                  </a:lnTo>
                  <a:lnTo>
                    <a:pt x="85725" y="202407"/>
                  </a:lnTo>
                  <a:lnTo>
                    <a:pt x="69056" y="278607"/>
                  </a:lnTo>
                  <a:lnTo>
                    <a:pt x="78581" y="304800"/>
                  </a:lnTo>
                  <a:lnTo>
                    <a:pt x="83343" y="347663"/>
                  </a:lnTo>
                  <a:lnTo>
                    <a:pt x="66675" y="383382"/>
                  </a:lnTo>
                  <a:lnTo>
                    <a:pt x="50006" y="423863"/>
                  </a:lnTo>
                  <a:lnTo>
                    <a:pt x="50006" y="471488"/>
                  </a:lnTo>
                  <a:lnTo>
                    <a:pt x="40481" y="504825"/>
                  </a:lnTo>
                  <a:lnTo>
                    <a:pt x="33337" y="542925"/>
                  </a:lnTo>
                  <a:lnTo>
                    <a:pt x="33337" y="590550"/>
                  </a:lnTo>
                  <a:lnTo>
                    <a:pt x="26193" y="626269"/>
                  </a:lnTo>
                  <a:lnTo>
                    <a:pt x="40481" y="671513"/>
                  </a:lnTo>
                  <a:lnTo>
                    <a:pt x="40481" y="683419"/>
                  </a:lnTo>
                  <a:lnTo>
                    <a:pt x="45243" y="704850"/>
                  </a:lnTo>
                  <a:lnTo>
                    <a:pt x="11906" y="795338"/>
                  </a:lnTo>
                  <a:lnTo>
                    <a:pt x="0" y="895350"/>
                  </a:lnTo>
                  <a:lnTo>
                    <a:pt x="23812" y="912019"/>
                  </a:lnTo>
                  <a:lnTo>
                    <a:pt x="28575" y="933450"/>
                  </a:lnTo>
                  <a:lnTo>
                    <a:pt x="45243" y="947738"/>
                  </a:lnTo>
                  <a:lnTo>
                    <a:pt x="95250" y="957263"/>
                  </a:lnTo>
                  <a:lnTo>
                    <a:pt x="104775" y="954882"/>
                  </a:lnTo>
                  <a:lnTo>
                    <a:pt x="95250" y="926307"/>
                  </a:lnTo>
                  <a:lnTo>
                    <a:pt x="92868" y="904875"/>
                  </a:lnTo>
                  <a:lnTo>
                    <a:pt x="111918" y="878682"/>
                  </a:lnTo>
                  <a:lnTo>
                    <a:pt x="176212" y="800100"/>
                  </a:lnTo>
                  <a:lnTo>
                    <a:pt x="178593" y="776288"/>
                  </a:lnTo>
                  <a:lnTo>
                    <a:pt x="159543" y="762000"/>
                  </a:lnTo>
                  <a:lnTo>
                    <a:pt x="147637" y="750094"/>
                  </a:lnTo>
                  <a:lnTo>
                    <a:pt x="135731" y="738188"/>
                  </a:lnTo>
                  <a:lnTo>
                    <a:pt x="140493" y="709613"/>
                  </a:lnTo>
                  <a:lnTo>
                    <a:pt x="157162" y="692944"/>
                  </a:lnTo>
                  <a:lnTo>
                    <a:pt x="180975" y="690563"/>
                  </a:lnTo>
                  <a:lnTo>
                    <a:pt x="197643" y="642938"/>
                  </a:lnTo>
                  <a:lnTo>
                    <a:pt x="207168" y="616744"/>
                  </a:lnTo>
                  <a:lnTo>
                    <a:pt x="207168" y="590550"/>
                  </a:lnTo>
                  <a:lnTo>
                    <a:pt x="192881" y="573882"/>
                  </a:lnTo>
                  <a:lnTo>
                    <a:pt x="192881" y="547688"/>
                  </a:lnTo>
                  <a:lnTo>
                    <a:pt x="202406" y="540544"/>
                  </a:lnTo>
                  <a:lnTo>
                    <a:pt x="240506" y="557213"/>
                  </a:lnTo>
                  <a:lnTo>
                    <a:pt x="254793" y="552450"/>
                  </a:lnTo>
                  <a:lnTo>
                    <a:pt x="261937" y="538163"/>
                  </a:lnTo>
                  <a:lnTo>
                    <a:pt x="266700" y="511969"/>
                  </a:lnTo>
                  <a:lnTo>
                    <a:pt x="266700" y="490538"/>
                  </a:lnTo>
                  <a:lnTo>
                    <a:pt x="292893" y="488157"/>
                  </a:lnTo>
                  <a:lnTo>
                    <a:pt x="350043" y="483394"/>
                  </a:lnTo>
                  <a:lnTo>
                    <a:pt x="390525" y="450057"/>
                  </a:lnTo>
                  <a:lnTo>
                    <a:pt x="400050" y="431007"/>
                  </a:lnTo>
                  <a:lnTo>
                    <a:pt x="397668" y="409575"/>
                  </a:lnTo>
                  <a:lnTo>
                    <a:pt x="390525" y="388144"/>
                  </a:lnTo>
                  <a:lnTo>
                    <a:pt x="390525" y="371475"/>
                  </a:lnTo>
                  <a:lnTo>
                    <a:pt x="371475" y="359569"/>
                  </a:lnTo>
                  <a:lnTo>
                    <a:pt x="357187" y="340519"/>
                  </a:lnTo>
                  <a:lnTo>
                    <a:pt x="371475" y="328613"/>
                  </a:lnTo>
                  <a:lnTo>
                    <a:pt x="395287" y="214313"/>
                  </a:lnTo>
                  <a:close/>
                </a:path>
              </a:pathLst>
            </a:custGeom>
            <a:solidFill>
              <a:srgbClr val="00B0F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41" name="Freeform: Shape 1045">
              <a:extLst>
                <a:ext uri="{FF2B5EF4-FFF2-40B4-BE49-F238E27FC236}">
                  <a16:creationId xmlns:a16="http://schemas.microsoft.com/office/drawing/2014/main" id="{F2E97865-E34E-49D4-A776-36EBFF2FB6D8}"/>
                </a:ext>
              </a:extLst>
            </p:cNvPr>
            <p:cNvSpPr/>
            <p:nvPr/>
          </p:nvSpPr>
          <p:spPr bwMode="auto">
            <a:xfrm>
              <a:off x="2576513" y="6236494"/>
              <a:ext cx="95250" cy="88106"/>
            </a:xfrm>
            <a:custGeom>
              <a:avLst/>
              <a:gdLst>
                <a:gd name="connsiteX0" fmla="*/ 0 w 95250"/>
                <a:gd name="connsiteY0" fmla="*/ 0 h 88106"/>
                <a:gd name="connsiteX1" fmla="*/ 16668 w 95250"/>
                <a:gd name="connsiteY1" fmla="*/ 88106 h 88106"/>
                <a:gd name="connsiteX2" fmla="*/ 45243 w 95250"/>
                <a:gd name="connsiteY2" fmla="*/ 85725 h 88106"/>
                <a:gd name="connsiteX3" fmla="*/ 95250 w 95250"/>
                <a:gd name="connsiteY3" fmla="*/ 88106 h 88106"/>
                <a:gd name="connsiteX4" fmla="*/ 50006 w 95250"/>
                <a:gd name="connsiteY4" fmla="*/ 54769 h 88106"/>
                <a:gd name="connsiteX5" fmla="*/ 0 w 95250"/>
                <a:gd name="connsiteY5" fmla="*/ 0 h 8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 h="88106">
                  <a:moveTo>
                    <a:pt x="0" y="0"/>
                  </a:moveTo>
                  <a:lnTo>
                    <a:pt x="16668" y="88106"/>
                  </a:lnTo>
                  <a:lnTo>
                    <a:pt x="45243" y="85725"/>
                  </a:lnTo>
                  <a:lnTo>
                    <a:pt x="95250" y="88106"/>
                  </a:lnTo>
                  <a:lnTo>
                    <a:pt x="50006" y="54769"/>
                  </a:lnTo>
                  <a:lnTo>
                    <a:pt x="0" y="0"/>
                  </a:lnTo>
                  <a:close/>
                </a:path>
              </a:pathLst>
            </a:custGeom>
            <a:solidFill>
              <a:srgbClr val="00B0F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42" name="Freeform: Shape 1046">
              <a:extLst>
                <a:ext uri="{FF2B5EF4-FFF2-40B4-BE49-F238E27FC236}">
                  <a16:creationId xmlns:a16="http://schemas.microsoft.com/office/drawing/2014/main" id="{8677554D-2D0E-4CFE-A2A9-FD415FAC4F86}"/>
                </a:ext>
              </a:extLst>
            </p:cNvPr>
            <p:cNvSpPr/>
            <p:nvPr/>
          </p:nvSpPr>
          <p:spPr bwMode="auto">
            <a:xfrm>
              <a:off x="2519363" y="6238875"/>
              <a:ext cx="71437" cy="95250"/>
            </a:xfrm>
            <a:custGeom>
              <a:avLst/>
              <a:gdLst>
                <a:gd name="connsiteX0" fmla="*/ 61912 w 71437"/>
                <a:gd name="connsiteY0" fmla="*/ 0 h 95250"/>
                <a:gd name="connsiteX1" fmla="*/ 71437 w 71437"/>
                <a:gd name="connsiteY1" fmla="*/ 92869 h 95250"/>
                <a:gd name="connsiteX2" fmla="*/ 47625 w 71437"/>
                <a:gd name="connsiteY2" fmla="*/ 95250 h 95250"/>
                <a:gd name="connsiteX3" fmla="*/ 0 w 71437"/>
                <a:gd name="connsiteY3" fmla="*/ 71438 h 95250"/>
                <a:gd name="connsiteX4" fmla="*/ 38100 w 71437"/>
                <a:gd name="connsiteY4" fmla="*/ 64294 h 95250"/>
                <a:gd name="connsiteX5" fmla="*/ 50006 w 71437"/>
                <a:gd name="connsiteY5" fmla="*/ 50006 h 95250"/>
                <a:gd name="connsiteX6" fmla="*/ 61912 w 71437"/>
                <a:gd name="connsiteY6" fmla="*/ 0 h 95250"/>
                <a:gd name="connsiteX0" fmla="*/ 61912 w 71437"/>
                <a:gd name="connsiteY0" fmla="*/ 0 h 95250"/>
                <a:gd name="connsiteX1" fmla="*/ 71437 w 71437"/>
                <a:gd name="connsiteY1" fmla="*/ 92869 h 95250"/>
                <a:gd name="connsiteX2" fmla="*/ 47625 w 71437"/>
                <a:gd name="connsiteY2" fmla="*/ 95250 h 95250"/>
                <a:gd name="connsiteX3" fmla="*/ 0 w 71437"/>
                <a:gd name="connsiteY3" fmla="*/ 71438 h 95250"/>
                <a:gd name="connsiteX4" fmla="*/ 38100 w 71437"/>
                <a:gd name="connsiteY4" fmla="*/ 64294 h 95250"/>
                <a:gd name="connsiteX5" fmla="*/ 38100 w 71437"/>
                <a:gd name="connsiteY5" fmla="*/ 35719 h 95250"/>
                <a:gd name="connsiteX6" fmla="*/ 61912 w 71437"/>
                <a:gd name="connsiteY6" fmla="*/ 0 h 95250"/>
                <a:gd name="connsiteX0" fmla="*/ 61912 w 71437"/>
                <a:gd name="connsiteY0" fmla="*/ 0 h 95250"/>
                <a:gd name="connsiteX1" fmla="*/ 47625 w 71437"/>
                <a:gd name="connsiteY1" fmla="*/ 14288 h 95250"/>
                <a:gd name="connsiteX2" fmla="*/ 71437 w 71437"/>
                <a:gd name="connsiteY2" fmla="*/ 92869 h 95250"/>
                <a:gd name="connsiteX3" fmla="*/ 47625 w 71437"/>
                <a:gd name="connsiteY3" fmla="*/ 95250 h 95250"/>
                <a:gd name="connsiteX4" fmla="*/ 0 w 71437"/>
                <a:gd name="connsiteY4" fmla="*/ 71438 h 95250"/>
                <a:gd name="connsiteX5" fmla="*/ 38100 w 71437"/>
                <a:gd name="connsiteY5" fmla="*/ 64294 h 95250"/>
                <a:gd name="connsiteX6" fmla="*/ 38100 w 71437"/>
                <a:gd name="connsiteY6" fmla="*/ 35719 h 95250"/>
                <a:gd name="connsiteX7" fmla="*/ 61912 w 71437"/>
                <a:gd name="connsiteY7" fmla="*/ 0 h 95250"/>
                <a:gd name="connsiteX0" fmla="*/ 61912 w 71437"/>
                <a:gd name="connsiteY0" fmla="*/ 0 h 95250"/>
                <a:gd name="connsiteX1" fmla="*/ 47625 w 71437"/>
                <a:gd name="connsiteY1" fmla="*/ 14288 h 95250"/>
                <a:gd name="connsiteX2" fmla="*/ 71437 w 71437"/>
                <a:gd name="connsiteY2" fmla="*/ 92869 h 95250"/>
                <a:gd name="connsiteX3" fmla="*/ 47625 w 71437"/>
                <a:gd name="connsiteY3" fmla="*/ 95250 h 95250"/>
                <a:gd name="connsiteX4" fmla="*/ 0 w 71437"/>
                <a:gd name="connsiteY4" fmla="*/ 71438 h 95250"/>
                <a:gd name="connsiteX5" fmla="*/ 38100 w 71437"/>
                <a:gd name="connsiteY5" fmla="*/ 64294 h 95250"/>
                <a:gd name="connsiteX6" fmla="*/ 16669 w 71437"/>
                <a:gd name="connsiteY6" fmla="*/ 11907 h 95250"/>
                <a:gd name="connsiteX7" fmla="*/ 61912 w 71437"/>
                <a:gd name="connsiteY7" fmla="*/ 0 h 95250"/>
                <a:gd name="connsiteX0" fmla="*/ 61912 w 71437"/>
                <a:gd name="connsiteY0" fmla="*/ 0 h 95250"/>
                <a:gd name="connsiteX1" fmla="*/ 59531 w 71437"/>
                <a:gd name="connsiteY1" fmla="*/ 30956 h 95250"/>
                <a:gd name="connsiteX2" fmla="*/ 71437 w 71437"/>
                <a:gd name="connsiteY2" fmla="*/ 92869 h 95250"/>
                <a:gd name="connsiteX3" fmla="*/ 47625 w 71437"/>
                <a:gd name="connsiteY3" fmla="*/ 95250 h 95250"/>
                <a:gd name="connsiteX4" fmla="*/ 0 w 71437"/>
                <a:gd name="connsiteY4" fmla="*/ 71438 h 95250"/>
                <a:gd name="connsiteX5" fmla="*/ 38100 w 71437"/>
                <a:gd name="connsiteY5" fmla="*/ 64294 h 95250"/>
                <a:gd name="connsiteX6" fmla="*/ 16669 w 71437"/>
                <a:gd name="connsiteY6" fmla="*/ 11907 h 95250"/>
                <a:gd name="connsiteX7" fmla="*/ 61912 w 71437"/>
                <a:gd name="connsiteY7" fmla="*/ 0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 h="95250">
                  <a:moveTo>
                    <a:pt x="61912" y="0"/>
                  </a:moveTo>
                  <a:lnTo>
                    <a:pt x="59531" y="30956"/>
                  </a:lnTo>
                  <a:lnTo>
                    <a:pt x="71437" y="92869"/>
                  </a:lnTo>
                  <a:lnTo>
                    <a:pt x="47625" y="95250"/>
                  </a:lnTo>
                  <a:lnTo>
                    <a:pt x="0" y="71438"/>
                  </a:lnTo>
                  <a:lnTo>
                    <a:pt x="38100" y="64294"/>
                  </a:lnTo>
                  <a:lnTo>
                    <a:pt x="16669" y="11907"/>
                  </a:lnTo>
                  <a:lnTo>
                    <a:pt x="61912" y="0"/>
                  </a:lnTo>
                  <a:close/>
                </a:path>
              </a:pathLst>
            </a:custGeom>
            <a:solidFill>
              <a:srgbClr val="00B0F0"/>
            </a:solidFill>
            <a:ln w="9525" cap="flat" cmpd="sng" algn="ctr">
              <a:solidFill>
                <a:srgbClr val="FFFFFF">
                  <a:lumMod val="50000"/>
                </a:srgbClr>
              </a:solidFill>
              <a:prstDash val="solid"/>
              <a:round/>
              <a:headEnd type="none" w="med" len="med"/>
              <a:tailEnd type="none" w="med" len="med"/>
            </a:ln>
            <a:effectLst/>
          </p:spPr>
          <p:txBody>
            <a:bodyPr rot="0" spcFirstLastPara="0" vertOverflow="overflow" horzOverflow="overflow" vert="horz" wrap="none" lIns="96724" tIns="48362" rIns="96724" bIns="48362" numCol="1" spcCol="0" rtlCol="0" fromWordArt="0" anchor="t" anchorCtr="0" forceAA="0" compatLnSpc="1">
              <a:prstTxWarp prst="textNoShape">
                <a:avLst/>
              </a:prstTxWarp>
              <a:noAutofit/>
            </a:bodyPr>
            <a:lstStyle/>
            <a:p>
              <a:pPr algn="ctr" defTabSz="967252" fontAlgn="base">
                <a:spcBef>
                  <a:spcPct val="1500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43" name="Freeform: Shape 1047">
              <a:extLst>
                <a:ext uri="{FF2B5EF4-FFF2-40B4-BE49-F238E27FC236}">
                  <a16:creationId xmlns:a16="http://schemas.microsoft.com/office/drawing/2014/main" id="{391AE1D2-DDAD-492C-AF5C-EFE4CF96482D}"/>
                </a:ext>
              </a:extLst>
            </p:cNvPr>
            <p:cNvSpPr/>
            <p:nvPr/>
          </p:nvSpPr>
          <p:spPr bwMode="auto">
            <a:xfrm>
              <a:off x="3688556" y="2474119"/>
              <a:ext cx="257175" cy="178594"/>
            </a:xfrm>
            <a:custGeom>
              <a:avLst/>
              <a:gdLst>
                <a:gd name="connsiteX0" fmla="*/ 76200 w 257175"/>
                <a:gd name="connsiteY0" fmla="*/ 150019 h 178594"/>
                <a:gd name="connsiteX1" fmla="*/ 140494 w 257175"/>
                <a:gd name="connsiteY1" fmla="*/ 178594 h 178594"/>
                <a:gd name="connsiteX2" fmla="*/ 164307 w 257175"/>
                <a:gd name="connsiteY2" fmla="*/ 154781 h 178594"/>
                <a:gd name="connsiteX3" fmla="*/ 204788 w 257175"/>
                <a:gd name="connsiteY3" fmla="*/ 130969 h 178594"/>
                <a:gd name="connsiteX4" fmla="*/ 242888 w 257175"/>
                <a:gd name="connsiteY4" fmla="*/ 121444 h 178594"/>
                <a:gd name="connsiteX5" fmla="*/ 247650 w 257175"/>
                <a:gd name="connsiteY5" fmla="*/ 95250 h 178594"/>
                <a:gd name="connsiteX6" fmla="*/ 257175 w 257175"/>
                <a:gd name="connsiteY6" fmla="*/ 71437 h 178594"/>
                <a:gd name="connsiteX7" fmla="*/ 252413 w 257175"/>
                <a:gd name="connsiteY7" fmla="*/ 57150 h 178594"/>
                <a:gd name="connsiteX8" fmla="*/ 235744 w 257175"/>
                <a:gd name="connsiteY8" fmla="*/ 54769 h 178594"/>
                <a:gd name="connsiteX9" fmla="*/ 221457 w 257175"/>
                <a:gd name="connsiteY9" fmla="*/ 33337 h 178594"/>
                <a:gd name="connsiteX10" fmla="*/ 197644 w 257175"/>
                <a:gd name="connsiteY10" fmla="*/ 0 h 178594"/>
                <a:gd name="connsiteX11" fmla="*/ 192882 w 257175"/>
                <a:gd name="connsiteY11" fmla="*/ 26194 h 178594"/>
                <a:gd name="connsiteX12" fmla="*/ 178594 w 257175"/>
                <a:gd name="connsiteY12" fmla="*/ 26194 h 178594"/>
                <a:gd name="connsiteX13" fmla="*/ 166688 w 257175"/>
                <a:gd name="connsiteY13" fmla="*/ 35719 h 178594"/>
                <a:gd name="connsiteX14" fmla="*/ 147638 w 257175"/>
                <a:gd name="connsiteY14" fmla="*/ 26194 h 178594"/>
                <a:gd name="connsiteX15" fmla="*/ 157163 w 257175"/>
                <a:gd name="connsiteY15" fmla="*/ 57150 h 178594"/>
                <a:gd name="connsiteX16" fmla="*/ 133350 w 257175"/>
                <a:gd name="connsiteY16" fmla="*/ 30956 h 178594"/>
                <a:gd name="connsiteX17" fmla="*/ 126207 w 257175"/>
                <a:gd name="connsiteY17" fmla="*/ 50006 h 178594"/>
                <a:gd name="connsiteX18" fmla="*/ 100013 w 257175"/>
                <a:gd name="connsiteY18" fmla="*/ 28575 h 178594"/>
                <a:gd name="connsiteX19" fmla="*/ 90488 w 257175"/>
                <a:gd name="connsiteY19" fmla="*/ 61912 h 178594"/>
                <a:gd name="connsiteX20" fmla="*/ 78582 w 257175"/>
                <a:gd name="connsiteY20" fmla="*/ 83344 h 178594"/>
                <a:gd name="connsiteX21" fmla="*/ 64294 w 257175"/>
                <a:gd name="connsiteY21" fmla="*/ 57150 h 178594"/>
                <a:gd name="connsiteX22" fmla="*/ 66675 w 257175"/>
                <a:gd name="connsiteY22" fmla="*/ 35719 h 178594"/>
                <a:gd name="connsiteX23" fmla="*/ 47625 w 257175"/>
                <a:gd name="connsiteY23" fmla="*/ 16669 h 178594"/>
                <a:gd name="connsiteX24" fmla="*/ 40482 w 257175"/>
                <a:gd name="connsiteY24" fmla="*/ 35719 h 178594"/>
                <a:gd name="connsiteX25" fmla="*/ 19050 w 257175"/>
                <a:gd name="connsiteY25" fmla="*/ 30956 h 178594"/>
                <a:gd name="connsiteX26" fmla="*/ 0 w 257175"/>
                <a:gd name="connsiteY26" fmla="*/ 57150 h 178594"/>
                <a:gd name="connsiteX27" fmla="*/ 38100 w 257175"/>
                <a:gd name="connsiteY27" fmla="*/ 59531 h 178594"/>
                <a:gd name="connsiteX28" fmla="*/ 61913 w 257175"/>
                <a:gd name="connsiteY28" fmla="*/ 78581 h 178594"/>
                <a:gd name="connsiteX29" fmla="*/ 54769 w 257175"/>
                <a:gd name="connsiteY29" fmla="*/ 92869 h 178594"/>
                <a:gd name="connsiteX30" fmla="*/ 9525 w 257175"/>
                <a:gd name="connsiteY30" fmla="*/ 102394 h 178594"/>
                <a:gd name="connsiteX31" fmla="*/ 76200 w 257175"/>
                <a:gd name="connsiteY31" fmla="*/ 150019 h 178594"/>
                <a:gd name="connsiteX0" fmla="*/ 76200 w 257175"/>
                <a:gd name="connsiteY0" fmla="*/ 150019 h 178594"/>
                <a:gd name="connsiteX1" fmla="*/ 69057 w 257175"/>
                <a:gd name="connsiteY1" fmla="*/ 145256 h 178594"/>
                <a:gd name="connsiteX2" fmla="*/ 140494 w 257175"/>
                <a:gd name="connsiteY2" fmla="*/ 178594 h 178594"/>
                <a:gd name="connsiteX3" fmla="*/ 164307 w 257175"/>
                <a:gd name="connsiteY3" fmla="*/ 154781 h 178594"/>
                <a:gd name="connsiteX4" fmla="*/ 204788 w 257175"/>
                <a:gd name="connsiteY4" fmla="*/ 130969 h 178594"/>
                <a:gd name="connsiteX5" fmla="*/ 242888 w 257175"/>
                <a:gd name="connsiteY5" fmla="*/ 121444 h 178594"/>
                <a:gd name="connsiteX6" fmla="*/ 247650 w 257175"/>
                <a:gd name="connsiteY6" fmla="*/ 95250 h 178594"/>
                <a:gd name="connsiteX7" fmla="*/ 257175 w 257175"/>
                <a:gd name="connsiteY7" fmla="*/ 71437 h 178594"/>
                <a:gd name="connsiteX8" fmla="*/ 252413 w 257175"/>
                <a:gd name="connsiteY8" fmla="*/ 57150 h 178594"/>
                <a:gd name="connsiteX9" fmla="*/ 235744 w 257175"/>
                <a:gd name="connsiteY9" fmla="*/ 54769 h 178594"/>
                <a:gd name="connsiteX10" fmla="*/ 221457 w 257175"/>
                <a:gd name="connsiteY10" fmla="*/ 33337 h 178594"/>
                <a:gd name="connsiteX11" fmla="*/ 197644 w 257175"/>
                <a:gd name="connsiteY11" fmla="*/ 0 h 178594"/>
                <a:gd name="connsiteX12" fmla="*/ 192882 w 257175"/>
                <a:gd name="connsiteY12" fmla="*/ 26194 h 178594"/>
                <a:gd name="connsiteX13" fmla="*/ 178594 w 257175"/>
                <a:gd name="connsiteY13" fmla="*/ 26194 h 178594"/>
                <a:gd name="connsiteX14" fmla="*/ 166688 w 257175"/>
                <a:gd name="connsiteY14" fmla="*/ 35719 h 178594"/>
                <a:gd name="connsiteX15" fmla="*/ 147638 w 257175"/>
                <a:gd name="connsiteY15" fmla="*/ 26194 h 178594"/>
                <a:gd name="connsiteX16" fmla="*/ 157163 w 257175"/>
                <a:gd name="connsiteY16" fmla="*/ 57150 h 178594"/>
                <a:gd name="connsiteX17" fmla="*/ 133350 w 257175"/>
                <a:gd name="connsiteY17" fmla="*/ 30956 h 178594"/>
                <a:gd name="connsiteX18" fmla="*/ 126207 w 257175"/>
                <a:gd name="connsiteY18" fmla="*/ 50006 h 178594"/>
                <a:gd name="connsiteX19" fmla="*/ 100013 w 257175"/>
                <a:gd name="connsiteY19" fmla="*/ 28575 h 178594"/>
                <a:gd name="connsiteX20" fmla="*/ 90488 w 257175"/>
                <a:gd name="connsiteY20" fmla="*/ 61912 h 178594"/>
                <a:gd name="connsiteX21" fmla="*/ 78582 w 257175"/>
                <a:gd name="connsiteY21" fmla="*/ 83344 h 178594"/>
                <a:gd name="connsiteX22" fmla="*/ 64294 w 257175"/>
                <a:gd name="connsiteY22" fmla="*/ 57150 h 178594"/>
                <a:gd name="connsiteX23" fmla="*/ 66675 w 257175"/>
                <a:gd name="connsiteY23" fmla="*/ 35719 h 178594"/>
                <a:gd name="connsiteX24" fmla="*/ 47625 w 257175"/>
                <a:gd name="connsiteY24" fmla="*/ 16669 h 178594"/>
                <a:gd name="connsiteX25" fmla="*/ 40482 w 257175"/>
                <a:gd name="connsiteY25" fmla="*/ 35719 h 178594"/>
                <a:gd name="connsiteX26" fmla="*/ 19050 w 257175"/>
                <a:gd name="connsiteY26" fmla="*/ 30956 h 178594"/>
                <a:gd name="connsiteX27" fmla="*/ 0 w 257175"/>
                <a:gd name="connsiteY27" fmla="*/ 57150 h 178594"/>
                <a:gd name="connsiteX28" fmla="*/ 38100 w 257175"/>
                <a:gd name="connsiteY28" fmla="*/ 59531 h 178594"/>
                <a:gd name="connsiteX29" fmla="*/ 61913 w 257175"/>
                <a:gd name="connsiteY29" fmla="*/ 78581 h 178594"/>
                <a:gd name="connsiteX30" fmla="*/ 54769 w 257175"/>
                <a:gd name="connsiteY30" fmla="*/ 92869 h 178594"/>
                <a:gd name="connsiteX31" fmla="*/ 9525 w 257175"/>
                <a:gd name="connsiteY31" fmla="*/ 102394 h 178594"/>
                <a:gd name="connsiteX32" fmla="*/ 76200 w 257175"/>
                <a:gd name="connsiteY32" fmla="*/ 150019 h 178594"/>
                <a:gd name="connsiteX0" fmla="*/ 57150 w 257175"/>
                <a:gd name="connsiteY0" fmla="*/ 161925 h 178594"/>
                <a:gd name="connsiteX1" fmla="*/ 69057 w 257175"/>
                <a:gd name="connsiteY1" fmla="*/ 145256 h 178594"/>
                <a:gd name="connsiteX2" fmla="*/ 140494 w 257175"/>
                <a:gd name="connsiteY2" fmla="*/ 178594 h 178594"/>
                <a:gd name="connsiteX3" fmla="*/ 164307 w 257175"/>
                <a:gd name="connsiteY3" fmla="*/ 154781 h 178594"/>
                <a:gd name="connsiteX4" fmla="*/ 204788 w 257175"/>
                <a:gd name="connsiteY4" fmla="*/ 130969 h 178594"/>
                <a:gd name="connsiteX5" fmla="*/ 242888 w 257175"/>
                <a:gd name="connsiteY5" fmla="*/ 121444 h 178594"/>
                <a:gd name="connsiteX6" fmla="*/ 247650 w 257175"/>
                <a:gd name="connsiteY6" fmla="*/ 95250 h 178594"/>
                <a:gd name="connsiteX7" fmla="*/ 257175 w 257175"/>
                <a:gd name="connsiteY7" fmla="*/ 71437 h 178594"/>
                <a:gd name="connsiteX8" fmla="*/ 252413 w 257175"/>
                <a:gd name="connsiteY8" fmla="*/ 57150 h 178594"/>
                <a:gd name="connsiteX9" fmla="*/ 235744 w 257175"/>
                <a:gd name="connsiteY9" fmla="*/ 54769 h 178594"/>
                <a:gd name="connsiteX10" fmla="*/ 221457 w 257175"/>
                <a:gd name="connsiteY10" fmla="*/ 33337 h 178594"/>
                <a:gd name="connsiteX11" fmla="*/ 197644 w 257175"/>
                <a:gd name="connsiteY11" fmla="*/ 0 h 178594"/>
                <a:gd name="connsiteX12" fmla="*/ 192882 w 257175"/>
                <a:gd name="connsiteY12" fmla="*/ 26194 h 178594"/>
                <a:gd name="connsiteX13" fmla="*/ 178594 w 257175"/>
                <a:gd name="connsiteY13" fmla="*/ 26194 h 178594"/>
                <a:gd name="connsiteX14" fmla="*/ 166688 w 257175"/>
                <a:gd name="connsiteY14" fmla="*/ 35719 h 178594"/>
                <a:gd name="connsiteX15" fmla="*/ 147638 w 257175"/>
                <a:gd name="connsiteY15" fmla="*/ 26194 h 178594"/>
                <a:gd name="connsiteX16" fmla="*/ 157163 w 257175"/>
                <a:gd name="connsiteY16" fmla="*/ 57150 h 178594"/>
                <a:gd name="connsiteX17" fmla="*/ 133350 w 257175"/>
                <a:gd name="connsiteY17" fmla="*/ 30956 h 178594"/>
                <a:gd name="connsiteX18" fmla="*/ 126207 w 257175"/>
                <a:gd name="connsiteY18" fmla="*/ 50006 h 178594"/>
                <a:gd name="connsiteX19" fmla="*/ 100013 w 257175"/>
                <a:gd name="connsiteY19" fmla="*/ 28575 h 178594"/>
                <a:gd name="connsiteX20" fmla="*/ 90488 w 257175"/>
                <a:gd name="connsiteY20" fmla="*/ 61912 h 178594"/>
                <a:gd name="connsiteX21" fmla="*/ 78582 w 257175"/>
                <a:gd name="connsiteY21" fmla="*/ 83344 h 178594"/>
                <a:gd name="connsiteX22" fmla="*/ 64294 w 257175"/>
                <a:gd name="connsiteY22" fmla="*/ 57150 h 178594"/>
                <a:gd name="connsiteX23" fmla="*/ 66675 w 257175"/>
                <a:gd name="connsiteY23" fmla="*/ 35719 h 178594"/>
                <a:gd name="connsiteX24" fmla="*/ 47625 w 257175"/>
                <a:gd name="connsiteY24" fmla="*/ 16669 h 178594"/>
                <a:gd name="connsiteX25" fmla="*/ 40482 w 257175"/>
                <a:gd name="connsiteY25" fmla="*/ 35719 h 178594"/>
                <a:gd name="connsiteX26" fmla="*/ 19050 w 257175"/>
                <a:gd name="connsiteY26" fmla="*/ 30956 h 178594"/>
                <a:gd name="connsiteX27" fmla="*/ 0 w 257175"/>
                <a:gd name="connsiteY27" fmla="*/ 57150 h 178594"/>
                <a:gd name="connsiteX28" fmla="*/ 38100 w 257175"/>
                <a:gd name="connsiteY28" fmla="*/ 59531 h 178594"/>
                <a:gd name="connsiteX29" fmla="*/ 61913 w 257175"/>
                <a:gd name="connsiteY29" fmla="*/ 78581 h 178594"/>
                <a:gd name="connsiteX30" fmla="*/ 54769 w 257175"/>
                <a:gd name="connsiteY30" fmla="*/ 92869 h 178594"/>
                <a:gd name="connsiteX31" fmla="*/ 9525 w 257175"/>
                <a:gd name="connsiteY31" fmla="*/ 102394 h 178594"/>
                <a:gd name="connsiteX32" fmla="*/ 57150 w 257175"/>
                <a:gd name="connsiteY32" fmla="*/ 161925 h 17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7175" h="178594">
                  <a:moveTo>
                    <a:pt x="57150" y="161925"/>
                  </a:moveTo>
                  <a:lnTo>
                    <a:pt x="69057" y="145256"/>
                  </a:lnTo>
                  <a:lnTo>
                    <a:pt x="140494" y="178594"/>
                  </a:lnTo>
                  <a:lnTo>
                    <a:pt x="164307" y="154781"/>
                  </a:lnTo>
                  <a:lnTo>
                    <a:pt x="204788" y="130969"/>
                  </a:lnTo>
                  <a:lnTo>
                    <a:pt x="242888" y="121444"/>
                  </a:lnTo>
                  <a:lnTo>
                    <a:pt x="247650" y="95250"/>
                  </a:lnTo>
                  <a:lnTo>
                    <a:pt x="257175" y="71437"/>
                  </a:lnTo>
                  <a:lnTo>
                    <a:pt x="252413" y="57150"/>
                  </a:lnTo>
                  <a:lnTo>
                    <a:pt x="235744" y="54769"/>
                  </a:lnTo>
                  <a:lnTo>
                    <a:pt x="221457" y="33337"/>
                  </a:lnTo>
                  <a:lnTo>
                    <a:pt x="197644" y="0"/>
                  </a:lnTo>
                  <a:lnTo>
                    <a:pt x="192882" y="26194"/>
                  </a:lnTo>
                  <a:lnTo>
                    <a:pt x="178594" y="26194"/>
                  </a:lnTo>
                  <a:lnTo>
                    <a:pt x="166688" y="35719"/>
                  </a:lnTo>
                  <a:lnTo>
                    <a:pt x="147638" y="26194"/>
                  </a:lnTo>
                  <a:lnTo>
                    <a:pt x="157163" y="57150"/>
                  </a:lnTo>
                  <a:lnTo>
                    <a:pt x="133350" y="30956"/>
                  </a:lnTo>
                  <a:lnTo>
                    <a:pt x="126207" y="50006"/>
                  </a:lnTo>
                  <a:lnTo>
                    <a:pt x="100013" y="28575"/>
                  </a:lnTo>
                  <a:lnTo>
                    <a:pt x="90488" y="61912"/>
                  </a:lnTo>
                  <a:lnTo>
                    <a:pt x="78582" y="83344"/>
                  </a:lnTo>
                  <a:lnTo>
                    <a:pt x="64294" y="57150"/>
                  </a:lnTo>
                  <a:lnTo>
                    <a:pt x="66675" y="35719"/>
                  </a:lnTo>
                  <a:lnTo>
                    <a:pt x="47625" y="16669"/>
                  </a:lnTo>
                  <a:lnTo>
                    <a:pt x="40482" y="35719"/>
                  </a:lnTo>
                  <a:lnTo>
                    <a:pt x="19050" y="30956"/>
                  </a:lnTo>
                  <a:lnTo>
                    <a:pt x="0" y="57150"/>
                  </a:lnTo>
                  <a:lnTo>
                    <a:pt x="38100" y="59531"/>
                  </a:lnTo>
                  <a:lnTo>
                    <a:pt x="61913" y="78581"/>
                  </a:lnTo>
                  <a:lnTo>
                    <a:pt x="54769" y="92869"/>
                  </a:lnTo>
                  <a:lnTo>
                    <a:pt x="9525" y="102394"/>
                  </a:lnTo>
                  <a:lnTo>
                    <a:pt x="57150" y="161925"/>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44" name="Freeform: Shape 1048">
              <a:extLst>
                <a:ext uri="{FF2B5EF4-FFF2-40B4-BE49-F238E27FC236}">
                  <a16:creationId xmlns:a16="http://schemas.microsoft.com/office/drawing/2014/main" id="{4F992589-A8BF-464A-AE0D-E37F5AC22917}"/>
                </a:ext>
              </a:extLst>
            </p:cNvPr>
            <p:cNvSpPr/>
            <p:nvPr/>
          </p:nvSpPr>
          <p:spPr bwMode="auto">
            <a:xfrm>
              <a:off x="2005013" y="704850"/>
              <a:ext cx="759618" cy="1012031"/>
            </a:xfrm>
            <a:custGeom>
              <a:avLst/>
              <a:gdLst>
                <a:gd name="connsiteX0" fmla="*/ 550068 w 759618"/>
                <a:gd name="connsiteY0" fmla="*/ 478631 h 1012031"/>
                <a:gd name="connsiteX1" fmla="*/ 616743 w 759618"/>
                <a:gd name="connsiteY1" fmla="*/ 383381 h 1012031"/>
                <a:gd name="connsiteX2" fmla="*/ 626268 w 759618"/>
                <a:gd name="connsiteY2" fmla="*/ 357188 h 1012031"/>
                <a:gd name="connsiteX3" fmla="*/ 678656 w 759618"/>
                <a:gd name="connsiteY3" fmla="*/ 307181 h 1012031"/>
                <a:gd name="connsiteX4" fmla="*/ 600075 w 759618"/>
                <a:gd name="connsiteY4" fmla="*/ 335756 h 1012031"/>
                <a:gd name="connsiteX5" fmla="*/ 554831 w 759618"/>
                <a:gd name="connsiteY5" fmla="*/ 373856 h 1012031"/>
                <a:gd name="connsiteX6" fmla="*/ 535781 w 759618"/>
                <a:gd name="connsiteY6" fmla="*/ 369094 h 1012031"/>
                <a:gd name="connsiteX7" fmla="*/ 597693 w 759618"/>
                <a:gd name="connsiteY7" fmla="*/ 309563 h 1012031"/>
                <a:gd name="connsiteX8" fmla="*/ 573881 w 759618"/>
                <a:gd name="connsiteY8" fmla="*/ 288131 h 1012031"/>
                <a:gd name="connsiteX9" fmla="*/ 561975 w 759618"/>
                <a:gd name="connsiteY9" fmla="*/ 261938 h 1012031"/>
                <a:gd name="connsiteX10" fmla="*/ 614362 w 759618"/>
                <a:gd name="connsiteY10" fmla="*/ 292894 h 1012031"/>
                <a:gd name="connsiteX11" fmla="*/ 650081 w 759618"/>
                <a:gd name="connsiteY11" fmla="*/ 290513 h 1012031"/>
                <a:gd name="connsiteX12" fmla="*/ 650081 w 759618"/>
                <a:gd name="connsiteY12" fmla="*/ 273844 h 1012031"/>
                <a:gd name="connsiteX13" fmla="*/ 678656 w 759618"/>
                <a:gd name="connsiteY13" fmla="*/ 271463 h 1012031"/>
                <a:gd name="connsiteX14" fmla="*/ 721518 w 759618"/>
                <a:gd name="connsiteY14" fmla="*/ 221456 h 1012031"/>
                <a:gd name="connsiteX15" fmla="*/ 759618 w 759618"/>
                <a:gd name="connsiteY15" fmla="*/ 150019 h 1012031"/>
                <a:gd name="connsiteX16" fmla="*/ 738187 w 759618"/>
                <a:gd name="connsiteY16" fmla="*/ 126206 h 1012031"/>
                <a:gd name="connsiteX17" fmla="*/ 704850 w 759618"/>
                <a:gd name="connsiteY17" fmla="*/ 121444 h 1012031"/>
                <a:gd name="connsiteX18" fmla="*/ 692943 w 759618"/>
                <a:gd name="connsiteY18" fmla="*/ 73819 h 1012031"/>
                <a:gd name="connsiteX19" fmla="*/ 669131 w 759618"/>
                <a:gd name="connsiteY19" fmla="*/ 59531 h 1012031"/>
                <a:gd name="connsiteX20" fmla="*/ 628650 w 759618"/>
                <a:gd name="connsiteY20" fmla="*/ 78581 h 1012031"/>
                <a:gd name="connsiteX21" fmla="*/ 614362 w 759618"/>
                <a:gd name="connsiteY21" fmla="*/ 102394 h 1012031"/>
                <a:gd name="connsiteX22" fmla="*/ 588168 w 759618"/>
                <a:gd name="connsiteY22" fmla="*/ 114300 h 1012031"/>
                <a:gd name="connsiteX23" fmla="*/ 576262 w 759618"/>
                <a:gd name="connsiteY23" fmla="*/ 107156 h 1012031"/>
                <a:gd name="connsiteX24" fmla="*/ 592931 w 759618"/>
                <a:gd name="connsiteY24" fmla="*/ 85725 h 1012031"/>
                <a:gd name="connsiteX25" fmla="*/ 621506 w 759618"/>
                <a:gd name="connsiteY25" fmla="*/ 50006 h 1012031"/>
                <a:gd name="connsiteX26" fmla="*/ 585787 w 759618"/>
                <a:gd name="connsiteY26" fmla="*/ 33338 h 1012031"/>
                <a:gd name="connsiteX27" fmla="*/ 557212 w 759618"/>
                <a:gd name="connsiteY27" fmla="*/ 38100 h 1012031"/>
                <a:gd name="connsiteX28" fmla="*/ 540543 w 759618"/>
                <a:gd name="connsiteY28" fmla="*/ 16669 h 1012031"/>
                <a:gd name="connsiteX29" fmla="*/ 526256 w 759618"/>
                <a:gd name="connsiteY29" fmla="*/ 16669 h 1012031"/>
                <a:gd name="connsiteX30" fmla="*/ 519112 w 759618"/>
                <a:gd name="connsiteY30" fmla="*/ 28575 h 1012031"/>
                <a:gd name="connsiteX31" fmla="*/ 533400 w 759618"/>
                <a:gd name="connsiteY31" fmla="*/ 61913 h 1012031"/>
                <a:gd name="connsiteX32" fmla="*/ 519112 w 759618"/>
                <a:gd name="connsiteY32" fmla="*/ 69056 h 1012031"/>
                <a:gd name="connsiteX33" fmla="*/ 500062 w 759618"/>
                <a:gd name="connsiteY33" fmla="*/ 33338 h 1012031"/>
                <a:gd name="connsiteX34" fmla="*/ 495300 w 759618"/>
                <a:gd name="connsiteY34" fmla="*/ 0 h 1012031"/>
                <a:gd name="connsiteX35" fmla="*/ 466725 w 759618"/>
                <a:gd name="connsiteY35" fmla="*/ 40481 h 1012031"/>
                <a:gd name="connsiteX36" fmla="*/ 466725 w 759618"/>
                <a:gd name="connsiteY36" fmla="*/ 61913 h 1012031"/>
                <a:gd name="connsiteX37" fmla="*/ 490537 w 759618"/>
                <a:gd name="connsiteY37" fmla="*/ 80963 h 1012031"/>
                <a:gd name="connsiteX38" fmla="*/ 490537 w 759618"/>
                <a:gd name="connsiteY38" fmla="*/ 100013 h 1012031"/>
                <a:gd name="connsiteX39" fmla="*/ 464343 w 759618"/>
                <a:gd name="connsiteY39" fmla="*/ 95250 h 1012031"/>
                <a:gd name="connsiteX40" fmla="*/ 442912 w 759618"/>
                <a:gd name="connsiteY40" fmla="*/ 64294 h 1012031"/>
                <a:gd name="connsiteX41" fmla="*/ 433387 w 759618"/>
                <a:gd name="connsiteY41" fmla="*/ 40481 h 1012031"/>
                <a:gd name="connsiteX42" fmla="*/ 414337 w 759618"/>
                <a:gd name="connsiteY42" fmla="*/ 33338 h 1012031"/>
                <a:gd name="connsiteX43" fmla="*/ 383381 w 759618"/>
                <a:gd name="connsiteY43" fmla="*/ 38100 h 1012031"/>
                <a:gd name="connsiteX44" fmla="*/ 376237 w 759618"/>
                <a:gd name="connsiteY44" fmla="*/ 42863 h 1012031"/>
                <a:gd name="connsiteX45" fmla="*/ 378618 w 759618"/>
                <a:gd name="connsiteY45" fmla="*/ 69056 h 1012031"/>
                <a:gd name="connsiteX46" fmla="*/ 402431 w 759618"/>
                <a:gd name="connsiteY46" fmla="*/ 88106 h 1012031"/>
                <a:gd name="connsiteX47" fmla="*/ 416718 w 759618"/>
                <a:gd name="connsiteY47" fmla="*/ 109538 h 1012031"/>
                <a:gd name="connsiteX48" fmla="*/ 402431 w 759618"/>
                <a:gd name="connsiteY48" fmla="*/ 145256 h 1012031"/>
                <a:gd name="connsiteX49" fmla="*/ 385762 w 759618"/>
                <a:gd name="connsiteY49" fmla="*/ 135731 h 1012031"/>
                <a:gd name="connsiteX50" fmla="*/ 381000 w 759618"/>
                <a:gd name="connsiteY50" fmla="*/ 104775 h 1012031"/>
                <a:gd name="connsiteX51" fmla="*/ 352425 w 759618"/>
                <a:gd name="connsiteY51" fmla="*/ 59531 h 1012031"/>
                <a:gd name="connsiteX52" fmla="*/ 333375 w 759618"/>
                <a:gd name="connsiteY52" fmla="*/ 69056 h 1012031"/>
                <a:gd name="connsiteX53" fmla="*/ 323850 w 759618"/>
                <a:gd name="connsiteY53" fmla="*/ 50006 h 1012031"/>
                <a:gd name="connsiteX54" fmla="*/ 302418 w 759618"/>
                <a:gd name="connsiteY54" fmla="*/ 42863 h 1012031"/>
                <a:gd name="connsiteX55" fmla="*/ 290512 w 759618"/>
                <a:gd name="connsiteY55" fmla="*/ 64294 h 1012031"/>
                <a:gd name="connsiteX56" fmla="*/ 304800 w 759618"/>
                <a:gd name="connsiteY56" fmla="*/ 76200 h 1012031"/>
                <a:gd name="connsiteX57" fmla="*/ 323850 w 759618"/>
                <a:gd name="connsiteY57" fmla="*/ 92869 h 1012031"/>
                <a:gd name="connsiteX58" fmla="*/ 335756 w 759618"/>
                <a:gd name="connsiteY58" fmla="*/ 100013 h 1012031"/>
                <a:gd name="connsiteX59" fmla="*/ 328612 w 759618"/>
                <a:gd name="connsiteY59" fmla="*/ 111919 h 1012031"/>
                <a:gd name="connsiteX60" fmla="*/ 307181 w 759618"/>
                <a:gd name="connsiteY60" fmla="*/ 100013 h 1012031"/>
                <a:gd name="connsiteX61" fmla="*/ 264318 w 759618"/>
                <a:gd name="connsiteY61" fmla="*/ 76200 h 1012031"/>
                <a:gd name="connsiteX62" fmla="*/ 280987 w 759618"/>
                <a:gd name="connsiteY62" fmla="*/ 114300 h 1012031"/>
                <a:gd name="connsiteX63" fmla="*/ 292893 w 759618"/>
                <a:gd name="connsiteY63" fmla="*/ 130969 h 1012031"/>
                <a:gd name="connsiteX64" fmla="*/ 280987 w 759618"/>
                <a:gd name="connsiteY64" fmla="*/ 140494 h 1012031"/>
                <a:gd name="connsiteX65" fmla="*/ 247650 w 759618"/>
                <a:gd name="connsiteY65" fmla="*/ 100013 h 1012031"/>
                <a:gd name="connsiteX66" fmla="*/ 261937 w 759618"/>
                <a:gd name="connsiteY66" fmla="*/ 142875 h 1012031"/>
                <a:gd name="connsiteX67" fmla="*/ 242887 w 759618"/>
                <a:gd name="connsiteY67" fmla="*/ 150019 h 1012031"/>
                <a:gd name="connsiteX68" fmla="*/ 257175 w 759618"/>
                <a:gd name="connsiteY68" fmla="*/ 178594 h 1012031"/>
                <a:gd name="connsiteX69" fmla="*/ 278606 w 759618"/>
                <a:gd name="connsiteY69" fmla="*/ 195263 h 1012031"/>
                <a:gd name="connsiteX70" fmla="*/ 307181 w 759618"/>
                <a:gd name="connsiteY70" fmla="*/ 228600 h 1012031"/>
                <a:gd name="connsiteX71" fmla="*/ 316706 w 759618"/>
                <a:gd name="connsiteY71" fmla="*/ 254794 h 1012031"/>
                <a:gd name="connsiteX72" fmla="*/ 316706 w 759618"/>
                <a:gd name="connsiteY72" fmla="*/ 254794 h 1012031"/>
                <a:gd name="connsiteX73" fmla="*/ 285750 w 759618"/>
                <a:gd name="connsiteY73" fmla="*/ 235744 h 1012031"/>
                <a:gd name="connsiteX74" fmla="*/ 238125 w 759618"/>
                <a:gd name="connsiteY74" fmla="*/ 221456 h 1012031"/>
                <a:gd name="connsiteX75" fmla="*/ 223837 w 759618"/>
                <a:gd name="connsiteY75" fmla="*/ 195263 h 1012031"/>
                <a:gd name="connsiteX76" fmla="*/ 204787 w 759618"/>
                <a:gd name="connsiteY76" fmla="*/ 166688 h 1012031"/>
                <a:gd name="connsiteX77" fmla="*/ 166687 w 759618"/>
                <a:gd name="connsiteY77" fmla="*/ 130969 h 1012031"/>
                <a:gd name="connsiteX78" fmla="*/ 166687 w 759618"/>
                <a:gd name="connsiteY78" fmla="*/ 157163 h 1012031"/>
                <a:gd name="connsiteX79" fmla="*/ 173831 w 759618"/>
                <a:gd name="connsiteY79" fmla="*/ 176213 h 1012031"/>
                <a:gd name="connsiteX80" fmla="*/ 171450 w 759618"/>
                <a:gd name="connsiteY80" fmla="*/ 188119 h 1012031"/>
                <a:gd name="connsiteX81" fmla="*/ 152400 w 759618"/>
                <a:gd name="connsiteY81" fmla="*/ 195263 h 1012031"/>
                <a:gd name="connsiteX82" fmla="*/ 128587 w 759618"/>
                <a:gd name="connsiteY82" fmla="*/ 190500 h 1012031"/>
                <a:gd name="connsiteX83" fmla="*/ 178593 w 759618"/>
                <a:gd name="connsiteY83" fmla="*/ 214313 h 1012031"/>
                <a:gd name="connsiteX84" fmla="*/ 188118 w 759618"/>
                <a:gd name="connsiteY84" fmla="*/ 228600 h 1012031"/>
                <a:gd name="connsiteX85" fmla="*/ 185737 w 759618"/>
                <a:gd name="connsiteY85" fmla="*/ 250031 h 1012031"/>
                <a:gd name="connsiteX86" fmla="*/ 157162 w 759618"/>
                <a:gd name="connsiteY86" fmla="*/ 228600 h 1012031"/>
                <a:gd name="connsiteX87" fmla="*/ 121443 w 759618"/>
                <a:gd name="connsiteY87" fmla="*/ 223838 h 1012031"/>
                <a:gd name="connsiteX88" fmla="*/ 97631 w 759618"/>
                <a:gd name="connsiteY88" fmla="*/ 211931 h 1012031"/>
                <a:gd name="connsiteX89" fmla="*/ 73818 w 759618"/>
                <a:gd name="connsiteY89" fmla="*/ 235744 h 1012031"/>
                <a:gd name="connsiteX90" fmla="*/ 73818 w 759618"/>
                <a:gd name="connsiteY90" fmla="*/ 257175 h 1012031"/>
                <a:gd name="connsiteX91" fmla="*/ 52387 w 759618"/>
                <a:gd name="connsiteY91" fmla="*/ 273844 h 1012031"/>
                <a:gd name="connsiteX92" fmla="*/ 35718 w 759618"/>
                <a:gd name="connsiteY92" fmla="*/ 254794 h 1012031"/>
                <a:gd name="connsiteX93" fmla="*/ 19050 w 759618"/>
                <a:gd name="connsiteY93" fmla="*/ 264319 h 1012031"/>
                <a:gd name="connsiteX94" fmla="*/ 0 w 759618"/>
                <a:gd name="connsiteY94" fmla="*/ 297656 h 1012031"/>
                <a:gd name="connsiteX95" fmla="*/ 26193 w 759618"/>
                <a:gd name="connsiteY95" fmla="*/ 283369 h 1012031"/>
                <a:gd name="connsiteX96" fmla="*/ 38100 w 759618"/>
                <a:gd name="connsiteY96" fmla="*/ 273844 h 1012031"/>
                <a:gd name="connsiteX97" fmla="*/ 52387 w 759618"/>
                <a:gd name="connsiteY97" fmla="*/ 288131 h 1012031"/>
                <a:gd name="connsiteX98" fmla="*/ 30956 w 759618"/>
                <a:gd name="connsiteY98" fmla="*/ 323850 h 1012031"/>
                <a:gd name="connsiteX99" fmla="*/ 69056 w 759618"/>
                <a:gd name="connsiteY99" fmla="*/ 300038 h 1012031"/>
                <a:gd name="connsiteX100" fmla="*/ 92868 w 759618"/>
                <a:gd name="connsiteY100" fmla="*/ 295275 h 1012031"/>
                <a:gd name="connsiteX101" fmla="*/ 114300 w 759618"/>
                <a:gd name="connsiteY101" fmla="*/ 300038 h 1012031"/>
                <a:gd name="connsiteX102" fmla="*/ 111918 w 759618"/>
                <a:gd name="connsiteY102" fmla="*/ 316706 h 1012031"/>
                <a:gd name="connsiteX103" fmla="*/ 92868 w 759618"/>
                <a:gd name="connsiteY103" fmla="*/ 311944 h 1012031"/>
                <a:gd name="connsiteX104" fmla="*/ 66675 w 759618"/>
                <a:gd name="connsiteY104" fmla="*/ 338138 h 1012031"/>
                <a:gd name="connsiteX105" fmla="*/ 69056 w 759618"/>
                <a:gd name="connsiteY105" fmla="*/ 359569 h 1012031"/>
                <a:gd name="connsiteX106" fmla="*/ 50006 w 759618"/>
                <a:gd name="connsiteY106" fmla="*/ 369094 h 1012031"/>
                <a:gd name="connsiteX107" fmla="*/ 59531 w 759618"/>
                <a:gd name="connsiteY107" fmla="*/ 385763 h 1012031"/>
                <a:gd name="connsiteX108" fmla="*/ 88106 w 759618"/>
                <a:gd name="connsiteY108" fmla="*/ 376238 h 1012031"/>
                <a:gd name="connsiteX109" fmla="*/ 116681 w 759618"/>
                <a:gd name="connsiteY109" fmla="*/ 378619 h 1012031"/>
                <a:gd name="connsiteX110" fmla="*/ 138112 w 759618"/>
                <a:gd name="connsiteY110" fmla="*/ 354806 h 1012031"/>
                <a:gd name="connsiteX111" fmla="*/ 164306 w 759618"/>
                <a:gd name="connsiteY111" fmla="*/ 335756 h 1012031"/>
                <a:gd name="connsiteX112" fmla="*/ 178593 w 759618"/>
                <a:gd name="connsiteY112" fmla="*/ 340519 h 1012031"/>
                <a:gd name="connsiteX113" fmla="*/ 157162 w 759618"/>
                <a:gd name="connsiteY113" fmla="*/ 366713 h 1012031"/>
                <a:gd name="connsiteX114" fmla="*/ 114300 w 759618"/>
                <a:gd name="connsiteY114" fmla="*/ 407194 h 1012031"/>
                <a:gd name="connsiteX115" fmla="*/ 73818 w 759618"/>
                <a:gd name="connsiteY115" fmla="*/ 411956 h 1012031"/>
                <a:gd name="connsiteX116" fmla="*/ 102393 w 759618"/>
                <a:gd name="connsiteY116" fmla="*/ 447675 h 1012031"/>
                <a:gd name="connsiteX117" fmla="*/ 133350 w 759618"/>
                <a:gd name="connsiteY117" fmla="*/ 419100 h 1012031"/>
                <a:gd name="connsiteX118" fmla="*/ 169068 w 759618"/>
                <a:gd name="connsiteY118" fmla="*/ 378619 h 1012031"/>
                <a:gd name="connsiteX119" fmla="*/ 209550 w 759618"/>
                <a:gd name="connsiteY119" fmla="*/ 371475 h 1012031"/>
                <a:gd name="connsiteX120" fmla="*/ 223837 w 759618"/>
                <a:gd name="connsiteY120" fmla="*/ 373856 h 1012031"/>
                <a:gd name="connsiteX121" fmla="*/ 183356 w 759618"/>
                <a:gd name="connsiteY121" fmla="*/ 402431 h 1012031"/>
                <a:gd name="connsiteX122" fmla="*/ 154781 w 759618"/>
                <a:gd name="connsiteY122" fmla="*/ 428625 h 1012031"/>
                <a:gd name="connsiteX123" fmla="*/ 147637 w 759618"/>
                <a:gd name="connsiteY123" fmla="*/ 454819 h 1012031"/>
                <a:gd name="connsiteX124" fmla="*/ 169068 w 759618"/>
                <a:gd name="connsiteY124" fmla="*/ 466725 h 1012031"/>
                <a:gd name="connsiteX125" fmla="*/ 197643 w 759618"/>
                <a:gd name="connsiteY125" fmla="*/ 454819 h 1012031"/>
                <a:gd name="connsiteX126" fmla="*/ 197643 w 759618"/>
                <a:gd name="connsiteY126" fmla="*/ 423863 h 1012031"/>
                <a:gd name="connsiteX127" fmla="*/ 211931 w 759618"/>
                <a:gd name="connsiteY127" fmla="*/ 411956 h 1012031"/>
                <a:gd name="connsiteX128" fmla="*/ 228600 w 759618"/>
                <a:gd name="connsiteY128" fmla="*/ 428625 h 1012031"/>
                <a:gd name="connsiteX129" fmla="*/ 254793 w 759618"/>
                <a:gd name="connsiteY129" fmla="*/ 423863 h 1012031"/>
                <a:gd name="connsiteX130" fmla="*/ 240506 w 759618"/>
                <a:gd name="connsiteY130" fmla="*/ 445294 h 1012031"/>
                <a:gd name="connsiteX131" fmla="*/ 216693 w 759618"/>
                <a:gd name="connsiteY131" fmla="*/ 452438 h 1012031"/>
                <a:gd name="connsiteX132" fmla="*/ 242887 w 759618"/>
                <a:gd name="connsiteY132" fmla="*/ 464344 h 1012031"/>
                <a:gd name="connsiteX133" fmla="*/ 304800 w 759618"/>
                <a:gd name="connsiteY133" fmla="*/ 411956 h 1012031"/>
                <a:gd name="connsiteX134" fmla="*/ 307181 w 759618"/>
                <a:gd name="connsiteY134" fmla="*/ 364331 h 1012031"/>
                <a:gd name="connsiteX135" fmla="*/ 378618 w 759618"/>
                <a:gd name="connsiteY135" fmla="*/ 311944 h 1012031"/>
                <a:gd name="connsiteX136" fmla="*/ 385762 w 759618"/>
                <a:gd name="connsiteY136" fmla="*/ 335756 h 1012031"/>
                <a:gd name="connsiteX137" fmla="*/ 357187 w 759618"/>
                <a:gd name="connsiteY137" fmla="*/ 359569 h 1012031"/>
                <a:gd name="connsiteX138" fmla="*/ 333375 w 759618"/>
                <a:gd name="connsiteY138" fmla="*/ 400050 h 1012031"/>
                <a:gd name="connsiteX139" fmla="*/ 333375 w 759618"/>
                <a:gd name="connsiteY139" fmla="*/ 414338 h 1012031"/>
                <a:gd name="connsiteX140" fmla="*/ 359568 w 759618"/>
                <a:gd name="connsiteY140" fmla="*/ 407194 h 1012031"/>
                <a:gd name="connsiteX141" fmla="*/ 381000 w 759618"/>
                <a:gd name="connsiteY141" fmla="*/ 414338 h 1012031"/>
                <a:gd name="connsiteX142" fmla="*/ 369093 w 759618"/>
                <a:gd name="connsiteY142" fmla="*/ 419100 h 1012031"/>
                <a:gd name="connsiteX143" fmla="*/ 338137 w 759618"/>
                <a:gd name="connsiteY143" fmla="*/ 428625 h 1012031"/>
                <a:gd name="connsiteX144" fmla="*/ 300037 w 759618"/>
                <a:gd name="connsiteY144" fmla="*/ 454819 h 1012031"/>
                <a:gd name="connsiteX145" fmla="*/ 345281 w 759618"/>
                <a:gd name="connsiteY145" fmla="*/ 461963 h 1012031"/>
                <a:gd name="connsiteX146" fmla="*/ 342900 w 759618"/>
                <a:gd name="connsiteY146" fmla="*/ 476250 h 1012031"/>
                <a:gd name="connsiteX147" fmla="*/ 292893 w 759618"/>
                <a:gd name="connsiteY147" fmla="*/ 478631 h 1012031"/>
                <a:gd name="connsiteX148" fmla="*/ 261937 w 759618"/>
                <a:gd name="connsiteY148" fmla="*/ 495300 h 1012031"/>
                <a:gd name="connsiteX149" fmla="*/ 228600 w 759618"/>
                <a:gd name="connsiteY149" fmla="*/ 504825 h 1012031"/>
                <a:gd name="connsiteX150" fmla="*/ 240506 w 759618"/>
                <a:gd name="connsiteY150" fmla="*/ 540544 h 1012031"/>
                <a:gd name="connsiteX151" fmla="*/ 257175 w 759618"/>
                <a:gd name="connsiteY151" fmla="*/ 557213 h 1012031"/>
                <a:gd name="connsiteX152" fmla="*/ 259556 w 759618"/>
                <a:gd name="connsiteY152" fmla="*/ 578644 h 1012031"/>
                <a:gd name="connsiteX153" fmla="*/ 290512 w 759618"/>
                <a:gd name="connsiteY153" fmla="*/ 585788 h 1012031"/>
                <a:gd name="connsiteX154" fmla="*/ 292893 w 759618"/>
                <a:gd name="connsiteY154" fmla="*/ 597694 h 1012031"/>
                <a:gd name="connsiteX155" fmla="*/ 273843 w 759618"/>
                <a:gd name="connsiteY155" fmla="*/ 616744 h 1012031"/>
                <a:gd name="connsiteX156" fmla="*/ 252412 w 759618"/>
                <a:gd name="connsiteY156" fmla="*/ 609600 h 1012031"/>
                <a:gd name="connsiteX157" fmla="*/ 235743 w 759618"/>
                <a:gd name="connsiteY157" fmla="*/ 607219 h 1012031"/>
                <a:gd name="connsiteX158" fmla="*/ 228600 w 759618"/>
                <a:gd name="connsiteY158" fmla="*/ 581025 h 1012031"/>
                <a:gd name="connsiteX159" fmla="*/ 204787 w 759618"/>
                <a:gd name="connsiteY159" fmla="*/ 547688 h 1012031"/>
                <a:gd name="connsiteX160" fmla="*/ 192881 w 759618"/>
                <a:gd name="connsiteY160" fmla="*/ 519113 h 1012031"/>
                <a:gd name="connsiteX161" fmla="*/ 166687 w 759618"/>
                <a:gd name="connsiteY161" fmla="*/ 507206 h 1012031"/>
                <a:gd name="connsiteX162" fmla="*/ 130968 w 759618"/>
                <a:gd name="connsiteY162" fmla="*/ 495300 h 1012031"/>
                <a:gd name="connsiteX163" fmla="*/ 135731 w 759618"/>
                <a:gd name="connsiteY163" fmla="*/ 535781 h 1012031"/>
                <a:gd name="connsiteX164" fmla="*/ 171450 w 759618"/>
                <a:gd name="connsiteY164" fmla="*/ 554831 h 1012031"/>
                <a:gd name="connsiteX165" fmla="*/ 164306 w 759618"/>
                <a:gd name="connsiteY165" fmla="*/ 569119 h 1012031"/>
                <a:gd name="connsiteX166" fmla="*/ 138112 w 759618"/>
                <a:gd name="connsiteY166" fmla="*/ 554831 h 1012031"/>
                <a:gd name="connsiteX167" fmla="*/ 173831 w 759618"/>
                <a:gd name="connsiteY167" fmla="*/ 595313 h 1012031"/>
                <a:gd name="connsiteX168" fmla="*/ 188118 w 759618"/>
                <a:gd name="connsiteY168" fmla="*/ 621506 h 1012031"/>
                <a:gd name="connsiteX169" fmla="*/ 197643 w 759618"/>
                <a:gd name="connsiteY169" fmla="*/ 642938 h 1012031"/>
                <a:gd name="connsiteX170" fmla="*/ 207168 w 759618"/>
                <a:gd name="connsiteY170" fmla="*/ 659606 h 1012031"/>
                <a:gd name="connsiteX171" fmla="*/ 207168 w 759618"/>
                <a:gd name="connsiteY171" fmla="*/ 659606 h 1012031"/>
                <a:gd name="connsiteX172" fmla="*/ 176212 w 759618"/>
                <a:gd name="connsiteY172" fmla="*/ 664369 h 1012031"/>
                <a:gd name="connsiteX173" fmla="*/ 200025 w 759618"/>
                <a:gd name="connsiteY173" fmla="*/ 681038 h 1012031"/>
                <a:gd name="connsiteX174" fmla="*/ 228600 w 759618"/>
                <a:gd name="connsiteY174" fmla="*/ 690563 h 1012031"/>
                <a:gd name="connsiteX175" fmla="*/ 242887 w 759618"/>
                <a:gd name="connsiteY175" fmla="*/ 685800 h 1012031"/>
                <a:gd name="connsiteX176" fmla="*/ 252412 w 759618"/>
                <a:gd name="connsiteY176" fmla="*/ 678656 h 1012031"/>
                <a:gd name="connsiteX177" fmla="*/ 264318 w 759618"/>
                <a:gd name="connsiteY177" fmla="*/ 704850 h 1012031"/>
                <a:gd name="connsiteX178" fmla="*/ 252412 w 759618"/>
                <a:gd name="connsiteY178" fmla="*/ 719138 h 1012031"/>
                <a:gd name="connsiteX179" fmla="*/ 235743 w 759618"/>
                <a:gd name="connsiteY179" fmla="*/ 745331 h 1012031"/>
                <a:gd name="connsiteX180" fmla="*/ 209550 w 759618"/>
                <a:gd name="connsiteY180" fmla="*/ 716756 h 1012031"/>
                <a:gd name="connsiteX181" fmla="*/ 185737 w 759618"/>
                <a:gd name="connsiteY181" fmla="*/ 704850 h 1012031"/>
                <a:gd name="connsiteX182" fmla="*/ 147637 w 759618"/>
                <a:gd name="connsiteY182" fmla="*/ 707231 h 1012031"/>
                <a:gd name="connsiteX183" fmla="*/ 135731 w 759618"/>
                <a:gd name="connsiteY183" fmla="*/ 716756 h 1012031"/>
                <a:gd name="connsiteX184" fmla="*/ 123825 w 759618"/>
                <a:gd name="connsiteY184" fmla="*/ 735806 h 1012031"/>
                <a:gd name="connsiteX185" fmla="*/ 114300 w 759618"/>
                <a:gd name="connsiteY185" fmla="*/ 766763 h 1012031"/>
                <a:gd name="connsiteX186" fmla="*/ 126206 w 759618"/>
                <a:gd name="connsiteY186" fmla="*/ 781050 h 1012031"/>
                <a:gd name="connsiteX187" fmla="*/ 145256 w 759618"/>
                <a:gd name="connsiteY187" fmla="*/ 757238 h 1012031"/>
                <a:gd name="connsiteX188" fmla="*/ 145256 w 759618"/>
                <a:gd name="connsiteY188" fmla="*/ 757238 h 1012031"/>
                <a:gd name="connsiteX189" fmla="*/ 152400 w 759618"/>
                <a:gd name="connsiteY189" fmla="*/ 778669 h 1012031"/>
                <a:gd name="connsiteX190" fmla="*/ 142875 w 759618"/>
                <a:gd name="connsiteY190" fmla="*/ 790575 h 1012031"/>
                <a:gd name="connsiteX191" fmla="*/ 173831 w 759618"/>
                <a:gd name="connsiteY191" fmla="*/ 776288 h 1012031"/>
                <a:gd name="connsiteX192" fmla="*/ 169068 w 759618"/>
                <a:gd name="connsiteY192" fmla="*/ 752475 h 1012031"/>
                <a:gd name="connsiteX193" fmla="*/ 183356 w 759618"/>
                <a:gd name="connsiteY193" fmla="*/ 747713 h 1012031"/>
                <a:gd name="connsiteX194" fmla="*/ 183356 w 759618"/>
                <a:gd name="connsiteY194" fmla="*/ 766763 h 1012031"/>
                <a:gd name="connsiteX195" fmla="*/ 188118 w 759618"/>
                <a:gd name="connsiteY195" fmla="*/ 778669 h 1012031"/>
                <a:gd name="connsiteX196" fmla="*/ 200025 w 759618"/>
                <a:gd name="connsiteY196" fmla="*/ 783431 h 1012031"/>
                <a:gd name="connsiteX197" fmla="*/ 197643 w 759618"/>
                <a:gd name="connsiteY197" fmla="*/ 797719 h 1012031"/>
                <a:gd name="connsiteX198" fmla="*/ 178593 w 759618"/>
                <a:gd name="connsiteY198" fmla="*/ 802481 h 1012031"/>
                <a:gd name="connsiteX199" fmla="*/ 166687 w 759618"/>
                <a:gd name="connsiteY199" fmla="*/ 812006 h 1012031"/>
                <a:gd name="connsiteX200" fmla="*/ 180975 w 759618"/>
                <a:gd name="connsiteY200" fmla="*/ 816769 h 1012031"/>
                <a:gd name="connsiteX201" fmla="*/ 173831 w 759618"/>
                <a:gd name="connsiteY201" fmla="*/ 838200 h 1012031"/>
                <a:gd name="connsiteX202" fmla="*/ 190500 w 759618"/>
                <a:gd name="connsiteY202" fmla="*/ 842963 h 1012031"/>
                <a:gd name="connsiteX203" fmla="*/ 190500 w 759618"/>
                <a:gd name="connsiteY203" fmla="*/ 842963 h 1012031"/>
                <a:gd name="connsiteX204" fmla="*/ 226218 w 759618"/>
                <a:gd name="connsiteY204" fmla="*/ 814388 h 1012031"/>
                <a:gd name="connsiteX205" fmla="*/ 230981 w 759618"/>
                <a:gd name="connsiteY205" fmla="*/ 795338 h 1012031"/>
                <a:gd name="connsiteX206" fmla="*/ 247650 w 759618"/>
                <a:gd name="connsiteY206" fmla="*/ 804863 h 1012031"/>
                <a:gd name="connsiteX207" fmla="*/ 228600 w 759618"/>
                <a:gd name="connsiteY207" fmla="*/ 842963 h 1012031"/>
                <a:gd name="connsiteX208" fmla="*/ 204787 w 759618"/>
                <a:gd name="connsiteY208" fmla="*/ 869156 h 1012031"/>
                <a:gd name="connsiteX209" fmla="*/ 192881 w 759618"/>
                <a:gd name="connsiteY209" fmla="*/ 873919 h 1012031"/>
                <a:gd name="connsiteX210" fmla="*/ 171450 w 759618"/>
                <a:gd name="connsiteY210" fmla="*/ 888206 h 1012031"/>
                <a:gd name="connsiteX211" fmla="*/ 142875 w 759618"/>
                <a:gd name="connsiteY211" fmla="*/ 859631 h 1012031"/>
                <a:gd name="connsiteX212" fmla="*/ 126206 w 759618"/>
                <a:gd name="connsiteY212" fmla="*/ 831056 h 1012031"/>
                <a:gd name="connsiteX213" fmla="*/ 104775 w 759618"/>
                <a:gd name="connsiteY213" fmla="*/ 828675 h 1012031"/>
                <a:gd name="connsiteX214" fmla="*/ 85725 w 759618"/>
                <a:gd name="connsiteY214" fmla="*/ 845344 h 1012031"/>
                <a:gd name="connsiteX215" fmla="*/ 100012 w 759618"/>
                <a:gd name="connsiteY215" fmla="*/ 864394 h 1012031"/>
                <a:gd name="connsiteX216" fmla="*/ 111918 w 759618"/>
                <a:gd name="connsiteY216" fmla="*/ 878681 h 1012031"/>
                <a:gd name="connsiteX217" fmla="*/ 123825 w 759618"/>
                <a:gd name="connsiteY217" fmla="*/ 888206 h 1012031"/>
                <a:gd name="connsiteX218" fmla="*/ 133350 w 759618"/>
                <a:gd name="connsiteY218" fmla="*/ 909638 h 1012031"/>
                <a:gd name="connsiteX219" fmla="*/ 109537 w 759618"/>
                <a:gd name="connsiteY219" fmla="*/ 921544 h 1012031"/>
                <a:gd name="connsiteX220" fmla="*/ 90487 w 759618"/>
                <a:gd name="connsiteY220" fmla="*/ 909638 h 1012031"/>
                <a:gd name="connsiteX221" fmla="*/ 71437 w 759618"/>
                <a:gd name="connsiteY221" fmla="*/ 935831 h 1012031"/>
                <a:gd name="connsiteX222" fmla="*/ 61912 w 759618"/>
                <a:gd name="connsiteY222" fmla="*/ 971550 h 1012031"/>
                <a:gd name="connsiteX223" fmla="*/ 80962 w 759618"/>
                <a:gd name="connsiteY223" fmla="*/ 954881 h 1012031"/>
                <a:gd name="connsiteX224" fmla="*/ 95250 w 759618"/>
                <a:gd name="connsiteY224" fmla="*/ 978694 h 1012031"/>
                <a:gd name="connsiteX225" fmla="*/ 109537 w 759618"/>
                <a:gd name="connsiteY225" fmla="*/ 964406 h 1012031"/>
                <a:gd name="connsiteX226" fmla="*/ 119062 w 759618"/>
                <a:gd name="connsiteY226" fmla="*/ 981075 h 1012031"/>
                <a:gd name="connsiteX227" fmla="*/ 126206 w 759618"/>
                <a:gd name="connsiteY227" fmla="*/ 959644 h 1012031"/>
                <a:gd name="connsiteX228" fmla="*/ 145256 w 759618"/>
                <a:gd name="connsiteY228" fmla="*/ 985838 h 1012031"/>
                <a:gd name="connsiteX229" fmla="*/ 169068 w 759618"/>
                <a:gd name="connsiteY229" fmla="*/ 1004888 h 1012031"/>
                <a:gd name="connsiteX230" fmla="*/ 161925 w 759618"/>
                <a:gd name="connsiteY230" fmla="*/ 978694 h 1012031"/>
                <a:gd name="connsiteX231" fmla="*/ 171450 w 759618"/>
                <a:gd name="connsiteY231" fmla="*/ 964406 h 1012031"/>
                <a:gd name="connsiteX232" fmla="*/ 180975 w 759618"/>
                <a:gd name="connsiteY232" fmla="*/ 973931 h 1012031"/>
                <a:gd name="connsiteX233" fmla="*/ 188118 w 759618"/>
                <a:gd name="connsiteY233" fmla="*/ 962025 h 1012031"/>
                <a:gd name="connsiteX234" fmla="*/ 197643 w 759618"/>
                <a:gd name="connsiteY234" fmla="*/ 981075 h 1012031"/>
                <a:gd name="connsiteX235" fmla="*/ 209550 w 759618"/>
                <a:gd name="connsiteY235" fmla="*/ 962025 h 1012031"/>
                <a:gd name="connsiteX236" fmla="*/ 228600 w 759618"/>
                <a:gd name="connsiteY236" fmla="*/ 983456 h 1012031"/>
                <a:gd name="connsiteX237" fmla="*/ 235743 w 759618"/>
                <a:gd name="connsiteY237" fmla="*/ 959644 h 1012031"/>
                <a:gd name="connsiteX238" fmla="*/ 254793 w 759618"/>
                <a:gd name="connsiteY238" fmla="*/ 973931 h 1012031"/>
                <a:gd name="connsiteX239" fmla="*/ 271462 w 759618"/>
                <a:gd name="connsiteY239" fmla="*/ 983456 h 1012031"/>
                <a:gd name="connsiteX240" fmla="*/ 278606 w 759618"/>
                <a:gd name="connsiteY240" fmla="*/ 1000125 h 1012031"/>
                <a:gd name="connsiteX241" fmla="*/ 269081 w 759618"/>
                <a:gd name="connsiteY241" fmla="*/ 1012031 h 1012031"/>
                <a:gd name="connsiteX242" fmla="*/ 316706 w 759618"/>
                <a:gd name="connsiteY242" fmla="*/ 976313 h 1012031"/>
                <a:gd name="connsiteX243" fmla="*/ 335756 w 759618"/>
                <a:gd name="connsiteY243" fmla="*/ 969169 h 1012031"/>
                <a:gd name="connsiteX244" fmla="*/ 342900 w 759618"/>
                <a:gd name="connsiteY244" fmla="*/ 950119 h 1012031"/>
                <a:gd name="connsiteX245" fmla="*/ 342900 w 759618"/>
                <a:gd name="connsiteY245" fmla="*/ 926306 h 1012031"/>
                <a:gd name="connsiteX246" fmla="*/ 321468 w 759618"/>
                <a:gd name="connsiteY246" fmla="*/ 935831 h 1012031"/>
                <a:gd name="connsiteX247" fmla="*/ 307181 w 759618"/>
                <a:gd name="connsiteY247" fmla="*/ 926306 h 1012031"/>
                <a:gd name="connsiteX248" fmla="*/ 307181 w 759618"/>
                <a:gd name="connsiteY248" fmla="*/ 900113 h 1012031"/>
                <a:gd name="connsiteX249" fmla="*/ 290512 w 759618"/>
                <a:gd name="connsiteY249" fmla="*/ 916781 h 1012031"/>
                <a:gd name="connsiteX250" fmla="*/ 269081 w 759618"/>
                <a:gd name="connsiteY250" fmla="*/ 892969 h 1012031"/>
                <a:gd name="connsiteX251" fmla="*/ 252412 w 759618"/>
                <a:gd name="connsiteY251" fmla="*/ 919163 h 1012031"/>
                <a:gd name="connsiteX252" fmla="*/ 233362 w 759618"/>
                <a:gd name="connsiteY252" fmla="*/ 902494 h 1012031"/>
                <a:gd name="connsiteX253" fmla="*/ 254793 w 759618"/>
                <a:gd name="connsiteY253" fmla="*/ 888206 h 1012031"/>
                <a:gd name="connsiteX254" fmla="*/ 254793 w 759618"/>
                <a:gd name="connsiteY254" fmla="*/ 862013 h 1012031"/>
                <a:gd name="connsiteX255" fmla="*/ 278606 w 759618"/>
                <a:gd name="connsiteY255" fmla="*/ 876300 h 1012031"/>
                <a:gd name="connsiteX256" fmla="*/ 307181 w 759618"/>
                <a:gd name="connsiteY256" fmla="*/ 885825 h 1012031"/>
                <a:gd name="connsiteX257" fmla="*/ 323850 w 759618"/>
                <a:gd name="connsiteY257" fmla="*/ 878681 h 1012031"/>
                <a:gd name="connsiteX258" fmla="*/ 338137 w 759618"/>
                <a:gd name="connsiteY258" fmla="*/ 869156 h 1012031"/>
                <a:gd name="connsiteX259" fmla="*/ 338137 w 759618"/>
                <a:gd name="connsiteY259" fmla="*/ 847725 h 1012031"/>
                <a:gd name="connsiteX260" fmla="*/ 335756 w 759618"/>
                <a:gd name="connsiteY260" fmla="*/ 823913 h 1012031"/>
                <a:gd name="connsiteX261" fmla="*/ 338137 w 759618"/>
                <a:gd name="connsiteY261" fmla="*/ 797719 h 1012031"/>
                <a:gd name="connsiteX262" fmla="*/ 364331 w 759618"/>
                <a:gd name="connsiteY262" fmla="*/ 814388 h 1012031"/>
                <a:gd name="connsiteX263" fmla="*/ 392906 w 759618"/>
                <a:gd name="connsiteY263" fmla="*/ 795338 h 1012031"/>
                <a:gd name="connsiteX264" fmla="*/ 373856 w 759618"/>
                <a:gd name="connsiteY264" fmla="*/ 783431 h 1012031"/>
                <a:gd name="connsiteX265" fmla="*/ 395287 w 759618"/>
                <a:gd name="connsiteY265" fmla="*/ 776288 h 1012031"/>
                <a:gd name="connsiteX266" fmla="*/ 407193 w 759618"/>
                <a:gd name="connsiteY266" fmla="*/ 762000 h 1012031"/>
                <a:gd name="connsiteX267" fmla="*/ 388143 w 759618"/>
                <a:gd name="connsiteY267" fmla="*/ 752475 h 1012031"/>
                <a:gd name="connsiteX268" fmla="*/ 404812 w 759618"/>
                <a:gd name="connsiteY268" fmla="*/ 738188 h 1012031"/>
                <a:gd name="connsiteX269" fmla="*/ 423862 w 759618"/>
                <a:gd name="connsiteY269" fmla="*/ 707231 h 1012031"/>
                <a:gd name="connsiteX270" fmla="*/ 383381 w 759618"/>
                <a:gd name="connsiteY270" fmla="*/ 697706 h 1012031"/>
                <a:gd name="connsiteX271" fmla="*/ 381000 w 759618"/>
                <a:gd name="connsiteY271" fmla="*/ 690563 h 1012031"/>
                <a:gd name="connsiteX272" fmla="*/ 350043 w 759618"/>
                <a:gd name="connsiteY272" fmla="*/ 690563 h 1012031"/>
                <a:gd name="connsiteX273" fmla="*/ 335756 w 759618"/>
                <a:gd name="connsiteY273" fmla="*/ 676275 h 1012031"/>
                <a:gd name="connsiteX274" fmla="*/ 354806 w 759618"/>
                <a:gd name="connsiteY274" fmla="*/ 654844 h 1012031"/>
                <a:gd name="connsiteX275" fmla="*/ 390525 w 759618"/>
                <a:gd name="connsiteY275" fmla="*/ 657225 h 1012031"/>
                <a:gd name="connsiteX276" fmla="*/ 416718 w 759618"/>
                <a:gd name="connsiteY276" fmla="*/ 683419 h 1012031"/>
                <a:gd name="connsiteX277" fmla="*/ 428625 w 759618"/>
                <a:gd name="connsiteY277" fmla="*/ 647700 h 1012031"/>
                <a:gd name="connsiteX278" fmla="*/ 397668 w 759618"/>
                <a:gd name="connsiteY278" fmla="*/ 640556 h 1012031"/>
                <a:gd name="connsiteX279" fmla="*/ 359568 w 759618"/>
                <a:gd name="connsiteY279" fmla="*/ 631031 h 1012031"/>
                <a:gd name="connsiteX280" fmla="*/ 371475 w 759618"/>
                <a:gd name="connsiteY280" fmla="*/ 619125 h 1012031"/>
                <a:gd name="connsiteX281" fmla="*/ 395287 w 759618"/>
                <a:gd name="connsiteY281" fmla="*/ 616744 h 1012031"/>
                <a:gd name="connsiteX282" fmla="*/ 416718 w 759618"/>
                <a:gd name="connsiteY282" fmla="*/ 628650 h 1012031"/>
                <a:gd name="connsiteX283" fmla="*/ 442912 w 759618"/>
                <a:gd name="connsiteY283" fmla="*/ 607219 h 1012031"/>
                <a:gd name="connsiteX284" fmla="*/ 452437 w 759618"/>
                <a:gd name="connsiteY284" fmla="*/ 592931 h 1012031"/>
                <a:gd name="connsiteX285" fmla="*/ 428625 w 759618"/>
                <a:gd name="connsiteY285" fmla="*/ 576263 h 1012031"/>
                <a:gd name="connsiteX286" fmla="*/ 440531 w 759618"/>
                <a:gd name="connsiteY286" fmla="*/ 564356 h 1012031"/>
                <a:gd name="connsiteX287" fmla="*/ 464343 w 759618"/>
                <a:gd name="connsiteY287" fmla="*/ 578644 h 1012031"/>
                <a:gd name="connsiteX288" fmla="*/ 497681 w 759618"/>
                <a:gd name="connsiteY288" fmla="*/ 590550 h 1012031"/>
                <a:gd name="connsiteX289" fmla="*/ 511968 w 759618"/>
                <a:gd name="connsiteY289" fmla="*/ 557213 h 1012031"/>
                <a:gd name="connsiteX290" fmla="*/ 526256 w 759618"/>
                <a:gd name="connsiteY290" fmla="*/ 528638 h 1012031"/>
                <a:gd name="connsiteX291" fmla="*/ 502443 w 759618"/>
                <a:gd name="connsiteY291" fmla="*/ 531019 h 1012031"/>
                <a:gd name="connsiteX292" fmla="*/ 488156 w 759618"/>
                <a:gd name="connsiteY292" fmla="*/ 519113 h 1012031"/>
                <a:gd name="connsiteX293" fmla="*/ 550068 w 759618"/>
                <a:gd name="connsiteY293" fmla="*/ 478631 h 1012031"/>
                <a:gd name="connsiteX0" fmla="*/ 550068 w 759618"/>
                <a:gd name="connsiteY0" fmla="*/ 478631 h 1012031"/>
                <a:gd name="connsiteX1" fmla="*/ 561975 w 759618"/>
                <a:gd name="connsiteY1" fmla="*/ 459581 h 1012031"/>
                <a:gd name="connsiteX2" fmla="*/ 616743 w 759618"/>
                <a:gd name="connsiteY2" fmla="*/ 383381 h 1012031"/>
                <a:gd name="connsiteX3" fmla="*/ 626268 w 759618"/>
                <a:gd name="connsiteY3" fmla="*/ 357188 h 1012031"/>
                <a:gd name="connsiteX4" fmla="*/ 678656 w 759618"/>
                <a:gd name="connsiteY4" fmla="*/ 307181 h 1012031"/>
                <a:gd name="connsiteX5" fmla="*/ 600075 w 759618"/>
                <a:gd name="connsiteY5" fmla="*/ 335756 h 1012031"/>
                <a:gd name="connsiteX6" fmla="*/ 554831 w 759618"/>
                <a:gd name="connsiteY6" fmla="*/ 373856 h 1012031"/>
                <a:gd name="connsiteX7" fmla="*/ 535781 w 759618"/>
                <a:gd name="connsiteY7" fmla="*/ 369094 h 1012031"/>
                <a:gd name="connsiteX8" fmla="*/ 597693 w 759618"/>
                <a:gd name="connsiteY8" fmla="*/ 309563 h 1012031"/>
                <a:gd name="connsiteX9" fmla="*/ 573881 w 759618"/>
                <a:gd name="connsiteY9" fmla="*/ 288131 h 1012031"/>
                <a:gd name="connsiteX10" fmla="*/ 561975 w 759618"/>
                <a:gd name="connsiteY10" fmla="*/ 261938 h 1012031"/>
                <a:gd name="connsiteX11" fmla="*/ 614362 w 759618"/>
                <a:gd name="connsiteY11" fmla="*/ 292894 h 1012031"/>
                <a:gd name="connsiteX12" fmla="*/ 650081 w 759618"/>
                <a:gd name="connsiteY12" fmla="*/ 290513 h 1012031"/>
                <a:gd name="connsiteX13" fmla="*/ 650081 w 759618"/>
                <a:gd name="connsiteY13" fmla="*/ 273844 h 1012031"/>
                <a:gd name="connsiteX14" fmla="*/ 678656 w 759618"/>
                <a:gd name="connsiteY14" fmla="*/ 271463 h 1012031"/>
                <a:gd name="connsiteX15" fmla="*/ 721518 w 759618"/>
                <a:gd name="connsiteY15" fmla="*/ 221456 h 1012031"/>
                <a:gd name="connsiteX16" fmla="*/ 759618 w 759618"/>
                <a:gd name="connsiteY16" fmla="*/ 150019 h 1012031"/>
                <a:gd name="connsiteX17" fmla="*/ 738187 w 759618"/>
                <a:gd name="connsiteY17" fmla="*/ 126206 h 1012031"/>
                <a:gd name="connsiteX18" fmla="*/ 704850 w 759618"/>
                <a:gd name="connsiteY18" fmla="*/ 121444 h 1012031"/>
                <a:gd name="connsiteX19" fmla="*/ 692943 w 759618"/>
                <a:gd name="connsiteY19" fmla="*/ 73819 h 1012031"/>
                <a:gd name="connsiteX20" fmla="*/ 669131 w 759618"/>
                <a:gd name="connsiteY20" fmla="*/ 59531 h 1012031"/>
                <a:gd name="connsiteX21" fmla="*/ 628650 w 759618"/>
                <a:gd name="connsiteY21" fmla="*/ 78581 h 1012031"/>
                <a:gd name="connsiteX22" fmla="*/ 614362 w 759618"/>
                <a:gd name="connsiteY22" fmla="*/ 102394 h 1012031"/>
                <a:gd name="connsiteX23" fmla="*/ 588168 w 759618"/>
                <a:gd name="connsiteY23" fmla="*/ 114300 h 1012031"/>
                <a:gd name="connsiteX24" fmla="*/ 576262 w 759618"/>
                <a:gd name="connsiteY24" fmla="*/ 107156 h 1012031"/>
                <a:gd name="connsiteX25" fmla="*/ 592931 w 759618"/>
                <a:gd name="connsiteY25" fmla="*/ 85725 h 1012031"/>
                <a:gd name="connsiteX26" fmla="*/ 621506 w 759618"/>
                <a:gd name="connsiteY26" fmla="*/ 50006 h 1012031"/>
                <a:gd name="connsiteX27" fmla="*/ 585787 w 759618"/>
                <a:gd name="connsiteY27" fmla="*/ 33338 h 1012031"/>
                <a:gd name="connsiteX28" fmla="*/ 557212 w 759618"/>
                <a:gd name="connsiteY28" fmla="*/ 38100 h 1012031"/>
                <a:gd name="connsiteX29" fmla="*/ 540543 w 759618"/>
                <a:gd name="connsiteY29" fmla="*/ 16669 h 1012031"/>
                <a:gd name="connsiteX30" fmla="*/ 526256 w 759618"/>
                <a:gd name="connsiteY30" fmla="*/ 16669 h 1012031"/>
                <a:gd name="connsiteX31" fmla="*/ 519112 w 759618"/>
                <a:gd name="connsiteY31" fmla="*/ 28575 h 1012031"/>
                <a:gd name="connsiteX32" fmla="*/ 533400 w 759618"/>
                <a:gd name="connsiteY32" fmla="*/ 61913 h 1012031"/>
                <a:gd name="connsiteX33" fmla="*/ 519112 w 759618"/>
                <a:gd name="connsiteY33" fmla="*/ 69056 h 1012031"/>
                <a:gd name="connsiteX34" fmla="*/ 500062 w 759618"/>
                <a:gd name="connsiteY34" fmla="*/ 33338 h 1012031"/>
                <a:gd name="connsiteX35" fmla="*/ 495300 w 759618"/>
                <a:gd name="connsiteY35" fmla="*/ 0 h 1012031"/>
                <a:gd name="connsiteX36" fmla="*/ 466725 w 759618"/>
                <a:gd name="connsiteY36" fmla="*/ 40481 h 1012031"/>
                <a:gd name="connsiteX37" fmla="*/ 466725 w 759618"/>
                <a:gd name="connsiteY37" fmla="*/ 61913 h 1012031"/>
                <a:gd name="connsiteX38" fmla="*/ 490537 w 759618"/>
                <a:gd name="connsiteY38" fmla="*/ 80963 h 1012031"/>
                <a:gd name="connsiteX39" fmla="*/ 490537 w 759618"/>
                <a:gd name="connsiteY39" fmla="*/ 100013 h 1012031"/>
                <a:gd name="connsiteX40" fmla="*/ 464343 w 759618"/>
                <a:gd name="connsiteY40" fmla="*/ 95250 h 1012031"/>
                <a:gd name="connsiteX41" fmla="*/ 442912 w 759618"/>
                <a:gd name="connsiteY41" fmla="*/ 64294 h 1012031"/>
                <a:gd name="connsiteX42" fmla="*/ 433387 w 759618"/>
                <a:gd name="connsiteY42" fmla="*/ 40481 h 1012031"/>
                <a:gd name="connsiteX43" fmla="*/ 414337 w 759618"/>
                <a:gd name="connsiteY43" fmla="*/ 33338 h 1012031"/>
                <a:gd name="connsiteX44" fmla="*/ 383381 w 759618"/>
                <a:gd name="connsiteY44" fmla="*/ 38100 h 1012031"/>
                <a:gd name="connsiteX45" fmla="*/ 376237 w 759618"/>
                <a:gd name="connsiteY45" fmla="*/ 42863 h 1012031"/>
                <a:gd name="connsiteX46" fmla="*/ 378618 w 759618"/>
                <a:gd name="connsiteY46" fmla="*/ 69056 h 1012031"/>
                <a:gd name="connsiteX47" fmla="*/ 402431 w 759618"/>
                <a:gd name="connsiteY47" fmla="*/ 88106 h 1012031"/>
                <a:gd name="connsiteX48" fmla="*/ 416718 w 759618"/>
                <a:gd name="connsiteY48" fmla="*/ 109538 h 1012031"/>
                <a:gd name="connsiteX49" fmla="*/ 402431 w 759618"/>
                <a:gd name="connsiteY49" fmla="*/ 145256 h 1012031"/>
                <a:gd name="connsiteX50" fmla="*/ 385762 w 759618"/>
                <a:gd name="connsiteY50" fmla="*/ 135731 h 1012031"/>
                <a:gd name="connsiteX51" fmla="*/ 381000 w 759618"/>
                <a:gd name="connsiteY51" fmla="*/ 104775 h 1012031"/>
                <a:gd name="connsiteX52" fmla="*/ 352425 w 759618"/>
                <a:gd name="connsiteY52" fmla="*/ 59531 h 1012031"/>
                <a:gd name="connsiteX53" fmla="*/ 333375 w 759618"/>
                <a:gd name="connsiteY53" fmla="*/ 69056 h 1012031"/>
                <a:gd name="connsiteX54" fmla="*/ 323850 w 759618"/>
                <a:gd name="connsiteY54" fmla="*/ 50006 h 1012031"/>
                <a:gd name="connsiteX55" fmla="*/ 302418 w 759618"/>
                <a:gd name="connsiteY55" fmla="*/ 42863 h 1012031"/>
                <a:gd name="connsiteX56" fmla="*/ 290512 w 759618"/>
                <a:gd name="connsiteY56" fmla="*/ 64294 h 1012031"/>
                <a:gd name="connsiteX57" fmla="*/ 304800 w 759618"/>
                <a:gd name="connsiteY57" fmla="*/ 76200 h 1012031"/>
                <a:gd name="connsiteX58" fmla="*/ 323850 w 759618"/>
                <a:gd name="connsiteY58" fmla="*/ 92869 h 1012031"/>
                <a:gd name="connsiteX59" fmla="*/ 335756 w 759618"/>
                <a:gd name="connsiteY59" fmla="*/ 100013 h 1012031"/>
                <a:gd name="connsiteX60" fmla="*/ 328612 w 759618"/>
                <a:gd name="connsiteY60" fmla="*/ 111919 h 1012031"/>
                <a:gd name="connsiteX61" fmla="*/ 307181 w 759618"/>
                <a:gd name="connsiteY61" fmla="*/ 100013 h 1012031"/>
                <a:gd name="connsiteX62" fmla="*/ 264318 w 759618"/>
                <a:gd name="connsiteY62" fmla="*/ 76200 h 1012031"/>
                <a:gd name="connsiteX63" fmla="*/ 280987 w 759618"/>
                <a:gd name="connsiteY63" fmla="*/ 114300 h 1012031"/>
                <a:gd name="connsiteX64" fmla="*/ 292893 w 759618"/>
                <a:gd name="connsiteY64" fmla="*/ 130969 h 1012031"/>
                <a:gd name="connsiteX65" fmla="*/ 280987 w 759618"/>
                <a:gd name="connsiteY65" fmla="*/ 140494 h 1012031"/>
                <a:gd name="connsiteX66" fmla="*/ 247650 w 759618"/>
                <a:gd name="connsiteY66" fmla="*/ 100013 h 1012031"/>
                <a:gd name="connsiteX67" fmla="*/ 261937 w 759618"/>
                <a:gd name="connsiteY67" fmla="*/ 142875 h 1012031"/>
                <a:gd name="connsiteX68" fmla="*/ 242887 w 759618"/>
                <a:gd name="connsiteY68" fmla="*/ 150019 h 1012031"/>
                <a:gd name="connsiteX69" fmla="*/ 257175 w 759618"/>
                <a:gd name="connsiteY69" fmla="*/ 178594 h 1012031"/>
                <a:gd name="connsiteX70" fmla="*/ 278606 w 759618"/>
                <a:gd name="connsiteY70" fmla="*/ 195263 h 1012031"/>
                <a:gd name="connsiteX71" fmla="*/ 307181 w 759618"/>
                <a:gd name="connsiteY71" fmla="*/ 228600 h 1012031"/>
                <a:gd name="connsiteX72" fmla="*/ 316706 w 759618"/>
                <a:gd name="connsiteY72" fmla="*/ 254794 h 1012031"/>
                <a:gd name="connsiteX73" fmla="*/ 316706 w 759618"/>
                <a:gd name="connsiteY73" fmla="*/ 254794 h 1012031"/>
                <a:gd name="connsiteX74" fmla="*/ 285750 w 759618"/>
                <a:gd name="connsiteY74" fmla="*/ 235744 h 1012031"/>
                <a:gd name="connsiteX75" fmla="*/ 238125 w 759618"/>
                <a:gd name="connsiteY75" fmla="*/ 221456 h 1012031"/>
                <a:gd name="connsiteX76" fmla="*/ 223837 w 759618"/>
                <a:gd name="connsiteY76" fmla="*/ 195263 h 1012031"/>
                <a:gd name="connsiteX77" fmla="*/ 204787 w 759618"/>
                <a:gd name="connsiteY77" fmla="*/ 166688 h 1012031"/>
                <a:gd name="connsiteX78" fmla="*/ 166687 w 759618"/>
                <a:gd name="connsiteY78" fmla="*/ 130969 h 1012031"/>
                <a:gd name="connsiteX79" fmla="*/ 166687 w 759618"/>
                <a:gd name="connsiteY79" fmla="*/ 157163 h 1012031"/>
                <a:gd name="connsiteX80" fmla="*/ 173831 w 759618"/>
                <a:gd name="connsiteY80" fmla="*/ 176213 h 1012031"/>
                <a:gd name="connsiteX81" fmla="*/ 171450 w 759618"/>
                <a:gd name="connsiteY81" fmla="*/ 188119 h 1012031"/>
                <a:gd name="connsiteX82" fmla="*/ 152400 w 759618"/>
                <a:gd name="connsiteY82" fmla="*/ 195263 h 1012031"/>
                <a:gd name="connsiteX83" fmla="*/ 128587 w 759618"/>
                <a:gd name="connsiteY83" fmla="*/ 190500 h 1012031"/>
                <a:gd name="connsiteX84" fmla="*/ 178593 w 759618"/>
                <a:gd name="connsiteY84" fmla="*/ 214313 h 1012031"/>
                <a:gd name="connsiteX85" fmla="*/ 188118 w 759618"/>
                <a:gd name="connsiteY85" fmla="*/ 228600 h 1012031"/>
                <a:gd name="connsiteX86" fmla="*/ 185737 w 759618"/>
                <a:gd name="connsiteY86" fmla="*/ 250031 h 1012031"/>
                <a:gd name="connsiteX87" fmla="*/ 157162 w 759618"/>
                <a:gd name="connsiteY87" fmla="*/ 228600 h 1012031"/>
                <a:gd name="connsiteX88" fmla="*/ 121443 w 759618"/>
                <a:gd name="connsiteY88" fmla="*/ 223838 h 1012031"/>
                <a:gd name="connsiteX89" fmla="*/ 97631 w 759618"/>
                <a:gd name="connsiteY89" fmla="*/ 211931 h 1012031"/>
                <a:gd name="connsiteX90" fmla="*/ 73818 w 759618"/>
                <a:gd name="connsiteY90" fmla="*/ 235744 h 1012031"/>
                <a:gd name="connsiteX91" fmla="*/ 73818 w 759618"/>
                <a:gd name="connsiteY91" fmla="*/ 257175 h 1012031"/>
                <a:gd name="connsiteX92" fmla="*/ 52387 w 759618"/>
                <a:gd name="connsiteY92" fmla="*/ 273844 h 1012031"/>
                <a:gd name="connsiteX93" fmla="*/ 35718 w 759618"/>
                <a:gd name="connsiteY93" fmla="*/ 254794 h 1012031"/>
                <a:gd name="connsiteX94" fmla="*/ 19050 w 759618"/>
                <a:gd name="connsiteY94" fmla="*/ 264319 h 1012031"/>
                <a:gd name="connsiteX95" fmla="*/ 0 w 759618"/>
                <a:gd name="connsiteY95" fmla="*/ 297656 h 1012031"/>
                <a:gd name="connsiteX96" fmla="*/ 26193 w 759618"/>
                <a:gd name="connsiteY96" fmla="*/ 283369 h 1012031"/>
                <a:gd name="connsiteX97" fmla="*/ 38100 w 759618"/>
                <a:gd name="connsiteY97" fmla="*/ 273844 h 1012031"/>
                <a:gd name="connsiteX98" fmla="*/ 52387 w 759618"/>
                <a:gd name="connsiteY98" fmla="*/ 288131 h 1012031"/>
                <a:gd name="connsiteX99" fmla="*/ 30956 w 759618"/>
                <a:gd name="connsiteY99" fmla="*/ 323850 h 1012031"/>
                <a:gd name="connsiteX100" fmla="*/ 69056 w 759618"/>
                <a:gd name="connsiteY100" fmla="*/ 300038 h 1012031"/>
                <a:gd name="connsiteX101" fmla="*/ 92868 w 759618"/>
                <a:gd name="connsiteY101" fmla="*/ 295275 h 1012031"/>
                <a:gd name="connsiteX102" fmla="*/ 114300 w 759618"/>
                <a:gd name="connsiteY102" fmla="*/ 300038 h 1012031"/>
                <a:gd name="connsiteX103" fmla="*/ 111918 w 759618"/>
                <a:gd name="connsiteY103" fmla="*/ 316706 h 1012031"/>
                <a:gd name="connsiteX104" fmla="*/ 92868 w 759618"/>
                <a:gd name="connsiteY104" fmla="*/ 311944 h 1012031"/>
                <a:gd name="connsiteX105" fmla="*/ 66675 w 759618"/>
                <a:gd name="connsiteY105" fmla="*/ 338138 h 1012031"/>
                <a:gd name="connsiteX106" fmla="*/ 69056 w 759618"/>
                <a:gd name="connsiteY106" fmla="*/ 359569 h 1012031"/>
                <a:gd name="connsiteX107" fmla="*/ 50006 w 759618"/>
                <a:gd name="connsiteY107" fmla="*/ 369094 h 1012031"/>
                <a:gd name="connsiteX108" fmla="*/ 59531 w 759618"/>
                <a:gd name="connsiteY108" fmla="*/ 385763 h 1012031"/>
                <a:gd name="connsiteX109" fmla="*/ 88106 w 759618"/>
                <a:gd name="connsiteY109" fmla="*/ 376238 h 1012031"/>
                <a:gd name="connsiteX110" fmla="*/ 116681 w 759618"/>
                <a:gd name="connsiteY110" fmla="*/ 378619 h 1012031"/>
                <a:gd name="connsiteX111" fmla="*/ 138112 w 759618"/>
                <a:gd name="connsiteY111" fmla="*/ 354806 h 1012031"/>
                <a:gd name="connsiteX112" fmla="*/ 164306 w 759618"/>
                <a:gd name="connsiteY112" fmla="*/ 335756 h 1012031"/>
                <a:gd name="connsiteX113" fmla="*/ 178593 w 759618"/>
                <a:gd name="connsiteY113" fmla="*/ 340519 h 1012031"/>
                <a:gd name="connsiteX114" fmla="*/ 157162 w 759618"/>
                <a:gd name="connsiteY114" fmla="*/ 366713 h 1012031"/>
                <a:gd name="connsiteX115" fmla="*/ 114300 w 759618"/>
                <a:gd name="connsiteY115" fmla="*/ 407194 h 1012031"/>
                <a:gd name="connsiteX116" fmla="*/ 73818 w 759618"/>
                <a:gd name="connsiteY116" fmla="*/ 411956 h 1012031"/>
                <a:gd name="connsiteX117" fmla="*/ 102393 w 759618"/>
                <a:gd name="connsiteY117" fmla="*/ 447675 h 1012031"/>
                <a:gd name="connsiteX118" fmla="*/ 133350 w 759618"/>
                <a:gd name="connsiteY118" fmla="*/ 419100 h 1012031"/>
                <a:gd name="connsiteX119" fmla="*/ 169068 w 759618"/>
                <a:gd name="connsiteY119" fmla="*/ 378619 h 1012031"/>
                <a:gd name="connsiteX120" fmla="*/ 209550 w 759618"/>
                <a:gd name="connsiteY120" fmla="*/ 371475 h 1012031"/>
                <a:gd name="connsiteX121" fmla="*/ 223837 w 759618"/>
                <a:gd name="connsiteY121" fmla="*/ 373856 h 1012031"/>
                <a:gd name="connsiteX122" fmla="*/ 183356 w 759618"/>
                <a:gd name="connsiteY122" fmla="*/ 402431 h 1012031"/>
                <a:gd name="connsiteX123" fmla="*/ 154781 w 759618"/>
                <a:gd name="connsiteY123" fmla="*/ 428625 h 1012031"/>
                <a:gd name="connsiteX124" fmla="*/ 147637 w 759618"/>
                <a:gd name="connsiteY124" fmla="*/ 454819 h 1012031"/>
                <a:gd name="connsiteX125" fmla="*/ 169068 w 759618"/>
                <a:gd name="connsiteY125" fmla="*/ 466725 h 1012031"/>
                <a:gd name="connsiteX126" fmla="*/ 197643 w 759618"/>
                <a:gd name="connsiteY126" fmla="*/ 454819 h 1012031"/>
                <a:gd name="connsiteX127" fmla="*/ 197643 w 759618"/>
                <a:gd name="connsiteY127" fmla="*/ 423863 h 1012031"/>
                <a:gd name="connsiteX128" fmla="*/ 211931 w 759618"/>
                <a:gd name="connsiteY128" fmla="*/ 411956 h 1012031"/>
                <a:gd name="connsiteX129" fmla="*/ 228600 w 759618"/>
                <a:gd name="connsiteY129" fmla="*/ 428625 h 1012031"/>
                <a:gd name="connsiteX130" fmla="*/ 254793 w 759618"/>
                <a:gd name="connsiteY130" fmla="*/ 423863 h 1012031"/>
                <a:gd name="connsiteX131" fmla="*/ 240506 w 759618"/>
                <a:gd name="connsiteY131" fmla="*/ 445294 h 1012031"/>
                <a:gd name="connsiteX132" fmla="*/ 216693 w 759618"/>
                <a:gd name="connsiteY132" fmla="*/ 452438 h 1012031"/>
                <a:gd name="connsiteX133" fmla="*/ 242887 w 759618"/>
                <a:gd name="connsiteY133" fmla="*/ 464344 h 1012031"/>
                <a:gd name="connsiteX134" fmla="*/ 304800 w 759618"/>
                <a:gd name="connsiteY134" fmla="*/ 411956 h 1012031"/>
                <a:gd name="connsiteX135" fmla="*/ 307181 w 759618"/>
                <a:gd name="connsiteY135" fmla="*/ 364331 h 1012031"/>
                <a:gd name="connsiteX136" fmla="*/ 378618 w 759618"/>
                <a:gd name="connsiteY136" fmla="*/ 311944 h 1012031"/>
                <a:gd name="connsiteX137" fmla="*/ 385762 w 759618"/>
                <a:gd name="connsiteY137" fmla="*/ 335756 h 1012031"/>
                <a:gd name="connsiteX138" fmla="*/ 357187 w 759618"/>
                <a:gd name="connsiteY138" fmla="*/ 359569 h 1012031"/>
                <a:gd name="connsiteX139" fmla="*/ 333375 w 759618"/>
                <a:gd name="connsiteY139" fmla="*/ 400050 h 1012031"/>
                <a:gd name="connsiteX140" fmla="*/ 333375 w 759618"/>
                <a:gd name="connsiteY140" fmla="*/ 414338 h 1012031"/>
                <a:gd name="connsiteX141" fmla="*/ 359568 w 759618"/>
                <a:gd name="connsiteY141" fmla="*/ 407194 h 1012031"/>
                <a:gd name="connsiteX142" fmla="*/ 381000 w 759618"/>
                <a:gd name="connsiteY142" fmla="*/ 414338 h 1012031"/>
                <a:gd name="connsiteX143" fmla="*/ 369093 w 759618"/>
                <a:gd name="connsiteY143" fmla="*/ 419100 h 1012031"/>
                <a:gd name="connsiteX144" fmla="*/ 338137 w 759618"/>
                <a:gd name="connsiteY144" fmla="*/ 428625 h 1012031"/>
                <a:gd name="connsiteX145" fmla="*/ 300037 w 759618"/>
                <a:gd name="connsiteY145" fmla="*/ 454819 h 1012031"/>
                <a:gd name="connsiteX146" fmla="*/ 345281 w 759618"/>
                <a:gd name="connsiteY146" fmla="*/ 461963 h 1012031"/>
                <a:gd name="connsiteX147" fmla="*/ 342900 w 759618"/>
                <a:gd name="connsiteY147" fmla="*/ 476250 h 1012031"/>
                <a:gd name="connsiteX148" fmla="*/ 292893 w 759618"/>
                <a:gd name="connsiteY148" fmla="*/ 478631 h 1012031"/>
                <a:gd name="connsiteX149" fmla="*/ 261937 w 759618"/>
                <a:gd name="connsiteY149" fmla="*/ 495300 h 1012031"/>
                <a:gd name="connsiteX150" fmla="*/ 228600 w 759618"/>
                <a:gd name="connsiteY150" fmla="*/ 504825 h 1012031"/>
                <a:gd name="connsiteX151" fmla="*/ 240506 w 759618"/>
                <a:gd name="connsiteY151" fmla="*/ 540544 h 1012031"/>
                <a:gd name="connsiteX152" fmla="*/ 257175 w 759618"/>
                <a:gd name="connsiteY152" fmla="*/ 557213 h 1012031"/>
                <a:gd name="connsiteX153" fmla="*/ 259556 w 759618"/>
                <a:gd name="connsiteY153" fmla="*/ 578644 h 1012031"/>
                <a:gd name="connsiteX154" fmla="*/ 290512 w 759618"/>
                <a:gd name="connsiteY154" fmla="*/ 585788 h 1012031"/>
                <a:gd name="connsiteX155" fmla="*/ 292893 w 759618"/>
                <a:gd name="connsiteY155" fmla="*/ 597694 h 1012031"/>
                <a:gd name="connsiteX156" fmla="*/ 273843 w 759618"/>
                <a:gd name="connsiteY156" fmla="*/ 616744 h 1012031"/>
                <a:gd name="connsiteX157" fmla="*/ 252412 w 759618"/>
                <a:gd name="connsiteY157" fmla="*/ 609600 h 1012031"/>
                <a:gd name="connsiteX158" fmla="*/ 235743 w 759618"/>
                <a:gd name="connsiteY158" fmla="*/ 607219 h 1012031"/>
                <a:gd name="connsiteX159" fmla="*/ 228600 w 759618"/>
                <a:gd name="connsiteY159" fmla="*/ 581025 h 1012031"/>
                <a:gd name="connsiteX160" fmla="*/ 204787 w 759618"/>
                <a:gd name="connsiteY160" fmla="*/ 547688 h 1012031"/>
                <a:gd name="connsiteX161" fmla="*/ 192881 w 759618"/>
                <a:gd name="connsiteY161" fmla="*/ 519113 h 1012031"/>
                <a:gd name="connsiteX162" fmla="*/ 166687 w 759618"/>
                <a:gd name="connsiteY162" fmla="*/ 507206 h 1012031"/>
                <a:gd name="connsiteX163" fmla="*/ 130968 w 759618"/>
                <a:gd name="connsiteY163" fmla="*/ 495300 h 1012031"/>
                <a:gd name="connsiteX164" fmla="*/ 135731 w 759618"/>
                <a:gd name="connsiteY164" fmla="*/ 535781 h 1012031"/>
                <a:gd name="connsiteX165" fmla="*/ 171450 w 759618"/>
                <a:gd name="connsiteY165" fmla="*/ 554831 h 1012031"/>
                <a:gd name="connsiteX166" fmla="*/ 164306 w 759618"/>
                <a:gd name="connsiteY166" fmla="*/ 569119 h 1012031"/>
                <a:gd name="connsiteX167" fmla="*/ 138112 w 759618"/>
                <a:gd name="connsiteY167" fmla="*/ 554831 h 1012031"/>
                <a:gd name="connsiteX168" fmla="*/ 173831 w 759618"/>
                <a:gd name="connsiteY168" fmla="*/ 595313 h 1012031"/>
                <a:gd name="connsiteX169" fmla="*/ 188118 w 759618"/>
                <a:gd name="connsiteY169" fmla="*/ 621506 h 1012031"/>
                <a:gd name="connsiteX170" fmla="*/ 197643 w 759618"/>
                <a:gd name="connsiteY170" fmla="*/ 642938 h 1012031"/>
                <a:gd name="connsiteX171" fmla="*/ 207168 w 759618"/>
                <a:gd name="connsiteY171" fmla="*/ 659606 h 1012031"/>
                <a:gd name="connsiteX172" fmla="*/ 207168 w 759618"/>
                <a:gd name="connsiteY172" fmla="*/ 659606 h 1012031"/>
                <a:gd name="connsiteX173" fmla="*/ 176212 w 759618"/>
                <a:gd name="connsiteY173" fmla="*/ 664369 h 1012031"/>
                <a:gd name="connsiteX174" fmla="*/ 200025 w 759618"/>
                <a:gd name="connsiteY174" fmla="*/ 681038 h 1012031"/>
                <a:gd name="connsiteX175" fmla="*/ 228600 w 759618"/>
                <a:gd name="connsiteY175" fmla="*/ 690563 h 1012031"/>
                <a:gd name="connsiteX176" fmla="*/ 242887 w 759618"/>
                <a:gd name="connsiteY176" fmla="*/ 685800 h 1012031"/>
                <a:gd name="connsiteX177" fmla="*/ 252412 w 759618"/>
                <a:gd name="connsiteY177" fmla="*/ 678656 h 1012031"/>
                <a:gd name="connsiteX178" fmla="*/ 264318 w 759618"/>
                <a:gd name="connsiteY178" fmla="*/ 704850 h 1012031"/>
                <a:gd name="connsiteX179" fmla="*/ 252412 w 759618"/>
                <a:gd name="connsiteY179" fmla="*/ 719138 h 1012031"/>
                <a:gd name="connsiteX180" fmla="*/ 235743 w 759618"/>
                <a:gd name="connsiteY180" fmla="*/ 745331 h 1012031"/>
                <a:gd name="connsiteX181" fmla="*/ 209550 w 759618"/>
                <a:gd name="connsiteY181" fmla="*/ 716756 h 1012031"/>
                <a:gd name="connsiteX182" fmla="*/ 185737 w 759618"/>
                <a:gd name="connsiteY182" fmla="*/ 704850 h 1012031"/>
                <a:gd name="connsiteX183" fmla="*/ 147637 w 759618"/>
                <a:gd name="connsiteY183" fmla="*/ 707231 h 1012031"/>
                <a:gd name="connsiteX184" fmla="*/ 135731 w 759618"/>
                <a:gd name="connsiteY184" fmla="*/ 716756 h 1012031"/>
                <a:gd name="connsiteX185" fmla="*/ 123825 w 759618"/>
                <a:gd name="connsiteY185" fmla="*/ 735806 h 1012031"/>
                <a:gd name="connsiteX186" fmla="*/ 114300 w 759618"/>
                <a:gd name="connsiteY186" fmla="*/ 766763 h 1012031"/>
                <a:gd name="connsiteX187" fmla="*/ 126206 w 759618"/>
                <a:gd name="connsiteY187" fmla="*/ 781050 h 1012031"/>
                <a:gd name="connsiteX188" fmla="*/ 145256 w 759618"/>
                <a:gd name="connsiteY188" fmla="*/ 757238 h 1012031"/>
                <a:gd name="connsiteX189" fmla="*/ 145256 w 759618"/>
                <a:gd name="connsiteY189" fmla="*/ 757238 h 1012031"/>
                <a:gd name="connsiteX190" fmla="*/ 152400 w 759618"/>
                <a:gd name="connsiteY190" fmla="*/ 778669 h 1012031"/>
                <a:gd name="connsiteX191" fmla="*/ 142875 w 759618"/>
                <a:gd name="connsiteY191" fmla="*/ 790575 h 1012031"/>
                <a:gd name="connsiteX192" fmla="*/ 173831 w 759618"/>
                <a:gd name="connsiteY192" fmla="*/ 776288 h 1012031"/>
                <a:gd name="connsiteX193" fmla="*/ 169068 w 759618"/>
                <a:gd name="connsiteY193" fmla="*/ 752475 h 1012031"/>
                <a:gd name="connsiteX194" fmla="*/ 183356 w 759618"/>
                <a:gd name="connsiteY194" fmla="*/ 747713 h 1012031"/>
                <a:gd name="connsiteX195" fmla="*/ 183356 w 759618"/>
                <a:gd name="connsiteY195" fmla="*/ 766763 h 1012031"/>
                <a:gd name="connsiteX196" fmla="*/ 188118 w 759618"/>
                <a:gd name="connsiteY196" fmla="*/ 778669 h 1012031"/>
                <a:gd name="connsiteX197" fmla="*/ 200025 w 759618"/>
                <a:gd name="connsiteY197" fmla="*/ 783431 h 1012031"/>
                <a:gd name="connsiteX198" fmla="*/ 197643 w 759618"/>
                <a:gd name="connsiteY198" fmla="*/ 797719 h 1012031"/>
                <a:gd name="connsiteX199" fmla="*/ 178593 w 759618"/>
                <a:gd name="connsiteY199" fmla="*/ 802481 h 1012031"/>
                <a:gd name="connsiteX200" fmla="*/ 166687 w 759618"/>
                <a:gd name="connsiteY200" fmla="*/ 812006 h 1012031"/>
                <a:gd name="connsiteX201" fmla="*/ 180975 w 759618"/>
                <a:gd name="connsiteY201" fmla="*/ 816769 h 1012031"/>
                <a:gd name="connsiteX202" fmla="*/ 173831 w 759618"/>
                <a:gd name="connsiteY202" fmla="*/ 838200 h 1012031"/>
                <a:gd name="connsiteX203" fmla="*/ 190500 w 759618"/>
                <a:gd name="connsiteY203" fmla="*/ 842963 h 1012031"/>
                <a:gd name="connsiteX204" fmla="*/ 190500 w 759618"/>
                <a:gd name="connsiteY204" fmla="*/ 842963 h 1012031"/>
                <a:gd name="connsiteX205" fmla="*/ 226218 w 759618"/>
                <a:gd name="connsiteY205" fmla="*/ 814388 h 1012031"/>
                <a:gd name="connsiteX206" fmla="*/ 230981 w 759618"/>
                <a:gd name="connsiteY206" fmla="*/ 795338 h 1012031"/>
                <a:gd name="connsiteX207" fmla="*/ 247650 w 759618"/>
                <a:gd name="connsiteY207" fmla="*/ 804863 h 1012031"/>
                <a:gd name="connsiteX208" fmla="*/ 228600 w 759618"/>
                <a:gd name="connsiteY208" fmla="*/ 842963 h 1012031"/>
                <a:gd name="connsiteX209" fmla="*/ 204787 w 759618"/>
                <a:gd name="connsiteY209" fmla="*/ 869156 h 1012031"/>
                <a:gd name="connsiteX210" fmla="*/ 192881 w 759618"/>
                <a:gd name="connsiteY210" fmla="*/ 873919 h 1012031"/>
                <a:gd name="connsiteX211" fmla="*/ 171450 w 759618"/>
                <a:gd name="connsiteY211" fmla="*/ 888206 h 1012031"/>
                <a:gd name="connsiteX212" fmla="*/ 142875 w 759618"/>
                <a:gd name="connsiteY212" fmla="*/ 859631 h 1012031"/>
                <a:gd name="connsiteX213" fmla="*/ 126206 w 759618"/>
                <a:gd name="connsiteY213" fmla="*/ 831056 h 1012031"/>
                <a:gd name="connsiteX214" fmla="*/ 104775 w 759618"/>
                <a:gd name="connsiteY214" fmla="*/ 828675 h 1012031"/>
                <a:gd name="connsiteX215" fmla="*/ 85725 w 759618"/>
                <a:gd name="connsiteY215" fmla="*/ 845344 h 1012031"/>
                <a:gd name="connsiteX216" fmla="*/ 100012 w 759618"/>
                <a:gd name="connsiteY216" fmla="*/ 864394 h 1012031"/>
                <a:gd name="connsiteX217" fmla="*/ 111918 w 759618"/>
                <a:gd name="connsiteY217" fmla="*/ 878681 h 1012031"/>
                <a:gd name="connsiteX218" fmla="*/ 123825 w 759618"/>
                <a:gd name="connsiteY218" fmla="*/ 888206 h 1012031"/>
                <a:gd name="connsiteX219" fmla="*/ 133350 w 759618"/>
                <a:gd name="connsiteY219" fmla="*/ 909638 h 1012031"/>
                <a:gd name="connsiteX220" fmla="*/ 109537 w 759618"/>
                <a:gd name="connsiteY220" fmla="*/ 921544 h 1012031"/>
                <a:gd name="connsiteX221" fmla="*/ 90487 w 759618"/>
                <a:gd name="connsiteY221" fmla="*/ 909638 h 1012031"/>
                <a:gd name="connsiteX222" fmla="*/ 71437 w 759618"/>
                <a:gd name="connsiteY222" fmla="*/ 935831 h 1012031"/>
                <a:gd name="connsiteX223" fmla="*/ 61912 w 759618"/>
                <a:gd name="connsiteY223" fmla="*/ 971550 h 1012031"/>
                <a:gd name="connsiteX224" fmla="*/ 80962 w 759618"/>
                <a:gd name="connsiteY224" fmla="*/ 954881 h 1012031"/>
                <a:gd name="connsiteX225" fmla="*/ 95250 w 759618"/>
                <a:gd name="connsiteY225" fmla="*/ 978694 h 1012031"/>
                <a:gd name="connsiteX226" fmla="*/ 109537 w 759618"/>
                <a:gd name="connsiteY226" fmla="*/ 964406 h 1012031"/>
                <a:gd name="connsiteX227" fmla="*/ 119062 w 759618"/>
                <a:gd name="connsiteY227" fmla="*/ 981075 h 1012031"/>
                <a:gd name="connsiteX228" fmla="*/ 126206 w 759618"/>
                <a:gd name="connsiteY228" fmla="*/ 959644 h 1012031"/>
                <a:gd name="connsiteX229" fmla="*/ 145256 w 759618"/>
                <a:gd name="connsiteY229" fmla="*/ 985838 h 1012031"/>
                <a:gd name="connsiteX230" fmla="*/ 169068 w 759618"/>
                <a:gd name="connsiteY230" fmla="*/ 1004888 h 1012031"/>
                <a:gd name="connsiteX231" fmla="*/ 161925 w 759618"/>
                <a:gd name="connsiteY231" fmla="*/ 978694 h 1012031"/>
                <a:gd name="connsiteX232" fmla="*/ 171450 w 759618"/>
                <a:gd name="connsiteY232" fmla="*/ 964406 h 1012031"/>
                <a:gd name="connsiteX233" fmla="*/ 180975 w 759618"/>
                <a:gd name="connsiteY233" fmla="*/ 973931 h 1012031"/>
                <a:gd name="connsiteX234" fmla="*/ 188118 w 759618"/>
                <a:gd name="connsiteY234" fmla="*/ 962025 h 1012031"/>
                <a:gd name="connsiteX235" fmla="*/ 197643 w 759618"/>
                <a:gd name="connsiteY235" fmla="*/ 981075 h 1012031"/>
                <a:gd name="connsiteX236" fmla="*/ 209550 w 759618"/>
                <a:gd name="connsiteY236" fmla="*/ 962025 h 1012031"/>
                <a:gd name="connsiteX237" fmla="*/ 228600 w 759618"/>
                <a:gd name="connsiteY237" fmla="*/ 983456 h 1012031"/>
                <a:gd name="connsiteX238" fmla="*/ 235743 w 759618"/>
                <a:gd name="connsiteY238" fmla="*/ 959644 h 1012031"/>
                <a:gd name="connsiteX239" fmla="*/ 254793 w 759618"/>
                <a:gd name="connsiteY239" fmla="*/ 973931 h 1012031"/>
                <a:gd name="connsiteX240" fmla="*/ 271462 w 759618"/>
                <a:gd name="connsiteY240" fmla="*/ 983456 h 1012031"/>
                <a:gd name="connsiteX241" fmla="*/ 278606 w 759618"/>
                <a:gd name="connsiteY241" fmla="*/ 1000125 h 1012031"/>
                <a:gd name="connsiteX242" fmla="*/ 269081 w 759618"/>
                <a:gd name="connsiteY242" fmla="*/ 1012031 h 1012031"/>
                <a:gd name="connsiteX243" fmla="*/ 316706 w 759618"/>
                <a:gd name="connsiteY243" fmla="*/ 976313 h 1012031"/>
                <a:gd name="connsiteX244" fmla="*/ 335756 w 759618"/>
                <a:gd name="connsiteY244" fmla="*/ 969169 h 1012031"/>
                <a:gd name="connsiteX245" fmla="*/ 342900 w 759618"/>
                <a:gd name="connsiteY245" fmla="*/ 950119 h 1012031"/>
                <a:gd name="connsiteX246" fmla="*/ 342900 w 759618"/>
                <a:gd name="connsiteY246" fmla="*/ 926306 h 1012031"/>
                <a:gd name="connsiteX247" fmla="*/ 321468 w 759618"/>
                <a:gd name="connsiteY247" fmla="*/ 935831 h 1012031"/>
                <a:gd name="connsiteX248" fmla="*/ 307181 w 759618"/>
                <a:gd name="connsiteY248" fmla="*/ 926306 h 1012031"/>
                <a:gd name="connsiteX249" fmla="*/ 307181 w 759618"/>
                <a:gd name="connsiteY249" fmla="*/ 900113 h 1012031"/>
                <a:gd name="connsiteX250" fmla="*/ 290512 w 759618"/>
                <a:gd name="connsiteY250" fmla="*/ 916781 h 1012031"/>
                <a:gd name="connsiteX251" fmla="*/ 269081 w 759618"/>
                <a:gd name="connsiteY251" fmla="*/ 892969 h 1012031"/>
                <a:gd name="connsiteX252" fmla="*/ 252412 w 759618"/>
                <a:gd name="connsiteY252" fmla="*/ 919163 h 1012031"/>
                <a:gd name="connsiteX253" fmla="*/ 233362 w 759618"/>
                <a:gd name="connsiteY253" fmla="*/ 902494 h 1012031"/>
                <a:gd name="connsiteX254" fmla="*/ 254793 w 759618"/>
                <a:gd name="connsiteY254" fmla="*/ 888206 h 1012031"/>
                <a:gd name="connsiteX255" fmla="*/ 254793 w 759618"/>
                <a:gd name="connsiteY255" fmla="*/ 862013 h 1012031"/>
                <a:gd name="connsiteX256" fmla="*/ 278606 w 759618"/>
                <a:gd name="connsiteY256" fmla="*/ 876300 h 1012031"/>
                <a:gd name="connsiteX257" fmla="*/ 307181 w 759618"/>
                <a:gd name="connsiteY257" fmla="*/ 885825 h 1012031"/>
                <a:gd name="connsiteX258" fmla="*/ 323850 w 759618"/>
                <a:gd name="connsiteY258" fmla="*/ 878681 h 1012031"/>
                <a:gd name="connsiteX259" fmla="*/ 338137 w 759618"/>
                <a:gd name="connsiteY259" fmla="*/ 869156 h 1012031"/>
                <a:gd name="connsiteX260" fmla="*/ 338137 w 759618"/>
                <a:gd name="connsiteY260" fmla="*/ 847725 h 1012031"/>
                <a:gd name="connsiteX261" fmla="*/ 335756 w 759618"/>
                <a:gd name="connsiteY261" fmla="*/ 823913 h 1012031"/>
                <a:gd name="connsiteX262" fmla="*/ 338137 w 759618"/>
                <a:gd name="connsiteY262" fmla="*/ 797719 h 1012031"/>
                <a:gd name="connsiteX263" fmla="*/ 364331 w 759618"/>
                <a:gd name="connsiteY263" fmla="*/ 814388 h 1012031"/>
                <a:gd name="connsiteX264" fmla="*/ 392906 w 759618"/>
                <a:gd name="connsiteY264" fmla="*/ 795338 h 1012031"/>
                <a:gd name="connsiteX265" fmla="*/ 373856 w 759618"/>
                <a:gd name="connsiteY265" fmla="*/ 783431 h 1012031"/>
                <a:gd name="connsiteX266" fmla="*/ 395287 w 759618"/>
                <a:gd name="connsiteY266" fmla="*/ 776288 h 1012031"/>
                <a:gd name="connsiteX267" fmla="*/ 407193 w 759618"/>
                <a:gd name="connsiteY267" fmla="*/ 762000 h 1012031"/>
                <a:gd name="connsiteX268" fmla="*/ 388143 w 759618"/>
                <a:gd name="connsiteY268" fmla="*/ 752475 h 1012031"/>
                <a:gd name="connsiteX269" fmla="*/ 404812 w 759618"/>
                <a:gd name="connsiteY269" fmla="*/ 738188 h 1012031"/>
                <a:gd name="connsiteX270" fmla="*/ 423862 w 759618"/>
                <a:gd name="connsiteY270" fmla="*/ 707231 h 1012031"/>
                <a:gd name="connsiteX271" fmla="*/ 383381 w 759618"/>
                <a:gd name="connsiteY271" fmla="*/ 697706 h 1012031"/>
                <a:gd name="connsiteX272" fmla="*/ 381000 w 759618"/>
                <a:gd name="connsiteY272" fmla="*/ 690563 h 1012031"/>
                <a:gd name="connsiteX273" fmla="*/ 350043 w 759618"/>
                <a:gd name="connsiteY273" fmla="*/ 690563 h 1012031"/>
                <a:gd name="connsiteX274" fmla="*/ 335756 w 759618"/>
                <a:gd name="connsiteY274" fmla="*/ 676275 h 1012031"/>
                <a:gd name="connsiteX275" fmla="*/ 354806 w 759618"/>
                <a:gd name="connsiteY275" fmla="*/ 654844 h 1012031"/>
                <a:gd name="connsiteX276" fmla="*/ 390525 w 759618"/>
                <a:gd name="connsiteY276" fmla="*/ 657225 h 1012031"/>
                <a:gd name="connsiteX277" fmla="*/ 416718 w 759618"/>
                <a:gd name="connsiteY277" fmla="*/ 683419 h 1012031"/>
                <a:gd name="connsiteX278" fmla="*/ 428625 w 759618"/>
                <a:gd name="connsiteY278" fmla="*/ 647700 h 1012031"/>
                <a:gd name="connsiteX279" fmla="*/ 397668 w 759618"/>
                <a:gd name="connsiteY279" fmla="*/ 640556 h 1012031"/>
                <a:gd name="connsiteX280" fmla="*/ 359568 w 759618"/>
                <a:gd name="connsiteY280" fmla="*/ 631031 h 1012031"/>
                <a:gd name="connsiteX281" fmla="*/ 371475 w 759618"/>
                <a:gd name="connsiteY281" fmla="*/ 619125 h 1012031"/>
                <a:gd name="connsiteX282" fmla="*/ 395287 w 759618"/>
                <a:gd name="connsiteY282" fmla="*/ 616744 h 1012031"/>
                <a:gd name="connsiteX283" fmla="*/ 416718 w 759618"/>
                <a:gd name="connsiteY283" fmla="*/ 628650 h 1012031"/>
                <a:gd name="connsiteX284" fmla="*/ 442912 w 759618"/>
                <a:gd name="connsiteY284" fmla="*/ 607219 h 1012031"/>
                <a:gd name="connsiteX285" fmla="*/ 452437 w 759618"/>
                <a:gd name="connsiteY285" fmla="*/ 592931 h 1012031"/>
                <a:gd name="connsiteX286" fmla="*/ 428625 w 759618"/>
                <a:gd name="connsiteY286" fmla="*/ 576263 h 1012031"/>
                <a:gd name="connsiteX287" fmla="*/ 440531 w 759618"/>
                <a:gd name="connsiteY287" fmla="*/ 564356 h 1012031"/>
                <a:gd name="connsiteX288" fmla="*/ 464343 w 759618"/>
                <a:gd name="connsiteY288" fmla="*/ 578644 h 1012031"/>
                <a:gd name="connsiteX289" fmla="*/ 497681 w 759618"/>
                <a:gd name="connsiteY289" fmla="*/ 590550 h 1012031"/>
                <a:gd name="connsiteX290" fmla="*/ 511968 w 759618"/>
                <a:gd name="connsiteY290" fmla="*/ 557213 h 1012031"/>
                <a:gd name="connsiteX291" fmla="*/ 526256 w 759618"/>
                <a:gd name="connsiteY291" fmla="*/ 528638 h 1012031"/>
                <a:gd name="connsiteX292" fmla="*/ 502443 w 759618"/>
                <a:gd name="connsiteY292" fmla="*/ 531019 h 1012031"/>
                <a:gd name="connsiteX293" fmla="*/ 488156 w 759618"/>
                <a:gd name="connsiteY293" fmla="*/ 519113 h 1012031"/>
                <a:gd name="connsiteX294" fmla="*/ 550068 w 759618"/>
                <a:gd name="connsiteY294" fmla="*/ 478631 h 1012031"/>
                <a:gd name="connsiteX0" fmla="*/ 550068 w 759618"/>
                <a:gd name="connsiteY0" fmla="*/ 478631 h 1012031"/>
                <a:gd name="connsiteX1" fmla="*/ 504825 w 759618"/>
                <a:gd name="connsiteY1" fmla="*/ 426244 h 1012031"/>
                <a:gd name="connsiteX2" fmla="*/ 616743 w 759618"/>
                <a:gd name="connsiteY2" fmla="*/ 383381 h 1012031"/>
                <a:gd name="connsiteX3" fmla="*/ 626268 w 759618"/>
                <a:gd name="connsiteY3" fmla="*/ 357188 h 1012031"/>
                <a:gd name="connsiteX4" fmla="*/ 678656 w 759618"/>
                <a:gd name="connsiteY4" fmla="*/ 307181 h 1012031"/>
                <a:gd name="connsiteX5" fmla="*/ 600075 w 759618"/>
                <a:gd name="connsiteY5" fmla="*/ 335756 h 1012031"/>
                <a:gd name="connsiteX6" fmla="*/ 554831 w 759618"/>
                <a:gd name="connsiteY6" fmla="*/ 373856 h 1012031"/>
                <a:gd name="connsiteX7" fmla="*/ 535781 w 759618"/>
                <a:gd name="connsiteY7" fmla="*/ 369094 h 1012031"/>
                <a:gd name="connsiteX8" fmla="*/ 597693 w 759618"/>
                <a:gd name="connsiteY8" fmla="*/ 309563 h 1012031"/>
                <a:gd name="connsiteX9" fmla="*/ 573881 w 759618"/>
                <a:gd name="connsiteY9" fmla="*/ 288131 h 1012031"/>
                <a:gd name="connsiteX10" fmla="*/ 561975 w 759618"/>
                <a:gd name="connsiteY10" fmla="*/ 261938 h 1012031"/>
                <a:gd name="connsiteX11" fmla="*/ 614362 w 759618"/>
                <a:gd name="connsiteY11" fmla="*/ 292894 h 1012031"/>
                <a:gd name="connsiteX12" fmla="*/ 650081 w 759618"/>
                <a:gd name="connsiteY12" fmla="*/ 290513 h 1012031"/>
                <a:gd name="connsiteX13" fmla="*/ 650081 w 759618"/>
                <a:gd name="connsiteY13" fmla="*/ 273844 h 1012031"/>
                <a:gd name="connsiteX14" fmla="*/ 678656 w 759618"/>
                <a:gd name="connsiteY14" fmla="*/ 271463 h 1012031"/>
                <a:gd name="connsiteX15" fmla="*/ 721518 w 759618"/>
                <a:gd name="connsiteY15" fmla="*/ 221456 h 1012031"/>
                <a:gd name="connsiteX16" fmla="*/ 759618 w 759618"/>
                <a:gd name="connsiteY16" fmla="*/ 150019 h 1012031"/>
                <a:gd name="connsiteX17" fmla="*/ 738187 w 759618"/>
                <a:gd name="connsiteY17" fmla="*/ 126206 h 1012031"/>
                <a:gd name="connsiteX18" fmla="*/ 704850 w 759618"/>
                <a:gd name="connsiteY18" fmla="*/ 121444 h 1012031"/>
                <a:gd name="connsiteX19" fmla="*/ 692943 w 759618"/>
                <a:gd name="connsiteY19" fmla="*/ 73819 h 1012031"/>
                <a:gd name="connsiteX20" fmla="*/ 669131 w 759618"/>
                <a:gd name="connsiteY20" fmla="*/ 59531 h 1012031"/>
                <a:gd name="connsiteX21" fmla="*/ 628650 w 759618"/>
                <a:gd name="connsiteY21" fmla="*/ 78581 h 1012031"/>
                <a:gd name="connsiteX22" fmla="*/ 614362 w 759618"/>
                <a:gd name="connsiteY22" fmla="*/ 102394 h 1012031"/>
                <a:gd name="connsiteX23" fmla="*/ 588168 w 759618"/>
                <a:gd name="connsiteY23" fmla="*/ 114300 h 1012031"/>
                <a:gd name="connsiteX24" fmla="*/ 576262 w 759618"/>
                <a:gd name="connsiteY24" fmla="*/ 107156 h 1012031"/>
                <a:gd name="connsiteX25" fmla="*/ 592931 w 759618"/>
                <a:gd name="connsiteY25" fmla="*/ 85725 h 1012031"/>
                <a:gd name="connsiteX26" fmla="*/ 621506 w 759618"/>
                <a:gd name="connsiteY26" fmla="*/ 50006 h 1012031"/>
                <a:gd name="connsiteX27" fmla="*/ 585787 w 759618"/>
                <a:gd name="connsiteY27" fmla="*/ 33338 h 1012031"/>
                <a:gd name="connsiteX28" fmla="*/ 557212 w 759618"/>
                <a:gd name="connsiteY28" fmla="*/ 38100 h 1012031"/>
                <a:gd name="connsiteX29" fmla="*/ 540543 w 759618"/>
                <a:gd name="connsiteY29" fmla="*/ 16669 h 1012031"/>
                <a:gd name="connsiteX30" fmla="*/ 526256 w 759618"/>
                <a:gd name="connsiteY30" fmla="*/ 16669 h 1012031"/>
                <a:gd name="connsiteX31" fmla="*/ 519112 w 759618"/>
                <a:gd name="connsiteY31" fmla="*/ 28575 h 1012031"/>
                <a:gd name="connsiteX32" fmla="*/ 533400 w 759618"/>
                <a:gd name="connsiteY32" fmla="*/ 61913 h 1012031"/>
                <a:gd name="connsiteX33" fmla="*/ 519112 w 759618"/>
                <a:gd name="connsiteY33" fmla="*/ 69056 h 1012031"/>
                <a:gd name="connsiteX34" fmla="*/ 500062 w 759618"/>
                <a:gd name="connsiteY34" fmla="*/ 33338 h 1012031"/>
                <a:gd name="connsiteX35" fmla="*/ 495300 w 759618"/>
                <a:gd name="connsiteY35" fmla="*/ 0 h 1012031"/>
                <a:gd name="connsiteX36" fmla="*/ 466725 w 759618"/>
                <a:gd name="connsiteY36" fmla="*/ 40481 h 1012031"/>
                <a:gd name="connsiteX37" fmla="*/ 466725 w 759618"/>
                <a:gd name="connsiteY37" fmla="*/ 61913 h 1012031"/>
                <a:gd name="connsiteX38" fmla="*/ 490537 w 759618"/>
                <a:gd name="connsiteY38" fmla="*/ 80963 h 1012031"/>
                <a:gd name="connsiteX39" fmla="*/ 490537 w 759618"/>
                <a:gd name="connsiteY39" fmla="*/ 100013 h 1012031"/>
                <a:gd name="connsiteX40" fmla="*/ 464343 w 759618"/>
                <a:gd name="connsiteY40" fmla="*/ 95250 h 1012031"/>
                <a:gd name="connsiteX41" fmla="*/ 442912 w 759618"/>
                <a:gd name="connsiteY41" fmla="*/ 64294 h 1012031"/>
                <a:gd name="connsiteX42" fmla="*/ 433387 w 759618"/>
                <a:gd name="connsiteY42" fmla="*/ 40481 h 1012031"/>
                <a:gd name="connsiteX43" fmla="*/ 414337 w 759618"/>
                <a:gd name="connsiteY43" fmla="*/ 33338 h 1012031"/>
                <a:gd name="connsiteX44" fmla="*/ 383381 w 759618"/>
                <a:gd name="connsiteY44" fmla="*/ 38100 h 1012031"/>
                <a:gd name="connsiteX45" fmla="*/ 376237 w 759618"/>
                <a:gd name="connsiteY45" fmla="*/ 42863 h 1012031"/>
                <a:gd name="connsiteX46" fmla="*/ 378618 w 759618"/>
                <a:gd name="connsiteY46" fmla="*/ 69056 h 1012031"/>
                <a:gd name="connsiteX47" fmla="*/ 402431 w 759618"/>
                <a:gd name="connsiteY47" fmla="*/ 88106 h 1012031"/>
                <a:gd name="connsiteX48" fmla="*/ 416718 w 759618"/>
                <a:gd name="connsiteY48" fmla="*/ 109538 h 1012031"/>
                <a:gd name="connsiteX49" fmla="*/ 402431 w 759618"/>
                <a:gd name="connsiteY49" fmla="*/ 145256 h 1012031"/>
                <a:gd name="connsiteX50" fmla="*/ 385762 w 759618"/>
                <a:gd name="connsiteY50" fmla="*/ 135731 h 1012031"/>
                <a:gd name="connsiteX51" fmla="*/ 381000 w 759618"/>
                <a:gd name="connsiteY51" fmla="*/ 104775 h 1012031"/>
                <a:gd name="connsiteX52" fmla="*/ 352425 w 759618"/>
                <a:gd name="connsiteY52" fmla="*/ 59531 h 1012031"/>
                <a:gd name="connsiteX53" fmla="*/ 333375 w 759618"/>
                <a:gd name="connsiteY53" fmla="*/ 69056 h 1012031"/>
                <a:gd name="connsiteX54" fmla="*/ 323850 w 759618"/>
                <a:gd name="connsiteY54" fmla="*/ 50006 h 1012031"/>
                <a:gd name="connsiteX55" fmla="*/ 302418 w 759618"/>
                <a:gd name="connsiteY55" fmla="*/ 42863 h 1012031"/>
                <a:gd name="connsiteX56" fmla="*/ 290512 w 759618"/>
                <a:gd name="connsiteY56" fmla="*/ 64294 h 1012031"/>
                <a:gd name="connsiteX57" fmla="*/ 304800 w 759618"/>
                <a:gd name="connsiteY57" fmla="*/ 76200 h 1012031"/>
                <a:gd name="connsiteX58" fmla="*/ 323850 w 759618"/>
                <a:gd name="connsiteY58" fmla="*/ 92869 h 1012031"/>
                <a:gd name="connsiteX59" fmla="*/ 335756 w 759618"/>
                <a:gd name="connsiteY59" fmla="*/ 100013 h 1012031"/>
                <a:gd name="connsiteX60" fmla="*/ 328612 w 759618"/>
                <a:gd name="connsiteY60" fmla="*/ 111919 h 1012031"/>
                <a:gd name="connsiteX61" fmla="*/ 307181 w 759618"/>
                <a:gd name="connsiteY61" fmla="*/ 100013 h 1012031"/>
                <a:gd name="connsiteX62" fmla="*/ 264318 w 759618"/>
                <a:gd name="connsiteY62" fmla="*/ 76200 h 1012031"/>
                <a:gd name="connsiteX63" fmla="*/ 280987 w 759618"/>
                <a:gd name="connsiteY63" fmla="*/ 114300 h 1012031"/>
                <a:gd name="connsiteX64" fmla="*/ 292893 w 759618"/>
                <a:gd name="connsiteY64" fmla="*/ 130969 h 1012031"/>
                <a:gd name="connsiteX65" fmla="*/ 280987 w 759618"/>
                <a:gd name="connsiteY65" fmla="*/ 140494 h 1012031"/>
                <a:gd name="connsiteX66" fmla="*/ 247650 w 759618"/>
                <a:gd name="connsiteY66" fmla="*/ 100013 h 1012031"/>
                <a:gd name="connsiteX67" fmla="*/ 261937 w 759618"/>
                <a:gd name="connsiteY67" fmla="*/ 142875 h 1012031"/>
                <a:gd name="connsiteX68" fmla="*/ 242887 w 759618"/>
                <a:gd name="connsiteY68" fmla="*/ 150019 h 1012031"/>
                <a:gd name="connsiteX69" fmla="*/ 257175 w 759618"/>
                <a:gd name="connsiteY69" fmla="*/ 178594 h 1012031"/>
                <a:gd name="connsiteX70" fmla="*/ 278606 w 759618"/>
                <a:gd name="connsiteY70" fmla="*/ 195263 h 1012031"/>
                <a:gd name="connsiteX71" fmla="*/ 307181 w 759618"/>
                <a:gd name="connsiteY71" fmla="*/ 228600 h 1012031"/>
                <a:gd name="connsiteX72" fmla="*/ 316706 w 759618"/>
                <a:gd name="connsiteY72" fmla="*/ 254794 h 1012031"/>
                <a:gd name="connsiteX73" fmla="*/ 316706 w 759618"/>
                <a:gd name="connsiteY73" fmla="*/ 254794 h 1012031"/>
                <a:gd name="connsiteX74" fmla="*/ 285750 w 759618"/>
                <a:gd name="connsiteY74" fmla="*/ 235744 h 1012031"/>
                <a:gd name="connsiteX75" fmla="*/ 238125 w 759618"/>
                <a:gd name="connsiteY75" fmla="*/ 221456 h 1012031"/>
                <a:gd name="connsiteX76" fmla="*/ 223837 w 759618"/>
                <a:gd name="connsiteY76" fmla="*/ 195263 h 1012031"/>
                <a:gd name="connsiteX77" fmla="*/ 204787 w 759618"/>
                <a:gd name="connsiteY77" fmla="*/ 166688 h 1012031"/>
                <a:gd name="connsiteX78" fmla="*/ 166687 w 759618"/>
                <a:gd name="connsiteY78" fmla="*/ 130969 h 1012031"/>
                <a:gd name="connsiteX79" fmla="*/ 166687 w 759618"/>
                <a:gd name="connsiteY79" fmla="*/ 157163 h 1012031"/>
                <a:gd name="connsiteX80" fmla="*/ 173831 w 759618"/>
                <a:gd name="connsiteY80" fmla="*/ 176213 h 1012031"/>
                <a:gd name="connsiteX81" fmla="*/ 171450 w 759618"/>
                <a:gd name="connsiteY81" fmla="*/ 188119 h 1012031"/>
                <a:gd name="connsiteX82" fmla="*/ 152400 w 759618"/>
                <a:gd name="connsiteY82" fmla="*/ 195263 h 1012031"/>
                <a:gd name="connsiteX83" fmla="*/ 128587 w 759618"/>
                <a:gd name="connsiteY83" fmla="*/ 190500 h 1012031"/>
                <a:gd name="connsiteX84" fmla="*/ 178593 w 759618"/>
                <a:gd name="connsiteY84" fmla="*/ 214313 h 1012031"/>
                <a:gd name="connsiteX85" fmla="*/ 188118 w 759618"/>
                <a:gd name="connsiteY85" fmla="*/ 228600 h 1012031"/>
                <a:gd name="connsiteX86" fmla="*/ 185737 w 759618"/>
                <a:gd name="connsiteY86" fmla="*/ 250031 h 1012031"/>
                <a:gd name="connsiteX87" fmla="*/ 157162 w 759618"/>
                <a:gd name="connsiteY87" fmla="*/ 228600 h 1012031"/>
                <a:gd name="connsiteX88" fmla="*/ 121443 w 759618"/>
                <a:gd name="connsiteY88" fmla="*/ 223838 h 1012031"/>
                <a:gd name="connsiteX89" fmla="*/ 97631 w 759618"/>
                <a:gd name="connsiteY89" fmla="*/ 211931 h 1012031"/>
                <a:gd name="connsiteX90" fmla="*/ 73818 w 759618"/>
                <a:gd name="connsiteY90" fmla="*/ 235744 h 1012031"/>
                <a:gd name="connsiteX91" fmla="*/ 73818 w 759618"/>
                <a:gd name="connsiteY91" fmla="*/ 257175 h 1012031"/>
                <a:gd name="connsiteX92" fmla="*/ 52387 w 759618"/>
                <a:gd name="connsiteY92" fmla="*/ 273844 h 1012031"/>
                <a:gd name="connsiteX93" fmla="*/ 35718 w 759618"/>
                <a:gd name="connsiteY93" fmla="*/ 254794 h 1012031"/>
                <a:gd name="connsiteX94" fmla="*/ 19050 w 759618"/>
                <a:gd name="connsiteY94" fmla="*/ 264319 h 1012031"/>
                <a:gd name="connsiteX95" fmla="*/ 0 w 759618"/>
                <a:gd name="connsiteY95" fmla="*/ 297656 h 1012031"/>
                <a:gd name="connsiteX96" fmla="*/ 26193 w 759618"/>
                <a:gd name="connsiteY96" fmla="*/ 283369 h 1012031"/>
                <a:gd name="connsiteX97" fmla="*/ 38100 w 759618"/>
                <a:gd name="connsiteY97" fmla="*/ 273844 h 1012031"/>
                <a:gd name="connsiteX98" fmla="*/ 52387 w 759618"/>
                <a:gd name="connsiteY98" fmla="*/ 288131 h 1012031"/>
                <a:gd name="connsiteX99" fmla="*/ 30956 w 759618"/>
                <a:gd name="connsiteY99" fmla="*/ 323850 h 1012031"/>
                <a:gd name="connsiteX100" fmla="*/ 69056 w 759618"/>
                <a:gd name="connsiteY100" fmla="*/ 300038 h 1012031"/>
                <a:gd name="connsiteX101" fmla="*/ 92868 w 759618"/>
                <a:gd name="connsiteY101" fmla="*/ 295275 h 1012031"/>
                <a:gd name="connsiteX102" fmla="*/ 114300 w 759618"/>
                <a:gd name="connsiteY102" fmla="*/ 300038 h 1012031"/>
                <a:gd name="connsiteX103" fmla="*/ 111918 w 759618"/>
                <a:gd name="connsiteY103" fmla="*/ 316706 h 1012031"/>
                <a:gd name="connsiteX104" fmla="*/ 92868 w 759618"/>
                <a:gd name="connsiteY104" fmla="*/ 311944 h 1012031"/>
                <a:gd name="connsiteX105" fmla="*/ 66675 w 759618"/>
                <a:gd name="connsiteY105" fmla="*/ 338138 h 1012031"/>
                <a:gd name="connsiteX106" fmla="*/ 69056 w 759618"/>
                <a:gd name="connsiteY106" fmla="*/ 359569 h 1012031"/>
                <a:gd name="connsiteX107" fmla="*/ 50006 w 759618"/>
                <a:gd name="connsiteY107" fmla="*/ 369094 h 1012031"/>
                <a:gd name="connsiteX108" fmla="*/ 59531 w 759618"/>
                <a:gd name="connsiteY108" fmla="*/ 385763 h 1012031"/>
                <a:gd name="connsiteX109" fmla="*/ 88106 w 759618"/>
                <a:gd name="connsiteY109" fmla="*/ 376238 h 1012031"/>
                <a:gd name="connsiteX110" fmla="*/ 116681 w 759618"/>
                <a:gd name="connsiteY110" fmla="*/ 378619 h 1012031"/>
                <a:gd name="connsiteX111" fmla="*/ 138112 w 759618"/>
                <a:gd name="connsiteY111" fmla="*/ 354806 h 1012031"/>
                <a:gd name="connsiteX112" fmla="*/ 164306 w 759618"/>
                <a:gd name="connsiteY112" fmla="*/ 335756 h 1012031"/>
                <a:gd name="connsiteX113" fmla="*/ 178593 w 759618"/>
                <a:gd name="connsiteY113" fmla="*/ 340519 h 1012031"/>
                <a:gd name="connsiteX114" fmla="*/ 157162 w 759618"/>
                <a:gd name="connsiteY114" fmla="*/ 366713 h 1012031"/>
                <a:gd name="connsiteX115" fmla="*/ 114300 w 759618"/>
                <a:gd name="connsiteY115" fmla="*/ 407194 h 1012031"/>
                <a:gd name="connsiteX116" fmla="*/ 73818 w 759618"/>
                <a:gd name="connsiteY116" fmla="*/ 411956 h 1012031"/>
                <a:gd name="connsiteX117" fmla="*/ 102393 w 759618"/>
                <a:gd name="connsiteY117" fmla="*/ 447675 h 1012031"/>
                <a:gd name="connsiteX118" fmla="*/ 133350 w 759618"/>
                <a:gd name="connsiteY118" fmla="*/ 419100 h 1012031"/>
                <a:gd name="connsiteX119" fmla="*/ 169068 w 759618"/>
                <a:gd name="connsiteY119" fmla="*/ 378619 h 1012031"/>
                <a:gd name="connsiteX120" fmla="*/ 209550 w 759618"/>
                <a:gd name="connsiteY120" fmla="*/ 371475 h 1012031"/>
                <a:gd name="connsiteX121" fmla="*/ 223837 w 759618"/>
                <a:gd name="connsiteY121" fmla="*/ 373856 h 1012031"/>
                <a:gd name="connsiteX122" fmla="*/ 183356 w 759618"/>
                <a:gd name="connsiteY122" fmla="*/ 402431 h 1012031"/>
                <a:gd name="connsiteX123" fmla="*/ 154781 w 759618"/>
                <a:gd name="connsiteY123" fmla="*/ 428625 h 1012031"/>
                <a:gd name="connsiteX124" fmla="*/ 147637 w 759618"/>
                <a:gd name="connsiteY124" fmla="*/ 454819 h 1012031"/>
                <a:gd name="connsiteX125" fmla="*/ 169068 w 759618"/>
                <a:gd name="connsiteY125" fmla="*/ 466725 h 1012031"/>
                <a:gd name="connsiteX126" fmla="*/ 197643 w 759618"/>
                <a:gd name="connsiteY126" fmla="*/ 454819 h 1012031"/>
                <a:gd name="connsiteX127" fmla="*/ 197643 w 759618"/>
                <a:gd name="connsiteY127" fmla="*/ 423863 h 1012031"/>
                <a:gd name="connsiteX128" fmla="*/ 211931 w 759618"/>
                <a:gd name="connsiteY128" fmla="*/ 411956 h 1012031"/>
                <a:gd name="connsiteX129" fmla="*/ 228600 w 759618"/>
                <a:gd name="connsiteY129" fmla="*/ 428625 h 1012031"/>
                <a:gd name="connsiteX130" fmla="*/ 254793 w 759618"/>
                <a:gd name="connsiteY130" fmla="*/ 423863 h 1012031"/>
                <a:gd name="connsiteX131" fmla="*/ 240506 w 759618"/>
                <a:gd name="connsiteY131" fmla="*/ 445294 h 1012031"/>
                <a:gd name="connsiteX132" fmla="*/ 216693 w 759618"/>
                <a:gd name="connsiteY132" fmla="*/ 452438 h 1012031"/>
                <a:gd name="connsiteX133" fmla="*/ 242887 w 759618"/>
                <a:gd name="connsiteY133" fmla="*/ 464344 h 1012031"/>
                <a:gd name="connsiteX134" fmla="*/ 304800 w 759618"/>
                <a:gd name="connsiteY134" fmla="*/ 411956 h 1012031"/>
                <a:gd name="connsiteX135" fmla="*/ 307181 w 759618"/>
                <a:gd name="connsiteY135" fmla="*/ 364331 h 1012031"/>
                <a:gd name="connsiteX136" fmla="*/ 378618 w 759618"/>
                <a:gd name="connsiteY136" fmla="*/ 311944 h 1012031"/>
                <a:gd name="connsiteX137" fmla="*/ 385762 w 759618"/>
                <a:gd name="connsiteY137" fmla="*/ 335756 h 1012031"/>
                <a:gd name="connsiteX138" fmla="*/ 357187 w 759618"/>
                <a:gd name="connsiteY138" fmla="*/ 359569 h 1012031"/>
                <a:gd name="connsiteX139" fmla="*/ 333375 w 759618"/>
                <a:gd name="connsiteY139" fmla="*/ 400050 h 1012031"/>
                <a:gd name="connsiteX140" fmla="*/ 333375 w 759618"/>
                <a:gd name="connsiteY140" fmla="*/ 414338 h 1012031"/>
                <a:gd name="connsiteX141" fmla="*/ 359568 w 759618"/>
                <a:gd name="connsiteY141" fmla="*/ 407194 h 1012031"/>
                <a:gd name="connsiteX142" fmla="*/ 381000 w 759618"/>
                <a:gd name="connsiteY142" fmla="*/ 414338 h 1012031"/>
                <a:gd name="connsiteX143" fmla="*/ 369093 w 759618"/>
                <a:gd name="connsiteY143" fmla="*/ 419100 h 1012031"/>
                <a:gd name="connsiteX144" fmla="*/ 338137 w 759618"/>
                <a:gd name="connsiteY144" fmla="*/ 428625 h 1012031"/>
                <a:gd name="connsiteX145" fmla="*/ 300037 w 759618"/>
                <a:gd name="connsiteY145" fmla="*/ 454819 h 1012031"/>
                <a:gd name="connsiteX146" fmla="*/ 345281 w 759618"/>
                <a:gd name="connsiteY146" fmla="*/ 461963 h 1012031"/>
                <a:gd name="connsiteX147" fmla="*/ 342900 w 759618"/>
                <a:gd name="connsiteY147" fmla="*/ 476250 h 1012031"/>
                <a:gd name="connsiteX148" fmla="*/ 292893 w 759618"/>
                <a:gd name="connsiteY148" fmla="*/ 478631 h 1012031"/>
                <a:gd name="connsiteX149" fmla="*/ 261937 w 759618"/>
                <a:gd name="connsiteY149" fmla="*/ 495300 h 1012031"/>
                <a:gd name="connsiteX150" fmla="*/ 228600 w 759618"/>
                <a:gd name="connsiteY150" fmla="*/ 504825 h 1012031"/>
                <a:gd name="connsiteX151" fmla="*/ 240506 w 759618"/>
                <a:gd name="connsiteY151" fmla="*/ 540544 h 1012031"/>
                <a:gd name="connsiteX152" fmla="*/ 257175 w 759618"/>
                <a:gd name="connsiteY152" fmla="*/ 557213 h 1012031"/>
                <a:gd name="connsiteX153" fmla="*/ 259556 w 759618"/>
                <a:gd name="connsiteY153" fmla="*/ 578644 h 1012031"/>
                <a:gd name="connsiteX154" fmla="*/ 290512 w 759618"/>
                <a:gd name="connsiteY154" fmla="*/ 585788 h 1012031"/>
                <a:gd name="connsiteX155" fmla="*/ 292893 w 759618"/>
                <a:gd name="connsiteY155" fmla="*/ 597694 h 1012031"/>
                <a:gd name="connsiteX156" fmla="*/ 273843 w 759618"/>
                <a:gd name="connsiteY156" fmla="*/ 616744 h 1012031"/>
                <a:gd name="connsiteX157" fmla="*/ 252412 w 759618"/>
                <a:gd name="connsiteY157" fmla="*/ 609600 h 1012031"/>
                <a:gd name="connsiteX158" fmla="*/ 235743 w 759618"/>
                <a:gd name="connsiteY158" fmla="*/ 607219 h 1012031"/>
                <a:gd name="connsiteX159" fmla="*/ 228600 w 759618"/>
                <a:gd name="connsiteY159" fmla="*/ 581025 h 1012031"/>
                <a:gd name="connsiteX160" fmla="*/ 204787 w 759618"/>
                <a:gd name="connsiteY160" fmla="*/ 547688 h 1012031"/>
                <a:gd name="connsiteX161" fmla="*/ 192881 w 759618"/>
                <a:gd name="connsiteY161" fmla="*/ 519113 h 1012031"/>
                <a:gd name="connsiteX162" fmla="*/ 166687 w 759618"/>
                <a:gd name="connsiteY162" fmla="*/ 507206 h 1012031"/>
                <a:gd name="connsiteX163" fmla="*/ 130968 w 759618"/>
                <a:gd name="connsiteY163" fmla="*/ 495300 h 1012031"/>
                <a:gd name="connsiteX164" fmla="*/ 135731 w 759618"/>
                <a:gd name="connsiteY164" fmla="*/ 535781 h 1012031"/>
                <a:gd name="connsiteX165" fmla="*/ 171450 w 759618"/>
                <a:gd name="connsiteY165" fmla="*/ 554831 h 1012031"/>
                <a:gd name="connsiteX166" fmla="*/ 164306 w 759618"/>
                <a:gd name="connsiteY166" fmla="*/ 569119 h 1012031"/>
                <a:gd name="connsiteX167" fmla="*/ 138112 w 759618"/>
                <a:gd name="connsiteY167" fmla="*/ 554831 h 1012031"/>
                <a:gd name="connsiteX168" fmla="*/ 173831 w 759618"/>
                <a:gd name="connsiteY168" fmla="*/ 595313 h 1012031"/>
                <a:gd name="connsiteX169" fmla="*/ 188118 w 759618"/>
                <a:gd name="connsiteY169" fmla="*/ 621506 h 1012031"/>
                <a:gd name="connsiteX170" fmla="*/ 197643 w 759618"/>
                <a:gd name="connsiteY170" fmla="*/ 642938 h 1012031"/>
                <a:gd name="connsiteX171" fmla="*/ 207168 w 759618"/>
                <a:gd name="connsiteY171" fmla="*/ 659606 h 1012031"/>
                <a:gd name="connsiteX172" fmla="*/ 207168 w 759618"/>
                <a:gd name="connsiteY172" fmla="*/ 659606 h 1012031"/>
                <a:gd name="connsiteX173" fmla="*/ 176212 w 759618"/>
                <a:gd name="connsiteY173" fmla="*/ 664369 h 1012031"/>
                <a:gd name="connsiteX174" fmla="*/ 200025 w 759618"/>
                <a:gd name="connsiteY174" fmla="*/ 681038 h 1012031"/>
                <a:gd name="connsiteX175" fmla="*/ 228600 w 759618"/>
                <a:gd name="connsiteY175" fmla="*/ 690563 h 1012031"/>
                <a:gd name="connsiteX176" fmla="*/ 242887 w 759618"/>
                <a:gd name="connsiteY176" fmla="*/ 685800 h 1012031"/>
                <a:gd name="connsiteX177" fmla="*/ 252412 w 759618"/>
                <a:gd name="connsiteY177" fmla="*/ 678656 h 1012031"/>
                <a:gd name="connsiteX178" fmla="*/ 264318 w 759618"/>
                <a:gd name="connsiteY178" fmla="*/ 704850 h 1012031"/>
                <a:gd name="connsiteX179" fmla="*/ 252412 w 759618"/>
                <a:gd name="connsiteY179" fmla="*/ 719138 h 1012031"/>
                <a:gd name="connsiteX180" fmla="*/ 235743 w 759618"/>
                <a:gd name="connsiteY180" fmla="*/ 745331 h 1012031"/>
                <a:gd name="connsiteX181" fmla="*/ 209550 w 759618"/>
                <a:gd name="connsiteY181" fmla="*/ 716756 h 1012031"/>
                <a:gd name="connsiteX182" fmla="*/ 185737 w 759618"/>
                <a:gd name="connsiteY182" fmla="*/ 704850 h 1012031"/>
                <a:gd name="connsiteX183" fmla="*/ 147637 w 759618"/>
                <a:gd name="connsiteY183" fmla="*/ 707231 h 1012031"/>
                <a:gd name="connsiteX184" fmla="*/ 135731 w 759618"/>
                <a:gd name="connsiteY184" fmla="*/ 716756 h 1012031"/>
                <a:gd name="connsiteX185" fmla="*/ 123825 w 759618"/>
                <a:gd name="connsiteY185" fmla="*/ 735806 h 1012031"/>
                <a:gd name="connsiteX186" fmla="*/ 114300 w 759618"/>
                <a:gd name="connsiteY186" fmla="*/ 766763 h 1012031"/>
                <a:gd name="connsiteX187" fmla="*/ 126206 w 759618"/>
                <a:gd name="connsiteY187" fmla="*/ 781050 h 1012031"/>
                <a:gd name="connsiteX188" fmla="*/ 145256 w 759618"/>
                <a:gd name="connsiteY188" fmla="*/ 757238 h 1012031"/>
                <a:gd name="connsiteX189" fmla="*/ 145256 w 759618"/>
                <a:gd name="connsiteY189" fmla="*/ 757238 h 1012031"/>
                <a:gd name="connsiteX190" fmla="*/ 152400 w 759618"/>
                <a:gd name="connsiteY190" fmla="*/ 778669 h 1012031"/>
                <a:gd name="connsiteX191" fmla="*/ 142875 w 759618"/>
                <a:gd name="connsiteY191" fmla="*/ 790575 h 1012031"/>
                <a:gd name="connsiteX192" fmla="*/ 173831 w 759618"/>
                <a:gd name="connsiteY192" fmla="*/ 776288 h 1012031"/>
                <a:gd name="connsiteX193" fmla="*/ 169068 w 759618"/>
                <a:gd name="connsiteY193" fmla="*/ 752475 h 1012031"/>
                <a:gd name="connsiteX194" fmla="*/ 183356 w 759618"/>
                <a:gd name="connsiteY194" fmla="*/ 747713 h 1012031"/>
                <a:gd name="connsiteX195" fmla="*/ 183356 w 759618"/>
                <a:gd name="connsiteY195" fmla="*/ 766763 h 1012031"/>
                <a:gd name="connsiteX196" fmla="*/ 188118 w 759618"/>
                <a:gd name="connsiteY196" fmla="*/ 778669 h 1012031"/>
                <a:gd name="connsiteX197" fmla="*/ 200025 w 759618"/>
                <a:gd name="connsiteY197" fmla="*/ 783431 h 1012031"/>
                <a:gd name="connsiteX198" fmla="*/ 197643 w 759618"/>
                <a:gd name="connsiteY198" fmla="*/ 797719 h 1012031"/>
                <a:gd name="connsiteX199" fmla="*/ 178593 w 759618"/>
                <a:gd name="connsiteY199" fmla="*/ 802481 h 1012031"/>
                <a:gd name="connsiteX200" fmla="*/ 166687 w 759618"/>
                <a:gd name="connsiteY200" fmla="*/ 812006 h 1012031"/>
                <a:gd name="connsiteX201" fmla="*/ 180975 w 759618"/>
                <a:gd name="connsiteY201" fmla="*/ 816769 h 1012031"/>
                <a:gd name="connsiteX202" fmla="*/ 173831 w 759618"/>
                <a:gd name="connsiteY202" fmla="*/ 838200 h 1012031"/>
                <a:gd name="connsiteX203" fmla="*/ 190500 w 759618"/>
                <a:gd name="connsiteY203" fmla="*/ 842963 h 1012031"/>
                <a:gd name="connsiteX204" fmla="*/ 190500 w 759618"/>
                <a:gd name="connsiteY204" fmla="*/ 842963 h 1012031"/>
                <a:gd name="connsiteX205" fmla="*/ 226218 w 759618"/>
                <a:gd name="connsiteY205" fmla="*/ 814388 h 1012031"/>
                <a:gd name="connsiteX206" fmla="*/ 230981 w 759618"/>
                <a:gd name="connsiteY206" fmla="*/ 795338 h 1012031"/>
                <a:gd name="connsiteX207" fmla="*/ 247650 w 759618"/>
                <a:gd name="connsiteY207" fmla="*/ 804863 h 1012031"/>
                <a:gd name="connsiteX208" fmla="*/ 228600 w 759618"/>
                <a:gd name="connsiteY208" fmla="*/ 842963 h 1012031"/>
                <a:gd name="connsiteX209" fmla="*/ 204787 w 759618"/>
                <a:gd name="connsiteY209" fmla="*/ 869156 h 1012031"/>
                <a:gd name="connsiteX210" fmla="*/ 192881 w 759618"/>
                <a:gd name="connsiteY210" fmla="*/ 873919 h 1012031"/>
                <a:gd name="connsiteX211" fmla="*/ 171450 w 759618"/>
                <a:gd name="connsiteY211" fmla="*/ 888206 h 1012031"/>
                <a:gd name="connsiteX212" fmla="*/ 142875 w 759618"/>
                <a:gd name="connsiteY212" fmla="*/ 859631 h 1012031"/>
                <a:gd name="connsiteX213" fmla="*/ 126206 w 759618"/>
                <a:gd name="connsiteY213" fmla="*/ 831056 h 1012031"/>
                <a:gd name="connsiteX214" fmla="*/ 104775 w 759618"/>
                <a:gd name="connsiteY214" fmla="*/ 828675 h 1012031"/>
                <a:gd name="connsiteX215" fmla="*/ 85725 w 759618"/>
                <a:gd name="connsiteY215" fmla="*/ 845344 h 1012031"/>
                <a:gd name="connsiteX216" fmla="*/ 100012 w 759618"/>
                <a:gd name="connsiteY216" fmla="*/ 864394 h 1012031"/>
                <a:gd name="connsiteX217" fmla="*/ 111918 w 759618"/>
                <a:gd name="connsiteY217" fmla="*/ 878681 h 1012031"/>
                <a:gd name="connsiteX218" fmla="*/ 123825 w 759618"/>
                <a:gd name="connsiteY218" fmla="*/ 888206 h 1012031"/>
                <a:gd name="connsiteX219" fmla="*/ 133350 w 759618"/>
                <a:gd name="connsiteY219" fmla="*/ 909638 h 1012031"/>
                <a:gd name="connsiteX220" fmla="*/ 109537 w 759618"/>
                <a:gd name="connsiteY220" fmla="*/ 921544 h 1012031"/>
                <a:gd name="connsiteX221" fmla="*/ 90487 w 759618"/>
                <a:gd name="connsiteY221" fmla="*/ 909638 h 1012031"/>
                <a:gd name="connsiteX222" fmla="*/ 71437 w 759618"/>
                <a:gd name="connsiteY222" fmla="*/ 935831 h 1012031"/>
                <a:gd name="connsiteX223" fmla="*/ 61912 w 759618"/>
                <a:gd name="connsiteY223" fmla="*/ 971550 h 1012031"/>
                <a:gd name="connsiteX224" fmla="*/ 80962 w 759618"/>
                <a:gd name="connsiteY224" fmla="*/ 954881 h 1012031"/>
                <a:gd name="connsiteX225" fmla="*/ 95250 w 759618"/>
                <a:gd name="connsiteY225" fmla="*/ 978694 h 1012031"/>
                <a:gd name="connsiteX226" fmla="*/ 109537 w 759618"/>
                <a:gd name="connsiteY226" fmla="*/ 964406 h 1012031"/>
                <a:gd name="connsiteX227" fmla="*/ 119062 w 759618"/>
                <a:gd name="connsiteY227" fmla="*/ 981075 h 1012031"/>
                <a:gd name="connsiteX228" fmla="*/ 126206 w 759618"/>
                <a:gd name="connsiteY228" fmla="*/ 959644 h 1012031"/>
                <a:gd name="connsiteX229" fmla="*/ 145256 w 759618"/>
                <a:gd name="connsiteY229" fmla="*/ 985838 h 1012031"/>
                <a:gd name="connsiteX230" fmla="*/ 169068 w 759618"/>
                <a:gd name="connsiteY230" fmla="*/ 1004888 h 1012031"/>
                <a:gd name="connsiteX231" fmla="*/ 161925 w 759618"/>
                <a:gd name="connsiteY231" fmla="*/ 978694 h 1012031"/>
                <a:gd name="connsiteX232" fmla="*/ 171450 w 759618"/>
                <a:gd name="connsiteY232" fmla="*/ 964406 h 1012031"/>
                <a:gd name="connsiteX233" fmla="*/ 180975 w 759618"/>
                <a:gd name="connsiteY233" fmla="*/ 973931 h 1012031"/>
                <a:gd name="connsiteX234" fmla="*/ 188118 w 759618"/>
                <a:gd name="connsiteY234" fmla="*/ 962025 h 1012031"/>
                <a:gd name="connsiteX235" fmla="*/ 197643 w 759618"/>
                <a:gd name="connsiteY235" fmla="*/ 981075 h 1012031"/>
                <a:gd name="connsiteX236" fmla="*/ 209550 w 759618"/>
                <a:gd name="connsiteY236" fmla="*/ 962025 h 1012031"/>
                <a:gd name="connsiteX237" fmla="*/ 228600 w 759618"/>
                <a:gd name="connsiteY237" fmla="*/ 983456 h 1012031"/>
                <a:gd name="connsiteX238" fmla="*/ 235743 w 759618"/>
                <a:gd name="connsiteY238" fmla="*/ 959644 h 1012031"/>
                <a:gd name="connsiteX239" fmla="*/ 254793 w 759618"/>
                <a:gd name="connsiteY239" fmla="*/ 973931 h 1012031"/>
                <a:gd name="connsiteX240" fmla="*/ 271462 w 759618"/>
                <a:gd name="connsiteY240" fmla="*/ 983456 h 1012031"/>
                <a:gd name="connsiteX241" fmla="*/ 278606 w 759618"/>
                <a:gd name="connsiteY241" fmla="*/ 1000125 h 1012031"/>
                <a:gd name="connsiteX242" fmla="*/ 269081 w 759618"/>
                <a:gd name="connsiteY242" fmla="*/ 1012031 h 1012031"/>
                <a:gd name="connsiteX243" fmla="*/ 316706 w 759618"/>
                <a:gd name="connsiteY243" fmla="*/ 976313 h 1012031"/>
                <a:gd name="connsiteX244" fmla="*/ 335756 w 759618"/>
                <a:gd name="connsiteY244" fmla="*/ 969169 h 1012031"/>
                <a:gd name="connsiteX245" fmla="*/ 342900 w 759618"/>
                <a:gd name="connsiteY245" fmla="*/ 950119 h 1012031"/>
                <a:gd name="connsiteX246" fmla="*/ 342900 w 759618"/>
                <a:gd name="connsiteY246" fmla="*/ 926306 h 1012031"/>
                <a:gd name="connsiteX247" fmla="*/ 321468 w 759618"/>
                <a:gd name="connsiteY247" fmla="*/ 935831 h 1012031"/>
                <a:gd name="connsiteX248" fmla="*/ 307181 w 759618"/>
                <a:gd name="connsiteY248" fmla="*/ 926306 h 1012031"/>
                <a:gd name="connsiteX249" fmla="*/ 307181 w 759618"/>
                <a:gd name="connsiteY249" fmla="*/ 900113 h 1012031"/>
                <a:gd name="connsiteX250" fmla="*/ 290512 w 759618"/>
                <a:gd name="connsiteY250" fmla="*/ 916781 h 1012031"/>
                <a:gd name="connsiteX251" fmla="*/ 269081 w 759618"/>
                <a:gd name="connsiteY251" fmla="*/ 892969 h 1012031"/>
                <a:gd name="connsiteX252" fmla="*/ 252412 w 759618"/>
                <a:gd name="connsiteY252" fmla="*/ 919163 h 1012031"/>
                <a:gd name="connsiteX253" fmla="*/ 233362 w 759618"/>
                <a:gd name="connsiteY253" fmla="*/ 902494 h 1012031"/>
                <a:gd name="connsiteX254" fmla="*/ 254793 w 759618"/>
                <a:gd name="connsiteY254" fmla="*/ 888206 h 1012031"/>
                <a:gd name="connsiteX255" fmla="*/ 254793 w 759618"/>
                <a:gd name="connsiteY255" fmla="*/ 862013 h 1012031"/>
                <a:gd name="connsiteX256" fmla="*/ 278606 w 759618"/>
                <a:gd name="connsiteY256" fmla="*/ 876300 h 1012031"/>
                <a:gd name="connsiteX257" fmla="*/ 307181 w 759618"/>
                <a:gd name="connsiteY257" fmla="*/ 885825 h 1012031"/>
                <a:gd name="connsiteX258" fmla="*/ 323850 w 759618"/>
                <a:gd name="connsiteY258" fmla="*/ 878681 h 1012031"/>
                <a:gd name="connsiteX259" fmla="*/ 338137 w 759618"/>
                <a:gd name="connsiteY259" fmla="*/ 869156 h 1012031"/>
                <a:gd name="connsiteX260" fmla="*/ 338137 w 759618"/>
                <a:gd name="connsiteY260" fmla="*/ 847725 h 1012031"/>
                <a:gd name="connsiteX261" fmla="*/ 335756 w 759618"/>
                <a:gd name="connsiteY261" fmla="*/ 823913 h 1012031"/>
                <a:gd name="connsiteX262" fmla="*/ 338137 w 759618"/>
                <a:gd name="connsiteY262" fmla="*/ 797719 h 1012031"/>
                <a:gd name="connsiteX263" fmla="*/ 364331 w 759618"/>
                <a:gd name="connsiteY263" fmla="*/ 814388 h 1012031"/>
                <a:gd name="connsiteX264" fmla="*/ 392906 w 759618"/>
                <a:gd name="connsiteY264" fmla="*/ 795338 h 1012031"/>
                <a:gd name="connsiteX265" fmla="*/ 373856 w 759618"/>
                <a:gd name="connsiteY265" fmla="*/ 783431 h 1012031"/>
                <a:gd name="connsiteX266" fmla="*/ 395287 w 759618"/>
                <a:gd name="connsiteY266" fmla="*/ 776288 h 1012031"/>
                <a:gd name="connsiteX267" fmla="*/ 407193 w 759618"/>
                <a:gd name="connsiteY267" fmla="*/ 762000 h 1012031"/>
                <a:gd name="connsiteX268" fmla="*/ 388143 w 759618"/>
                <a:gd name="connsiteY268" fmla="*/ 752475 h 1012031"/>
                <a:gd name="connsiteX269" fmla="*/ 404812 w 759618"/>
                <a:gd name="connsiteY269" fmla="*/ 738188 h 1012031"/>
                <a:gd name="connsiteX270" fmla="*/ 423862 w 759618"/>
                <a:gd name="connsiteY270" fmla="*/ 707231 h 1012031"/>
                <a:gd name="connsiteX271" fmla="*/ 383381 w 759618"/>
                <a:gd name="connsiteY271" fmla="*/ 697706 h 1012031"/>
                <a:gd name="connsiteX272" fmla="*/ 381000 w 759618"/>
                <a:gd name="connsiteY272" fmla="*/ 690563 h 1012031"/>
                <a:gd name="connsiteX273" fmla="*/ 350043 w 759618"/>
                <a:gd name="connsiteY273" fmla="*/ 690563 h 1012031"/>
                <a:gd name="connsiteX274" fmla="*/ 335756 w 759618"/>
                <a:gd name="connsiteY274" fmla="*/ 676275 h 1012031"/>
                <a:gd name="connsiteX275" fmla="*/ 354806 w 759618"/>
                <a:gd name="connsiteY275" fmla="*/ 654844 h 1012031"/>
                <a:gd name="connsiteX276" fmla="*/ 390525 w 759618"/>
                <a:gd name="connsiteY276" fmla="*/ 657225 h 1012031"/>
                <a:gd name="connsiteX277" fmla="*/ 416718 w 759618"/>
                <a:gd name="connsiteY277" fmla="*/ 683419 h 1012031"/>
                <a:gd name="connsiteX278" fmla="*/ 428625 w 759618"/>
                <a:gd name="connsiteY278" fmla="*/ 647700 h 1012031"/>
                <a:gd name="connsiteX279" fmla="*/ 397668 w 759618"/>
                <a:gd name="connsiteY279" fmla="*/ 640556 h 1012031"/>
                <a:gd name="connsiteX280" fmla="*/ 359568 w 759618"/>
                <a:gd name="connsiteY280" fmla="*/ 631031 h 1012031"/>
                <a:gd name="connsiteX281" fmla="*/ 371475 w 759618"/>
                <a:gd name="connsiteY281" fmla="*/ 619125 h 1012031"/>
                <a:gd name="connsiteX282" fmla="*/ 395287 w 759618"/>
                <a:gd name="connsiteY282" fmla="*/ 616744 h 1012031"/>
                <a:gd name="connsiteX283" fmla="*/ 416718 w 759618"/>
                <a:gd name="connsiteY283" fmla="*/ 628650 h 1012031"/>
                <a:gd name="connsiteX284" fmla="*/ 442912 w 759618"/>
                <a:gd name="connsiteY284" fmla="*/ 607219 h 1012031"/>
                <a:gd name="connsiteX285" fmla="*/ 452437 w 759618"/>
                <a:gd name="connsiteY285" fmla="*/ 592931 h 1012031"/>
                <a:gd name="connsiteX286" fmla="*/ 428625 w 759618"/>
                <a:gd name="connsiteY286" fmla="*/ 576263 h 1012031"/>
                <a:gd name="connsiteX287" fmla="*/ 440531 w 759618"/>
                <a:gd name="connsiteY287" fmla="*/ 564356 h 1012031"/>
                <a:gd name="connsiteX288" fmla="*/ 464343 w 759618"/>
                <a:gd name="connsiteY288" fmla="*/ 578644 h 1012031"/>
                <a:gd name="connsiteX289" fmla="*/ 497681 w 759618"/>
                <a:gd name="connsiteY289" fmla="*/ 590550 h 1012031"/>
                <a:gd name="connsiteX290" fmla="*/ 511968 w 759618"/>
                <a:gd name="connsiteY290" fmla="*/ 557213 h 1012031"/>
                <a:gd name="connsiteX291" fmla="*/ 526256 w 759618"/>
                <a:gd name="connsiteY291" fmla="*/ 528638 h 1012031"/>
                <a:gd name="connsiteX292" fmla="*/ 502443 w 759618"/>
                <a:gd name="connsiteY292" fmla="*/ 531019 h 1012031"/>
                <a:gd name="connsiteX293" fmla="*/ 488156 w 759618"/>
                <a:gd name="connsiteY293" fmla="*/ 519113 h 1012031"/>
                <a:gd name="connsiteX294" fmla="*/ 550068 w 759618"/>
                <a:gd name="connsiteY294" fmla="*/ 478631 h 1012031"/>
                <a:gd name="connsiteX0" fmla="*/ 492918 w 759618"/>
                <a:gd name="connsiteY0" fmla="*/ 461963 h 1012031"/>
                <a:gd name="connsiteX1" fmla="*/ 504825 w 759618"/>
                <a:gd name="connsiteY1" fmla="*/ 426244 h 1012031"/>
                <a:gd name="connsiteX2" fmla="*/ 616743 w 759618"/>
                <a:gd name="connsiteY2" fmla="*/ 383381 h 1012031"/>
                <a:gd name="connsiteX3" fmla="*/ 626268 w 759618"/>
                <a:gd name="connsiteY3" fmla="*/ 357188 h 1012031"/>
                <a:gd name="connsiteX4" fmla="*/ 678656 w 759618"/>
                <a:gd name="connsiteY4" fmla="*/ 307181 h 1012031"/>
                <a:gd name="connsiteX5" fmla="*/ 600075 w 759618"/>
                <a:gd name="connsiteY5" fmla="*/ 335756 h 1012031"/>
                <a:gd name="connsiteX6" fmla="*/ 554831 w 759618"/>
                <a:gd name="connsiteY6" fmla="*/ 373856 h 1012031"/>
                <a:gd name="connsiteX7" fmla="*/ 535781 w 759618"/>
                <a:gd name="connsiteY7" fmla="*/ 369094 h 1012031"/>
                <a:gd name="connsiteX8" fmla="*/ 597693 w 759618"/>
                <a:gd name="connsiteY8" fmla="*/ 309563 h 1012031"/>
                <a:gd name="connsiteX9" fmla="*/ 573881 w 759618"/>
                <a:gd name="connsiteY9" fmla="*/ 288131 h 1012031"/>
                <a:gd name="connsiteX10" fmla="*/ 561975 w 759618"/>
                <a:gd name="connsiteY10" fmla="*/ 261938 h 1012031"/>
                <a:gd name="connsiteX11" fmla="*/ 614362 w 759618"/>
                <a:gd name="connsiteY11" fmla="*/ 292894 h 1012031"/>
                <a:gd name="connsiteX12" fmla="*/ 650081 w 759618"/>
                <a:gd name="connsiteY12" fmla="*/ 290513 h 1012031"/>
                <a:gd name="connsiteX13" fmla="*/ 650081 w 759618"/>
                <a:gd name="connsiteY13" fmla="*/ 273844 h 1012031"/>
                <a:gd name="connsiteX14" fmla="*/ 678656 w 759618"/>
                <a:gd name="connsiteY14" fmla="*/ 271463 h 1012031"/>
                <a:gd name="connsiteX15" fmla="*/ 721518 w 759618"/>
                <a:gd name="connsiteY15" fmla="*/ 221456 h 1012031"/>
                <a:gd name="connsiteX16" fmla="*/ 759618 w 759618"/>
                <a:gd name="connsiteY16" fmla="*/ 150019 h 1012031"/>
                <a:gd name="connsiteX17" fmla="*/ 738187 w 759618"/>
                <a:gd name="connsiteY17" fmla="*/ 126206 h 1012031"/>
                <a:gd name="connsiteX18" fmla="*/ 704850 w 759618"/>
                <a:gd name="connsiteY18" fmla="*/ 121444 h 1012031"/>
                <a:gd name="connsiteX19" fmla="*/ 692943 w 759618"/>
                <a:gd name="connsiteY19" fmla="*/ 73819 h 1012031"/>
                <a:gd name="connsiteX20" fmla="*/ 669131 w 759618"/>
                <a:gd name="connsiteY20" fmla="*/ 59531 h 1012031"/>
                <a:gd name="connsiteX21" fmla="*/ 628650 w 759618"/>
                <a:gd name="connsiteY21" fmla="*/ 78581 h 1012031"/>
                <a:gd name="connsiteX22" fmla="*/ 614362 w 759618"/>
                <a:gd name="connsiteY22" fmla="*/ 102394 h 1012031"/>
                <a:gd name="connsiteX23" fmla="*/ 588168 w 759618"/>
                <a:gd name="connsiteY23" fmla="*/ 114300 h 1012031"/>
                <a:gd name="connsiteX24" fmla="*/ 576262 w 759618"/>
                <a:gd name="connsiteY24" fmla="*/ 107156 h 1012031"/>
                <a:gd name="connsiteX25" fmla="*/ 592931 w 759618"/>
                <a:gd name="connsiteY25" fmla="*/ 85725 h 1012031"/>
                <a:gd name="connsiteX26" fmla="*/ 621506 w 759618"/>
                <a:gd name="connsiteY26" fmla="*/ 50006 h 1012031"/>
                <a:gd name="connsiteX27" fmla="*/ 585787 w 759618"/>
                <a:gd name="connsiteY27" fmla="*/ 33338 h 1012031"/>
                <a:gd name="connsiteX28" fmla="*/ 557212 w 759618"/>
                <a:gd name="connsiteY28" fmla="*/ 38100 h 1012031"/>
                <a:gd name="connsiteX29" fmla="*/ 540543 w 759618"/>
                <a:gd name="connsiteY29" fmla="*/ 16669 h 1012031"/>
                <a:gd name="connsiteX30" fmla="*/ 526256 w 759618"/>
                <a:gd name="connsiteY30" fmla="*/ 16669 h 1012031"/>
                <a:gd name="connsiteX31" fmla="*/ 519112 w 759618"/>
                <a:gd name="connsiteY31" fmla="*/ 28575 h 1012031"/>
                <a:gd name="connsiteX32" fmla="*/ 533400 w 759618"/>
                <a:gd name="connsiteY32" fmla="*/ 61913 h 1012031"/>
                <a:gd name="connsiteX33" fmla="*/ 519112 w 759618"/>
                <a:gd name="connsiteY33" fmla="*/ 69056 h 1012031"/>
                <a:gd name="connsiteX34" fmla="*/ 500062 w 759618"/>
                <a:gd name="connsiteY34" fmla="*/ 33338 h 1012031"/>
                <a:gd name="connsiteX35" fmla="*/ 495300 w 759618"/>
                <a:gd name="connsiteY35" fmla="*/ 0 h 1012031"/>
                <a:gd name="connsiteX36" fmla="*/ 466725 w 759618"/>
                <a:gd name="connsiteY36" fmla="*/ 40481 h 1012031"/>
                <a:gd name="connsiteX37" fmla="*/ 466725 w 759618"/>
                <a:gd name="connsiteY37" fmla="*/ 61913 h 1012031"/>
                <a:gd name="connsiteX38" fmla="*/ 490537 w 759618"/>
                <a:gd name="connsiteY38" fmla="*/ 80963 h 1012031"/>
                <a:gd name="connsiteX39" fmla="*/ 490537 w 759618"/>
                <a:gd name="connsiteY39" fmla="*/ 100013 h 1012031"/>
                <a:gd name="connsiteX40" fmla="*/ 464343 w 759618"/>
                <a:gd name="connsiteY40" fmla="*/ 95250 h 1012031"/>
                <a:gd name="connsiteX41" fmla="*/ 442912 w 759618"/>
                <a:gd name="connsiteY41" fmla="*/ 64294 h 1012031"/>
                <a:gd name="connsiteX42" fmla="*/ 433387 w 759618"/>
                <a:gd name="connsiteY42" fmla="*/ 40481 h 1012031"/>
                <a:gd name="connsiteX43" fmla="*/ 414337 w 759618"/>
                <a:gd name="connsiteY43" fmla="*/ 33338 h 1012031"/>
                <a:gd name="connsiteX44" fmla="*/ 383381 w 759618"/>
                <a:gd name="connsiteY44" fmla="*/ 38100 h 1012031"/>
                <a:gd name="connsiteX45" fmla="*/ 376237 w 759618"/>
                <a:gd name="connsiteY45" fmla="*/ 42863 h 1012031"/>
                <a:gd name="connsiteX46" fmla="*/ 378618 w 759618"/>
                <a:gd name="connsiteY46" fmla="*/ 69056 h 1012031"/>
                <a:gd name="connsiteX47" fmla="*/ 402431 w 759618"/>
                <a:gd name="connsiteY47" fmla="*/ 88106 h 1012031"/>
                <a:gd name="connsiteX48" fmla="*/ 416718 w 759618"/>
                <a:gd name="connsiteY48" fmla="*/ 109538 h 1012031"/>
                <a:gd name="connsiteX49" fmla="*/ 402431 w 759618"/>
                <a:gd name="connsiteY49" fmla="*/ 145256 h 1012031"/>
                <a:gd name="connsiteX50" fmla="*/ 385762 w 759618"/>
                <a:gd name="connsiteY50" fmla="*/ 135731 h 1012031"/>
                <a:gd name="connsiteX51" fmla="*/ 381000 w 759618"/>
                <a:gd name="connsiteY51" fmla="*/ 104775 h 1012031"/>
                <a:gd name="connsiteX52" fmla="*/ 352425 w 759618"/>
                <a:gd name="connsiteY52" fmla="*/ 59531 h 1012031"/>
                <a:gd name="connsiteX53" fmla="*/ 333375 w 759618"/>
                <a:gd name="connsiteY53" fmla="*/ 69056 h 1012031"/>
                <a:gd name="connsiteX54" fmla="*/ 323850 w 759618"/>
                <a:gd name="connsiteY54" fmla="*/ 50006 h 1012031"/>
                <a:gd name="connsiteX55" fmla="*/ 302418 w 759618"/>
                <a:gd name="connsiteY55" fmla="*/ 42863 h 1012031"/>
                <a:gd name="connsiteX56" fmla="*/ 290512 w 759618"/>
                <a:gd name="connsiteY56" fmla="*/ 64294 h 1012031"/>
                <a:gd name="connsiteX57" fmla="*/ 304800 w 759618"/>
                <a:gd name="connsiteY57" fmla="*/ 76200 h 1012031"/>
                <a:gd name="connsiteX58" fmla="*/ 323850 w 759618"/>
                <a:gd name="connsiteY58" fmla="*/ 92869 h 1012031"/>
                <a:gd name="connsiteX59" fmla="*/ 335756 w 759618"/>
                <a:gd name="connsiteY59" fmla="*/ 100013 h 1012031"/>
                <a:gd name="connsiteX60" fmla="*/ 328612 w 759618"/>
                <a:gd name="connsiteY60" fmla="*/ 111919 h 1012031"/>
                <a:gd name="connsiteX61" fmla="*/ 307181 w 759618"/>
                <a:gd name="connsiteY61" fmla="*/ 100013 h 1012031"/>
                <a:gd name="connsiteX62" fmla="*/ 264318 w 759618"/>
                <a:gd name="connsiteY62" fmla="*/ 76200 h 1012031"/>
                <a:gd name="connsiteX63" fmla="*/ 280987 w 759618"/>
                <a:gd name="connsiteY63" fmla="*/ 114300 h 1012031"/>
                <a:gd name="connsiteX64" fmla="*/ 292893 w 759618"/>
                <a:gd name="connsiteY64" fmla="*/ 130969 h 1012031"/>
                <a:gd name="connsiteX65" fmla="*/ 280987 w 759618"/>
                <a:gd name="connsiteY65" fmla="*/ 140494 h 1012031"/>
                <a:gd name="connsiteX66" fmla="*/ 247650 w 759618"/>
                <a:gd name="connsiteY66" fmla="*/ 100013 h 1012031"/>
                <a:gd name="connsiteX67" fmla="*/ 261937 w 759618"/>
                <a:gd name="connsiteY67" fmla="*/ 142875 h 1012031"/>
                <a:gd name="connsiteX68" fmla="*/ 242887 w 759618"/>
                <a:gd name="connsiteY68" fmla="*/ 150019 h 1012031"/>
                <a:gd name="connsiteX69" fmla="*/ 257175 w 759618"/>
                <a:gd name="connsiteY69" fmla="*/ 178594 h 1012031"/>
                <a:gd name="connsiteX70" fmla="*/ 278606 w 759618"/>
                <a:gd name="connsiteY70" fmla="*/ 195263 h 1012031"/>
                <a:gd name="connsiteX71" fmla="*/ 307181 w 759618"/>
                <a:gd name="connsiteY71" fmla="*/ 228600 h 1012031"/>
                <a:gd name="connsiteX72" fmla="*/ 316706 w 759618"/>
                <a:gd name="connsiteY72" fmla="*/ 254794 h 1012031"/>
                <a:gd name="connsiteX73" fmla="*/ 316706 w 759618"/>
                <a:gd name="connsiteY73" fmla="*/ 254794 h 1012031"/>
                <a:gd name="connsiteX74" fmla="*/ 285750 w 759618"/>
                <a:gd name="connsiteY74" fmla="*/ 235744 h 1012031"/>
                <a:gd name="connsiteX75" fmla="*/ 238125 w 759618"/>
                <a:gd name="connsiteY75" fmla="*/ 221456 h 1012031"/>
                <a:gd name="connsiteX76" fmla="*/ 223837 w 759618"/>
                <a:gd name="connsiteY76" fmla="*/ 195263 h 1012031"/>
                <a:gd name="connsiteX77" fmla="*/ 204787 w 759618"/>
                <a:gd name="connsiteY77" fmla="*/ 166688 h 1012031"/>
                <a:gd name="connsiteX78" fmla="*/ 166687 w 759618"/>
                <a:gd name="connsiteY78" fmla="*/ 130969 h 1012031"/>
                <a:gd name="connsiteX79" fmla="*/ 166687 w 759618"/>
                <a:gd name="connsiteY79" fmla="*/ 157163 h 1012031"/>
                <a:gd name="connsiteX80" fmla="*/ 173831 w 759618"/>
                <a:gd name="connsiteY80" fmla="*/ 176213 h 1012031"/>
                <a:gd name="connsiteX81" fmla="*/ 171450 w 759618"/>
                <a:gd name="connsiteY81" fmla="*/ 188119 h 1012031"/>
                <a:gd name="connsiteX82" fmla="*/ 152400 w 759618"/>
                <a:gd name="connsiteY82" fmla="*/ 195263 h 1012031"/>
                <a:gd name="connsiteX83" fmla="*/ 128587 w 759618"/>
                <a:gd name="connsiteY83" fmla="*/ 190500 h 1012031"/>
                <a:gd name="connsiteX84" fmla="*/ 178593 w 759618"/>
                <a:gd name="connsiteY84" fmla="*/ 214313 h 1012031"/>
                <a:gd name="connsiteX85" fmla="*/ 188118 w 759618"/>
                <a:gd name="connsiteY85" fmla="*/ 228600 h 1012031"/>
                <a:gd name="connsiteX86" fmla="*/ 185737 w 759618"/>
                <a:gd name="connsiteY86" fmla="*/ 250031 h 1012031"/>
                <a:gd name="connsiteX87" fmla="*/ 157162 w 759618"/>
                <a:gd name="connsiteY87" fmla="*/ 228600 h 1012031"/>
                <a:gd name="connsiteX88" fmla="*/ 121443 w 759618"/>
                <a:gd name="connsiteY88" fmla="*/ 223838 h 1012031"/>
                <a:gd name="connsiteX89" fmla="*/ 97631 w 759618"/>
                <a:gd name="connsiteY89" fmla="*/ 211931 h 1012031"/>
                <a:gd name="connsiteX90" fmla="*/ 73818 w 759618"/>
                <a:gd name="connsiteY90" fmla="*/ 235744 h 1012031"/>
                <a:gd name="connsiteX91" fmla="*/ 73818 w 759618"/>
                <a:gd name="connsiteY91" fmla="*/ 257175 h 1012031"/>
                <a:gd name="connsiteX92" fmla="*/ 52387 w 759618"/>
                <a:gd name="connsiteY92" fmla="*/ 273844 h 1012031"/>
                <a:gd name="connsiteX93" fmla="*/ 35718 w 759618"/>
                <a:gd name="connsiteY93" fmla="*/ 254794 h 1012031"/>
                <a:gd name="connsiteX94" fmla="*/ 19050 w 759618"/>
                <a:gd name="connsiteY94" fmla="*/ 264319 h 1012031"/>
                <a:gd name="connsiteX95" fmla="*/ 0 w 759618"/>
                <a:gd name="connsiteY95" fmla="*/ 297656 h 1012031"/>
                <a:gd name="connsiteX96" fmla="*/ 26193 w 759618"/>
                <a:gd name="connsiteY96" fmla="*/ 283369 h 1012031"/>
                <a:gd name="connsiteX97" fmla="*/ 38100 w 759618"/>
                <a:gd name="connsiteY97" fmla="*/ 273844 h 1012031"/>
                <a:gd name="connsiteX98" fmla="*/ 52387 w 759618"/>
                <a:gd name="connsiteY98" fmla="*/ 288131 h 1012031"/>
                <a:gd name="connsiteX99" fmla="*/ 30956 w 759618"/>
                <a:gd name="connsiteY99" fmla="*/ 323850 h 1012031"/>
                <a:gd name="connsiteX100" fmla="*/ 69056 w 759618"/>
                <a:gd name="connsiteY100" fmla="*/ 300038 h 1012031"/>
                <a:gd name="connsiteX101" fmla="*/ 92868 w 759618"/>
                <a:gd name="connsiteY101" fmla="*/ 295275 h 1012031"/>
                <a:gd name="connsiteX102" fmla="*/ 114300 w 759618"/>
                <a:gd name="connsiteY102" fmla="*/ 300038 h 1012031"/>
                <a:gd name="connsiteX103" fmla="*/ 111918 w 759618"/>
                <a:gd name="connsiteY103" fmla="*/ 316706 h 1012031"/>
                <a:gd name="connsiteX104" fmla="*/ 92868 w 759618"/>
                <a:gd name="connsiteY104" fmla="*/ 311944 h 1012031"/>
                <a:gd name="connsiteX105" fmla="*/ 66675 w 759618"/>
                <a:gd name="connsiteY105" fmla="*/ 338138 h 1012031"/>
                <a:gd name="connsiteX106" fmla="*/ 69056 w 759618"/>
                <a:gd name="connsiteY106" fmla="*/ 359569 h 1012031"/>
                <a:gd name="connsiteX107" fmla="*/ 50006 w 759618"/>
                <a:gd name="connsiteY107" fmla="*/ 369094 h 1012031"/>
                <a:gd name="connsiteX108" fmla="*/ 59531 w 759618"/>
                <a:gd name="connsiteY108" fmla="*/ 385763 h 1012031"/>
                <a:gd name="connsiteX109" fmla="*/ 88106 w 759618"/>
                <a:gd name="connsiteY109" fmla="*/ 376238 h 1012031"/>
                <a:gd name="connsiteX110" fmla="*/ 116681 w 759618"/>
                <a:gd name="connsiteY110" fmla="*/ 378619 h 1012031"/>
                <a:gd name="connsiteX111" fmla="*/ 138112 w 759618"/>
                <a:gd name="connsiteY111" fmla="*/ 354806 h 1012031"/>
                <a:gd name="connsiteX112" fmla="*/ 164306 w 759618"/>
                <a:gd name="connsiteY112" fmla="*/ 335756 h 1012031"/>
                <a:gd name="connsiteX113" fmla="*/ 178593 w 759618"/>
                <a:gd name="connsiteY113" fmla="*/ 340519 h 1012031"/>
                <a:gd name="connsiteX114" fmla="*/ 157162 w 759618"/>
                <a:gd name="connsiteY114" fmla="*/ 366713 h 1012031"/>
                <a:gd name="connsiteX115" fmla="*/ 114300 w 759618"/>
                <a:gd name="connsiteY115" fmla="*/ 407194 h 1012031"/>
                <a:gd name="connsiteX116" fmla="*/ 73818 w 759618"/>
                <a:gd name="connsiteY116" fmla="*/ 411956 h 1012031"/>
                <a:gd name="connsiteX117" fmla="*/ 102393 w 759618"/>
                <a:gd name="connsiteY117" fmla="*/ 447675 h 1012031"/>
                <a:gd name="connsiteX118" fmla="*/ 133350 w 759618"/>
                <a:gd name="connsiteY118" fmla="*/ 419100 h 1012031"/>
                <a:gd name="connsiteX119" fmla="*/ 169068 w 759618"/>
                <a:gd name="connsiteY119" fmla="*/ 378619 h 1012031"/>
                <a:gd name="connsiteX120" fmla="*/ 209550 w 759618"/>
                <a:gd name="connsiteY120" fmla="*/ 371475 h 1012031"/>
                <a:gd name="connsiteX121" fmla="*/ 223837 w 759618"/>
                <a:gd name="connsiteY121" fmla="*/ 373856 h 1012031"/>
                <a:gd name="connsiteX122" fmla="*/ 183356 w 759618"/>
                <a:gd name="connsiteY122" fmla="*/ 402431 h 1012031"/>
                <a:gd name="connsiteX123" fmla="*/ 154781 w 759618"/>
                <a:gd name="connsiteY123" fmla="*/ 428625 h 1012031"/>
                <a:gd name="connsiteX124" fmla="*/ 147637 w 759618"/>
                <a:gd name="connsiteY124" fmla="*/ 454819 h 1012031"/>
                <a:gd name="connsiteX125" fmla="*/ 169068 w 759618"/>
                <a:gd name="connsiteY125" fmla="*/ 466725 h 1012031"/>
                <a:gd name="connsiteX126" fmla="*/ 197643 w 759618"/>
                <a:gd name="connsiteY126" fmla="*/ 454819 h 1012031"/>
                <a:gd name="connsiteX127" fmla="*/ 197643 w 759618"/>
                <a:gd name="connsiteY127" fmla="*/ 423863 h 1012031"/>
                <a:gd name="connsiteX128" fmla="*/ 211931 w 759618"/>
                <a:gd name="connsiteY128" fmla="*/ 411956 h 1012031"/>
                <a:gd name="connsiteX129" fmla="*/ 228600 w 759618"/>
                <a:gd name="connsiteY129" fmla="*/ 428625 h 1012031"/>
                <a:gd name="connsiteX130" fmla="*/ 254793 w 759618"/>
                <a:gd name="connsiteY130" fmla="*/ 423863 h 1012031"/>
                <a:gd name="connsiteX131" fmla="*/ 240506 w 759618"/>
                <a:gd name="connsiteY131" fmla="*/ 445294 h 1012031"/>
                <a:gd name="connsiteX132" fmla="*/ 216693 w 759618"/>
                <a:gd name="connsiteY132" fmla="*/ 452438 h 1012031"/>
                <a:gd name="connsiteX133" fmla="*/ 242887 w 759618"/>
                <a:gd name="connsiteY133" fmla="*/ 464344 h 1012031"/>
                <a:gd name="connsiteX134" fmla="*/ 304800 w 759618"/>
                <a:gd name="connsiteY134" fmla="*/ 411956 h 1012031"/>
                <a:gd name="connsiteX135" fmla="*/ 307181 w 759618"/>
                <a:gd name="connsiteY135" fmla="*/ 364331 h 1012031"/>
                <a:gd name="connsiteX136" fmla="*/ 378618 w 759618"/>
                <a:gd name="connsiteY136" fmla="*/ 311944 h 1012031"/>
                <a:gd name="connsiteX137" fmla="*/ 385762 w 759618"/>
                <a:gd name="connsiteY137" fmla="*/ 335756 h 1012031"/>
                <a:gd name="connsiteX138" fmla="*/ 357187 w 759618"/>
                <a:gd name="connsiteY138" fmla="*/ 359569 h 1012031"/>
                <a:gd name="connsiteX139" fmla="*/ 333375 w 759618"/>
                <a:gd name="connsiteY139" fmla="*/ 400050 h 1012031"/>
                <a:gd name="connsiteX140" fmla="*/ 333375 w 759618"/>
                <a:gd name="connsiteY140" fmla="*/ 414338 h 1012031"/>
                <a:gd name="connsiteX141" fmla="*/ 359568 w 759618"/>
                <a:gd name="connsiteY141" fmla="*/ 407194 h 1012031"/>
                <a:gd name="connsiteX142" fmla="*/ 381000 w 759618"/>
                <a:gd name="connsiteY142" fmla="*/ 414338 h 1012031"/>
                <a:gd name="connsiteX143" fmla="*/ 369093 w 759618"/>
                <a:gd name="connsiteY143" fmla="*/ 419100 h 1012031"/>
                <a:gd name="connsiteX144" fmla="*/ 338137 w 759618"/>
                <a:gd name="connsiteY144" fmla="*/ 428625 h 1012031"/>
                <a:gd name="connsiteX145" fmla="*/ 300037 w 759618"/>
                <a:gd name="connsiteY145" fmla="*/ 454819 h 1012031"/>
                <a:gd name="connsiteX146" fmla="*/ 345281 w 759618"/>
                <a:gd name="connsiteY146" fmla="*/ 461963 h 1012031"/>
                <a:gd name="connsiteX147" fmla="*/ 342900 w 759618"/>
                <a:gd name="connsiteY147" fmla="*/ 476250 h 1012031"/>
                <a:gd name="connsiteX148" fmla="*/ 292893 w 759618"/>
                <a:gd name="connsiteY148" fmla="*/ 478631 h 1012031"/>
                <a:gd name="connsiteX149" fmla="*/ 261937 w 759618"/>
                <a:gd name="connsiteY149" fmla="*/ 495300 h 1012031"/>
                <a:gd name="connsiteX150" fmla="*/ 228600 w 759618"/>
                <a:gd name="connsiteY150" fmla="*/ 504825 h 1012031"/>
                <a:gd name="connsiteX151" fmla="*/ 240506 w 759618"/>
                <a:gd name="connsiteY151" fmla="*/ 540544 h 1012031"/>
                <a:gd name="connsiteX152" fmla="*/ 257175 w 759618"/>
                <a:gd name="connsiteY152" fmla="*/ 557213 h 1012031"/>
                <a:gd name="connsiteX153" fmla="*/ 259556 w 759618"/>
                <a:gd name="connsiteY153" fmla="*/ 578644 h 1012031"/>
                <a:gd name="connsiteX154" fmla="*/ 290512 w 759618"/>
                <a:gd name="connsiteY154" fmla="*/ 585788 h 1012031"/>
                <a:gd name="connsiteX155" fmla="*/ 292893 w 759618"/>
                <a:gd name="connsiteY155" fmla="*/ 597694 h 1012031"/>
                <a:gd name="connsiteX156" fmla="*/ 273843 w 759618"/>
                <a:gd name="connsiteY156" fmla="*/ 616744 h 1012031"/>
                <a:gd name="connsiteX157" fmla="*/ 252412 w 759618"/>
                <a:gd name="connsiteY157" fmla="*/ 609600 h 1012031"/>
                <a:gd name="connsiteX158" fmla="*/ 235743 w 759618"/>
                <a:gd name="connsiteY158" fmla="*/ 607219 h 1012031"/>
                <a:gd name="connsiteX159" fmla="*/ 228600 w 759618"/>
                <a:gd name="connsiteY159" fmla="*/ 581025 h 1012031"/>
                <a:gd name="connsiteX160" fmla="*/ 204787 w 759618"/>
                <a:gd name="connsiteY160" fmla="*/ 547688 h 1012031"/>
                <a:gd name="connsiteX161" fmla="*/ 192881 w 759618"/>
                <a:gd name="connsiteY161" fmla="*/ 519113 h 1012031"/>
                <a:gd name="connsiteX162" fmla="*/ 166687 w 759618"/>
                <a:gd name="connsiteY162" fmla="*/ 507206 h 1012031"/>
                <a:gd name="connsiteX163" fmla="*/ 130968 w 759618"/>
                <a:gd name="connsiteY163" fmla="*/ 495300 h 1012031"/>
                <a:gd name="connsiteX164" fmla="*/ 135731 w 759618"/>
                <a:gd name="connsiteY164" fmla="*/ 535781 h 1012031"/>
                <a:gd name="connsiteX165" fmla="*/ 171450 w 759618"/>
                <a:gd name="connsiteY165" fmla="*/ 554831 h 1012031"/>
                <a:gd name="connsiteX166" fmla="*/ 164306 w 759618"/>
                <a:gd name="connsiteY166" fmla="*/ 569119 h 1012031"/>
                <a:gd name="connsiteX167" fmla="*/ 138112 w 759618"/>
                <a:gd name="connsiteY167" fmla="*/ 554831 h 1012031"/>
                <a:gd name="connsiteX168" fmla="*/ 173831 w 759618"/>
                <a:gd name="connsiteY168" fmla="*/ 595313 h 1012031"/>
                <a:gd name="connsiteX169" fmla="*/ 188118 w 759618"/>
                <a:gd name="connsiteY169" fmla="*/ 621506 h 1012031"/>
                <a:gd name="connsiteX170" fmla="*/ 197643 w 759618"/>
                <a:gd name="connsiteY170" fmla="*/ 642938 h 1012031"/>
                <a:gd name="connsiteX171" fmla="*/ 207168 w 759618"/>
                <a:gd name="connsiteY171" fmla="*/ 659606 h 1012031"/>
                <a:gd name="connsiteX172" fmla="*/ 207168 w 759618"/>
                <a:gd name="connsiteY172" fmla="*/ 659606 h 1012031"/>
                <a:gd name="connsiteX173" fmla="*/ 176212 w 759618"/>
                <a:gd name="connsiteY173" fmla="*/ 664369 h 1012031"/>
                <a:gd name="connsiteX174" fmla="*/ 200025 w 759618"/>
                <a:gd name="connsiteY174" fmla="*/ 681038 h 1012031"/>
                <a:gd name="connsiteX175" fmla="*/ 228600 w 759618"/>
                <a:gd name="connsiteY175" fmla="*/ 690563 h 1012031"/>
                <a:gd name="connsiteX176" fmla="*/ 242887 w 759618"/>
                <a:gd name="connsiteY176" fmla="*/ 685800 h 1012031"/>
                <a:gd name="connsiteX177" fmla="*/ 252412 w 759618"/>
                <a:gd name="connsiteY177" fmla="*/ 678656 h 1012031"/>
                <a:gd name="connsiteX178" fmla="*/ 264318 w 759618"/>
                <a:gd name="connsiteY178" fmla="*/ 704850 h 1012031"/>
                <a:gd name="connsiteX179" fmla="*/ 252412 w 759618"/>
                <a:gd name="connsiteY179" fmla="*/ 719138 h 1012031"/>
                <a:gd name="connsiteX180" fmla="*/ 235743 w 759618"/>
                <a:gd name="connsiteY180" fmla="*/ 745331 h 1012031"/>
                <a:gd name="connsiteX181" fmla="*/ 209550 w 759618"/>
                <a:gd name="connsiteY181" fmla="*/ 716756 h 1012031"/>
                <a:gd name="connsiteX182" fmla="*/ 185737 w 759618"/>
                <a:gd name="connsiteY182" fmla="*/ 704850 h 1012031"/>
                <a:gd name="connsiteX183" fmla="*/ 147637 w 759618"/>
                <a:gd name="connsiteY183" fmla="*/ 707231 h 1012031"/>
                <a:gd name="connsiteX184" fmla="*/ 135731 w 759618"/>
                <a:gd name="connsiteY184" fmla="*/ 716756 h 1012031"/>
                <a:gd name="connsiteX185" fmla="*/ 123825 w 759618"/>
                <a:gd name="connsiteY185" fmla="*/ 735806 h 1012031"/>
                <a:gd name="connsiteX186" fmla="*/ 114300 w 759618"/>
                <a:gd name="connsiteY186" fmla="*/ 766763 h 1012031"/>
                <a:gd name="connsiteX187" fmla="*/ 126206 w 759618"/>
                <a:gd name="connsiteY187" fmla="*/ 781050 h 1012031"/>
                <a:gd name="connsiteX188" fmla="*/ 145256 w 759618"/>
                <a:gd name="connsiteY188" fmla="*/ 757238 h 1012031"/>
                <a:gd name="connsiteX189" fmla="*/ 145256 w 759618"/>
                <a:gd name="connsiteY189" fmla="*/ 757238 h 1012031"/>
                <a:gd name="connsiteX190" fmla="*/ 152400 w 759618"/>
                <a:gd name="connsiteY190" fmla="*/ 778669 h 1012031"/>
                <a:gd name="connsiteX191" fmla="*/ 142875 w 759618"/>
                <a:gd name="connsiteY191" fmla="*/ 790575 h 1012031"/>
                <a:gd name="connsiteX192" fmla="*/ 173831 w 759618"/>
                <a:gd name="connsiteY192" fmla="*/ 776288 h 1012031"/>
                <a:gd name="connsiteX193" fmla="*/ 169068 w 759618"/>
                <a:gd name="connsiteY193" fmla="*/ 752475 h 1012031"/>
                <a:gd name="connsiteX194" fmla="*/ 183356 w 759618"/>
                <a:gd name="connsiteY194" fmla="*/ 747713 h 1012031"/>
                <a:gd name="connsiteX195" fmla="*/ 183356 w 759618"/>
                <a:gd name="connsiteY195" fmla="*/ 766763 h 1012031"/>
                <a:gd name="connsiteX196" fmla="*/ 188118 w 759618"/>
                <a:gd name="connsiteY196" fmla="*/ 778669 h 1012031"/>
                <a:gd name="connsiteX197" fmla="*/ 200025 w 759618"/>
                <a:gd name="connsiteY197" fmla="*/ 783431 h 1012031"/>
                <a:gd name="connsiteX198" fmla="*/ 197643 w 759618"/>
                <a:gd name="connsiteY198" fmla="*/ 797719 h 1012031"/>
                <a:gd name="connsiteX199" fmla="*/ 178593 w 759618"/>
                <a:gd name="connsiteY199" fmla="*/ 802481 h 1012031"/>
                <a:gd name="connsiteX200" fmla="*/ 166687 w 759618"/>
                <a:gd name="connsiteY200" fmla="*/ 812006 h 1012031"/>
                <a:gd name="connsiteX201" fmla="*/ 180975 w 759618"/>
                <a:gd name="connsiteY201" fmla="*/ 816769 h 1012031"/>
                <a:gd name="connsiteX202" fmla="*/ 173831 w 759618"/>
                <a:gd name="connsiteY202" fmla="*/ 838200 h 1012031"/>
                <a:gd name="connsiteX203" fmla="*/ 190500 w 759618"/>
                <a:gd name="connsiteY203" fmla="*/ 842963 h 1012031"/>
                <a:gd name="connsiteX204" fmla="*/ 190500 w 759618"/>
                <a:gd name="connsiteY204" fmla="*/ 842963 h 1012031"/>
                <a:gd name="connsiteX205" fmla="*/ 226218 w 759618"/>
                <a:gd name="connsiteY205" fmla="*/ 814388 h 1012031"/>
                <a:gd name="connsiteX206" fmla="*/ 230981 w 759618"/>
                <a:gd name="connsiteY206" fmla="*/ 795338 h 1012031"/>
                <a:gd name="connsiteX207" fmla="*/ 247650 w 759618"/>
                <a:gd name="connsiteY207" fmla="*/ 804863 h 1012031"/>
                <a:gd name="connsiteX208" fmla="*/ 228600 w 759618"/>
                <a:gd name="connsiteY208" fmla="*/ 842963 h 1012031"/>
                <a:gd name="connsiteX209" fmla="*/ 204787 w 759618"/>
                <a:gd name="connsiteY209" fmla="*/ 869156 h 1012031"/>
                <a:gd name="connsiteX210" fmla="*/ 192881 w 759618"/>
                <a:gd name="connsiteY210" fmla="*/ 873919 h 1012031"/>
                <a:gd name="connsiteX211" fmla="*/ 171450 w 759618"/>
                <a:gd name="connsiteY211" fmla="*/ 888206 h 1012031"/>
                <a:gd name="connsiteX212" fmla="*/ 142875 w 759618"/>
                <a:gd name="connsiteY212" fmla="*/ 859631 h 1012031"/>
                <a:gd name="connsiteX213" fmla="*/ 126206 w 759618"/>
                <a:gd name="connsiteY213" fmla="*/ 831056 h 1012031"/>
                <a:gd name="connsiteX214" fmla="*/ 104775 w 759618"/>
                <a:gd name="connsiteY214" fmla="*/ 828675 h 1012031"/>
                <a:gd name="connsiteX215" fmla="*/ 85725 w 759618"/>
                <a:gd name="connsiteY215" fmla="*/ 845344 h 1012031"/>
                <a:gd name="connsiteX216" fmla="*/ 100012 w 759618"/>
                <a:gd name="connsiteY216" fmla="*/ 864394 h 1012031"/>
                <a:gd name="connsiteX217" fmla="*/ 111918 w 759618"/>
                <a:gd name="connsiteY217" fmla="*/ 878681 h 1012031"/>
                <a:gd name="connsiteX218" fmla="*/ 123825 w 759618"/>
                <a:gd name="connsiteY218" fmla="*/ 888206 h 1012031"/>
                <a:gd name="connsiteX219" fmla="*/ 133350 w 759618"/>
                <a:gd name="connsiteY219" fmla="*/ 909638 h 1012031"/>
                <a:gd name="connsiteX220" fmla="*/ 109537 w 759618"/>
                <a:gd name="connsiteY220" fmla="*/ 921544 h 1012031"/>
                <a:gd name="connsiteX221" fmla="*/ 90487 w 759618"/>
                <a:gd name="connsiteY221" fmla="*/ 909638 h 1012031"/>
                <a:gd name="connsiteX222" fmla="*/ 71437 w 759618"/>
                <a:gd name="connsiteY222" fmla="*/ 935831 h 1012031"/>
                <a:gd name="connsiteX223" fmla="*/ 61912 w 759618"/>
                <a:gd name="connsiteY223" fmla="*/ 971550 h 1012031"/>
                <a:gd name="connsiteX224" fmla="*/ 80962 w 759618"/>
                <a:gd name="connsiteY224" fmla="*/ 954881 h 1012031"/>
                <a:gd name="connsiteX225" fmla="*/ 95250 w 759618"/>
                <a:gd name="connsiteY225" fmla="*/ 978694 h 1012031"/>
                <a:gd name="connsiteX226" fmla="*/ 109537 w 759618"/>
                <a:gd name="connsiteY226" fmla="*/ 964406 h 1012031"/>
                <a:gd name="connsiteX227" fmla="*/ 119062 w 759618"/>
                <a:gd name="connsiteY227" fmla="*/ 981075 h 1012031"/>
                <a:gd name="connsiteX228" fmla="*/ 126206 w 759618"/>
                <a:gd name="connsiteY228" fmla="*/ 959644 h 1012031"/>
                <a:gd name="connsiteX229" fmla="*/ 145256 w 759618"/>
                <a:gd name="connsiteY229" fmla="*/ 985838 h 1012031"/>
                <a:gd name="connsiteX230" fmla="*/ 169068 w 759618"/>
                <a:gd name="connsiteY230" fmla="*/ 1004888 h 1012031"/>
                <a:gd name="connsiteX231" fmla="*/ 161925 w 759618"/>
                <a:gd name="connsiteY231" fmla="*/ 978694 h 1012031"/>
                <a:gd name="connsiteX232" fmla="*/ 171450 w 759618"/>
                <a:gd name="connsiteY232" fmla="*/ 964406 h 1012031"/>
                <a:gd name="connsiteX233" fmla="*/ 180975 w 759618"/>
                <a:gd name="connsiteY233" fmla="*/ 973931 h 1012031"/>
                <a:gd name="connsiteX234" fmla="*/ 188118 w 759618"/>
                <a:gd name="connsiteY234" fmla="*/ 962025 h 1012031"/>
                <a:gd name="connsiteX235" fmla="*/ 197643 w 759618"/>
                <a:gd name="connsiteY235" fmla="*/ 981075 h 1012031"/>
                <a:gd name="connsiteX236" fmla="*/ 209550 w 759618"/>
                <a:gd name="connsiteY236" fmla="*/ 962025 h 1012031"/>
                <a:gd name="connsiteX237" fmla="*/ 228600 w 759618"/>
                <a:gd name="connsiteY237" fmla="*/ 983456 h 1012031"/>
                <a:gd name="connsiteX238" fmla="*/ 235743 w 759618"/>
                <a:gd name="connsiteY238" fmla="*/ 959644 h 1012031"/>
                <a:gd name="connsiteX239" fmla="*/ 254793 w 759618"/>
                <a:gd name="connsiteY239" fmla="*/ 973931 h 1012031"/>
                <a:gd name="connsiteX240" fmla="*/ 271462 w 759618"/>
                <a:gd name="connsiteY240" fmla="*/ 983456 h 1012031"/>
                <a:gd name="connsiteX241" fmla="*/ 278606 w 759618"/>
                <a:gd name="connsiteY241" fmla="*/ 1000125 h 1012031"/>
                <a:gd name="connsiteX242" fmla="*/ 269081 w 759618"/>
                <a:gd name="connsiteY242" fmla="*/ 1012031 h 1012031"/>
                <a:gd name="connsiteX243" fmla="*/ 316706 w 759618"/>
                <a:gd name="connsiteY243" fmla="*/ 976313 h 1012031"/>
                <a:gd name="connsiteX244" fmla="*/ 335756 w 759618"/>
                <a:gd name="connsiteY244" fmla="*/ 969169 h 1012031"/>
                <a:gd name="connsiteX245" fmla="*/ 342900 w 759618"/>
                <a:gd name="connsiteY245" fmla="*/ 950119 h 1012031"/>
                <a:gd name="connsiteX246" fmla="*/ 342900 w 759618"/>
                <a:gd name="connsiteY246" fmla="*/ 926306 h 1012031"/>
                <a:gd name="connsiteX247" fmla="*/ 321468 w 759618"/>
                <a:gd name="connsiteY247" fmla="*/ 935831 h 1012031"/>
                <a:gd name="connsiteX248" fmla="*/ 307181 w 759618"/>
                <a:gd name="connsiteY248" fmla="*/ 926306 h 1012031"/>
                <a:gd name="connsiteX249" fmla="*/ 307181 w 759618"/>
                <a:gd name="connsiteY249" fmla="*/ 900113 h 1012031"/>
                <a:gd name="connsiteX250" fmla="*/ 290512 w 759618"/>
                <a:gd name="connsiteY250" fmla="*/ 916781 h 1012031"/>
                <a:gd name="connsiteX251" fmla="*/ 269081 w 759618"/>
                <a:gd name="connsiteY251" fmla="*/ 892969 h 1012031"/>
                <a:gd name="connsiteX252" fmla="*/ 252412 w 759618"/>
                <a:gd name="connsiteY252" fmla="*/ 919163 h 1012031"/>
                <a:gd name="connsiteX253" fmla="*/ 233362 w 759618"/>
                <a:gd name="connsiteY253" fmla="*/ 902494 h 1012031"/>
                <a:gd name="connsiteX254" fmla="*/ 254793 w 759618"/>
                <a:gd name="connsiteY254" fmla="*/ 888206 h 1012031"/>
                <a:gd name="connsiteX255" fmla="*/ 254793 w 759618"/>
                <a:gd name="connsiteY255" fmla="*/ 862013 h 1012031"/>
                <a:gd name="connsiteX256" fmla="*/ 278606 w 759618"/>
                <a:gd name="connsiteY256" fmla="*/ 876300 h 1012031"/>
                <a:gd name="connsiteX257" fmla="*/ 307181 w 759618"/>
                <a:gd name="connsiteY257" fmla="*/ 885825 h 1012031"/>
                <a:gd name="connsiteX258" fmla="*/ 323850 w 759618"/>
                <a:gd name="connsiteY258" fmla="*/ 878681 h 1012031"/>
                <a:gd name="connsiteX259" fmla="*/ 338137 w 759618"/>
                <a:gd name="connsiteY259" fmla="*/ 869156 h 1012031"/>
                <a:gd name="connsiteX260" fmla="*/ 338137 w 759618"/>
                <a:gd name="connsiteY260" fmla="*/ 847725 h 1012031"/>
                <a:gd name="connsiteX261" fmla="*/ 335756 w 759618"/>
                <a:gd name="connsiteY261" fmla="*/ 823913 h 1012031"/>
                <a:gd name="connsiteX262" fmla="*/ 338137 w 759618"/>
                <a:gd name="connsiteY262" fmla="*/ 797719 h 1012031"/>
                <a:gd name="connsiteX263" fmla="*/ 364331 w 759618"/>
                <a:gd name="connsiteY263" fmla="*/ 814388 h 1012031"/>
                <a:gd name="connsiteX264" fmla="*/ 392906 w 759618"/>
                <a:gd name="connsiteY264" fmla="*/ 795338 h 1012031"/>
                <a:gd name="connsiteX265" fmla="*/ 373856 w 759618"/>
                <a:gd name="connsiteY265" fmla="*/ 783431 h 1012031"/>
                <a:gd name="connsiteX266" fmla="*/ 395287 w 759618"/>
                <a:gd name="connsiteY266" fmla="*/ 776288 h 1012031"/>
                <a:gd name="connsiteX267" fmla="*/ 407193 w 759618"/>
                <a:gd name="connsiteY267" fmla="*/ 762000 h 1012031"/>
                <a:gd name="connsiteX268" fmla="*/ 388143 w 759618"/>
                <a:gd name="connsiteY268" fmla="*/ 752475 h 1012031"/>
                <a:gd name="connsiteX269" fmla="*/ 404812 w 759618"/>
                <a:gd name="connsiteY269" fmla="*/ 738188 h 1012031"/>
                <a:gd name="connsiteX270" fmla="*/ 423862 w 759618"/>
                <a:gd name="connsiteY270" fmla="*/ 707231 h 1012031"/>
                <a:gd name="connsiteX271" fmla="*/ 383381 w 759618"/>
                <a:gd name="connsiteY271" fmla="*/ 697706 h 1012031"/>
                <a:gd name="connsiteX272" fmla="*/ 381000 w 759618"/>
                <a:gd name="connsiteY272" fmla="*/ 690563 h 1012031"/>
                <a:gd name="connsiteX273" fmla="*/ 350043 w 759618"/>
                <a:gd name="connsiteY273" fmla="*/ 690563 h 1012031"/>
                <a:gd name="connsiteX274" fmla="*/ 335756 w 759618"/>
                <a:gd name="connsiteY274" fmla="*/ 676275 h 1012031"/>
                <a:gd name="connsiteX275" fmla="*/ 354806 w 759618"/>
                <a:gd name="connsiteY275" fmla="*/ 654844 h 1012031"/>
                <a:gd name="connsiteX276" fmla="*/ 390525 w 759618"/>
                <a:gd name="connsiteY276" fmla="*/ 657225 h 1012031"/>
                <a:gd name="connsiteX277" fmla="*/ 416718 w 759618"/>
                <a:gd name="connsiteY277" fmla="*/ 683419 h 1012031"/>
                <a:gd name="connsiteX278" fmla="*/ 428625 w 759618"/>
                <a:gd name="connsiteY278" fmla="*/ 647700 h 1012031"/>
                <a:gd name="connsiteX279" fmla="*/ 397668 w 759618"/>
                <a:gd name="connsiteY279" fmla="*/ 640556 h 1012031"/>
                <a:gd name="connsiteX280" fmla="*/ 359568 w 759618"/>
                <a:gd name="connsiteY280" fmla="*/ 631031 h 1012031"/>
                <a:gd name="connsiteX281" fmla="*/ 371475 w 759618"/>
                <a:gd name="connsiteY281" fmla="*/ 619125 h 1012031"/>
                <a:gd name="connsiteX282" fmla="*/ 395287 w 759618"/>
                <a:gd name="connsiteY282" fmla="*/ 616744 h 1012031"/>
                <a:gd name="connsiteX283" fmla="*/ 416718 w 759618"/>
                <a:gd name="connsiteY283" fmla="*/ 628650 h 1012031"/>
                <a:gd name="connsiteX284" fmla="*/ 442912 w 759618"/>
                <a:gd name="connsiteY284" fmla="*/ 607219 h 1012031"/>
                <a:gd name="connsiteX285" fmla="*/ 452437 w 759618"/>
                <a:gd name="connsiteY285" fmla="*/ 592931 h 1012031"/>
                <a:gd name="connsiteX286" fmla="*/ 428625 w 759618"/>
                <a:gd name="connsiteY286" fmla="*/ 576263 h 1012031"/>
                <a:gd name="connsiteX287" fmla="*/ 440531 w 759618"/>
                <a:gd name="connsiteY287" fmla="*/ 564356 h 1012031"/>
                <a:gd name="connsiteX288" fmla="*/ 464343 w 759618"/>
                <a:gd name="connsiteY288" fmla="*/ 578644 h 1012031"/>
                <a:gd name="connsiteX289" fmla="*/ 497681 w 759618"/>
                <a:gd name="connsiteY289" fmla="*/ 590550 h 1012031"/>
                <a:gd name="connsiteX290" fmla="*/ 511968 w 759618"/>
                <a:gd name="connsiteY290" fmla="*/ 557213 h 1012031"/>
                <a:gd name="connsiteX291" fmla="*/ 526256 w 759618"/>
                <a:gd name="connsiteY291" fmla="*/ 528638 h 1012031"/>
                <a:gd name="connsiteX292" fmla="*/ 502443 w 759618"/>
                <a:gd name="connsiteY292" fmla="*/ 531019 h 1012031"/>
                <a:gd name="connsiteX293" fmla="*/ 488156 w 759618"/>
                <a:gd name="connsiteY293" fmla="*/ 519113 h 1012031"/>
                <a:gd name="connsiteX294" fmla="*/ 492918 w 759618"/>
                <a:gd name="connsiteY294" fmla="*/ 461963 h 1012031"/>
                <a:gd name="connsiteX0" fmla="*/ 492918 w 759618"/>
                <a:gd name="connsiteY0" fmla="*/ 461963 h 1012031"/>
                <a:gd name="connsiteX1" fmla="*/ 504825 w 759618"/>
                <a:gd name="connsiteY1" fmla="*/ 426244 h 1012031"/>
                <a:gd name="connsiteX2" fmla="*/ 616743 w 759618"/>
                <a:gd name="connsiteY2" fmla="*/ 383381 h 1012031"/>
                <a:gd name="connsiteX3" fmla="*/ 626268 w 759618"/>
                <a:gd name="connsiteY3" fmla="*/ 357188 h 1012031"/>
                <a:gd name="connsiteX4" fmla="*/ 678656 w 759618"/>
                <a:gd name="connsiteY4" fmla="*/ 307181 h 1012031"/>
                <a:gd name="connsiteX5" fmla="*/ 600075 w 759618"/>
                <a:gd name="connsiteY5" fmla="*/ 335756 h 1012031"/>
                <a:gd name="connsiteX6" fmla="*/ 554831 w 759618"/>
                <a:gd name="connsiteY6" fmla="*/ 373856 h 1012031"/>
                <a:gd name="connsiteX7" fmla="*/ 535781 w 759618"/>
                <a:gd name="connsiteY7" fmla="*/ 369094 h 1012031"/>
                <a:gd name="connsiteX8" fmla="*/ 597693 w 759618"/>
                <a:gd name="connsiteY8" fmla="*/ 309563 h 1012031"/>
                <a:gd name="connsiteX9" fmla="*/ 573881 w 759618"/>
                <a:gd name="connsiteY9" fmla="*/ 288131 h 1012031"/>
                <a:gd name="connsiteX10" fmla="*/ 561975 w 759618"/>
                <a:gd name="connsiteY10" fmla="*/ 261938 h 1012031"/>
                <a:gd name="connsiteX11" fmla="*/ 614362 w 759618"/>
                <a:gd name="connsiteY11" fmla="*/ 292894 h 1012031"/>
                <a:gd name="connsiteX12" fmla="*/ 650081 w 759618"/>
                <a:gd name="connsiteY12" fmla="*/ 290513 h 1012031"/>
                <a:gd name="connsiteX13" fmla="*/ 650081 w 759618"/>
                <a:gd name="connsiteY13" fmla="*/ 273844 h 1012031"/>
                <a:gd name="connsiteX14" fmla="*/ 678656 w 759618"/>
                <a:gd name="connsiteY14" fmla="*/ 271463 h 1012031"/>
                <a:gd name="connsiteX15" fmla="*/ 721518 w 759618"/>
                <a:gd name="connsiteY15" fmla="*/ 221456 h 1012031"/>
                <a:gd name="connsiteX16" fmla="*/ 759618 w 759618"/>
                <a:gd name="connsiteY16" fmla="*/ 150019 h 1012031"/>
                <a:gd name="connsiteX17" fmla="*/ 738187 w 759618"/>
                <a:gd name="connsiteY17" fmla="*/ 126206 h 1012031"/>
                <a:gd name="connsiteX18" fmla="*/ 704850 w 759618"/>
                <a:gd name="connsiteY18" fmla="*/ 121444 h 1012031"/>
                <a:gd name="connsiteX19" fmla="*/ 692943 w 759618"/>
                <a:gd name="connsiteY19" fmla="*/ 73819 h 1012031"/>
                <a:gd name="connsiteX20" fmla="*/ 669131 w 759618"/>
                <a:gd name="connsiteY20" fmla="*/ 59531 h 1012031"/>
                <a:gd name="connsiteX21" fmla="*/ 628650 w 759618"/>
                <a:gd name="connsiteY21" fmla="*/ 78581 h 1012031"/>
                <a:gd name="connsiteX22" fmla="*/ 614362 w 759618"/>
                <a:gd name="connsiteY22" fmla="*/ 102394 h 1012031"/>
                <a:gd name="connsiteX23" fmla="*/ 588168 w 759618"/>
                <a:gd name="connsiteY23" fmla="*/ 114300 h 1012031"/>
                <a:gd name="connsiteX24" fmla="*/ 576262 w 759618"/>
                <a:gd name="connsiteY24" fmla="*/ 107156 h 1012031"/>
                <a:gd name="connsiteX25" fmla="*/ 592931 w 759618"/>
                <a:gd name="connsiteY25" fmla="*/ 85725 h 1012031"/>
                <a:gd name="connsiteX26" fmla="*/ 621506 w 759618"/>
                <a:gd name="connsiteY26" fmla="*/ 50006 h 1012031"/>
                <a:gd name="connsiteX27" fmla="*/ 585787 w 759618"/>
                <a:gd name="connsiteY27" fmla="*/ 33338 h 1012031"/>
                <a:gd name="connsiteX28" fmla="*/ 557212 w 759618"/>
                <a:gd name="connsiteY28" fmla="*/ 38100 h 1012031"/>
                <a:gd name="connsiteX29" fmla="*/ 540543 w 759618"/>
                <a:gd name="connsiteY29" fmla="*/ 16669 h 1012031"/>
                <a:gd name="connsiteX30" fmla="*/ 526256 w 759618"/>
                <a:gd name="connsiteY30" fmla="*/ 16669 h 1012031"/>
                <a:gd name="connsiteX31" fmla="*/ 519112 w 759618"/>
                <a:gd name="connsiteY31" fmla="*/ 28575 h 1012031"/>
                <a:gd name="connsiteX32" fmla="*/ 533400 w 759618"/>
                <a:gd name="connsiteY32" fmla="*/ 61913 h 1012031"/>
                <a:gd name="connsiteX33" fmla="*/ 519112 w 759618"/>
                <a:gd name="connsiteY33" fmla="*/ 69056 h 1012031"/>
                <a:gd name="connsiteX34" fmla="*/ 500062 w 759618"/>
                <a:gd name="connsiteY34" fmla="*/ 33338 h 1012031"/>
                <a:gd name="connsiteX35" fmla="*/ 495300 w 759618"/>
                <a:gd name="connsiteY35" fmla="*/ 0 h 1012031"/>
                <a:gd name="connsiteX36" fmla="*/ 466725 w 759618"/>
                <a:gd name="connsiteY36" fmla="*/ 40481 h 1012031"/>
                <a:gd name="connsiteX37" fmla="*/ 466725 w 759618"/>
                <a:gd name="connsiteY37" fmla="*/ 61913 h 1012031"/>
                <a:gd name="connsiteX38" fmla="*/ 490537 w 759618"/>
                <a:gd name="connsiteY38" fmla="*/ 80963 h 1012031"/>
                <a:gd name="connsiteX39" fmla="*/ 490537 w 759618"/>
                <a:gd name="connsiteY39" fmla="*/ 100013 h 1012031"/>
                <a:gd name="connsiteX40" fmla="*/ 464343 w 759618"/>
                <a:gd name="connsiteY40" fmla="*/ 95250 h 1012031"/>
                <a:gd name="connsiteX41" fmla="*/ 442912 w 759618"/>
                <a:gd name="connsiteY41" fmla="*/ 64294 h 1012031"/>
                <a:gd name="connsiteX42" fmla="*/ 433387 w 759618"/>
                <a:gd name="connsiteY42" fmla="*/ 40481 h 1012031"/>
                <a:gd name="connsiteX43" fmla="*/ 414337 w 759618"/>
                <a:gd name="connsiteY43" fmla="*/ 33338 h 1012031"/>
                <a:gd name="connsiteX44" fmla="*/ 383381 w 759618"/>
                <a:gd name="connsiteY44" fmla="*/ 38100 h 1012031"/>
                <a:gd name="connsiteX45" fmla="*/ 376237 w 759618"/>
                <a:gd name="connsiteY45" fmla="*/ 42863 h 1012031"/>
                <a:gd name="connsiteX46" fmla="*/ 378618 w 759618"/>
                <a:gd name="connsiteY46" fmla="*/ 69056 h 1012031"/>
                <a:gd name="connsiteX47" fmla="*/ 402431 w 759618"/>
                <a:gd name="connsiteY47" fmla="*/ 88106 h 1012031"/>
                <a:gd name="connsiteX48" fmla="*/ 416718 w 759618"/>
                <a:gd name="connsiteY48" fmla="*/ 109538 h 1012031"/>
                <a:gd name="connsiteX49" fmla="*/ 402431 w 759618"/>
                <a:gd name="connsiteY49" fmla="*/ 145256 h 1012031"/>
                <a:gd name="connsiteX50" fmla="*/ 385762 w 759618"/>
                <a:gd name="connsiteY50" fmla="*/ 135731 h 1012031"/>
                <a:gd name="connsiteX51" fmla="*/ 381000 w 759618"/>
                <a:gd name="connsiteY51" fmla="*/ 104775 h 1012031"/>
                <a:gd name="connsiteX52" fmla="*/ 352425 w 759618"/>
                <a:gd name="connsiteY52" fmla="*/ 59531 h 1012031"/>
                <a:gd name="connsiteX53" fmla="*/ 333375 w 759618"/>
                <a:gd name="connsiteY53" fmla="*/ 69056 h 1012031"/>
                <a:gd name="connsiteX54" fmla="*/ 323850 w 759618"/>
                <a:gd name="connsiteY54" fmla="*/ 50006 h 1012031"/>
                <a:gd name="connsiteX55" fmla="*/ 302418 w 759618"/>
                <a:gd name="connsiteY55" fmla="*/ 42863 h 1012031"/>
                <a:gd name="connsiteX56" fmla="*/ 290512 w 759618"/>
                <a:gd name="connsiteY56" fmla="*/ 64294 h 1012031"/>
                <a:gd name="connsiteX57" fmla="*/ 304800 w 759618"/>
                <a:gd name="connsiteY57" fmla="*/ 76200 h 1012031"/>
                <a:gd name="connsiteX58" fmla="*/ 323850 w 759618"/>
                <a:gd name="connsiteY58" fmla="*/ 92869 h 1012031"/>
                <a:gd name="connsiteX59" fmla="*/ 335756 w 759618"/>
                <a:gd name="connsiteY59" fmla="*/ 100013 h 1012031"/>
                <a:gd name="connsiteX60" fmla="*/ 328612 w 759618"/>
                <a:gd name="connsiteY60" fmla="*/ 111919 h 1012031"/>
                <a:gd name="connsiteX61" fmla="*/ 307181 w 759618"/>
                <a:gd name="connsiteY61" fmla="*/ 100013 h 1012031"/>
                <a:gd name="connsiteX62" fmla="*/ 264318 w 759618"/>
                <a:gd name="connsiteY62" fmla="*/ 76200 h 1012031"/>
                <a:gd name="connsiteX63" fmla="*/ 280987 w 759618"/>
                <a:gd name="connsiteY63" fmla="*/ 114300 h 1012031"/>
                <a:gd name="connsiteX64" fmla="*/ 292893 w 759618"/>
                <a:gd name="connsiteY64" fmla="*/ 130969 h 1012031"/>
                <a:gd name="connsiteX65" fmla="*/ 280987 w 759618"/>
                <a:gd name="connsiteY65" fmla="*/ 140494 h 1012031"/>
                <a:gd name="connsiteX66" fmla="*/ 247650 w 759618"/>
                <a:gd name="connsiteY66" fmla="*/ 100013 h 1012031"/>
                <a:gd name="connsiteX67" fmla="*/ 261937 w 759618"/>
                <a:gd name="connsiteY67" fmla="*/ 142875 h 1012031"/>
                <a:gd name="connsiteX68" fmla="*/ 242887 w 759618"/>
                <a:gd name="connsiteY68" fmla="*/ 150019 h 1012031"/>
                <a:gd name="connsiteX69" fmla="*/ 257175 w 759618"/>
                <a:gd name="connsiteY69" fmla="*/ 178594 h 1012031"/>
                <a:gd name="connsiteX70" fmla="*/ 278606 w 759618"/>
                <a:gd name="connsiteY70" fmla="*/ 195263 h 1012031"/>
                <a:gd name="connsiteX71" fmla="*/ 307181 w 759618"/>
                <a:gd name="connsiteY71" fmla="*/ 228600 h 1012031"/>
                <a:gd name="connsiteX72" fmla="*/ 316706 w 759618"/>
                <a:gd name="connsiteY72" fmla="*/ 254794 h 1012031"/>
                <a:gd name="connsiteX73" fmla="*/ 316706 w 759618"/>
                <a:gd name="connsiteY73" fmla="*/ 254794 h 1012031"/>
                <a:gd name="connsiteX74" fmla="*/ 285750 w 759618"/>
                <a:gd name="connsiteY74" fmla="*/ 235744 h 1012031"/>
                <a:gd name="connsiteX75" fmla="*/ 238125 w 759618"/>
                <a:gd name="connsiteY75" fmla="*/ 221456 h 1012031"/>
                <a:gd name="connsiteX76" fmla="*/ 223837 w 759618"/>
                <a:gd name="connsiteY76" fmla="*/ 195263 h 1012031"/>
                <a:gd name="connsiteX77" fmla="*/ 204787 w 759618"/>
                <a:gd name="connsiteY77" fmla="*/ 166688 h 1012031"/>
                <a:gd name="connsiteX78" fmla="*/ 166687 w 759618"/>
                <a:gd name="connsiteY78" fmla="*/ 130969 h 1012031"/>
                <a:gd name="connsiteX79" fmla="*/ 166687 w 759618"/>
                <a:gd name="connsiteY79" fmla="*/ 157163 h 1012031"/>
                <a:gd name="connsiteX80" fmla="*/ 173831 w 759618"/>
                <a:gd name="connsiteY80" fmla="*/ 176213 h 1012031"/>
                <a:gd name="connsiteX81" fmla="*/ 171450 w 759618"/>
                <a:gd name="connsiteY81" fmla="*/ 188119 h 1012031"/>
                <a:gd name="connsiteX82" fmla="*/ 152400 w 759618"/>
                <a:gd name="connsiteY82" fmla="*/ 195263 h 1012031"/>
                <a:gd name="connsiteX83" fmla="*/ 128587 w 759618"/>
                <a:gd name="connsiteY83" fmla="*/ 190500 h 1012031"/>
                <a:gd name="connsiteX84" fmla="*/ 178593 w 759618"/>
                <a:gd name="connsiteY84" fmla="*/ 214313 h 1012031"/>
                <a:gd name="connsiteX85" fmla="*/ 188118 w 759618"/>
                <a:gd name="connsiteY85" fmla="*/ 228600 h 1012031"/>
                <a:gd name="connsiteX86" fmla="*/ 185737 w 759618"/>
                <a:gd name="connsiteY86" fmla="*/ 250031 h 1012031"/>
                <a:gd name="connsiteX87" fmla="*/ 157162 w 759618"/>
                <a:gd name="connsiteY87" fmla="*/ 228600 h 1012031"/>
                <a:gd name="connsiteX88" fmla="*/ 121443 w 759618"/>
                <a:gd name="connsiteY88" fmla="*/ 223838 h 1012031"/>
                <a:gd name="connsiteX89" fmla="*/ 97631 w 759618"/>
                <a:gd name="connsiteY89" fmla="*/ 211931 h 1012031"/>
                <a:gd name="connsiteX90" fmla="*/ 73818 w 759618"/>
                <a:gd name="connsiteY90" fmla="*/ 235744 h 1012031"/>
                <a:gd name="connsiteX91" fmla="*/ 73818 w 759618"/>
                <a:gd name="connsiteY91" fmla="*/ 257175 h 1012031"/>
                <a:gd name="connsiteX92" fmla="*/ 52387 w 759618"/>
                <a:gd name="connsiteY92" fmla="*/ 273844 h 1012031"/>
                <a:gd name="connsiteX93" fmla="*/ 35718 w 759618"/>
                <a:gd name="connsiteY93" fmla="*/ 254794 h 1012031"/>
                <a:gd name="connsiteX94" fmla="*/ 19050 w 759618"/>
                <a:gd name="connsiteY94" fmla="*/ 264319 h 1012031"/>
                <a:gd name="connsiteX95" fmla="*/ 0 w 759618"/>
                <a:gd name="connsiteY95" fmla="*/ 297656 h 1012031"/>
                <a:gd name="connsiteX96" fmla="*/ 26193 w 759618"/>
                <a:gd name="connsiteY96" fmla="*/ 283369 h 1012031"/>
                <a:gd name="connsiteX97" fmla="*/ 38100 w 759618"/>
                <a:gd name="connsiteY97" fmla="*/ 273844 h 1012031"/>
                <a:gd name="connsiteX98" fmla="*/ 52387 w 759618"/>
                <a:gd name="connsiteY98" fmla="*/ 288131 h 1012031"/>
                <a:gd name="connsiteX99" fmla="*/ 30956 w 759618"/>
                <a:gd name="connsiteY99" fmla="*/ 323850 h 1012031"/>
                <a:gd name="connsiteX100" fmla="*/ 69056 w 759618"/>
                <a:gd name="connsiteY100" fmla="*/ 300038 h 1012031"/>
                <a:gd name="connsiteX101" fmla="*/ 92868 w 759618"/>
                <a:gd name="connsiteY101" fmla="*/ 295275 h 1012031"/>
                <a:gd name="connsiteX102" fmla="*/ 114300 w 759618"/>
                <a:gd name="connsiteY102" fmla="*/ 300038 h 1012031"/>
                <a:gd name="connsiteX103" fmla="*/ 111918 w 759618"/>
                <a:gd name="connsiteY103" fmla="*/ 316706 h 1012031"/>
                <a:gd name="connsiteX104" fmla="*/ 92868 w 759618"/>
                <a:gd name="connsiteY104" fmla="*/ 311944 h 1012031"/>
                <a:gd name="connsiteX105" fmla="*/ 66675 w 759618"/>
                <a:gd name="connsiteY105" fmla="*/ 338138 h 1012031"/>
                <a:gd name="connsiteX106" fmla="*/ 69056 w 759618"/>
                <a:gd name="connsiteY106" fmla="*/ 359569 h 1012031"/>
                <a:gd name="connsiteX107" fmla="*/ 50006 w 759618"/>
                <a:gd name="connsiteY107" fmla="*/ 369094 h 1012031"/>
                <a:gd name="connsiteX108" fmla="*/ 59531 w 759618"/>
                <a:gd name="connsiteY108" fmla="*/ 385763 h 1012031"/>
                <a:gd name="connsiteX109" fmla="*/ 88106 w 759618"/>
                <a:gd name="connsiteY109" fmla="*/ 376238 h 1012031"/>
                <a:gd name="connsiteX110" fmla="*/ 116681 w 759618"/>
                <a:gd name="connsiteY110" fmla="*/ 378619 h 1012031"/>
                <a:gd name="connsiteX111" fmla="*/ 138112 w 759618"/>
                <a:gd name="connsiteY111" fmla="*/ 354806 h 1012031"/>
                <a:gd name="connsiteX112" fmla="*/ 164306 w 759618"/>
                <a:gd name="connsiteY112" fmla="*/ 335756 h 1012031"/>
                <a:gd name="connsiteX113" fmla="*/ 178593 w 759618"/>
                <a:gd name="connsiteY113" fmla="*/ 340519 h 1012031"/>
                <a:gd name="connsiteX114" fmla="*/ 157162 w 759618"/>
                <a:gd name="connsiteY114" fmla="*/ 366713 h 1012031"/>
                <a:gd name="connsiteX115" fmla="*/ 114300 w 759618"/>
                <a:gd name="connsiteY115" fmla="*/ 407194 h 1012031"/>
                <a:gd name="connsiteX116" fmla="*/ 73818 w 759618"/>
                <a:gd name="connsiteY116" fmla="*/ 411956 h 1012031"/>
                <a:gd name="connsiteX117" fmla="*/ 102393 w 759618"/>
                <a:gd name="connsiteY117" fmla="*/ 447675 h 1012031"/>
                <a:gd name="connsiteX118" fmla="*/ 133350 w 759618"/>
                <a:gd name="connsiteY118" fmla="*/ 419100 h 1012031"/>
                <a:gd name="connsiteX119" fmla="*/ 169068 w 759618"/>
                <a:gd name="connsiteY119" fmla="*/ 378619 h 1012031"/>
                <a:gd name="connsiteX120" fmla="*/ 209550 w 759618"/>
                <a:gd name="connsiteY120" fmla="*/ 371475 h 1012031"/>
                <a:gd name="connsiteX121" fmla="*/ 223837 w 759618"/>
                <a:gd name="connsiteY121" fmla="*/ 373856 h 1012031"/>
                <a:gd name="connsiteX122" fmla="*/ 183356 w 759618"/>
                <a:gd name="connsiteY122" fmla="*/ 402431 h 1012031"/>
                <a:gd name="connsiteX123" fmla="*/ 154781 w 759618"/>
                <a:gd name="connsiteY123" fmla="*/ 428625 h 1012031"/>
                <a:gd name="connsiteX124" fmla="*/ 147637 w 759618"/>
                <a:gd name="connsiteY124" fmla="*/ 454819 h 1012031"/>
                <a:gd name="connsiteX125" fmla="*/ 169068 w 759618"/>
                <a:gd name="connsiteY125" fmla="*/ 466725 h 1012031"/>
                <a:gd name="connsiteX126" fmla="*/ 197643 w 759618"/>
                <a:gd name="connsiteY126" fmla="*/ 454819 h 1012031"/>
                <a:gd name="connsiteX127" fmla="*/ 197643 w 759618"/>
                <a:gd name="connsiteY127" fmla="*/ 423863 h 1012031"/>
                <a:gd name="connsiteX128" fmla="*/ 211931 w 759618"/>
                <a:gd name="connsiteY128" fmla="*/ 411956 h 1012031"/>
                <a:gd name="connsiteX129" fmla="*/ 228600 w 759618"/>
                <a:gd name="connsiteY129" fmla="*/ 428625 h 1012031"/>
                <a:gd name="connsiteX130" fmla="*/ 254793 w 759618"/>
                <a:gd name="connsiteY130" fmla="*/ 423863 h 1012031"/>
                <a:gd name="connsiteX131" fmla="*/ 240506 w 759618"/>
                <a:gd name="connsiteY131" fmla="*/ 445294 h 1012031"/>
                <a:gd name="connsiteX132" fmla="*/ 216693 w 759618"/>
                <a:gd name="connsiteY132" fmla="*/ 452438 h 1012031"/>
                <a:gd name="connsiteX133" fmla="*/ 242887 w 759618"/>
                <a:gd name="connsiteY133" fmla="*/ 464344 h 1012031"/>
                <a:gd name="connsiteX134" fmla="*/ 304800 w 759618"/>
                <a:gd name="connsiteY134" fmla="*/ 411956 h 1012031"/>
                <a:gd name="connsiteX135" fmla="*/ 307181 w 759618"/>
                <a:gd name="connsiteY135" fmla="*/ 364331 h 1012031"/>
                <a:gd name="connsiteX136" fmla="*/ 378618 w 759618"/>
                <a:gd name="connsiteY136" fmla="*/ 311944 h 1012031"/>
                <a:gd name="connsiteX137" fmla="*/ 385762 w 759618"/>
                <a:gd name="connsiteY137" fmla="*/ 335756 h 1012031"/>
                <a:gd name="connsiteX138" fmla="*/ 357187 w 759618"/>
                <a:gd name="connsiteY138" fmla="*/ 359569 h 1012031"/>
                <a:gd name="connsiteX139" fmla="*/ 333375 w 759618"/>
                <a:gd name="connsiteY139" fmla="*/ 400050 h 1012031"/>
                <a:gd name="connsiteX140" fmla="*/ 333375 w 759618"/>
                <a:gd name="connsiteY140" fmla="*/ 414338 h 1012031"/>
                <a:gd name="connsiteX141" fmla="*/ 359568 w 759618"/>
                <a:gd name="connsiteY141" fmla="*/ 407194 h 1012031"/>
                <a:gd name="connsiteX142" fmla="*/ 381000 w 759618"/>
                <a:gd name="connsiteY142" fmla="*/ 414338 h 1012031"/>
                <a:gd name="connsiteX143" fmla="*/ 369093 w 759618"/>
                <a:gd name="connsiteY143" fmla="*/ 419100 h 1012031"/>
                <a:gd name="connsiteX144" fmla="*/ 338137 w 759618"/>
                <a:gd name="connsiteY144" fmla="*/ 428625 h 1012031"/>
                <a:gd name="connsiteX145" fmla="*/ 300037 w 759618"/>
                <a:gd name="connsiteY145" fmla="*/ 454819 h 1012031"/>
                <a:gd name="connsiteX146" fmla="*/ 345281 w 759618"/>
                <a:gd name="connsiteY146" fmla="*/ 461963 h 1012031"/>
                <a:gd name="connsiteX147" fmla="*/ 342900 w 759618"/>
                <a:gd name="connsiteY147" fmla="*/ 476250 h 1012031"/>
                <a:gd name="connsiteX148" fmla="*/ 292893 w 759618"/>
                <a:gd name="connsiteY148" fmla="*/ 478631 h 1012031"/>
                <a:gd name="connsiteX149" fmla="*/ 261937 w 759618"/>
                <a:gd name="connsiteY149" fmla="*/ 495300 h 1012031"/>
                <a:gd name="connsiteX150" fmla="*/ 228600 w 759618"/>
                <a:gd name="connsiteY150" fmla="*/ 504825 h 1012031"/>
                <a:gd name="connsiteX151" fmla="*/ 240506 w 759618"/>
                <a:gd name="connsiteY151" fmla="*/ 540544 h 1012031"/>
                <a:gd name="connsiteX152" fmla="*/ 257175 w 759618"/>
                <a:gd name="connsiteY152" fmla="*/ 557213 h 1012031"/>
                <a:gd name="connsiteX153" fmla="*/ 259556 w 759618"/>
                <a:gd name="connsiteY153" fmla="*/ 578644 h 1012031"/>
                <a:gd name="connsiteX154" fmla="*/ 290512 w 759618"/>
                <a:gd name="connsiteY154" fmla="*/ 585788 h 1012031"/>
                <a:gd name="connsiteX155" fmla="*/ 292893 w 759618"/>
                <a:gd name="connsiteY155" fmla="*/ 597694 h 1012031"/>
                <a:gd name="connsiteX156" fmla="*/ 273843 w 759618"/>
                <a:gd name="connsiteY156" fmla="*/ 616744 h 1012031"/>
                <a:gd name="connsiteX157" fmla="*/ 252412 w 759618"/>
                <a:gd name="connsiteY157" fmla="*/ 609600 h 1012031"/>
                <a:gd name="connsiteX158" fmla="*/ 235743 w 759618"/>
                <a:gd name="connsiteY158" fmla="*/ 607219 h 1012031"/>
                <a:gd name="connsiteX159" fmla="*/ 228600 w 759618"/>
                <a:gd name="connsiteY159" fmla="*/ 581025 h 1012031"/>
                <a:gd name="connsiteX160" fmla="*/ 204787 w 759618"/>
                <a:gd name="connsiteY160" fmla="*/ 547688 h 1012031"/>
                <a:gd name="connsiteX161" fmla="*/ 192881 w 759618"/>
                <a:gd name="connsiteY161" fmla="*/ 519113 h 1012031"/>
                <a:gd name="connsiteX162" fmla="*/ 166687 w 759618"/>
                <a:gd name="connsiteY162" fmla="*/ 507206 h 1012031"/>
                <a:gd name="connsiteX163" fmla="*/ 130968 w 759618"/>
                <a:gd name="connsiteY163" fmla="*/ 495300 h 1012031"/>
                <a:gd name="connsiteX164" fmla="*/ 135731 w 759618"/>
                <a:gd name="connsiteY164" fmla="*/ 535781 h 1012031"/>
                <a:gd name="connsiteX165" fmla="*/ 171450 w 759618"/>
                <a:gd name="connsiteY165" fmla="*/ 554831 h 1012031"/>
                <a:gd name="connsiteX166" fmla="*/ 164306 w 759618"/>
                <a:gd name="connsiteY166" fmla="*/ 569119 h 1012031"/>
                <a:gd name="connsiteX167" fmla="*/ 138112 w 759618"/>
                <a:gd name="connsiteY167" fmla="*/ 554831 h 1012031"/>
                <a:gd name="connsiteX168" fmla="*/ 173831 w 759618"/>
                <a:gd name="connsiteY168" fmla="*/ 595313 h 1012031"/>
                <a:gd name="connsiteX169" fmla="*/ 188118 w 759618"/>
                <a:gd name="connsiteY169" fmla="*/ 621506 h 1012031"/>
                <a:gd name="connsiteX170" fmla="*/ 197643 w 759618"/>
                <a:gd name="connsiteY170" fmla="*/ 642938 h 1012031"/>
                <a:gd name="connsiteX171" fmla="*/ 207168 w 759618"/>
                <a:gd name="connsiteY171" fmla="*/ 659606 h 1012031"/>
                <a:gd name="connsiteX172" fmla="*/ 207168 w 759618"/>
                <a:gd name="connsiteY172" fmla="*/ 659606 h 1012031"/>
                <a:gd name="connsiteX173" fmla="*/ 176212 w 759618"/>
                <a:gd name="connsiteY173" fmla="*/ 664369 h 1012031"/>
                <a:gd name="connsiteX174" fmla="*/ 200025 w 759618"/>
                <a:gd name="connsiteY174" fmla="*/ 681038 h 1012031"/>
                <a:gd name="connsiteX175" fmla="*/ 228600 w 759618"/>
                <a:gd name="connsiteY175" fmla="*/ 690563 h 1012031"/>
                <a:gd name="connsiteX176" fmla="*/ 242887 w 759618"/>
                <a:gd name="connsiteY176" fmla="*/ 685800 h 1012031"/>
                <a:gd name="connsiteX177" fmla="*/ 252412 w 759618"/>
                <a:gd name="connsiteY177" fmla="*/ 678656 h 1012031"/>
                <a:gd name="connsiteX178" fmla="*/ 264318 w 759618"/>
                <a:gd name="connsiteY178" fmla="*/ 704850 h 1012031"/>
                <a:gd name="connsiteX179" fmla="*/ 252412 w 759618"/>
                <a:gd name="connsiteY179" fmla="*/ 719138 h 1012031"/>
                <a:gd name="connsiteX180" fmla="*/ 235743 w 759618"/>
                <a:gd name="connsiteY180" fmla="*/ 745331 h 1012031"/>
                <a:gd name="connsiteX181" fmla="*/ 209550 w 759618"/>
                <a:gd name="connsiteY181" fmla="*/ 716756 h 1012031"/>
                <a:gd name="connsiteX182" fmla="*/ 185737 w 759618"/>
                <a:gd name="connsiteY182" fmla="*/ 704850 h 1012031"/>
                <a:gd name="connsiteX183" fmla="*/ 147637 w 759618"/>
                <a:gd name="connsiteY183" fmla="*/ 707231 h 1012031"/>
                <a:gd name="connsiteX184" fmla="*/ 135731 w 759618"/>
                <a:gd name="connsiteY184" fmla="*/ 716756 h 1012031"/>
                <a:gd name="connsiteX185" fmla="*/ 123825 w 759618"/>
                <a:gd name="connsiteY185" fmla="*/ 735806 h 1012031"/>
                <a:gd name="connsiteX186" fmla="*/ 114300 w 759618"/>
                <a:gd name="connsiteY186" fmla="*/ 766763 h 1012031"/>
                <a:gd name="connsiteX187" fmla="*/ 126206 w 759618"/>
                <a:gd name="connsiteY187" fmla="*/ 781050 h 1012031"/>
                <a:gd name="connsiteX188" fmla="*/ 145256 w 759618"/>
                <a:gd name="connsiteY188" fmla="*/ 757238 h 1012031"/>
                <a:gd name="connsiteX189" fmla="*/ 145256 w 759618"/>
                <a:gd name="connsiteY189" fmla="*/ 757238 h 1012031"/>
                <a:gd name="connsiteX190" fmla="*/ 152400 w 759618"/>
                <a:gd name="connsiteY190" fmla="*/ 778669 h 1012031"/>
                <a:gd name="connsiteX191" fmla="*/ 142875 w 759618"/>
                <a:gd name="connsiteY191" fmla="*/ 790575 h 1012031"/>
                <a:gd name="connsiteX192" fmla="*/ 173831 w 759618"/>
                <a:gd name="connsiteY192" fmla="*/ 776288 h 1012031"/>
                <a:gd name="connsiteX193" fmla="*/ 169068 w 759618"/>
                <a:gd name="connsiteY193" fmla="*/ 752475 h 1012031"/>
                <a:gd name="connsiteX194" fmla="*/ 183356 w 759618"/>
                <a:gd name="connsiteY194" fmla="*/ 747713 h 1012031"/>
                <a:gd name="connsiteX195" fmla="*/ 183356 w 759618"/>
                <a:gd name="connsiteY195" fmla="*/ 766763 h 1012031"/>
                <a:gd name="connsiteX196" fmla="*/ 188118 w 759618"/>
                <a:gd name="connsiteY196" fmla="*/ 778669 h 1012031"/>
                <a:gd name="connsiteX197" fmla="*/ 200025 w 759618"/>
                <a:gd name="connsiteY197" fmla="*/ 783431 h 1012031"/>
                <a:gd name="connsiteX198" fmla="*/ 197643 w 759618"/>
                <a:gd name="connsiteY198" fmla="*/ 797719 h 1012031"/>
                <a:gd name="connsiteX199" fmla="*/ 178593 w 759618"/>
                <a:gd name="connsiteY199" fmla="*/ 802481 h 1012031"/>
                <a:gd name="connsiteX200" fmla="*/ 166687 w 759618"/>
                <a:gd name="connsiteY200" fmla="*/ 812006 h 1012031"/>
                <a:gd name="connsiteX201" fmla="*/ 180975 w 759618"/>
                <a:gd name="connsiteY201" fmla="*/ 816769 h 1012031"/>
                <a:gd name="connsiteX202" fmla="*/ 173831 w 759618"/>
                <a:gd name="connsiteY202" fmla="*/ 838200 h 1012031"/>
                <a:gd name="connsiteX203" fmla="*/ 190500 w 759618"/>
                <a:gd name="connsiteY203" fmla="*/ 842963 h 1012031"/>
                <a:gd name="connsiteX204" fmla="*/ 190500 w 759618"/>
                <a:gd name="connsiteY204" fmla="*/ 842963 h 1012031"/>
                <a:gd name="connsiteX205" fmla="*/ 226218 w 759618"/>
                <a:gd name="connsiteY205" fmla="*/ 814388 h 1012031"/>
                <a:gd name="connsiteX206" fmla="*/ 230981 w 759618"/>
                <a:gd name="connsiteY206" fmla="*/ 795338 h 1012031"/>
                <a:gd name="connsiteX207" fmla="*/ 247650 w 759618"/>
                <a:gd name="connsiteY207" fmla="*/ 804863 h 1012031"/>
                <a:gd name="connsiteX208" fmla="*/ 228600 w 759618"/>
                <a:gd name="connsiteY208" fmla="*/ 842963 h 1012031"/>
                <a:gd name="connsiteX209" fmla="*/ 204787 w 759618"/>
                <a:gd name="connsiteY209" fmla="*/ 869156 h 1012031"/>
                <a:gd name="connsiteX210" fmla="*/ 192881 w 759618"/>
                <a:gd name="connsiteY210" fmla="*/ 873919 h 1012031"/>
                <a:gd name="connsiteX211" fmla="*/ 171450 w 759618"/>
                <a:gd name="connsiteY211" fmla="*/ 888206 h 1012031"/>
                <a:gd name="connsiteX212" fmla="*/ 142875 w 759618"/>
                <a:gd name="connsiteY212" fmla="*/ 859631 h 1012031"/>
                <a:gd name="connsiteX213" fmla="*/ 126206 w 759618"/>
                <a:gd name="connsiteY213" fmla="*/ 831056 h 1012031"/>
                <a:gd name="connsiteX214" fmla="*/ 104775 w 759618"/>
                <a:gd name="connsiteY214" fmla="*/ 828675 h 1012031"/>
                <a:gd name="connsiteX215" fmla="*/ 85725 w 759618"/>
                <a:gd name="connsiteY215" fmla="*/ 845344 h 1012031"/>
                <a:gd name="connsiteX216" fmla="*/ 100012 w 759618"/>
                <a:gd name="connsiteY216" fmla="*/ 864394 h 1012031"/>
                <a:gd name="connsiteX217" fmla="*/ 111918 w 759618"/>
                <a:gd name="connsiteY217" fmla="*/ 878681 h 1012031"/>
                <a:gd name="connsiteX218" fmla="*/ 123825 w 759618"/>
                <a:gd name="connsiteY218" fmla="*/ 888206 h 1012031"/>
                <a:gd name="connsiteX219" fmla="*/ 133350 w 759618"/>
                <a:gd name="connsiteY219" fmla="*/ 909638 h 1012031"/>
                <a:gd name="connsiteX220" fmla="*/ 109537 w 759618"/>
                <a:gd name="connsiteY220" fmla="*/ 921544 h 1012031"/>
                <a:gd name="connsiteX221" fmla="*/ 90487 w 759618"/>
                <a:gd name="connsiteY221" fmla="*/ 909638 h 1012031"/>
                <a:gd name="connsiteX222" fmla="*/ 71437 w 759618"/>
                <a:gd name="connsiteY222" fmla="*/ 935831 h 1012031"/>
                <a:gd name="connsiteX223" fmla="*/ 61912 w 759618"/>
                <a:gd name="connsiteY223" fmla="*/ 971550 h 1012031"/>
                <a:gd name="connsiteX224" fmla="*/ 80962 w 759618"/>
                <a:gd name="connsiteY224" fmla="*/ 954881 h 1012031"/>
                <a:gd name="connsiteX225" fmla="*/ 95250 w 759618"/>
                <a:gd name="connsiteY225" fmla="*/ 978694 h 1012031"/>
                <a:gd name="connsiteX226" fmla="*/ 109537 w 759618"/>
                <a:gd name="connsiteY226" fmla="*/ 964406 h 1012031"/>
                <a:gd name="connsiteX227" fmla="*/ 119062 w 759618"/>
                <a:gd name="connsiteY227" fmla="*/ 981075 h 1012031"/>
                <a:gd name="connsiteX228" fmla="*/ 126206 w 759618"/>
                <a:gd name="connsiteY228" fmla="*/ 959644 h 1012031"/>
                <a:gd name="connsiteX229" fmla="*/ 145256 w 759618"/>
                <a:gd name="connsiteY229" fmla="*/ 985838 h 1012031"/>
                <a:gd name="connsiteX230" fmla="*/ 169068 w 759618"/>
                <a:gd name="connsiteY230" fmla="*/ 1004888 h 1012031"/>
                <a:gd name="connsiteX231" fmla="*/ 161925 w 759618"/>
                <a:gd name="connsiteY231" fmla="*/ 978694 h 1012031"/>
                <a:gd name="connsiteX232" fmla="*/ 171450 w 759618"/>
                <a:gd name="connsiteY232" fmla="*/ 964406 h 1012031"/>
                <a:gd name="connsiteX233" fmla="*/ 180975 w 759618"/>
                <a:gd name="connsiteY233" fmla="*/ 973931 h 1012031"/>
                <a:gd name="connsiteX234" fmla="*/ 188118 w 759618"/>
                <a:gd name="connsiteY234" fmla="*/ 962025 h 1012031"/>
                <a:gd name="connsiteX235" fmla="*/ 197643 w 759618"/>
                <a:gd name="connsiteY235" fmla="*/ 981075 h 1012031"/>
                <a:gd name="connsiteX236" fmla="*/ 209550 w 759618"/>
                <a:gd name="connsiteY236" fmla="*/ 962025 h 1012031"/>
                <a:gd name="connsiteX237" fmla="*/ 228600 w 759618"/>
                <a:gd name="connsiteY237" fmla="*/ 983456 h 1012031"/>
                <a:gd name="connsiteX238" fmla="*/ 235743 w 759618"/>
                <a:gd name="connsiteY238" fmla="*/ 959644 h 1012031"/>
                <a:gd name="connsiteX239" fmla="*/ 254793 w 759618"/>
                <a:gd name="connsiteY239" fmla="*/ 973931 h 1012031"/>
                <a:gd name="connsiteX240" fmla="*/ 271462 w 759618"/>
                <a:gd name="connsiteY240" fmla="*/ 983456 h 1012031"/>
                <a:gd name="connsiteX241" fmla="*/ 278606 w 759618"/>
                <a:gd name="connsiteY241" fmla="*/ 1000125 h 1012031"/>
                <a:gd name="connsiteX242" fmla="*/ 269081 w 759618"/>
                <a:gd name="connsiteY242" fmla="*/ 1012031 h 1012031"/>
                <a:gd name="connsiteX243" fmla="*/ 316706 w 759618"/>
                <a:gd name="connsiteY243" fmla="*/ 976313 h 1012031"/>
                <a:gd name="connsiteX244" fmla="*/ 335756 w 759618"/>
                <a:gd name="connsiteY244" fmla="*/ 969169 h 1012031"/>
                <a:gd name="connsiteX245" fmla="*/ 342900 w 759618"/>
                <a:gd name="connsiteY245" fmla="*/ 950119 h 1012031"/>
                <a:gd name="connsiteX246" fmla="*/ 342900 w 759618"/>
                <a:gd name="connsiteY246" fmla="*/ 926306 h 1012031"/>
                <a:gd name="connsiteX247" fmla="*/ 321468 w 759618"/>
                <a:gd name="connsiteY247" fmla="*/ 935831 h 1012031"/>
                <a:gd name="connsiteX248" fmla="*/ 307181 w 759618"/>
                <a:gd name="connsiteY248" fmla="*/ 926306 h 1012031"/>
                <a:gd name="connsiteX249" fmla="*/ 307181 w 759618"/>
                <a:gd name="connsiteY249" fmla="*/ 900113 h 1012031"/>
                <a:gd name="connsiteX250" fmla="*/ 290512 w 759618"/>
                <a:gd name="connsiteY250" fmla="*/ 916781 h 1012031"/>
                <a:gd name="connsiteX251" fmla="*/ 269081 w 759618"/>
                <a:gd name="connsiteY251" fmla="*/ 892969 h 1012031"/>
                <a:gd name="connsiteX252" fmla="*/ 252412 w 759618"/>
                <a:gd name="connsiteY252" fmla="*/ 919163 h 1012031"/>
                <a:gd name="connsiteX253" fmla="*/ 233362 w 759618"/>
                <a:gd name="connsiteY253" fmla="*/ 902494 h 1012031"/>
                <a:gd name="connsiteX254" fmla="*/ 254793 w 759618"/>
                <a:gd name="connsiteY254" fmla="*/ 888206 h 1012031"/>
                <a:gd name="connsiteX255" fmla="*/ 254793 w 759618"/>
                <a:gd name="connsiteY255" fmla="*/ 862013 h 1012031"/>
                <a:gd name="connsiteX256" fmla="*/ 278606 w 759618"/>
                <a:gd name="connsiteY256" fmla="*/ 876300 h 1012031"/>
                <a:gd name="connsiteX257" fmla="*/ 307181 w 759618"/>
                <a:gd name="connsiteY257" fmla="*/ 885825 h 1012031"/>
                <a:gd name="connsiteX258" fmla="*/ 323850 w 759618"/>
                <a:gd name="connsiteY258" fmla="*/ 878681 h 1012031"/>
                <a:gd name="connsiteX259" fmla="*/ 338137 w 759618"/>
                <a:gd name="connsiteY259" fmla="*/ 869156 h 1012031"/>
                <a:gd name="connsiteX260" fmla="*/ 338137 w 759618"/>
                <a:gd name="connsiteY260" fmla="*/ 847725 h 1012031"/>
                <a:gd name="connsiteX261" fmla="*/ 335756 w 759618"/>
                <a:gd name="connsiteY261" fmla="*/ 823913 h 1012031"/>
                <a:gd name="connsiteX262" fmla="*/ 338137 w 759618"/>
                <a:gd name="connsiteY262" fmla="*/ 797719 h 1012031"/>
                <a:gd name="connsiteX263" fmla="*/ 364331 w 759618"/>
                <a:gd name="connsiteY263" fmla="*/ 814388 h 1012031"/>
                <a:gd name="connsiteX264" fmla="*/ 392906 w 759618"/>
                <a:gd name="connsiteY264" fmla="*/ 795338 h 1012031"/>
                <a:gd name="connsiteX265" fmla="*/ 373856 w 759618"/>
                <a:gd name="connsiteY265" fmla="*/ 783431 h 1012031"/>
                <a:gd name="connsiteX266" fmla="*/ 395287 w 759618"/>
                <a:gd name="connsiteY266" fmla="*/ 776288 h 1012031"/>
                <a:gd name="connsiteX267" fmla="*/ 407193 w 759618"/>
                <a:gd name="connsiteY267" fmla="*/ 762000 h 1012031"/>
                <a:gd name="connsiteX268" fmla="*/ 388143 w 759618"/>
                <a:gd name="connsiteY268" fmla="*/ 752475 h 1012031"/>
                <a:gd name="connsiteX269" fmla="*/ 404812 w 759618"/>
                <a:gd name="connsiteY269" fmla="*/ 738188 h 1012031"/>
                <a:gd name="connsiteX270" fmla="*/ 423862 w 759618"/>
                <a:gd name="connsiteY270" fmla="*/ 707231 h 1012031"/>
                <a:gd name="connsiteX271" fmla="*/ 383381 w 759618"/>
                <a:gd name="connsiteY271" fmla="*/ 697706 h 1012031"/>
                <a:gd name="connsiteX272" fmla="*/ 381000 w 759618"/>
                <a:gd name="connsiteY272" fmla="*/ 690563 h 1012031"/>
                <a:gd name="connsiteX273" fmla="*/ 350043 w 759618"/>
                <a:gd name="connsiteY273" fmla="*/ 690563 h 1012031"/>
                <a:gd name="connsiteX274" fmla="*/ 335756 w 759618"/>
                <a:gd name="connsiteY274" fmla="*/ 676275 h 1012031"/>
                <a:gd name="connsiteX275" fmla="*/ 354806 w 759618"/>
                <a:gd name="connsiteY275" fmla="*/ 654844 h 1012031"/>
                <a:gd name="connsiteX276" fmla="*/ 390525 w 759618"/>
                <a:gd name="connsiteY276" fmla="*/ 657225 h 1012031"/>
                <a:gd name="connsiteX277" fmla="*/ 416718 w 759618"/>
                <a:gd name="connsiteY277" fmla="*/ 683419 h 1012031"/>
                <a:gd name="connsiteX278" fmla="*/ 428625 w 759618"/>
                <a:gd name="connsiteY278" fmla="*/ 647700 h 1012031"/>
                <a:gd name="connsiteX279" fmla="*/ 397668 w 759618"/>
                <a:gd name="connsiteY279" fmla="*/ 640556 h 1012031"/>
                <a:gd name="connsiteX280" fmla="*/ 359568 w 759618"/>
                <a:gd name="connsiteY280" fmla="*/ 631031 h 1012031"/>
                <a:gd name="connsiteX281" fmla="*/ 371475 w 759618"/>
                <a:gd name="connsiteY281" fmla="*/ 619125 h 1012031"/>
                <a:gd name="connsiteX282" fmla="*/ 395287 w 759618"/>
                <a:gd name="connsiteY282" fmla="*/ 616744 h 1012031"/>
                <a:gd name="connsiteX283" fmla="*/ 416718 w 759618"/>
                <a:gd name="connsiteY283" fmla="*/ 628650 h 1012031"/>
                <a:gd name="connsiteX284" fmla="*/ 442912 w 759618"/>
                <a:gd name="connsiteY284" fmla="*/ 607219 h 1012031"/>
                <a:gd name="connsiteX285" fmla="*/ 452437 w 759618"/>
                <a:gd name="connsiteY285" fmla="*/ 592931 h 1012031"/>
                <a:gd name="connsiteX286" fmla="*/ 428625 w 759618"/>
                <a:gd name="connsiteY286" fmla="*/ 576263 h 1012031"/>
                <a:gd name="connsiteX287" fmla="*/ 440531 w 759618"/>
                <a:gd name="connsiteY287" fmla="*/ 564356 h 1012031"/>
                <a:gd name="connsiteX288" fmla="*/ 464343 w 759618"/>
                <a:gd name="connsiteY288" fmla="*/ 578644 h 1012031"/>
                <a:gd name="connsiteX289" fmla="*/ 497681 w 759618"/>
                <a:gd name="connsiteY289" fmla="*/ 590550 h 1012031"/>
                <a:gd name="connsiteX290" fmla="*/ 511968 w 759618"/>
                <a:gd name="connsiteY290" fmla="*/ 557213 h 1012031"/>
                <a:gd name="connsiteX291" fmla="*/ 526256 w 759618"/>
                <a:gd name="connsiteY291" fmla="*/ 528638 h 1012031"/>
                <a:gd name="connsiteX292" fmla="*/ 502443 w 759618"/>
                <a:gd name="connsiteY292" fmla="*/ 531019 h 1012031"/>
                <a:gd name="connsiteX293" fmla="*/ 488156 w 759618"/>
                <a:gd name="connsiteY293" fmla="*/ 519113 h 1012031"/>
                <a:gd name="connsiteX294" fmla="*/ 492918 w 759618"/>
                <a:gd name="connsiteY294" fmla="*/ 461963 h 1012031"/>
                <a:gd name="connsiteX0" fmla="*/ 542924 w 759618"/>
                <a:gd name="connsiteY0" fmla="*/ 511969 h 1012031"/>
                <a:gd name="connsiteX1" fmla="*/ 504825 w 759618"/>
                <a:gd name="connsiteY1" fmla="*/ 426244 h 1012031"/>
                <a:gd name="connsiteX2" fmla="*/ 616743 w 759618"/>
                <a:gd name="connsiteY2" fmla="*/ 383381 h 1012031"/>
                <a:gd name="connsiteX3" fmla="*/ 626268 w 759618"/>
                <a:gd name="connsiteY3" fmla="*/ 357188 h 1012031"/>
                <a:gd name="connsiteX4" fmla="*/ 678656 w 759618"/>
                <a:gd name="connsiteY4" fmla="*/ 307181 h 1012031"/>
                <a:gd name="connsiteX5" fmla="*/ 600075 w 759618"/>
                <a:gd name="connsiteY5" fmla="*/ 335756 h 1012031"/>
                <a:gd name="connsiteX6" fmla="*/ 554831 w 759618"/>
                <a:gd name="connsiteY6" fmla="*/ 373856 h 1012031"/>
                <a:gd name="connsiteX7" fmla="*/ 535781 w 759618"/>
                <a:gd name="connsiteY7" fmla="*/ 369094 h 1012031"/>
                <a:gd name="connsiteX8" fmla="*/ 597693 w 759618"/>
                <a:gd name="connsiteY8" fmla="*/ 309563 h 1012031"/>
                <a:gd name="connsiteX9" fmla="*/ 573881 w 759618"/>
                <a:gd name="connsiteY9" fmla="*/ 288131 h 1012031"/>
                <a:gd name="connsiteX10" fmla="*/ 561975 w 759618"/>
                <a:gd name="connsiteY10" fmla="*/ 261938 h 1012031"/>
                <a:gd name="connsiteX11" fmla="*/ 614362 w 759618"/>
                <a:gd name="connsiteY11" fmla="*/ 292894 h 1012031"/>
                <a:gd name="connsiteX12" fmla="*/ 650081 w 759618"/>
                <a:gd name="connsiteY12" fmla="*/ 290513 h 1012031"/>
                <a:gd name="connsiteX13" fmla="*/ 650081 w 759618"/>
                <a:gd name="connsiteY13" fmla="*/ 273844 h 1012031"/>
                <a:gd name="connsiteX14" fmla="*/ 678656 w 759618"/>
                <a:gd name="connsiteY14" fmla="*/ 271463 h 1012031"/>
                <a:gd name="connsiteX15" fmla="*/ 721518 w 759618"/>
                <a:gd name="connsiteY15" fmla="*/ 221456 h 1012031"/>
                <a:gd name="connsiteX16" fmla="*/ 759618 w 759618"/>
                <a:gd name="connsiteY16" fmla="*/ 150019 h 1012031"/>
                <a:gd name="connsiteX17" fmla="*/ 738187 w 759618"/>
                <a:gd name="connsiteY17" fmla="*/ 126206 h 1012031"/>
                <a:gd name="connsiteX18" fmla="*/ 704850 w 759618"/>
                <a:gd name="connsiteY18" fmla="*/ 121444 h 1012031"/>
                <a:gd name="connsiteX19" fmla="*/ 692943 w 759618"/>
                <a:gd name="connsiteY19" fmla="*/ 73819 h 1012031"/>
                <a:gd name="connsiteX20" fmla="*/ 669131 w 759618"/>
                <a:gd name="connsiteY20" fmla="*/ 59531 h 1012031"/>
                <a:gd name="connsiteX21" fmla="*/ 628650 w 759618"/>
                <a:gd name="connsiteY21" fmla="*/ 78581 h 1012031"/>
                <a:gd name="connsiteX22" fmla="*/ 614362 w 759618"/>
                <a:gd name="connsiteY22" fmla="*/ 102394 h 1012031"/>
                <a:gd name="connsiteX23" fmla="*/ 588168 w 759618"/>
                <a:gd name="connsiteY23" fmla="*/ 114300 h 1012031"/>
                <a:gd name="connsiteX24" fmla="*/ 576262 w 759618"/>
                <a:gd name="connsiteY24" fmla="*/ 107156 h 1012031"/>
                <a:gd name="connsiteX25" fmla="*/ 592931 w 759618"/>
                <a:gd name="connsiteY25" fmla="*/ 85725 h 1012031"/>
                <a:gd name="connsiteX26" fmla="*/ 621506 w 759618"/>
                <a:gd name="connsiteY26" fmla="*/ 50006 h 1012031"/>
                <a:gd name="connsiteX27" fmla="*/ 585787 w 759618"/>
                <a:gd name="connsiteY27" fmla="*/ 33338 h 1012031"/>
                <a:gd name="connsiteX28" fmla="*/ 557212 w 759618"/>
                <a:gd name="connsiteY28" fmla="*/ 38100 h 1012031"/>
                <a:gd name="connsiteX29" fmla="*/ 540543 w 759618"/>
                <a:gd name="connsiteY29" fmla="*/ 16669 h 1012031"/>
                <a:gd name="connsiteX30" fmla="*/ 526256 w 759618"/>
                <a:gd name="connsiteY30" fmla="*/ 16669 h 1012031"/>
                <a:gd name="connsiteX31" fmla="*/ 519112 w 759618"/>
                <a:gd name="connsiteY31" fmla="*/ 28575 h 1012031"/>
                <a:gd name="connsiteX32" fmla="*/ 533400 w 759618"/>
                <a:gd name="connsiteY32" fmla="*/ 61913 h 1012031"/>
                <a:gd name="connsiteX33" fmla="*/ 519112 w 759618"/>
                <a:gd name="connsiteY33" fmla="*/ 69056 h 1012031"/>
                <a:gd name="connsiteX34" fmla="*/ 500062 w 759618"/>
                <a:gd name="connsiteY34" fmla="*/ 33338 h 1012031"/>
                <a:gd name="connsiteX35" fmla="*/ 495300 w 759618"/>
                <a:gd name="connsiteY35" fmla="*/ 0 h 1012031"/>
                <a:gd name="connsiteX36" fmla="*/ 466725 w 759618"/>
                <a:gd name="connsiteY36" fmla="*/ 40481 h 1012031"/>
                <a:gd name="connsiteX37" fmla="*/ 466725 w 759618"/>
                <a:gd name="connsiteY37" fmla="*/ 61913 h 1012031"/>
                <a:gd name="connsiteX38" fmla="*/ 490537 w 759618"/>
                <a:gd name="connsiteY38" fmla="*/ 80963 h 1012031"/>
                <a:gd name="connsiteX39" fmla="*/ 490537 w 759618"/>
                <a:gd name="connsiteY39" fmla="*/ 100013 h 1012031"/>
                <a:gd name="connsiteX40" fmla="*/ 464343 w 759618"/>
                <a:gd name="connsiteY40" fmla="*/ 95250 h 1012031"/>
                <a:gd name="connsiteX41" fmla="*/ 442912 w 759618"/>
                <a:gd name="connsiteY41" fmla="*/ 64294 h 1012031"/>
                <a:gd name="connsiteX42" fmla="*/ 433387 w 759618"/>
                <a:gd name="connsiteY42" fmla="*/ 40481 h 1012031"/>
                <a:gd name="connsiteX43" fmla="*/ 414337 w 759618"/>
                <a:gd name="connsiteY43" fmla="*/ 33338 h 1012031"/>
                <a:gd name="connsiteX44" fmla="*/ 383381 w 759618"/>
                <a:gd name="connsiteY44" fmla="*/ 38100 h 1012031"/>
                <a:gd name="connsiteX45" fmla="*/ 376237 w 759618"/>
                <a:gd name="connsiteY45" fmla="*/ 42863 h 1012031"/>
                <a:gd name="connsiteX46" fmla="*/ 378618 w 759618"/>
                <a:gd name="connsiteY46" fmla="*/ 69056 h 1012031"/>
                <a:gd name="connsiteX47" fmla="*/ 402431 w 759618"/>
                <a:gd name="connsiteY47" fmla="*/ 88106 h 1012031"/>
                <a:gd name="connsiteX48" fmla="*/ 416718 w 759618"/>
                <a:gd name="connsiteY48" fmla="*/ 109538 h 1012031"/>
                <a:gd name="connsiteX49" fmla="*/ 402431 w 759618"/>
                <a:gd name="connsiteY49" fmla="*/ 145256 h 1012031"/>
                <a:gd name="connsiteX50" fmla="*/ 385762 w 759618"/>
                <a:gd name="connsiteY50" fmla="*/ 135731 h 1012031"/>
                <a:gd name="connsiteX51" fmla="*/ 381000 w 759618"/>
                <a:gd name="connsiteY51" fmla="*/ 104775 h 1012031"/>
                <a:gd name="connsiteX52" fmla="*/ 352425 w 759618"/>
                <a:gd name="connsiteY52" fmla="*/ 59531 h 1012031"/>
                <a:gd name="connsiteX53" fmla="*/ 333375 w 759618"/>
                <a:gd name="connsiteY53" fmla="*/ 69056 h 1012031"/>
                <a:gd name="connsiteX54" fmla="*/ 323850 w 759618"/>
                <a:gd name="connsiteY54" fmla="*/ 50006 h 1012031"/>
                <a:gd name="connsiteX55" fmla="*/ 302418 w 759618"/>
                <a:gd name="connsiteY55" fmla="*/ 42863 h 1012031"/>
                <a:gd name="connsiteX56" fmla="*/ 290512 w 759618"/>
                <a:gd name="connsiteY56" fmla="*/ 64294 h 1012031"/>
                <a:gd name="connsiteX57" fmla="*/ 304800 w 759618"/>
                <a:gd name="connsiteY57" fmla="*/ 76200 h 1012031"/>
                <a:gd name="connsiteX58" fmla="*/ 323850 w 759618"/>
                <a:gd name="connsiteY58" fmla="*/ 92869 h 1012031"/>
                <a:gd name="connsiteX59" fmla="*/ 335756 w 759618"/>
                <a:gd name="connsiteY59" fmla="*/ 100013 h 1012031"/>
                <a:gd name="connsiteX60" fmla="*/ 328612 w 759618"/>
                <a:gd name="connsiteY60" fmla="*/ 111919 h 1012031"/>
                <a:gd name="connsiteX61" fmla="*/ 307181 w 759618"/>
                <a:gd name="connsiteY61" fmla="*/ 100013 h 1012031"/>
                <a:gd name="connsiteX62" fmla="*/ 264318 w 759618"/>
                <a:gd name="connsiteY62" fmla="*/ 76200 h 1012031"/>
                <a:gd name="connsiteX63" fmla="*/ 280987 w 759618"/>
                <a:gd name="connsiteY63" fmla="*/ 114300 h 1012031"/>
                <a:gd name="connsiteX64" fmla="*/ 292893 w 759618"/>
                <a:gd name="connsiteY64" fmla="*/ 130969 h 1012031"/>
                <a:gd name="connsiteX65" fmla="*/ 280987 w 759618"/>
                <a:gd name="connsiteY65" fmla="*/ 140494 h 1012031"/>
                <a:gd name="connsiteX66" fmla="*/ 247650 w 759618"/>
                <a:gd name="connsiteY66" fmla="*/ 100013 h 1012031"/>
                <a:gd name="connsiteX67" fmla="*/ 261937 w 759618"/>
                <a:gd name="connsiteY67" fmla="*/ 142875 h 1012031"/>
                <a:gd name="connsiteX68" fmla="*/ 242887 w 759618"/>
                <a:gd name="connsiteY68" fmla="*/ 150019 h 1012031"/>
                <a:gd name="connsiteX69" fmla="*/ 257175 w 759618"/>
                <a:gd name="connsiteY69" fmla="*/ 178594 h 1012031"/>
                <a:gd name="connsiteX70" fmla="*/ 278606 w 759618"/>
                <a:gd name="connsiteY70" fmla="*/ 195263 h 1012031"/>
                <a:gd name="connsiteX71" fmla="*/ 307181 w 759618"/>
                <a:gd name="connsiteY71" fmla="*/ 228600 h 1012031"/>
                <a:gd name="connsiteX72" fmla="*/ 316706 w 759618"/>
                <a:gd name="connsiteY72" fmla="*/ 254794 h 1012031"/>
                <a:gd name="connsiteX73" fmla="*/ 316706 w 759618"/>
                <a:gd name="connsiteY73" fmla="*/ 254794 h 1012031"/>
                <a:gd name="connsiteX74" fmla="*/ 285750 w 759618"/>
                <a:gd name="connsiteY74" fmla="*/ 235744 h 1012031"/>
                <a:gd name="connsiteX75" fmla="*/ 238125 w 759618"/>
                <a:gd name="connsiteY75" fmla="*/ 221456 h 1012031"/>
                <a:gd name="connsiteX76" fmla="*/ 223837 w 759618"/>
                <a:gd name="connsiteY76" fmla="*/ 195263 h 1012031"/>
                <a:gd name="connsiteX77" fmla="*/ 204787 w 759618"/>
                <a:gd name="connsiteY77" fmla="*/ 166688 h 1012031"/>
                <a:gd name="connsiteX78" fmla="*/ 166687 w 759618"/>
                <a:gd name="connsiteY78" fmla="*/ 130969 h 1012031"/>
                <a:gd name="connsiteX79" fmla="*/ 166687 w 759618"/>
                <a:gd name="connsiteY79" fmla="*/ 157163 h 1012031"/>
                <a:gd name="connsiteX80" fmla="*/ 173831 w 759618"/>
                <a:gd name="connsiteY80" fmla="*/ 176213 h 1012031"/>
                <a:gd name="connsiteX81" fmla="*/ 171450 w 759618"/>
                <a:gd name="connsiteY81" fmla="*/ 188119 h 1012031"/>
                <a:gd name="connsiteX82" fmla="*/ 152400 w 759618"/>
                <a:gd name="connsiteY82" fmla="*/ 195263 h 1012031"/>
                <a:gd name="connsiteX83" fmla="*/ 128587 w 759618"/>
                <a:gd name="connsiteY83" fmla="*/ 190500 h 1012031"/>
                <a:gd name="connsiteX84" fmla="*/ 178593 w 759618"/>
                <a:gd name="connsiteY84" fmla="*/ 214313 h 1012031"/>
                <a:gd name="connsiteX85" fmla="*/ 188118 w 759618"/>
                <a:gd name="connsiteY85" fmla="*/ 228600 h 1012031"/>
                <a:gd name="connsiteX86" fmla="*/ 185737 w 759618"/>
                <a:gd name="connsiteY86" fmla="*/ 250031 h 1012031"/>
                <a:gd name="connsiteX87" fmla="*/ 157162 w 759618"/>
                <a:gd name="connsiteY87" fmla="*/ 228600 h 1012031"/>
                <a:gd name="connsiteX88" fmla="*/ 121443 w 759618"/>
                <a:gd name="connsiteY88" fmla="*/ 223838 h 1012031"/>
                <a:gd name="connsiteX89" fmla="*/ 97631 w 759618"/>
                <a:gd name="connsiteY89" fmla="*/ 211931 h 1012031"/>
                <a:gd name="connsiteX90" fmla="*/ 73818 w 759618"/>
                <a:gd name="connsiteY90" fmla="*/ 235744 h 1012031"/>
                <a:gd name="connsiteX91" fmla="*/ 73818 w 759618"/>
                <a:gd name="connsiteY91" fmla="*/ 257175 h 1012031"/>
                <a:gd name="connsiteX92" fmla="*/ 52387 w 759618"/>
                <a:gd name="connsiteY92" fmla="*/ 273844 h 1012031"/>
                <a:gd name="connsiteX93" fmla="*/ 35718 w 759618"/>
                <a:gd name="connsiteY93" fmla="*/ 254794 h 1012031"/>
                <a:gd name="connsiteX94" fmla="*/ 19050 w 759618"/>
                <a:gd name="connsiteY94" fmla="*/ 264319 h 1012031"/>
                <a:gd name="connsiteX95" fmla="*/ 0 w 759618"/>
                <a:gd name="connsiteY95" fmla="*/ 297656 h 1012031"/>
                <a:gd name="connsiteX96" fmla="*/ 26193 w 759618"/>
                <a:gd name="connsiteY96" fmla="*/ 283369 h 1012031"/>
                <a:gd name="connsiteX97" fmla="*/ 38100 w 759618"/>
                <a:gd name="connsiteY97" fmla="*/ 273844 h 1012031"/>
                <a:gd name="connsiteX98" fmla="*/ 52387 w 759618"/>
                <a:gd name="connsiteY98" fmla="*/ 288131 h 1012031"/>
                <a:gd name="connsiteX99" fmla="*/ 30956 w 759618"/>
                <a:gd name="connsiteY99" fmla="*/ 323850 h 1012031"/>
                <a:gd name="connsiteX100" fmla="*/ 69056 w 759618"/>
                <a:gd name="connsiteY100" fmla="*/ 300038 h 1012031"/>
                <a:gd name="connsiteX101" fmla="*/ 92868 w 759618"/>
                <a:gd name="connsiteY101" fmla="*/ 295275 h 1012031"/>
                <a:gd name="connsiteX102" fmla="*/ 114300 w 759618"/>
                <a:gd name="connsiteY102" fmla="*/ 300038 h 1012031"/>
                <a:gd name="connsiteX103" fmla="*/ 111918 w 759618"/>
                <a:gd name="connsiteY103" fmla="*/ 316706 h 1012031"/>
                <a:gd name="connsiteX104" fmla="*/ 92868 w 759618"/>
                <a:gd name="connsiteY104" fmla="*/ 311944 h 1012031"/>
                <a:gd name="connsiteX105" fmla="*/ 66675 w 759618"/>
                <a:gd name="connsiteY105" fmla="*/ 338138 h 1012031"/>
                <a:gd name="connsiteX106" fmla="*/ 69056 w 759618"/>
                <a:gd name="connsiteY106" fmla="*/ 359569 h 1012031"/>
                <a:gd name="connsiteX107" fmla="*/ 50006 w 759618"/>
                <a:gd name="connsiteY107" fmla="*/ 369094 h 1012031"/>
                <a:gd name="connsiteX108" fmla="*/ 59531 w 759618"/>
                <a:gd name="connsiteY108" fmla="*/ 385763 h 1012031"/>
                <a:gd name="connsiteX109" fmla="*/ 88106 w 759618"/>
                <a:gd name="connsiteY109" fmla="*/ 376238 h 1012031"/>
                <a:gd name="connsiteX110" fmla="*/ 116681 w 759618"/>
                <a:gd name="connsiteY110" fmla="*/ 378619 h 1012031"/>
                <a:gd name="connsiteX111" fmla="*/ 138112 w 759618"/>
                <a:gd name="connsiteY111" fmla="*/ 354806 h 1012031"/>
                <a:gd name="connsiteX112" fmla="*/ 164306 w 759618"/>
                <a:gd name="connsiteY112" fmla="*/ 335756 h 1012031"/>
                <a:gd name="connsiteX113" fmla="*/ 178593 w 759618"/>
                <a:gd name="connsiteY113" fmla="*/ 340519 h 1012031"/>
                <a:gd name="connsiteX114" fmla="*/ 157162 w 759618"/>
                <a:gd name="connsiteY114" fmla="*/ 366713 h 1012031"/>
                <a:gd name="connsiteX115" fmla="*/ 114300 w 759618"/>
                <a:gd name="connsiteY115" fmla="*/ 407194 h 1012031"/>
                <a:gd name="connsiteX116" fmla="*/ 73818 w 759618"/>
                <a:gd name="connsiteY116" fmla="*/ 411956 h 1012031"/>
                <a:gd name="connsiteX117" fmla="*/ 102393 w 759618"/>
                <a:gd name="connsiteY117" fmla="*/ 447675 h 1012031"/>
                <a:gd name="connsiteX118" fmla="*/ 133350 w 759618"/>
                <a:gd name="connsiteY118" fmla="*/ 419100 h 1012031"/>
                <a:gd name="connsiteX119" fmla="*/ 169068 w 759618"/>
                <a:gd name="connsiteY119" fmla="*/ 378619 h 1012031"/>
                <a:gd name="connsiteX120" fmla="*/ 209550 w 759618"/>
                <a:gd name="connsiteY120" fmla="*/ 371475 h 1012031"/>
                <a:gd name="connsiteX121" fmla="*/ 223837 w 759618"/>
                <a:gd name="connsiteY121" fmla="*/ 373856 h 1012031"/>
                <a:gd name="connsiteX122" fmla="*/ 183356 w 759618"/>
                <a:gd name="connsiteY122" fmla="*/ 402431 h 1012031"/>
                <a:gd name="connsiteX123" fmla="*/ 154781 w 759618"/>
                <a:gd name="connsiteY123" fmla="*/ 428625 h 1012031"/>
                <a:gd name="connsiteX124" fmla="*/ 147637 w 759618"/>
                <a:gd name="connsiteY124" fmla="*/ 454819 h 1012031"/>
                <a:gd name="connsiteX125" fmla="*/ 169068 w 759618"/>
                <a:gd name="connsiteY125" fmla="*/ 466725 h 1012031"/>
                <a:gd name="connsiteX126" fmla="*/ 197643 w 759618"/>
                <a:gd name="connsiteY126" fmla="*/ 454819 h 1012031"/>
                <a:gd name="connsiteX127" fmla="*/ 197643 w 759618"/>
                <a:gd name="connsiteY127" fmla="*/ 423863 h 1012031"/>
                <a:gd name="connsiteX128" fmla="*/ 211931 w 759618"/>
                <a:gd name="connsiteY128" fmla="*/ 411956 h 1012031"/>
                <a:gd name="connsiteX129" fmla="*/ 228600 w 759618"/>
                <a:gd name="connsiteY129" fmla="*/ 428625 h 1012031"/>
                <a:gd name="connsiteX130" fmla="*/ 254793 w 759618"/>
                <a:gd name="connsiteY130" fmla="*/ 423863 h 1012031"/>
                <a:gd name="connsiteX131" fmla="*/ 240506 w 759618"/>
                <a:gd name="connsiteY131" fmla="*/ 445294 h 1012031"/>
                <a:gd name="connsiteX132" fmla="*/ 216693 w 759618"/>
                <a:gd name="connsiteY132" fmla="*/ 452438 h 1012031"/>
                <a:gd name="connsiteX133" fmla="*/ 242887 w 759618"/>
                <a:gd name="connsiteY133" fmla="*/ 464344 h 1012031"/>
                <a:gd name="connsiteX134" fmla="*/ 304800 w 759618"/>
                <a:gd name="connsiteY134" fmla="*/ 411956 h 1012031"/>
                <a:gd name="connsiteX135" fmla="*/ 307181 w 759618"/>
                <a:gd name="connsiteY135" fmla="*/ 364331 h 1012031"/>
                <a:gd name="connsiteX136" fmla="*/ 378618 w 759618"/>
                <a:gd name="connsiteY136" fmla="*/ 311944 h 1012031"/>
                <a:gd name="connsiteX137" fmla="*/ 385762 w 759618"/>
                <a:gd name="connsiteY137" fmla="*/ 335756 h 1012031"/>
                <a:gd name="connsiteX138" fmla="*/ 357187 w 759618"/>
                <a:gd name="connsiteY138" fmla="*/ 359569 h 1012031"/>
                <a:gd name="connsiteX139" fmla="*/ 333375 w 759618"/>
                <a:gd name="connsiteY139" fmla="*/ 400050 h 1012031"/>
                <a:gd name="connsiteX140" fmla="*/ 333375 w 759618"/>
                <a:gd name="connsiteY140" fmla="*/ 414338 h 1012031"/>
                <a:gd name="connsiteX141" fmla="*/ 359568 w 759618"/>
                <a:gd name="connsiteY141" fmla="*/ 407194 h 1012031"/>
                <a:gd name="connsiteX142" fmla="*/ 381000 w 759618"/>
                <a:gd name="connsiteY142" fmla="*/ 414338 h 1012031"/>
                <a:gd name="connsiteX143" fmla="*/ 369093 w 759618"/>
                <a:gd name="connsiteY143" fmla="*/ 419100 h 1012031"/>
                <a:gd name="connsiteX144" fmla="*/ 338137 w 759618"/>
                <a:gd name="connsiteY144" fmla="*/ 428625 h 1012031"/>
                <a:gd name="connsiteX145" fmla="*/ 300037 w 759618"/>
                <a:gd name="connsiteY145" fmla="*/ 454819 h 1012031"/>
                <a:gd name="connsiteX146" fmla="*/ 345281 w 759618"/>
                <a:gd name="connsiteY146" fmla="*/ 461963 h 1012031"/>
                <a:gd name="connsiteX147" fmla="*/ 342900 w 759618"/>
                <a:gd name="connsiteY147" fmla="*/ 476250 h 1012031"/>
                <a:gd name="connsiteX148" fmla="*/ 292893 w 759618"/>
                <a:gd name="connsiteY148" fmla="*/ 478631 h 1012031"/>
                <a:gd name="connsiteX149" fmla="*/ 261937 w 759618"/>
                <a:gd name="connsiteY149" fmla="*/ 495300 h 1012031"/>
                <a:gd name="connsiteX150" fmla="*/ 228600 w 759618"/>
                <a:gd name="connsiteY150" fmla="*/ 504825 h 1012031"/>
                <a:gd name="connsiteX151" fmla="*/ 240506 w 759618"/>
                <a:gd name="connsiteY151" fmla="*/ 540544 h 1012031"/>
                <a:gd name="connsiteX152" fmla="*/ 257175 w 759618"/>
                <a:gd name="connsiteY152" fmla="*/ 557213 h 1012031"/>
                <a:gd name="connsiteX153" fmla="*/ 259556 w 759618"/>
                <a:gd name="connsiteY153" fmla="*/ 578644 h 1012031"/>
                <a:gd name="connsiteX154" fmla="*/ 290512 w 759618"/>
                <a:gd name="connsiteY154" fmla="*/ 585788 h 1012031"/>
                <a:gd name="connsiteX155" fmla="*/ 292893 w 759618"/>
                <a:gd name="connsiteY155" fmla="*/ 597694 h 1012031"/>
                <a:gd name="connsiteX156" fmla="*/ 273843 w 759618"/>
                <a:gd name="connsiteY156" fmla="*/ 616744 h 1012031"/>
                <a:gd name="connsiteX157" fmla="*/ 252412 w 759618"/>
                <a:gd name="connsiteY157" fmla="*/ 609600 h 1012031"/>
                <a:gd name="connsiteX158" fmla="*/ 235743 w 759618"/>
                <a:gd name="connsiteY158" fmla="*/ 607219 h 1012031"/>
                <a:gd name="connsiteX159" fmla="*/ 228600 w 759618"/>
                <a:gd name="connsiteY159" fmla="*/ 581025 h 1012031"/>
                <a:gd name="connsiteX160" fmla="*/ 204787 w 759618"/>
                <a:gd name="connsiteY160" fmla="*/ 547688 h 1012031"/>
                <a:gd name="connsiteX161" fmla="*/ 192881 w 759618"/>
                <a:gd name="connsiteY161" fmla="*/ 519113 h 1012031"/>
                <a:gd name="connsiteX162" fmla="*/ 166687 w 759618"/>
                <a:gd name="connsiteY162" fmla="*/ 507206 h 1012031"/>
                <a:gd name="connsiteX163" fmla="*/ 130968 w 759618"/>
                <a:gd name="connsiteY163" fmla="*/ 495300 h 1012031"/>
                <a:gd name="connsiteX164" fmla="*/ 135731 w 759618"/>
                <a:gd name="connsiteY164" fmla="*/ 535781 h 1012031"/>
                <a:gd name="connsiteX165" fmla="*/ 171450 w 759618"/>
                <a:gd name="connsiteY165" fmla="*/ 554831 h 1012031"/>
                <a:gd name="connsiteX166" fmla="*/ 164306 w 759618"/>
                <a:gd name="connsiteY166" fmla="*/ 569119 h 1012031"/>
                <a:gd name="connsiteX167" fmla="*/ 138112 w 759618"/>
                <a:gd name="connsiteY167" fmla="*/ 554831 h 1012031"/>
                <a:gd name="connsiteX168" fmla="*/ 173831 w 759618"/>
                <a:gd name="connsiteY168" fmla="*/ 595313 h 1012031"/>
                <a:gd name="connsiteX169" fmla="*/ 188118 w 759618"/>
                <a:gd name="connsiteY169" fmla="*/ 621506 h 1012031"/>
                <a:gd name="connsiteX170" fmla="*/ 197643 w 759618"/>
                <a:gd name="connsiteY170" fmla="*/ 642938 h 1012031"/>
                <a:gd name="connsiteX171" fmla="*/ 207168 w 759618"/>
                <a:gd name="connsiteY171" fmla="*/ 659606 h 1012031"/>
                <a:gd name="connsiteX172" fmla="*/ 207168 w 759618"/>
                <a:gd name="connsiteY172" fmla="*/ 659606 h 1012031"/>
                <a:gd name="connsiteX173" fmla="*/ 176212 w 759618"/>
                <a:gd name="connsiteY173" fmla="*/ 664369 h 1012031"/>
                <a:gd name="connsiteX174" fmla="*/ 200025 w 759618"/>
                <a:gd name="connsiteY174" fmla="*/ 681038 h 1012031"/>
                <a:gd name="connsiteX175" fmla="*/ 228600 w 759618"/>
                <a:gd name="connsiteY175" fmla="*/ 690563 h 1012031"/>
                <a:gd name="connsiteX176" fmla="*/ 242887 w 759618"/>
                <a:gd name="connsiteY176" fmla="*/ 685800 h 1012031"/>
                <a:gd name="connsiteX177" fmla="*/ 252412 w 759618"/>
                <a:gd name="connsiteY177" fmla="*/ 678656 h 1012031"/>
                <a:gd name="connsiteX178" fmla="*/ 264318 w 759618"/>
                <a:gd name="connsiteY178" fmla="*/ 704850 h 1012031"/>
                <a:gd name="connsiteX179" fmla="*/ 252412 w 759618"/>
                <a:gd name="connsiteY179" fmla="*/ 719138 h 1012031"/>
                <a:gd name="connsiteX180" fmla="*/ 235743 w 759618"/>
                <a:gd name="connsiteY180" fmla="*/ 745331 h 1012031"/>
                <a:gd name="connsiteX181" fmla="*/ 209550 w 759618"/>
                <a:gd name="connsiteY181" fmla="*/ 716756 h 1012031"/>
                <a:gd name="connsiteX182" fmla="*/ 185737 w 759618"/>
                <a:gd name="connsiteY182" fmla="*/ 704850 h 1012031"/>
                <a:gd name="connsiteX183" fmla="*/ 147637 w 759618"/>
                <a:gd name="connsiteY183" fmla="*/ 707231 h 1012031"/>
                <a:gd name="connsiteX184" fmla="*/ 135731 w 759618"/>
                <a:gd name="connsiteY184" fmla="*/ 716756 h 1012031"/>
                <a:gd name="connsiteX185" fmla="*/ 123825 w 759618"/>
                <a:gd name="connsiteY185" fmla="*/ 735806 h 1012031"/>
                <a:gd name="connsiteX186" fmla="*/ 114300 w 759618"/>
                <a:gd name="connsiteY186" fmla="*/ 766763 h 1012031"/>
                <a:gd name="connsiteX187" fmla="*/ 126206 w 759618"/>
                <a:gd name="connsiteY187" fmla="*/ 781050 h 1012031"/>
                <a:gd name="connsiteX188" fmla="*/ 145256 w 759618"/>
                <a:gd name="connsiteY188" fmla="*/ 757238 h 1012031"/>
                <a:gd name="connsiteX189" fmla="*/ 145256 w 759618"/>
                <a:gd name="connsiteY189" fmla="*/ 757238 h 1012031"/>
                <a:gd name="connsiteX190" fmla="*/ 152400 w 759618"/>
                <a:gd name="connsiteY190" fmla="*/ 778669 h 1012031"/>
                <a:gd name="connsiteX191" fmla="*/ 142875 w 759618"/>
                <a:gd name="connsiteY191" fmla="*/ 790575 h 1012031"/>
                <a:gd name="connsiteX192" fmla="*/ 173831 w 759618"/>
                <a:gd name="connsiteY192" fmla="*/ 776288 h 1012031"/>
                <a:gd name="connsiteX193" fmla="*/ 169068 w 759618"/>
                <a:gd name="connsiteY193" fmla="*/ 752475 h 1012031"/>
                <a:gd name="connsiteX194" fmla="*/ 183356 w 759618"/>
                <a:gd name="connsiteY194" fmla="*/ 747713 h 1012031"/>
                <a:gd name="connsiteX195" fmla="*/ 183356 w 759618"/>
                <a:gd name="connsiteY195" fmla="*/ 766763 h 1012031"/>
                <a:gd name="connsiteX196" fmla="*/ 188118 w 759618"/>
                <a:gd name="connsiteY196" fmla="*/ 778669 h 1012031"/>
                <a:gd name="connsiteX197" fmla="*/ 200025 w 759618"/>
                <a:gd name="connsiteY197" fmla="*/ 783431 h 1012031"/>
                <a:gd name="connsiteX198" fmla="*/ 197643 w 759618"/>
                <a:gd name="connsiteY198" fmla="*/ 797719 h 1012031"/>
                <a:gd name="connsiteX199" fmla="*/ 178593 w 759618"/>
                <a:gd name="connsiteY199" fmla="*/ 802481 h 1012031"/>
                <a:gd name="connsiteX200" fmla="*/ 166687 w 759618"/>
                <a:gd name="connsiteY200" fmla="*/ 812006 h 1012031"/>
                <a:gd name="connsiteX201" fmla="*/ 180975 w 759618"/>
                <a:gd name="connsiteY201" fmla="*/ 816769 h 1012031"/>
                <a:gd name="connsiteX202" fmla="*/ 173831 w 759618"/>
                <a:gd name="connsiteY202" fmla="*/ 838200 h 1012031"/>
                <a:gd name="connsiteX203" fmla="*/ 190500 w 759618"/>
                <a:gd name="connsiteY203" fmla="*/ 842963 h 1012031"/>
                <a:gd name="connsiteX204" fmla="*/ 190500 w 759618"/>
                <a:gd name="connsiteY204" fmla="*/ 842963 h 1012031"/>
                <a:gd name="connsiteX205" fmla="*/ 226218 w 759618"/>
                <a:gd name="connsiteY205" fmla="*/ 814388 h 1012031"/>
                <a:gd name="connsiteX206" fmla="*/ 230981 w 759618"/>
                <a:gd name="connsiteY206" fmla="*/ 795338 h 1012031"/>
                <a:gd name="connsiteX207" fmla="*/ 247650 w 759618"/>
                <a:gd name="connsiteY207" fmla="*/ 804863 h 1012031"/>
                <a:gd name="connsiteX208" fmla="*/ 228600 w 759618"/>
                <a:gd name="connsiteY208" fmla="*/ 842963 h 1012031"/>
                <a:gd name="connsiteX209" fmla="*/ 204787 w 759618"/>
                <a:gd name="connsiteY209" fmla="*/ 869156 h 1012031"/>
                <a:gd name="connsiteX210" fmla="*/ 192881 w 759618"/>
                <a:gd name="connsiteY210" fmla="*/ 873919 h 1012031"/>
                <a:gd name="connsiteX211" fmla="*/ 171450 w 759618"/>
                <a:gd name="connsiteY211" fmla="*/ 888206 h 1012031"/>
                <a:gd name="connsiteX212" fmla="*/ 142875 w 759618"/>
                <a:gd name="connsiteY212" fmla="*/ 859631 h 1012031"/>
                <a:gd name="connsiteX213" fmla="*/ 126206 w 759618"/>
                <a:gd name="connsiteY213" fmla="*/ 831056 h 1012031"/>
                <a:gd name="connsiteX214" fmla="*/ 104775 w 759618"/>
                <a:gd name="connsiteY214" fmla="*/ 828675 h 1012031"/>
                <a:gd name="connsiteX215" fmla="*/ 85725 w 759618"/>
                <a:gd name="connsiteY215" fmla="*/ 845344 h 1012031"/>
                <a:gd name="connsiteX216" fmla="*/ 100012 w 759618"/>
                <a:gd name="connsiteY216" fmla="*/ 864394 h 1012031"/>
                <a:gd name="connsiteX217" fmla="*/ 111918 w 759618"/>
                <a:gd name="connsiteY217" fmla="*/ 878681 h 1012031"/>
                <a:gd name="connsiteX218" fmla="*/ 123825 w 759618"/>
                <a:gd name="connsiteY218" fmla="*/ 888206 h 1012031"/>
                <a:gd name="connsiteX219" fmla="*/ 133350 w 759618"/>
                <a:gd name="connsiteY219" fmla="*/ 909638 h 1012031"/>
                <a:gd name="connsiteX220" fmla="*/ 109537 w 759618"/>
                <a:gd name="connsiteY220" fmla="*/ 921544 h 1012031"/>
                <a:gd name="connsiteX221" fmla="*/ 90487 w 759618"/>
                <a:gd name="connsiteY221" fmla="*/ 909638 h 1012031"/>
                <a:gd name="connsiteX222" fmla="*/ 71437 w 759618"/>
                <a:gd name="connsiteY222" fmla="*/ 935831 h 1012031"/>
                <a:gd name="connsiteX223" fmla="*/ 61912 w 759618"/>
                <a:gd name="connsiteY223" fmla="*/ 971550 h 1012031"/>
                <a:gd name="connsiteX224" fmla="*/ 80962 w 759618"/>
                <a:gd name="connsiteY224" fmla="*/ 954881 h 1012031"/>
                <a:gd name="connsiteX225" fmla="*/ 95250 w 759618"/>
                <a:gd name="connsiteY225" fmla="*/ 978694 h 1012031"/>
                <a:gd name="connsiteX226" fmla="*/ 109537 w 759618"/>
                <a:gd name="connsiteY226" fmla="*/ 964406 h 1012031"/>
                <a:gd name="connsiteX227" fmla="*/ 119062 w 759618"/>
                <a:gd name="connsiteY227" fmla="*/ 981075 h 1012031"/>
                <a:gd name="connsiteX228" fmla="*/ 126206 w 759618"/>
                <a:gd name="connsiteY228" fmla="*/ 959644 h 1012031"/>
                <a:gd name="connsiteX229" fmla="*/ 145256 w 759618"/>
                <a:gd name="connsiteY229" fmla="*/ 985838 h 1012031"/>
                <a:gd name="connsiteX230" fmla="*/ 169068 w 759618"/>
                <a:gd name="connsiteY230" fmla="*/ 1004888 h 1012031"/>
                <a:gd name="connsiteX231" fmla="*/ 161925 w 759618"/>
                <a:gd name="connsiteY231" fmla="*/ 978694 h 1012031"/>
                <a:gd name="connsiteX232" fmla="*/ 171450 w 759618"/>
                <a:gd name="connsiteY232" fmla="*/ 964406 h 1012031"/>
                <a:gd name="connsiteX233" fmla="*/ 180975 w 759618"/>
                <a:gd name="connsiteY233" fmla="*/ 973931 h 1012031"/>
                <a:gd name="connsiteX234" fmla="*/ 188118 w 759618"/>
                <a:gd name="connsiteY234" fmla="*/ 962025 h 1012031"/>
                <a:gd name="connsiteX235" fmla="*/ 197643 w 759618"/>
                <a:gd name="connsiteY235" fmla="*/ 981075 h 1012031"/>
                <a:gd name="connsiteX236" fmla="*/ 209550 w 759618"/>
                <a:gd name="connsiteY236" fmla="*/ 962025 h 1012031"/>
                <a:gd name="connsiteX237" fmla="*/ 228600 w 759618"/>
                <a:gd name="connsiteY237" fmla="*/ 983456 h 1012031"/>
                <a:gd name="connsiteX238" fmla="*/ 235743 w 759618"/>
                <a:gd name="connsiteY238" fmla="*/ 959644 h 1012031"/>
                <a:gd name="connsiteX239" fmla="*/ 254793 w 759618"/>
                <a:gd name="connsiteY239" fmla="*/ 973931 h 1012031"/>
                <a:gd name="connsiteX240" fmla="*/ 271462 w 759618"/>
                <a:gd name="connsiteY240" fmla="*/ 983456 h 1012031"/>
                <a:gd name="connsiteX241" fmla="*/ 278606 w 759618"/>
                <a:gd name="connsiteY241" fmla="*/ 1000125 h 1012031"/>
                <a:gd name="connsiteX242" fmla="*/ 269081 w 759618"/>
                <a:gd name="connsiteY242" fmla="*/ 1012031 h 1012031"/>
                <a:gd name="connsiteX243" fmla="*/ 316706 w 759618"/>
                <a:gd name="connsiteY243" fmla="*/ 976313 h 1012031"/>
                <a:gd name="connsiteX244" fmla="*/ 335756 w 759618"/>
                <a:gd name="connsiteY244" fmla="*/ 969169 h 1012031"/>
                <a:gd name="connsiteX245" fmla="*/ 342900 w 759618"/>
                <a:gd name="connsiteY245" fmla="*/ 950119 h 1012031"/>
                <a:gd name="connsiteX246" fmla="*/ 342900 w 759618"/>
                <a:gd name="connsiteY246" fmla="*/ 926306 h 1012031"/>
                <a:gd name="connsiteX247" fmla="*/ 321468 w 759618"/>
                <a:gd name="connsiteY247" fmla="*/ 935831 h 1012031"/>
                <a:gd name="connsiteX248" fmla="*/ 307181 w 759618"/>
                <a:gd name="connsiteY248" fmla="*/ 926306 h 1012031"/>
                <a:gd name="connsiteX249" fmla="*/ 307181 w 759618"/>
                <a:gd name="connsiteY249" fmla="*/ 900113 h 1012031"/>
                <a:gd name="connsiteX250" fmla="*/ 290512 w 759618"/>
                <a:gd name="connsiteY250" fmla="*/ 916781 h 1012031"/>
                <a:gd name="connsiteX251" fmla="*/ 269081 w 759618"/>
                <a:gd name="connsiteY251" fmla="*/ 892969 h 1012031"/>
                <a:gd name="connsiteX252" fmla="*/ 252412 w 759618"/>
                <a:gd name="connsiteY252" fmla="*/ 919163 h 1012031"/>
                <a:gd name="connsiteX253" fmla="*/ 233362 w 759618"/>
                <a:gd name="connsiteY253" fmla="*/ 902494 h 1012031"/>
                <a:gd name="connsiteX254" fmla="*/ 254793 w 759618"/>
                <a:gd name="connsiteY254" fmla="*/ 888206 h 1012031"/>
                <a:gd name="connsiteX255" fmla="*/ 254793 w 759618"/>
                <a:gd name="connsiteY255" fmla="*/ 862013 h 1012031"/>
                <a:gd name="connsiteX256" fmla="*/ 278606 w 759618"/>
                <a:gd name="connsiteY256" fmla="*/ 876300 h 1012031"/>
                <a:gd name="connsiteX257" fmla="*/ 307181 w 759618"/>
                <a:gd name="connsiteY257" fmla="*/ 885825 h 1012031"/>
                <a:gd name="connsiteX258" fmla="*/ 323850 w 759618"/>
                <a:gd name="connsiteY258" fmla="*/ 878681 h 1012031"/>
                <a:gd name="connsiteX259" fmla="*/ 338137 w 759618"/>
                <a:gd name="connsiteY259" fmla="*/ 869156 h 1012031"/>
                <a:gd name="connsiteX260" fmla="*/ 338137 w 759618"/>
                <a:gd name="connsiteY260" fmla="*/ 847725 h 1012031"/>
                <a:gd name="connsiteX261" fmla="*/ 335756 w 759618"/>
                <a:gd name="connsiteY261" fmla="*/ 823913 h 1012031"/>
                <a:gd name="connsiteX262" fmla="*/ 338137 w 759618"/>
                <a:gd name="connsiteY262" fmla="*/ 797719 h 1012031"/>
                <a:gd name="connsiteX263" fmla="*/ 364331 w 759618"/>
                <a:gd name="connsiteY263" fmla="*/ 814388 h 1012031"/>
                <a:gd name="connsiteX264" fmla="*/ 392906 w 759618"/>
                <a:gd name="connsiteY264" fmla="*/ 795338 h 1012031"/>
                <a:gd name="connsiteX265" fmla="*/ 373856 w 759618"/>
                <a:gd name="connsiteY265" fmla="*/ 783431 h 1012031"/>
                <a:gd name="connsiteX266" fmla="*/ 395287 w 759618"/>
                <a:gd name="connsiteY266" fmla="*/ 776288 h 1012031"/>
                <a:gd name="connsiteX267" fmla="*/ 407193 w 759618"/>
                <a:gd name="connsiteY267" fmla="*/ 762000 h 1012031"/>
                <a:gd name="connsiteX268" fmla="*/ 388143 w 759618"/>
                <a:gd name="connsiteY268" fmla="*/ 752475 h 1012031"/>
                <a:gd name="connsiteX269" fmla="*/ 404812 w 759618"/>
                <a:gd name="connsiteY269" fmla="*/ 738188 h 1012031"/>
                <a:gd name="connsiteX270" fmla="*/ 423862 w 759618"/>
                <a:gd name="connsiteY270" fmla="*/ 707231 h 1012031"/>
                <a:gd name="connsiteX271" fmla="*/ 383381 w 759618"/>
                <a:gd name="connsiteY271" fmla="*/ 697706 h 1012031"/>
                <a:gd name="connsiteX272" fmla="*/ 381000 w 759618"/>
                <a:gd name="connsiteY272" fmla="*/ 690563 h 1012031"/>
                <a:gd name="connsiteX273" fmla="*/ 350043 w 759618"/>
                <a:gd name="connsiteY273" fmla="*/ 690563 h 1012031"/>
                <a:gd name="connsiteX274" fmla="*/ 335756 w 759618"/>
                <a:gd name="connsiteY274" fmla="*/ 676275 h 1012031"/>
                <a:gd name="connsiteX275" fmla="*/ 354806 w 759618"/>
                <a:gd name="connsiteY275" fmla="*/ 654844 h 1012031"/>
                <a:gd name="connsiteX276" fmla="*/ 390525 w 759618"/>
                <a:gd name="connsiteY276" fmla="*/ 657225 h 1012031"/>
                <a:gd name="connsiteX277" fmla="*/ 416718 w 759618"/>
                <a:gd name="connsiteY277" fmla="*/ 683419 h 1012031"/>
                <a:gd name="connsiteX278" fmla="*/ 428625 w 759618"/>
                <a:gd name="connsiteY278" fmla="*/ 647700 h 1012031"/>
                <a:gd name="connsiteX279" fmla="*/ 397668 w 759618"/>
                <a:gd name="connsiteY279" fmla="*/ 640556 h 1012031"/>
                <a:gd name="connsiteX280" fmla="*/ 359568 w 759618"/>
                <a:gd name="connsiteY280" fmla="*/ 631031 h 1012031"/>
                <a:gd name="connsiteX281" fmla="*/ 371475 w 759618"/>
                <a:gd name="connsiteY281" fmla="*/ 619125 h 1012031"/>
                <a:gd name="connsiteX282" fmla="*/ 395287 w 759618"/>
                <a:gd name="connsiteY282" fmla="*/ 616744 h 1012031"/>
                <a:gd name="connsiteX283" fmla="*/ 416718 w 759618"/>
                <a:gd name="connsiteY283" fmla="*/ 628650 h 1012031"/>
                <a:gd name="connsiteX284" fmla="*/ 442912 w 759618"/>
                <a:gd name="connsiteY284" fmla="*/ 607219 h 1012031"/>
                <a:gd name="connsiteX285" fmla="*/ 452437 w 759618"/>
                <a:gd name="connsiteY285" fmla="*/ 592931 h 1012031"/>
                <a:gd name="connsiteX286" fmla="*/ 428625 w 759618"/>
                <a:gd name="connsiteY286" fmla="*/ 576263 h 1012031"/>
                <a:gd name="connsiteX287" fmla="*/ 440531 w 759618"/>
                <a:gd name="connsiteY287" fmla="*/ 564356 h 1012031"/>
                <a:gd name="connsiteX288" fmla="*/ 464343 w 759618"/>
                <a:gd name="connsiteY288" fmla="*/ 578644 h 1012031"/>
                <a:gd name="connsiteX289" fmla="*/ 497681 w 759618"/>
                <a:gd name="connsiteY289" fmla="*/ 590550 h 1012031"/>
                <a:gd name="connsiteX290" fmla="*/ 511968 w 759618"/>
                <a:gd name="connsiteY290" fmla="*/ 557213 h 1012031"/>
                <a:gd name="connsiteX291" fmla="*/ 526256 w 759618"/>
                <a:gd name="connsiteY291" fmla="*/ 528638 h 1012031"/>
                <a:gd name="connsiteX292" fmla="*/ 502443 w 759618"/>
                <a:gd name="connsiteY292" fmla="*/ 531019 h 1012031"/>
                <a:gd name="connsiteX293" fmla="*/ 488156 w 759618"/>
                <a:gd name="connsiteY293" fmla="*/ 519113 h 1012031"/>
                <a:gd name="connsiteX294" fmla="*/ 542924 w 759618"/>
                <a:gd name="connsiteY294" fmla="*/ 511969 h 1012031"/>
                <a:gd name="connsiteX0" fmla="*/ 542924 w 759618"/>
                <a:gd name="connsiteY0" fmla="*/ 511969 h 1012031"/>
                <a:gd name="connsiteX1" fmla="*/ 526257 w 759618"/>
                <a:gd name="connsiteY1" fmla="*/ 447676 h 1012031"/>
                <a:gd name="connsiteX2" fmla="*/ 616743 w 759618"/>
                <a:gd name="connsiteY2" fmla="*/ 383381 h 1012031"/>
                <a:gd name="connsiteX3" fmla="*/ 626268 w 759618"/>
                <a:gd name="connsiteY3" fmla="*/ 357188 h 1012031"/>
                <a:gd name="connsiteX4" fmla="*/ 678656 w 759618"/>
                <a:gd name="connsiteY4" fmla="*/ 307181 h 1012031"/>
                <a:gd name="connsiteX5" fmla="*/ 600075 w 759618"/>
                <a:gd name="connsiteY5" fmla="*/ 335756 h 1012031"/>
                <a:gd name="connsiteX6" fmla="*/ 554831 w 759618"/>
                <a:gd name="connsiteY6" fmla="*/ 373856 h 1012031"/>
                <a:gd name="connsiteX7" fmla="*/ 535781 w 759618"/>
                <a:gd name="connsiteY7" fmla="*/ 369094 h 1012031"/>
                <a:gd name="connsiteX8" fmla="*/ 597693 w 759618"/>
                <a:gd name="connsiteY8" fmla="*/ 309563 h 1012031"/>
                <a:gd name="connsiteX9" fmla="*/ 573881 w 759618"/>
                <a:gd name="connsiteY9" fmla="*/ 288131 h 1012031"/>
                <a:gd name="connsiteX10" fmla="*/ 561975 w 759618"/>
                <a:gd name="connsiteY10" fmla="*/ 261938 h 1012031"/>
                <a:gd name="connsiteX11" fmla="*/ 614362 w 759618"/>
                <a:gd name="connsiteY11" fmla="*/ 292894 h 1012031"/>
                <a:gd name="connsiteX12" fmla="*/ 650081 w 759618"/>
                <a:gd name="connsiteY12" fmla="*/ 290513 h 1012031"/>
                <a:gd name="connsiteX13" fmla="*/ 650081 w 759618"/>
                <a:gd name="connsiteY13" fmla="*/ 273844 h 1012031"/>
                <a:gd name="connsiteX14" fmla="*/ 678656 w 759618"/>
                <a:gd name="connsiteY14" fmla="*/ 271463 h 1012031"/>
                <a:gd name="connsiteX15" fmla="*/ 721518 w 759618"/>
                <a:gd name="connsiteY15" fmla="*/ 221456 h 1012031"/>
                <a:gd name="connsiteX16" fmla="*/ 759618 w 759618"/>
                <a:gd name="connsiteY16" fmla="*/ 150019 h 1012031"/>
                <a:gd name="connsiteX17" fmla="*/ 738187 w 759618"/>
                <a:gd name="connsiteY17" fmla="*/ 126206 h 1012031"/>
                <a:gd name="connsiteX18" fmla="*/ 704850 w 759618"/>
                <a:gd name="connsiteY18" fmla="*/ 121444 h 1012031"/>
                <a:gd name="connsiteX19" fmla="*/ 692943 w 759618"/>
                <a:gd name="connsiteY19" fmla="*/ 73819 h 1012031"/>
                <a:gd name="connsiteX20" fmla="*/ 669131 w 759618"/>
                <a:gd name="connsiteY20" fmla="*/ 59531 h 1012031"/>
                <a:gd name="connsiteX21" fmla="*/ 628650 w 759618"/>
                <a:gd name="connsiteY21" fmla="*/ 78581 h 1012031"/>
                <a:gd name="connsiteX22" fmla="*/ 614362 w 759618"/>
                <a:gd name="connsiteY22" fmla="*/ 102394 h 1012031"/>
                <a:gd name="connsiteX23" fmla="*/ 588168 w 759618"/>
                <a:gd name="connsiteY23" fmla="*/ 114300 h 1012031"/>
                <a:gd name="connsiteX24" fmla="*/ 576262 w 759618"/>
                <a:gd name="connsiteY24" fmla="*/ 107156 h 1012031"/>
                <a:gd name="connsiteX25" fmla="*/ 592931 w 759618"/>
                <a:gd name="connsiteY25" fmla="*/ 85725 h 1012031"/>
                <a:gd name="connsiteX26" fmla="*/ 621506 w 759618"/>
                <a:gd name="connsiteY26" fmla="*/ 50006 h 1012031"/>
                <a:gd name="connsiteX27" fmla="*/ 585787 w 759618"/>
                <a:gd name="connsiteY27" fmla="*/ 33338 h 1012031"/>
                <a:gd name="connsiteX28" fmla="*/ 557212 w 759618"/>
                <a:gd name="connsiteY28" fmla="*/ 38100 h 1012031"/>
                <a:gd name="connsiteX29" fmla="*/ 540543 w 759618"/>
                <a:gd name="connsiteY29" fmla="*/ 16669 h 1012031"/>
                <a:gd name="connsiteX30" fmla="*/ 526256 w 759618"/>
                <a:gd name="connsiteY30" fmla="*/ 16669 h 1012031"/>
                <a:gd name="connsiteX31" fmla="*/ 519112 w 759618"/>
                <a:gd name="connsiteY31" fmla="*/ 28575 h 1012031"/>
                <a:gd name="connsiteX32" fmla="*/ 533400 w 759618"/>
                <a:gd name="connsiteY32" fmla="*/ 61913 h 1012031"/>
                <a:gd name="connsiteX33" fmla="*/ 519112 w 759618"/>
                <a:gd name="connsiteY33" fmla="*/ 69056 h 1012031"/>
                <a:gd name="connsiteX34" fmla="*/ 500062 w 759618"/>
                <a:gd name="connsiteY34" fmla="*/ 33338 h 1012031"/>
                <a:gd name="connsiteX35" fmla="*/ 495300 w 759618"/>
                <a:gd name="connsiteY35" fmla="*/ 0 h 1012031"/>
                <a:gd name="connsiteX36" fmla="*/ 466725 w 759618"/>
                <a:gd name="connsiteY36" fmla="*/ 40481 h 1012031"/>
                <a:gd name="connsiteX37" fmla="*/ 466725 w 759618"/>
                <a:gd name="connsiteY37" fmla="*/ 61913 h 1012031"/>
                <a:gd name="connsiteX38" fmla="*/ 490537 w 759618"/>
                <a:gd name="connsiteY38" fmla="*/ 80963 h 1012031"/>
                <a:gd name="connsiteX39" fmla="*/ 490537 w 759618"/>
                <a:gd name="connsiteY39" fmla="*/ 100013 h 1012031"/>
                <a:gd name="connsiteX40" fmla="*/ 464343 w 759618"/>
                <a:gd name="connsiteY40" fmla="*/ 95250 h 1012031"/>
                <a:gd name="connsiteX41" fmla="*/ 442912 w 759618"/>
                <a:gd name="connsiteY41" fmla="*/ 64294 h 1012031"/>
                <a:gd name="connsiteX42" fmla="*/ 433387 w 759618"/>
                <a:gd name="connsiteY42" fmla="*/ 40481 h 1012031"/>
                <a:gd name="connsiteX43" fmla="*/ 414337 w 759618"/>
                <a:gd name="connsiteY43" fmla="*/ 33338 h 1012031"/>
                <a:gd name="connsiteX44" fmla="*/ 383381 w 759618"/>
                <a:gd name="connsiteY44" fmla="*/ 38100 h 1012031"/>
                <a:gd name="connsiteX45" fmla="*/ 376237 w 759618"/>
                <a:gd name="connsiteY45" fmla="*/ 42863 h 1012031"/>
                <a:gd name="connsiteX46" fmla="*/ 378618 w 759618"/>
                <a:gd name="connsiteY46" fmla="*/ 69056 h 1012031"/>
                <a:gd name="connsiteX47" fmla="*/ 402431 w 759618"/>
                <a:gd name="connsiteY47" fmla="*/ 88106 h 1012031"/>
                <a:gd name="connsiteX48" fmla="*/ 416718 w 759618"/>
                <a:gd name="connsiteY48" fmla="*/ 109538 h 1012031"/>
                <a:gd name="connsiteX49" fmla="*/ 402431 w 759618"/>
                <a:gd name="connsiteY49" fmla="*/ 145256 h 1012031"/>
                <a:gd name="connsiteX50" fmla="*/ 385762 w 759618"/>
                <a:gd name="connsiteY50" fmla="*/ 135731 h 1012031"/>
                <a:gd name="connsiteX51" fmla="*/ 381000 w 759618"/>
                <a:gd name="connsiteY51" fmla="*/ 104775 h 1012031"/>
                <a:gd name="connsiteX52" fmla="*/ 352425 w 759618"/>
                <a:gd name="connsiteY52" fmla="*/ 59531 h 1012031"/>
                <a:gd name="connsiteX53" fmla="*/ 333375 w 759618"/>
                <a:gd name="connsiteY53" fmla="*/ 69056 h 1012031"/>
                <a:gd name="connsiteX54" fmla="*/ 323850 w 759618"/>
                <a:gd name="connsiteY54" fmla="*/ 50006 h 1012031"/>
                <a:gd name="connsiteX55" fmla="*/ 302418 w 759618"/>
                <a:gd name="connsiteY55" fmla="*/ 42863 h 1012031"/>
                <a:gd name="connsiteX56" fmla="*/ 290512 w 759618"/>
                <a:gd name="connsiteY56" fmla="*/ 64294 h 1012031"/>
                <a:gd name="connsiteX57" fmla="*/ 304800 w 759618"/>
                <a:gd name="connsiteY57" fmla="*/ 76200 h 1012031"/>
                <a:gd name="connsiteX58" fmla="*/ 323850 w 759618"/>
                <a:gd name="connsiteY58" fmla="*/ 92869 h 1012031"/>
                <a:gd name="connsiteX59" fmla="*/ 335756 w 759618"/>
                <a:gd name="connsiteY59" fmla="*/ 100013 h 1012031"/>
                <a:gd name="connsiteX60" fmla="*/ 328612 w 759618"/>
                <a:gd name="connsiteY60" fmla="*/ 111919 h 1012031"/>
                <a:gd name="connsiteX61" fmla="*/ 307181 w 759618"/>
                <a:gd name="connsiteY61" fmla="*/ 100013 h 1012031"/>
                <a:gd name="connsiteX62" fmla="*/ 264318 w 759618"/>
                <a:gd name="connsiteY62" fmla="*/ 76200 h 1012031"/>
                <a:gd name="connsiteX63" fmla="*/ 280987 w 759618"/>
                <a:gd name="connsiteY63" fmla="*/ 114300 h 1012031"/>
                <a:gd name="connsiteX64" fmla="*/ 292893 w 759618"/>
                <a:gd name="connsiteY64" fmla="*/ 130969 h 1012031"/>
                <a:gd name="connsiteX65" fmla="*/ 280987 w 759618"/>
                <a:gd name="connsiteY65" fmla="*/ 140494 h 1012031"/>
                <a:gd name="connsiteX66" fmla="*/ 247650 w 759618"/>
                <a:gd name="connsiteY66" fmla="*/ 100013 h 1012031"/>
                <a:gd name="connsiteX67" fmla="*/ 261937 w 759618"/>
                <a:gd name="connsiteY67" fmla="*/ 142875 h 1012031"/>
                <a:gd name="connsiteX68" fmla="*/ 242887 w 759618"/>
                <a:gd name="connsiteY68" fmla="*/ 150019 h 1012031"/>
                <a:gd name="connsiteX69" fmla="*/ 257175 w 759618"/>
                <a:gd name="connsiteY69" fmla="*/ 178594 h 1012031"/>
                <a:gd name="connsiteX70" fmla="*/ 278606 w 759618"/>
                <a:gd name="connsiteY70" fmla="*/ 195263 h 1012031"/>
                <a:gd name="connsiteX71" fmla="*/ 307181 w 759618"/>
                <a:gd name="connsiteY71" fmla="*/ 228600 h 1012031"/>
                <a:gd name="connsiteX72" fmla="*/ 316706 w 759618"/>
                <a:gd name="connsiteY72" fmla="*/ 254794 h 1012031"/>
                <a:gd name="connsiteX73" fmla="*/ 316706 w 759618"/>
                <a:gd name="connsiteY73" fmla="*/ 254794 h 1012031"/>
                <a:gd name="connsiteX74" fmla="*/ 285750 w 759618"/>
                <a:gd name="connsiteY74" fmla="*/ 235744 h 1012031"/>
                <a:gd name="connsiteX75" fmla="*/ 238125 w 759618"/>
                <a:gd name="connsiteY75" fmla="*/ 221456 h 1012031"/>
                <a:gd name="connsiteX76" fmla="*/ 223837 w 759618"/>
                <a:gd name="connsiteY76" fmla="*/ 195263 h 1012031"/>
                <a:gd name="connsiteX77" fmla="*/ 204787 w 759618"/>
                <a:gd name="connsiteY77" fmla="*/ 166688 h 1012031"/>
                <a:gd name="connsiteX78" fmla="*/ 166687 w 759618"/>
                <a:gd name="connsiteY78" fmla="*/ 130969 h 1012031"/>
                <a:gd name="connsiteX79" fmla="*/ 166687 w 759618"/>
                <a:gd name="connsiteY79" fmla="*/ 157163 h 1012031"/>
                <a:gd name="connsiteX80" fmla="*/ 173831 w 759618"/>
                <a:gd name="connsiteY80" fmla="*/ 176213 h 1012031"/>
                <a:gd name="connsiteX81" fmla="*/ 171450 w 759618"/>
                <a:gd name="connsiteY81" fmla="*/ 188119 h 1012031"/>
                <a:gd name="connsiteX82" fmla="*/ 152400 w 759618"/>
                <a:gd name="connsiteY82" fmla="*/ 195263 h 1012031"/>
                <a:gd name="connsiteX83" fmla="*/ 128587 w 759618"/>
                <a:gd name="connsiteY83" fmla="*/ 190500 h 1012031"/>
                <a:gd name="connsiteX84" fmla="*/ 178593 w 759618"/>
                <a:gd name="connsiteY84" fmla="*/ 214313 h 1012031"/>
                <a:gd name="connsiteX85" fmla="*/ 188118 w 759618"/>
                <a:gd name="connsiteY85" fmla="*/ 228600 h 1012031"/>
                <a:gd name="connsiteX86" fmla="*/ 185737 w 759618"/>
                <a:gd name="connsiteY86" fmla="*/ 250031 h 1012031"/>
                <a:gd name="connsiteX87" fmla="*/ 157162 w 759618"/>
                <a:gd name="connsiteY87" fmla="*/ 228600 h 1012031"/>
                <a:gd name="connsiteX88" fmla="*/ 121443 w 759618"/>
                <a:gd name="connsiteY88" fmla="*/ 223838 h 1012031"/>
                <a:gd name="connsiteX89" fmla="*/ 97631 w 759618"/>
                <a:gd name="connsiteY89" fmla="*/ 211931 h 1012031"/>
                <a:gd name="connsiteX90" fmla="*/ 73818 w 759618"/>
                <a:gd name="connsiteY90" fmla="*/ 235744 h 1012031"/>
                <a:gd name="connsiteX91" fmla="*/ 73818 w 759618"/>
                <a:gd name="connsiteY91" fmla="*/ 257175 h 1012031"/>
                <a:gd name="connsiteX92" fmla="*/ 52387 w 759618"/>
                <a:gd name="connsiteY92" fmla="*/ 273844 h 1012031"/>
                <a:gd name="connsiteX93" fmla="*/ 35718 w 759618"/>
                <a:gd name="connsiteY93" fmla="*/ 254794 h 1012031"/>
                <a:gd name="connsiteX94" fmla="*/ 19050 w 759618"/>
                <a:gd name="connsiteY94" fmla="*/ 264319 h 1012031"/>
                <a:gd name="connsiteX95" fmla="*/ 0 w 759618"/>
                <a:gd name="connsiteY95" fmla="*/ 297656 h 1012031"/>
                <a:gd name="connsiteX96" fmla="*/ 26193 w 759618"/>
                <a:gd name="connsiteY96" fmla="*/ 283369 h 1012031"/>
                <a:gd name="connsiteX97" fmla="*/ 38100 w 759618"/>
                <a:gd name="connsiteY97" fmla="*/ 273844 h 1012031"/>
                <a:gd name="connsiteX98" fmla="*/ 52387 w 759618"/>
                <a:gd name="connsiteY98" fmla="*/ 288131 h 1012031"/>
                <a:gd name="connsiteX99" fmla="*/ 30956 w 759618"/>
                <a:gd name="connsiteY99" fmla="*/ 323850 h 1012031"/>
                <a:gd name="connsiteX100" fmla="*/ 69056 w 759618"/>
                <a:gd name="connsiteY100" fmla="*/ 300038 h 1012031"/>
                <a:gd name="connsiteX101" fmla="*/ 92868 w 759618"/>
                <a:gd name="connsiteY101" fmla="*/ 295275 h 1012031"/>
                <a:gd name="connsiteX102" fmla="*/ 114300 w 759618"/>
                <a:gd name="connsiteY102" fmla="*/ 300038 h 1012031"/>
                <a:gd name="connsiteX103" fmla="*/ 111918 w 759618"/>
                <a:gd name="connsiteY103" fmla="*/ 316706 h 1012031"/>
                <a:gd name="connsiteX104" fmla="*/ 92868 w 759618"/>
                <a:gd name="connsiteY104" fmla="*/ 311944 h 1012031"/>
                <a:gd name="connsiteX105" fmla="*/ 66675 w 759618"/>
                <a:gd name="connsiteY105" fmla="*/ 338138 h 1012031"/>
                <a:gd name="connsiteX106" fmla="*/ 69056 w 759618"/>
                <a:gd name="connsiteY106" fmla="*/ 359569 h 1012031"/>
                <a:gd name="connsiteX107" fmla="*/ 50006 w 759618"/>
                <a:gd name="connsiteY107" fmla="*/ 369094 h 1012031"/>
                <a:gd name="connsiteX108" fmla="*/ 59531 w 759618"/>
                <a:gd name="connsiteY108" fmla="*/ 385763 h 1012031"/>
                <a:gd name="connsiteX109" fmla="*/ 88106 w 759618"/>
                <a:gd name="connsiteY109" fmla="*/ 376238 h 1012031"/>
                <a:gd name="connsiteX110" fmla="*/ 116681 w 759618"/>
                <a:gd name="connsiteY110" fmla="*/ 378619 h 1012031"/>
                <a:gd name="connsiteX111" fmla="*/ 138112 w 759618"/>
                <a:gd name="connsiteY111" fmla="*/ 354806 h 1012031"/>
                <a:gd name="connsiteX112" fmla="*/ 164306 w 759618"/>
                <a:gd name="connsiteY112" fmla="*/ 335756 h 1012031"/>
                <a:gd name="connsiteX113" fmla="*/ 178593 w 759618"/>
                <a:gd name="connsiteY113" fmla="*/ 340519 h 1012031"/>
                <a:gd name="connsiteX114" fmla="*/ 157162 w 759618"/>
                <a:gd name="connsiteY114" fmla="*/ 366713 h 1012031"/>
                <a:gd name="connsiteX115" fmla="*/ 114300 w 759618"/>
                <a:gd name="connsiteY115" fmla="*/ 407194 h 1012031"/>
                <a:gd name="connsiteX116" fmla="*/ 73818 w 759618"/>
                <a:gd name="connsiteY116" fmla="*/ 411956 h 1012031"/>
                <a:gd name="connsiteX117" fmla="*/ 102393 w 759618"/>
                <a:gd name="connsiteY117" fmla="*/ 447675 h 1012031"/>
                <a:gd name="connsiteX118" fmla="*/ 133350 w 759618"/>
                <a:gd name="connsiteY118" fmla="*/ 419100 h 1012031"/>
                <a:gd name="connsiteX119" fmla="*/ 169068 w 759618"/>
                <a:gd name="connsiteY119" fmla="*/ 378619 h 1012031"/>
                <a:gd name="connsiteX120" fmla="*/ 209550 w 759618"/>
                <a:gd name="connsiteY120" fmla="*/ 371475 h 1012031"/>
                <a:gd name="connsiteX121" fmla="*/ 223837 w 759618"/>
                <a:gd name="connsiteY121" fmla="*/ 373856 h 1012031"/>
                <a:gd name="connsiteX122" fmla="*/ 183356 w 759618"/>
                <a:gd name="connsiteY122" fmla="*/ 402431 h 1012031"/>
                <a:gd name="connsiteX123" fmla="*/ 154781 w 759618"/>
                <a:gd name="connsiteY123" fmla="*/ 428625 h 1012031"/>
                <a:gd name="connsiteX124" fmla="*/ 147637 w 759618"/>
                <a:gd name="connsiteY124" fmla="*/ 454819 h 1012031"/>
                <a:gd name="connsiteX125" fmla="*/ 169068 w 759618"/>
                <a:gd name="connsiteY125" fmla="*/ 466725 h 1012031"/>
                <a:gd name="connsiteX126" fmla="*/ 197643 w 759618"/>
                <a:gd name="connsiteY126" fmla="*/ 454819 h 1012031"/>
                <a:gd name="connsiteX127" fmla="*/ 197643 w 759618"/>
                <a:gd name="connsiteY127" fmla="*/ 423863 h 1012031"/>
                <a:gd name="connsiteX128" fmla="*/ 211931 w 759618"/>
                <a:gd name="connsiteY128" fmla="*/ 411956 h 1012031"/>
                <a:gd name="connsiteX129" fmla="*/ 228600 w 759618"/>
                <a:gd name="connsiteY129" fmla="*/ 428625 h 1012031"/>
                <a:gd name="connsiteX130" fmla="*/ 254793 w 759618"/>
                <a:gd name="connsiteY130" fmla="*/ 423863 h 1012031"/>
                <a:gd name="connsiteX131" fmla="*/ 240506 w 759618"/>
                <a:gd name="connsiteY131" fmla="*/ 445294 h 1012031"/>
                <a:gd name="connsiteX132" fmla="*/ 216693 w 759618"/>
                <a:gd name="connsiteY132" fmla="*/ 452438 h 1012031"/>
                <a:gd name="connsiteX133" fmla="*/ 242887 w 759618"/>
                <a:gd name="connsiteY133" fmla="*/ 464344 h 1012031"/>
                <a:gd name="connsiteX134" fmla="*/ 304800 w 759618"/>
                <a:gd name="connsiteY134" fmla="*/ 411956 h 1012031"/>
                <a:gd name="connsiteX135" fmla="*/ 307181 w 759618"/>
                <a:gd name="connsiteY135" fmla="*/ 364331 h 1012031"/>
                <a:gd name="connsiteX136" fmla="*/ 378618 w 759618"/>
                <a:gd name="connsiteY136" fmla="*/ 311944 h 1012031"/>
                <a:gd name="connsiteX137" fmla="*/ 385762 w 759618"/>
                <a:gd name="connsiteY137" fmla="*/ 335756 h 1012031"/>
                <a:gd name="connsiteX138" fmla="*/ 357187 w 759618"/>
                <a:gd name="connsiteY138" fmla="*/ 359569 h 1012031"/>
                <a:gd name="connsiteX139" fmla="*/ 333375 w 759618"/>
                <a:gd name="connsiteY139" fmla="*/ 400050 h 1012031"/>
                <a:gd name="connsiteX140" fmla="*/ 333375 w 759618"/>
                <a:gd name="connsiteY140" fmla="*/ 414338 h 1012031"/>
                <a:gd name="connsiteX141" fmla="*/ 359568 w 759618"/>
                <a:gd name="connsiteY141" fmla="*/ 407194 h 1012031"/>
                <a:gd name="connsiteX142" fmla="*/ 381000 w 759618"/>
                <a:gd name="connsiteY142" fmla="*/ 414338 h 1012031"/>
                <a:gd name="connsiteX143" fmla="*/ 369093 w 759618"/>
                <a:gd name="connsiteY143" fmla="*/ 419100 h 1012031"/>
                <a:gd name="connsiteX144" fmla="*/ 338137 w 759618"/>
                <a:gd name="connsiteY144" fmla="*/ 428625 h 1012031"/>
                <a:gd name="connsiteX145" fmla="*/ 300037 w 759618"/>
                <a:gd name="connsiteY145" fmla="*/ 454819 h 1012031"/>
                <a:gd name="connsiteX146" fmla="*/ 345281 w 759618"/>
                <a:gd name="connsiteY146" fmla="*/ 461963 h 1012031"/>
                <a:gd name="connsiteX147" fmla="*/ 342900 w 759618"/>
                <a:gd name="connsiteY147" fmla="*/ 476250 h 1012031"/>
                <a:gd name="connsiteX148" fmla="*/ 292893 w 759618"/>
                <a:gd name="connsiteY148" fmla="*/ 478631 h 1012031"/>
                <a:gd name="connsiteX149" fmla="*/ 261937 w 759618"/>
                <a:gd name="connsiteY149" fmla="*/ 495300 h 1012031"/>
                <a:gd name="connsiteX150" fmla="*/ 228600 w 759618"/>
                <a:gd name="connsiteY150" fmla="*/ 504825 h 1012031"/>
                <a:gd name="connsiteX151" fmla="*/ 240506 w 759618"/>
                <a:gd name="connsiteY151" fmla="*/ 540544 h 1012031"/>
                <a:gd name="connsiteX152" fmla="*/ 257175 w 759618"/>
                <a:gd name="connsiteY152" fmla="*/ 557213 h 1012031"/>
                <a:gd name="connsiteX153" fmla="*/ 259556 w 759618"/>
                <a:gd name="connsiteY153" fmla="*/ 578644 h 1012031"/>
                <a:gd name="connsiteX154" fmla="*/ 290512 w 759618"/>
                <a:gd name="connsiteY154" fmla="*/ 585788 h 1012031"/>
                <a:gd name="connsiteX155" fmla="*/ 292893 w 759618"/>
                <a:gd name="connsiteY155" fmla="*/ 597694 h 1012031"/>
                <a:gd name="connsiteX156" fmla="*/ 273843 w 759618"/>
                <a:gd name="connsiteY156" fmla="*/ 616744 h 1012031"/>
                <a:gd name="connsiteX157" fmla="*/ 252412 w 759618"/>
                <a:gd name="connsiteY157" fmla="*/ 609600 h 1012031"/>
                <a:gd name="connsiteX158" fmla="*/ 235743 w 759618"/>
                <a:gd name="connsiteY158" fmla="*/ 607219 h 1012031"/>
                <a:gd name="connsiteX159" fmla="*/ 228600 w 759618"/>
                <a:gd name="connsiteY159" fmla="*/ 581025 h 1012031"/>
                <a:gd name="connsiteX160" fmla="*/ 204787 w 759618"/>
                <a:gd name="connsiteY160" fmla="*/ 547688 h 1012031"/>
                <a:gd name="connsiteX161" fmla="*/ 192881 w 759618"/>
                <a:gd name="connsiteY161" fmla="*/ 519113 h 1012031"/>
                <a:gd name="connsiteX162" fmla="*/ 166687 w 759618"/>
                <a:gd name="connsiteY162" fmla="*/ 507206 h 1012031"/>
                <a:gd name="connsiteX163" fmla="*/ 130968 w 759618"/>
                <a:gd name="connsiteY163" fmla="*/ 495300 h 1012031"/>
                <a:gd name="connsiteX164" fmla="*/ 135731 w 759618"/>
                <a:gd name="connsiteY164" fmla="*/ 535781 h 1012031"/>
                <a:gd name="connsiteX165" fmla="*/ 171450 w 759618"/>
                <a:gd name="connsiteY165" fmla="*/ 554831 h 1012031"/>
                <a:gd name="connsiteX166" fmla="*/ 164306 w 759618"/>
                <a:gd name="connsiteY166" fmla="*/ 569119 h 1012031"/>
                <a:gd name="connsiteX167" fmla="*/ 138112 w 759618"/>
                <a:gd name="connsiteY167" fmla="*/ 554831 h 1012031"/>
                <a:gd name="connsiteX168" fmla="*/ 173831 w 759618"/>
                <a:gd name="connsiteY168" fmla="*/ 595313 h 1012031"/>
                <a:gd name="connsiteX169" fmla="*/ 188118 w 759618"/>
                <a:gd name="connsiteY169" fmla="*/ 621506 h 1012031"/>
                <a:gd name="connsiteX170" fmla="*/ 197643 w 759618"/>
                <a:gd name="connsiteY170" fmla="*/ 642938 h 1012031"/>
                <a:gd name="connsiteX171" fmla="*/ 207168 w 759618"/>
                <a:gd name="connsiteY171" fmla="*/ 659606 h 1012031"/>
                <a:gd name="connsiteX172" fmla="*/ 207168 w 759618"/>
                <a:gd name="connsiteY172" fmla="*/ 659606 h 1012031"/>
                <a:gd name="connsiteX173" fmla="*/ 176212 w 759618"/>
                <a:gd name="connsiteY173" fmla="*/ 664369 h 1012031"/>
                <a:gd name="connsiteX174" fmla="*/ 200025 w 759618"/>
                <a:gd name="connsiteY174" fmla="*/ 681038 h 1012031"/>
                <a:gd name="connsiteX175" fmla="*/ 228600 w 759618"/>
                <a:gd name="connsiteY175" fmla="*/ 690563 h 1012031"/>
                <a:gd name="connsiteX176" fmla="*/ 242887 w 759618"/>
                <a:gd name="connsiteY176" fmla="*/ 685800 h 1012031"/>
                <a:gd name="connsiteX177" fmla="*/ 252412 w 759618"/>
                <a:gd name="connsiteY177" fmla="*/ 678656 h 1012031"/>
                <a:gd name="connsiteX178" fmla="*/ 264318 w 759618"/>
                <a:gd name="connsiteY178" fmla="*/ 704850 h 1012031"/>
                <a:gd name="connsiteX179" fmla="*/ 252412 w 759618"/>
                <a:gd name="connsiteY179" fmla="*/ 719138 h 1012031"/>
                <a:gd name="connsiteX180" fmla="*/ 235743 w 759618"/>
                <a:gd name="connsiteY180" fmla="*/ 745331 h 1012031"/>
                <a:gd name="connsiteX181" fmla="*/ 209550 w 759618"/>
                <a:gd name="connsiteY181" fmla="*/ 716756 h 1012031"/>
                <a:gd name="connsiteX182" fmla="*/ 185737 w 759618"/>
                <a:gd name="connsiteY182" fmla="*/ 704850 h 1012031"/>
                <a:gd name="connsiteX183" fmla="*/ 147637 w 759618"/>
                <a:gd name="connsiteY183" fmla="*/ 707231 h 1012031"/>
                <a:gd name="connsiteX184" fmla="*/ 135731 w 759618"/>
                <a:gd name="connsiteY184" fmla="*/ 716756 h 1012031"/>
                <a:gd name="connsiteX185" fmla="*/ 123825 w 759618"/>
                <a:gd name="connsiteY185" fmla="*/ 735806 h 1012031"/>
                <a:gd name="connsiteX186" fmla="*/ 114300 w 759618"/>
                <a:gd name="connsiteY186" fmla="*/ 766763 h 1012031"/>
                <a:gd name="connsiteX187" fmla="*/ 126206 w 759618"/>
                <a:gd name="connsiteY187" fmla="*/ 781050 h 1012031"/>
                <a:gd name="connsiteX188" fmla="*/ 145256 w 759618"/>
                <a:gd name="connsiteY188" fmla="*/ 757238 h 1012031"/>
                <a:gd name="connsiteX189" fmla="*/ 145256 w 759618"/>
                <a:gd name="connsiteY189" fmla="*/ 757238 h 1012031"/>
                <a:gd name="connsiteX190" fmla="*/ 152400 w 759618"/>
                <a:gd name="connsiteY190" fmla="*/ 778669 h 1012031"/>
                <a:gd name="connsiteX191" fmla="*/ 142875 w 759618"/>
                <a:gd name="connsiteY191" fmla="*/ 790575 h 1012031"/>
                <a:gd name="connsiteX192" fmla="*/ 173831 w 759618"/>
                <a:gd name="connsiteY192" fmla="*/ 776288 h 1012031"/>
                <a:gd name="connsiteX193" fmla="*/ 169068 w 759618"/>
                <a:gd name="connsiteY193" fmla="*/ 752475 h 1012031"/>
                <a:gd name="connsiteX194" fmla="*/ 183356 w 759618"/>
                <a:gd name="connsiteY194" fmla="*/ 747713 h 1012031"/>
                <a:gd name="connsiteX195" fmla="*/ 183356 w 759618"/>
                <a:gd name="connsiteY195" fmla="*/ 766763 h 1012031"/>
                <a:gd name="connsiteX196" fmla="*/ 188118 w 759618"/>
                <a:gd name="connsiteY196" fmla="*/ 778669 h 1012031"/>
                <a:gd name="connsiteX197" fmla="*/ 200025 w 759618"/>
                <a:gd name="connsiteY197" fmla="*/ 783431 h 1012031"/>
                <a:gd name="connsiteX198" fmla="*/ 197643 w 759618"/>
                <a:gd name="connsiteY198" fmla="*/ 797719 h 1012031"/>
                <a:gd name="connsiteX199" fmla="*/ 178593 w 759618"/>
                <a:gd name="connsiteY199" fmla="*/ 802481 h 1012031"/>
                <a:gd name="connsiteX200" fmla="*/ 166687 w 759618"/>
                <a:gd name="connsiteY200" fmla="*/ 812006 h 1012031"/>
                <a:gd name="connsiteX201" fmla="*/ 180975 w 759618"/>
                <a:gd name="connsiteY201" fmla="*/ 816769 h 1012031"/>
                <a:gd name="connsiteX202" fmla="*/ 173831 w 759618"/>
                <a:gd name="connsiteY202" fmla="*/ 838200 h 1012031"/>
                <a:gd name="connsiteX203" fmla="*/ 190500 w 759618"/>
                <a:gd name="connsiteY203" fmla="*/ 842963 h 1012031"/>
                <a:gd name="connsiteX204" fmla="*/ 190500 w 759618"/>
                <a:gd name="connsiteY204" fmla="*/ 842963 h 1012031"/>
                <a:gd name="connsiteX205" fmla="*/ 226218 w 759618"/>
                <a:gd name="connsiteY205" fmla="*/ 814388 h 1012031"/>
                <a:gd name="connsiteX206" fmla="*/ 230981 w 759618"/>
                <a:gd name="connsiteY206" fmla="*/ 795338 h 1012031"/>
                <a:gd name="connsiteX207" fmla="*/ 247650 w 759618"/>
                <a:gd name="connsiteY207" fmla="*/ 804863 h 1012031"/>
                <a:gd name="connsiteX208" fmla="*/ 228600 w 759618"/>
                <a:gd name="connsiteY208" fmla="*/ 842963 h 1012031"/>
                <a:gd name="connsiteX209" fmla="*/ 204787 w 759618"/>
                <a:gd name="connsiteY209" fmla="*/ 869156 h 1012031"/>
                <a:gd name="connsiteX210" fmla="*/ 192881 w 759618"/>
                <a:gd name="connsiteY210" fmla="*/ 873919 h 1012031"/>
                <a:gd name="connsiteX211" fmla="*/ 171450 w 759618"/>
                <a:gd name="connsiteY211" fmla="*/ 888206 h 1012031"/>
                <a:gd name="connsiteX212" fmla="*/ 142875 w 759618"/>
                <a:gd name="connsiteY212" fmla="*/ 859631 h 1012031"/>
                <a:gd name="connsiteX213" fmla="*/ 126206 w 759618"/>
                <a:gd name="connsiteY213" fmla="*/ 831056 h 1012031"/>
                <a:gd name="connsiteX214" fmla="*/ 104775 w 759618"/>
                <a:gd name="connsiteY214" fmla="*/ 828675 h 1012031"/>
                <a:gd name="connsiteX215" fmla="*/ 85725 w 759618"/>
                <a:gd name="connsiteY215" fmla="*/ 845344 h 1012031"/>
                <a:gd name="connsiteX216" fmla="*/ 100012 w 759618"/>
                <a:gd name="connsiteY216" fmla="*/ 864394 h 1012031"/>
                <a:gd name="connsiteX217" fmla="*/ 111918 w 759618"/>
                <a:gd name="connsiteY217" fmla="*/ 878681 h 1012031"/>
                <a:gd name="connsiteX218" fmla="*/ 123825 w 759618"/>
                <a:gd name="connsiteY218" fmla="*/ 888206 h 1012031"/>
                <a:gd name="connsiteX219" fmla="*/ 133350 w 759618"/>
                <a:gd name="connsiteY219" fmla="*/ 909638 h 1012031"/>
                <a:gd name="connsiteX220" fmla="*/ 109537 w 759618"/>
                <a:gd name="connsiteY220" fmla="*/ 921544 h 1012031"/>
                <a:gd name="connsiteX221" fmla="*/ 90487 w 759618"/>
                <a:gd name="connsiteY221" fmla="*/ 909638 h 1012031"/>
                <a:gd name="connsiteX222" fmla="*/ 71437 w 759618"/>
                <a:gd name="connsiteY222" fmla="*/ 935831 h 1012031"/>
                <a:gd name="connsiteX223" fmla="*/ 61912 w 759618"/>
                <a:gd name="connsiteY223" fmla="*/ 971550 h 1012031"/>
                <a:gd name="connsiteX224" fmla="*/ 80962 w 759618"/>
                <a:gd name="connsiteY224" fmla="*/ 954881 h 1012031"/>
                <a:gd name="connsiteX225" fmla="*/ 95250 w 759618"/>
                <a:gd name="connsiteY225" fmla="*/ 978694 h 1012031"/>
                <a:gd name="connsiteX226" fmla="*/ 109537 w 759618"/>
                <a:gd name="connsiteY226" fmla="*/ 964406 h 1012031"/>
                <a:gd name="connsiteX227" fmla="*/ 119062 w 759618"/>
                <a:gd name="connsiteY227" fmla="*/ 981075 h 1012031"/>
                <a:gd name="connsiteX228" fmla="*/ 126206 w 759618"/>
                <a:gd name="connsiteY228" fmla="*/ 959644 h 1012031"/>
                <a:gd name="connsiteX229" fmla="*/ 145256 w 759618"/>
                <a:gd name="connsiteY229" fmla="*/ 985838 h 1012031"/>
                <a:gd name="connsiteX230" fmla="*/ 169068 w 759618"/>
                <a:gd name="connsiteY230" fmla="*/ 1004888 h 1012031"/>
                <a:gd name="connsiteX231" fmla="*/ 161925 w 759618"/>
                <a:gd name="connsiteY231" fmla="*/ 978694 h 1012031"/>
                <a:gd name="connsiteX232" fmla="*/ 171450 w 759618"/>
                <a:gd name="connsiteY232" fmla="*/ 964406 h 1012031"/>
                <a:gd name="connsiteX233" fmla="*/ 180975 w 759618"/>
                <a:gd name="connsiteY233" fmla="*/ 973931 h 1012031"/>
                <a:gd name="connsiteX234" fmla="*/ 188118 w 759618"/>
                <a:gd name="connsiteY234" fmla="*/ 962025 h 1012031"/>
                <a:gd name="connsiteX235" fmla="*/ 197643 w 759618"/>
                <a:gd name="connsiteY235" fmla="*/ 981075 h 1012031"/>
                <a:gd name="connsiteX236" fmla="*/ 209550 w 759618"/>
                <a:gd name="connsiteY236" fmla="*/ 962025 h 1012031"/>
                <a:gd name="connsiteX237" fmla="*/ 228600 w 759618"/>
                <a:gd name="connsiteY237" fmla="*/ 983456 h 1012031"/>
                <a:gd name="connsiteX238" fmla="*/ 235743 w 759618"/>
                <a:gd name="connsiteY238" fmla="*/ 959644 h 1012031"/>
                <a:gd name="connsiteX239" fmla="*/ 254793 w 759618"/>
                <a:gd name="connsiteY239" fmla="*/ 973931 h 1012031"/>
                <a:gd name="connsiteX240" fmla="*/ 271462 w 759618"/>
                <a:gd name="connsiteY240" fmla="*/ 983456 h 1012031"/>
                <a:gd name="connsiteX241" fmla="*/ 278606 w 759618"/>
                <a:gd name="connsiteY241" fmla="*/ 1000125 h 1012031"/>
                <a:gd name="connsiteX242" fmla="*/ 269081 w 759618"/>
                <a:gd name="connsiteY242" fmla="*/ 1012031 h 1012031"/>
                <a:gd name="connsiteX243" fmla="*/ 316706 w 759618"/>
                <a:gd name="connsiteY243" fmla="*/ 976313 h 1012031"/>
                <a:gd name="connsiteX244" fmla="*/ 335756 w 759618"/>
                <a:gd name="connsiteY244" fmla="*/ 969169 h 1012031"/>
                <a:gd name="connsiteX245" fmla="*/ 342900 w 759618"/>
                <a:gd name="connsiteY245" fmla="*/ 950119 h 1012031"/>
                <a:gd name="connsiteX246" fmla="*/ 342900 w 759618"/>
                <a:gd name="connsiteY246" fmla="*/ 926306 h 1012031"/>
                <a:gd name="connsiteX247" fmla="*/ 321468 w 759618"/>
                <a:gd name="connsiteY247" fmla="*/ 935831 h 1012031"/>
                <a:gd name="connsiteX248" fmla="*/ 307181 w 759618"/>
                <a:gd name="connsiteY248" fmla="*/ 926306 h 1012031"/>
                <a:gd name="connsiteX249" fmla="*/ 307181 w 759618"/>
                <a:gd name="connsiteY249" fmla="*/ 900113 h 1012031"/>
                <a:gd name="connsiteX250" fmla="*/ 290512 w 759618"/>
                <a:gd name="connsiteY250" fmla="*/ 916781 h 1012031"/>
                <a:gd name="connsiteX251" fmla="*/ 269081 w 759618"/>
                <a:gd name="connsiteY251" fmla="*/ 892969 h 1012031"/>
                <a:gd name="connsiteX252" fmla="*/ 252412 w 759618"/>
                <a:gd name="connsiteY252" fmla="*/ 919163 h 1012031"/>
                <a:gd name="connsiteX253" fmla="*/ 233362 w 759618"/>
                <a:gd name="connsiteY253" fmla="*/ 902494 h 1012031"/>
                <a:gd name="connsiteX254" fmla="*/ 254793 w 759618"/>
                <a:gd name="connsiteY254" fmla="*/ 888206 h 1012031"/>
                <a:gd name="connsiteX255" fmla="*/ 254793 w 759618"/>
                <a:gd name="connsiteY255" fmla="*/ 862013 h 1012031"/>
                <a:gd name="connsiteX256" fmla="*/ 278606 w 759618"/>
                <a:gd name="connsiteY256" fmla="*/ 876300 h 1012031"/>
                <a:gd name="connsiteX257" fmla="*/ 307181 w 759618"/>
                <a:gd name="connsiteY257" fmla="*/ 885825 h 1012031"/>
                <a:gd name="connsiteX258" fmla="*/ 323850 w 759618"/>
                <a:gd name="connsiteY258" fmla="*/ 878681 h 1012031"/>
                <a:gd name="connsiteX259" fmla="*/ 338137 w 759618"/>
                <a:gd name="connsiteY259" fmla="*/ 869156 h 1012031"/>
                <a:gd name="connsiteX260" fmla="*/ 338137 w 759618"/>
                <a:gd name="connsiteY260" fmla="*/ 847725 h 1012031"/>
                <a:gd name="connsiteX261" fmla="*/ 335756 w 759618"/>
                <a:gd name="connsiteY261" fmla="*/ 823913 h 1012031"/>
                <a:gd name="connsiteX262" fmla="*/ 338137 w 759618"/>
                <a:gd name="connsiteY262" fmla="*/ 797719 h 1012031"/>
                <a:gd name="connsiteX263" fmla="*/ 364331 w 759618"/>
                <a:gd name="connsiteY263" fmla="*/ 814388 h 1012031"/>
                <a:gd name="connsiteX264" fmla="*/ 392906 w 759618"/>
                <a:gd name="connsiteY264" fmla="*/ 795338 h 1012031"/>
                <a:gd name="connsiteX265" fmla="*/ 373856 w 759618"/>
                <a:gd name="connsiteY265" fmla="*/ 783431 h 1012031"/>
                <a:gd name="connsiteX266" fmla="*/ 395287 w 759618"/>
                <a:gd name="connsiteY266" fmla="*/ 776288 h 1012031"/>
                <a:gd name="connsiteX267" fmla="*/ 407193 w 759618"/>
                <a:gd name="connsiteY267" fmla="*/ 762000 h 1012031"/>
                <a:gd name="connsiteX268" fmla="*/ 388143 w 759618"/>
                <a:gd name="connsiteY268" fmla="*/ 752475 h 1012031"/>
                <a:gd name="connsiteX269" fmla="*/ 404812 w 759618"/>
                <a:gd name="connsiteY269" fmla="*/ 738188 h 1012031"/>
                <a:gd name="connsiteX270" fmla="*/ 423862 w 759618"/>
                <a:gd name="connsiteY270" fmla="*/ 707231 h 1012031"/>
                <a:gd name="connsiteX271" fmla="*/ 383381 w 759618"/>
                <a:gd name="connsiteY271" fmla="*/ 697706 h 1012031"/>
                <a:gd name="connsiteX272" fmla="*/ 381000 w 759618"/>
                <a:gd name="connsiteY272" fmla="*/ 690563 h 1012031"/>
                <a:gd name="connsiteX273" fmla="*/ 350043 w 759618"/>
                <a:gd name="connsiteY273" fmla="*/ 690563 h 1012031"/>
                <a:gd name="connsiteX274" fmla="*/ 335756 w 759618"/>
                <a:gd name="connsiteY274" fmla="*/ 676275 h 1012031"/>
                <a:gd name="connsiteX275" fmla="*/ 354806 w 759618"/>
                <a:gd name="connsiteY275" fmla="*/ 654844 h 1012031"/>
                <a:gd name="connsiteX276" fmla="*/ 390525 w 759618"/>
                <a:gd name="connsiteY276" fmla="*/ 657225 h 1012031"/>
                <a:gd name="connsiteX277" fmla="*/ 416718 w 759618"/>
                <a:gd name="connsiteY277" fmla="*/ 683419 h 1012031"/>
                <a:gd name="connsiteX278" fmla="*/ 428625 w 759618"/>
                <a:gd name="connsiteY278" fmla="*/ 647700 h 1012031"/>
                <a:gd name="connsiteX279" fmla="*/ 397668 w 759618"/>
                <a:gd name="connsiteY279" fmla="*/ 640556 h 1012031"/>
                <a:gd name="connsiteX280" fmla="*/ 359568 w 759618"/>
                <a:gd name="connsiteY280" fmla="*/ 631031 h 1012031"/>
                <a:gd name="connsiteX281" fmla="*/ 371475 w 759618"/>
                <a:gd name="connsiteY281" fmla="*/ 619125 h 1012031"/>
                <a:gd name="connsiteX282" fmla="*/ 395287 w 759618"/>
                <a:gd name="connsiteY282" fmla="*/ 616744 h 1012031"/>
                <a:gd name="connsiteX283" fmla="*/ 416718 w 759618"/>
                <a:gd name="connsiteY283" fmla="*/ 628650 h 1012031"/>
                <a:gd name="connsiteX284" fmla="*/ 442912 w 759618"/>
                <a:gd name="connsiteY284" fmla="*/ 607219 h 1012031"/>
                <a:gd name="connsiteX285" fmla="*/ 452437 w 759618"/>
                <a:gd name="connsiteY285" fmla="*/ 592931 h 1012031"/>
                <a:gd name="connsiteX286" fmla="*/ 428625 w 759618"/>
                <a:gd name="connsiteY286" fmla="*/ 576263 h 1012031"/>
                <a:gd name="connsiteX287" fmla="*/ 440531 w 759618"/>
                <a:gd name="connsiteY287" fmla="*/ 564356 h 1012031"/>
                <a:gd name="connsiteX288" fmla="*/ 464343 w 759618"/>
                <a:gd name="connsiteY288" fmla="*/ 578644 h 1012031"/>
                <a:gd name="connsiteX289" fmla="*/ 497681 w 759618"/>
                <a:gd name="connsiteY289" fmla="*/ 590550 h 1012031"/>
                <a:gd name="connsiteX290" fmla="*/ 511968 w 759618"/>
                <a:gd name="connsiteY290" fmla="*/ 557213 h 1012031"/>
                <a:gd name="connsiteX291" fmla="*/ 526256 w 759618"/>
                <a:gd name="connsiteY291" fmla="*/ 528638 h 1012031"/>
                <a:gd name="connsiteX292" fmla="*/ 502443 w 759618"/>
                <a:gd name="connsiteY292" fmla="*/ 531019 h 1012031"/>
                <a:gd name="connsiteX293" fmla="*/ 488156 w 759618"/>
                <a:gd name="connsiteY293" fmla="*/ 519113 h 1012031"/>
                <a:gd name="connsiteX294" fmla="*/ 542924 w 759618"/>
                <a:gd name="connsiteY294" fmla="*/ 511969 h 1012031"/>
                <a:gd name="connsiteX0" fmla="*/ 542924 w 759618"/>
                <a:gd name="connsiteY0" fmla="*/ 511969 h 1012031"/>
                <a:gd name="connsiteX1" fmla="*/ 526257 w 759618"/>
                <a:gd name="connsiteY1" fmla="*/ 447676 h 1012031"/>
                <a:gd name="connsiteX2" fmla="*/ 616743 w 759618"/>
                <a:gd name="connsiteY2" fmla="*/ 383381 h 1012031"/>
                <a:gd name="connsiteX3" fmla="*/ 545306 w 759618"/>
                <a:gd name="connsiteY3" fmla="*/ 428625 h 1012031"/>
                <a:gd name="connsiteX4" fmla="*/ 626268 w 759618"/>
                <a:gd name="connsiteY4" fmla="*/ 357188 h 1012031"/>
                <a:gd name="connsiteX5" fmla="*/ 678656 w 759618"/>
                <a:gd name="connsiteY5" fmla="*/ 307181 h 1012031"/>
                <a:gd name="connsiteX6" fmla="*/ 600075 w 759618"/>
                <a:gd name="connsiteY6" fmla="*/ 335756 h 1012031"/>
                <a:gd name="connsiteX7" fmla="*/ 554831 w 759618"/>
                <a:gd name="connsiteY7" fmla="*/ 373856 h 1012031"/>
                <a:gd name="connsiteX8" fmla="*/ 535781 w 759618"/>
                <a:gd name="connsiteY8" fmla="*/ 369094 h 1012031"/>
                <a:gd name="connsiteX9" fmla="*/ 597693 w 759618"/>
                <a:gd name="connsiteY9" fmla="*/ 309563 h 1012031"/>
                <a:gd name="connsiteX10" fmla="*/ 573881 w 759618"/>
                <a:gd name="connsiteY10" fmla="*/ 288131 h 1012031"/>
                <a:gd name="connsiteX11" fmla="*/ 561975 w 759618"/>
                <a:gd name="connsiteY11" fmla="*/ 261938 h 1012031"/>
                <a:gd name="connsiteX12" fmla="*/ 614362 w 759618"/>
                <a:gd name="connsiteY12" fmla="*/ 292894 h 1012031"/>
                <a:gd name="connsiteX13" fmla="*/ 650081 w 759618"/>
                <a:gd name="connsiteY13" fmla="*/ 290513 h 1012031"/>
                <a:gd name="connsiteX14" fmla="*/ 650081 w 759618"/>
                <a:gd name="connsiteY14" fmla="*/ 273844 h 1012031"/>
                <a:gd name="connsiteX15" fmla="*/ 678656 w 759618"/>
                <a:gd name="connsiteY15" fmla="*/ 271463 h 1012031"/>
                <a:gd name="connsiteX16" fmla="*/ 721518 w 759618"/>
                <a:gd name="connsiteY16" fmla="*/ 221456 h 1012031"/>
                <a:gd name="connsiteX17" fmla="*/ 759618 w 759618"/>
                <a:gd name="connsiteY17" fmla="*/ 150019 h 1012031"/>
                <a:gd name="connsiteX18" fmla="*/ 738187 w 759618"/>
                <a:gd name="connsiteY18" fmla="*/ 126206 h 1012031"/>
                <a:gd name="connsiteX19" fmla="*/ 704850 w 759618"/>
                <a:gd name="connsiteY19" fmla="*/ 121444 h 1012031"/>
                <a:gd name="connsiteX20" fmla="*/ 692943 w 759618"/>
                <a:gd name="connsiteY20" fmla="*/ 73819 h 1012031"/>
                <a:gd name="connsiteX21" fmla="*/ 669131 w 759618"/>
                <a:gd name="connsiteY21" fmla="*/ 59531 h 1012031"/>
                <a:gd name="connsiteX22" fmla="*/ 628650 w 759618"/>
                <a:gd name="connsiteY22" fmla="*/ 78581 h 1012031"/>
                <a:gd name="connsiteX23" fmla="*/ 614362 w 759618"/>
                <a:gd name="connsiteY23" fmla="*/ 102394 h 1012031"/>
                <a:gd name="connsiteX24" fmla="*/ 588168 w 759618"/>
                <a:gd name="connsiteY24" fmla="*/ 114300 h 1012031"/>
                <a:gd name="connsiteX25" fmla="*/ 576262 w 759618"/>
                <a:gd name="connsiteY25" fmla="*/ 107156 h 1012031"/>
                <a:gd name="connsiteX26" fmla="*/ 592931 w 759618"/>
                <a:gd name="connsiteY26" fmla="*/ 85725 h 1012031"/>
                <a:gd name="connsiteX27" fmla="*/ 621506 w 759618"/>
                <a:gd name="connsiteY27" fmla="*/ 50006 h 1012031"/>
                <a:gd name="connsiteX28" fmla="*/ 585787 w 759618"/>
                <a:gd name="connsiteY28" fmla="*/ 33338 h 1012031"/>
                <a:gd name="connsiteX29" fmla="*/ 557212 w 759618"/>
                <a:gd name="connsiteY29" fmla="*/ 38100 h 1012031"/>
                <a:gd name="connsiteX30" fmla="*/ 540543 w 759618"/>
                <a:gd name="connsiteY30" fmla="*/ 16669 h 1012031"/>
                <a:gd name="connsiteX31" fmla="*/ 526256 w 759618"/>
                <a:gd name="connsiteY31" fmla="*/ 16669 h 1012031"/>
                <a:gd name="connsiteX32" fmla="*/ 519112 w 759618"/>
                <a:gd name="connsiteY32" fmla="*/ 28575 h 1012031"/>
                <a:gd name="connsiteX33" fmla="*/ 533400 w 759618"/>
                <a:gd name="connsiteY33" fmla="*/ 61913 h 1012031"/>
                <a:gd name="connsiteX34" fmla="*/ 519112 w 759618"/>
                <a:gd name="connsiteY34" fmla="*/ 69056 h 1012031"/>
                <a:gd name="connsiteX35" fmla="*/ 500062 w 759618"/>
                <a:gd name="connsiteY35" fmla="*/ 33338 h 1012031"/>
                <a:gd name="connsiteX36" fmla="*/ 495300 w 759618"/>
                <a:gd name="connsiteY36" fmla="*/ 0 h 1012031"/>
                <a:gd name="connsiteX37" fmla="*/ 466725 w 759618"/>
                <a:gd name="connsiteY37" fmla="*/ 40481 h 1012031"/>
                <a:gd name="connsiteX38" fmla="*/ 466725 w 759618"/>
                <a:gd name="connsiteY38" fmla="*/ 61913 h 1012031"/>
                <a:gd name="connsiteX39" fmla="*/ 490537 w 759618"/>
                <a:gd name="connsiteY39" fmla="*/ 80963 h 1012031"/>
                <a:gd name="connsiteX40" fmla="*/ 490537 w 759618"/>
                <a:gd name="connsiteY40" fmla="*/ 100013 h 1012031"/>
                <a:gd name="connsiteX41" fmla="*/ 464343 w 759618"/>
                <a:gd name="connsiteY41" fmla="*/ 95250 h 1012031"/>
                <a:gd name="connsiteX42" fmla="*/ 442912 w 759618"/>
                <a:gd name="connsiteY42" fmla="*/ 64294 h 1012031"/>
                <a:gd name="connsiteX43" fmla="*/ 433387 w 759618"/>
                <a:gd name="connsiteY43" fmla="*/ 40481 h 1012031"/>
                <a:gd name="connsiteX44" fmla="*/ 414337 w 759618"/>
                <a:gd name="connsiteY44" fmla="*/ 33338 h 1012031"/>
                <a:gd name="connsiteX45" fmla="*/ 383381 w 759618"/>
                <a:gd name="connsiteY45" fmla="*/ 38100 h 1012031"/>
                <a:gd name="connsiteX46" fmla="*/ 376237 w 759618"/>
                <a:gd name="connsiteY46" fmla="*/ 42863 h 1012031"/>
                <a:gd name="connsiteX47" fmla="*/ 378618 w 759618"/>
                <a:gd name="connsiteY47" fmla="*/ 69056 h 1012031"/>
                <a:gd name="connsiteX48" fmla="*/ 402431 w 759618"/>
                <a:gd name="connsiteY48" fmla="*/ 88106 h 1012031"/>
                <a:gd name="connsiteX49" fmla="*/ 416718 w 759618"/>
                <a:gd name="connsiteY49" fmla="*/ 109538 h 1012031"/>
                <a:gd name="connsiteX50" fmla="*/ 402431 w 759618"/>
                <a:gd name="connsiteY50" fmla="*/ 145256 h 1012031"/>
                <a:gd name="connsiteX51" fmla="*/ 385762 w 759618"/>
                <a:gd name="connsiteY51" fmla="*/ 135731 h 1012031"/>
                <a:gd name="connsiteX52" fmla="*/ 381000 w 759618"/>
                <a:gd name="connsiteY52" fmla="*/ 104775 h 1012031"/>
                <a:gd name="connsiteX53" fmla="*/ 352425 w 759618"/>
                <a:gd name="connsiteY53" fmla="*/ 59531 h 1012031"/>
                <a:gd name="connsiteX54" fmla="*/ 333375 w 759618"/>
                <a:gd name="connsiteY54" fmla="*/ 69056 h 1012031"/>
                <a:gd name="connsiteX55" fmla="*/ 323850 w 759618"/>
                <a:gd name="connsiteY55" fmla="*/ 50006 h 1012031"/>
                <a:gd name="connsiteX56" fmla="*/ 302418 w 759618"/>
                <a:gd name="connsiteY56" fmla="*/ 42863 h 1012031"/>
                <a:gd name="connsiteX57" fmla="*/ 290512 w 759618"/>
                <a:gd name="connsiteY57" fmla="*/ 64294 h 1012031"/>
                <a:gd name="connsiteX58" fmla="*/ 304800 w 759618"/>
                <a:gd name="connsiteY58" fmla="*/ 76200 h 1012031"/>
                <a:gd name="connsiteX59" fmla="*/ 323850 w 759618"/>
                <a:gd name="connsiteY59" fmla="*/ 92869 h 1012031"/>
                <a:gd name="connsiteX60" fmla="*/ 335756 w 759618"/>
                <a:gd name="connsiteY60" fmla="*/ 100013 h 1012031"/>
                <a:gd name="connsiteX61" fmla="*/ 328612 w 759618"/>
                <a:gd name="connsiteY61" fmla="*/ 111919 h 1012031"/>
                <a:gd name="connsiteX62" fmla="*/ 307181 w 759618"/>
                <a:gd name="connsiteY62" fmla="*/ 100013 h 1012031"/>
                <a:gd name="connsiteX63" fmla="*/ 264318 w 759618"/>
                <a:gd name="connsiteY63" fmla="*/ 76200 h 1012031"/>
                <a:gd name="connsiteX64" fmla="*/ 280987 w 759618"/>
                <a:gd name="connsiteY64" fmla="*/ 114300 h 1012031"/>
                <a:gd name="connsiteX65" fmla="*/ 292893 w 759618"/>
                <a:gd name="connsiteY65" fmla="*/ 130969 h 1012031"/>
                <a:gd name="connsiteX66" fmla="*/ 280987 w 759618"/>
                <a:gd name="connsiteY66" fmla="*/ 140494 h 1012031"/>
                <a:gd name="connsiteX67" fmla="*/ 247650 w 759618"/>
                <a:gd name="connsiteY67" fmla="*/ 100013 h 1012031"/>
                <a:gd name="connsiteX68" fmla="*/ 261937 w 759618"/>
                <a:gd name="connsiteY68" fmla="*/ 142875 h 1012031"/>
                <a:gd name="connsiteX69" fmla="*/ 242887 w 759618"/>
                <a:gd name="connsiteY69" fmla="*/ 150019 h 1012031"/>
                <a:gd name="connsiteX70" fmla="*/ 257175 w 759618"/>
                <a:gd name="connsiteY70" fmla="*/ 178594 h 1012031"/>
                <a:gd name="connsiteX71" fmla="*/ 278606 w 759618"/>
                <a:gd name="connsiteY71" fmla="*/ 195263 h 1012031"/>
                <a:gd name="connsiteX72" fmla="*/ 307181 w 759618"/>
                <a:gd name="connsiteY72" fmla="*/ 228600 h 1012031"/>
                <a:gd name="connsiteX73" fmla="*/ 316706 w 759618"/>
                <a:gd name="connsiteY73" fmla="*/ 254794 h 1012031"/>
                <a:gd name="connsiteX74" fmla="*/ 316706 w 759618"/>
                <a:gd name="connsiteY74" fmla="*/ 254794 h 1012031"/>
                <a:gd name="connsiteX75" fmla="*/ 285750 w 759618"/>
                <a:gd name="connsiteY75" fmla="*/ 235744 h 1012031"/>
                <a:gd name="connsiteX76" fmla="*/ 238125 w 759618"/>
                <a:gd name="connsiteY76" fmla="*/ 221456 h 1012031"/>
                <a:gd name="connsiteX77" fmla="*/ 223837 w 759618"/>
                <a:gd name="connsiteY77" fmla="*/ 195263 h 1012031"/>
                <a:gd name="connsiteX78" fmla="*/ 204787 w 759618"/>
                <a:gd name="connsiteY78" fmla="*/ 166688 h 1012031"/>
                <a:gd name="connsiteX79" fmla="*/ 166687 w 759618"/>
                <a:gd name="connsiteY79" fmla="*/ 130969 h 1012031"/>
                <a:gd name="connsiteX80" fmla="*/ 166687 w 759618"/>
                <a:gd name="connsiteY80" fmla="*/ 157163 h 1012031"/>
                <a:gd name="connsiteX81" fmla="*/ 173831 w 759618"/>
                <a:gd name="connsiteY81" fmla="*/ 176213 h 1012031"/>
                <a:gd name="connsiteX82" fmla="*/ 171450 w 759618"/>
                <a:gd name="connsiteY82" fmla="*/ 188119 h 1012031"/>
                <a:gd name="connsiteX83" fmla="*/ 152400 w 759618"/>
                <a:gd name="connsiteY83" fmla="*/ 195263 h 1012031"/>
                <a:gd name="connsiteX84" fmla="*/ 128587 w 759618"/>
                <a:gd name="connsiteY84" fmla="*/ 190500 h 1012031"/>
                <a:gd name="connsiteX85" fmla="*/ 178593 w 759618"/>
                <a:gd name="connsiteY85" fmla="*/ 214313 h 1012031"/>
                <a:gd name="connsiteX86" fmla="*/ 188118 w 759618"/>
                <a:gd name="connsiteY86" fmla="*/ 228600 h 1012031"/>
                <a:gd name="connsiteX87" fmla="*/ 185737 w 759618"/>
                <a:gd name="connsiteY87" fmla="*/ 250031 h 1012031"/>
                <a:gd name="connsiteX88" fmla="*/ 157162 w 759618"/>
                <a:gd name="connsiteY88" fmla="*/ 228600 h 1012031"/>
                <a:gd name="connsiteX89" fmla="*/ 121443 w 759618"/>
                <a:gd name="connsiteY89" fmla="*/ 223838 h 1012031"/>
                <a:gd name="connsiteX90" fmla="*/ 97631 w 759618"/>
                <a:gd name="connsiteY90" fmla="*/ 211931 h 1012031"/>
                <a:gd name="connsiteX91" fmla="*/ 73818 w 759618"/>
                <a:gd name="connsiteY91" fmla="*/ 235744 h 1012031"/>
                <a:gd name="connsiteX92" fmla="*/ 73818 w 759618"/>
                <a:gd name="connsiteY92" fmla="*/ 257175 h 1012031"/>
                <a:gd name="connsiteX93" fmla="*/ 52387 w 759618"/>
                <a:gd name="connsiteY93" fmla="*/ 273844 h 1012031"/>
                <a:gd name="connsiteX94" fmla="*/ 35718 w 759618"/>
                <a:gd name="connsiteY94" fmla="*/ 254794 h 1012031"/>
                <a:gd name="connsiteX95" fmla="*/ 19050 w 759618"/>
                <a:gd name="connsiteY95" fmla="*/ 264319 h 1012031"/>
                <a:gd name="connsiteX96" fmla="*/ 0 w 759618"/>
                <a:gd name="connsiteY96" fmla="*/ 297656 h 1012031"/>
                <a:gd name="connsiteX97" fmla="*/ 26193 w 759618"/>
                <a:gd name="connsiteY97" fmla="*/ 283369 h 1012031"/>
                <a:gd name="connsiteX98" fmla="*/ 38100 w 759618"/>
                <a:gd name="connsiteY98" fmla="*/ 273844 h 1012031"/>
                <a:gd name="connsiteX99" fmla="*/ 52387 w 759618"/>
                <a:gd name="connsiteY99" fmla="*/ 288131 h 1012031"/>
                <a:gd name="connsiteX100" fmla="*/ 30956 w 759618"/>
                <a:gd name="connsiteY100" fmla="*/ 323850 h 1012031"/>
                <a:gd name="connsiteX101" fmla="*/ 69056 w 759618"/>
                <a:gd name="connsiteY101" fmla="*/ 300038 h 1012031"/>
                <a:gd name="connsiteX102" fmla="*/ 92868 w 759618"/>
                <a:gd name="connsiteY102" fmla="*/ 295275 h 1012031"/>
                <a:gd name="connsiteX103" fmla="*/ 114300 w 759618"/>
                <a:gd name="connsiteY103" fmla="*/ 300038 h 1012031"/>
                <a:gd name="connsiteX104" fmla="*/ 111918 w 759618"/>
                <a:gd name="connsiteY104" fmla="*/ 316706 h 1012031"/>
                <a:gd name="connsiteX105" fmla="*/ 92868 w 759618"/>
                <a:gd name="connsiteY105" fmla="*/ 311944 h 1012031"/>
                <a:gd name="connsiteX106" fmla="*/ 66675 w 759618"/>
                <a:gd name="connsiteY106" fmla="*/ 338138 h 1012031"/>
                <a:gd name="connsiteX107" fmla="*/ 69056 w 759618"/>
                <a:gd name="connsiteY107" fmla="*/ 359569 h 1012031"/>
                <a:gd name="connsiteX108" fmla="*/ 50006 w 759618"/>
                <a:gd name="connsiteY108" fmla="*/ 369094 h 1012031"/>
                <a:gd name="connsiteX109" fmla="*/ 59531 w 759618"/>
                <a:gd name="connsiteY109" fmla="*/ 385763 h 1012031"/>
                <a:gd name="connsiteX110" fmla="*/ 88106 w 759618"/>
                <a:gd name="connsiteY110" fmla="*/ 376238 h 1012031"/>
                <a:gd name="connsiteX111" fmla="*/ 116681 w 759618"/>
                <a:gd name="connsiteY111" fmla="*/ 378619 h 1012031"/>
                <a:gd name="connsiteX112" fmla="*/ 138112 w 759618"/>
                <a:gd name="connsiteY112" fmla="*/ 354806 h 1012031"/>
                <a:gd name="connsiteX113" fmla="*/ 164306 w 759618"/>
                <a:gd name="connsiteY113" fmla="*/ 335756 h 1012031"/>
                <a:gd name="connsiteX114" fmla="*/ 178593 w 759618"/>
                <a:gd name="connsiteY114" fmla="*/ 340519 h 1012031"/>
                <a:gd name="connsiteX115" fmla="*/ 157162 w 759618"/>
                <a:gd name="connsiteY115" fmla="*/ 366713 h 1012031"/>
                <a:gd name="connsiteX116" fmla="*/ 114300 w 759618"/>
                <a:gd name="connsiteY116" fmla="*/ 407194 h 1012031"/>
                <a:gd name="connsiteX117" fmla="*/ 73818 w 759618"/>
                <a:gd name="connsiteY117" fmla="*/ 411956 h 1012031"/>
                <a:gd name="connsiteX118" fmla="*/ 102393 w 759618"/>
                <a:gd name="connsiteY118" fmla="*/ 447675 h 1012031"/>
                <a:gd name="connsiteX119" fmla="*/ 133350 w 759618"/>
                <a:gd name="connsiteY119" fmla="*/ 419100 h 1012031"/>
                <a:gd name="connsiteX120" fmla="*/ 169068 w 759618"/>
                <a:gd name="connsiteY120" fmla="*/ 378619 h 1012031"/>
                <a:gd name="connsiteX121" fmla="*/ 209550 w 759618"/>
                <a:gd name="connsiteY121" fmla="*/ 371475 h 1012031"/>
                <a:gd name="connsiteX122" fmla="*/ 223837 w 759618"/>
                <a:gd name="connsiteY122" fmla="*/ 373856 h 1012031"/>
                <a:gd name="connsiteX123" fmla="*/ 183356 w 759618"/>
                <a:gd name="connsiteY123" fmla="*/ 402431 h 1012031"/>
                <a:gd name="connsiteX124" fmla="*/ 154781 w 759618"/>
                <a:gd name="connsiteY124" fmla="*/ 428625 h 1012031"/>
                <a:gd name="connsiteX125" fmla="*/ 147637 w 759618"/>
                <a:gd name="connsiteY125" fmla="*/ 454819 h 1012031"/>
                <a:gd name="connsiteX126" fmla="*/ 169068 w 759618"/>
                <a:gd name="connsiteY126" fmla="*/ 466725 h 1012031"/>
                <a:gd name="connsiteX127" fmla="*/ 197643 w 759618"/>
                <a:gd name="connsiteY127" fmla="*/ 454819 h 1012031"/>
                <a:gd name="connsiteX128" fmla="*/ 197643 w 759618"/>
                <a:gd name="connsiteY128" fmla="*/ 423863 h 1012031"/>
                <a:gd name="connsiteX129" fmla="*/ 211931 w 759618"/>
                <a:gd name="connsiteY129" fmla="*/ 411956 h 1012031"/>
                <a:gd name="connsiteX130" fmla="*/ 228600 w 759618"/>
                <a:gd name="connsiteY130" fmla="*/ 428625 h 1012031"/>
                <a:gd name="connsiteX131" fmla="*/ 254793 w 759618"/>
                <a:gd name="connsiteY131" fmla="*/ 423863 h 1012031"/>
                <a:gd name="connsiteX132" fmla="*/ 240506 w 759618"/>
                <a:gd name="connsiteY132" fmla="*/ 445294 h 1012031"/>
                <a:gd name="connsiteX133" fmla="*/ 216693 w 759618"/>
                <a:gd name="connsiteY133" fmla="*/ 452438 h 1012031"/>
                <a:gd name="connsiteX134" fmla="*/ 242887 w 759618"/>
                <a:gd name="connsiteY134" fmla="*/ 464344 h 1012031"/>
                <a:gd name="connsiteX135" fmla="*/ 304800 w 759618"/>
                <a:gd name="connsiteY135" fmla="*/ 411956 h 1012031"/>
                <a:gd name="connsiteX136" fmla="*/ 307181 w 759618"/>
                <a:gd name="connsiteY136" fmla="*/ 364331 h 1012031"/>
                <a:gd name="connsiteX137" fmla="*/ 378618 w 759618"/>
                <a:gd name="connsiteY137" fmla="*/ 311944 h 1012031"/>
                <a:gd name="connsiteX138" fmla="*/ 385762 w 759618"/>
                <a:gd name="connsiteY138" fmla="*/ 335756 h 1012031"/>
                <a:gd name="connsiteX139" fmla="*/ 357187 w 759618"/>
                <a:gd name="connsiteY139" fmla="*/ 359569 h 1012031"/>
                <a:gd name="connsiteX140" fmla="*/ 333375 w 759618"/>
                <a:gd name="connsiteY140" fmla="*/ 400050 h 1012031"/>
                <a:gd name="connsiteX141" fmla="*/ 333375 w 759618"/>
                <a:gd name="connsiteY141" fmla="*/ 414338 h 1012031"/>
                <a:gd name="connsiteX142" fmla="*/ 359568 w 759618"/>
                <a:gd name="connsiteY142" fmla="*/ 407194 h 1012031"/>
                <a:gd name="connsiteX143" fmla="*/ 381000 w 759618"/>
                <a:gd name="connsiteY143" fmla="*/ 414338 h 1012031"/>
                <a:gd name="connsiteX144" fmla="*/ 369093 w 759618"/>
                <a:gd name="connsiteY144" fmla="*/ 419100 h 1012031"/>
                <a:gd name="connsiteX145" fmla="*/ 338137 w 759618"/>
                <a:gd name="connsiteY145" fmla="*/ 428625 h 1012031"/>
                <a:gd name="connsiteX146" fmla="*/ 300037 w 759618"/>
                <a:gd name="connsiteY146" fmla="*/ 454819 h 1012031"/>
                <a:gd name="connsiteX147" fmla="*/ 345281 w 759618"/>
                <a:gd name="connsiteY147" fmla="*/ 461963 h 1012031"/>
                <a:gd name="connsiteX148" fmla="*/ 342900 w 759618"/>
                <a:gd name="connsiteY148" fmla="*/ 476250 h 1012031"/>
                <a:gd name="connsiteX149" fmla="*/ 292893 w 759618"/>
                <a:gd name="connsiteY149" fmla="*/ 478631 h 1012031"/>
                <a:gd name="connsiteX150" fmla="*/ 261937 w 759618"/>
                <a:gd name="connsiteY150" fmla="*/ 495300 h 1012031"/>
                <a:gd name="connsiteX151" fmla="*/ 228600 w 759618"/>
                <a:gd name="connsiteY151" fmla="*/ 504825 h 1012031"/>
                <a:gd name="connsiteX152" fmla="*/ 240506 w 759618"/>
                <a:gd name="connsiteY152" fmla="*/ 540544 h 1012031"/>
                <a:gd name="connsiteX153" fmla="*/ 257175 w 759618"/>
                <a:gd name="connsiteY153" fmla="*/ 557213 h 1012031"/>
                <a:gd name="connsiteX154" fmla="*/ 259556 w 759618"/>
                <a:gd name="connsiteY154" fmla="*/ 578644 h 1012031"/>
                <a:gd name="connsiteX155" fmla="*/ 290512 w 759618"/>
                <a:gd name="connsiteY155" fmla="*/ 585788 h 1012031"/>
                <a:gd name="connsiteX156" fmla="*/ 292893 w 759618"/>
                <a:gd name="connsiteY156" fmla="*/ 597694 h 1012031"/>
                <a:gd name="connsiteX157" fmla="*/ 273843 w 759618"/>
                <a:gd name="connsiteY157" fmla="*/ 616744 h 1012031"/>
                <a:gd name="connsiteX158" fmla="*/ 252412 w 759618"/>
                <a:gd name="connsiteY158" fmla="*/ 609600 h 1012031"/>
                <a:gd name="connsiteX159" fmla="*/ 235743 w 759618"/>
                <a:gd name="connsiteY159" fmla="*/ 607219 h 1012031"/>
                <a:gd name="connsiteX160" fmla="*/ 228600 w 759618"/>
                <a:gd name="connsiteY160" fmla="*/ 581025 h 1012031"/>
                <a:gd name="connsiteX161" fmla="*/ 204787 w 759618"/>
                <a:gd name="connsiteY161" fmla="*/ 547688 h 1012031"/>
                <a:gd name="connsiteX162" fmla="*/ 192881 w 759618"/>
                <a:gd name="connsiteY162" fmla="*/ 519113 h 1012031"/>
                <a:gd name="connsiteX163" fmla="*/ 166687 w 759618"/>
                <a:gd name="connsiteY163" fmla="*/ 507206 h 1012031"/>
                <a:gd name="connsiteX164" fmla="*/ 130968 w 759618"/>
                <a:gd name="connsiteY164" fmla="*/ 495300 h 1012031"/>
                <a:gd name="connsiteX165" fmla="*/ 135731 w 759618"/>
                <a:gd name="connsiteY165" fmla="*/ 535781 h 1012031"/>
                <a:gd name="connsiteX166" fmla="*/ 171450 w 759618"/>
                <a:gd name="connsiteY166" fmla="*/ 554831 h 1012031"/>
                <a:gd name="connsiteX167" fmla="*/ 164306 w 759618"/>
                <a:gd name="connsiteY167" fmla="*/ 569119 h 1012031"/>
                <a:gd name="connsiteX168" fmla="*/ 138112 w 759618"/>
                <a:gd name="connsiteY168" fmla="*/ 554831 h 1012031"/>
                <a:gd name="connsiteX169" fmla="*/ 173831 w 759618"/>
                <a:gd name="connsiteY169" fmla="*/ 595313 h 1012031"/>
                <a:gd name="connsiteX170" fmla="*/ 188118 w 759618"/>
                <a:gd name="connsiteY170" fmla="*/ 621506 h 1012031"/>
                <a:gd name="connsiteX171" fmla="*/ 197643 w 759618"/>
                <a:gd name="connsiteY171" fmla="*/ 642938 h 1012031"/>
                <a:gd name="connsiteX172" fmla="*/ 207168 w 759618"/>
                <a:gd name="connsiteY172" fmla="*/ 659606 h 1012031"/>
                <a:gd name="connsiteX173" fmla="*/ 207168 w 759618"/>
                <a:gd name="connsiteY173" fmla="*/ 659606 h 1012031"/>
                <a:gd name="connsiteX174" fmla="*/ 176212 w 759618"/>
                <a:gd name="connsiteY174" fmla="*/ 664369 h 1012031"/>
                <a:gd name="connsiteX175" fmla="*/ 200025 w 759618"/>
                <a:gd name="connsiteY175" fmla="*/ 681038 h 1012031"/>
                <a:gd name="connsiteX176" fmla="*/ 228600 w 759618"/>
                <a:gd name="connsiteY176" fmla="*/ 690563 h 1012031"/>
                <a:gd name="connsiteX177" fmla="*/ 242887 w 759618"/>
                <a:gd name="connsiteY177" fmla="*/ 685800 h 1012031"/>
                <a:gd name="connsiteX178" fmla="*/ 252412 w 759618"/>
                <a:gd name="connsiteY178" fmla="*/ 678656 h 1012031"/>
                <a:gd name="connsiteX179" fmla="*/ 264318 w 759618"/>
                <a:gd name="connsiteY179" fmla="*/ 704850 h 1012031"/>
                <a:gd name="connsiteX180" fmla="*/ 252412 w 759618"/>
                <a:gd name="connsiteY180" fmla="*/ 719138 h 1012031"/>
                <a:gd name="connsiteX181" fmla="*/ 235743 w 759618"/>
                <a:gd name="connsiteY181" fmla="*/ 745331 h 1012031"/>
                <a:gd name="connsiteX182" fmla="*/ 209550 w 759618"/>
                <a:gd name="connsiteY182" fmla="*/ 716756 h 1012031"/>
                <a:gd name="connsiteX183" fmla="*/ 185737 w 759618"/>
                <a:gd name="connsiteY183" fmla="*/ 704850 h 1012031"/>
                <a:gd name="connsiteX184" fmla="*/ 147637 w 759618"/>
                <a:gd name="connsiteY184" fmla="*/ 707231 h 1012031"/>
                <a:gd name="connsiteX185" fmla="*/ 135731 w 759618"/>
                <a:gd name="connsiteY185" fmla="*/ 716756 h 1012031"/>
                <a:gd name="connsiteX186" fmla="*/ 123825 w 759618"/>
                <a:gd name="connsiteY186" fmla="*/ 735806 h 1012031"/>
                <a:gd name="connsiteX187" fmla="*/ 114300 w 759618"/>
                <a:gd name="connsiteY187" fmla="*/ 766763 h 1012031"/>
                <a:gd name="connsiteX188" fmla="*/ 126206 w 759618"/>
                <a:gd name="connsiteY188" fmla="*/ 781050 h 1012031"/>
                <a:gd name="connsiteX189" fmla="*/ 145256 w 759618"/>
                <a:gd name="connsiteY189" fmla="*/ 757238 h 1012031"/>
                <a:gd name="connsiteX190" fmla="*/ 145256 w 759618"/>
                <a:gd name="connsiteY190" fmla="*/ 757238 h 1012031"/>
                <a:gd name="connsiteX191" fmla="*/ 152400 w 759618"/>
                <a:gd name="connsiteY191" fmla="*/ 778669 h 1012031"/>
                <a:gd name="connsiteX192" fmla="*/ 142875 w 759618"/>
                <a:gd name="connsiteY192" fmla="*/ 790575 h 1012031"/>
                <a:gd name="connsiteX193" fmla="*/ 173831 w 759618"/>
                <a:gd name="connsiteY193" fmla="*/ 776288 h 1012031"/>
                <a:gd name="connsiteX194" fmla="*/ 169068 w 759618"/>
                <a:gd name="connsiteY194" fmla="*/ 752475 h 1012031"/>
                <a:gd name="connsiteX195" fmla="*/ 183356 w 759618"/>
                <a:gd name="connsiteY195" fmla="*/ 747713 h 1012031"/>
                <a:gd name="connsiteX196" fmla="*/ 183356 w 759618"/>
                <a:gd name="connsiteY196" fmla="*/ 766763 h 1012031"/>
                <a:gd name="connsiteX197" fmla="*/ 188118 w 759618"/>
                <a:gd name="connsiteY197" fmla="*/ 778669 h 1012031"/>
                <a:gd name="connsiteX198" fmla="*/ 200025 w 759618"/>
                <a:gd name="connsiteY198" fmla="*/ 783431 h 1012031"/>
                <a:gd name="connsiteX199" fmla="*/ 197643 w 759618"/>
                <a:gd name="connsiteY199" fmla="*/ 797719 h 1012031"/>
                <a:gd name="connsiteX200" fmla="*/ 178593 w 759618"/>
                <a:gd name="connsiteY200" fmla="*/ 802481 h 1012031"/>
                <a:gd name="connsiteX201" fmla="*/ 166687 w 759618"/>
                <a:gd name="connsiteY201" fmla="*/ 812006 h 1012031"/>
                <a:gd name="connsiteX202" fmla="*/ 180975 w 759618"/>
                <a:gd name="connsiteY202" fmla="*/ 816769 h 1012031"/>
                <a:gd name="connsiteX203" fmla="*/ 173831 w 759618"/>
                <a:gd name="connsiteY203" fmla="*/ 838200 h 1012031"/>
                <a:gd name="connsiteX204" fmla="*/ 190500 w 759618"/>
                <a:gd name="connsiteY204" fmla="*/ 842963 h 1012031"/>
                <a:gd name="connsiteX205" fmla="*/ 190500 w 759618"/>
                <a:gd name="connsiteY205" fmla="*/ 842963 h 1012031"/>
                <a:gd name="connsiteX206" fmla="*/ 226218 w 759618"/>
                <a:gd name="connsiteY206" fmla="*/ 814388 h 1012031"/>
                <a:gd name="connsiteX207" fmla="*/ 230981 w 759618"/>
                <a:gd name="connsiteY207" fmla="*/ 795338 h 1012031"/>
                <a:gd name="connsiteX208" fmla="*/ 247650 w 759618"/>
                <a:gd name="connsiteY208" fmla="*/ 804863 h 1012031"/>
                <a:gd name="connsiteX209" fmla="*/ 228600 w 759618"/>
                <a:gd name="connsiteY209" fmla="*/ 842963 h 1012031"/>
                <a:gd name="connsiteX210" fmla="*/ 204787 w 759618"/>
                <a:gd name="connsiteY210" fmla="*/ 869156 h 1012031"/>
                <a:gd name="connsiteX211" fmla="*/ 192881 w 759618"/>
                <a:gd name="connsiteY211" fmla="*/ 873919 h 1012031"/>
                <a:gd name="connsiteX212" fmla="*/ 171450 w 759618"/>
                <a:gd name="connsiteY212" fmla="*/ 888206 h 1012031"/>
                <a:gd name="connsiteX213" fmla="*/ 142875 w 759618"/>
                <a:gd name="connsiteY213" fmla="*/ 859631 h 1012031"/>
                <a:gd name="connsiteX214" fmla="*/ 126206 w 759618"/>
                <a:gd name="connsiteY214" fmla="*/ 831056 h 1012031"/>
                <a:gd name="connsiteX215" fmla="*/ 104775 w 759618"/>
                <a:gd name="connsiteY215" fmla="*/ 828675 h 1012031"/>
                <a:gd name="connsiteX216" fmla="*/ 85725 w 759618"/>
                <a:gd name="connsiteY216" fmla="*/ 845344 h 1012031"/>
                <a:gd name="connsiteX217" fmla="*/ 100012 w 759618"/>
                <a:gd name="connsiteY217" fmla="*/ 864394 h 1012031"/>
                <a:gd name="connsiteX218" fmla="*/ 111918 w 759618"/>
                <a:gd name="connsiteY218" fmla="*/ 878681 h 1012031"/>
                <a:gd name="connsiteX219" fmla="*/ 123825 w 759618"/>
                <a:gd name="connsiteY219" fmla="*/ 888206 h 1012031"/>
                <a:gd name="connsiteX220" fmla="*/ 133350 w 759618"/>
                <a:gd name="connsiteY220" fmla="*/ 909638 h 1012031"/>
                <a:gd name="connsiteX221" fmla="*/ 109537 w 759618"/>
                <a:gd name="connsiteY221" fmla="*/ 921544 h 1012031"/>
                <a:gd name="connsiteX222" fmla="*/ 90487 w 759618"/>
                <a:gd name="connsiteY222" fmla="*/ 909638 h 1012031"/>
                <a:gd name="connsiteX223" fmla="*/ 71437 w 759618"/>
                <a:gd name="connsiteY223" fmla="*/ 935831 h 1012031"/>
                <a:gd name="connsiteX224" fmla="*/ 61912 w 759618"/>
                <a:gd name="connsiteY224" fmla="*/ 971550 h 1012031"/>
                <a:gd name="connsiteX225" fmla="*/ 80962 w 759618"/>
                <a:gd name="connsiteY225" fmla="*/ 954881 h 1012031"/>
                <a:gd name="connsiteX226" fmla="*/ 95250 w 759618"/>
                <a:gd name="connsiteY226" fmla="*/ 978694 h 1012031"/>
                <a:gd name="connsiteX227" fmla="*/ 109537 w 759618"/>
                <a:gd name="connsiteY227" fmla="*/ 964406 h 1012031"/>
                <a:gd name="connsiteX228" fmla="*/ 119062 w 759618"/>
                <a:gd name="connsiteY228" fmla="*/ 981075 h 1012031"/>
                <a:gd name="connsiteX229" fmla="*/ 126206 w 759618"/>
                <a:gd name="connsiteY229" fmla="*/ 959644 h 1012031"/>
                <a:gd name="connsiteX230" fmla="*/ 145256 w 759618"/>
                <a:gd name="connsiteY230" fmla="*/ 985838 h 1012031"/>
                <a:gd name="connsiteX231" fmla="*/ 169068 w 759618"/>
                <a:gd name="connsiteY231" fmla="*/ 1004888 h 1012031"/>
                <a:gd name="connsiteX232" fmla="*/ 161925 w 759618"/>
                <a:gd name="connsiteY232" fmla="*/ 978694 h 1012031"/>
                <a:gd name="connsiteX233" fmla="*/ 171450 w 759618"/>
                <a:gd name="connsiteY233" fmla="*/ 964406 h 1012031"/>
                <a:gd name="connsiteX234" fmla="*/ 180975 w 759618"/>
                <a:gd name="connsiteY234" fmla="*/ 973931 h 1012031"/>
                <a:gd name="connsiteX235" fmla="*/ 188118 w 759618"/>
                <a:gd name="connsiteY235" fmla="*/ 962025 h 1012031"/>
                <a:gd name="connsiteX236" fmla="*/ 197643 w 759618"/>
                <a:gd name="connsiteY236" fmla="*/ 981075 h 1012031"/>
                <a:gd name="connsiteX237" fmla="*/ 209550 w 759618"/>
                <a:gd name="connsiteY237" fmla="*/ 962025 h 1012031"/>
                <a:gd name="connsiteX238" fmla="*/ 228600 w 759618"/>
                <a:gd name="connsiteY238" fmla="*/ 983456 h 1012031"/>
                <a:gd name="connsiteX239" fmla="*/ 235743 w 759618"/>
                <a:gd name="connsiteY239" fmla="*/ 959644 h 1012031"/>
                <a:gd name="connsiteX240" fmla="*/ 254793 w 759618"/>
                <a:gd name="connsiteY240" fmla="*/ 973931 h 1012031"/>
                <a:gd name="connsiteX241" fmla="*/ 271462 w 759618"/>
                <a:gd name="connsiteY241" fmla="*/ 983456 h 1012031"/>
                <a:gd name="connsiteX242" fmla="*/ 278606 w 759618"/>
                <a:gd name="connsiteY242" fmla="*/ 1000125 h 1012031"/>
                <a:gd name="connsiteX243" fmla="*/ 269081 w 759618"/>
                <a:gd name="connsiteY243" fmla="*/ 1012031 h 1012031"/>
                <a:gd name="connsiteX244" fmla="*/ 316706 w 759618"/>
                <a:gd name="connsiteY244" fmla="*/ 976313 h 1012031"/>
                <a:gd name="connsiteX245" fmla="*/ 335756 w 759618"/>
                <a:gd name="connsiteY245" fmla="*/ 969169 h 1012031"/>
                <a:gd name="connsiteX246" fmla="*/ 342900 w 759618"/>
                <a:gd name="connsiteY246" fmla="*/ 950119 h 1012031"/>
                <a:gd name="connsiteX247" fmla="*/ 342900 w 759618"/>
                <a:gd name="connsiteY247" fmla="*/ 926306 h 1012031"/>
                <a:gd name="connsiteX248" fmla="*/ 321468 w 759618"/>
                <a:gd name="connsiteY248" fmla="*/ 935831 h 1012031"/>
                <a:gd name="connsiteX249" fmla="*/ 307181 w 759618"/>
                <a:gd name="connsiteY249" fmla="*/ 926306 h 1012031"/>
                <a:gd name="connsiteX250" fmla="*/ 307181 w 759618"/>
                <a:gd name="connsiteY250" fmla="*/ 900113 h 1012031"/>
                <a:gd name="connsiteX251" fmla="*/ 290512 w 759618"/>
                <a:gd name="connsiteY251" fmla="*/ 916781 h 1012031"/>
                <a:gd name="connsiteX252" fmla="*/ 269081 w 759618"/>
                <a:gd name="connsiteY252" fmla="*/ 892969 h 1012031"/>
                <a:gd name="connsiteX253" fmla="*/ 252412 w 759618"/>
                <a:gd name="connsiteY253" fmla="*/ 919163 h 1012031"/>
                <a:gd name="connsiteX254" fmla="*/ 233362 w 759618"/>
                <a:gd name="connsiteY254" fmla="*/ 902494 h 1012031"/>
                <a:gd name="connsiteX255" fmla="*/ 254793 w 759618"/>
                <a:gd name="connsiteY255" fmla="*/ 888206 h 1012031"/>
                <a:gd name="connsiteX256" fmla="*/ 254793 w 759618"/>
                <a:gd name="connsiteY256" fmla="*/ 862013 h 1012031"/>
                <a:gd name="connsiteX257" fmla="*/ 278606 w 759618"/>
                <a:gd name="connsiteY257" fmla="*/ 876300 h 1012031"/>
                <a:gd name="connsiteX258" fmla="*/ 307181 w 759618"/>
                <a:gd name="connsiteY258" fmla="*/ 885825 h 1012031"/>
                <a:gd name="connsiteX259" fmla="*/ 323850 w 759618"/>
                <a:gd name="connsiteY259" fmla="*/ 878681 h 1012031"/>
                <a:gd name="connsiteX260" fmla="*/ 338137 w 759618"/>
                <a:gd name="connsiteY260" fmla="*/ 869156 h 1012031"/>
                <a:gd name="connsiteX261" fmla="*/ 338137 w 759618"/>
                <a:gd name="connsiteY261" fmla="*/ 847725 h 1012031"/>
                <a:gd name="connsiteX262" fmla="*/ 335756 w 759618"/>
                <a:gd name="connsiteY262" fmla="*/ 823913 h 1012031"/>
                <a:gd name="connsiteX263" fmla="*/ 338137 w 759618"/>
                <a:gd name="connsiteY263" fmla="*/ 797719 h 1012031"/>
                <a:gd name="connsiteX264" fmla="*/ 364331 w 759618"/>
                <a:gd name="connsiteY264" fmla="*/ 814388 h 1012031"/>
                <a:gd name="connsiteX265" fmla="*/ 392906 w 759618"/>
                <a:gd name="connsiteY265" fmla="*/ 795338 h 1012031"/>
                <a:gd name="connsiteX266" fmla="*/ 373856 w 759618"/>
                <a:gd name="connsiteY266" fmla="*/ 783431 h 1012031"/>
                <a:gd name="connsiteX267" fmla="*/ 395287 w 759618"/>
                <a:gd name="connsiteY267" fmla="*/ 776288 h 1012031"/>
                <a:gd name="connsiteX268" fmla="*/ 407193 w 759618"/>
                <a:gd name="connsiteY268" fmla="*/ 762000 h 1012031"/>
                <a:gd name="connsiteX269" fmla="*/ 388143 w 759618"/>
                <a:gd name="connsiteY269" fmla="*/ 752475 h 1012031"/>
                <a:gd name="connsiteX270" fmla="*/ 404812 w 759618"/>
                <a:gd name="connsiteY270" fmla="*/ 738188 h 1012031"/>
                <a:gd name="connsiteX271" fmla="*/ 423862 w 759618"/>
                <a:gd name="connsiteY271" fmla="*/ 707231 h 1012031"/>
                <a:gd name="connsiteX272" fmla="*/ 383381 w 759618"/>
                <a:gd name="connsiteY272" fmla="*/ 697706 h 1012031"/>
                <a:gd name="connsiteX273" fmla="*/ 381000 w 759618"/>
                <a:gd name="connsiteY273" fmla="*/ 690563 h 1012031"/>
                <a:gd name="connsiteX274" fmla="*/ 350043 w 759618"/>
                <a:gd name="connsiteY274" fmla="*/ 690563 h 1012031"/>
                <a:gd name="connsiteX275" fmla="*/ 335756 w 759618"/>
                <a:gd name="connsiteY275" fmla="*/ 676275 h 1012031"/>
                <a:gd name="connsiteX276" fmla="*/ 354806 w 759618"/>
                <a:gd name="connsiteY276" fmla="*/ 654844 h 1012031"/>
                <a:gd name="connsiteX277" fmla="*/ 390525 w 759618"/>
                <a:gd name="connsiteY277" fmla="*/ 657225 h 1012031"/>
                <a:gd name="connsiteX278" fmla="*/ 416718 w 759618"/>
                <a:gd name="connsiteY278" fmla="*/ 683419 h 1012031"/>
                <a:gd name="connsiteX279" fmla="*/ 428625 w 759618"/>
                <a:gd name="connsiteY279" fmla="*/ 647700 h 1012031"/>
                <a:gd name="connsiteX280" fmla="*/ 397668 w 759618"/>
                <a:gd name="connsiteY280" fmla="*/ 640556 h 1012031"/>
                <a:gd name="connsiteX281" fmla="*/ 359568 w 759618"/>
                <a:gd name="connsiteY281" fmla="*/ 631031 h 1012031"/>
                <a:gd name="connsiteX282" fmla="*/ 371475 w 759618"/>
                <a:gd name="connsiteY282" fmla="*/ 619125 h 1012031"/>
                <a:gd name="connsiteX283" fmla="*/ 395287 w 759618"/>
                <a:gd name="connsiteY283" fmla="*/ 616744 h 1012031"/>
                <a:gd name="connsiteX284" fmla="*/ 416718 w 759618"/>
                <a:gd name="connsiteY284" fmla="*/ 628650 h 1012031"/>
                <a:gd name="connsiteX285" fmla="*/ 442912 w 759618"/>
                <a:gd name="connsiteY285" fmla="*/ 607219 h 1012031"/>
                <a:gd name="connsiteX286" fmla="*/ 452437 w 759618"/>
                <a:gd name="connsiteY286" fmla="*/ 592931 h 1012031"/>
                <a:gd name="connsiteX287" fmla="*/ 428625 w 759618"/>
                <a:gd name="connsiteY287" fmla="*/ 576263 h 1012031"/>
                <a:gd name="connsiteX288" fmla="*/ 440531 w 759618"/>
                <a:gd name="connsiteY288" fmla="*/ 564356 h 1012031"/>
                <a:gd name="connsiteX289" fmla="*/ 464343 w 759618"/>
                <a:gd name="connsiteY289" fmla="*/ 578644 h 1012031"/>
                <a:gd name="connsiteX290" fmla="*/ 497681 w 759618"/>
                <a:gd name="connsiteY290" fmla="*/ 590550 h 1012031"/>
                <a:gd name="connsiteX291" fmla="*/ 511968 w 759618"/>
                <a:gd name="connsiteY291" fmla="*/ 557213 h 1012031"/>
                <a:gd name="connsiteX292" fmla="*/ 526256 w 759618"/>
                <a:gd name="connsiteY292" fmla="*/ 528638 h 1012031"/>
                <a:gd name="connsiteX293" fmla="*/ 502443 w 759618"/>
                <a:gd name="connsiteY293" fmla="*/ 531019 h 1012031"/>
                <a:gd name="connsiteX294" fmla="*/ 488156 w 759618"/>
                <a:gd name="connsiteY294" fmla="*/ 519113 h 1012031"/>
                <a:gd name="connsiteX295" fmla="*/ 542924 w 759618"/>
                <a:gd name="connsiteY295" fmla="*/ 511969 h 1012031"/>
                <a:gd name="connsiteX0" fmla="*/ 542924 w 759618"/>
                <a:gd name="connsiteY0" fmla="*/ 511969 h 1012031"/>
                <a:gd name="connsiteX1" fmla="*/ 526257 w 759618"/>
                <a:gd name="connsiteY1" fmla="*/ 447676 h 1012031"/>
                <a:gd name="connsiteX2" fmla="*/ 616743 w 759618"/>
                <a:gd name="connsiteY2" fmla="*/ 383381 h 1012031"/>
                <a:gd name="connsiteX3" fmla="*/ 545306 w 759618"/>
                <a:gd name="connsiteY3" fmla="*/ 428625 h 1012031"/>
                <a:gd name="connsiteX4" fmla="*/ 626268 w 759618"/>
                <a:gd name="connsiteY4" fmla="*/ 357188 h 1012031"/>
                <a:gd name="connsiteX5" fmla="*/ 678656 w 759618"/>
                <a:gd name="connsiteY5" fmla="*/ 307181 h 1012031"/>
                <a:gd name="connsiteX6" fmla="*/ 600075 w 759618"/>
                <a:gd name="connsiteY6" fmla="*/ 335756 h 1012031"/>
                <a:gd name="connsiteX7" fmla="*/ 554831 w 759618"/>
                <a:gd name="connsiteY7" fmla="*/ 373856 h 1012031"/>
                <a:gd name="connsiteX8" fmla="*/ 535781 w 759618"/>
                <a:gd name="connsiteY8" fmla="*/ 369094 h 1012031"/>
                <a:gd name="connsiteX9" fmla="*/ 597693 w 759618"/>
                <a:gd name="connsiteY9" fmla="*/ 309563 h 1012031"/>
                <a:gd name="connsiteX10" fmla="*/ 573881 w 759618"/>
                <a:gd name="connsiteY10" fmla="*/ 288131 h 1012031"/>
                <a:gd name="connsiteX11" fmla="*/ 561975 w 759618"/>
                <a:gd name="connsiteY11" fmla="*/ 261938 h 1012031"/>
                <a:gd name="connsiteX12" fmla="*/ 614362 w 759618"/>
                <a:gd name="connsiteY12" fmla="*/ 292894 h 1012031"/>
                <a:gd name="connsiteX13" fmla="*/ 650081 w 759618"/>
                <a:gd name="connsiteY13" fmla="*/ 290513 h 1012031"/>
                <a:gd name="connsiteX14" fmla="*/ 650081 w 759618"/>
                <a:gd name="connsiteY14" fmla="*/ 273844 h 1012031"/>
                <a:gd name="connsiteX15" fmla="*/ 678656 w 759618"/>
                <a:gd name="connsiteY15" fmla="*/ 271463 h 1012031"/>
                <a:gd name="connsiteX16" fmla="*/ 721518 w 759618"/>
                <a:gd name="connsiteY16" fmla="*/ 221456 h 1012031"/>
                <a:gd name="connsiteX17" fmla="*/ 759618 w 759618"/>
                <a:gd name="connsiteY17" fmla="*/ 150019 h 1012031"/>
                <a:gd name="connsiteX18" fmla="*/ 738187 w 759618"/>
                <a:gd name="connsiteY18" fmla="*/ 126206 h 1012031"/>
                <a:gd name="connsiteX19" fmla="*/ 704850 w 759618"/>
                <a:gd name="connsiteY19" fmla="*/ 121444 h 1012031"/>
                <a:gd name="connsiteX20" fmla="*/ 692943 w 759618"/>
                <a:gd name="connsiteY20" fmla="*/ 73819 h 1012031"/>
                <a:gd name="connsiteX21" fmla="*/ 669131 w 759618"/>
                <a:gd name="connsiteY21" fmla="*/ 59531 h 1012031"/>
                <a:gd name="connsiteX22" fmla="*/ 628650 w 759618"/>
                <a:gd name="connsiteY22" fmla="*/ 78581 h 1012031"/>
                <a:gd name="connsiteX23" fmla="*/ 614362 w 759618"/>
                <a:gd name="connsiteY23" fmla="*/ 102394 h 1012031"/>
                <a:gd name="connsiteX24" fmla="*/ 588168 w 759618"/>
                <a:gd name="connsiteY24" fmla="*/ 114300 h 1012031"/>
                <a:gd name="connsiteX25" fmla="*/ 576262 w 759618"/>
                <a:gd name="connsiteY25" fmla="*/ 107156 h 1012031"/>
                <a:gd name="connsiteX26" fmla="*/ 592931 w 759618"/>
                <a:gd name="connsiteY26" fmla="*/ 85725 h 1012031"/>
                <a:gd name="connsiteX27" fmla="*/ 621506 w 759618"/>
                <a:gd name="connsiteY27" fmla="*/ 50006 h 1012031"/>
                <a:gd name="connsiteX28" fmla="*/ 585787 w 759618"/>
                <a:gd name="connsiteY28" fmla="*/ 33338 h 1012031"/>
                <a:gd name="connsiteX29" fmla="*/ 557212 w 759618"/>
                <a:gd name="connsiteY29" fmla="*/ 38100 h 1012031"/>
                <a:gd name="connsiteX30" fmla="*/ 540543 w 759618"/>
                <a:gd name="connsiteY30" fmla="*/ 16669 h 1012031"/>
                <a:gd name="connsiteX31" fmla="*/ 526256 w 759618"/>
                <a:gd name="connsiteY31" fmla="*/ 16669 h 1012031"/>
                <a:gd name="connsiteX32" fmla="*/ 519112 w 759618"/>
                <a:gd name="connsiteY32" fmla="*/ 28575 h 1012031"/>
                <a:gd name="connsiteX33" fmla="*/ 533400 w 759618"/>
                <a:gd name="connsiteY33" fmla="*/ 61913 h 1012031"/>
                <a:gd name="connsiteX34" fmla="*/ 519112 w 759618"/>
                <a:gd name="connsiteY34" fmla="*/ 69056 h 1012031"/>
                <a:gd name="connsiteX35" fmla="*/ 500062 w 759618"/>
                <a:gd name="connsiteY35" fmla="*/ 33338 h 1012031"/>
                <a:gd name="connsiteX36" fmla="*/ 495300 w 759618"/>
                <a:gd name="connsiteY36" fmla="*/ 0 h 1012031"/>
                <a:gd name="connsiteX37" fmla="*/ 466725 w 759618"/>
                <a:gd name="connsiteY37" fmla="*/ 40481 h 1012031"/>
                <a:gd name="connsiteX38" fmla="*/ 466725 w 759618"/>
                <a:gd name="connsiteY38" fmla="*/ 61913 h 1012031"/>
                <a:gd name="connsiteX39" fmla="*/ 490537 w 759618"/>
                <a:gd name="connsiteY39" fmla="*/ 80963 h 1012031"/>
                <a:gd name="connsiteX40" fmla="*/ 490537 w 759618"/>
                <a:gd name="connsiteY40" fmla="*/ 100013 h 1012031"/>
                <a:gd name="connsiteX41" fmla="*/ 464343 w 759618"/>
                <a:gd name="connsiteY41" fmla="*/ 95250 h 1012031"/>
                <a:gd name="connsiteX42" fmla="*/ 442912 w 759618"/>
                <a:gd name="connsiteY42" fmla="*/ 64294 h 1012031"/>
                <a:gd name="connsiteX43" fmla="*/ 433387 w 759618"/>
                <a:gd name="connsiteY43" fmla="*/ 40481 h 1012031"/>
                <a:gd name="connsiteX44" fmla="*/ 414337 w 759618"/>
                <a:gd name="connsiteY44" fmla="*/ 33338 h 1012031"/>
                <a:gd name="connsiteX45" fmla="*/ 383381 w 759618"/>
                <a:gd name="connsiteY45" fmla="*/ 38100 h 1012031"/>
                <a:gd name="connsiteX46" fmla="*/ 376237 w 759618"/>
                <a:gd name="connsiteY46" fmla="*/ 42863 h 1012031"/>
                <a:gd name="connsiteX47" fmla="*/ 378618 w 759618"/>
                <a:gd name="connsiteY47" fmla="*/ 69056 h 1012031"/>
                <a:gd name="connsiteX48" fmla="*/ 402431 w 759618"/>
                <a:gd name="connsiteY48" fmla="*/ 88106 h 1012031"/>
                <a:gd name="connsiteX49" fmla="*/ 416718 w 759618"/>
                <a:gd name="connsiteY49" fmla="*/ 109538 h 1012031"/>
                <a:gd name="connsiteX50" fmla="*/ 402431 w 759618"/>
                <a:gd name="connsiteY50" fmla="*/ 145256 h 1012031"/>
                <a:gd name="connsiteX51" fmla="*/ 385762 w 759618"/>
                <a:gd name="connsiteY51" fmla="*/ 135731 h 1012031"/>
                <a:gd name="connsiteX52" fmla="*/ 381000 w 759618"/>
                <a:gd name="connsiteY52" fmla="*/ 104775 h 1012031"/>
                <a:gd name="connsiteX53" fmla="*/ 352425 w 759618"/>
                <a:gd name="connsiteY53" fmla="*/ 59531 h 1012031"/>
                <a:gd name="connsiteX54" fmla="*/ 333375 w 759618"/>
                <a:gd name="connsiteY54" fmla="*/ 69056 h 1012031"/>
                <a:gd name="connsiteX55" fmla="*/ 323850 w 759618"/>
                <a:gd name="connsiteY55" fmla="*/ 50006 h 1012031"/>
                <a:gd name="connsiteX56" fmla="*/ 302418 w 759618"/>
                <a:gd name="connsiteY56" fmla="*/ 42863 h 1012031"/>
                <a:gd name="connsiteX57" fmla="*/ 290512 w 759618"/>
                <a:gd name="connsiteY57" fmla="*/ 64294 h 1012031"/>
                <a:gd name="connsiteX58" fmla="*/ 304800 w 759618"/>
                <a:gd name="connsiteY58" fmla="*/ 76200 h 1012031"/>
                <a:gd name="connsiteX59" fmla="*/ 323850 w 759618"/>
                <a:gd name="connsiteY59" fmla="*/ 92869 h 1012031"/>
                <a:gd name="connsiteX60" fmla="*/ 335756 w 759618"/>
                <a:gd name="connsiteY60" fmla="*/ 100013 h 1012031"/>
                <a:gd name="connsiteX61" fmla="*/ 328612 w 759618"/>
                <a:gd name="connsiteY61" fmla="*/ 111919 h 1012031"/>
                <a:gd name="connsiteX62" fmla="*/ 307181 w 759618"/>
                <a:gd name="connsiteY62" fmla="*/ 100013 h 1012031"/>
                <a:gd name="connsiteX63" fmla="*/ 264318 w 759618"/>
                <a:gd name="connsiteY63" fmla="*/ 76200 h 1012031"/>
                <a:gd name="connsiteX64" fmla="*/ 280987 w 759618"/>
                <a:gd name="connsiteY64" fmla="*/ 114300 h 1012031"/>
                <a:gd name="connsiteX65" fmla="*/ 292893 w 759618"/>
                <a:gd name="connsiteY65" fmla="*/ 130969 h 1012031"/>
                <a:gd name="connsiteX66" fmla="*/ 280987 w 759618"/>
                <a:gd name="connsiteY66" fmla="*/ 140494 h 1012031"/>
                <a:gd name="connsiteX67" fmla="*/ 247650 w 759618"/>
                <a:gd name="connsiteY67" fmla="*/ 100013 h 1012031"/>
                <a:gd name="connsiteX68" fmla="*/ 261937 w 759618"/>
                <a:gd name="connsiteY68" fmla="*/ 142875 h 1012031"/>
                <a:gd name="connsiteX69" fmla="*/ 242887 w 759618"/>
                <a:gd name="connsiteY69" fmla="*/ 150019 h 1012031"/>
                <a:gd name="connsiteX70" fmla="*/ 257175 w 759618"/>
                <a:gd name="connsiteY70" fmla="*/ 178594 h 1012031"/>
                <a:gd name="connsiteX71" fmla="*/ 278606 w 759618"/>
                <a:gd name="connsiteY71" fmla="*/ 195263 h 1012031"/>
                <a:gd name="connsiteX72" fmla="*/ 307181 w 759618"/>
                <a:gd name="connsiteY72" fmla="*/ 228600 h 1012031"/>
                <a:gd name="connsiteX73" fmla="*/ 316706 w 759618"/>
                <a:gd name="connsiteY73" fmla="*/ 254794 h 1012031"/>
                <a:gd name="connsiteX74" fmla="*/ 316706 w 759618"/>
                <a:gd name="connsiteY74" fmla="*/ 254794 h 1012031"/>
                <a:gd name="connsiteX75" fmla="*/ 285750 w 759618"/>
                <a:gd name="connsiteY75" fmla="*/ 235744 h 1012031"/>
                <a:gd name="connsiteX76" fmla="*/ 238125 w 759618"/>
                <a:gd name="connsiteY76" fmla="*/ 221456 h 1012031"/>
                <a:gd name="connsiteX77" fmla="*/ 223837 w 759618"/>
                <a:gd name="connsiteY77" fmla="*/ 195263 h 1012031"/>
                <a:gd name="connsiteX78" fmla="*/ 204787 w 759618"/>
                <a:gd name="connsiteY78" fmla="*/ 166688 h 1012031"/>
                <a:gd name="connsiteX79" fmla="*/ 166687 w 759618"/>
                <a:gd name="connsiteY79" fmla="*/ 130969 h 1012031"/>
                <a:gd name="connsiteX80" fmla="*/ 166687 w 759618"/>
                <a:gd name="connsiteY80" fmla="*/ 157163 h 1012031"/>
                <a:gd name="connsiteX81" fmla="*/ 173831 w 759618"/>
                <a:gd name="connsiteY81" fmla="*/ 176213 h 1012031"/>
                <a:gd name="connsiteX82" fmla="*/ 171450 w 759618"/>
                <a:gd name="connsiteY82" fmla="*/ 188119 h 1012031"/>
                <a:gd name="connsiteX83" fmla="*/ 152400 w 759618"/>
                <a:gd name="connsiteY83" fmla="*/ 195263 h 1012031"/>
                <a:gd name="connsiteX84" fmla="*/ 128587 w 759618"/>
                <a:gd name="connsiteY84" fmla="*/ 190500 h 1012031"/>
                <a:gd name="connsiteX85" fmla="*/ 178593 w 759618"/>
                <a:gd name="connsiteY85" fmla="*/ 214313 h 1012031"/>
                <a:gd name="connsiteX86" fmla="*/ 188118 w 759618"/>
                <a:gd name="connsiteY86" fmla="*/ 228600 h 1012031"/>
                <a:gd name="connsiteX87" fmla="*/ 185737 w 759618"/>
                <a:gd name="connsiteY87" fmla="*/ 250031 h 1012031"/>
                <a:gd name="connsiteX88" fmla="*/ 157162 w 759618"/>
                <a:gd name="connsiteY88" fmla="*/ 228600 h 1012031"/>
                <a:gd name="connsiteX89" fmla="*/ 121443 w 759618"/>
                <a:gd name="connsiteY89" fmla="*/ 223838 h 1012031"/>
                <a:gd name="connsiteX90" fmla="*/ 97631 w 759618"/>
                <a:gd name="connsiteY90" fmla="*/ 211931 h 1012031"/>
                <a:gd name="connsiteX91" fmla="*/ 73818 w 759618"/>
                <a:gd name="connsiteY91" fmla="*/ 235744 h 1012031"/>
                <a:gd name="connsiteX92" fmla="*/ 73818 w 759618"/>
                <a:gd name="connsiteY92" fmla="*/ 257175 h 1012031"/>
                <a:gd name="connsiteX93" fmla="*/ 52387 w 759618"/>
                <a:gd name="connsiteY93" fmla="*/ 273844 h 1012031"/>
                <a:gd name="connsiteX94" fmla="*/ 35718 w 759618"/>
                <a:gd name="connsiteY94" fmla="*/ 254794 h 1012031"/>
                <a:gd name="connsiteX95" fmla="*/ 19050 w 759618"/>
                <a:gd name="connsiteY95" fmla="*/ 264319 h 1012031"/>
                <a:gd name="connsiteX96" fmla="*/ 0 w 759618"/>
                <a:gd name="connsiteY96" fmla="*/ 297656 h 1012031"/>
                <a:gd name="connsiteX97" fmla="*/ 26193 w 759618"/>
                <a:gd name="connsiteY97" fmla="*/ 283369 h 1012031"/>
                <a:gd name="connsiteX98" fmla="*/ 38100 w 759618"/>
                <a:gd name="connsiteY98" fmla="*/ 273844 h 1012031"/>
                <a:gd name="connsiteX99" fmla="*/ 52387 w 759618"/>
                <a:gd name="connsiteY99" fmla="*/ 288131 h 1012031"/>
                <a:gd name="connsiteX100" fmla="*/ 30956 w 759618"/>
                <a:gd name="connsiteY100" fmla="*/ 323850 h 1012031"/>
                <a:gd name="connsiteX101" fmla="*/ 69056 w 759618"/>
                <a:gd name="connsiteY101" fmla="*/ 300038 h 1012031"/>
                <a:gd name="connsiteX102" fmla="*/ 92868 w 759618"/>
                <a:gd name="connsiteY102" fmla="*/ 295275 h 1012031"/>
                <a:gd name="connsiteX103" fmla="*/ 114300 w 759618"/>
                <a:gd name="connsiteY103" fmla="*/ 300038 h 1012031"/>
                <a:gd name="connsiteX104" fmla="*/ 111918 w 759618"/>
                <a:gd name="connsiteY104" fmla="*/ 316706 h 1012031"/>
                <a:gd name="connsiteX105" fmla="*/ 92868 w 759618"/>
                <a:gd name="connsiteY105" fmla="*/ 311944 h 1012031"/>
                <a:gd name="connsiteX106" fmla="*/ 66675 w 759618"/>
                <a:gd name="connsiteY106" fmla="*/ 338138 h 1012031"/>
                <a:gd name="connsiteX107" fmla="*/ 69056 w 759618"/>
                <a:gd name="connsiteY107" fmla="*/ 359569 h 1012031"/>
                <a:gd name="connsiteX108" fmla="*/ 50006 w 759618"/>
                <a:gd name="connsiteY108" fmla="*/ 369094 h 1012031"/>
                <a:gd name="connsiteX109" fmla="*/ 59531 w 759618"/>
                <a:gd name="connsiteY109" fmla="*/ 385763 h 1012031"/>
                <a:gd name="connsiteX110" fmla="*/ 88106 w 759618"/>
                <a:gd name="connsiteY110" fmla="*/ 376238 h 1012031"/>
                <a:gd name="connsiteX111" fmla="*/ 116681 w 759618"/>
                <a:gd name="connsiteY111" fmla="*/ 378619 h 1012031"/>
                <a:gd name="connsiteX112" fmla="*/ 138112 w 759618"/>
                <a:gd name="connsiteY112" fmla="*/ 354806 h 1012031"/>
                <a:gd name="connsiteX113" fmla="*/ 164306 w 759618"/>
                <a:gd name="connsiteY113" fmla="*/ 335756 h 1012031"/>
                <a:gd name="connsiteX114" fmla="*/ 178593 w 759618"/>
                <a:gd name="connsiteY114" fmla="*/ 340519 h 1012031"/>
                <a:gd name="connsiteX115" fmla="*/ 157162 w 759618"/>
                <a:gd name="connsiteY115" fmla="*/ 366713 h 1012031"/>
                <a:gd name="connsiteX116" fmla="*/ 114300 w 759618"/>
                <a:gd name="connsiteY116" fmla="*/ 407194 h 1012031"/>
                <a:gd name="connsiteX117" fmla="*/ 73818 w 759618"/>
                <a:gd name="connsiteY117" fmla="*/ 411956 h 1012031"/>
                <a:gd name="connsiteX118" fmla="*/ 102393 w 759618"/>
                <a:gd name="connsiteY118" fmla="*/ 447675 h 1012031"/>
                <a:gd name="connsiteX119" fmla="*/ 133350 w 759618"/>
                <a:gd name="connsiteY119" fmla="*/ 419100 h 1012031"/>
                <a:gd name="connsiteX120" fmla="*/ 169068 w 759618"/>
                <a:gd name="connsiteY120" fmla="*/ 378619 h 1012031"/>
                <a:gd name="connsiteX121" fmla="*/ 209550 w 759618"/>
                <a:gd name="connsiteY121" fmla="*/ 371475 h 1012031"/>
                <a:gd name="connsiteX122" fmla="*/ 223837 w 759618"/>
                <a:gd name="connsiteY122" fmla="*/ 373856 h 1012031"/>
                <a:gd name="connsiteX123" fmla="*/ 183356 w 759618"/>
                <a:gd name="connsiteY123" fmla="*/ 402431 h 1012031"/>
                <a:gd name="connsiteX124" fmla="*/ 154781 w 759618"/>
                <a:gd name="connsiteY124" fmla="*/ 428625 h 1012031"/>
                <a:gd name="connsiteX125" fmla="*/ 147637 w 759618"/>
                <a:gd name="connsiteY125" fmla="*/ 454819 h 1012031"/>
                <a:gd name="connsiteX126" fmla="*/ 169068 w 759618"/>
                <a:gd name="connsiteY126" fmla="*/ 466725 h 1012031"/>
                <a:gd name="connsiteX127" fmla="*/ 197643 w 759618"/>
                <a:gd name="connsiteY127" fmla="*/ 454819 h 1012031"/>
                <a:gd name="connsiteX128" fmla="*/ 197643 w 759618"/>
                <a:gd name="connsiteY128" fmla="*/ 423863 h 1012031"/>
                <a:gd name="connsiteX129" fmla="*/ 211931 w 759618"/>
                <a:gd name="connsiteY129" fmla="*/ 411956 h 1012031"/>
                <a:gd name="connsiteX130" fmla="*/ 228600 w 759618"/>
                <a:gd name="connsiteY130" fmla="*/ 428625 h 1012031"/>
                <a:gd name="connsiteX131" fmla="*/ 254793 w 759618"/>
                <a:gd name="connsiteY131" fmla="*/ 423863 h 1012031"/>
                <a:gd name="connsiteX132" fmla="*/ 240506 w 759618"/>
                <a:gd name="connsiteY132" fmla="*/ 445294 h 1012031"/>
                <a:gd name="connsiteX133" fmla="*/ 216693 w 759618"/>
                <a:gd name="connsiteY133" fmla="*/ 452438 h 1012031"/>
                <a:gd name="connsiteX134" fmla="*/ 242887 w 759618"/>
                <a:gd name="connsiteY134" fmla="*/ 464344 h 1012031"/>
                <a:gd name="connsiteX135" fmla="*/ 304800 w 759618"/>
                <a:gd name="connsiteY135" fmla="*/ 411956 h 1012031"/>
                <a:gd name="connsiteX136" fmla="*/ 307181 w 759618"/>
                <a:gd name="connsiteY136" fmla="*/ 364331 h 1012031"/>
                <a:gd name="connsiteX137" fmla="*/ 378618 w 759618"/>
                <a:gd name="connsiteY137" fmla="*/ 311944 h 1012031"/>
                <a:gd name="connsiteX138" fmla="*/ 385762 w 759618"/>
                <a:gd name="connsiteY138" fmla="*/ 335756 h 1012031"/>
                <a:gd name="connsiteX139" fmla="*/ 357187 w 759618"/>
                <a:gd name="connsiteY139" fmla="*/ 359569 h 1012031"/>
                <a:gd name="connsiteX140" fmla="*/ 333375 w 759618"/>
                <a:gd name="connsiteY140" fmla="*/ 400050 h 1012031"/>
                <a:gd name="connsiteX141" fmla="*/ 333375 w 759618"/>
                <a:gd name="connsiteY141" fmla="*/ 414338 h 1012031"/>
                <a:gd name="connsiteX142" fmla="*/ 359568 w 759618"/>
                <a:gd name="connsiteY142" fmla="*/ 407194 h 1012031"/>
                <a:gd name="connsiteX143" fmla="*/ 381000 w 759618"/>
                <a:gd name="connsiteY143" fmla="*/ 414338 h 1012031"/>
                <a:gd name="connsiteX144" fmla="*/ 369093 w 759618"/>
                <a:gd name="connsiteY144" fmla="*/ 419100 h 1012031"/>
                <a:gd name="connsiteX145" fmla="*/ 338137 w 759618"/>
                <a:gd name="connsiteY145" fmla="*/ 428625 h 1012031"/>
                <a:gd name="connsiteX146" fmla="*/ 300037 w 759618"/>
                <a:gd name="connsiteY146" fmla="*/ 454819 h 1012031"/>
                <a:gd name="connsiteX147" fmla="*/ 345281 w 759618"/>
                <a:gd name="connsiteY147" fmla="*/ 461963 h 1012031"/>
                <a:gd name="connsiteX148" fmla="*/ 342900 w 759618"/>
                <a:gd name="connsiteY148" fmla="*/ 476250 h 1012031"/>
                <a:gd name="connsiteX149" fmla="*/ 292893 w 759618"/>
                <a:gd name="connsiteY149" fmla="*/ 478631 h 1012031"/>
                <a:gd name="connsiteX150" fmla="*/ 261937 w 759618"/>
                <a:gd name="connsiteY150" fmla="*/ 495300 h 1012031"/>
                <a:gd name="connsiteX151" fmla="*/ 228600 w 759618"/>
                <a:gd name="connsiteY151" fmla="*/ 504825 h 1012031"/>
                <a:gd name="connsiteX152" fmla="*/ 240506 w 759618"/>
                <a:gd name="connsiteY152" fmla="*/ 540544 h 1012031"/>
                <a:gd name="connsiteX153" fmla="*/ 257175 w 759618"/>
                <a:gd name="connsiteY153" fmla="*/ 557213 h 1012031"/>
                <a:gd name="connsiteX154" fmla="*/ 259556 w 759618"/>
                <a:gd name="connsiteY154" fmla="*/ 578644 h 1012031"/>
                <a:gd name="connsiteX155" fmla="*/ 290512 w 759618"/>
                <a:gd name="connsiteY155" fmla="*/ 585788 h 1012031"/>
                <a:gd name="connsiteX156" fmla="*/ 292893 w 759618"/>
                <a:gd name="connsiteY156" fmla="*/ 597694 h 1012031"/>
                <a:gd name="connsiteX157" fmla="*/ 273843 w 759618"/>
                <a:gd name="connsiteY157" fmla="*/ 616744 h 1012031"/>
                <a:gd name="connsiteX158" fmla="*/ 252412 w 759618"/>
                <a:gd name="connsiteY158" fmla="*/ 609600 h 1012031"/>
                <a:gd name="connsiteX159" fmla="*/ 235743 w 759618"/>
                <a:gd name="connsiteY159" fmla="*/ 607219 h 1012031"/>
                <a:gd name="connsiteX160" fmla="*/ 228600 w 759618"/>
                <a:gd name="connsiteY160" fmla="*/ 581025 h 1012031"/>
                <a:gd name="connsiteX161" fmla="*/ 204787 w 759618"/>
                <a:gd name="connsiteY161" fmla="*/ 547688 h 1012031"/>
                <a:gd name="connsiteX162" fmla="*/ 192881 w 759618"/>
                <a:gd name="connsiteY162" fmla="*/ 519113 h 1012031"/>
                <a:gd name="connsiteX163" fmla="*/ 166687 w 759618"/>
                <a:gd name="connsiteY163" fmla="*/ 507206 h 1012031"/>
                <a:gd name="connsiteX164" fmla="*/ 130968 w 759618"/>
                <a:gd name="connsiteY164" fmla="*/ 495300 h 1012031"/>
                <a:gd name="connsiteX165" fmla="*/ 135731 w 759618"/>
                <a:gd name="connsiteY165" fmla="*/ 535781 h 1012031"/>
                <a:gd name="connsiteX166" fmla="*/ 171450 w 759618"/>
                <a:gd name="connsiteY166" fmla="*/ 554831 h 1012031"/>
                <a:gd name="connsiteX167" fmla="*/ 164306 w 759618"/>
                <a:gd name="connsiteY167" fmla="*/ 569119 h 1012031"/>
                <a:gd name="connsiteX168" fmla="*/ 138112 w 759618"/>
                <a:gd name="connsiteY168" fmla="*/ 554831 h 1012031"/>
                <a:gd name="connsiteX169" fmla="*/ 173831 w 759618"/>
                <a:gd name="connsiteY169" fmla="*/ 595313 h 1012031"/>
                <a:gd name="connsiteX170" fmla="*/ 188118 w 759618"/>
                <a:gd name="connsiteY170" fmla="*/ 621506 h 1012031"/>
                <a:gd name="connsiteX171" fmla="*/ 197643 w 759618"/>
                <a:gd name="connsiteY171" fmla="*/ 642938 h 1012031"/>
                <a:gd name="connsiteX172" fmla="*/ 207168 w 759618"/>
                <a:gd name="connsiteY172" fmla="*/ 659606 h 1012031"/>
                <a:gd name="connsiteX173" fmla="*/ 207168 w 759618"/>
                <a:gd name="connsiteY173" fmla="*/ 659606 h 1012031"/>
                <a:gd name="connsiteX174" fmla="*/ 176212 w 759618"/>
                <a:gd name="connsiteY174" fmla="*/ 664369 h 1012031"/>
                <a:gd name="connsiteX175" fmla="*/ 200025 w 759618"/>
                <a:gd name="connsiteY175" fmla="*/ 681038 h 1012031"/>
                <a:gd name="connsiteX176" fmla="*/ 228600 w 759618"/>
                <a:gd name="connsiteY176" fmla="*/ 690563 h 1012031"/>
                <a:gd name="connsiteX177" fmla="*/ 242887 w 759618"/>
                <a:gd name="connsiteY177" fmla="*/ 685800 h 1012031"/>
                <a:gd name="connsiteX178" fmla="*/ 252412 w 759618"/>
                <a:gd name="connsiteY178" fmla="*/ 678656 h 1012031"/>
                <a:gd name="connsiteX179" fmla="*/ 264318 w 759618"/>
                <a:gd name="connsiteY179" fmla="*/ 704850 h 1012031"/>
                <a:gd name="connsiteX180" fmla="*/ 252412 w 759618"/>
                <a:gd name="connsiteY180" fmla="*/ 719138 h 1012031"/>
                <a:gd name="connsiteX181" fmla="*/ 235743 w 759618"/>
                <a:gd name="connsiteY181" fmla="*/ 745331 h 1012031"/>
                <a:gd name="connsiteX182" fmla="*/ 209550 w 759618"/>
                <a:gd name="connsiteY182" fmla="*/ 716756 h 1012031"/>
                <a:gd name="connsiteX183" fmla="*/ 185737 w 759618"/>
                <a:gd name="connsiteY183" fmla="*/ 704850 h 1012031"/>
                <a:gd name="connsiteX184" fmla="*/ 147637 w 759618"/>
                <a:gd name="connsiteY184" fmla="*/ 707231 h 1012031"/>
                <a:gd name="connsiteX185" fmla="*/ 135731 w 759618"/>
                <a:gd name="connsiteY185" fmla="*/ 716756 h 1012031"/>
                <a:gd name="connsiteX186" fmla="*/ 123825 w 759618"/>
                <a:gd name="connsiteY186" fmla="*/ 735806 h 1012031"/>
                <a:gd name="connsiteX187" fmla="*/ 114300 w 759618"/>
                <a:gd name="connsiteY187" fmla="*/ 766763 h 1012031"/>
                <a:gd name="connsiteX188" fmla="*/ 126206 w 759618"/>
                <a:gd name="connsiteY188" fmla="*/ 781050 h 1012031"/>
                <a:gd name="connsiteX189" fmla="*/ 145256 w 759618"/>
                <a:gd name="connsiteY189" fmla="*/ 757238 h 1012031"/>
                <a:gd name="connsiteX190" fmla="*/ 145256 w 759618"/>
                <a:gd name="connsiteY190" fmla="*/ 757238 h 1012031"/>
                <a:gd name="connsiteX191" fmla="*/ 152400 w 759618"/>
                <a:gd name="connsiteY191" fmla="*/ 778669 h 1012031"/>
                <a:gd name="connsiteX192" fmla="*/ 142875 w 759618"/>
                <a:gd name="connsiteY192" fmla="*/ 790575 h 1012031"/>
                <a:gd name="connsiteX193" fmla="*/ 173831 w 759618"/>
                <a:gd name="connsiteY193" fmla="*/ 776288 h 1012031"/>
                <a:gd name="connsiteX194" fmla="*/ 169068 w 759618"/>
                <a:gd name="connsiteY194" fmla="*/ 752475 h 1012031"/>
                <a:gd name="connsiteX195" fmla="*/ 183356 w 759618"/>
                <a:gd name="connsiteY195" fmla="*/ 747713 h 1012031"/>
                <a:gd name="connsiteX196" fmla="*/ 183356 w 759618"/>
                <a:gd name="connsiteY196" fmla="*/ 766763 h 1012031"/>
                <a:gd name="connsiteX197" fmla="*/ 188118 w 759618"/>
                <a:gd name="connsiteY197" fmla="*/ 778669 h 1012031"/>
                <a:gd name="connsiteX198" fmla="*/ 200025 w 759618"/>
                <a:gd name="connsiteY198" fmla="*/ 783431 h 1012031"/>
                <a:gd name="connsiteX199" fmla="*/ 197643 w 759618"/>
                <a:gd name="connsiteY199" fmla="*/ 797719 h 1012031"/>
                <a:gd name="connsiteX200" fmla="*/ 178593 w 759618"/>
                <a:gd name="connsiteY200" fmla="*/ 802481 h 1012031"/>
                <a:gd name="connsiteX201" fmla="*/ 166687 w 759618"/>
                <a:gd name="connsiteY201" fmla="*/ 812006 h 1012031"/>
                <a:gd name="connsiteX202" fmla="*/ 180975 w 759618"/>
                <a:gd name="connsiteY202" fmla="*/ 816769 h 1012031"/>
                <a:gd name="connsiteX203" fmla="*/ 173831 w 759618"/>
                <a:gd name="connsiteY203" fmla="*/ 838200 h 1012031"/>
                <a:gd name="connsiteX204" fmla="*/ 190500 w 759618"/>
                <a:gd name="connsiteY204" fmla="*/ 842963 h 1012031"/>
                <a:gd name="connsiteX205" fmla="*/ 190500 w 759618"/>
                <a:gd name="connsiteY205" fmla="*/ 842963 h 1012031"/>
                <a:gd name="connsiteX206" fmla="*/ 226218 w 759618"/>
                <a:gd name="connsiteY206" fmla="*/ 814388 h 1012031"/>
                <a:gd name="connsiteX207" fmla="*/ 230981 w 759618"/>
                <a:gd name="connsiteY207" fmla="*/ 795338 h 1012031"/>
                <a:gd name="connsiteX208" fmla="*/ 247650 w 759618"/>
                <a:gd name="connsiteY208" fmla="*/ 804863 h 1012031"/>
                <a:gd name="connsiteX209" fmla="*/ 228600 w 759618"/>
                <a:gd name="connsiteY209" fmla="*/ 842963 h 1012031"/>
                <a:gd name="connsiteX210" fmla="*/ 204787 w 759618"/>
                <a:gd name="connsiteY210" fmla="*/ 869156 h 1012031"/>
                <a:gd name="connsiteX211" fmla="*/ 192881 w 759618"/>
                <a:gd name="connsiteY211" fmla="*/ 873919 h 1012031"/>
                <a:gd name="connsiteX212" fmla="*/ 171450 w 759618"/>
                <a:gd name="connsiteY212" fmla="*/ 888206 h 1012031"/>
                <a:gd name="connsiteX213" fmla="*/ 142875 w 759618"/>
                <a:gd name="connsiteY213" fmla="*/ 859631 h 1012031"/>
                <a:gd name="connsiteX214" fmla="*/ 126206 w 759618"/>
                <a:gd name="connsiteY214" fmla="*/ 831056 h 1012031"/>
                <a:gd name="connsiteX215" fmla="*/ 104775 w 759618"/>
                <a:gd name="connsiteY215" fmla="*/ 828675 h 1012031"/>
                <a:gd name="connsiteX216" fmla="*/ 85725 w 759618"/>
                <a:gd name="connsiteY216" fmla="*/ 845344 h 1012031"/>
                <a:gd name="connsiteX217" fmla="*/ 100012 w 759618"/>
                <a:gd name="connsiteY217" fmla="*/ 864394 h 1012031"/>
                <a:gd name="connsiteX218" fmla="*/ 111918 w 759618"/>
                <a:gd name="connsiteY218" fmla="*/ 878681 h 1012031"/>
                <a:gd name="connsiteX219" fmla="*/ 123825 w 759618"/>
                <a:gd name="connsiteY219" fmla="*/ 888206 h 1012031"/>
                <a:gd name="connsiteX220" fmla="*/ 133350 w 759618"/>
                <a:gd name="connsiteY220" fmla="*/ 909638 h 1012031"/>
                <a:gd name="connsiteX221" fmla="*/ 109537 w 759618"/>
                <a:gd name="connsiteY221" fmla="*/ 921544 h 1012031"/>
                <a:gd name="connsiteX222" fmla="*/ 90487 w 759618"/>
                <a:gd name="connsiteY222" fmla="*/ 909638 h 1012031"/>
                <a:gd name="connsiteX223" fmla="*/ 71437 w 759618"/>
                <a:gd name="connsiteY223" fmla="*/ 935831 h 1012031"/>
                <a:gd name="connsiteX224" fmla="*/ 61912 w 759618"/>
                <a:gd name="connsiteY224" fmla="*/ 971550 h 1012031"/>
                <a:gd name="connsiteX225" fmla="*/ 80962 w 759618"/>
                <a:gd name="connsiteY225" fmla="*/ 954881 h 1012031"/>
                <a:gd name="connsiteX226" fmla="*/ 95250 w 759618"/>
                <a:gd name="connsiteY226" fmla="*/ 978694 h 1012031"/>
                <a:gd name="connsiteX227" fmla="*/ 109537 w 759618"/>
                <a:gd name="connsiteY227" fmla="*/ 964406 h 1012031"/>
                <a:gd name="connsiteX228" fmla="*/ 119062 w 759618"/>
                <a:gd name="connsiteY228" fmla="*/ 981075 h 1012031"/>
                <a:gd name="connsiteX229" fmla="*/ 126206 w 759618"/>
                <a:gd name="connsiteY229" fmla="*/ 959644 h 1012031"/>
                <a:gd name="connsiteX230" fmla="*/ 145256 w 759618"/>
                <a:gd name="connsiteY230" fmla="*/ 985838 h 1012031"/>
                <a:gd name="connsiteX231" fmla="*/ 169068 w 759618"/>
                <a:gd name="connsiteY231" fmla="*/ 1004888 h 1012031"/>
                <a:gd name="connsiteX232" fmla="*/ 161925 w 759618"/>
                <a:gd name="connsiteY232" fmla="*/ 978694 h 1012031"/>
                <a:gd name="connsiteX233" fmla="*/ 171450 w 759618"/>
                <a:gd name="connsiteY233" fmla="*/ 964406 h 1012031"/>
                <a:gd name="connsiteX234" fmla="*/ 180975 w 759618"/>
                <a:gd name="connsiteY234" fmla="*/ 973931 h 1012031"/>
                <a:gd name="connsiteX235" fmla="*/ 188118 w 759618"/>
                <a:gd name="connsiteY235" fmla="*/ 962025 h 1012031"/>
                <a:gd name="connsiteX236" fmla="*/ 197643 w 759618"/>
                <a:gd name="connsiteY236" fmla="*/ 981075 h 1012031"/>
                <a:gd name="connsiteX237" fmla="*/ 209550 w 759618"/>
                <a:gd name="connsiteY237" fmla="*/ 962025 h 1012031"/>
                <a:gd name="connsiteX238" fmla="*/ 228600 w 759618"/>
                <a:gd name="connsiteY238" fmla="*/ 983456 h 1012031"/>
                <a:gd name="connsiteX239" fmla="*/ 235743 w 759618"/>
                <a:gd name="connsiteY239" fmla="*/ 959644 h 1012031"/>
                <a:gd name="connsiteX240" fmla="*/ 254793 w 759618"/>
                <a:gd name="connsiteY240" fmla="*/ 973931 h 1012031"/>
                <a:gd name="connsiteX241" fmla="*/ 271462 w 759618"/>
                <a:gd name="connsiteY241" fmla="*/ 983456 h 1012031"/>
                <a:gd name="connsiteX242" fmla="*/ 278606 w 759618"/>
                <a:gd name="connsiteY242" fmla="*/ 1000125 h 1012031"/>
                <a:gd name="connsiteX243" fmla="*/ 269081 w 759618"/>
                <a:gd name="connsiteY243" fmla="*/ 1012031 h 1012031"/>
                <a:gd name="connsiteX244" fmla="*/ 316706 w 759618"/>
                <a:gd name="connsiteY244" fmla="*/ 976313 h 1012031"/>
                <a:gd name="connsiteX245" fmla="*/ 335756 w 759618"/>
                <a:gd name="connsiteY245" fmla="*/ 969169 h 1012031"/>
                <a:gd name="connsiteX246" fmla="*/ 342900 w 759618"/>
                <a:gd name="connsiteY246" fmla="*/ 950119 h 1012031"/>
                <a:gd name="connsiteX247" fmla="*/ 342900 w 759618"/>
                <a:gd name="connsiteY247" fmla="*/ 926306 h 1012031"/>
                <a:gd name="connsiteX248" fmla="*/ 321468 w 759618"/>
                <a:gd name="connsiteY248" fmla="*/ 935831 h 1012031"/>
                <a:gd name="connsiteX249" fmla="*/ 307181 w 759618"/>
                <a:gd name="connsiteY249" fmla="*/ 926306 h 1012031"/>
                <a:gd name="connsiteX250" fmla="*/ 307181 w 759618"/>
                <a:gd name="connsiteY250" fmla="*/ 900113 h 1012031"/>
                <a:gd name="connsiteX251" fmla="*/ 290512 w 759618"/>
                <a:gd name="connsiteY251" fmla="*/ 916781 h 1012031"/>
                <a:gd name="connsiteX252" fmla="*/ 269081 w 759618"/>
                <a:gd name="connsiteY252" fmla="*/ 892969 h 1012031"/>
                <a:gd name="connsiteX253" fmla="*/ 252412 w 759618"/>
                <a:gd name="connsiteY253" fmla="*/ 919163 h 1012031"/>
                <a:gd name="connsiteX254" fmla="*/ 233362 w 759618"/>
                <a:gd name="connsiteY254" fmla="*/ 902494 h 1012031"/>
                <a:gd name="connsiteX255" fmla="*/ 254793 w 759618"/>
                <a:gd name="connsiteY255" fmla="*/ 888206 h 1012031"/>
                <a:gd name="connsiteX256" fmla="*/ 254793 w 759618"/>
                <a:gd name="connsiteY256" fmla="*/ 862013 h 1012031"/>
                <a:gd name="connsiteX257" fmla="*/ 278606 w 759618"/>
                <a:gd name="connsiteY257" fmla="*/ 876300 h 1012031"/>
                <a:gd name="connsiteX258" fmla="*/ 307181 w 759618"/>
                <a:gd name="connsiteY258" fmla="*/ 885825 h 1012031"/>
                <a:gd name="connsiteX259" fmla="*/ 323850 w 759618"/>
                <a:gd name="connsiteY259" fmla="*/ 878681 h 1012031"/>
                <a:gd name="connsiteX260" fmla="*/ 338137 w 759618"/>
                <a:gd name="connsiteY260" fmla="*/ 869156 h 1012031"/>
                <a:gd name="connsiteX261" fmla="*/ 338137 w 759618"/>
                <a:gd name="connsiteY261" fmla="*/ 847725 h 1012031"/>
                <a:gd name="connsiteX262" fmla="*/ 335756 w 759618"/>
                <a:gd name="connsiteY262" fmla="*/ 823913 h 1012031"/>
                <a:gd name="connsiteX263" fmla="*/ 338137 w 759618"/>
                <a:gd name="connsiteY263" fmla="*/ 797719 h 1012031"/>
                <a:gd name="connsiteX264" fmla="*/ 364331 w 759618"/>
                <a:gd name="connsiteY264" fmla="*/ 814388 h 1012031"/>
                <a:gd name="connsiteX265" fmla="*/ 392906 w 759618"/>
                <a:gd name="connsiteY265" fmla="*/ 795338 h 1012031"/>
                <a:gd name="connsiteX266" fmla="*/ 373856 w 759618"/>
                <a:gd name="connsiteY266" fmla="*/ 783431 h 1012031"/>
                <a:gd name="connsiteX267" fmla="*/ 395287 w 759618"/>
                <a:gd name="connsiteY267" fmla="*/ 776288 h 1012031"/>
                <a:gd name="connsiteX268" fmla="*/ 407193 w 759618"/>
                <a:gd name="connsiteY268" fmla="*/ 762000 h 1012031"/>
                <a:gd name="connsiteX269" fmla="*/ 388143 w 759618"/>
                <a:gd name="connsiteY269" fmla="*/ 752475 h 1012031"/>
                <a:gd name="connsiteX270" fmla="*/ 404812 w 759618"/>
                <a:gd name="connsiteY270" fmla="*/ 738188 h 1012031"/>
                <a:gd name="connsiteX271" fmla="*/ 423862 w 759618"/>
                <a:gd name="connsiteY271" fmla="*/ 707231 h 1012031"/>
                <a:gd name="connsiteX272" fmla="*/ 383381 w 759618"/>
                <a:gd name="connsiteY272" fmla="*/ 697706 h 1012031"/>
                <a:gd name="connsiteX273" fmla="*/ 381000 w 759618"/>
                <a:gd name="connsiteY273" fmla="*/ 690563 h 1012031"/>
                <a:gd name="connsiteX274" fmla="*/ 350043 w 759618"/>
                <a:gd name="connsiteY274" fmla="*/ 690563 h 1012031"/>
                <a:gd name="connsiteX275" fmla="*/ 335756 w 759618"/>
                <a:gd name="connsiteY275" fmla="*/ 676275 h 1012031"/>
                <a:gd name="connsiteX276" fmla="*/ 354806 w 759618"/>
                <a:gd name="connsiteY276" fmla="*/ 654844 h 1012031"/>
                <a:gd name="connsiteX277" fmla="*/ 390525 w 759618"/>
                <a:gd name="connsiteY277" fmla="*/ 657225 h 1012031"/>
                <a:gd name="connsiteX278" fmla="*/ 416718 w 759618"/>
                <a:gd name="connsiteY278" fmla="*/ 683419 h 1012031"/>
                <a:gd name="connsiteX279" fmla="*/ 428625 w 759618"/>
                <a:gd name="connsiteY279" fmla="*/ 647700 h 1012031"/>
                <a:gd name="connsiteX280" fmla="*/ 397668 w 759618"/>
                <a:gd name="connsiteY280" fmla="*/ 640556 h 1012031"/>
                <a:gd name="connsiteX281" fmla="*/ 359568 w 759618"/>
                <a:gd name="connsiteY281" fmla="*/ 631031 h 1012031"/>
                <a:gd name="connsiteX282" fmla="*/ 371475 w 759618"/>
                <a:gd name="connsiteY282" fmla="*/ 619125 h 1012031"/>
                <a:gd name="connsiteX283" fmla="*/ 395287 w 759618"/>
                <a:gd name="connsiteY283" fmla="*/ 616744 h 1012031"/>
                <a:gd name="connsiteX284" fmla="*/ 416718 w 759618"/>
                <a:gd name="connsiteY284" fmla="*/ 628650 h 1012031"/>
                <a:gd name="connsiteX285" fmla="*/ 442912 w 759618"/>
                <a:gd name="connsiteY285" fmla="*/ 607219 h 1012031"/>
                <a:gd name="connsiteX286" fmla="*/ 452437 w 759618"/>
                <a:gd name="connsiteY286" fmla="*/ 592931 h 1012031"/>
                <a:gd name="connsiteX287" fmla="*/ 428625 w 759618"/>
                <a:gd name="connsiteY287" fmla="*/ 576263 h 1012031"/>
                <a:gd name="connsiteX288" fmla="*/ 440531 w 759618"/>
                <a:gd name="connsiteY288" fmla="*/ 564356 h 1012031"/>
                <a:gd name="connsiteX289" fmla="*/ 464343 w 759618"/>
                <a:gd name="connsiteY289" fmla="*/ 578644 h 1012031"/>
                <a:gd name="connsiteX290" fmla="*/ 497681 w 759618"/>
                <a:gd name="connsiteY290" fmla="*/ 590550 h 1012031"/>
                <a:gd name="connsiteX291" fmla="*/ 511968 w 759618"/>
                <a:gd name="connsiteY291" fmla="*/ 557213 h 1012031"/>
                <a:gd name="connsiteX292" fmla="*/ 526256 w 759618"/>
                <a:gd name="connsiteY292" fmla="*/ 528638 h 1012031"/>
                <a:gd name="connsiteX293" fmla="*/ 502443 w 759618"/>
                <a:gd name="connsiteY293" fmla="*/ 531019 h 1012031"/>
                <a:gd name="connsiteX294" fmla="*/ 488156 w 759618"/>
                <a:gd name="connsiteY294" fmla="*/ 519113 h 1012031"/>
                <a:gd name="connsiteX295" fmla="*/ 542924 w 759618"/>
                <a:gd name="connsiteY295" fmla="*/ 511969 h 1012031"/>
                <a:gd name="connsiteX0" fmla="*/ 542924 w 759618"/>
                <a:gd name="connsiteY0" fmla="*/ 511969 h 1012031"/>
                <a:gd name="connsiteX1" fmla="*/ 526257 w 759618"/>
                <a:gd name="connsiteY1" fmla="*/ 447676 h 1012031"/>
                <a:gd name="connsiteX2" fmla="*/ 581024 w 759618"/>
                <a:gd name="connsiteY2" fmla="*/ 464343 h 1012031"/>
                <a:gd name="connsiteX3" fmla="*/ 545306 w 759618"/>
                <a:gd name="connsiteY3" fmla="*/ 428625 h 1012031"/>
                <a:gd name="connsiteX4" fmla="*/ 626268 w 759618"/>
                <a:gd name="connsiteY4" fmla="*/ 357188 h 1012031"/>
                <a:gd name="connsiteX5" fmla="*/ 678656 w 759618"/>
                <a:gd name="connsiteY5" fmla="*/ 307181 h 1012031"/>
                <a:gd name="connsiteX6" fmla="*/ 600075 w 759618"/>
                <a:gd name="connsiteY6" fmla="*/ 335756 h 1012031"/>
                <a:gd name="connsiteX7" fmla="*/ 554831 w 759618"/>
                <a:gd name="connsiteY7" fmla="*/ 373856 h 1012031"/>
                <a:gd name="connsiteX8" fmla="*/ 535781 w 759618"/>
                <a:gd name="connsiteY8" fmla="*/ 369094 h 1012031"/>
                <a:gd name="connsiteX9" fmla="*/ 597693 w 759618"/>
                <a:gd name="connsiteY9" fmla="*/ 309563 h 1012031"/>
                <a:gd name="connsiteX10" fmla="*/ 573881 w 759618"/>
                <a:gd name="connsiteY10" fmla="*/ 288131 h 1012031"/>
                <a:gd name="connsiteX11" fmla="*/ 561975 w 759618"/>
                <a:gd name="connsiteY11" fmla="*/ 261938 h 1012031"/>
                <a:gd name="connsiteX12" fmla="*/ 614362 w 759618"/>
                <a:gd name="connsiteY12" fmla="*/ 292894 h 1012031"/>
                <a:gd name="connsiteX13" fmla="*/ 650081 w 759618"/>
                <a:gd name="connsiteY13" fmla="*/ 290513 h 1012031"/>
                <a:gd name="connsiteX14" fmla="*/ 650081 w 759618"/>
                <a:gd name="connsiteY14" fmla="*/ 273844 h 1012031"/>
                <a:gd name="connsiteX15" fmla="*/ 678656 w 759618"/>
                <a:gd name="connsiteY15" fmla="*/ 271463 h 1012031"/>
                <a:gd name="connsiteX16" fmla="*/ 721518 w 759618"/>
                <a:gd name="connsiteY16" fmla="*/ 221456 h 1012031"/>
                <a:gd name="connsiteX17" fmla="*/ 759618 w 759618"/>
                <a:gd name="connsiteY17" fmla="*/ 150019 h 1012031"/>
                <a:gd name="connsiteX18" fmla="*/ 738187 w 759618"/>
                <a:gd name="connsiteY18" fmla="*/ 126206 h 1012031"/>
                <a:gd name="connsiteX19" fmla="*/ 704850 w 759618"/>
                <a:gd name="connsiteY19" fmla="*/ 121444 h 1012031"/>
                <a:gd name="connsiteX20" fmla="*/ 692943 w 759618"/>
                <a:gd name="connsiteY20" fmla="*/ 73819 h 1012031"/>
                <a:gd name="connsiteX21" fmla="*/ 669131 w 759618"/>
                <a:gd name="connsiteY21" fmla="*/ 59531 h 1012031"/>
                <a:gd name="connsiteX22" fmla="*/ 628650 w 759618"/>
                <a:gd name="connsiteY22" fmla="*/ 78581 h 1012031"/>
                <a:gd name="connsiteX23" fmla="*/ 614362 w 759618"/>
                <a:gd name="connsiteY23" fmla="*/ 102394 h 1012031"/>
                <a:gd name="connsiteX24" fmla="*/ 588168 w 759618"/>
                <a:gd name="connsiteY24" fmla="*/ 114300 h 1012031"/>
                <a:gd name="connsiteX25" fmla="*/ 576262 w 759618"/>
                <a:gd name="connsiteY25" fmla="*/ 107156 h 1012031"/>
                <a:gd name="connsiteX26" fmla="*/ 592931 w 759618"/>
                <a:gd name="connsiteY26" fmla="*/ 85725 h 1012031"/>
                <a:gd name="connsiteX27" fmla="*/ 621506 w 759618"/>
                <a:gd name="connsiteY27" fmla="*/ 50006 h 1012031"/>
                <a:gd name="connsiteX28" fmla="*/ 585787 w 759618"/>
                <a:gd name="connsiteY28" fmla="*/ 33338 h 1012031"/>
                <a:gd name="connsiteX29" fmla="*/ 557212 w 759618"/>
                <a:gd name="connsiteY29" fmla="*/ 38100 h 1012031"/>
                <a:gd name="connsiteX30" fmla="*/ 540543 w 759618"/>
                <a:gd name="connsiteY30" fmla="*/ 16669 h 1012031"/>
                <a:gd name="connsiteX31" fmla="*/ 526256 w 759618"/>
                <a:gd name="connsiteY31" fmla="*/ 16669 h 1012031"/>
                <a:gd name="connsiteX32" fmla="*/ 519112 w 759618"/>
                <a:gd name="connsiteY32" fmla="*/ 28575 h 1012031"/>
                <a:gd name="connsiteX33" fmla="*/ 533400 w 759618"/>
                <a:gd name="connsiteY33" fmla="*/ 61913 h 1012031"/>
                <a:gd name="connsiteX34" fmla="*/ 519112 w 759618"/>
                <a:gd name="connsiteY34" fmla="*/ 69056 h 1012031"/>
                <a:gd name="connsiteX35" fmla="*/ 500062 w 759618"/>
                <a:gd name="connsiteY35" fmla="*/ 33338 h 1012031"/>
                <a:gd name="connsiteX36" fmla="*/ 495300 w 759618"/>
                <a:gd name="connsiteY36" fmla="*/ 0 h 1012031"/>
                <a:gd name="connsiteX37" fmla="*/ 466725 w 759618"/>
                <a:gd name="connsiteY37" fmla="*/ 40481 h 1012031"/>
                <a:gd name="connsiteX38" fmla="*/ 466725 w 759618"/>
                <a:gd name="connsiteY38" fmla="*/ 61913 h 1012031"/>
                <a:gd name="connsiteX39" fmla="*/ 490537 w 759618"/>
                <a:gd name="connsiteY39" fmla="*/ 80963 h 1012031"/>
                <a:gd name="connsiteX40" fmla="*/ 490537 w 759618"/>
                <a:gd name="connsiteY40" fmla="*/ 100013 h 1012031"/>
                <a:gd name="connsiteX41" fmla="*/ 464343 w 759618"/>
                <a:gd name="connsiteY41" fmla="*/ 95250 h 1012031"/>
                <a:gd name="connsiteX42" fmla="*/ 442912 w 759618"/>
                <a:gd name="connsiteY42" fmla="*/ 64294 h 1012031"/>
                <a:gd name="connsiteX43" fmla="*/ 433387 w 759618"/>
                <a:gd name="connsiteY43" fmla="*/ 40481 h 1012031"/>
                <a:gd name="connsiteX44" fmla="*/ 414337 w 759618"/>
                <a:gd name="connsiteY44" fmla="*/ 33338 h 1012031"/>
                <a:gd name="connsiteX45" fmla="*/ 383381 w 759618"/>
                <a:gd name="connsiteY45" fmla="*/ 38100 h 1012031"/>
                <a:gd name="connsiteX46" fmla="*/ 376237 w 759618"/>
                <a:gd name="connsiteY46" fmla="*/ 42863 h 1012031"/>
                <a:gd name="connsiteX47" fmla="*/ 378618 w 759618"/>
                <a:gd name="connsiteY47" fmla="*/ 69056 h 1012031"/>
                <a:gd name="connsiteX48" fmla="*/ 402431 w 759618"/>
                <a:gd name="connsiteY48" fmla="*/ 88106 h 1012031"/>
                <a:gd name="connsiteX49" fmla="*/ 416718 w 759618"/>
                <a:gd name="connsiteY49" fmla="*/ 109538 h 1012031"/>
                <a:gd name="connsiteX50" fmla="*/ 402431 w 759618"/>
                <a:gd name="connsiteY50" fmla="*/ 145256 h 1012031"/>
                <a:gd name="connsiteX51" fmla="*/ 385762 w 759618"/>
                <a:gd name="connsiteY51" fmla="*/ 135731 h 1012031"/>
                <a:gd name="connsiteX52" fmla="*/ 381000 w 759618"/>
                <a:gd name="connsiteY52" fmla="*/ 104775 h 1012031"/>
                <a:gd name="connsiteX53" fmla="*/ 352425 w 759618"/>
                <a:gd name="connsiteY53" fmla="*/ 59531 h 1012031"/>
                <a:gd name="connsiteX54" fmla="*/ 333375 w 759618"/>
                <a:gd name="connsiteY54" fmla="*/ 69056 h 1012031"/>
                <a:gd name="connsiteX55" fmla="*/ 323850 w 759618"/>
                <a:gd name="connsiteY55" fmla="*/ 50006 h 1012031"/>
                <a:gd name="connsiteX56" fmla="*/ 302418 w 759618"/>
                <a:gd name="connsiteY56" fmla="*/ 42863 h 1012031"/>
                <a:gd name="connsiteX57" fmla="*/ 290512 w 759618"/>
                <a:gd name="connsiteY57" fmla="*/ 64294 h 1012031"/>
                <a:gd name="connsiteX58" fmla="*/ 304800 w 759618"/>
                <a:gd name="connsiteY58" fmla="*/ 76200 h 1012031"/>
                <a:gd name="connsiteX59" fmla="*/ 323850 w 759618"/>
                <a:gd name="connsiteY59" fmla="*/ 92869 h 1012031"/>
                <a:gd name="connsiteX60" fmla="*/ 335756 w 759618"/>
                <a:gd name="connsiteY60" fmla="*/ 100013 h 1012031"/>
                <a:gd name="connsiteX61" fmla="*/ 328612 w 759618"/>
                <a:gd name="connsiteY61" fmla="*/ 111919 h 1012031"/>
                <a:gd name="connsiteX62" fmla="*/ 307181 w 759618"/>
                <a:gd name="connsiteY62" fmla="*/ 100013 h 1012031"/>
                <a:gd name="connsiteX63" fmla="*/ 264318 w 759618"/>
                <a:gd name="connsiteY63" fmla="*/ 76200 h 1012031"/>
                <a:gd name="connsiteX64" fmla="*/ 280987 w 759618"/>
                <a:gd name="connsiteY64" fmla="*/ 114300 h 1012031"/>
                <a:gd name="connsiteX65" fmla="*/ 292893 w 759618"/>
                <a:gd name="connsiteY65" fmla="*/ 130969 h 1012031"/>
                <a:gd name="connsiteX66" fmla="*/ 280987 w 759618"/>
                <a:gd name="connsiteY66" fmla="*/ 140494 h 1012031"/>
                <a:gd name="connsiteX67" fmla="*/ 247650 w 759618"/>
                <a:gd name="connsiteY67" fmla="*/ 100013 h 1012031"/>
                <a:gd name="connsiteX68" fmla="*/ 261937 w 759618"/>
                <a:gd name="connsiteY68" fmla="*/ 142875 h 1012031"/>
                <a:gd name="connsiteX69" fmla="*/ 242887 w 759618"/>
                <a:gd name="connsiteY69" fmla="*/ 150019 h 1012031"/>
                <a:gd name="connsiteX70" fmla="*/ 257175 w 759618"/>
                <a:gd name="connsiteY70" fmla="*/ 178594 h 1012031"/>
                <a:gd name="connsiteX71" fmla="*/ 278606 w 759618"/>
                <a:gd name="connsiteY71" fmla="*/ 195263 h 1012031"/>
                <a:gd name="connsiteX72" fmla="*/ 307181 w 759618"/>
                <a:gd name="connsiteY72" fmla="*/ 228600 h 1012031"/>
                <a:gd name="connsiteX73" fmla="*/ 316706 w 759618"/>
                <a:gd name="connsiteY73" fmla="*/ 254794 h 1012031"/>
                <a:gd name="connsiteX74" fmla="*/ 316706 w 759618"/>
                <a:gd name="connsiteY74" fmla="*/ 254794 h 1012031"/>
                <a:gd name="connsiteX75" fmla="*/ 285750 w 759618"/>
                <a:gd name="connsiteY75" fmla="*/ 235744 h 1012031"/>
                <a:gd name="connsiteX76" fmla="*/ 238125 w 759618"/>
                <a:gd name="connsiteY76" fmla="*/ 221456 h 1012031"/>
                <a:gd name="connsiteX77" fmla="*/ 223837 w 759618"/>
                <a:gd name="connsiteY77" fmla="*/ 195263 h 1012031"/>
                <a:gd name="connsiteX78" fmla="*/ 204787 w 759618"/>
                <a:gd name="connsiteY78" fmla="*/ 166688 h 1012031"/>
                <a:gd name="connsiteX79" fmla="*/ 166687 w 759618"/>
                <a:gd name="connsiteY79" fmla="*/ 130969 h 1012031"/>
                <a:gd name="connsiteX80" fmla="*/ 166687 w 759618"/>
                <a:gd name="connsiteY80" fmla="*/ 157163 h 1012031"/>
                <a:gd name="connsiteX81" fmla="*/ 173831 w 759618"/>
                <a:gd name="connsiteY81" fmla="*/ 176213 h 1012031"/>
                <a:gd name="connsiteX82" fmla="*/ 171450 w 759618"/>
                <a:gd name="connsiteY82" fmla="*/ 188119 h 1012031"/>
                <a:gd name="connsiteX83" fmla="*/ 152400 w 759618"/>
                <a:gd name="connsiteY83" fmla="*/ 195263 h 1012031"/>
                <a:gd name="connsiteX84" fmla="*/ 128587 w 759618"/>
                <a:gd name="connsiteY84" fmla="*/ 190500 h 1012031"/>
                <a:gd name="connsiteX85" fmla="*/ 178593 w 759618"/>
                <a:gd name="connsiteY85" fmla="*/ 214313 h 1012031"/>
                <a:gd name="connsiteX86" fmla="*/ 188118 w 759618"/>
                <a:gd name="connsiteY86" fmla="*/ 228600 h 1012031"/>
                <a:gd name="connsiteX87" fmla="*/ 185737 w 759618"/>
                <a:gd name="connsiteY87" fmla="*/ 250031 h 1012031"/>
                <a:gd name="connsiteX88" fmla="*/ 157162 w 759618"/>
                <a:gd name="connsiteY88" fmla="*/ 228600 h 1012031"/>
                <a:gd name="connsiteX89" fmla="*/ 121443 w 759618"/>
                <a:gd name="connsiteY89" fmla="*/ 223838 h 1012031"/>
                <a:gd name="connsiteX90" fmla="*/ 97631 w 759618"/>
                <a:gd name="connsiteY90" fmla="*/ 211931 h 1012031"/>
                <a:gd name="connsiteX91" fmla="*/ 73818 w 759618"/>
                <a:gd name="connsiteY91" fmla="*/ 235744 h 1012031"/>
                <a:gd name="connsiteX92" fmla="*/ 73818 w 759618"/>
                <a:gd name="connsiteY92" fmla="*/ 257175 h 1012031"/>
                <a:gd name="connsiteX93" fmla="*/ 52387 w 759618"/>
                <a:gd name="connsiteY93" fmla="*/ 273844 h 1012031"/>
                <a:gd name="connsiteX94" fmla="*/ 35718 w 759618"/>
                <a:gd name="connsiteY94" fmla="*/ 254794 h 1012031"/>
                <a:gd name="connsiteX95" fmla="*/ 19050 w 759618"/>
                <a:gd name="connsiteY95" fmla="*/ 264319 h 1012031"/>
                <a:gd name="connsiteX96" fmla="*/ 0 w 759618"/>
                <a:gd name="connsiteY96" fmla="*/ 297656 h 1012031"/>
                <a:gd name="connsiteX97" fmla="*/ 26193 w 759618"/>
                <a:gd name="connsiteY97" fmla="*/ 283369 h 1012031"/>
                <a:gd name="connsiteX98" fmla="*/ 38100 w 759618"/>
                <a:gd name="connsiteY98" fmla="*/ 273844 h 1012031"/>
                <a:gd name="connsiteX99" fmla="*/ 52387 w 759618"/>
                <a:gd name="connsiteY99" fmla="*/ 288131 h 1012031"/>
                <a:gd name="connsiteX100" fmla="*/ 30956 w 759618"/>
                <a:gd name="connsiteY100" fmla="*/ 323850 h 1012031"/>
                <a:gd name="connsiteX101" fmla="*/ 69056 w 759618"/>
                <a:gd name="connsiteY101" fmla="*/ 300038 h 1012031"/>
                <a:gd name="connsiteX102" fmla="*/ 92868 w 759618"/>
                <a:gd name="connsiteY102" fmla="*/ 295275 h 1012031"/>
                <a:gd name="connsiteX103" fmla="*/ 114300 w 759618"/>
                <a:gd name="connsiteY103" fmla="*/ 300038 h 1012031"/>
                <a:gd name="connsiteX104" fmla="*/ 111918 w 759618"/>
                <a:gd name="connsiteY104" fmla="*/ 316706 h 1012031"/>
                <a:gd name="connsiteX105" fmla="*/ 92868 w 759618"/>
                <a:gd name="connsiteY105" fmla="*/ 311944 h 1012031"/>
                <a:gd name="connsiteX106" fmla="*/ 66675 w 759618"/>
                <a:gd name="connsiteY106" fmla="*/ 338138 h 1012031"/>
                <a:gd name="connsiteX107" fmla="*/ 69056 w 759618"/>
                <a:gd name="connsiteY107" fmla="*/ 359569 h 1012031"/>
                <a:gd name="connsiteX108" fmla="*/ 50006 w 759618"/>
                <a:gd name="connsiteY108" fmla="*/ 369094 h 1012031"/>
                <a:gd name="connsiteX109" fmla="*/ 59531 w 759618"/>
                <a:gd name="connsiteY109" fmla="*/ 385763 h 1012031"/>
                <a:gd name="connsiteX110" fmla="*/ 88106 w 759618"/>
                <a:gd name="connsiteY110" fmla="*/ 376238 h 1012031"/>
                <a:gd name="connsiteX111" fmla="*/ 116681 w 759618"/>
                <a:gd name="connsiteY111" fmla="*/ 378619 h 1012031"/>
                <a:gd name="connsiteX112" fmla="*/ 138112 w 759618"/>
                <a:gd name="connsiteY112" fmla="*/ 354806 h 1012031"/>
                <a:gd name="connsiteX113" fmla="*/ 164306 w 759618"/>
                <a:gd name="connsiteY113" fmla="*/ 335756 h 1012031"/>
                <a:gd name="connsiteX114" fmla="*/ 178593 w 759618"/>
                <a:gd name="connsiteY114" fmla="*/ 340519 h 1012031"/>
                <a:gd name="connsiteX115" fmla="*/ 157162 w 759618"/>
                <a:gd name="connsiteY115" fmla="*/ 366713 h 1012031"/>
                <a:gd name="connsiteX116" fmla="*/ 114300 w 759618"/>
                <a:gd name="connsiteY116" fmla="*/ 407194 h 1012031"/>
                <a:gd name="connsiteX117" fmla="*/ 73818 w 759618"/>
                <a:gd name="connsiteY117" fmla="*/ 411956 h 1012031"/>
                <a:gd name="connsiteX118" fmla="*/ 102393 w 759618"/>
                <a:gd name="connsiteY118" fmla="*/ 447675 h 1012031"/>
                <a:gd name="connsiteX119" fmla="*/ 133350 w 759618"/>
                <a:gd name="connsiteY119" fmla="*/ 419100 h 1012031"/>
                <a:gd name="connsiteX120" fmla="*/ 169068 w 759618"/>
                <a:gd name="connsiteY120" fmla="*/ 378619 h 1012031"/>
                <a:gd name="connsiteX121" fmla="*/ 209550 w 759618"/>
                <a:gd name="connsiteY121" fmla="*/ 371475 h 1012031"/>
                <a:gd name="connsiteX122" fmla="*/ 223837 w 759618"/>
                <a:gd name="connsiteY122" fmla="*/ 373856 h 1012031"/>
                <a:gd name="connsiteX123" fmla="*/ 183356 w 759618"/>
                <a:gd name="connsiteY123" fmla="*/ 402431 h 1012031"/>
                <a:gd name="connsiteX124" fmla="*/ 154781 w 759618"/>
                <a:gd name="connsiteY124" fmla="*/ 428625 h 1012031"/>
                <a:gd name="connsiteX125" fmla="*/ 147637 w 759618"/>
                <a:gd name="connsiteY125" fmla="*/ 454819 h 1012031"/>
                <a:gd name="connsiteX126" fmla="*/ 169068 w 759618"/>
                <a:gd name="connsiteY126" fmla="*/ 466725 h 1012031"/>
                <a:gd name="connsiteX127" fmla="*/ 197643 w 759618"/>
                <a:gd name="connsiteY127" fmla="*/ 454819 h 1012031"/>
                <a:gd name="connsiteX128" fmla="*/ 197643 w 759618"/>
                <a:gd name="connsiteY128" fmla="*/ 423863 h 1012031"/>
                <a:gd name="connsiteX129" fmla="*/ 211931 w 759618"/>
                <a:gd name="connsiteY129" fmla="*/ 411956 h 1012031"/>
                <a:gd name="connsiteX130" fmla="*/ 228600 w 759618"/>
                <a:gd name="connsiteY130" fmla="*/ 428625 h 1012031"/>
                <a:gd name="connsiteX131" fmla="*/ 254793 w 759618"/>
                <a:gd name="connsiteY131" fmla="*/ 423863 h 1012031"/>
                <a:gd name="connsiteX132" fmla="*/ 240506 w 759618"/>
                <a:gd name="connsiteY132" fmla="*/ 445294 h 1012031"/>
                <a:gd name="connsiteX133" fmla="*/ 216693 w 759618"/>
                <a:gd name="connsiteY133" fmla="*/ 452438 h 1012031"/>
                <a:gd name="connsiteX134" fmla="*/ 242887 w 759618"/>
                <a:gd name="connsiteY134" fmla="*/ 464344 h 1012031"/>
                <a:gd name="connsiteX135" fmla="*/ 304800 w 759618"/>
                <a:gd name="connsiteY135" fmla="*/ 411956 h 1012031"/>
                <a:gd name="connsiteX136" fmla="*/ 307181 w 759618"/>
                <a:gd name="connsiteY136" fmla="*/ 364331 h 1012031"/>
                <a:gd name="connsiteX137" fmla="*/ 378618 w 759618"/>
                <a:gd name="connsiteY137" fmla="*/ 311944 h 1012031"/>
                <a:gd name="connsiteX138" fmla="*/ 385762 w 759618"/>
                <a:gd name="connsiteY138" fmla="*/ 335756 h 1012031"/>
                <a:gd name="connsiteX139" fmla="*/ 357187 w 759618"/>
                <a:gd name="connsiteY139" fmla="*/ 359569 h 1012031"/>
                <a:gd name="connsiteX140" fmla="*/ 333375 w 759618"/>
                <a:gd name="connsiteY140" fmla="*/ 400050 h 1012031"/>
                <a:gd name="connsiteX141" fmla="*/ 333375 w 759618"/>
                <a:gd name="connsiteY141" fmla="*/ 414338 h 1012031"/>
                <a:gd name="connsiteX142" fmla="*/ 359568 w 759618"/>
                <a:gd name="connsiteY142" fmla="*/ 407194 h 1012031"/>
                <a:gd name="connsiteX143" fmla="*/ 381000 w 759618"/>
                <a:gd name="connsiteY143" fmla="*/ 414338 h 1012031"/>
                <a:gd name="connsiteX144" fmla="*/ 369093 w 759618"/>
                <a:gd name="connsiteY144" fmla="*/ 419100 h 1012031"/>
                <a:gd name="connsiteX145" fmla="*/ 338137 w 759618"/>
                <a:gd name="connsiteY145" fmla="*/ 428625 h 1012031"/>
                <a:gd name="connsiteX146" fmla="*/ 300037 w 759618"/>
                <a:gd name="connsiteY146" fmla="*/ 454819 h 1012031"/>
                <a:gd name="connsiteX147" fmla="*/ 345281 w 759618"/>
                <a:gd name="connsiteY147" fmla="*/ 461963 h 1012031"/>
                <a:gd name="connsiteX148" fmla="*/ 342900 w 759618"/>
                <a:gd name="connsiteY148" fmla="*/ 476250 h 1012031"/>
                <a:gd name="connsiteX149" fmla="*/ 292893 w 759618"/>
                <a:gd name="connsiteY149" fmla="*/ 478631 h 1012031"/>
                <a:gd name="connsiteX150" fmla="*/ 261937 w 759618"/>
                <a:gd name="connsiteY150" fmla="*/ 495300 h 1012031"/>
                <a:gd name="connsiteX151" fmla="*/ 228600 w 759618"/>
                <a:gd name="connsiteY151" fmla="*/ 504825 h 1012031"/>
                <a:gd name="connsiteX152" fmla="*/ 240506 w 759618"/>
                <a:gd name="connsiteY152" fmla="*/ 540544 h 1012031"/>
                <a:gd name="connsiteX153" fmla="*/ 257175 w 759618"/>
                <a:gd name="connsiteY153" fmla="*/ 557213 h 1012031"/>
                <a:gd name="connsiteX154" fmla="*/ 259556 w 759618"/>
                <a:gd name="connsiteY154" fmla="*/ 578644 h 1012031"/>
                <a:gd name="connsiteX155" fmla="*/ 290512 w 759618"/>
                <a:gd name="connsiteY155" fmla="*/ 585788 h 1012031"/>
                <a:gd name="connsiteX156" fmla="*/ 292893 w 759618"/>
                <a:gd name="connsiteY156" fmla="*/ 597694 h 1012031"/>
                <a:gd name="connsiteX157" fmla="*/ 273843 w 759618"/>
                <a:gd name="connsiteY157" fmla="*/ 616744 h 1012031"/>
                <a:gd name="connsiteX158" fmla="*/ 252412 w 759618"/>
                <a:gd name="connsiteY158" fmla="*/ 609600 h 1012031"/>
                <a:gd name="connsiteX159" fmla="*/ 235743 w 759618"/>
                <a:gd name="connsiteY159" fmla="*/ 607219 h 1012031"/>
                <a:gd name="connsiteX160" fmla="*/ 228600 w 759618"/>
                <a:gd name="connsiteY160" fmla="*/ 581025 h 1012031"/>
                <a:gd name="connsiteX161" fmla="*/ 204787 w 759618"/>
                <a:gd name="connsiteY161" fmla="*/ 547688 h 1012031"/>
                <a:gd name="connsiteX162" fmla="*/ 192881 w 759618"/>
                <a:gd name="connsiteY162" fmla="*/ 519113 h 1012031"/>
                <a:gd name="connsiteX163" fmla="*/ 166687 w 759618"/>
                <a:gd name="connsiteY163" fmla="*/ 507206 h 1012031"/>
                <a:gd name="connsiteX164" fmla="*/ 130968 w 759618"/>
                <a:gd name="connsiteY164" fmla="*/ 495300 h 1012031"/>
                <a:gd name="connsiteX165" fmla="*/ 135731 w 759618"/>
                <a:gd name="connsiteY165" fmla="*/ 535781 h 1012031"/>
                <a:gd name="connsiteX166" fmla="*/ 171450 w 759618"/>
                <a:gd name="connsiteY166" fmla="*/ 554831 h 1012031"/>
                <a:gd name="connsiteX167" fmla="*/ 164306 w 759618"/>
                <a:gd name="connsiteY167" fmla="*/ 569119 h 1012031"/>
                <a:gd name="connsiteX168" fmla="*/ 138112 w 759618"/>
                <a:gd name="connsiteY168" fmla="*/ 554831 h 1012031"/>
                <a:gd name="connsiteX169" fmla="*/ 173831 w 759618"/>
                <a:gd name="connsiteY169" fmla="*/ 595313 h 1012031"/>
                <a:gd name="connsiteX170" fmla="*/ 188118 w 759618"/>
                <a:gd name="connsiteY170" fmla="*/ 621506 h 1012031"/>
                <a:gd name="connsiteX171" fmla="*/ 197643 w 759618"/>
                <a:gd name="connsiteY171" fmla="*/ 642938 h 1012031"/>
                <a:gd name="connsiteX172" fmla="*/ 207168 w 759618"/>
                <a:gd name="connsiteY172" fmla="*/ 659606 h 1012031"/>
                <a:gd name="connsiteX173" fmla="*/ 207168 w 759618"/>
                <a:gd name="connsiteY173" fmla="*/ 659606 h 1012031"/>
                <a:gd name="connsiteX174" fmla="*/ 176212 w 759618"/>
                <a:gd name="connsiteY174" fmla="*/ 664369 h 1012031"/>
                <a:gd name="connsiteX175" fmla="*/ 200025 w 759618"/>
                <a:gd name="connsiteY175" fmla="*/ 681038 h 1012031"/>
                <a:gd name="connsiteX176" fmla="*/ 228600 w 759618"/>
                <a:gd name="connsiteY176" fmla="*/ 690563 h 1012031"/>
                <a:gd name="connsiteX177" fmla="*/ 242887 w 759618"/>
                <a:gd name="connsiteY177" fmla="*/ 685800 h 1012031"/>
                <a:gd name="connsiteX178" fmla="*/ 252412 w 759618"/>
                <a:gd name="connsiteY178" fmla="*/ 678656 h 1012031"/>
                <a:gd name="connsiteX179" fmla="*/ 264318 w 759618"/>
                <a:gd name="connsiteY179" fmla="*/ 704850 h 1012031"/>
                <a:gd name="connsiteX180" fmla="*/ 252412 w 759618"/>
                <a:gd name="connsiteY180" fmla="*/ 719138 h 1012031"/>
                <a:gd name="connsiteX181" fmla="*/ 235743 w 759618"/>
                <a:gd name="connsiteY181" fmla="*/ 745331 h 1012031"/>
                <a:gd name="connsiteX182" fmla="*/ 209550 w 759618"/>
                <a:gd name="connsiteY182" fmla="*/ 716756 h 1012031"/>
                <a:gd name="connsiteX183" fmla="*/ 185737 w 759618"/>
                <a:gd name="connsiteY183" fmla="*/ 704850 h 1012031"/>
                <a:gd name="connsiteX184" fmla="*/ 147637 w 759618"/>
                <a:gd name="connsiteY184" fmla="*/ 707231 h 1012031"/>
                <a:gd name="connsiteX185" fmla="*/ 135731 w 759618"/>
                <a:gd name="connsiteY185" fmla="*/ 716756 h 1012031"/>
                <a:gd name="connsiteX186" fmla="*/ 123825 w 759618"/>
                <a:gd name="connsiteY186" fmla="*/ 735806 h 1012031"/>
                <a:gd name="connsiteX187" fmla="*/ 114300 w 759618"/>
                <a:gd name="connsiteY187" fmla="*/ 766763 h 1012031"/>
                <a:gd name="connsiteX188" fmla="*/ 126206 w 759618"/>
                <a:gd name="connsiteY188" fmla="*/ 781050 h 1012031"/>
                <a:gd name="connsiteX189" fmla="*/ 145256 w 759618"/>
                <a:gd name="connsiteY189" fmla="*/ 757238 h 1012031"/>
                <a:gd name="connsiteX190" fmla="*/ 145256 w 759618"/>
                <a:gd name="connsiteY190" fmla="*/ 757238 h 1012031"/>
                <a:gd name="connsiteX191" fmla="*/ 152400 w 759618"/>
                <a:gd name="connsiteY191" fmla="*/ 778669 h 1012031"/>
                <a:gd name="connsiteX192" fmla="*/ 142875 w 759618"/>
                <a:gd name="connsiteY192" fmla="*/ 790575 h 1012031"/>
                <a:gd name="connsiteX193" fmla="*/ 173831 w 759618"/>
                <a:gd name="connsiteY193" fmla="*/ 776288 h 1012031"/>
                <a:gd name="connsiteX194" fmla="*/ 169068 w 759618"/>
                <a:gd name="connsiteY194" fmla="*/ 752475 h 1012031"/>
                <a:gd name="connsiteX195" fmla="*/ 183356 w 759618"/>
                <a:gd name="connsiteY195" fmla="*/ 747713 h 1012031"/>
                <a:gd name="connsiteX196" fmla="*/ 183356 w 759618"/>
                <a:gd name="connsiteY196" fmla="*/ 766763 h 1012031"/>
                <a:gd name="connsiteX197" fmla="*/ 188118 w 759618"/>
                <a:gd name="connsiteY197" fmla="*/ 778669 h 1012031"/>
                <a:gd name="connsiteX198" fmla="*/ 200025 w 759618"/>
                <a:gd name="connsiteY198" fmla="*/ 783431 h 1012031"/>
                <a:gd name="connsiteX199" fmla="*/ 197643 w 759618"/>
                <a:gd name="connsiteY199" fmla="*/ 797719 h 1012031"/>
                <a:gd name="connsiteX200" fmla="*/ 178593 w 759618"/>
                <a:gd name="connsiteY200" fmla="*/ 802481 h 1012031"/>
                <a:gd name="connsiteX201" fmla="*/ 166687 w 759618"/>
                <a:gd name="connsiteY201" fmla="*/ 812006 h 1012031"/>
                <a:gd name="connsiteX202" fmla="*/ 180975 w 759618"/>
                <a:gd name="connsiteY202" fmla="*/ 816769 h 1012031"/>
                <a:gd name="connsiteX203" fmla="*/ 173831 w 759618"/>
                <a:gd name="connsiteY203" fmla="*/ 838200 h 1012031"/>
                <a:gd name="connsiteX204" fmla="*/ 190500 w 759618"/>
                <a:gd name="connsiteY204" fmla="*/ 842963 h 1012031"/>
                <a:gd name="connsiteX205" fmla="*/ 190500 w 759618"/>
                <a:gd name="connsiteY205" fmla="*/ 842963 h 1012031"/>
                <a:gd name="connsiteX206" fmla="*/ 226218 w 759618"/>
                <a:gd name="connsiteY206" fmla="*/ 814388 h 1012031"/>
                <a:gd name="connsiteX207" fmla="*/ 230981 w 759618"/>
                <a:gd name="connsiteY207" fmla="*/ 795338 h 1012031"/>
                <a:gd name="connsiteX208" fmla="*/ 247650 w 759618"/>
                <a:gd name="connsiteY208" fmla="*/ 804863 h 1012031"/>
                <a:gd name="connsiteX209" fmla="*/ 228600 w 759618"/>
                <a:gd name="connsiteY209" fmla="*/ 842963 h 1012031"/>
                <a:gd name="connsiteX210" fmla="*/ 204787 w 759618"/>
                <a:gd name="connsiteY210" fmla="*/ 869156 h 1012031"/>
                <a:gd name="connsiteX211" fmla="*/ 192881 w 759618"/>
                <a:gd name="connsiteY211" fmla="*/ 873919 h 1012031"/>
                <a:gd name="connsiteX212" fmla="*/ 171450 w 759618"/>
                <a:gd name="connsiteY212" fmla="*/ 888206 h 1012031"/>
                <a:gd name="connsiteX213" fmla="*/ 142875 w 759618"/>
                <a:gd name="connsiteY213" fmla="*/ 859631 h 1012031"/>
                <a:gd name="connsiteX214" fmla="*/ 126206 w 759618"/>
                <a:gd name="connsiteY214" fmla="*/ 831056 h 1012031"/>
                <a:gd name="connsiteX215" fmla="*/ 104775 w 759618"/>
                <a:gd name="connsiteY215" fmla="*/ 828675 h 1012031"/>
                <a:gd name="connsiteX216" fmla="*/ 85725 w 759618"/>
                <a:gd name="connsiteY216" fmla="*/ 845344 h 1012031"/>
                <a:gd name="connsiteX217" fmla="*/ 100012 w 759618"/>
                <a:gd name="connsiteY217" fmla="*/ 864394 h 1012031"/>
                <a:gd name="connsiteX218" fmla="*/ 111918 w 759618"/>
                <a:gd name="connsiteY218" fmla="*/ 878681 h 1012031"/>
                <a:gd name="connsiteX219" fmla="*/ 123825 w 759618"/>
                <a:gd name="connsiteY219" fmla="*/ 888206 h 1012031"/>
                <a:gd name="connsiteX220" fmla="*/ 133350 w 759618"/>
                <a:gd name="connsiteY220" fmla="*/ 909638 h 1012031"/>
                <a:gd name="connsiteX221" fmla="*/ 109537 w 759618"/>
                <a:gd name="connsiteY221" fmla="*/ 921544 h 1012031"/>
                <a:gd name="connsiteX222" fmla="*/ 90487 w 759618"/>
                <a:gd name="connsiteY222" fmla="*/ 909638 h 1012031"/>
                <a:gd name="connsiteX223" fmla="*/ 71437 w 759618"/>
                <a:gd name="connsiteY223" fmla="*/ 935831 h 1012031"/>
                <a:gd name="connsiteX224" fmla="*/ 61912 w 759618"/>
                <a:gd name="connsiteY224" fmla="*/ 971550 h 1012031"/>
                <a:gd name="connsiteX225" fmla="*/ 80962 w 759618"/>
                <a:gd name="connsiteY225" fmla="*/ 954881 h 1012031"/>
                <a:gd name="connsiteX226" fmla="*/ 95250 w 759618"/>
                <a:gd name="connsiteY226" fmla="*/ 978694 h 1012031"/>
                <a:gd name="connsiteX227" fmla="*/ 109537 w 759618"/>
                <a:gd name="connsiteY227" fmla="*/ 964406 h 1012031"/>
                <a:gd name="connsiteX228" fmla="*/ 119062 w 759618"/>
                <a:gd name="connsiteY228" fmla="*/ 981075 h 1012031"/>
                <a:gd name="connsiteX229" fmla="*/ 126206 w 759618"/>
                <a:gd name="connsiteY229" fmla="*/ 959644 h 1012031"/>
                <a:gd name="connsiteX230" fmla="*/ 145256 w 759618"/>
                <a:gd name="connsiteY230" fmla="*/ 985838 h 1012031"/>
                <a:gd name="connsiteX231" fmla="*/ 169068 w 759618"/>
                <a:gd name="connsiteY231" fmla="*/ 1004888 h 1012031"/>
                <a:gd name="connsiteX232" fmla="*/ 161925 w 759618"/>
                <a:gd name="connsiteY232" fmla="*/ 978694 h 1012031"/>
                <a:gd name="connsiteX233" fmla="*/ 171450 w 759618"/>
                <a:gd name="connsiteY233" fmla="*/ 964406 h 1012031"/>
                <a:gd name="connsiteX234" fmla="*/ 180975 w 759618"/>
                <a:gd name="connsiteY234" fmla="*/ 973931 h 1012031"/>
                <a:gd name="connsiteX235" fmla="*/ 188118 w 759618"/>
                <a:gd name="connsiteY235" fmla="*/ 962025 h 1012031"/>
                <a:gd name="connsiteX236" fmla="*/ 197643 w 759618"/>
                <a:gd name="connsiteY236" fmla="*/ 981075 h 1012031"/>
                <a:gd name="connsiteX237" fmla="*/ 209550 w 759618"/>
                <a:gd name="connsiteY237" fmla="*/ 962025 h 1012031"/>
                <a:gd name="connsiteX238" fmla="*/ 228600 w 759618"/>
                <a:gd name="connsiteY238" fmla="*/ 983456 h 1012031"/>
                <a:gd name="connsiteX239" fmla="*/ 235743 w 759618"/>
                <a:gd name="connsiteY239" fmla="*/ 959644 h 1012031"/>
                <a:gd name="connsiteX240" fmla="*/ 254793 w 759618"/>
                <a:gd name="connsiteY240" fmla="*/ 973931 h 1012031"/>
                <a:gd name="connsiteX241" fmla="*/ 271462 w 759618"/>
                <a:gd name="connsiteY241" fmla="*/ 983456 h 1012031"/>
                <a:gd name="connsiteX242" fmla="*/ 278606 w 759618"/>
                <a:gd name="connsiteY242" fmla="*/ 1000125 h 1012031"/>
                <a:gd name="connsiteX243" fmla="*/ 269081 w 759618"/>
                <a:gd name="connsiteY243" fmla="*/ 1012031 h 1012031"/>
                <a:gd name="connsiteX244" fmla="*/ 316706 w 759618"/>
                <a:gd name="connsiteY244" fmla="*/ 976313 h 1012031"/>
                <a:gd name="connsiteX245" fmla="*/ 335756 w 759618"/>
                <a:gd name="connsiteY245" fmla="*/ 969169 h 1012031"/>
                <a:gd name="connsiteX246" fmla="*/ 342900 w 759618"/>
                <a:gd name="connsiteY246" fmla="*/ 950119 h 1012031"/>
                <a:gd name="connsiteX247" fmla="*/ 342900 w 759618"/>
                <a:gd name="connsiteY247" fmla="*/ 926306 h 1012031"/>
                <a:gd name="connsiteX248" fmla="*/ 321468 w 759618"/>
                <a:gd name="connsiteY248" fmla="*/ 935831 h 1012031"/>
                <a:gd name="connsiteX249" fmla="*/ 307181 w 759618"/>
                <a:gd name="connsiteY249" fmla="*/ 926306 h 1012031"/>
                <a:gd name="connsiteX250" fmla="*/ 307181 w 759618"/>
                <a:gd name="connsiteY250" fmla="*/ 900113 h 1012031"/>
                <a:gd name="connsiteX251" fmla="*/ 290512 w 759618"/>
                <a:gd name="connsiteY251" fmla="*/ 916781 h 1012031"/>
                <a:gd name="connsiteX252" fmla="*/ 269081 w 759618"/>
                <a:gd name="connsiteY252" fmla="*/ 892969 h 1012031"/>
                <a:gd name="connsiteX253" fmla="*/ 252412 w 759618"/>
                <a:gd name="connsiteY253" fmla="*/ 919163 h 1012031"/>
                <a:gd name="connsiteX254" fmla="*/ 233362 w 759618"/>
                <a:gd name="connsiteY254" fmla="*/ 902494 h 1012031"/>
                <a:gd name="connsiteX255" fmla="*/ 254793 w 759618"/>
                <a:gd name="connsiteY255" fmla="*/ 888206 h 1012031"/>
                <a:gd name="connsiteX256" fmla="*/ 254793 w 759618"/>
                <a:gd name="connsiteY256" fmla="*/ 862013 h 1012031"/>
                <a:gd name="connsiteX257" fmla="*/ 278606 w 759618"/>
                <a:gd name="connsiteY257" fmla="*/ 876300 h 1012031"/>
                <a:gd name="connsiteX258" fmla="*/ 307181 w 759618"/>
                <a:gd name="connsiteY258" fmla="*/ 885825 h 1012031"/>
                <a:gd name="connsiteX259" fmla="*/ 323850 w 759618"/>
                <a:gd name="connsiteY259" fmla="*/ 878681 h 1012031"/>
                <a:gd name="connsiteX260" fmla="*/ 338137 w 759618"/>
                <a:gd name="connsiteY260" fmla="*/ 869156 h 1012031"/>
                <a:gd name="connsiteX261" fmla="*/ 338137 w 759618"/>
                <a:gd name="connsiteY261" fmla="*/ 847725 h 1012031"/>
                <a:gd name="connsiteX262" fmla="*/ 335756 w 759618"/>
                <a:gd name="connsiteY262" fmla="*/ 823913 h 1012031"/>
                <a:gd name="connsiteX263" fmla="*/ 338137 w 759618"/>
                <a:gd name="connsiteY263" fmla="*/ 797719 h 1012031"/>
                <a:gd name="connsiteX264" fmla="*/ 364331 w 759618"/>
                <a:gd name="connsiteY264" fmla="*/ 814388 h 1012031"/>
                <a:gd name="connsiteX265" fmla="*/ 392906 w 759618"/>
                <a:gd name="connsiteY265" fmla="*/ 795338 h 1012031"/>
                <a:gd name="connsiteX266" fmla="*/ 373856 w 759618"/>
                <a:gd name="connsiteY266" fmla="*/ 783431 h 1012031"/>
                <a:gd name="connsiteX267" fmla="*/ 395287 w 759618"/>
                <a:gd name="connsiteY267" fmla="*/ 776288 h 1012031"/>
                <a:gd name="connsiteX268" fmla="*/ 407193 w 759618"/>
                <a:gd name="connsiteY268" fmla="*/ 762000 h 1012031"/>
                <a:gd name="connsiteX269" fmla="*/ 388143 w 759618"/>
                <a:gd name="connsiteY269" fmla="*/ 752475 h 1012031"/>
                <a:gd name="connsiteX270" fmla="*/ 404812 w 759618"/>
                <a:gd name="connsiteY270" fmla="*/ 738188 h 1012031"/>
                <a:gd name="connsiteX271" fmla="*/ 423862 w 759618"/>
                <a:gd name="connsiteY271" fmla="*/ 707231 h 1012031"/>
                <a:gd name="connsiteX272" fmla="*/ 383381 w 759618"/>
                <a:gd name="connsiteY272" fmla="*/ 697706 h 1012031"/>
                <a:gd name="connsiteX273" fmla="*/ 381000 w 759618"/>
                <a:gd name="connsiteY273" fmla="*/ 690563 h 1012031"/>
                <a:gd name="connsiteX274" fmla="*/ 350043 w 759618"/>
                <a:gd name="connsiteY274" fmla="*/ 690563 h 1012031"/>
                <a:gd name="connsiteX275" fmla="*/ 335756 w 759618"/>
                <a:gd name="connsiteY275" fmla="*/ 676275 h 1012031"/>
                <a:gd name="connsiteX276" fmla="*/ 354806 w 759618"/>
                <a:gd name="connsiteY276" fmla="*/ 654844 h 1012031"/>
                <a:gd name="connsiteX277" fmla="*/ 390525 w 759618"/>
                <a:gd name="connsiteY277" fmla="*/ 657225 h 1012031"/>
                <a:gd name="connsiteX278" fmla="*/ 416718 w 759618"/>
                <a:gd name="connsiteY278" fmla="*/ 683419 h 1012031"/>
                <a:gd name="connsiteX279" fmla="*/ 428625 w 759618"/>
                <a:gd name="connsiteY279" fmla="*/ 647700 h 1012031"/>
                <a:gd name="connsiteX280" fmla="*/ 397668 w 759618"/>
                <a:gd name="connsiteY280" fmla="*/ 640556 h 1012031"/>
                <a:gd name="connsiteX281" fmla="*/ 359568 w 759618"/>
                <a:gd name="connsiteY281" fmla="*/ 631031 h 1012031"/>
                <a:gd name="connsiteX282" fmla="*/ 371475 w 759618"/>
                <a:gd name="connsiteY282" fmla="*/ 619125 h 1012031"/>
                <a:gd name="connsiteX283" fmla="*/ 395287 w 759618"/>
                <a:gd name="connsiteY283" fmla="*/ 616744 h 1012031"/>
                <a:gd name="connsiteX284" fmla="*/ 416718 w 759618"/>
                <a:gd name="connsiteY284" fmla="*/ 628650 h 1012031"/>
                <a:gd name="connsiteX285" fmla="*/ 442912 w 759618"/>
                <a:gd name="connsiteY285" fmla="*/ 607219 h 1012031"/>
                <a:gd name="connsiteX286" fmla="*/ 452437 w 759618"/>
                <a:gd name="connsiteY286" fmla="*/ 592931 h 1012031"/>
                <a:gd name="connsiteX287" fmla="*/ 428625 w 759618"/>
                <a:gd name="connsiteY287" fmla="*/ 576263 h 1012031"/>
                <a:gd name="connsiteX288" fmla="*/ 440531 w 759618"/>
                <a:gd name="connsiteY288" fmla="*/ 564356 h 1012031"/>
                <a:gd name="connsiteX289" fmla="*/ 464343 w 759618"/>
                <a:gd name="connsiteY289" fmla="*/ 578644 h 1012031"/>
                <a:gd name="connsiteX290" fmla="*/ 497681 w 759618"/>
                <a:gd name="connsiteY290" fmla="*/ 590550 h 1012031"/>
                <a:gd name="connsiteX291" fmla="*/ 511968 w 759618"/>
                <a:gd name="connsiteY291" fmla="*/ 557213 h 1012031"/>
                <a:gd name="connsiteX292" fmla="*/ 526256 w 759618"/>
                <a:gd name="connsiteY292" fmla="*/ 528638 h 1012031"/>
                <a:gd name="connsiteX293" fmla="*/ 502443 w 759618"/>
                <a:gd name="connsiteY293" fmla="*/ 531019 h 1012031"/>
                <a:gd name="connsiteX294" fmla="*/ 488156 w 759618"/>
                <a:gd name="connsiteY294" fmla="*/ 519113 h 1012031"/>
                <a:gd name="connsiteX295" fmla="*/ 542924 w 759618"/>
                <a:gd name="connsiteY295" fmla="*/ 511969 h 1012031"/>
                <a:gd name="connsiteX0" fmla="*/ 542924 w 759618"/>
                <a:gd name="connsiteY0" fmla="*/ 511969 h 1012031"/>
                <a:gd name="connsiteX1" fmla="*/ 526257 w 759618"/>
                <a:gd name="connsiteY1" fmla="*/ 447676 h 1012031"/>
                <a:gd name="connsiteX2" fmla="*/ 581024 w 759618"/>
                <a:gd name="connsiteY2" fmla="*/ 464343 h 1012031"/>
                <a:gd name="connsiteX3" fmla="*/ 545306 w 759618"/>
                <a:gd name="connsiteY3" fmla="*/ 428625 h 1012031"/>
                <a:gd name="connsiteX4" fmla="*/ 626268 w 759618"/>
                <a:gd name="connsiteY4" fmla="*/ 357188 h 1012031"/>
                <a:gd name="connsiteX5" fmla="*/ 678656 w 759618"/>
                <a:gd name="connsiteY5" fmla="*/ 307181 h 1012031"/>
                <a:gd name="connsiteX6" fmla="*/ 600075 w 759618"/>
                <a:gd name="connsiteY6" fmla="*/ 335756 h 1012031"/>
                <a:gd name="connsiteX7" fmla="*/ 554831 w 759618"/>
                <a:gd name="connsiteY7" fmla="*/ 373856 h 1012031"/>
                <a:gd name="connsiteX8" fmla="*/ 535781 w 759618"/>
                <a:gd name="connsiteY8" fmla="*/ 369094 h 1012031"/>
                <a:gd name="connsiteX9" fmla="*/ 597693 w 759618"/>
                <a:gd name="connsiteY9" fmla="*/ 309563 h 1012031"/>
                <a:gd name="connsiteX10" fmla="*/ 573881 w 759618"/>
                <a:gd name="connsiteY10" fmla="*/ 288131 h 1012031"/>
                <a:gd name="connsiteX11" fmla="*/ 561975 w 759618"/>
                <a:gd name="connsiteY11" fmla="*/ 261938 h 1012031"/>
                <a:gd name="connsiteX12" fmla="*/ 614362 w 759618"/>
                <a:gd name="connsiteY12" fmla="*/ 292894 h 1012031"/>
                <a:gd name="connsiteX13" fmla="*/ 650081 w 759618"/>
                <a:gd name="connsiteY13" fmla="*/ 290513 h 1012031"/>
                <a:gd name="connsiteX14" fmla="*/ 650081 w 759618"/>
                <a:gd name="connsiteY14" fmla="*/ 273844 h 1012031"/>
                <a:gd name="connsiteX15" fmla="*/ 678656 w 759618"/>
                <a:gd name="connsiteY15" fmla="*/ 271463 h 1012031"/>
                <a:gd name="connsiteX16" fmla="*/ 721518 w 759618"/>
                <a:gd name="connsiteY16" fmla="*/ 221456 h 1012031"/>
                <a:gd name="connsiteX17" fmla="*/ 759618 w 759618"/>
                <a:gd name="connsiteY17" fmla="*/ 150019 h 1012031"/>
                <a:gd name="connsiteX18" fmla="*/ 738187 w 759618"/>
                <a:gd name="connsiteY18" fmla="*/ 126206 h 1012031"/>
                <a:gd name="connsiteX19" fmla="*/ 704850 w 759618"/>
                <a:gd name="connsiteY19" fmla="*/ 121444 h 1012031"/>
                <a:gd name="connsiteX20" fmla="*/ 692943 w 759618"/>
                <a:gd name="connsiteY20" fmla="*/ 73819 h 1012031"/>
                <a:gd name="connsiteX21" fmla="*/ 669131 w 759618"/>
                <a:gd name="connsiteY21" fmla="*/ 59531 h 1012031"/>
                <a:gd name="connsiteX22" fmla="*/ 628650 w 759618"/>
                <a:gd name="connsiteY22" fmla="*/ 78581 h 1012031"/>
                <a:gd name="connsiteX23" fmla="*/ 614362 w 759618"/>
                <a:gd name="connsiteY23" fmla="*/ 102394 h 1012031"/>
                <a:gd name="connsiteX24" fmla="*/ 588168 w 759618"/>
                <a:gd name="connsiteY24" fmla="*/ 114300 h 1012031"/>
                <a:gd name="connsiteX25" fmla="*/ 576262 w 759618"/>
                <a:gd name="connsiteY25" fmla="*/ 107156 h 1012031"/>
                <a:gd name="connsiteX26" fmla="*/ 592931 w 759618"/>
                <a:gd name="connsiteY26" fmla="*/ 85725 h 1012031"/>
                <a:gd name="connsiteX27" fmla="*/ 621506 w 759618"/>
                <a:gd name="connsiteY27" fmla="*/ 50006 h 1012031"/>
                <a:gd name="connsiteX28" fmla="*/ 585787 w 759618"/>
                <a:gd name="connsiteY28" fmla="*/ 33338 h 1012031"/>
                <a:gd name="connsiteX29" fmla="*/ 557212 w 759618"/>
                <a:gd name="connsiteY29" fmla="*/ 38100 h 1012031"/>
                <a:gd name="connsiteX30" fmla="*/ 540543 w 759618"/>
                <a:gd name="connsiteY30" fmla="*/ 16669 h 1012031"/>
                <a:gd name="connsiteX31" fmla="*/ 526256 w 759618"/>
                <a:gd name="connsiteY31" fmla="*/ 16669 h 1012031"/>
                <a:gd name="connsiteX32" fmla="*/ 519112 w 759618"/>
                <a:gd name="connsiteY32" fmla="*/ 28575 h 1012031"/>
                <a:gd name="connsiteX33" fmla="*/ 533400 w 759618"/>
                <a:gd name="connsiteY33" fmla="*/ 61913 h 1012031"/>
                <a:gd name="connsiteX34" fmla="*/ 519112 w 759618"/>
                <a:gd name="connsiteY34" fmla="*/ 69056 h 1012031"/>
                <a:gd name="connsiteX35" fmla="*/ 500062 w 759618"/>
                <a:gd name="connsiteY35" fmla="*/ 33338 h 1012031"/>
                <a:gd name="connsiteX36" fmla="*/ 495300 w 759618"/>
                <a:gd name="connsiteY36" fmla="*/ 0 h 1012031"/>
                <a:gd name="connsiteX37" fmla="*/ 466725 w 759618"/>
                <a:gd name="connsiteY37" fmla="*/ 40481 h 1012031"/>
                <a:gd name="connsiteX38" fmla="*/ 466725 w 759618"/>
                <a:gd name="connsiteY38" fmla="*/ 61913 h 1012031"/>
                <a:gd name="connsiteX39" fmla="*/ 490537 w 759618"/>
                <a:gd name="connsiteY39" fmla="*/ 80963 h 1012031"/>
                <a:gd name="connsiteX40" fmla="*/ 490537 w 759618"/>
                <a:gd name="connsiteY40" fmla="*/ 100013 h 1012031"/>
                <a:gd name="connsiteX41" fmla="*/ 464343 w 759618"/>
                <a:gd name="connsiteY41" fmla="*/ 95250 h 1012031"/>
                <a:gd name="connsiteX42" fmla="*/ 442912 w 759618"/>
                <a:gd name="connsiteY42" fmla="*/ 64294 h 1012031"/>
                <a:gd name="connsiteX43" fmla="*/ 433387 w 759618"/>
                <a:gd name="connsiteY43" fmla="*/ 40481 h 1012031"/>
                <a:gd name="connsiteX44" fmla="*/ 414337 w 759618"/>
                <a:gd name="connsiteY44" fmla="*/ 33338 h 1012031"/>
                <a:gd name="connsiteX45" fmla="*/ 383381 w 759618"/>
                <a:gd name="connsiteY45" fmla="*/ 38100 h 1012031"/>
                <a:gd name="connsiteX46" fmla="*/ 376237 w 759618"/>
                <a:gd name="connsiteY46" fmla="*/ 42863 h 1012031"/>
                <a:gd name="connsiteX47" fmla="*/ 378618 w 759618"/>
                <a:gd name="connsiteY47" fmla="*/ 69056 h 1012031"/>
                <a:gd name="connsiteX48" fmla="*/ 402431 w 759618"/>
                <a:gd name="connsiteY48" fmla="*/ 88106 h 1012031"/>
                <a:gd name="connsiteX49" fmla="*/ 416718 w 759618"/>
                <a:gd name="connsiteY49" fmla="*/ 109538 h 1012031"/>
                <a:gd name="connsiteX50" fmla="*/ 402431 w 759618"/>
                <a:gd name="connsiteY50" fmla="*/ 145256 h 1012031"/>
                <a:gd name="connsiteX51" fmla="*/ 385762 w 759618"/>
                <a:gd name="connsiteY51" fmla="*/ 135731 h 1012031"/>
                <a:gd name="connsiteX52" fmla="*/ 381000 w 759618"/>
                <a:gd name="connsiteY52" fmla="*/ 104775 h 1012031"/>
                <a:gd name="connsiteX53" fmla="*/ 352425 w 759618"/>
                <a:gd name="connsiteY53" fmla="*/ 59531 h 1012031"/>
                <a:gd name="connsiteX54" fmla="*/ 333375 w 759618"/>
                <a:gd name="connsiteY54" fmla="*/ 69056 h 1012031"/>
                <a:gd name="connsiteX55" fmla="*/ 323850 w 759618"/>
                <a:gd name="connsiteY55" fmla="*/ 50006 h 1012031"/>
                <a:gd name="connsiteX56" fmla="*/ 302418 w 759618"/>
                <a:gd name="connsiteY56" fmla="*/ 42863 h 1012031"/>
                <a:gd name="connsiteX57" fmla="*/ 290512 w 759618"/>
                <a:gd name="connsiteY57" fmla="*/ 64294 h 1012031"/>
                <a:gd name="connsiteX58" fmla="*/ 304800 w 759618"/>
                <a:gd name="connsiteY58" fmla="*/ 76200 h 1012031"/>
                <a:gd name="connsiteX59" fmla="*/ 323850 w 759618"/>
                <a:gd name="connsiteY59" fmla="*/ 92869 h 1012031"/>
                <a:gd name="connsiteX60" fmla="*/ 335756 w 759618"/>
                <a:gd name="connsiteY60" fmla="*/ 100013 h 1012031"/>
                <a:gd name="connsiteX61" fmla="*/ 328612 w 759618"/>
                <a:gd name="connsiteY61" fmla="*/ 111919 h 1012031"/>
                <a:gd name="connsiteX62" fmla="*/ 307181 w 759618"/>
                <a:gd name="connsiteY62" fmla="*/ 100013 h 1012031"/>
                <a:gd name="connsiteX63" fmla="*/ 264318 w 759618"/>
                <a:gd name="connsiteY63" fmla="*/ 76200 h 1012031"/>
                <a:gd name="connsiteX64" fmla="*/ 280987 w 759618"/>
                <a:gd name="connsiteY64" fmla="*/ 114300 h 1012031"/>
                <a:gd name="connsiteX65" fmla="*/ 292893 w 759618"/>
                <a:gd name="connsiteY65" fmla="*/ 130969 h 1012031"/>
                <a:gd name="connsiteX66" fmla="*/ 280987 w 759618"/>
                <a:gd name="connsiteY66" fmla="*/ 140494 h 1012031"/>
                <a:gd name="connsiteX67" fmla="*/ 247650 w 759618"/>
                <a:gd name="connsiteY67" fmla="*/ 100013 h 1012031"/>
                <a:gd name="connsiteX68" fmla="*/ 261937 w 759618"/>
                <a:gd name="connsiteY68" fmla="*/ 142875 h 1012031"/>
                <a:gd name="connsiteX69" fmla="*/ 242887 w 759618"/>
                <a:gd name="connsiteY69" fmla="*/ 150019 h 1012031"/>
                <a:gd name="connsiteX70" fmla="*/ 257175 w 759618"/>
                <a:gd name="connsiteY70" fmla="*/ 178594 h 1012031"/>
                <a:gd name="connsiteX71" fmla="*/ 278606 w 759618"/>
                <a:gd name="connsiteY71" fmla="*/ 195263 h 1012031"/>
                <a:gd name="connsiteX72" fmla="*/ 307181 w 759618"/>
                <a:gd name="connsiteY72" fmla="*/ 228600 h 1012031"/>
                <a:gd name="connsiteX73" fmla="*/ 316706 w 759618"/>
                <a:gd name="connsiteY73" fmla="*/ 254794 h 1012031"/>
                <a:gd name="connsiteX74" fmla="*/ 316706 w 759618"/>
                <a:gd name="connsiteY74" fmla="*/ 254794 h 1012031"/>
                <a:gd name="connsiteX75" fmla="*/ 285750 w 759618"/>
                <a:gd name="connsiteY75" fmla="*/ 235744 h 1012031"/>
                <a:gd name="connsiteX76" fmla="*/ 238125 w 759618"/>
                <a:gd name="connsiteY76" fmla="*/ 221456 h 1012031"/>
                <a:gd name="connsiteX77" fmla="*/ 223837 w 759618"/>
                <a:gd name="connsiteY77" fmla="*/ 195263 h 1012031"/>
                <a:gd name="connsiteX78" fmla="*/ 204787 w 759618"/>
                <a:gd name="connsiteY78" fmla="*/ 166688 h 1012031"/>
                <a:gd name="connsiteX79" fmla="*/ 166687 w 759618"/>
                <a:gd name="connsiteY79" fmla="*/ 130969 h 1012031"/>
                <a:gd name="connsiteX80" fmla="*/ 166687 w 759618"/>
                <a:gd name="connsiteY80" fmla="*/ 157163 h 1012031"/>
                <a:gd name="connsiteX81" fmla="*/ 173831 w 759618"/>
                <a:gd name="connsiteY81" fmla="*/ 176213 h 1012031"/>
                <a:gd name="connsiteX82" fmla="*/ 171450 w 759618"/>
                <a:gd name="connsiteY82" fmla="*/ 188119 h 1012031"/>
                <a:gd name="connsiteX83" fmla="*/ 152400 w 759618"/>
                <a:gd name="connsiteY83" fmla="*/ 195263 h 1012031"/>
                <a:gd name="connsiteX84" fmla="*/ 128587 w 759618"/>
                <a:gd name="connsiteY84" fmla="*/ 190500 h 1012031"/>
                <a:gd name="connsiteX85" fmla="*/ 178593 w 759618"/>
                <a:gd name="connsiteY85" fmla="*/ 214313 h 1012031"/>
                <a:gd name="connsiteX86" fmla="*/ 188118 w 759618"/>
                <a:gd name="connsiteY86" fmla="*/ 228600 h 1012031"/>
                <a:gd name="connsiteX87" fmla="*/ 185737 w 759618"/>
                <a:gd name="connsiteY87" fmla="*/ 250031 h 1012031"/>
                <a:gd name="connsiteX88" fmla="*/ 157162 w 759618"/>
                <a:gd name="connsiteY88" fmla="*/ 228600 h 1012031"/>
                <a:gd name="connsiteX89" fmla="*/ 121443 w 759618"/>
                <a:gd name="connsiteY89" fmla="*/ 223838 h 1012031"/>
                <a:gd name="connsiteX90" fmla="*/ 97631 w 759618"/>
                <a:gd name="connsiteY90" fmla="*/ 211931 h 1012031"/>
                <a:gd name="connsiteX91" fmla="*/ 73818 w 759618"/>
                <a:gd name="connsiteY91" fmla="*/ 235744 h 1012031"/>
                <a:gd name="connsiteX92" fmla="*/ 73818 w 759618"/>
                <a:gd name="connsiteY92" fmla="*/ 257175 h 1012031"/>
                <a:gd name="connsiteX93" fmla="*/ 52387 w 759618"/>
                <a:gd name="connsiteY93" fmla="*/ 273844 h 1012031"/>
                <a:gd name="connsiteX94" fmla="*/ 35718 w 759618"/>
                <a:gd name="connsiteY94" fmla="*/ 254794 h 1012031"/>
                <a:gd name="connsiteX95" fmla="*/ 19050 w 759618"/>
                <a:gd name="connsiteY95" fmla="*/ 264319 h 1012031"/>
                <a:gd name="connsiteX96" fmla="*/ 0 w 759618"/>
                <a:gd name="connsiteY96" fmla="*/ 297656 h 1012031"/>
                <a:gd name="connsiteX97" fmla="*/ 26193 w 759618"/>
                <a:gd name="connsiteY97" fmla="*/ 283369 h 1012031"/>
                <a:gd name="connsiteX98" fmla="*/ 38100 w 759618"/>
                <a:gd name="connsiteY98" fmla="*/ 273844 h 1012031"/>
                <a:gd name="connsiteX99" fmla="*/ 52387 w 759618"/>
                <a:gd name="connsiteY99" fmla="*/ 288131 h 1012031"/>
                <a:gd name="connsiteX100" fmla="*/ 30956 w 759618"/>
                <a:gd name="connsiteY100" fmla="*/ 323850 h 1012031"/>
                <a:gd name="connsiteX101" fmla="*/ 69056 w 759618"/>
                <a:gd name="connsiteY101" fmla="*/ 300038 h 1012031"/>
                <a:gd name="connsiteX102" fmla="*/ 92868 w 759618"/>
                <a:gd name="connsiteY102" fmla="*/ 295275 h 1012031"/>
                <a:gd name="connsiteX103" fmla="*/ 114300 w 759618"/>
                <a:gd name="connsiteY103" fmla="*/ 300038 h 1012031"/>
                <a:gd name="connsiteX104" fmla="*/ 111918 w 759618"/>
                <a:gd name="connsiteY104" fmla="*/ 316706 h 1012031"/>
                <a:gd name="connsiteX105" fmla="*/ 92868 w 759618"/>
                <a:gd name="connsiteY105" fmla="*/ 311944 h 1012031"/>
                <a:gd name="connsiteX106" fmla="*/ 66675 w 759618"/>
                <a:gd name="connsiteY106" fmla="*/ 338138 h 1012031"/>
                <a:gd name="connsiteX107" fmla="*/ 69056 w 759618"/>
                <a:gd name="connsiteY107" fmla="*/ 359569 h 1012031"/>
                <a:gd name="connsiteX108" fmla="*/ 50006 w 759618"/>
                <a:gd name="connsiteY108" fmla="*/ 369094 h 1012031"/>
                <a:gd name="connsiteX109" fmla="*/ 59531 w 759618"/>
                <a:gd name="connsiteY109" fmla="*/ 385763 h 1012031"/>
                <a:gd name="connsiteX110" fmla="*/ 88106 w 759618"/>
                <a:gd name="connsiteY110" fmla="*/ 376238 h 1012031"/>
                <a:gd name="connsiteX111" fmla="*/ 116681 w 759618"/>
                <a:gd name="connsiteY111" fmla="*/ 378619 h 1012031"/>
                <a:gd name="connsiteX112" fmla="*/ 138112 w 759618"/>
                <a:gd name="connsiteY112" fmla="*/ 354806 h 1012031"/>
                <a:gd name="connsiteX113" fmla="*/ 164306 w 759618"/>
                <a:gd name="connsiteY113" fmla="*/ 335756 h 1012031"/>
                <a:gd name="connsiteX114" fmla="*/ 178593 w 759618"/>
                <a:gd name="connsiteY114" fmla="*/ 340519 h 1012031"/>
                <a:gd name="connsiteX115" fmla="*/ 157162 w 759618"/>
                <a:gd name="connsiteY115" fmla="*/ 366713 h 1012031"/>
                <a:gd name="connsiteX116" fmla="*/ 114300 w 759618"/>
                <a:gd name="connsiteY116" fmla="*/ 407194 h 1012031"/>
                <a:gd name="connsiteX117" fmla="*/ 73818 w 759618"/>
                <a:gd name="connsiteY117" fmla="*/ 411956 h 1012031"/>
                <a:gd name="connsiteX118" fmla="*/ 102393 w 759618"/>
                <a:gd name="connsiteY118" fmla="*/ 447675 h 1012031"/>
                <a:gd name="connsiteX119" fmla="*/ 133350 w 759618"/>
                <a:gd name="connsiteY119" fmla="*/ 419100 h 1012031"/>
                <a:gd name="connsiteX120" fmla="*/ 169068 w 759618"/>
                <a:gd name="connsiteY120" fmla="*/ 378619 h 1012031"/>
                <a:gd name="connsiteX121" fmla="*/ 209550 w 759618"/>
                <a:gd name="connsiteY121" fmla="*/ 371475 h 1012031"/>
                <a:gd name="connsiteX122" fmla="*/ 223837 w 759618"/>
                <a:gd name="connsiteY122" fmla="*/ 373856 h 1012031"/>
                <a:gd name="connsiteX123" fmla="*/ 183356 w 759618"/>
                <a:gd name="connsiteY123" fmla="*/ 402431 h 1012031"/>
                <a:gd name="connsiteX124" fmla="*/ 154781 w 759618"/>
                <a:gd name="connsiteY124" fmla="*/ 428625 h 1012031"/>
                <a:gd name="connsiteX125" fmla="*/ 147637 w 759618"/>
                <a:gd name="connsiteY125" fmla="*/ 454819 h 1012031"/>
                <a:gd name="connsiteX126" fmla="*/ 169068 w 759618"/>
                <a:gd name="connsiteY126" fmla="*/ 466725 h 1012031"/>
                <a:gd name="connsiteX127" fmla="*/ 197643 w 759618"/>
                <a:gd name="connsiteY127" fmla="*/ 454819 h 1012031"/>
                <a:gd name="connsiteX128" fmla="*/ 197643 w 759618"/>
                <a:gd name="connsiteY128" fmla="*/ 423863 h 1012031"/>
                <a:gd name="connsiteX129" fmla="*/ 211931 w 759618"/>
                <a:gd name="connsiteY129" fmla="*/ 411956 h 1012031"/>
                <a:gd name="connsiteX130" fmla="*/ 228600 w 759618"/>
                <a:gd name="connsiteY130" fmla="*/ 428625 h 1012031"/>
                <a:gd name="connsiteX131" fmla="*/ 254793 w 759618"/>
                <a:gd name="connsiteY131" fmla="*/ 423863 h 1012031"/>
                <a:gd name="connsiteX132" fmla="*/ 240506 w 759618"/>
                <a:gd name="connsiteY132" fmla="*/ 445294 h 1012031"/>
                <a:gd name="connsiteX133" fmla="*/ 216693 w 759618"/>
                <a:gd name="connsiteY133" fmla="*/ 452438 h 1012031"/>
                <a:gd name="connsiteX134" fmla="*/ 242887 w 759618"/>
                <a:gd name="connsiteY134" fmla="*/ 464344 h 1012031"/>
                <a:gd name="connsiteX135" fmla="*/ 304800 w 759618"/>
                <a:gd name="connsiteY135" fmla="*/ 411956 h 1012031"/>
                <a:gd name="connsiteX136" fmla="*/ 307181 w 759618"/>
                <a:gd name="connsiteY136" fmla="*/ 364331 h 1012031"/>
                <a:gd name="connsiteX137" fmla="*/ 378618 w 759618"/>
                <a:gd name="connsiteY137" fmla="*/ 311944 h 1012031"/>
                <a:gd name="connsiteX138" fmla="*/ 385762 w 759618"/>
                <a:gd name="connsiteY138" fmla="*/ 335756 h 1012031"/>
                <a:gd name="connsiteX139" fmla="*/ 357187 w 759618"/>
                <a:gd name="connsiteY139" fmla="*/ 359569 h 1012031"/>
                <a:gd name="connsiteX140" fmla="*/ 333375 w 759618"/>
                <a:gd name="connsiteY140" fmla="*/ 400050 h 1012031"/>
                <a:gd name="connsiteX141" fmla="*/ 333375 w 759618"/>
                <a:gd name="connsiteY141" fmla="*/ 414338 h 1012031"/>
                <a:gd name="connsiteX142" fmla="*/ 359568 w 759618"/>
                <a:gd name="connsiteY142" fmla="*/ 407194 h 1012031"/>
                <a:gd name="connsiteX143" fmla="*/ 381000 w 759618"/>
                <a:gd name="connsiteY143" fmla="*/ 414338 h 1012031"/>
                <a:gd name="connsiteX144" fmla="*/ 369093 w 759618"/>
                <a:gd name="connsiteY144" fmla="*/ 419100 h 1012031"/>
                <a:gd name="connsiteX145" fmla="*/ 338137 w 759618"/>
                <a:gd name="connsiteY145" fmla="*/ 428625 h 1012031"/>
                <a:gd name="connsiteX146" fmla="*/ 300037 w 759618"/>
                <a:gd name="connsiteY146" fmla="*/ 454819 h 1012031"/>
                <a:gd name="connsiteX147" fmla="*/ 345281 w 759618"/>
                <a:gd name="connsiteY147" fmla="*/ 461963 h 1012031"/>
                <a:gd name="connsiteX148" fmla="*/ 342900 w 759618"/>
                <a:gd name="connsiteY148" fmla="*/ 476250 h 1012031"/>
                <a:gd name="connsiteX149" fmla="*/ 292893 w 759618"/>
                <a:gd name="connsiteY149" fmla="*/ 478631 h 1012031"/>
                <a:gd name="connsiteX150" fmla="*/ 261937 w 759618"/>
                <a:gd name="connsiteY150" fmla="*/ 495300 h 1012031"/>
                <a:gd name="connsiteX151" fmla="*/ 228600 w 759618"/>
                <a:gd name="connsiteY151" fmla="*/ 504825 h 1012031"/>
                <a:gd name="connsiteX152" fmla="*/ 240506 w 759618"/>
                <a:gd name="connsiteY152" fmla="*/ 540544 h 1012031"/>
                <a:gd name="connsiteX153" fmla="*/ 257175 w 759618"/>
                <a:gd name="connsiteY153" fmla="*/ 557213 h 1012031"/>
                <a:gd name="connsiteX154" fmla="*/ 259556 w 759618"/>
                <a:gd name="connsiteY154" fmla="*/ 578644 h 1012031"/>
                <a:gd name="connsiteX155" fmla="*/ 290512 w 759618"/>
                <a:gd name="connsiteY155" fmla="*/ 585788 h 1012031"/>
                <a:gd name="connsiteX156" fmla="*/ 292893 w 759618"/>
                <a:gd name="connsiteY156" fmla="*/ 597694 h 1012031"/>
                <a:gd name="connsiteX157" fmla="*/ 273843 w 759618"/>
                <a:gd name="connsiteY157" fmla="*/ 616744 h 1012031"/>
                <a:gd name="connsiteX158" fmla="*/ 252412 w 759618"/>
                <a:gd name="connsiteY158" fmla="*/ 609600 h 1012031"/>
                <a:gd name="connsiteX159" fmla="*/ 235743 w 759618"/>
                <a:gd name="connsiteY159" fmla="*/ 607219 h 1012031"/>
                <a:gd name="connsiteX160" fmla="*/ 228600 w 759618"/>
                <a:gd name="connsiteY160" fmla="*/ 581025 h 1012031"/>
                <a:gd name="connsiteX161" fmla="*/ 204787 w 759618"/>
                <a:gd name="connsiteY161" fmla="*/ 547688 h 1012031"/>
                <a:gd name="connsiteX162" fmla="*/ 192881 w 759618"/>
                <a:gd name="connsiteY162" fmla="*/ 519113 h 1012031"/>
                <a:gd name="connsiteX163" fmla="*/ 166687 w 759618"/>
                <a:gd name="connsiteY163" fmla="*/ 507206 h 1012031"/>
                <a:gd name="connsiteX164" fmla="*/ 130968 w 759618"/>
                <a:gd name="connsiteY164" fmla="*/ 495300 h 1012031"/>
                <a:gd name="connsiteX165" fmla="*/ 135731 w 759618"/>
                <a:gd name="connsiteY165" fmla="*/ 535781 h 1012031"/>
                <a:gd name="connsiteX166" fmla="*/ 171450 w 759618"/>
                <a:gd name="connsiteY166" fmla="*/ 554831 h 1012031"/>
                <a:gd name="connsiteX167" fmla="*/ 164306 w 759618"/>
                <a:gd name="connsiteY167" fmla="*/ 569119 h 1012031"/>
                <a:gd name="connsiteX168" fmla="*/ 138112 w 759618"/>
                <a:gd name="connsiteY168" fmla="*/ 554831 h 1012031"/>
                <a:gd name="connsiteX169" fmla="*/ 173831 w 759618"/>
                <a:gd name="connsiteY169" fmla="*/ 595313 h 1012031"/>
                <a:gd name="connsiteX170" fmla="*/ 188118 w 759618"/>
                <a:gd name="connsiteY170" fmla="*/ 621506 h 1012031"/>
                <a:gd name="connsiteX171" fmla="*/ 197643 w 759618"/>
                <a:gd name="connsiteY171" fmla="*/ 642938 h 1012031"/>
                <a:gd name="connsiteX172" fmla="*/ 207168 w 759618"/>
                <a:gd name="connsiteY172" fmla="*/ 659606 h 1012031"/>
                <a:gd name="connsiteX173" fmla="*/ 207168 w 759618"/>
                <a:gd name="connsiteY173" fmla="*/ 659606 h 1012031"/>
                <a:gd name="connsiteX174" fmla="*/ 176212 w 759618"/>
                <a:gd name="connsiteY174" fmla="*/ 664369 h 1012031"/>
                <a:gd name="connsiteX175" fmla="*/ 200025 w 759618"/>
                <a:gd name="connsiteY175" fmla="*/ 681038 h 1012031"/>
                <a:gd name="connsiteX176" fmla="*/ 228600 w 759618"/>
                <a:gd name="connsiteY176" fmla="*/ 690563 h 1012031"/>
                <a:gd name="connsiteX177" fmla="*/ 242887 w 759618"/>
                <a:gd name="connsiteY177" fmla="*/ 685800 h 1012031"/>
                <a:gd name="connsiteX178" fmla="*/ 252412 w 759618"/>
                <a:gd name="connsiteY178" fmla="*/ 678656 h 1012031"/>
                <a:gd name="connsiteX179" fmla="*/ 264318 w 759618"/>
                <a:gd name="connsiteY179" fmla="*/ 704850 h 1012031"/>
                <a:gd name="connsiteX180" fmla="*/ 252412 w 759618"/>
                <a:gd name="connsiteY180" fmla="*/ 719138 h 1012031"/>
                <a:gd name="connsiteX181" fmla="*/ 235743 w 759618"/>
                <a:gd name="connsiteY181" fmla="*/ 745331 h 1012031"/>
                <a:gd name="connsiteX182" fmla="*/ 209550 w 759618"/>
                <a:gd name="connsiteY182" fmla="*/ 716756 h 1012031"/>
                <a:gd name="connsiteX183" fmla="*/ 185737 w 759618"/>
                <a:gd name="connsiteY183" fmla="*/ 704850 h 1012031"/>
                <a:gd name="connsiteX184" fmla="*/ 147637 w 759618"/>
                <a:gd name="connsiteY184" fmla="*/ 707231 h 1012031"/>
                <a:gd name="connsiteX185" fmla="*/ 135731 w 759618"/>
                <a:gd name="connsiteY185" fmla="*/ 716756 h 1012031"/>
                <a:gd name="connsiteX186" fmla="*/ 123825 w 759618"/>
                <a:gd name="connsiteY186" fmla="*/ 735806 h 1012031"/>
                <a:gd name="connsiteX187" fmla="*/ 114300 w 759618"/>
                <a:gd name="connsiteY187" fmla="*/ 766763 h 1012031"/>
                <a:gd name="connsiteX188" fmla="*/ 126206 w 759618"/>
                <a:gd name="connsiteY188" fmla="*/ 781050 h 1012031"/>
                <a:gd name="connsiteX189" fmla="*/ 145256 w 759618"/>
                <a:gd name="connsiteY189" fmla="*/ 757238 h 1012031"/>
                <a:gd name="connsiteX190" fmla="*/ 145256 w 759618"/>
                <a:gd name="connsiteY190" fmla="*/ 757238 h 1012031"/>
                <a:gd name="connsiteX191" fmla="*/ 152400 w 759618"/>
                <a:gd name="connsiteY191" fmla="*/ 778669 h 1012031"/>
                <a:gd name="connsiteX192" fmla="*/ 142875 w 759618"/>
                <a:gd name="connsiteY192" fmla="*/ 790575 h 1012031"/>
                <a:gd name="connsiteX193" fmla="*/ 173831 w 759618"/>
                <a:gd name="connsiteY193" fmla="*/ 776288 h 1012031"/>
                <a:gd name="connsiteX194" fmla="*/ 169068 w 759618"/>
                <a:gd name="connsiteY194" fmla="*/ 752475 h 1012031"/>
                <a:gd name="connsiteX195" fmla="*/ 183356 w 759618"/>
                <a:gd name="connsiteY195" fmla="*/ 747713 h 1012031"/>
                <a:gd name="connsiteX196" fmla="*/ 183356 w 759618"/>
                <a:gd name="connsiteY196" fmla="*/ 766763 h 1012031"/>
                <a:gd name="connsiteX197" fmla="*/ 188118 w 759618"/>
                <a:gd name="connsiteY197" fmla="*/ 778669 h 1012031"/>
                <a:gd name="connsiteX198" fmla="*/ 200025 w 759618"/>
                <a:gd name="connsiteY198" fmla="*/ 783431 h 1012031"/>
                <a:gd name="connsiteX199" fmla="*/ 197643 w 759618"/>
                <a:gd name="connsiteY199" fmla="*/ 797719 h 1012031"/>
                <a:gd name="connsiteX200" fmla="*/ 178593 w 759618"/>
                <a:gd name="connsiteY200" fmla="*/ 802481 h 1012031"/>
                <a:gd name="connsiteX201" fmla="*/ 166687 w 759618"/>
                <a:gd name="connsiteY201" fmla="*/ 812006 h 1012031"/>
                <a:gd name="connsiteX202" fmla="*/ 180975 w 759618"/>
                <a:gd name="connsiteY202" fmla="*/ 816769 h 1012031"/>
                <a:gd name="connsiteX203" fmla="*/ 173831 w 759618"/>
                <a:gd name="connsiteY203" fmla="*/ 838200 h 1012031"/>
                <a:gd name="connsiteX204" fmla="*/ 190500 w 759618"/>
                <a:gd name="connsiteY204" fmla="*/ 842963 h 1012031"/>
                <a:gd name="connsiteX205" fmla="*/ 190500 w 759618"/>
                <a:gd name="connsiteY205" fmla="*/ 842963 h 1012031"/>
                <a:gd name="connsiteX206" fmla="*/ 226218 w 759618"/>
                <a:gd name="connsiteY206" fmla="*/ 814388 h 1012031"/>
                <a:gd name="connsiteX207" fmla="*/ 230981 w 759618"/>
                <a:gd name="connsiteY207" fmla="*/ 795338 h 1012031"/>
                <a:gd name="connsiteX208" fmla="*/ 247650 w 759618"/>
                <a:gd name="connsiteY208" fmla="*/ 804863 h 1012031"/>
                <a:gd name="connsiteX209" fmla="*/ 228600 w 759618"/>
                <a:gd name="connsiteY209" fmla="*/ 842963 h 1012031"/>
                <a:gd name="connsiteX210" fmla="*/ 204787 w 759618"/>
                <a:gd name="connsiteY210" fmla="*/ 869156 h 1012031"/>
                <a:gd name="connsiteX211" fmla="*/ 192881 w 759618"/>
                <a:gd name="connsiteY211" fmla="*/ 873919 h 1012031"/>
                <a:gd name="connsiteX212" fmla="*/ 171450 w 759618"/>
                <a:gd name="connsiteY212" fmla="*/ 888206 h 1012031"/>
                <a:gd name="connsiteX213" fmla="*/ 142875 w 759618"/>
                <a:gd name="connsiteY213" fmla="*/ 859631 h 1012031"/>
                <a:gd name="connsiteX214" fmla="*/ 126206 w 759618"/>
                <a:gd name="connsiteY214" fmla="*/ 831056 h 1012031"/>
                <a:gd name="connsiteX215" fmla="*/ 104775 w 759618"/>
                <a:gd name="connsiteY215" fmla="*/ 828675 h 1012031"/>
                <a:gd name="connsiteX216" fmla="*/ 85725 w 759618"/>
                <a:gd name="connsiteY216" fmla="*/ 845344 h 1012031"/>
                <a:gd name="connsiteX217" fmla="*/ 100012 w 759618"/>
                <a:gd name="connsiteY217" fmla="*/ 864394 h 1012031"/>
                <a:gd name="connsiteX218" fmla="*/ 111918 w 759618"/>
                <a:gd name="connsiteY218" fmla="*/ 878681 h 1012031"/>
                <a:gd name="connsiteX219" fmla="*/ 123825 w 759618"/>
                <a:gd name="connsiteY219" fmla="*/ 888206 h 1012031"/>
                <a:gd name="connsiteX220" fmla="*/ 133350 w 759618"/>
                <a:gd name="connsiteY220" fmla="*/ 909638 h 1012031"/>
                <a:gd name="connsiteX221" fmla="*/ 109537 w 759618"/>
                <a:gd name="connsiteY221" fmla="*/ 921544 h 1012031"/>
                <a:gd name="connsiteX222" fmla="*/ 90487 w 759618"/>
                <a:gd name="connsiteY222" fmla="*/ 909638 h 1012031"/>
                <a:gd name="connsiteX223" fmla="*/ 71437 w 759618"/>
                <a:gd name="connsiteY223" fmla="*/ 935831 h 1012031"/>
                <a:gd name="connsiteX224" fmla="*/ 61912 w 759618"/>
                <a:gd name="connsiteY224" fmla="*/ 971550 h 1012031"/>
                <a:gd name="connsiteX225" fmla="*/ 80962 w 759618"/>
                <a:gd name="connsiteY225" fmla="*/ 954881 h 1012031"/>
                <a:gd name="connsiteX226" fmla="*/ 95250 w 759618"/>
                <a:gd name="connsiteY226" fmla="*/ 978694 h 1012031"/>
                <a:gd name="connsiteX227" fmla="*/ 109537 w 759618"/>
                <a:gd name="connsiteY227" fmla="*/ 964406 h 1012031"/>
                <a:gd name="connsiteX228" fmla="*/ 119062 w 759618"/>
                <a:gd name="connsiteY228" fmla="*/ 981075 h 1012031"/>
                <a:gd name="connsiteX229" fmla="*/ 126206 w 759618"/>
                <a:gd name="connsiteY229" fmla="*/ 959644 h 1012031"/>
                <a:gd name="connsiteX230" fmla="*/ 145256 w 759618"/>
                <a:gd name="connsiteY230" fmla="*/ 985838 h 1012031"/>
                <a:gd name="connsiteX231" fmla="*/ 169068 w 759618"/>
                <a:gd name="connsiteY231" fmla="*/ 1004888 h 1012031"/>
                <a:gd name="connsiteX232" fmla="*/ 161925 w 759618"/>
                <a:gd name="connsiteY232" fmla="*/ 978694 h 1012031"/>
                <a:gd name="connsiteX233" fmla="*/ 171450 w 759618"/>
                <a:gd name="connsiteY233" fmla="*/ 964406 h 1012031"/>
                <a:gd name="connsiteX234" fmla="*/ 180975 w 759618"/>
                <a:gd name="connsiteY234" fmla="*/ 973931 h 1012031"/>
                <a:gd name="connsiteX235" fmla="*/ 188118 w 759618"/>
                <a:gd name="connsiteY235" fmla="*/ 962025 h 1012031"/>
                <a:gd name="connsiteX236" fmla="*/ 197643 w 759618"/>
                <a:gd name="connsiteY236" fmla="*/ 981075 h 1012031"/>
                <a:gd name="connsiteX237" fmla="*/ 209550 w 759618"/>
                <a:gd name="connsiteY237" fmla="*/ 962025 h 1012031"/>
                <a:gd name="connsiteX238" fmla="*/ 228600 w 759618"/>
                <a:gd name="connsiteY238" fmla="*/ 983456 h 1012031"/>
                <a:gd name="connsiteX239" fmla="*/ 235743 w 759618"/>
                <a:gd name="connsiteY239" fmla="*/ 959644 h 1012031"/>
                <a:gd name="connsiteX240" fmla="*/ 254793 w 759618"/>
                <a:gd name="connsiteY240" fmla="*/ 973931 h 1012031"/>
                <a:gd name="connsiteX241" fmla="*/ 271462 w 759618"/>
                <a:gd name="connsiteY241" fmla="*/ 983456 h 1012031"/>
                <a:gd name="connsiteX242" fmla="*/ 278606 w 759618"/>
                <a:gd name="connsiteY242" fmla="*/ 1000125 h 1012031"/>
                <a:gd name="connsiteX243" fmla="*/ 269081 w 759618"/>
                <a:gd name="connsiteY243" fmla="*/ 1012031 h 1012031"/>
                <a:gd name="connsiteX244" fmla="*/ 316706 w 759618"/>
                <a:gd name="connsiteY244" fmla="*/ 976313 h 1012031"/>
                <a:gd name="connsiteX245" fmla="*/ 335756 w 759618"/>
                <a:gd name="connsiteY245" fmla="*/ 969169 h 1012031"/>
                <a:gd name="connsiteX246" fmla="*/ 342900 w 759618"/>
                <a:gd name="connsiteY246" fmla="*/ 950119 h 1012031"/>
                <a:gd name="connsiteX247" fmla="*/ 342900 w 759618"/>
                <a:gd name="connsiteY247" fmla="*/ 926306 h 1012031"/>
                <a:gd name="connsiteX248" fmla="*/ 321468 w 759618"/>
                <a:gd name="connsiteY248" fmla="*/ 935831 h 1012031"/>
                <a:gd name="connsiteX249" fmla="*/ 307181 w 759618"/>
                <a:gd name="connsiteY249" fmla="*/ 926306 h 1012031"/>
                <a:gd name="connsiteX250" fmla="*/ 307181 w 759618"/>
                <a:gd name="connsiteY250" fmla="*/ 900113 h 1012031"/>
                <a:gd name="connsiteX251" fmla="*/ 290512 w 759618"/>
                <a:gd name="connsiteY251" fmla="*/ 916781 h 1012031"/>
                <a:gd name="connsiteX252" fmla="*/ 269081 w 759618"/>
                <a:gd name="connsiteY252" fmla="*/ 892969 h 1012031"/>
                <a:gd name="connsiteX253" fmla="*/ 252412 w 759618"/>
                <a:gd name="connsiteY253" fmla="*/ 919163 h 1012031"/>
                <a:gd name="connsiteX254" fmla="*/ 233362 w 759618"/>
                <a:gd name="connsiteY254" fmla="*/ 902494 h 1012031"/>
                <a:gd name="connsiteX255" fmla="*/ 254793 w 759618"/>
                <a:gd name="connsiteY255" fmla="*/ 888206 h 1012031"/>
                <a:gd name="connsiteX256" fmla="*/ 254793 w 759618"/>
                <a:gd name="connsiteY256" fmla="*/ 862013 h 1012031"/>
                <a:gd name="connsiteX257" fmla="*/ 278606 w 759618"/>
                <a:gd name="connsiteY257" fmla="*/ 876300 h 1012031"/>
                <a:gd name="connsiteX258" fmla="*/ 307181 w 759618"/>
                <a:gd name="connsiteY258" fmla="*/ 885825 h 1012031"/>
                <a:gd name="connsiteX259" fmla="*/ 323850 w 759618"/>
                <a:gd name="connsiteY259" fmla="*/ 878681 h 1012031"/>
                <a:gd name="connsiteX260" fmla="*/ 338137 w 759618"/>
                <a:gd name="connsiteY260" fmla="*/ 869156 h 1012031"/>
                <a:gd name="connsiteX261" fmla="*/ 338137 w 759618"/>
                <a:gd name="connsiteY261" fmla="*/ 847725 h 1012031"/>
                <a:gd name="connsiteX262" fmla="*/ 335756 w 759618"/>
                <a:gd name="connsiteY262" fmla="*/ 823913 h 1012031"/>
                <a:gd name="connsiteX263" fmla="*/ 338137 w 759618"/>
                <a:gd name="connsiteY263" fmla="*/ 797719 h 1012031"/>
                <a:gd name="connsiteX264" fmla="*/ 364331 w 759618"/>
                <a:gd name="connsiteY264" fmla="*/ 814388 h 1012031"/>
                <a:gd name="connsiteX265" fmla="*/ 392906 w 759618"/>
                <a:gd name="connsiteY265" fmla="*/ 795338 h 1012031"/>
                <a:gd name="connsiteX266" fmla="*/ 373856 w 759618"/>
                <a:gd name="connsiteY266" fmla="*/ 783431 h 1012031"/>
                <a:gd name="connsiteX267" fmla="*/ 395287 w 759618"/>
                <a:gd name="connsiteY267" fmla="*/ 776288 h 1012031"/>
                <a:gd name="connsiteX268" fmla="*/ 407193 w 759618"/>
                <a:gd name="connsiteY268" fmla="*/ 762000 h 1012031"/>
                <a:gd name="connsiteX269" fmla="*/ 388143 w 759618"/>
                <a:gd name="connsiteY269" fmla="*/ 752475 h 1012031"/>
                <a:gd name="connsiteX270" fmla="*/ 404812 w 759618"/>
                <a:gd name="connsiteY270" fmla="*/ 738188 h 1012031"/>
                <a:gd name="connsiteX271" fmla="*/ 423862 w 759618"/>
                <a:gd name="connsiteY271" fmla="*/ 707231 h 1012031"/>
                <a:gd name="connsiteX272" fmla="*/ 383381 w 759618"/>
                <a:gd name="connsiteY272" fmla="*/ 697706 h 1012031"/>
                <a:gd name="connsiteX273" fmla="*/ 381000 w 759618"/>
                <a:gd name="connsiteY273" fmla="*/ 690563 h 1012031"/>
                <a:gd name="connsiteX274" fmla="*/ 350043 w 759618"/>
                <a:gd name="connsiteY274" fmla="*/ 690563 h 1012031"/>
                <a:gd name="connsiteX275" fmla="*/ 335756 w 759618"/>
                <a:gd name="connsiteY275" fmla="*/ 676275 h 1012031"/>
                <a:gd name="connsiteX276" fmla="*/ 354806 w 759618"/>
                <a:gd name="connsiteY276" fmla="*/ 654844 h 1012031"/>
                <a:gd name="connsiteX277" fmla="*/ 390525 w 759618"/>
                <a:gd name="connsiteY277" fmla="*/ 657225 h 1012031"/>
                <a:gd name="connsiteX278" fmla="*/ 416718 w 759618"/>
                <a:gd name="connsiteY278" fmla="*/ 683419 h 1012031"/>
                <a:gd name="connsiteX279" fmla="*/ 428625 w 759618"/>
                <a:gd name="connsiteY279" fmla="*/ 647700 h 1012031"/>
                <a:gd name="connsiteX280" fmla="*/ 397668 w 759618"/>
                <a:gd name="connsiteY280" fmla="*/ 640556 h 1012031"/>
                <a:gd name="connsiteX281" fmla="*/ 359568 w 759618"/>
                <a:gd name="connsiteY281" fmla="*/ 631031 h 1012031"/>
                <a:gd name="connsiteX282" fmla="*/ 371475 w 759618"/>
                <a:gd name="connsiteY282" fmla="*/ 619125 h 1012031"/>
                <a:gd name="connsiteX283" fmla="*/ 395287 w 759618"/>
                <a:gd name="connsiteY283" fmla="*/ 616744 h 1012031"/>
                <a:gd name="connsiteX284" fmla="*/ 416718 w 759618"/>
                <a:gd name="connsiteY284" fmla="*/ 628650 h 1012031"/>
                <a:gd name="connsiteX285" fmla="*/ 442912 w 759618"/>
                <a:gd name="connsiteY285" fmla="*/ 607219 h 1012031"/>
                <a:gd name="connsiteX286" fmla="*/ 452437 w 759618"/>
                <a:gd name="connsiteY286" fmla="*/ 592931 h 1012031"/>
                <a:gd name="connsiteX287" fmla="*/ 428625 w 759618"/>
                <a:gd name="connsiteY287" fmla="*/ 576263 h 1012031"/>
                <a:gd name="connsiteX288" fmla="*/ 440531 w 759618"/>
                <a:gd name="connsiteY288" fmla="*/ 564356 h 1012031"/>
                <a:gd name="connsiteX289" fmla="*/ 464343 w 759618"/>
                <a:gd name="connsiteY289" fmla="*/ 578644 h 1012031"/>
                <a:gd name="connsiteX290" fmla="*/ 497681 w 759618"/>
                <a:gd name="connsiteY290" fmla="*/ 590550 h 1012031"/>
                <a:gd name="connsiteX291" fmla="*/ 511968 w 759618"/>
                <a:gd name="connsiteY291" fmla="*/ 557213 h 1012031"/>
                <a:gd name="connsiteX292" fmla="*/ 526256 w 759618"/>
                <a:gd name="connsiteY292" fmla="*/ 528638 h 1012031"/>
                <a:gd name="connsiteX293" fmla="*/ 502443 w 759618"/>
                <a:gd name="connsiteY293" fmla="*/ 531019 h 1012031"/>
                <a:gd name="connsiteX294" fmla="*/ 488156 w 759618"/>
                <a:gd name="connsiteY294" fmla="*/ 519113 h 1012031"/>
                <a:gd name="connsiteX295" fmla="*/ 542924 w 759618"/>
                <a:gd name="connsiteY295" fmla="*/ 511969 h 1012031"/>
                <a:gd name="connsiteX0" fmla="*/ 542924 w 759618"/>
                <a:gd name="connsiteY0" fmla="*/ 511969 h 1012031"/>
                <a:gd name="connsiteX1" fmla="*/ 526257 w 759618"/>
                <a:gd name="connsiteY1" fmla="*/ 447676 h 1012031"/>
                <a:gd name="connsiteX2" fmla="*/ 581024 w 759618"/>
                <a:gd name="connsiteY2" fmla="*/ 464343 h 1012031"/>
                <a:gd name="connsiteX3" fmla="*/ 592931 w 759618"/>
                <a:gd name="connsiteY3" fmla="*/ 428625 h 1012031"/>
                <a:gd name="connsiteX4" fmla="*/ 626268 w 759618"/>
                <a:gd name="connsiteY4" fmla="*/ 357188 h 1012031"/>
                <a:gd name="connsiteX5" fmla="*/ 678656 w 759618"/>
                <a:gd name="connsiteY5" fmla="*/ 307181 h 1012031"/>
                <a:gd name="connsiteX6" fmla="*/ 600075 w 759618"/>
                <a:gd name="connsiteY6" fmla="*/ 335756 h 1012031"/>
                <a:gd name="connsiteX7" fmla="*/ 554831 w 759618"/>
                <a:gd name="connsiteY7" fmla="*/ 373856 h 1012031"/>
                <a:gd name="connsiteX8" fmla="*/ 535781 w 759618"/>
                <a:gd name="connsiteY8" fmla="*/ 369094 h 1012031"/>
                <a:gd name="connsiteX9" fmla="*/ 597693 w 759618"/>
                <a:gd name="connsiteY9" fmla="*/ 309563 h 1012031"/>
                <a:gd name="connsiteX10" fmla="*/ 573881 w 759618"/>
                <a:gd name="connsiteY10" fmla="*/ 288131 h 1012031"/>
                <a:gd name="connsiteX11" fmla="*/ 561975 w 759618"/>
                <a:gd name="connsiteY11" fmla="*/ 261938 h 1012031"/>
                <a:gd name="connsiteX12" fmla="*/ 614362 w 759618"/>
                <a:gd name="connsiteY12" fmla="*/ 292894 h 1012031"/>
                <a:gd name="connsiteX13" fmla="*/ 650081 w 759618"/>
                <a:gd name="connsiteY13" fmla="*/ 290513 h 1012031"/>
                <a:gd name="connsiteX14" fmla="*/ 650081 w 759618"/>
                <a:gd name="connsiteY14" fmla="*/ 273844 h 1012031"/>
                <a:gd name="connsiteX15" fmla="*/ 678656 w 759618"/>
                <a:gd name="connsiteY15" fmla="*/ 271463 h 1012031"/>
                <a:gd name="connsiteX16" fmla="*/ 721518 w 759618"/>
                <a:gd name="connsiteY16" fmla="*/ 221456 h 1012031"/>
                <a:gd name="connsiteX17" fmla="*/ 759618 w 759618"/>
                <a:gd name="connsiteY17" fmla="*/ 150019 h 1012031"/>
                <a:gd name="connsiteX18" fmla="*/ 738187 w 759618"/>
                <a:gd name="connsiteY18" fmla="*/ 126206 h 1012031"/>
                <a:gd name="connsiteX19" fmla="*/ 704850 w 759618"/>
                <a:gd name="connsiteY19" fmla="*/ 121444 h 1012031"/>
                <a:gd name="connsiteX20" fmla="*/ 692943 w 759618"/>
                <a:gd name="connsiteY20" fmla="*/ 73819 h 1012031"/>
                <a:gd name="connsiteX21" fmla="*/ 669131 w 759618"/>
                <a:gd name="connsiteY21" fmla="*/ 59531 h 1012031"/>
                <a:gd name="connsiteX22" fmla="*/ 628650 w 759618"/>
                <a:gd name="connsiteY22" fmla="*/ 78581 h 1012031"/>
                <a:gd name="connsiteX23" fmla="*/ 614362 w 759618"/>
                <a:gd name="connsiteY23" fmla="*/ 102394 h 1012031"/>
                <a:gd name="connsiteX24" fmla="*/ 588168 w 759618"/>
                <a:gd name="connsiteY24" fmla="*/ 114300 h 1012031"/>
                <a:gd name="connsiteX25" fmla="*/ 576262 w 759618"/>
                <a:gd name="connsiteY25" fmla="*/ 107156 h 1012031"/>
                <a:gd name="connsiteX26" fmla="*/ 592931 w 759618"/>
                <a:gd name="connsiteY26" fmla="*/ 85725 h 1012031"/>
                <a:gd name="connsiteX27" fmla="*/ 621506 w 759618"/>
                <a:gd name="connsiteY27" fmla="*/ 50006 h 1012031"/>
                <a:gd name="connsiteX28" fmla="*/ 585787 w 759618"/>
                <a:gd name="connsiteY28" fmla="*/ 33338 h 1012031"/>
                <a:gd name="connsiteX29" fmla="*/ 557212 w 759618"/>
                <a:gd name="connsiteY29" fmla="*/ 38100 h 1012031"/>
                <a:gd name="connsiteX30" fmla="*/ 540543 w 759618"/>
                <a:gd name="connsiteY30" fmla="*/ 16669 h 1012031"/>
                <a:gd name="connsiteX31" fmla="*/ 526256 w 759618"/>
                <a:gd name="connsiteY31" fmla="*/ 16669 h 1012031"/>
                <a:gd name="connsiteX32" fmla="*/ 519112 w 759618"/>
                <a:gd name="connsiteY32" fmla="*/ 28575 h 1012031"/>
                <a:gd name="connsiteX33" fmla="*/ 533400 w 759618"/>
                <a:gd name="connsiteY33" fmla="*/ 61913 h 1012031"/>
                <a:gd name="connsiteX34" fmla="*/ 519112 w 759618"/>
                <a:gd name="connsiteY34" fmla="*/ 69056 h 1012031"/>
                <a:gd name="connsiteX35" fmla="*/ 500062 w 759618"/>
                <a:gd name="connsiteY35" fmla="*/ 33338 h 1012031"/>
                <a:gd name="connsiteX36" fmla="*/ 495300 w 759618"/>
                <a:gd name="connsiteY36" fmla="*/ 0 h 1012031"/>
                <a:gd name="connsiteX37" fmla="*/ 466725 w 759618"/>
                <a:gd name="connsiteY37" fmla="*/ 40481 h 1012031"/>
                <a:gd name="connsiteX38" fmla="*/ 466725 w 759618"/>
                <a:gd name="connsiteY38" fmla="*/ 61913 h 1012031"/>
                <a:gd name="connsiteX39" fmla="*/ 490537 w 759618"/>
                <a:gd name="connsiteY39" fmla="*/ 80963 h 1012031"/>
                <a:gd name="connsiteX40" fmla="*/ 490537 w 759618"/>
                <a:gd name="connsiteY40" fmla="*/ 100013 h 1012031"/>
                <a:gd name="connsiteX41" fmla="*/ 464343 w 759618"/>
                <a:gd name="connsiteY41" fmla="*/ 95250 h 1012031"/>
                <a:gd name="connsiteX42" fmla="*/ 442912 w 759618"/>
                <a:gd name="connsiteY42" fmla="*/ 64294 h 1012031"/>
                <a:gd name="connsiteX43" fmla="*/ 433387 w 759618"/>
                <a:gd name="connsiteY43" fmla="*/ 40481 h 1012031"/>
                <a:gd name="connsiteX44" fmla="*/ 414337 w 759618"/>
                <a:gd name="connsiteY44" fmla="*/ 33338 h 1012031"/>
                <a:gd name="connsiteX45" fmla="*/ 383381 w 759618"/>
                <a:gd name="connsiteY45" fmla="*/ 38100 h 1012031"/>
                <a:gd name="connsiteX46" fmla="*/ 376237 w 759618"/>
                <a:gd name="connsiteY46" fmla="*/ 42863 h 1012031"/>
                <a:gd name="connsiteX47" fmla="*/ 378618 w 759618"/>
                <a:gd name="connsiteY47" fmla="*/ 69056 h 1012031"/>
                <a:gd name="connsiteX48" fmla="*/ 402431 w 759618"/>
                <a:gd name="connsiteY48" fmla="*/ 88106 h 1012031"/>
                <a:gd name="connsiteX49" fmla="*/ 416718 w 759618"/>
                <a:gd name="connsiteY49" fmla="*/ 109538 h 1012031"/>
                <a:gd name="connsiteX50" fmla="*/ 402431 w 759618"/>
                <a:gd name="connsiteY50" fmla="*/ 145256 h 1012031"/>
                <a:gd name="connsiteX51" fmla="*/ 385762 w 759618"/>
                <a:gd name="connsiteY51" fmla="*/ 135731 h 1012031"/>
                <a:gd name="connsiteX52" fmla="*/ 381000 w 759618"/>
                <a:gd name="connsiteY52" fmla="*/ 104775 h 1012031"/>
                <a:gd name="connsiteX53" fmla="*/ 352425 w 759618"/>
                <a:gd name="connsiteY53" fmla="*/ 59531 h 1012031"/>
                <a:gd name="connsiteX54" fmla="*/ 333375 w 759618"/>
                <a:gd name="connsiteY54" fmla="*/ 69056 h 1012031"/>
                <a:gd name="connsiteX55" fmla="*/ 323850 w 759618"/>
                <a:gd name="connsiteY55" fmla="*/ 50006 h 1012031"/>
                <a:gd name="connsiteX56" fmla="*/ 302418 w 759618"/>
                <a:gd name="connsiteY56" fmla="*/ 42863 h 1012031"/>
                <a:gd name="connsiteX57" fmla="*/ 290512 w 759618"/>
                <a:gd name="connsiteY57" fmla="*/ 64294 h 1012031"/>
                <a:gd name="connsiteX58" fmla="*/ 304800 w 759618"/>
                <a:gd name="connsiteY58" fmla="*/ 76200 h 1012031"/>
                <a:gd name="connsiteX59" fmla="*/ 323850 w 759618"/>
                <a:gd name="connsiteY59" fmla="*/ 92869 h 1012031"/>
                <a:gd name="connsiteX60" fmla="*/ 335756 w 759618"/>
                <a:gd name="connsiteY60" fmla="*/ 100013 h 1012031"/>
                <a:gd name="connsiteX61" fmla="*/ 328612 w 759618"/>
                <a:gd name="connsiteY61" fmla="*/ 111919 h 1012031"/>
                <a:gd name="connsiteX62" fmla="*/ 307181 w 759618"/>
                <a:gd name="connsiteY62" fmla="*/ 100013 h 1012031"/>
                <a:gd name="connsiteX63" fmla="*/ 264318 w 759618"/>
                <a:gd name="connsiteY63" fmla="*/ 76200 h 1012031"/>
                <a:gd name="connsiteX64" fmla="*/ 280987 w 759618"/>
                <a:gd name="connsiteY64" fmla="*/ 114300 h 1012031"/>
                <a:gd name="connsiteX65" fmla="*/ 292893 w 759618"/>
                <a:gd name="connsiteY65" fmla="*/ 130969 h 1012031"/>
                <a:gd name="connsiteX66" fmla="*/ 280987 w 759618"/>
                <a:gd name="connsiteY66" fmla="*/ 140494 h 1012031"/>
                <a:gd name="connsiteX67" fmla="*/ 247650 w 759618"/>
                <a:gd name="connsiteY67" fmla="*/ 100013 h 1012031"/>
                <a:gd name="connsiteX68" fmla="*/ 261937 w 759618"/>
                <a:gd name="connsiteY68" fmla="*/ 142875 h 1012031"/>
                <a:gd name="connsiteX69" fmla="*/ 242887 w 759618"/>
                <a:gd name="connsiteY69" fmla="*/ 150019 h 1012031"/>
                <a:gd name="connsiteX70" fmla="*/ 257175 w 759618"/>
                <a:gd name="connsiteY70" fmla="*/ 178594 h 1012031"/>
                <a:gd name="connsiteX71" fmla="*/ 278606 w 759618"/>
                <a:gd name="connsiteY71" fmla="*/ 195263 h 1012031"/>
                <a:gd name="connsiteX72" fmla="*/ 307181 w 759618"/>
                <a:gd name="connsiteY72" fmla="*/ 228600 h 1012031"/>
                <a:gd name="connsiteX73" fmla="*/ 316706 w 759618"/>
                <a:gd name="connsiteY73" fmla="*/ 254794 h 1012031"/>
                <a:gd name="connsiteX74" fmla="*/ 316706 w 759618"/>
                <a:gd name="connsiteY74" fmla="*/ 254794 h 1012031"/>
                <a:gd name="connsiteX75" fmla="*/ 285750 w 759618"/>
                <a:gd name="connsiteY75" fmla="*/ 235744 h 1012031"/>
                <a:gd name="connsiteX76" fmla="*/ 238125 w 759618"/>
                <a:gd name="connsiteY76" fmla="*/ 221456 h 1012031"/>
                <a:gd name="connsiteX77" fmla="*/ 223837 w 759618"/>
                <a:gd name="connsiteY77" fmla="*/ 195263 h 1012031"/>
                <a:gd name="connsiteX78" fmla="*/ 204787 w 759618"/>
                <a:gd name="connsiteY78" fmla="*/ 166688 h 1012031"/>
                <a:gd name="connsiteX79" fmla="*/ 166687 w 759618"/>
                <a:gd name="connsiteY79" fmla="*/ 130969 h 1012031"/>
                <a:gd name="connsiteX80" fmla="*/ 166687 w 759618"/>
                <a:gd name="connsiteY80" fmla="*/ 157163 h 1012031"/>
                <a:gd name="connsiteX81" fmla="*/ 173831 w 759618"/>
                <a:gd name="connsiteY81" fmla="*/ 176213 h 1012031"/>
                <a:gd name="connsiteX82" fmla="*/ 171450 w 759618"/>
                <a:gd name="connsiteY82" fmla="*/ 188119 h 1012031"/>
                <a:gd name="connsiteX83" fmla="*/ 152400 w 759618"/>
                <a:gd name="connsiteY83" fmla="*/ 195263 h 1012031"/>
                <a:gd name="connsiteX84" fmla="*/ 128587 w 759618"/>
                <a:gd name="connsiteY84" fmla="*/ 190500 h 1012031"/>
                <a:gd name="connsiteX85" fmla="*/ 178593 w 759618"/>
                <a:gd name="connsiteY85" fmla="*/ 214313 h 1012031"/>
                <a:gd name="connsiteX86" fmla="*/ 188118 w 759618"/>
                <a:gd name="connsiteY86" fmla="*/ 228600 h 1012031"/>
                <a:gd name="connsiteX87" fmla="*/ 185737 w 759618"/>
                <a:gd name="connsiteY87" fmla="*/ 250031 h 1012031"/>
                <a:gd name="connsiteX88" fmla="*/ 157162 w 759618"/>
                <a:gd name="connsiteY88" fmla="*/ 228600 h 1012031"/>
                <a:gd name="connsiteX89" fmla="*/ 121443 w 759618"/>
                <a:gd name="connsiteY89" fmla="*/ 223838 h 1012031"/>
                <a:gd name="connsiteX90" fmla="*/ 97631 w 759618"/>
                <a:gd name="connsiteY90" fmla="*/ 211931 h 1012031"/>
                <a:gd name="connsiteX91" fmla="*/ 73818 w 759618"/>
                <a:gd name="connsiteY91" fmla="*/ 235744 h 1012031"/>
                <a:gd name="connsiteX92" fmla="*/ 73818 w 759618"/>
                <a:gd name="connsiteY92" fmla="*/ 257175 h 1012031"/>
                <a:gd name="connsiteX93" fmla="*/ 52387 w 759618"/>
                <a:gd name="connsiteY93" fmla="*/ 273844 h 1012031"/>
                <a:gd name="connsiteX94" fmla="*/ 35718 w 759618"/>
                <a:gd name="connsiteY94" fmla="*/ 254794 h 1012031"/>
                <a:gd name="connsiteX95" fmla="*/ 19050 w 759618"/>
                <a:gd name="connsiteY95" fmla="*/ 264319 h 1012031"/>
                <a:gd name="connsiteX96" fmla="*/ 0 w 759618"/>
                <a:gd name="connsiteY96" fmla="*/ 297656 h 1012031"/>
                <a:gd name="connsiteX97" fmla="*/ 26193 w 759618"/>
                <a:gd name="connsiteY97" fmla="*/ 283369 h 1012031"/>
                <a:gd name="connsiteX98" fmla="*/ 38100 w 759618"/>
                <a:gd name="connsiteY98" fmla="*/ 273844 h 1012031"/>
                <a:gd name="connsiteX99" fmla="*/ 52387 w 759618"/>
                <a:gd name="connsiteY99" fmla="*/ 288131 h 1012031"/>
                <a:gd name="connsiteX100" fmla="*/ 30956 w 759618"/>
                <a:gd name="connsiteY100" fmla="*/ 323850 h 1012031"/>
                <a:gd name="connsiteX101" fmla="*/ 69056 w 759618"/>
                <a:gd name="connsiteY101" fmla="*/ 300038 h 1012031"/>
                <a:gd name="connsiteX102" fmla="*/ 92868 w 759618"/>
                <a:gd name="connsiteY102" fmla="*/ 295275 h 1012031"/>
                <a:gd name="connsiteX103" fmla="*/ 114300 w 759618"/>
                <a:gd name="connsiteY103" fmla="*/ 300038 h 1012031"/>
                <a:gd name="connsiteX104" fmla="*/ 111918 w 759618"/>
                <a:gd name="connsiteY104" fmla="*/ 316706 h 1012031"/>
                <a:gd name="connsiteX105" fmla="*/ 92868 w 759618"/>
                <a:gd name="connsiteY105" fmla="*/ 311944 h 1012031"/>
                <a:gd name="connsiteX106" fmla="*/ 66675 w 759618"/>
                <a:gd name="connsiteY106" fmla="*/ 338138 h 1012031"/>
                <a:gd name="connsiteX107" fmla="*/ 69056 w 759618"/>
                <a:gd name="connsiteY107" fmla="*/ 359569 h 1012031"/>
                <a:gd name="connsiteX108" fmla="*/ 50006 w 759618"/>
                <a:gd name="connsiteY108" fmla="*/ 369094 h 1012031"/>
                <a:gd name="connsiteX109" fmla="*/ 59531 w 759618"/>
                <a:gd name="connsiteY109" fmla="*/ 385763 h 1012031"/>
                <a:gd name="connsiteX110" fmla="*/ 88106 w 759618"/>
                <a:gd name="connsiteY110" fmla="*/ 376238 h 1012031"/>
                <a:gd name="connsiteX111" fmla="*/ 116681 w 759618"/>
                <a:gd name="connsiteY111" fmla="*/ 378619 h 1012031"/>
                <a:gd name="connsiteX112" fmla="*/ 138112 w 759618"/>
                <a:gd name="connsiteY112" fmla="*/ 354806 h 1012031"/>
                <a:gd name="connsiteX113" fmla="*/ 164306 w 759618"/>
                <a:gd name="connsiteY113" fmla="*/ 335756 h 1012031"/>
                <a:gd name="connsiteX114" fmla="*/ 178593 w 759618"/>
                <a:gd name="connsiteY114" fmla="*/ 340519 h 1012031"/>
                <a:gd name="connsiteX115" fmla="*/ 157162 w 759618"/>
                <a:gd name="connsiteY115" fmla="*/ 366713 h 1012031"/>
                <a:gd name="connsiteX116" fmla="*/ 114300 w 759618"/>
                <a:gd name="connsiteY116" fmla="*/ 407194 h 1012031"/>
                <a:gd name="connsiteX117" fmla="*/ 73818 w 759618"/>
                <a:gd name="connsiteY117" fmla="*/ 411956 h 1012031"/>
                <a:gd name="connsiteX118" fmla="*/ 102393 w 759618"/>
                <a:gd name="connsiteY118" fmla="*/ 447675 h 1012031"/>
                <a:gd name="connsiteX119" fmla="*/ 133350 w 759618"/>
                <a:gd name="connsiteY119" fmla="*/ 419100 h 1012031"/>
                <a:gd name="connsiteX120" fmla="*/ 169068 w 759618"/>
                <a:gd name="connsiteY120" fmla="*/ 378619 h 1012031"/>
                <a:gd name="connsiteX121" fmla="*/ 209550 w 759618"/>
                <a:gd name="connsiteY121" fmla="*/ 371475 h 1012031"/>
                <a:gd name="connsiteX122" fmla="*/ 223837 w 759618"/>
                <a:gd name="connsiteY122" fmla="*/ 373856 h 1012031"/>
                <a:gd name="connsiteX123" fmla="*/ 183356 w 759618"/>
                <a:gd name="connsiteY123" fmla="*/ 402431 h 1012031"/>
                <a:gd name="connsiteX124" fmla="*/ 154781 w 759618"/>
                <a:gd name="connsiteY124" fmla="*/ 428625 h 1012031"/>
                <a:gd name="connsiteX125" fmla="*/ 147637 w 759618"/>
                <a:gd name="connsiteY125" fmla="*/ 454819 h 1012031"/>
                <a:gd name="connsiteX126" fmla="*/ 169068 w 759618"/>
                <a:gd name="connsiteY126" fmla="*/ 466725 h 1012031"/>
                <a:gd name="connsiteX127" fmla="*/ 197643 w 759618"/>
                <a:gd name="connsiteY127" fmla="*/ 454819 h 1012031"/>
                <a:gd name="connsiteX128" fmla="*/ 197643 w 759618"/>
                <a:gd name="connsiteY128" fmla="*/ 423863 h 1012031"/>
                <a:gd name="connsiteX129" fmla="*/ 211931 w 759618"/>
                <a:gd name="connsiteY129" fmla="*/ 411956 h 1012031"/>
                <a:gd name="connsiteX130" fmla="*/ 228600 w 759618"/>
                <a:gd name="connsiteY130" fmla="*/ 428625 h 1012031"/>
                <a:gd name="connsiteX131" fmla="*/ 254793 w 759618"/>
                <a:gd name="connsiteY131" fmla="*/ 423863 h 1012031"/>
                <a:gd name="connsiteX132" fmla="*/ 240506 w 759618"/>
                <a:gd name="connsiteY132" fmla="*/ 445294 h 1012031"/>
                <a:gd name="connsiteX133" fmla="*/ 216693 w 759618"/>
                <a:gd name="connsiteY133" fmla="*/ 452438 h 1012031"/>
                <a:gd name="connsiteX134" fmla="*/ 242887 w 759618"/>
                <a:gd name="connsiteY134" fmla="*/ 464344 h 1012031"/>
                <a:gd name="connsiteX135" fmla="*/ 304800 w 759618"/>
                <a:gd name="connsiteY135" fmla="*/ 411956 h 1012031"/>
                <a:gd name="connsiteX136" fmla="*/ 307181 w 759618"/>
                <a:gd name="connsiteY136" fmla="*/ 364331 h 1012031"/>
                <a:gd name="connsiteX137" fmla="*/ 378618 w 759618"/>
                <a:gd name="connsiteY137" fmla="*/ 311944 h 1012031"/>
                <a:gd name="connsiteX138" fmla="*/ 385762 w 759618"/>
                <a:gd name="connsiteY138" fmla="*/ 335756 h 1012031"/>
                <a:gd name="connsiteX139" fmla="*/ 357187 w 759618"/>
                <a:gd name="connsiteY139" fmla="*/ 359569 h 1012031"/>
                <a:gd name="connsiteX140" fmla="*/ 333375 w 759618"/>
                <a:gd name="connsiteY140" fmla="*/ 400050 h 1012031"/>
                <a:gd name="connsiteX141" fmla="*/ 333375 w 759618"/>
                <a:gd name="connsiteY141" fmla="*/ 414338 h 1012031"/>
                <a:gd name="connsiteX142" fmla="*/ 359568 w 759618"/>
                <a:gd name="connsiteY142" fmla="*/ 407194 h 1012031"/>
                <a:gd name="connsiteX143" fmla="*/ 381000 w 759618"/>
                <a:gd name="connsiteY143" fmla="*/ 414338 h 1012031"/>
                <a:gd name="connsiteX144" fmla="*/ 369093 w 759618"/>
                <a:gd name="connsiteY144" fmla="*/ 419100 h 1012031"/>
                <a:gd name="connsiteX145" fmla="*/ 338137 w 759618"/>
                <a:gd name="connsiteY145" fmla="*/ 428625 h 1012031"/>
                <a:gd name="connsiteX146" fmla="*/ 300037 w 759618"/>
                <a:gd name="connsiteY146" fmla="*/ 454819 h 1012031"/>
                <a:gd name="connsiteX147" fmla="*/ 345281 w 759618"/>
                <a:gd name="connsiteY147" fmla="*/ 461963 h 1012031"/>
                <a:gd name="connsiteX148" fmla="*/ 342900 w 759618"/>
                <a:gd name="connsiteY148" fmla="*/ 476250 h 1012031"/>
                <a:gd name="connsiteX149" fmla="*/ 292893 w 759618"/>
                <a:gd name="connsiteY149" fmla="*/ 478631 h 1012031"/>
                <a:gd name="connsiteX150" fmla="*/ 261937 w 759618"/>
                <a:gd name="connsiteY150" fmla="*/ 495300 h 1012031"/>
                <a:gd name="connsiteX151" fmla="*/ 228600 w 759618"/>
                <a:gd name="connsiteY151" fmla="*/ 504825 h 1012031"/>
                <a:gd name="connsiteX152" fmla="*/ 240506 w 759618"/>
                <a:gd name="connsiteY152" fmla="*/ 540544 h 1012031"/>
                <a:gd name="connsiteX153" fmla="*/ 257175 w 759618"/>
                <a:gd name="connsiteY153" fmla="*/ 557213 h 1012031"/>
                <a:gd name="connsiteX154" fmla="*/ 259556 w 759618"/>
                <a:gd name="connsiteY154" fmla="*/ 578644 h 1012031"/>
                <a:gd name="connsiteX155" fmla="*/ 290512 w 759618"/>
                <a:gd name="connsiteY155" fmla="*/ 585788 h 1012031"/>
                <a:gd name="connsiteX156" fmla="*/ 292893 w 759618"/>
                <a:gd name="connsiteY156" fmla="*/ 597694 h 1012031"/>
                <a:gd name="connsiteX157" fmla="*/ 273843 w 759618"/>
                <a:gd name="connsiteY157" fmla="*/ 616744 h 1012031"/>
                <a:gd name="connsiteX158" fmla="*/ 252412 w 759618"/>
                <a:gd name="connsiteY158" fmla="*/ 609600 h 1012031"/>
                <a:gd name="connsiteX159" fmla="*/ 235743 w 759618"/>
                <a:gd name="connsiteY159" fmla="*/ 607219 h 1012031"/>
                <a:gd name="connsiteX160" fmla="*/ 228600 w 759618"/>
                <a:gd name="connsiteY160" fmla="*/ 581025 h 1012031"/>
                <a:gd name="connsiteX161" fmla="*/ 204787 w 759618"/>
                <a:gd name="connsiteY161" fmla="*/ 547688 h 1012031"/>
                <a:gd name="connsiteX162" fmla="*/ 192881 w 759618"/>
                <a:gd name="connsiteY162" fmla="*/ 519113 h 1012031"/>
                <a:gd name="connsiteX163" fmla="*/ 166687 w 759618"/>
                <a:gd name="connsiteY163" fmla="*/ 507206 h 1012031"/>
                <a:gd name="connsiteX164" fmla="*/ 130968 w 759618"/>
                <a:gd name="connsiteY164" fmla="*/ 495300 h 1012031"/>
                <a:gd name="connsiteX165" fmla="*/ 135731 w 759618"/>
                <a:gd name="connsiteY165" fmla="*/ 535781 h 1012031"/>
                <a:gd name="connsiteX166" fmla="*/ 171450 w 759618"/>
                <a:gd name="connsiteY166" fmla="*/ 554831 h 1012031"/>
                <a:gd name="connsiteX167" fmla="*/ 164306 w 759618"/>
                <a:gd name="connsiteY167" fmla="*/ 569119 h 1012031"/>
                <a:gd name="connsiteX168" fmla="*/ 138112 w 759618"/>
                <a:gd name="connsiteY168" fmla="*/ 554831 h 1012031"/>
                <a:gd name="connsiteX169" fmla="*/ 173831 w 759618"/>
                <a:gd name="connsiteY169" fmla="*/ 595313 h 1012031"/>
                <a:gd name="connsiteX170" fmla="*/ 188118 w 759618"/>
                <a:gd name="connsiteY170" fmla="*/ 621506 h 1012031"/>
                <a:gd name="connsiteX171" fmla="*/ 197643 w 759618"/>
                <a:gd name="connsiteY171" fmla="*/ 642938 h 1012031"/>
                <a:gd name="connsiteX172" fmla="*/ 207168 w 759618"/>
                <a:gd name="connsiteY172" fmla="*/ 659606 h 1012031"/>
                <a:gd name="connsiteX173" fmla="*/ 207168 w 759618"/>
                <a:gd name="connsiteY173" fmla="*/ 659606 h 1012031"/>
                <a:gd name="connsiteX174" fmla="*/ 176212 w 759618"/>
                <a:gd name="connsiteY174" fmla="*/ 664369 h 1012031"/>
                <a:gd name="connsiteX175" fmla="*/ 200025 w 759618"/>
                <a:gd name="connsiteY175" fmla="*/ 681038 h 1012031"/>
                <a:gd name="connsiteX176" fmla="*/ 228600 w 759618"/>
                <a:gd name="connsiteY176" fmla="*/ 690563 h 1012031"/>
                <a:gd name="connsiteX177" fmla="*/ 242887 w 759618"/>
                <a:gd name="connsiteY177" fmla="*/ 685800 h 1012031"/>
                <a:gd name="connsiteX178" fmla="*/ 252412 w 759618"/>
                <a:gd name="connsiteY178" fmla="*/ 678656 h 1012031"/>
                <a:gd name="connsiteX179" fmla="*/ 264318 w 759618"/>
                <a:gd name="connsiteY179" fmla="*/ 704850 h 1012031"/>
                <a:gd name="connsiteX180" fmla="*/ 252412 w 759618"/>
                <a:gd name="connsiteY180" fmla="*/ 719138 h 1012031"/>
                <a:gd name="connsiteX181" fmla="*/ 235743 w 759618"/>
                <a:gd name="connsiteY181" fmla="*/ 745331 h 1012031"/>
                <a:gd name="connsiteX182" fmla="*/ 209550 w 759618"/>
                <a:gd name="connsiteY182" fmla="*/ 716756 h 1012031"/>
                <a:gd name="connsiteX183" fmla="*/ 185737 w 759618"/>
                <a:gd name="connsiteY183" fmla="*/ 704850 h 1012031"/>
                <a:gd name="connsiteX184" fmla="*/ 147637 w 759618"/>
                <a:gd name="connsiteY184" fmla="*/ 707231 h 1012031"/>
                <a:gd name="connsiteX185" fmla="*/ 135731 w 759618"/>
                <a:gd name="connsiteY185" fmla="*/ 716756 h 1012031"/>
                <a:gd name="connsiteX186" fmla="*/ 123825 w 759618"/>
                <a:gd name="connsiteY186" fmla="*/ 735806 h 1012031"/>
                <a:gd name="connsiteX187" fmla="*/ 114300 w 759618"/>
                <a:gd name="connsiteY187" fmla="*/ 766763 h 1012031"/>
                <a:gd name="connsiteX188" fmla="*/ 126206 w 759618"/>
                <a:gd name="connsiteY188" fmla="*/ 781050 h 1012031"/>
                <a:gd name="connsiteX189" fmla="*/ 145256 w 759618"/>
                <a:gd name="connsiteY189" fmla="*/ 757238 h 1012031"/>
                <a:gd name="connsiteX190" fmla="*/ 145256 w 759618"/>
                <a:gd name="connsiteY190" fmla="*/ 757238 h 1012031"/>
                <a:gd name="connsiteX191" fmla="*/ 152400 w 759618"/>
                <a:gd name="connsiteY191" fmla="*/ 778669 h 1012031"/>
                <a:gd name="connsiteX192" fmla="*/ 142875 w 759618"/>
                <a:gd name="connsiteY192" fmla="*/ 790575 h 1012031"/>
                <a:gd name="connsiteX193" fmla="*/ 173831 w 759618"/>
                <a:gd name="connsiteY193" fmla="*/ 776288 h 1012031"/>
                <a:gd name="connsiteX194" fmla="*/ 169068 w 759618"/>
                <a:gd name="connsiteY194" fmla="*/ 752475 h 1012031"/>
                <a:gd name="connsiteX195" fmla="*/ 183356 w 759618"/>
                <a:gd name="connsiteY195" fmla="*/ 747713 h 1012031"/>
                <a:gd name="connsiteX196" fmla="*/ 183356 w 759618"/>
                <a:gd name="connsiteY196" fmla="*/ 766763 h 1012031"/>
                <a:gd name="connsiteX197" fmla="*/ 188118 w 759618"/>
                <a:gd name="connsiteY197" fmla="*/ 778669 h 1012031"/>
                <a:gd name="connsiteX198" fmla="*/ 200025 w 759618"/>
                <a:gd name="connsiteY198" fmla="*/ 783431 h 1012031"/>
                <a:gd name="connsiteX199" fmla="*/ 197643 w 759618"/>
                <a:gd name="connsiteY199" fmla="*/ 797719 h 1012031"/>
                <a:gd name="connsiteX200" fmla="*/ 178593 w 759618"/>
                <a:gd name="connsiteY200" fmla="*/ 802481 h 1012031"/>
                <a:gd name="connsiteX201" fmla="*/ 166687 w 759618"/>
                <a:gd name="connsiteY201" fmla="*/ 812006 h 1012031"/>
                <a:gd name="connsiteX202" fmla="*/ 180975 w 759618"/>
                <a:gd name="connsiteY202" fmla="*/ 816769 h 1012031"/>
                <a:gd name="connsiteX203" fmla="*/ 173831 w 759618"/>
                <a:gd name="connsiteY203" fmla="*/ 838200 h 1012031"/>
                <a:gd name="connsiteX204" fmla="*/ 190500 w 759618"/>
                <a:gd name="connsiteY204" fmla="*/ 842963 h 1012031"/>
                <a:gd name="connsiteX205" fmla="*/ 190500 w 759618"/>
                <a:gd name="connsiteY205" fmla="*/ 842963 h 1012031"/>
                <a:gd name="connsiteX206" fmla="*/ 226218 w 759618"/>
                <a:gd name="connsiteY206" fmla="*/ 814388 h 1012031"/>
                <a:gd name="connsiteX207" fmla="*/ 230981 w 759618"/>
                <a:gd name="connsiteY207" fmla="*/ 795338 h 1012031"/>
                <a:gd name="connsiteX208" fmla="*/ 247650 w 759618"/>
                <a:gd name="connsiteY208" fmla="*/ 804863 h 1012031"/>
                <a:gd name="connsiteX209" fmla="*/ 228600 w 759618"/>
                <a:gd name="connsiteY209" fmla="*/ 842963 h 1012031"/>
                <a:gd name="connsiteX210" fmla="*/ 204787 w 759618"/>
                <a:gd name="connsiteY210" fmla="*/ 869156 h 1012031"/>
                <a:gd name="connsiteX211" fmla="*/ 192881 w 759618"/>
                <a:gd name="connsiteY211" fmla="*/ 873919 h 1012031"/>
                <a:gd name="connsiteX212" fmla="*/ 171450 w 759618"/>
                <a:gd name="connsiteY212" fmla="*/ 888206 h 1012031"/>
                <a:gd name="connsiteX213" fmla="*/ 142875 w 759618"/>
                <a:gd name="connsiteY213" fmla="*/ 859631 h 1012031"/>
                <a:gd name="connsiteX214" fmla="*/ 126206 w 759618"/>
                <a:gd name="connsiteY214" fmla="*/ 831056 h 1012031"/>
                <a:gd name="connsiteX215" fmla="*/ 104775 w 759618"/>
                <a:gd name="connsiteY215" fmla="*/ 828675 h 1012031"/>
                <a:gd name="connsiteX216" fmla="*/ 85725 w 759618"/>
                <a:gd name="connsiteY216" fmla="*/ 845344 h 1012031"/>
                <a:gd name="connsiteX217" fmla="*/ 100012 w 759618"/>
                <a:gd name="connsiteY217" fmla="*/ 864394 h 1012031"/>
                <a:gd name="connsiteX218" fmla="*/ 111918 w 759618"/>
                <a:gd name="connsiteY218" fmla="*/ 878681 h 1012031"/>
                <a:gd name="connsiteX219" fmla="*/ 123825 w 759618"/>
                <a:gd name="connsiteY219" fmla="*/ 888206 h 1012031"/>
                <a:gd name="connsiteX220" fmla="*/ 133350 w 759618"/>
                <a:gd name="connsiteY220" fmla="*/ 909638 h 1012031"/>
                <a:gd name="connsiteX221" fmla="*/ 109537 w 759618"/>
                <a:gd name="connsiteY221" fmla="*/ 921544 h 1012031"/>
                <a:gd name="connsiteX222" fmla="*/ 90487 w 759618"/>
                <a:gd name="connsiteY222" fmla="*/ 909638 h 1012031"/>
                <a:gd name="connsiteX223" fmla="*/ 71437 w 759618"/>
                <a:gd name="connsiteY223" fmla="*/ 935831 h 1012031"/>
                <a:gd name="connsiteX224" fmla="*/ 61912 w 759618"/>
                <a:gd name="connsiteY224" fmla="*/ 971550 h 1012031"/>
                <a:gd name="connsiteX225" fmla="*/ 80962 w 759618"/>
                <a:gd name="connsiteY225" fmla="*/ 954881 h 1012031"/>
                <a:gd name="connsiteX226" fmla="*/ 95250 w 759618"/>
                <a:gd name="connsiteY226" fmla="*/ 978694 h 1012031"/>
                <a:gd name="connsiteX227" fmla="*/ 109537 w 759618"/>
                <a:gd name="connsiteY227" fmla="*/ 964406 h 1012031"/>
                <a:gd name="connsiteX228" fmla="*/ 119062 w 759618"/>
                <a:gd name="connsiteY228" fmla="*/ 981075 h 1012031"/>
                <a:gd name="connsiteX229" fmla="*/ 126206 w 759618"/>
                <a:gd name="connsiteY229" fmla="*/ 959644 h 1012031"/>
                <a:gd name="connsiteX230" fmla="*/ 145256 w 759618"/>
                <a:gd name="connsiteY230" fmla="*/ 985838 h 1012031"/>
                <a:gd name="connsiteX231" fmla="*/ 169068 w 759618"/>
                <a:gd name="connsiteY231" fmla="*/ 1004888 h 1012031"/>
                <a:gd name="connsiteX232" fmla="*/ 161925 w 759618"/>
                <a:gd name="connsiteY232" fmla="*/ 978694 h 1012031"/>
                <a:gd name="connsiteX233" fmla="*/ 171450 w 759618"/>
                <a:gd name="connsiteY233" fmla="*/ 964406 h 1012031"/>
                <a:gd name="connsiteX234" fmla="*/ 180975 w 759618"/>
                <a:gd name="connsiteY234" fmla="*/ 973931 h 1012031"/>
                <a:gd name="connsiteX235" fmla="*/ 188118 w 759618"/>
                <a:gd name="connsiteY235" fmla="*/ 962025 h 1012031"/>
                <a:gd name="connsiteX236" fmla="*/ 197643 w 759618"/>
                <a:gd name="connsiteY236" fmla="*/ 981075 h 1012031"/>
                <a:gd name="connsiteX237" fmla="*/ 209550 w 759618"/>
                <a:gd name="connsiteY237" fmla="*/ 962025 h 1012031"/>
                <a:gd name="connsiteX238" fmla="*/ 228600 w 759618"/>
                <a:gd name="connsiteY238" fmla="*/ 983456 h 1012031"/>
                <a:gd name="connsiteX239" fmla="*/ 235743 w 759618"/>
                <a:gd name="connsiteY239" fmla="*/ 959644 h 1012031"/>
                <a:gd name="connsiteX240" fmla="*/ 254793 w 759618"/>
                <a:gd name="connsiteY240" fmla="*/ 973931 h 1012031"/>
                <a:gd name="connsiteX241" fmla="*/ 271462 w 759618"/>
                <a:gd name="connsiteY241" fmla="*/ 983456 h 1012031"/>
                <a:gd name="connsiteX242" fmla="*/ 278606 w 759618"/>
                <a:gd name="connsiteY242" fmla="*/ 1000125 h 1012031"/>
                <a:gd name="connsiteX243" fmla="*/ 269081 w 759618"/>
                <a:gd name="connsiteY243" fmla="*/ 1012031 h 1012031"/>
                <a:gd name="connsiteX244" fmla="*/ 316706 w 759618"/>
                <a:gd name="connsiteY244" fmla="*/ 976313 h 1012031"/>
                <a:gd name="connsiteX245" fmla="*/ 335756 w 759618"/>
                <a:gd name="connsiteY245" fmla="*/ 969169 h 1012031"/>
                <a:gd name="connsiteX246" fmla="*/ 342900 w 759618"/>
                <a:gd name="connsiteY246" fmla="*/ 950119 h 1012031"/>
                <a:gd name="connsiteX247" fmla="*/ 342900 w 759618"/>
                <a:gd name="connsiteY247" fmla="*/ 926306 h 1012031"/>
                <a:gd name="connsiteX248" fmla="*/ 321468 w 759618"/>
                <a:gd name="connsiteY248" fmla="*/ 935831 h 1012031"/>
                <a:gd name="connsiteX249" fmla="*/ 307181 w 759618"/>
                <a:gd name="connsiteY249" fmla="*/ 926306 h 1012031"/>
                <a:gd name="connsiteX250" fmla="*/ 307181 w 759618"/>
                <a:gd name="connsiteY250" fmla="*/ 900113 h 1012031"/>
                <a:gd name="connsiteX251" fmla="*/ 290512 w 759618"/>
                <a:gd name="connsiteY251" fmla="*/ 916781 h 1012031"/>
                <a:gd name="connsiteX252" fmla="*/ 269081 w 759618"/>
                <a:gd name="connsiteY252" fmla="*/ 892969 h 1012031"/>
                <a:gd name="connsiteX253" fmla="*/ 252412 w 759618"/>
                <a:gd name="connsiteY253" fmla="*/ 919163 h 1012031"/>
                <a:gd name="connsiteX254" fmla="*/ 233362 w 759618"/>
                <a:gd name="connsiteY254" fmla="*/ 902494 h 1012031"/>
                <a:gd name="connsiteX255" fmla="*/ 254793 w 759618"/>
                <a:gd name="connsiteY255" fmla="*/ 888206 h 1012031"/>
                <a:gd name="connsiteX256" fmla="*/ 254793 w 759618"/>
                <a:gd name="connsiteY256" fmla="*/ 862013 h 1012031"/>
                <a:gd name="connsiteX257" fmla="*/ 278606 w 759618"/>
                <a:gd name="connsiteY257" fmla="*/ 876300 h 1012031"/>
                <a:gd name="connsiteX258" fmla="*/ 307181 w 759618"/>
                <a:gd name="connsiteY258" fmla="*/ 885825 h 1012031"/>
                <a:gd name="connsiteX259" fmla="*/ 323850 w 759618"/>
                <a:gd name="connsiteY259" fmla="*/ 878681 h 1012031"/>
                <a:gd name="connsiteX260" fmla="*/ 338137 w 759618"/>
                <a:gd name="connsiteY260" fmla="*/ 869156 h 1012031"/>
                <a:gd name="connsiteX261" fmla="*/ 338137 w 759618"/>
                <a:gd name="connsiteY261" fmla="*/ 847725 h 1012031"/>
                <a:gd name="connsiteX262" fmla="*/ 335756 w 759618"/>
                <a:gd name="connsiteY262" fmla="*/ 823913 h 1012031"/>
                <a:gd name="connsiteX263" fmla="*/ 338137 w 759618"/>
                <a:gd name="connsiteY263" fmla="*/ 797719 h 1012031"/>
                <a:gd name="connsiteX264" fmla="*/ 364331 w 759618"/>
                <a:gd name="connsiteY264" fmla="*/ 814388 h 1012031"/>
                <a:gd name="connsiteX265" fmla="*/ 392906 w 759618"/>
                <a:gd name="connsiteY265" fmla="*/ 795338 h 1012031"/>
                <a:gd name="connsiteX266" fmla="*/ 373856 w 759618"/>
                <a:gd name="connsiteY266" fmla="*/ 783431 h 1012031"/>
                <a:gd name="connsiteX267" fmla="*/ 395287 w 759618"/>
                <a:gd name="connsiteY267" fmla="*/ 776288 h 1012031"/>
                <a:gd name="connsiteX268" fmla="*/ 407193 w 759618"/>
                <a:gd name="connsiteY268" fmla="*/ 762000 h 1012031"/>
                <a:gd name="connsiteX269" fmla="*/ 388143 w 759618"/>
                <a:gd name="connsiteY269" fmla="*/ 752475 h 1012031"/>
                <a:gd name="connsiteX270" fmla="*/ 404812 w 759618"/>
                <a:gd name="connsiteY270" fmla="*/ 738188 h 1012031"/>
                <a:gd name="connsiteX271" fmla="*/ 423862 w 759618"/>
                <a:gd name="connsiteY271" fmla="*/ 707231 h 1012031"/>
                <a:gd name="connsiteX272" fmla="*/ 383381 w 759618"/>
                <a:gd name="connsiteY272" fmla="*/ 697706 h 1012031"/>
                <a:gd name="connsiteX273" fmla="*/ 381000 w 759618"/>
                <a:gd name="connsiteY273" fmla="*/ 690563 h 1012031"/>
                <a:gd name="connsiteX274" fmla="*/ 350043 w 759618"/>
                <a:gd name="connsiteY274" fmla="*/ 690563 h 1012031"/>
                <a:gd name="connsiteX275" fmla="*/ 335756 w 759618"/>
                <a:gd name="connsiteY275" fmla="*/ 676275 h 1012031"/>
                <a:gd name="connsiteX276" fmla="*/ 354806 w 759618"/>
                <a:gd name="connsiteY276" fmla="*/ 654844 h 1012031"/>
                <a:gd name="connsiteX277" fmla="*/ 390525 w 759618"/>
                <a:gd name="connsiteY277" fmla="*/ 657225 h 1012031"/>
                <a:gd name="connsiteX278" fmla="*/ 416718 w 759618"/>
                <a:gd name="connsiteY278" fmla="*/ 683419 h 1012031"/>
                <a:gd name="connsiteX279" fmla="*/ 428625 w 759618"/>
                <a:gd name="connsiteY279" fmla="*/ 647700 h 1012031"/>
                <a:gd name="connsiteX280" fmla="*/ 397668 w 759618"/>
                <a:gd name="connsiteY280" fmla="*/ 640556 h 1012031"/>
                <a:gd name="connsiteX281" fmla="*/ 359568 w 759618"/>
                <a:gd name="connsiteY281" fmla="*/ 631031 h 1012031"/>
                <a:gd name="connsiteX282" fmla="*/ 371475 w 759618"/>
                <a:gd name="connsiteY282" fmla="*/ 619125 h 1012031"/>
                <a:gd name="connsiteX283" fmla="*/ 395287 w 759618"/>
                <a:gd name="connsiteY283" fmla="*/ 616744 h 1012031"/>
                <a:gd name="connsiteX284" fmla="*/ 416718 w 759618"/>
                <a:gd name="connsiteY284" fmla="*/ 628650 h 1012031"/>
                <a:gd name="connsiteX285" fmla="*/ 442912 w 759618"/>
                <a:gd name="connsiteY285" fmla="*/ 607219 h 1012031"/>
                <a:gd name="connsiteX286" fmla="*/ 452437 w 759618"/>
                <a:gd name="connsiteY286" fmla="*/ 592931 h 1012031"/>
                <a:gd name="connsiteX287" fmla="*/ 428625 w 759618"/>
                <a:gd name="connsiteY287" fmla="*/ 576263 h 1012031"/>
                <a:gd name="connsiteX288" fmla="*/ 440531 w 759618"/>
                <a:gd name="connsiteY288" fmla="*/ 564356 h 1012031"/>
                <a:gd name="connsiteX289" fmla="*/ 464343 w 759618"/>
                <a:gd name="connsiteY289" fmla="*/ 578644 h 1012031"/>
                <a:gd name="connsiteX290" fmla="*/ 497681 w 759618"/>
                <a:gd name="connsiteY290" fmla="*/ 590550 h 1012031"/>
                <a:gd name="connsiteX291" fmla="*/ 511968 w 759618"/>
                <a:gd name="connsiteY291" fmla="*/ 557213 h 1012031"/>
                <a:gd name="connsiteX292" fmla="*/ 526256 w 759618"/>
                <a:gd name="connsiteY292" fmla="*/ 528638 h 1012031"/>
                <a:gd name="connsiteX293" fmla="*/ 502443 w 759618"/>
                <a:gd name="connsiteY293" fmla="*/ 531019 h 1012031"/>
                <a:gd name="connsiteX294" fmla="*/ 488156 w 759618"/>
                <a:gd name="connsiteY294" fmla="*/ 519113 h 1012031"/>
                <a:gd name="connsiteX295" fmla="*/ 542924 w 759618"/>
                <a:gd name="connsiteY295" fmla="*/ 511969 h 1012031"/>
                <a:gd name="connsiteX0" fmla="*/ 542924 w 759618"/>
                <a:gd name="connsiteY0" fmla="*/ 511969 h 1012031"/>
                <a:gd name="connsiteX1" fmla="*/ 526257 w 759618"/>
                <a:gd name="connsiteY1" fmla="*/ 447676 h 1012031"/>
                <a:gd name="connsiteX2" fmla="*/ 557212 w 759618"/>
                <a:gd name="connsiteY2" fmla="*/ 473868 h 1012031"/>
                <a:gd name="connsiteX3" fmla="*/ 592931 w 759618"/>
                <a:gd name="connsiteY3" fmla="*/ 428625 h 1012031"/>
                <a:gd name="connsiteX4" fmla="*/ 626268 w 759618"/>
                <a:gd name="connsiteY4" fmla="*/ 357188 h 1012031"/>
                <a:gd name="connsiteX5" fmla="*/ 678656 w 759618"/>
                <a:gd name="connsiteY5" fmla="*/ 307181 h 1012031"/>
                <a:gd name="connsiteX6" fmla="*/ 600075 w 759618"/>
                <a:gd name="connsiteY6" fmla="*/ 335756 h 1012031"/>
                <a:gd name="connsiteX7" fmla="*/ 554831 w 759618"/>
                <a:gd name="connsiteY7" fmla="*/ 373856 h 1012031"/>
                <a:gd name="connsiteX8" fmla="*/ 535781 w 759618"/>
                <a:gd name="connsiteY8" fmla="*/ 369094 h 1012031"/>
                <a:gd name="connsiteX9" fmla="*/ 597693 w 759618"/>
                <a:gd name="connsiteY9" fmla="*/ 309563 h 1012031"/>
                <a:gd name="connsiteX10" fmla="*/ 573881 w 759618"/>
                <a:gd name="connsiteY10" fmla="*/ 288131 h 1012031"/>
                <a:gd name="connsiteX11" fmla="*/ 561975 w 759618"/>
                <a:gd name="connsiteY11" fmla="*/ 261938 h 1012031"/>
                <a:gd name="connsiteX12" fmla="*/ 614362 w 759618"/>
                <a:gd name="connsiteY12" fmla="*/ 292894 h 1012031"/>
                <a:gd name="connsiteX13" fmla="*/ 650081 w 759618"/>
                <a:gd name="connsiteY13" fmla="*/ 290513 h 1012031"/>
                <a:gd name="connsiteX14" fmla="*/ 650081 w 759618"/>
                <a:gd name="connsiteY14" fmla="*/ 273844 h 1012031"/>
                <a:gd name="connsiteX15" fmla="*/ 678656 w 759618"/>
                <a:gd name="connsiteY15" fmla="*/ 271463 h 1012031"/>
                <a:gd name="connsiteX16" fmla="*/ 721518 w 759618"/>
                <a:gd name="connsiteY16" fmla="*/ 221456 h 1012031"/>
                <a:gd name="connsiteX17" fmla="*/ 759618 w 759618"/>
                <a:gd name="connsiteY17" fmla="*/ 150019 h 1012031"/>
                <a:gd name="connsiteX18" fmla="*/ 738187 w 759618"/>
                <a:gd name="connsiteY18" fmla="*/ 126206 h 1012031"/>
                <a:gd name="connsiteX19" fmla="*/ 704850 w 759618"/>
                <a:gd name="connsiteY19" fmla="*/ 121444 h 1012031"/>
                <a:gd name="connsiteX20" fmla="*/ 692943 w 759618"/>
                <a:gd name="connsiteY20" fmla="*/ 73819 h 1012031"/>
                <a:gd name="connsiteX21" fmla="*/ 669131 w 759618"/>
                <a:gd name="connsiteY21" fmla="*/ 59531 h 1012031"/>
                <a:gd name="connsiteX22" fmla="*/ 628650 w 759618"/>
                <a:gd name="connsiteY22" fmla="*/ 78581 h 1012031"/>
                <a:gd name="connsiteX23" fmla="*/ 614362 w 759618"/>
                <a:gd name="connsiteY23" fmla="*/ 102394 h 1012031"/>
                <a:gd name="connsiteX24" fmla="*/ 588168 w 759618"/>
                <a:gd name="connsiteY24" fmla="*/ 114300 h 1012031"/>
                <a:gd name="connsiteX25" fmla="*/ 576262 w 759618"/>
                <a:gd name="connsiteY25" fmla="*/ 107156 h 1012031"/>
                <a:gd name="connsiteX26" fmla="*/ 592931 w 759618"/>
                <a:gd name="connsiteY26" fmla="*/ 85725 h 1012031"/>
                <a:gd name="connsiteX27" fmla="*/ 621506 w 759618"/>
                <a:gd name="connsiteY27" fmla="*/ 50006 h 1012031"/>
                <a:gd name="connsiteX28" fmla="*/ 585787 w 759618"/>
                <a:gd name="connsiteY28" fmla="*/ 33338 h 1012031"/>
                <a:gd name="connsiteX29" fmla="*/ 557212 w 759618"/>
                <a:gd name="connsiteY29" fmla="*/ 38100 h 1012031"/>
                <a:gd name="connsiteX30" fmla="*/ 540543 w 759618"/>
                <a:gd name="connsiteY30" fmla="*/ 16669 h 1012031"/>
                <a:gd name="connsiteX31" fmla="*/ 526256 w 759618"/>
                <a:gd name="connsiteY31" fmla="*/ 16669 h 1012031"/>
                <a:gd name="connsiteX32" fmla="*/ 519112 w 759618"/>
                <a:gd name="connsiteY32" fmla="*/ 28575 h 1012031"/>
                <a:gd name="connsiteX33" fmla="*/ 533400 w 759618"/>
                <a:gd name="connsiteY33" fmla="*/ 61913 h 1012031"/>
                <a:gd name="connsiteX34" fmla="*/ 519112 w 759618"/>
                <a:gd name="connsiteY34" fmla="*/ 69056 h 1012031"/>
                <a:gd name="connsiteX35" fmla="*/ 500062 w 759618"/>
                <a:gd name="connsiteY35" fmla="*/ 33338 h 1012031"/>
                <a:gd name="connsiteX36" fmla="*/ 495300 w 759618"/>
                <a:gd name="connsiteY36" fmla="*/ 0 h 1012031"/>
                <a:gd name="connsiteX37" fmla="*/ 466725 w 759618"/>
                <a:gd name="connsiteY37" fmla="*/ 40481 h 1012031"/>
                <a:gd name="connsiteX38" fmla="*/ 466725 w 759618"/>
                <a:gd name="connsiteY38" fmla="*/ 61913 h 1012031"/>
                <a:gd name="connsiteX39" fmla="*/ 490537 w 759618"/>
                <a:gd name="connsiteY39" fmla="*/ 80963 h 1012031"/>
                <a:gd name="connsiteX40" fmla="*/ 490537 w 759618"/>
                <a:gd name="connsiteY40" fmla="*/ 100013 h 1012031"/>
                <a:gd name="connsiteX41" fmla="*/ 464343 w 759618"/>
                <a:gd name="connsiteY41" fmla="*/ 95250 h 1012031"/>
                <a:gd name="connsiteX42" fmla="*/ 442912 w 759618"/>
                <a:gd name="connsiteY42" fmla="*/ 64294 h 1012031"/>
                <a:gd name="connsiteX43" fmla="*/ 433387 w 759618"/>
                <a:gd name="connsiteY43" fmla="*/ 40481 h 1012031"/>
                <a:gd name="connsiteX44" fmla="*/ 414337 w 759618"/>
                <a:gd name="connsiteY44" fmla="*/ 33338 h 1012031"/>
                <a:gd name="connsiteX45" fmla="*/ 383381 w 759618"/>
                <a:gd name="connsiteY45" fmla="*/ 38100 h 1012031"/>
                <a:gd name="connsiteX46" fmla="*/ 376237 w 759618"/>
                <a:gd name="connsiteY46" fmla="*/ 42863 h 1012031"/>
                <a:gd name="connsiteX47" fmla="*/ 378618 w 759618"/>
                <a:gd name="connsiteY47" fmla="*/ 69056 h 1012031"/>
                <a:gd name="connsiteX48" fmla="*/ 402431 w 759618"/>
                <a:gd name="connsiteY48" fmla="*/ 88106 h 1012031"/>
                <a:gd name="connsiteX49" fmla="*/ 416718 w 759618"/>
                <a:gd name="connsiteY49" fmla="*/ 109538 h 1012031"/>
                <a:gd name="connsiteX50" fmla="*/ 402431 w 759618"/>
                <a:gd name="connsiteY50" fmla="*/ 145256 h 1012031"/>
                <a:gd name="connsiteX51" fmla="*/ 385762 w 759618"/>
                <a:gd name="connsiteY51" fmla="*/ 135731 h 1012031"/>
                <a:gd name="connsiteX52" fmla="*/ 381000 w 759618"/>
                <a:gd name="connsiteY52" fmla="*/ 104775 h 1012031"/>
                <a:gd name="connsiteX53" fmla="*/ 352425 w 759618"/>
                <a:gd name="connsiteY53" fmla="*/ 59531 h 1012031"/>
                <a:gd name="connsiteX54" fmla="*/ 333375 w 759618"/>
                <a:gd name="connsiteY54" fmla="*/ 69056 h 1012031"/>
                <a:gd name="connsiteX55" fmla="*/ 323850 w 759618"/>
                <a:gd name="connsiteY55" fmla="*/ 50006 h 1012031"/>
                <a:gd name="connsiteX56" fmla="*/ 302418 w 759618"/>
                <a:gd name="connsiteY56" fmla="*/ 42863 h 1012031"/>
                <a:gd name="connsiteX57" fmla="*/ 290512 w 759618"/>
                <a:gd name="connsiteY57" fmla="*/ 64294 h 1012031"/>
                <a:gd name="connsiteX58" fmla="*/ 304800 w 759618"/>
                <a:gd name="connsiteY58" fmla="*/ 76200 h 1012031"/>
                <a:gd name="connsiteX59" fmla="*/ 323850 w 759618"/>
                <a:gd name="connsiteY59" fmla="*/ 92869 h 1012031"/>
                <a:gd name="connsiteX60" fmla="*/ 335756 w 759618"/>
                <a:gd name="connsiteY60" fmla="*/ 100013 h 1012031"/>
                <a:gd name="connsiteX61" fmla="*/ 328612 w 759618"/>
                <a:gd name="connsiteY61" fmla="*/ 111919 h 1012031"/>
                <a:gd name="connsiteX62" fmla="*/ 307181 w 759618"/>
                <a:gd name="connsiteY62" fmla="*/ 100013 h 1012031"/>
                <a:gd name="connsiteX63" fmla="*/ 264318 w 759618"/>
                <a:gd name="connsiteY63" fmla="*/ 76200 h 1012031"/>
                <a:gd name="connsiteX64" fmla="*/ 280987 w 759618"/>
                <a:gd name="connsiteY64" fmla="*/ 114300 h 1012031"/>
                <a:gd name="connsiteX65" fmla="*/ 292893 w 759618"/>
                <a:gd name="connsiteY65" fmla="*/ 130969 h 1012031"/>
                <a:gd name="connsiteX66" fmla="*/ 280987 w 759618"/>
                <a:gd name="connsiteY66" fmla="*/ 140494 h 1012031"/>
                <a:gd name="connsiteX67" fmla="*/ 247650 w 759618"/>
                <a:gd name="connsiteY67" fmla="*/ 100013 h 1012031"/>
                <a:gd name="connsiteX68" fmla="*/ 261937 w 759618"/>
                <a:gd name="connsiteY68" fmla="*/ 142875 h 1012031"/>
                <a:gd name="connsiteX69" fmla="*/ 242887 w 759618"/>
                <a:gd name="connsiteY69" fmla="*/ 150019 h 1012031"/>
                <a:gd name="connsiteX70" fmla="*/ 257175 w 759618"/>
                <a:gd name="connsiteY70" fmla="*/ 178594 h 1012031"/>
                <a:gd name="connsiteX71" fmla="*/ 278606 w 759618"/>
                <a:gd name="connsiteY71" fmla="*/ 195263 h 1012031"/>
                <a:gd name="connsiteX72" fmla="*/ 307181 w 759618"/>
                <a:gd name="connsiteY72" fmla="*/ 228600 h 1012031"/>
                <a:gd name="connsiteX73" fmla="*/ 316706 w 759618"/>
                <a:gd name="connsiteY73" fmla="*/ 254794 h 1012031"/>
                <a:gd name="connsiteX74" fmla="*/ 316706 w 759618"/>
                <a:gd name="connsiteY74" fmla="*/ 254794 h 1012031"/>
                <a:gd name="connsiteX75" fmla="*/ 285750 w 759618"/>
                <a:gd name="connsiteY75" fmla="*/ 235744 h 1012031"/>
                <a:gd name="connsiteX76" fmla="*/ 238125 w 759618"/>
                <a:gd name="connsiteY76" fmla="*/ 221456 h 1012031"/>
                <a:gd name="connsiteX77" fmla="*/ 223837 w 759618"/>
                <a:gd name="connsiteY77" fmla="*/ 195263 h 1012031"/>
                <a:gd name="connsiteX78" fmla="*/ 204787 w 759618"/>
                <a:gd name="connsiteY78" fmla="*/ 166688 h 1012031"/>
                <a:gd name="connsiteX79" fmla="*/ 166687 w 759618"/>
                <a:gd name="connsiteY79" fmla="*/ 130969 h 1012031"/>
                <a:gd name="connsiteX80" fmla="*/ 166687 w 759618"/>
                <a:gd name="connsiteY80" fmla="*/ 157163 h 1012031"/>
                <a:gd name="connsiteX81" fmla="*/ 173831 w 759618"/>
                <a:gd name="connsiteY81" fmla="*/ 176213 h 1012031"/>
                <a:gd name="connsiteX82" fmla="*/ 171450 w 759618"/>
                <a:gd name="connsiteY82" fmla="*/ 188119 h 1012031"/>
                <a:gd name="connsiteX83" fmla="*/ 152400 w 759618"/>
                <a:gd name="connsiteY83" fmla="*/ 195263 h 1012031"/>
                <a:gd name="connsiteX84" fmla="*/ 128587 w 759618"/>
                <a:gd name="connsiteY84" fmla="*/ 190500 h 1012031"/>
                <a:gd name="connsiteX85" fmla="*/ 178593 w 759618"/>
                <a:gd name="connsiteY85" fmla="*/ 214313 h 1012031"/>
                <a:gd name="connsiteX86" fmla="*/ 188118 w 759618"/>
                <a:gd name="connsiteY86" fmla="*/ 228600 h 1012031"/>
                <a:gd name="connsiteX87" fmla="*/ 185737 w 759618"/>
                <a:gd name="connsiteY87" fmla="*/ 250031 h 1012031"/>
                <a:gd name="connsiteX88" fmla="*/ 157162 w 759618"/>
                <a:gd name="connsiteY88" fmla="*/ 228600 h 1012031"/>
                <a:gd name="connsiteX89" fmla="*/ 121443 w 759618"/>
                <a:gd name="connsiteY89" fmla="*/ 223838 h 1012031"/>
                <a:gd name="connsiteX90" fmla="*/ 97631 w 759618"/>
                <a:gd name="connsiteY90" fmla="*/ 211931 h 1012031"/>
                <a:gd name="connsiteX91" fmla="*/ 73818 w 759618"/>
                <a:gd name="connsiteY91" fmla="*/ 235744 h 1012031"/>
                <a:gd name="connsiteX92" fmla="*/ 73818 w 759618"/>
                <a:gd name="connsiteY92" fmla="*/ 257175 h 1012031"/>
                <a:gd name="connsiteX93" fmla="*/ 52387 w 759618"/>
                <a:gd name="connsiteY93" fmla="*/ 273844 h 1012031"/>
                <a:gd name="connsiteX94" fmla="*/ 35718 w 759618"/>
                <a:gd name="connsiteY94" fmla="*/ 254794 h 1012031"/>
                <a:gd name="connsiteX95" fmla="*/ 19050 w 759618"/>
                <a:gd name="connsiteY95" fmla="*/ 264319 h 1012031"/>
                <a:gd name="connsiteX96" fmla="*/ 0 w 759618"/>
                <a:gd name="connsiteY96" fmla="*/ 297656 h 1012031"/>
                <a:gd name="connsiteX97" fmla="*/ 26193 w 759618"/>
                <a:gd name="connsiteY97" fmla="*/ 283369 h 1012031"/>
                <a:gd name="connsiteX98" fmla="*/ 38100 w 759618"/>
                <a:gd name="connsiteY98" fmla="*/ 273844 h 1012031"/>
                <a:gd name="connsiteX99" fmla="*/ 52387 w 759618"/>
                <a:gd name="connsiteY99" fmla="*/ 288131 h 1012031"/>
                <a:gd name="connsiteX100" fmla="*/ 30956 w 759618"/>
                <a:gd name="connsiteY100" fmla="*/ 323850 h 1012031"/>
                <a:gd name="connsiteX101" fmla="*/ 69056 w 759618"/>
                <a:gd name="connsiteY101" fmla="*/ 300038 h 1012031"/>
                <a:gd name="connsiteX102" fmla="*/ 92868 w 759618"/>
                <a:gd name="connsiteY102" fmla="*/ 295275 h 1012031"/>
                <a:gd name="connsiteX103" fmla="*/ 114300 w 759618"/>
                <a:gd name="connsiteY103" fmla="*/ 300038 h 1012031"/>
                <a:gd name="connsiteX104" fmla="*/ 111918 w 759618"/>
                <a:gd name="connsiteY104" fmla="*/ 316706 h 1012031"/>
                <a:gd name="connsiteX105" fmla="*/ 92868 w 759618"/>
                <a:gd name="connsiteY105" fmla="*/ 311944 h 1012031"/>
                <a:gd name="connsiteX106" fmla="*/ 66675 w 759618"/>
                <a:gd name="connsiteY106" fmla="*/ 338138 h 1012031"/>
                <a:gd name="connsiteX107" fmla="*/ 69056 w 759618"/>
                <a:gd name="connsiteY107" fmla="*/ 359569 h 1012031"/>
                <a:gd name="connsiteX108" fmla="*/ 50006 w 759618"/>
                <a:gd name="connsiteY108" fmla="*/ 369094 h 1012031"/>
                <a:gd name="connsiteX109" fmla="*/ 59531 w 759618"/>
                <a:gd name="connsiteY109" fmla="*/ 385763 h 1012031"/>
                <a:gd name="connsiteX110" fmla="*/ 88106 w 759618"/>
                <a:gd name="connsiteY110" fmla="*/ 376238 h 1012031"/>
                <a:gd name="connsiteX111" fmla="*/ 116681 w 759618"/>
                <a:gd name="connsiteY111" fmla="*/ 378619 h 1012031"/>
                <a:gd name="connsiteX112" fmla="*/ 138112 w 759618"/>
                <a:gd name="connsiteY112" fmla="*/ 354806 h 1012031"/>
                <a:gd name="connsiteX113" fmla="*/ 164306 w 759618"/>
                <a:gd name="connsiteY113" fmla="*/ 335756 h 1012031"/>
                <a:gd name="connsiteX114" fmla="*/ 178593 w 759618"/>
                <a:gd name="connsiteY114" fmla="*/ 340519 h 1012031"/>
                <a:gd name="connsiteX115" fmla="*/ 157162 w 759618"/>
                <a:gd name="connsiteY115" fmla="*/ 366713 h 1012031"/>
                <a:gd name="connsiteX116" fmla="*/ 114300 w 759618"/>
                <a:gd name="connsiteY116" fmla="*/ 407194 h 1012031"/>
                <a:gd name="connsiteX117" fmla="*/ 73818 w 759618"/>
                <a:gd name="connsiteY117" fmla="*/ 411956 h 1012031"/>
                <a:gd name="connsiteX118" fmla="*/ 102393 w 759618"/>
                <a:gd name="connsiteY118" fmla="*/ 447675 h 1012031"/>
                <a:gd name="connsiteX119" fmla="*/ 133350 w 759618"/>
                <a:gd name="connsiteY119" fmla="*/ 419100 h 1012031"/>
                <a:gd name="connsiteX120" fmla="*/ 169068 w 759618"/>
                <a:gd name="connsiteY120" fmla="*/ 378619 h 1012031"/>
                <a:gd name="connsiteX121" fmla="*/ 209550 w 759618"/>
                <a:gd name="connsiteY121" fmla="*/ 371475 h 1012031"/>
                <a:gd name="connsiteX122" fmla="*/ 223837 w 759618"/>
                <a:gd name="connsiteY122" fmla="*/ 373856 h 1012031"/>
                <a:gd name="connsiteX123" fmla="*/ 183356 w 759618"/>
                <a:gd name="connsiteY123" fmla="*/ 402431 h 1012031"/>
                <a:gd name="connsiteX124" fmla="*/ 154781 w 759618"/>
                <a:gd name="connsiteY124" fmla="*/ 428625 h 1012031"/>
                <a:gd name="connsiteX125" fmla="*/ 147637 w 759618"/>
                <a:gd name="connsiteY125" fmla="*/ 454819 h 1012031"/>
                <a:gd name="connsiteX126" fmla="*/ 169068 w 759618"/>
                <a:gd name="connsiteY126" fmla="*/ 466725 h 1012031"/>
                <a:gd name="connsiteX127" fmla="*/ 197643 w 759618"/>
                <a:gd name="connsiteY127" fmla="*/ 454819 h 1012031"/>
                <a:gd name="connsiteX128" fmla="*/ 197643 w 759618"/>
                <a:gd name="connsiteY128" fmla="*/ 423863 h 1012031"/>
                <a:gd name="connsiteX129" fmla="*/ 211931 w 759618"/>
                <a:gd name="connsiteY129" fmla="*/ 411956 h 1012031"/>
                <a:gd name="connsiteX130" fmla="*/ 228600 w 759618"/>
                <a:gd name="connsiteY130" fmla="*/ 428625 h 1012031"/>
                <a:gd name="connsiteX131" fmla="*/ 254793 w 759618"/>
                <a:gd name="connsiteY131" fmla="*/ 423863 h 1012031"/>
                <a:gd name="connsiteX132" fmla="*/ 240506 w 759618"/>
                <a:gd name="connsiteY132" fmla="*/ 445294 h 1012031"/>
                <a:gd name="connsiteX133" fmla="*/ 216693 w 759618"/>
                <a:gd name="connsiteY133" fmla="*/ 452438 h 1012031"/>
                <a:gd name="connsiteX134" fmla="*/ 242887 w 759618"/>
                <a:gd name="connsiteY134" fmla="*/ 464344 h 1012031"/>
                <a:gd name="connsiteX135" fmla="*/ 304800 w 759618"/>
                <a:gd name="connsiteY135" fmla="*/ 411956 h 1012031"/>
                <a:gd name="connsiteX136" fmla="*/ 307181 w 759618"/>
                <a:gd name="connsiteY136" fmla="*/ 364331 h 1012031"/>
                <a:gd name="connsiteX137" fmla="*/ 378618 w 759618"/>
                <a:gd name="connsiteY137" fmla="*/ 311944 h 1012031"/>
                <a:gd name="connsiteX138" fmla="*/ 385762 w 759618"/>
                <a:gd name="connsiteY138" fmla="*/ 335756 h 1012031"/>
                <a:gd name="connsiteX139" fmla="*/ 357187 w 759618"/>
                <a:gd name="connsiteY139" fmla="*/ 359569 h 1012031"/>
                <a:gd name="connsiteX140" fmla="*/ 333375 w 759618"/>
                <a:gd name="connsiteY140" fmla="*/ 400050 h 1012031"/>
                <a:gd name="connsiteX141" fmla="*/ 333375 w 759618"/>
                <a:gd name="connsiteY141" fmla="*/ 414338 h 1012031"/>
                <a:gd name="connsiteX142" fmla="*/ 359568 w 759618"/>
                <a:gd name="connsiteY142" fmla="*/ 407194 h 1012031"/>
                <a:gd name="connsiteX143" fmla="*/ 381000 w 759618"/>
                <a:gd name="connsiteY143" fmla="*/ 414338 h 1012031"/>
                <a:gd name="connsiteX144" fmla="*/ 369093 w 759618"/>
                <a:gd name="connsiteY144" fmla="*/ 419100 h 1012031"/>
                <a:gd name="connsiteX145" fmla="*/ 338137 w 759618"/>
                <a:gd name="connsiteY145" fmla="*/ 428625 h 1012031"/>
                <a:gd name="connsiteX146" fmla="*/ 300037 w 759618"/>
                <a:gd name="connsiteY146" fmla="*/ 454819 h 1012031"/>
                <a:gd name="connsiteX147" fmla="*/ 345281 w 759618"/>
                <a:gd name="connsiteY147" fmla="*/ 461963 h 1012031"/>
                <a:gd name="connsiteX148" fmla="*/ 342900 w 759618"/>
                <a:gd name="connsiteY148" fmla="*/ 476250 h 1012031"/>
                <a:gd name="connsiteX149" fmla="*/ 292893 w 759618"/>
                <a:gd name="connsiteY149" fmla="*/ 478631 h 1012031"/>
                <a:gd name="connsiteX150" fmla="*/ 261937 w 759618"/>
                <a:gd name="connsiteY150" fmla="*/ 495300 h 1012031"/>
                <a:gd name="connsiteX151" fmla="*/ 228600 w 759618"/>
                <a:gd name="connsiteY151" fmla="*/ 504825 h 1012031"/>
                <a:gd name="connsiteX152" fmla="*/ 240506 w 759618"/>
                <a:gd name="connsiteY152" fmla="*/ 540544 h 1012031"/>
                <a:gd name="connsiteX153" fmla="*/ 257175 w 759618"/>
                <a:gd name="connsiteY153" fmla="*/ 557213 h 1012031"/>
                <a:gd name="connsiteX154" fmla="*/ 259556 w 759618"/>
                <a:gd name="connsiteY154" fmla="*/ 578644 h 1012031"/>
                <a:gd name="connsiteX155" fmla="*/ 290512 w 759618"/>
                <a:gd name="connsiteY155" fmla="*/ 585788 h 1012031"/>
                <a:gd name="connsiteX156" fmla="*/ 292893 w 759618"/>
                <a:gd name="connsiteY156" fmla="*/ 597694 h 1012031"/>
                <a:gd name="connsiteX157" fmla="*/ 273843 w 759618"/>
                <a:gd name="connsiteY157" fmla="*/ 616744 h 1012031"/>
                <a:gd name="connsiteX158" fmla="*/ 252412 w 759618"/>
                <a:gd name="connsiteY158" fmla="*/ 609600 h 1012031"/>
                <a:gd name="connsiteX159" fmla="*/ 235743 w 759618"/>
                <a:gd name="connsiteY159" fmla="*/ 607219 h 1012031"/>
                <a:gd name="connsiteX160" fmla="*/ 228600 w 759618"/>
                <a:gd name="connsiteY160" fmla="*/ 581025 h 1012031"/>
                <a:gd name="connsiteX161" fmla="*/ 204787 w 759618"/>
                <a:gd name="connsiteY161" fmla="*/ 547688 h 1012031"/>
                <a:gd name="connsiteX162" fmla="*/ 192881 w 759618"/>
                <a:gd name="connsiteY162" fmla="*/ 519113 h 1012031"/>
                <a:gd name="connsiteX163" fmla="*/ 166687 w 759618"/>
                <a:gd name="connsiteY163" fmla="*/ 507206 h 1012031"/>
                <a:gd name="connsiteX164" fmla="*/ 130968 w 759618"/>
                <a:gd name="connsiteY164" fmla="*/ 495300 h 1012031"/>
                <a:gd name="connsiteX165" fmla="*/ 135731 w 759618"/>
                <a:gd name="connsiteY165" fmla="*/ 535781 h 1012031"/>
                <a:gd name="connsiteX166" fmla="*/ 171450 w 759618"/>
                <a:gd name="connsiteY166" fmla="*/ 554831 h 1012031"/>
                <a:gd name="connsiteX167" fmla="*/ 164306 w 759618"/>
                <a:gd name="connsiteY167" fmla="*/ 569119 h 1012031"/>
                <a:gd name="connsiteX168" fmla="*/ 138112 w 759618"/>
                <a:gd name="connsiteY168" fmla="*/ 554831 h 1012031"/>
                <a:gd name="connsiteX169" fmla="*/ 173831 w 759618"/>
                <a:gd name="connsiteY169" fmla="*/ 595313 h 1012031"/>
                <a:gd name="connsiteX170" fmla="*/ 188118 w 759618"/>
                <a:gd name="connsiteY170" fmla="*/ 621506 h 1012031"/>
                <a:gd name="connsiteX171" fmla="*/ 197643 w 759618"/>
                <a:gd name="connsiteY171" fmla="*/ 642938 h 1012031"/>
                <a:gd name="connsiteX172" fmla="*/ 207168 w 759618"/>
                <a:gd name="connsiteY172" fmla="*/ 659606 h 1012031"/>
                <a:gd name="connsiteX173" fmla="*/ 207168 w 759618"/>
                <a:gd name="connsiteY173" fmla="*/ 659606 h 1012031"/>
                <a:gd name="connsiteX174" fmla="*/ 176212 w 759618"/>
                <a:gd name="connsiteY174" fmla="*/ 664369 h 1012031"/>
                <a:gd name="connsiteX175" fmla="*/ 200025 w 759618"/>
                <a:gd name="connsiteY175" fmla="*/ 681038 h 1012031"/>
                <a:gd name="connsiteX176" fmla="*/ 228600 w 759618"/>
                <a:gd name="connsiteY176" fmla="*/ 690563 h 1012031"/>
                <a:gd name="connsiteX177" fmla="*/ 242887 w 759618"/>
                <a:gd name="connsiteY177" fmla="*/ 685800 h 1012031"/>
                <a:gd name="connsiteX178" fmla="*/ 252412 w 759618"/>
                <a:gd name="connsiteY178" fmla="*/ 678656 h 1012031"/>
                <a:gd name="connsiteX179" fmla="*/ 264318 w 759618"/>
                <a:gd name="connsiteY179" fmla="*/ 704850 h 1012031"/>
                <a:gd name="connsiteX180" fmla="*/ 252412 w 759618"/>
                <a:gd name="connsiteY180" fmla="*/ 719138 h 1012031"/>
                <a:gd name="connsiteX181" fmla="*/ 235743 w 759618"/>
                <a:gd name="connsiteY181" fmla="*/ 745331 h 1012031"/>
                <a:gd name="connsiteX182" fmla="*/ 209550 w 759618"/>
                <a:gd name="connsiteY182" fmla="*/ 716756 h 1012031"/>
                <a:gd name="connsiteX183" fmla="*/ 185737 w 759618"/>
                <a:gd name="connsiteY183" fmla="*/ 704850 h 1012031"/>
                <a:gd name="connsiteX184" fmla="*/ 147637 w 759618"/>
                <a:gd name="connsiteY184" fmla="*/ 707231 h 1012031"/>
                <a:gd name="connsiteX185" fmla="*/ 135731 w 759618"/>
                <a:gd name="connsiteY185" fmla="*/ 716756 h 1012031"/>
                <a:gd name="connsiteX186" fmla="*/ 123825 w 759618"/>
                <a:gd name="connsiteY186" fmla="*/ 735806 h 1012031"/>
                <a:gd name="connsiteX187" fmla="*/ 114300 w 759618"/>
                <a:gd name="connsiteY187" fmla="*/ 766763 h 1012031"/>
                <a:gd name="connsiteX188" fmla="*/ 126206 w 759618"/>
                <a:gd name="connsiteY188" fmla="*/ 781050 h 1012031"/>
                <a:gd name="connsiteX189" fmla="*/ 145256 w 759618"/>
                <a:gd name="connsiteY189" fmla="*/ 757238 h 1012031"/>
                <a:gd name="connsiteX190" fmla="*/ 145256 w 759618"/>
                <a:gd name="connsiteY190" fmla="*/ 757238 h 1012031"/>
                <a:gd name="connsiteX191" fmla="*/ 152400 w 759618"/>
                <a:gd name="connsiteY191" fmla="*/ 778669 h 1012031"/>
                <a:gd name="connsiteX192" fmla="*/ 142875 w 759618"/>
                <a:gd name="connsiteY192" fmla="*/ 790575 h 1012031"/>
                <a:gd name="connsiteX193" fmla="*/ 173831 w 759618"/>
                <a:gd name="connsiteY193" fmla="*/ 776288 h 1012031"/>
                <a:gd name="connsiteX194" fmla="*/ 169068 w 759618"/>
                <a:gd name="connsiteY194" fmla="*/ 752475 h 1012031"/>
                <a:gd name="connsiteX195" fmla="*/ 183356 w 759618"/>
                <a:gd name="connsiteY195" fmla="*/ 747713 h 1012031"/>
                <a:gd name="connsiteX196" fmla="*/ 183356 w 759618"/>
                <a:gd name="connsiteY196" fmla="*/ 766763 h 1012031"/>
                <a:gd name="connsiteX197" fmla="*/ 188118 w 759618"/>
                <a:gd name="connsiteY197" fmla="*/ 778669 h 1012031"/>
                <a:gd name="connsiteX198" fmla="*/ 200025 w 759618"/>
                <a:gd name="connsiteY198" fmla="*/ 783431 h 1012031"/>
                <a:gd name="connsiteX199" fmla="*/ 197643 w 759618"/>
                <a:gd name="connsiteY199" fmla="*/ 797719 h 1012031"/>
                <a:gd name="connsiteX200" fmla="*/ 178593 w 759618"/>
                <a:gd name="connsiteY200" fmla="*/ 802481 h 1012031"/>
                <a:gd name="connsiteX201" fmla="*/ 166687 w 759618"/>
                <a:gd name="connsiteY201" fmla="*/ 812006 h 1012031"/>
                <a:gd name="connsiteX202" fmla="*/ 180975 w 759618"/>
                <a:gd name="connsiteY202" fmla="*/ 816769 h 1012031"/>
                <a:gd name="connsiteX203" fmla="*/ 173831 w 759618"/>
                <a:gd name="connsiteY203" fmla="*/ 838200 h 1012031"/>
                <a:gd name="connsiteX204" fmla="*/ 190500 w 759618"/>
                <a:gd name="connsiteY204" fmla="*/ 842963 h 1012031"/>
                <a:gd name="connsiteX205" fmla="*/ 190500 w 759618"/>
                <a:gd name="connsiteY205" fmla="*/ 842963 h 1012031"/>
                <a:gd name="connsiteX206" fmla="*/ 226218 w 759618"/>
                <a:gd name="connsiteY206" fmla="*/ 814388 h 1012031"/>
                <a:gd name="connsiteX207" fmla="*/ 230981 w 759618"/>
                <a:gd name="connsiteY207" fmla="*/ 795338 h 1012031"/>
                <a:gd name="connsiteX208" fmla="*/ 247650 w 759618"/>
                <a:gd name="connsiteY208" fmla="*/ 804863 h 1012031"/>
                <a:gd name="connsiteX209" fmla="*/ 228600 w 759618"/>
                <a:gd name="connsiteY209" fmla="*/ 842963 h 1012031"/>
                <a:gd name="connsiteX210" fmla="*/ 204787 w 759618"/>
                <a:gd name="connsiteY210" fmla="*/ 869156 h 1012031"/>
                <a:gd name="connsiteX211" fmla="*/ 192881 w 759618"/>
                <a:gd name="connsiteY211" fmla="*/ 873919 h 1012031"/>
                <a:gd name="connsiteX212" fmla="*/ 171450 w 759618"/>
                <a:gd name="connsiteY212" fmla="*/ 888206 h 1012031"/>
                <a:gd name="connsiteX213" fmla="*/ 142875 w 759618"/>
                <a:gd name="connsiteY213" fmla="*/ 859631 h 1012031"/>
                <a:gd name="connsiteX214" fmla="*/ 126206 w 759618"/>
                <a:gd name="connsiteY214" fmla="*/ 831056 h 1012031"/>
                <a:gd name="connsiteX215" fmla="*/ 104775 w 759618"/>
                <a:gd name="connsiteY215" fmla="*/ 828675 h 1012031"/>
                <a:gd name="connsiteX216" fmla="*/ 85725 w 759618"/>
                <a:gd name="connsiteY216" fmla="*/ 845344 h 1012031"/>
                <a:gd name="connsiteX217" fmla="*/ 100012 w 759618"/>
                <a:gd name="connsiteY217" fmla="*/ 864394 h 1012031"/>
                <a:gd name="connsiteX218" fmla="*/ 111918 w 759618"/>
                <a:gd name="connsiteY218" fmla="*/ 878681 h 1012031"/>
                <a:gd name="connsiteX219" fmla="*/ 123825 w 759618"/>
                <a:gd name="connsiteY219" fmla="*/ 888206 h 1012031"/>
                <a:gd name="connsiteX220" fmla="*/ 133350 w 759618"/>
                <a:gd name="connsiteY220" fmla="*/ 909638 h 1012031"/>
                <a:gd name="connsiteX221" fmla="*/ 109537 w 759618"/>
                <a:gd name="connsiteY221" fmla="*/ 921544 h 1012031"/>
                <a:gd name="connsiteX222" fmla="*/ 90487 w 759618"/>
                <a:gd name="connsiteY222" fmla="*/ 909638 h 1012031"/>
                <a:gd name="connsiteX223" fmla="*/ 71437 w 759618"/>
                <a:gd name="connsiteY223" fmla="*/ 935831 h 1012031"/>
                <a:gd name="connsiteX224" fmla="*/ 61912 w 759618"/>
                <a:gd name="connsiteY224" fmla="*/ 971550 h 1012031"/>
                <a:gd name="connsiteX225" fmla="*/ 80962 w 759618"/>
                <a:gd name="connsiteY225" fmla="*/ 954881 h 1012031"/>
                <a:gd name="connsiteX226" fmla="*/ 95250 w 759618"/>
                <a:gd name="connsiteY226" fmla="*/ 978694 h 1012031"/>
                <a:gd name="connsiteX227" fmla="*/ 109537 w 759618"/>
                <a:gd name="connsiteY227" fmla="*/ 964406 h 1012031"/>
                <a:gd name="connsiteX228" fmla="*/ 119062 w 759618"/>
                <a:gd name="connsiteY228" fmla="*/ 981075 h 1012031"/>
                <a:gd name="connsiteX229" fmla="*/ 126206 w 759618"/>
                <a:gd name="connsiteY229" fmla="*/ 959644 h 1012031"/>
                <a:gd name="connsiteX230" fmla="*/ 145256 w 759618"/>
                <a:gd name="connsiteY230" fmla="*/ 985838 h 1012031"/>
                <a:gd name="connsiteX231" fmla="*/ 169068 w 759618"/>
                <a:gd name="connsiteY231" fmla="*/ 1004888 h 1012031"/>
                <a:gd name="connsiteX232" fmla="*/ 161925 w 759618"/>
                <a:gd name="connsiteY232" fmla="*/ 978694 h 1012031"/>
                <a:gd name="connsiteX233" fmla="*/ 171450 w 759618"/>
                <a:gd name="connsiteY233" fmla="*/ 964406 h 1012031"/>
                <a:gd name="connsiteX234" fmla="*/ 180975 w 759618"/>
                <a:gd name="connsiteY234" fmla="*/ 973931 h 1012031"/>
                <a:gd name="connsiteX235" fmla="*/ 188118 w 759618"/>
                <a:gd name="connsiteY235" fmla="*/ 962025 h 1012031"/>
                <a:gd name="connsiteX236" fmla="*/ 197643 w 759618"/>
                <a:gd name="connsiteY236" fmla="*/ 981075 h 1012031"/>
                <a:gd name="connsiteX237" fmla="*/ 209550 w 759618"/>
                <a:gd name="connsiteY237" fmla="*/ 962025 h 1012031"/>
                <a:gd name="connsiteX238" fmla="*/ 228600 w 759618"/>
                <a:gd name="connsiteY238" fmla="*/ 983456 h 1012031"/>
                <a:gd name="connsiteX239" fmla="*/ 235743 w 759618"/>
                <a:gd name="connsiteY239" fmla="*/ 959644 h 1012031"/>
                <a:gd name="connsiteX240" fmla="*/ 254793 w 759618"/>
                <a:gd name="connsiteY240" fmla="*/ 973931 h 1012031"/>
                <a:gd name="connsiteX241" fmla="*/ 271462 w 759618"/>
                <a:gd name="connsiteY241" fmla="*/ 983456 h 1012031"/>
                <a:gd name="connsiteX242" fmla="*/ 278606 w 759618"/>
                <a:gd name="connsiteY242" fmla="*/ 1000125 h 1012031"/>
                <a:gd name="connsiteX243" fmla="*/ 269081 w 759618"/>
                <a:gd name="connsiteY243" fmla="*/ 1012031 h 1012031"/>
                <a:gd name="connsiteX244" fmla="*/ 316706 w 759618"/>
                <a:gd name="connsiteY244" fmla="*/ 976313 h 1012031"/>
                <a:gd name="connsiteX245" fmla="*/ 335756 w 759618"/>
                <a:gd name="connsiteY245" fmla="*/ 969169 h 1012031"/>
                <a:gd name="connsiteX246" fmla="*/ 342900 w 759618"/>
                <a:gd name="connsiteY246" fmla="*/ 950119 h 1012031"/>
                <a:gd name="connsiteX247" fmla="*/ 342900 w 759618"/>
                <a:gd name="connsiteY247" fmla="*/ 926306 h 1012031"/>
                <a:gd name="connsiteX248" fmla="*/ 321468 w 759618"/>
                <a:gd name="connsiteY248" fmla="*/ 935831 h 1012031"/>
                <a:gd name="connsiteX249" fmla="*/ 307181 w 759618"/>
                <a:gd name="connsiteY249" fmla="*/ 926306 h 1012031"/>
                <a:gd name="connsiteX250" fmla="*/ 307181 w 759618"/>
                <a:gd name="connsiteY250" fmla="*/ 900113 h 1012031"/>
                <a:gd name="connsiteX251" fmla="*/ 290512 w 759618"/>
                <a:gd name="connsiteY251" fmla="*/ 916781 h 1012031"/>
                <a:gd name="connsiteX252" fmla="*/ 269081 w 759618"/>
                <a:gd name="connsiteY252" fmla="*/ 892969 h 1012031"/>
                <a:gd name="connsiteX253" fmla="*/ 252412 w 759618"/>
                <a:gd name="connsiteY253" fmla="*/ 919163 h 1012031"/>
                <a:gd name="connsiteX254" fmla="*/ 233362 w 759618"/>
                <a:gd name="connsiteY254" fmla="*/ 902494 h 1012031"/>
                <a:gd name="connsiteX255" fmla="*/ 254793 w 759618"/>
                <a:gd name="connsiteY255" fmla="*/ 888206 h 1012031"/>
                <a:gd name="connsiteX256" fmla="*/ 254793 w 759618"/>
                <a:gd name="connsiteY256" fmla="*/ 862013 h 1012031"/>
                <a:gd name="connsiteX257" fmla="*/ 278606 w 759618"/>
                <a:gd name="connsiteY257" fmla="*/ 876300 h 1012031"/>
                <a:gd name="connsiteX258" fmla="*/ 307181 w 759618"/>
                <a:gd name="connsiteY258" fmla="*/ 885825 h 1012031"/>
                <a:gd name="connsiteX259" fmla="*/ 323850 w 759618"/>
                <a:gd name="connsiteY259" fmla="*/ 878681 h 1012031"/>
                <a:gd name="connsiteX260" fmla="*/ 338137 w 759618"/>
                <a:gd name="connsiteY260" fmla="*/ 869156 h 1012031"/>
                <a:gd name="connsiteX261" fmla="*/ 338137 w 759618"/>
                <a:gd name="connsiteY261" fmla="*/ 847725 h 1012031"/>
                <a:gd name="connsiteX262" fmla="*/ 335756 w 759618"/>
                <a:gd name="connsiteY262" fmla="*/ 823913 h 1012031"/>
                <a:gd name="connsiteX263" fmla="*/ 338137 w 759618"/>
                <a:gd name="connsiteY263" fmla="*/ 797719 h 1012031"/>
                <a:gd name="connsiteX264" fmla="*/ 364331 w 759618"/>
                <a:gd name="connsiteY264" fmla="*/ 814388 h 1012031"/>
                <a:gd name="connsiteX265" fmla="*/ 392906 w 759618"/>
                <a:gd name="connsiteY265" fmla="*/ 795338 h 1012031"/>
                <a:gd name="connsiteX266" fmla="*/ 373856 w 759618"/>
                <a:gd name="connsiteY266" fmla="*/ 783431 h 1012031"/>
                <a:gd name="connsiteX267" fmla="*/ 395287 w 759618"/>
                <a:gd name="connsiteY267" fmla="*/ 776288 h 1012031"/>
                <a:gd name="connsiteX268" fmla="*/ 407193 w 759618"/>
                <a:gd name="connsiteY268" fmla="*/ 762000 h 1012031"/>
                <a:gd name="connsiteX269" fmla="*/ 388143 w 759618"/>
                <a:gd name="connsiteY269" fmla="*/ 752475 h 1012031"/>
                <a:gd name="connsiteX270" fmla="*/ 404812 w 759618"/>
                <a:gd name="connsiteY270" fmla="*/ 738188 h 1012031"/>
                <a:gd name="connsiteX271" fmla="*/ 423862 w 759618"/>
                <a:gd name="connsiteY271" fmla="*/ 707231 h 1012031"/>
                <a:gd name="connsiteX272" fmla="*/ 383381 w 759618"/>
                <a:gd name="connsiteY272" fmla="*/ 697706 h 1012031"/>
                <a:gd name="connsiteX273" fmla="*/ 381000 w 759618"/>
                <a:gd name="connsiteY273" fmla="*/ 690563 h 1012031"/>
                <a:gd name="connsiteX274" fmla="*/ 350043 w 759618"/>
                <a:gd name="connsiteY274" fmla="*/ 690563 h 1012031"/>
                <a:gd name="connsiteX275" fmla="*/ 335756 w 759618"/>
                <a:gd name="connsiteY275" fmla="*/ 676275 h 1012031"/>
                <a:gd name="connsiteX276" fmla="*/ 354806 w 759618"/>
                <a:gd name="connsiteY276" fmla="*/ 654844 h 1012031"/>
                <a:gd name="connsiteX277" fmla="*/ 390525 w 759618"/>
                <a:gd name="connsiteY277" fmla="*/ 657225 h 1012031"/>
                <a:gd name="connsiteX278" fmla="*/ 416718 w 759618"/>
                <a:gd name="connsiteY278" fmla="*/ 683419 h 1012031"/>
                <a:gd name="connsiteX279" fmla="*/ 428625 w 759618"/>
                <a:gd name="connsiteY279" fmla="*/ 647700 h 1012031"/>
                <a:gd name="connsiteX280" fmla="*/ 397668 w 759618"/>
                <a:gd name="connsiteY280" fmla="*/ 640556 h 1012031"/>
                <a:gd name="connsiteX281" fmla="*/ 359568 w 759618"/>
                <a:gd name="connsiteY281" fmla="*/ 631031 h 1012031"/>
                <a:gd name="connsiteX282" fmla="*/ 371475 w 759618"/>
                <a:gd name="connsiteY282" fmla="*/ 619125 h 1012031"/>
                <a:gd name="connsiteX283" fmla="*/ 395287 w 759618"/>
                <a:gd name="connsiteY283" fmla="*/ 616744 h 1012031"/>
                <a:gd name="connsiteX284" fmla="*/ 416718 w 759618"/>
                <a:gd name="connsiteY284" fmla="*/ 628650 h 1012031"/>
                <a:gd name="connsiteX285" fmla="*/ 442912 w 759618"/>
                <a:gd name="connsiteY285" fmla="*/ 607219 h 1012031"/>
                <a:gd name="connsiteX286" fmla="*/ 452437 w 759618"/>
                <a:gd name="connsiteY286" fmla="*/ 592931 h 1012031"/>
                <a:gd name="connsiteX287" fmla="*/ 428625 w 759618"/>
                <a:gd name="connsiteY287" fmla="*/ 576263 h 1012031"/>
                <a:gd name="connsiteX288" fmla="*/ 440531 w 759618"/>
                <a:gd name="connsiteY288" fmla="*/ 564356 h 1012031"/>
                <a:gd name="connsiteX289" fmla="*/ 464343 w 759618"/>
                <a:gd name="connsiteY289" fmla="*/ 578644 h 1012031"/>
                <a:gd name="connsiteX290" fmla="*/ 497681 w 759618"/>
                <a:gd name="connsiteY290" fmla="*/ 590550 h 1012031"/>
                <a:gd name="connsiteX291" fmla="*/ 511968 w 759618"/>
                <a:gd name="connsiteY291" fmla="*/ 557213 h 1012031"/>
                <a:gd name="connsiteX292" fmla="*/ 526256 w 759618"/>
                <a:gd name="connsiteY292" fmla="*/ 528638 h 1012031"/>
                <a:gd name="connsiteX293" fmla="*/ 502443 w 759618"/>
                <a:gd name="connsiteY293" fmla="*/ 531019 h 1012031"/>
                <a:gd name="connsiteX294" fmla="*/ 488156 w 759618"/>
                <a:gd name="connsiteY294" fmla="*/ 519113 h 1012031"/>
                <a:gd name="connsiteX295" fmla="*/ 542924 w 759618"/>
                <a:gd name="connsiteY295" fmla="*/ 511969 h 1012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Lst>
              <a:rect l="l" t="t" r="r" b="b"/>
              <a:pathLst>
                <a:path w="759618" h="1012031">
                  <a:moveTo>
                    <a:pt x="542924" y="511969"/>
                  </a:moveTo>
                  <a:lnTo>
                    <a:pt x="526257" y="447676"/>
                  </a:lnTo>
                  <a:cubicBezTo>
                    <a:pt x="556419" y="426244"/>
                    <a:pt x="529431" y="502444"/>
                    <a:pt x="557212" y="473868"/>
                  </a:cubicBezTo>
                  <a:lnTo>
                    <a:pt x="592931" y="428625"/>
                  </a:lnTo>
                  <a:lnTo>
                    <a:pt x="626268" y="357188"/>
                  </a:lnTo>
                  <a:lnTo>
                    <a:pt x="678656" y="307181"/>
                  </a:lnTo>
                  <a:lnTo>
                    <a:pt x="600075" y="335756"/>
                  </a:lnTo>
                  <a:lnTo>
                    <a:pt x="554831" y="373856"/>
                  </a:lnTo>
                  <a:lnTo>
                    <a:pt x="535781" y="369094"/>
                  </a:lnTo>
                  <a:lnTo>
                    <a:pt x="597693" y="309563"/>
                  </a:lnTo>
                  <a:lnTo>
                    <a:pt x="573881" y="288131"/>
                  </a:lnTo>
                  <a:lnTo>
                    <a:pt x="561975" y="261938"/>
                  </a:lnTo>
                  <a:lnTo>
                    <a:pt x="614362" y="292894"/>
                  </a:lnTo>
                  <a:lnTo>
                    <a:pt x="650081" y="290513"/>
                  </a:lnTo>
                  <a:lnTo>
                    <a:pt x="650081" y="273844"/>
                  </a:lnTo>
                  <a:lnTo>
                    <a:pt x="678656" y="271463"/>
                  </a:lnTo>
                  <a:lnTo>
                    <a:pt x="721518" y="221456"/>
                  </a:lnTo>
                  <a:lnTo>
                    <a:pt x="759618" y="150019"/>
                  </a:lnTo>
                  <a:lnTo>
                    <a:pt x="738187" y="126206"/>
                  </a:lnTo>
                  <a:lnTo>
                    <a:pt x="704850" y="121444"/>
                  </a:lnTo>
                  <a:lnTo>
                    <a:pt x="692943" y="73819"/>
                  </a:lnTo>
                  <a:lnTo>
                    <a:pt x="669131" y="59531"/>
                  </a:lnTo>
                  <a:lnTo>
                    <a:pt x="628650" y="78581"/>
                  </a:lnTo>
                  <a:lnTo>
                    <a:pt x="614362" y="102394"/>
                  </a:lnTo>
                  <a:lnTo>
                    <a:pt x="588168" y="114300"/>
                  </a:lnTo>
                  <a:lnTo>
                    <a:pt x="576262" y="107156"/>
                  </a:lnTo>
                  <a:lnTo>
                    <a:pt x="592931" y="85725"/>
                  </a:lnTo>
                  <a:lnTo>
                    <a:pt x="621506" y="50006"/>
                  </a:lnTo>
                  <a:lnTo>
                    <a:pt x="585787" y="33338"/>
                  </a:lnTo>
                  <a:lnTo>
                    <a:pt x="557212" y="38100"/>
                  </a:lnTo>
                  <a:lnTo>
                    <a:pt x="540543" y="16669"/>
                  </a:lnTo>
                  <a:lnTo>
                    <a:pt x="526256" y="16669"/>
                  </a:lnTo>
                  <a:lnTo>
                    <a:pt x="519112" y="28575"/>
                  </a:lnTo>
                  <a:lnTo>
                    <a:pt x="533400" y="61913"/>
                  </a:lnTo>
                  <a:lnTo>
                    <a:pt x="519112" y="69056"/>
                  </a:lnTo>
                  <a:lnTo>
                    <a:pt x="500062" y="33338"/>
                  </a:lnTo>
                  <a:lnTo>
                    <a:pt x="495300" y="0"/>
                  </a:lnTo>
                  <a:lnTo>
                    <a:pt x="466725" y="40481"/>
                  </a:lnTo>
                  <a:lnTo>
                    <a:pt x="466725" y="61913"/>
                  </a:lnTo>
                  <a:lnTo>
                    <a:pt x="490537" y="80963"/>
                  </a:lnTo>
                  <a:lnTo>
                    <a:pt x="490537" y="100013"/>
                  </a:lnTo>
                  <a:lnTo>
                    <a:pt x="464343" y="95250"/>
                  </a:lnTo>
                  <a:lnTo>
                    <a:pt x="442912" y="64294"/>
                  </a:lnTo>
                  <a:lnTo>
                    <a:pt x="433387" y="40481"/>
                  </a:lnTo>
                  <a:lnTo>
                    <a:pt x="414337" y="33338"/>
                  </a:lnTo>
                  <a:lnTo>
                    <a:pt x="383381" y="38100"/>
                  </a:lnTo>
                  <a:lnTo>
                    <a:pt x="376237" y="42863"/>
                  </a:lnTo>
                  <a:lnTo>
                    <a:pt x="378618" y="69056"/>
                  </a:lnTo>
                  <a:lnTo>
                    <a:pt x="402431" y="88106"/>
                  </a:lnTo>
                  <a:lnTo>
                    <a:pt x="416718" y="109538"/>
                  </a:lnTo>
                  <a:lnTo>
                    <a:pt x="402431" y="145256"/>
                  </a:lnTo>
                  <a:lnTo>
                    <a:pt x="385762" y="135731"/>
                  </a:lnTo>
                  <a:lnTo>
                    <a:pt x="381000" y="104775"/>
                  </a:lnTo>
                  <a:lnTo>
                    <a:pt x="352425" y="59531"/>
                  </a:lnTo>
                  <a:lnTo>
                    <a:pt x="333375" y="69056"/>
                  </a:lnTo>
                  <a:lnTo>
                    <a:pt x="323850" y="50006"/>
                  </a:lnTo>
                  <a:lnTo>
                    <a:pt x="302418" y="42863"/>
                  </a:lnTo>
                  <a:lnTo>
                    <a:pt x="290512" y="64294"/>
                  </a:lnTo>
                  <a:lnTo>
                    <a:pt x="304800" y="76200"/>
                  </a:lnTo>
                  <a:lnTo>
                    <a:pt x="323850" y="92869"/>
                  </a:lnTo>
                  <a:lnTo>
                    <a:pt x="335756" y="100013"/>
                  </a:lnTo>
                  <a:lnTo>
                    <a:pt x="328612" y="111919"/>
                  </a:lnTo>
                  <a:lnTo>
                    <a:pt x="307181" y="100013"/>
                  </a:lnTo>
                  <a:lnTo>
                    <a:pt x="264318" y="76200"/>
                  </a:lnTo>
                  <a:lnTo>
                    <a:pt x="280987" y="114300"/>
                  </a:lnTo>
                  <a:lnTo>
                    <a:pt x="292893" y="130969"/>
                  </a:lnTo>
                  <a:lnTo>
                    <a:pt x="280987" y="140494"/>
                  </a:lnTo>
                  <a:lnTo>
                    <a:pt x="247650" y="100013"/>
                  </a:lnTo>
                  <a:lnTo>
                    <a:pt x="261937" y="142875"/>
                  </a:lnTo>
                  <a:lnTo>
                    <a:pt x="242887" y="150019"/>
                  </a:lnTo>
                  <a:lnTo>
                    <a:pt x="257175" y="178594"/>
                  </a:lnTo>
                  <a:lnTo>
                    <a:pt x="278606" y="195263"/>
                  </a:lnTo>
                  <a:lnTo>
                    <a:pt x="307181" y="228600"/>
                  </a:lnTo>
                  <a:lnTo>
                    <a:pt x="316706" y="254794"/>
                  </a:lnTo>
                  <a:lnTo>
                    <a:pt x="316706" y="254794"/>
                  </a:lnTo>
                  <a:lnTo>
                    <a:pt x="285750" y="235744"/>
                  </a:lnTo>
                  <a:lnTo>
                    <a:pt x="238125" y="221456"/>
                  </a:lnTo>
                  <a:lnTo>
                    <a:pt x="223837" y="195263"/>
                  </a:lnTo>
                  <a:lnTo>
                    <a:pt x="204787" y="166688"/>
                  </a:lnTo>
                  <a:lnTo>
                    <a:pt x="166687" y="130969"/>
                  </a:lnTo>
                  <a:lnTo>
                    <a:pt x="166687" y="157163"/>
                  </a:lnTo>
                  <a:lnTo>
                    <a:pt x="173831" y="176213"/>
                  </a:lnTo>
                  <a:lnTo>
                    <a:pt x="171450" y="188119"/>
                  </a:lnTo>
                  <a:lnTo>
                    <a:pt x="152400" y="195263"/>
                  </a:lnTo>
                  <a:lnTo>
                    <a:pt x="128587" y="190500"/>
                  </a:lnTo>
                  <a:lnTo>
                    <a:pt x="178593" y="214313"/>
                  </a:lnTo>
                  <a:lnTo>
                    <a:pt x="188118" y="228600"/>
                  </a:lnTo>
                  <a:lnTo>
                    <a:pt x="185737" y="250031"/>
                  </a:lnTo>
                  <a:lnTo>
                    <a:pt x="157162" y="228600"/>
                  </a:lnTo>
                  <a:lnTo>
                    <a:pt x="121443" y="223838"/>
                  </a:lnTo>
                  <a:lnTo>
                    <a:pt x="97631" y="211931"/>
                  </a:lnTo>
                  <a:lnTo>
                    <a:pt x="73818" y="235744"/>
                  </a:lnTo>
                  <a:lnTo>
                    <a:pt x="73818" y="257175"/>
                  </a:lnTo>
                  <a:lnTo>
                    <a:pt x="52387" y="273844"/>
                  </a:lnTo>
                  <a:lnTo>
                    <a:pt x="35718" y="254794"/>
                  </a:lnTo>
                  <a:lnTo>
                    <a:pt x="19050" y="264319"/>
                  </a:lnTo>
                  <a:lnTo>
                    <a:pt x="0" y="297656"/>
                  </a:lnTo>
                  <a:lnTo>
                    <a:pt x="26193" y="283369"/>
                  </a:lnTo>
                  <a:lnTo>
                    <a:pt x="38100" y="273844"/>
                  </a:lnTo>
                  <a:lnTo>
                    <a:pt x="52387" y="288131"/>
                  </a:lnTo>
                  <a:lnTo>
                    <a:pt x="30956" y="323850"/>
                  </a:lnTo>
                  <a:lnTo>
                    <a:pt x="69056" y="300038"/>
                  </a:lnTo>
                  <a:lnTo>
                    <a:pt x="92868" y="295275"/>
                  </a:lnTo>
                  <a:lnTo>
                    <a:pt x="114300" y="300038"/>
                  </a:lnTo>
                  <a:lnTo>
                    <a:pt x="111918" y="316706"/>
                  </a:lnTo>
                  <a:lnTo>
                    <a:pt x="92868" y="311944"/>
                  </a:lnTo>
                  <a:lnTo>
                    <a:pt x="66675" y="338138"/>
                  </a:lnTo>
                  <a:lnTo>
                    <a:pt x="69056" y="359569"/>
                  </a:lnTo>
                  <a:lnTo>
                    <a:pt x="50006" y="369094"/>
                  </a:lnTo>
                  <a:lnTo>
                    <a:pt x="59531" y="385763"/>
                  </a:lnTo>
                  <a:lnTo>
                    <a:pt x="88106" y="376238"/>
                  </a:lnTo>
                  <a:lnTo>
                    <a:pt x="116681" y="378619"/>
                  </a:lnTo>
                  <a:lnTo>
                    <a:pt x="138112" y="354806"/>
                  </a:lnTo>
                  <a:lnTo>
                    <a:pt x="164306" y="335756"/>
                  </a:lnTo>
                  <a:lnTo>
                    <a:pt x="178593" y="340519"/>
                  </a:lnTo>
                  <a:lnTo>
                    <a:pt x="157162" y="366713"/>
                  </a:lnTo>
                  <a:lnTo>
                    <a:pt x="114300" y="407194"/>
                  </a:lnTo>
                  <a:lnTo>
                    <a:pt x="73818" y="411956"/>
                  </a:lnTo>
                  <a:lnTo>
                    <a:pt x="102393" y="447675"/>
                  </a:lnTo>
                  <a:lnTo>
                    <a:pt x="133350" y="419100"/>
                  </a:lnTo>
                  <a:lnTo>
                    <a:pt x="169068" y="378619"/>
                  </a:lnTo>
                  <a:lnTo>
                    <a:pt x="209550" y="371475"/>
                  </a:lnTo>
                  <a:lnTo>
                    <a:pt x="223837" y="373856"/>
                  </a:lnTo>
                  <a:lnTo>
                    <a:pt x="183356" y="402431"/>
                  </a:lnTo>
                  <a:lnTo>
                    <a:pt x="154781" y="428625"/>
                  </a:lnTo>
                  <a:lnTo>
                    <a:pt x="147637" y="454819"/>
                  </a:lnTo>
                  <a:lnTo>
                    <a:pt x="169068" y="466725"/>
                  </a:lnTo>
                  <a:lnTo>
                    <a:pt x="197643" y="454819"/>
                  </a:lnTo>
                  <a:lnTo>
                    <a:pt x="197643" y="423863"/>
                  </a:lnTo>
                  <a:lnTo>
                    <a:pt x="211931" y="411956"/>
                  </a:lnTo>
                  <a:lnTo>
                    <a:pt x="228600" y="428625"/>
                  </a:lnTo>
                  <a:lnTo>
                    <a:pt x="254793" y="423863"/>
                  </a:lnTo>
                  <a:lnTo>
                    <a:pt x="240506" y="445294"/>
                  </a:lnTo>
                  <a:lnTo>
                    <a:pt x="216693" y="452438"/>
                  </a:lnTo>
                  <a:lnTo>
                    <a:pt x="242887" y="464344"/>
                  </a:lnTo>
                  <a:lnTo>
                    <a:pt x="304800" y="411956"/>
                  </a:lnTo>
                  <a:lnTo>
                    <a:pt x="307181" y="364331"/>
                  </a:lnTo>
                  <a:lnTo>
                    <a:pt x="378618" y="311944"/>
                  </a:lnTo>
                  <a:lnTo>
                    <a:pt x="385762" y="335756"/>
                  </a:lnTo>
                  <a:lnTo>
                    <a:pt x="357187" y="359569"/>
                  </a:lnTo>
                  <a:lnTo>
                    <a:pt x="333375" y="400050"/>
                  </a:lnTo>
                  <a:lnTo>
                    <a:pt x="333375" y="414338"/>
                  </a:lnTo>
                  <a:lnTo>
                    <a:pt x="359568" y="407194"/>
                  </a:lnTo>
                  <a:lnTo>
                    <a:pt x="381000" y="414338"/>
                  </a:lnTo>
                  <a:lnTo>
                    <a:pt x="369093" y="419100"/>
                  </a:lnTo>
                  <a:lnTo>
                    <a:pt x="338137" y="428625"/>
                  </a:lnTo>
                  <a:lnTo>
                    <a:pt x="300037" y="454819"/>
                  </a:lnTo>
                  <a:lnTo>
                    <a:pt x="345281" y="461963"/>
                  </a:lnTo>
                  <a:lnTo>
                    <a:pt x="342900" y="476250"/>
                  </a:lnTo>
                  <a:lnTo>
                    <a:pt x="292893" y="478631"/>
                  </a:lnTo>
                  <a:lnTo>
                    <a:pt x="261937" y="495300"/>
                  </a:lnTo>
                  <a:lnTo>
                    <a:pt x="228600" y="504825"/>
                  </a:lnTo>
                  <a:lnTo>
                    <a:pt x="240506" y="540544"/>
                  </a:lnTo>
                  <a:lnTo>
                    <a:pt x="257175" y="557213"/>
                  </a:lnTo>
                  <a:lnTo>
                    <a:pt x="259556" y="578644"/>
                  </a:lnTo>
                  <a:lnTo>
                    <a:pt x="290512" y="585788"/>
                  </a:lnTo>
                  <a:lnTo>
                    <a:pt x="292893" y="597694"/>
                  </a:lnTo>
                  <a:lnTo>
                    <a:pt x="273843" y="616744"/>
                  </a:lnTo>
                  <a:lnTo>
                    <a:pt x="252412" y="609600"/>
                  </a:lnTo>
                  <a:lnTo>
                    <a:pt x="235743" y="607219"/>
                  </a:lnTo>
                  <a:lnTo>
                    <a:pt x="228600" y="581025"/>
                  </a:lnTo>
                  <a:lnTo>
                    <a:pt x="204787" y="547688"/>
                  </a:lnTo>
                  <a:lnTo>
                    <a:pt x="192881" y="519113"/>
                  </a:lnTo>
                  <a:lnTo>
                    <a:pt x="166687" y="507206"/>
                  </a:lnTo>
                  <a:lnTo>
                    <a:pt x="130968" y="495300"/>
                  </a:lnTo>
                  <a:lnTo>
                    <a:pt x="135731" y="535781"/>
                  </a:lnTo>
                  <a:lnTo>
                    <a:pt x="171450" y="554831"/>
                  </a:lnTo>
                  <a:lnTo>
                    <a:pt x="164306" y="569119"/>
                  </a:lnTo>
                  <a:lnTo>
                    <a:pt x="138112" y="554831"/>
                  </a:lnTo>
                  <a:lnTo>
                    <a:pt x="173831" y="595313"/>
                  </a:lnTo>
                  <a:lnTo>
                    <a:pt x="188118" y="621506"/>
                  </a:lnTo>
                  <a:lnTo>
                    <a:pt x="197643" y="642938"/>
                  </a:lnTo>
                  <a:lnTo>
                    <a:pt x="207168" y="659606"/>
                  </a:lnTo>
                  <a:lnTo>
                    <a:pt x="207168" y="659606"/>
                  </a:lnTo>
                  <a:lnTo>
                    <a:pt x="176212" y="664369"/>
                  </a:lnTo>
                  <a:lnTo>
                    <a:pt x="200025" y="681038"/>
                  </a:lnTo>
                  <a:lnTo>
                    <a:pt x="228600" y="690563"/>
                  </a:lnTo>
                  <a:lnTo>
                    <a:pt x="242887" y="685800"/>
                  </a:lnTo>
                  <a:lnTo>
                    <a:pt x="252412" y="678656"/>
                  </a:lnTo>
                  <a:lnTo>
                    <a:pt x="264318" y="704850"/>
                  </a:lnTo>
                  <a:lnTo>
                    <a:pt x="252412" y="719138"/>
                  </a:lnTo>
                  <a:lnTo>
                    <a:pt x="235743" y="745331"/>
                  </a:lnTo>
                  <a:lnTo>
                    <a:pt x="209550" y="716756"/>
                  </a:lnTo>
                  <a:lnTo>
                    <a:pt x="185737" y="704850"/>
                  </a:lnTo>
                  <a:lnTo>
                    <a:pt x="147637" y="707231"/>
                  </a:lnTo>
                  <a:lnTo>
                    <a:pt x="135731" y="716756"/>
                  </a:lnTo>
                  <a:lnTo>
                    <a:pt x="123825" y="735806"/>
                  </a:lnTo>
                  <a:lnTo>
                    <a:pt x="114300" y="766763"/>
                  </a:lnTo>
                  <a:lnTo>
                    <a:pt x="126206" y="781050"/>
                  </a:lnTo>
                  <a:lnTo>
                    <a:pt x="145256" y="757238"/>
                  </a:lnTo>
                  <a:lnTo>
                    <a:pt x="145256" y="757238"/>
                  </a:lnTo>
                  <a:lnTo>
                    <a:pt x="152400" y="778669"/>
                  </a:lnTo>
                  <a:lnTo>
                    <a:pt x="142875" y="790575"/>
                  </a:lnTo>
                  <a:lnTo>
                    <a:pt x="173831" y="776288"/>
                  </a:lnTo>
                  <a:lnTo>
                    <a:pt x="169068" y="752475"/>
                  </a:lnTo>
                  <a:lnTo>
                    <a:pt x="183356" y="747713"/>
                  </a:lnTo>
                  <a:lnTo>
                    <a:pt x="183356" y="766763"/>
                  </a:lnTo>
                  <a:lnTo>
                    <a:pt x="188118" y="778669"/>
                  </a:lnTo>
                  <a:lnTo>
                    <a:pt x="200025" y="783431"/>
                  </a:lnTo>
                  <a:lnTo>
                    <a:pt x="197643" y="797719"/>
                  </a:lnTo>
                  <a:lnTo>
                    <a:pt x="178593" y="802481"/>
                  </a:lnTo>
                  <a:lnTo>
                    <a:pt x="166687" y="812006"/>
                  </a:lnTo>
                  <a:lnTo>
                    <a:pt x="180975" y="816769"/>
                  </a:lnTo>
                  <a:lnTo>
                    <a:pt x="173831" y="838200"/>
                  </a:lnTo>
                  <a:lnTo>
                    <a:pt x="190500" y="842963"/>
                  </a:lnTo>
                  <a:lnTo>
                    <a:pt x="190500" y="842963"/>
                  </a:lnTo>
                  <a:lnTo>
                    <a:pt x="226218" y="814388"/>
                  </a:lnTo>
                  <a:lnTo>
                    <a:pt x="230981" y="795338"/>
                  </a:lnTo>
                  <a:lnTo>
                    <a:pt x="247650" y="804863"/>
                  </a:lnTo>
                  <a:lnTo>
                    <a:pt x="228600" y="842963"/>
                  </a:lnTo>
                  <a:lnTo>
                    <a:pt x="204787" y="869156"/>
                  </a:lnTo>
                  <a:lnTo>
                    <a:pt x="192881" y="873919"/>
                  </a:lnTo>
                  <a:lnTo>
                    <a:pt x="171450" y="888206"/>
                  </a:lnTo>
                  <a:lnTo>
                    <a:pt x="142875" y="859631"/>
                  </a:lnTo>
                  <a:lnTo>
                    <a:pt x="126206" y="831056"/>
                  </a:lnTo>
                  <a:lnTo>
                    <a:pt x="104775" y="828675"/>
                  </a:lnTo>
                  <a:lnTo>
                    <a:pt x="85725" y="845344"/>
                  </a:lnTo>
                  <a:lnTo>
                    <a:pt x="100012" y="864394"/>
                  </a:lnTo>
                  <a:lnTo>
                    <a:pt x="111918" y="878681"/>
                  </a:lnTo>
                  <a:lnTo>
                    <a:pt x="123825" y="888206"/>
                  </a:lnTo>
                  <a:lnTo>
                    <a:pt x="133350" y="909638"/>
                  </a:lnTo>
                  <a:lnTo>
                    <a:pt x="109537" y="921544"/>
                  </a:lnTo>
                  <a:lnTo>
                    <a:pt x="90487" y="909638"/>
                  </a:lnTo>
                  <a:lnTo>
                    <a:pt x="71437" y="935831"/>
                  </a:lnTo>
                  <a:lnTo>
                    <a:pt x="61912" y="971550"/>
                  </a:lnTo>
                  <a:lnTo>
                    <a:pt x="80962" y="954881"/>
                  </a:lnTo>
                  <a:lnTo>
                    <a:pt x="95250" y="978694"/>
                  </a:lnTo>
                  <a:lnTo>
                    <a:pt x="109537" y="964406"/>
                  </a:lnTo>
                  <a:lnTo>
                    <a:pt x="119062" y="981075"/>
                  </a:lnTo>
                  <a:lnTo>
                    <a:pt x="126206" y="959644"/>
                  </a:lnTo>
                  <a:lnTo>
                    <a:pt x="145256" y="985838"/>
                  </a:lnTo>
                  <a:lnTo>
                    <a:pt x="169068" y="1004888"/>
                  </a:lnTo>
                  <a:lnTo>
                    <a:pt x="161925" y="978694"/>
                  </a:lnTo>
                  <a:lnTo>
                    <a:pt x="171450" y="964406"/>
                  </a:lnTo>
                  <a:lnTo>
                    <a:pt x="180975" y="973931"/>
                  </a:lnTo>
                  <a:lnTo>
                    <a:pt x="188118" y="962025"/>
                  </a:lnTo>
                  <a:lnTo>
                    <a:pt x="197643" y="981075"/>
                  </a:lnTo>
                  <a:lnTo>
                    <a:pt x="209550" y="962025"/>
                  </a:lnTo>
                  <a:lnTo>
                    <a:pt x="228600" y="983456"/>
                  </a:lnTo>
                  <a:lnTo>
                    <a:pt x="235743" y="959644"/>
                  </a:lnTo>
                  <a:lnTo>
                    <a:pt x="254793" y="973931"/>
                  </a:lnTo>
                  <a:lnTo>
                    <a:pt x="271462" y="983456"/>
                  </a:lnTo>
                  <a:lnTo>
                    <a:pt x="278606" y="1000125"/>
                  </a:lnTo>
                  <a:lnTo>
                    <a:pt x="269081" y="1012031"/>
                  </a:lnTo>
                  <a:lnTo>
                    <a:pt x="316706" y="976313"/>
                  </a:lnTo>
                  <a:lnTo>
                    <a:pt x="335756" y="969169"/>
                  </a:lnTo>
                  <a:lnTo>
                    <a:pt x="342900" y="950119"/>
                  </a:lnTo>
                  <a:lnTo>
                    <a:pt x="342900" y="926306"/>
                  </a:lnTo>
                  <a:lnTo>
                    <a:pt x="321468" y="935831"/>
                  </a:lnTo>
                  <a:lnTo>
                    <a:pt x="307181" y="926306"/>
                  </a:lnTo>
                  <a:lnTo>
                    <a:pt x="307181" y="900113"/>
                  </a:lnTo>
                  <a:lnTo>
                    <a:pt x="290512" y="916781"/>
                  </a:lnTo>
                  <a:lnTo>
                    <a:pt x="269081" y="892969"/>
                  </a:lnTo>
                  <a:lnTo>
                    <a:pt x="252412" y="919163"/>
                  </a:lnTo>
                  <a:lnTo>
                    <a:pt x="233362" y="902494"/>
                  </a:lnTo>
                  <a:lnTo>
                    <a:pt x="254793" y="888206"/>
                  </a:lnTo>
                  <a:lnTo>
                    <a:pt x="254793" y="862013"/>
                  </a:lnTo>
                  <a:lnTo>
                    <a:pt x="278606" y="876300"/>
                  </a:lnTo>
                  <a:lnTo>
                    <a:pt x="307181" y="885825"/>
                  </a:lnTo>
                  <a:lnTo>
                    <a:pt x="323850" y="878681"/>
                  </a:lnTo>
                  <a:lnTo>
                    <a:pt x="338137" y="869156"/>
                  </a:lnTo>
                  <a:lnTo>
                    <a:pt x="338137" y="847725"/>
                  </a:lnTo>
                  <a:lnTo>
                    <a:pt x="335756" y="823913"/>
                  </a:lnTo>
                  <a:lnTo>
                    <a:pt x="338137" y="797719"/>
                  </a:lnTo>
                  <a:lnTo>
                    <a:pt x="364331" y="814388"/>
                  </a:lnTo>
                  <a:lnTo>
                    <a:pt x="392906" y="795338"/>
                  </a:lnTo>
                  <a:lnTo>
                    <a:pt x="373856" y="783431"/>
                  </a:lnTo>
                  <a:lnTo>
                    <a:pt x="395287" y="776288"/>
                  </a:lnTo>
                  <a:lnTo>
                    <a:pt x="407193" y="762000"/>
                  </a:lnTo>
                  <a:lnTo>
                    <a:pt x="388143" y="752475"/>
                  </a:lnTo>
                  <a:lnTo>
                    <a:pt x="404812" y="738188"/>
                  </a:lnTo>
                  <a:lnTo>
                    <a:pt x="423862" y="707231"/>
                  </a:lnTo>
                  <a:lnTo>
                    <a:pt x="383381" y="697706"/>
                  </a:lnTo>
                  <a:lnTo>
                    <a:pt x="381000" y="690563"/>
                  </a:lnTo>
                  <a:lnTo>
                    <a:pt x="350043" y="690563"/>
                  </a:lnTo>
                  <a:lnTo>
                    <a:pt x="335756" y="676275"/>
                  </a:lnTo>
                  <a:lnTo>
                    <a:pt x="354806" y="654844"/>
                  </a:lnTo>
                  <a:lnTo>
                    <a:pt x="390525" y="657225"/>
                  </a:lnTo>
                  <a:lnTo>
                    <a:pt x="416718" y="683419"/>
                  </a:lnTo>
                  <a:lnTo>
                    <a:pt x="428625" y="647700"/>
                  </a:lnTo>
                  <a:lnTo>
                    <a:pt x="397668" y="640556"/>
                  </a:lnTo>
                  <a:lnTo>
                    <a:pt x="359568" y="631031"/>
                  </a:lnTo>
                  <a:lnTo>
                    <a:pt x="371475" y="619125"/>
                  </a:lnTo>
                  <a:lnTo>
                    <a:pt x="395287" y="616744"/>
                  </a:lnTo>
                  <a:lnTo>
                    <a:pt x="416718" y="628650"/>
                  </a:lnTo>
                  <a:lnTo>
                    <a:pt x="442912" y="607219"/>
                  </a:lnTo>
                  <a:lnTo>
                    <a:pt x="452437" y="592931"/>
                  </a:lnTo>
                  <a:lnTo>
                    <a:pt x="428625" y="576263"/>
                  </a:lnTo>
                  <a:lnTo>
                    <a:pt x="440531" y="564356"/>
                  </a:lnTo>
                  <a:lnTo>
                    <a:pt x="464343" y="578644"/>
                  </a:lnTo>
                  <a:lnTo>
                    <a:pt x="497681" y="590550"/>
                  </a:lnTo>
                  <a:lnTo>
                    <a:pt x="511968" y="557213"/>
                  </a:lnTo>
                  <a:lnTo>
                    <a:pt x="526256" y="528638"/>
                  </a:lnTo>
                  <a:lnTo>
                    <a:pt x="502443" y="531019"/>
                  </a:lnTo>
                  <a:lnTo>
                    <a:pt x="488156" y="519113"/>
                  </a:lnTo>
                  <a:lnTo>
                    <a:pt x="542924" y="511969"/>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45" name="Freeform: Shape 1050">
              <a:extLst>
                <a:ext uri="{FF2B5EF4-FFF2-40B4-BE49-F238E27FC236}">
                  <a16:creationId xmlns:a16="http://schemas.microsoft.com/office/drawing/2014/main" id="{931EA3EF-AD22-43CD-9B7B-7520BFF36B16}"/>
                </a:ext>
              </a:extLst>
            </p:cNvPr>
            <p:cNvSpPr/>
            <p:nvPr/>
          </p:nvSpPr>
          <p:spPr bwMode="auto">
            <a:xfrm>
              <a:off x="1902619" y="1028700"/>
              <a:ext cx="259556" cy="481013"/>
            </a:xfrm>
            <a:custGeom>
              <a:avLst/>
              <a:gdLst>
                <a:gd name="connsiteX0" fmla="*/ 138112 w 259556"/>
                <a:gd name="connsiteY0" fmla="*/ 145256 h 481013"/>
                <a:gd name="connsiteX1" fmla="*/ 97631 w 259556"/>
                <a:gd name="connsiteY1" fmla="*/ 35719 h 481013"/>
                <a:gd name="connsiteX2" fmla="*/ 61912 w 259556"/>
                <a:gd name="connsiteY2" fmla="*/ 0 h 481013"/>
                <a:gd name="connsiteX3" fmla="*/ 38100 w 259556"/>
                <a:gd name="connsiteY3" fmla="*/ 19050 h 481013"/>
                <a:gd name="connsiteX4" fmla="*/ 78581 w 259556"/>
                <a:gd name="connsiteY4" fmla="*/ 42863 h 481013"/>
                <a:gd name="connsiteX5" fmla="*/ 73819 w 259556"/>
                <a:gd name="connsiteY5" fmla="*/ 64294 h 481013"/>
                <a:gd name="connsiteX6" fmla="*/ 54769 w 259556"/>
                <a:gd name="connsiteY6" fmla="*/ 57150 h 481013"/>
                <a:gd name="connsiteX7" fmla="*/ 45244 w 259556"/>
                <a:gd name="connsiteY7" fmla="*/ 73819 h 481013"/>
                <a:gd name="connsiteX8" fmla="*/ 21431 w 259556"/>
                <a:gd name="connsiteY8" fmla="*/ 61913 h 481013"/>
                <a:gd name="connsiteX9" fmla="*/ 19050 w 259556"/>
                <a:gd name="connsiteY9" fmla="*/ 85725 h 481013"/>
                <a:gd name="connsiteX10" fmla="*/ 50006 w 259556"/>
                <a:gd name="connsiteY10" fmla="*/ 114300 h 481013"/>
                <a:gd name="connsiteX11" fmla="*/ 64294 w 259556"/>
                <a:gd name="connsiteY11" fmla="*/ 138113 h 481013"/>
                <a:gd name="connsiteX12" fmla="*/ 54769 w 259556"/>
                <a:gd name="connsiteY12" fmla="*/ 147638 h 481013"/>
                <a:gd name="connsiteX13" fmla="*/ 21431 w 259556"/>
                <a:gd name="connsiteY13" fmla="*/ 140494 h 481013"/>
                <a:gd name="connsiteX14" fmla="*/ 0 w 259556"/>
                <a:gd name="connsiteY14" fmla="*/ 152400 h 481013"/>
                <a:gd name="connsiteX15" fmla="*/ 16669 w 259556"/>
                <a:gd name="connsiteY15" fmla="*/ 185738 h 481013"/>
                <a:gd name="connsiteX16" fmla="*/ 52387 w 259556"/>
                <a:gd name="connsiteY16" fmla="*/ 190500 h 481013"/>
                <a:gd name="connsiteX17" fmla="*/ 45244 w 259556"/>
                <a:gd name="connsiteY17" fmla="*/ 211931 h 481013"/>
                <a:gd name="connsiteX18" fmla="*/ 21431 w 259556"/>
                <a:gd name="connsiteY18" fmla="*/ 233363 h 481013"/>
                <a:gd name="connsiteX19" fmla="*/ 21431 w 259556"/>
                <a:gd name="connsiteY19" fmla="*/ 233363 h 481013"/>
                <a:gd name="connsiteX20" fmla="*/ 38100 w 259556"/>
                <a:gd name="connsiteY20" fmla="*/ 269081 h 481013"/>
                <a:gd name="connsiteX21" fmla="*/ 66675 w 259556"/>
                <a:gd name="connsiteY21" fmla="*/ 266700 h 481013"/>
                <a:gd name="connsiteX22" fmla="*/ 50006 w 259556"/>
                <a:gd name="connsiteY22" fmla="*/ 283369 h 481013"/>
                <a:gd name="connsiteX23" fmla="*/ 28575 w 259556"/>
                <a:gd name="connsiteY23" fmla="*/ 295275 h 481013"/>
                <a:gd name="connsiteX24" fmla="*/ 42862 w 259556"/>
                <a:gd name="connsiteY24" fmla="*/ 307181 h 481013"/>
                <a:gd name="connsiteX25" fmla="*/ 61912 w 259556"/>
                <a:gd name="connsiteY25" fmla="*/ 304800 h 481013"/>
                <a:gd name="connsiteX26" fmla="*/ 71437 w 259556"/>
                <a:gd name="connsiteY26" fmla="*/ 319088 h 481013"/>
                <a:gd name="connsiteX27" fmla="*/ 85725 w 259556"/>
                <a:gd name="connsiteY27" fmla="*/ 304800 h 481013"/>
                <a:gd name="connsiteX28" fmla="*/ 123825 w 259556"/>
                <a:gd name="connsiteY28" fmla="*/ 307181 h 481013"/>
                <a:gd name="connsiteX29" fmla="*/ 104775 w 259556"/>
                <a:gd name="connsiteY29" fmla="*/ 326231 h 481013"/>
                <a:gd name="connsiteX30" fmla="*/ 147637 w 259556"/>
                <a:gd name="connsiteY30" fmla="*/ 323850 h 481013"/>
                <a:gd name="connsiteX31" fmla="*/ 140494 w 259556"/>
                <a:gd name="connsiteY31" fmla="*/ 340519 h 481013"/>
                <a:gd name="connsiteX32" fmla="*/ 102394 w 259556"/>
                <a:gd name="connsiteY32" fmla="*/ 347663 h 481013"/>
                <a:gd name="connsiteX33" fmla="*/ 69056 w 259556"/>
                <a:gd name="connsiteY33" fmla="*/ 364331 h 481013"/>
                <a:gd name="connsiteX34" fmla="*/ 90487 w 259556"/>
                <a:gd name="connsiteY34" fmla="*/ 383381 h 481013"/>
                <a:gd name="connsiteX35" fmla="*/ 83344 w 259556"/>
                <a:gd name="connsiteY35" fmla="*/ 402431 h 481013"/>
                <a:gd name="connsiteX36" fmla="*/ 100012 w 259556"/>
                <a:gd name="connsiteY36" fmla="*/ 416719 h 481013"/>
                <a:gd name="connsiteX37" fmla="*/ 97631 w 259556"/>
                <a:gd name="connsiteY37" fmla="*/ 433388 h 481013"/>
                <a:gd name="connsiteX38" fmla="*/ 128587 w 259556"/>
                <a:gd name="connsiteY38" fmla="*/ 481013 h 481013"/>
                <a:gd name="connsiteX39" fmla="*/ 142875 w 259556"/>
                <a:gd name="connsiteY39" fmla="*/ 450056 h 481013"/>
                <a:gd name="connsiteX40" fmla="*/ 150019 w 259556"/>
                <a:gd name="connsiteY40" fmla="*/ 452438 h 481013"/>
                <a:gd name="connsiteX41" fmla="*/ 147637 w 259556"/>
                <a:gd name="connsiteY41" fmla="*/ 423863 h 481013"/>
                <a:gd name="connsiteX42" fmla="*/ 152400 w 259556"/>
                <a:gd name="connsiteY42" fmla="*/ 409575 h 481013"/>
                <a:gd name="connsiteX43" fmla="*/ 178594 w 259556"/>
                <a:gd name="connsiteY43" fmla="*/ 450056 h 481013"/>
                <a:gd name="connsiteX44" fmla="*/ 176212 w 259556"/>
                <a:gd name="connsiteY44" fmla="*/ 411956 h 481013"/>
                <a:gd name="connsiteX45" fmla="*/ 183356 w 259556"/>
                <a:gd name="connsiteY45" fmla="*/ 381000 h 481013"/>
                <a:gd name="connsiteX46" fmla="*/ 192881 w 259556"/>
                <a:gd name="connsiteY46" fmla="*/ 342900 h 481013"/>
                <a:gd name="connsiteX47" fmla="*/ 204787 w 259556"/>
                <a:gd name="connsiteY47" fmla="*/ 392906 h 481013"/>
                <a:gd name="connsiteX48" fmla="*/ 219075 w 259556"/>
                <a:gd name="connsiteY48" fmla="*/ 350044 h 481013"/>
                <a:gd name="connsiteX49" fmla="*/ 240506 w 259556"/>
                <a:gd name="connsiteY49" fmla="*/ 328613 h 481013"/>
                <a:gd name="connsiteX50" fmla="*/ 259556 w 259556"/>
                <a:gd name="connsiteY50" fmla="*/ 314325 h 481013"/>
                <a:gd name="connsiteX51" fmla="*/ 259556 w 259556"/>
                <a:gd name="connsiteY51" fmla="*/ 290513 h 481013"/>
                <a:gd name="connsiteX52" fmla="*/ 242887 w 259556"/>
                <a:gd name="connsiteY52" fmla="*/ 304800 h 481013"/>
                <a:gd name="connsiteX53" fmla="*/ 226219 w 259556"/>
                <a:gd name="connsiteY53" fmla="*/ 271463 h 481013"/>
                <a:gd name="connsiteX54" fmla="*/ 211931 w 259556"/>
                <a:gd name="connsiteY54" fmla="*/ 280988 h 481013"/>
                <a:gd name="connsiteX55" fmla="*/ 211931 w 259556"/>
                <a:gd name="connsiteY55" fmla="*/ 280988 h 481013"/>
                <a:gd name="connsiteX56" fmla="*/ 209550 w 259556"/>
                <a:gd name="connsiteY56" fmla="*/ 223838 h 481013"/>
                <a:gd name="connsiteX57" fmla="*/ 202406 w 259556"/>
                <a:gd name="connsiteY57" fmla="*/ 164306 h 481013"/>
                <a:gd name="connsiteX58" fmla="*/ 138112 w 259556"/>
                <a:gd name="connsiteY58" fmla="*/ 145256 h 481013"/>
                <a:gd name="connsiteX0" fmla="*/ 138112 w 259556"/>
                <a:gd name="connsiteY0" fmla="*/ 145256 h 481013"/>
                <a:gd name="connsiteX1" fmla="*/ 97631 w 259556"/>
                <a:gd name="connsiteY1" fmla="*/ 35719 h 481013"/>
                <a:gd name="connsiteX2" fmla="*/ 61912 w 259556"/>
                <a:gd name="connsiteY2" fmla="*/ 0 h 481013"/>
                <a:gd name="connsiteX3" fmla="*/ 38100 w 259556"/>
                <a:gd name="connsiteY3" fmla="*/ 19050 h 481013"/>
                <a:gd name="connsiteX4" fmla="*/ 78581 w 259556"/>
                <a:gd name="connsiteY4" fmla="*/ 42863 h 481013"/>
                <a:gd name="connsiteX5" fmla="*/ 73819 w 259556"/>
                <a:gd name="connsiteY5" fmla="*/ 64294 h 481013"/>
                <a:gd name="connsiteX6" fmla="*/ 54769 w 259556"/>
                <a:gd name="connsiteY6" fmla="*/ 57150 h 481013"/>
                <a:gd name="connsiteX7" fmla="*/ 45244 w 259556"/>
                <a:gd name="connsiteY7" fmla="*/ 73819 h 481013"/>
                <a:gd name="connsiteX8" fmla="*/ 21431 w 259556"/>
                <a:gd name="connsiteY8" fmla="*/ 61913 h 481013"/>
                <a:gd name="connsiteX9" fmla="*/ 19050 w 259556"/>
                <a:gd name="connsiteY9" fmla="*/ 85725 h 481013"/>
                <a:gd name="connsiteX10" fmla="*/ 50006 w 259556"/>
                <a:gd name="connsiteY10" fmla="*/ 114300 h 481013"/>
                <a:gd name="connsiteX11" fmla="*/ 64294 w 259556"/>
                <a:gd name="connsiteY11" fmla="*/ 138113 h 481013"/>
                <a:gd name="connsiteX12" fmla="*/ 54769 w 259556"/>
                <a:gd name="connsiteY12" fmla="*/ 147638 h 481013"/>
                <a:gd name="connsiteX13" fmla="*/ 21431 w 259556"/>
                <a:gd name="connsiteY13" fmla="*/ 140494 h 481013"/>
                <a:gd name="connsiteX14" fmla="*/ 0 w 259556"/>
                <a:gd name="connsiteY14" fmla="*/ 152400 h 481013"/>
                <a:gd name="connsiteX15" fmla="*/ 16669 w 259556"/>
                <a:gd name="connsiteY15" fmla="*/ 185738 h 481013"/>
                <a:gd name="connsiteX16" fmla="*/ 52387 w 259556"/>
                <a:gd name="connsiteY16" fmla="*/ 190500 h 481013"/>
                <a:gd name="connsiteX17" fmla="*/ 45244 w 259556"/>
                <a:gd name="connsiteY17" fmla="*/ 211931 h 481013"/>
                <a:gd name="connsiteX18" fmla="*/ 21431 w 259556"/>
                <a:gd name="connsiteY18" fmla="*/ 233363 h 481013"/>
                <a:gd name="connsiteX19" fmla="*/ 21431 w 259556"/>
                <a:gd name="connsiteY19" fmla="*/ 233363 h 481013"/>
                <a:gd name="connsiteX20" fmla="*/ 38100 w 259556"/>
                <a:gd name="connsiteY20" fmla="*/ 269081 h 481013"/>
                <a:gd name="connsiteX21" fmla="*/ 66675 w 259556"/>
                <a:gd name="connsiteY21" fmla="*/ 266700 h 481013"/>
                <a:gd name="connsiteX22" fmla="*/ 50006 w 259556"/>
                <a:gd name="connsiteY22" fmla="*/ 283369 h 481013"/>
                <a:gd name="connsiteX23" fmla="*/ 28575 w 259556"/>
                <a:gd name="connsiteY23" fmla="*/ 295275 h 481013"/>
                <a:gd name="connsiteX24" fmla="*/ 42862 w 259556"/>
                <a:gd name="connsiteY24" fmla="*/ 307181 h 481013"/>
                <a:gd name="connsiteX25" fmla="*/ 61912 w 259556"/>
                <a:gd name="connsiteY25" fmla="*/ 304800 h 481013"/>
                <a:gd name="connsiteX26" fmla="*/ 71437 w 259556"/>
                <a:gd name="connsiteY26" fmla="*/ 319088 h 481013"/>
                <a:gd name="connsiteX27" fmla="*/ 85725 w 259556"/>
                <a:gd name="connsiteY27" fmla="*/ 304800 h 481013"/>
                <a:gd name="connsiteX28" fmla="*/ 123825 w 259556"/>
                <a:gd name="connsiteY28" fmla="*/ 307181 h 481013"/>
                <a:gd name="connsiteX29" fmla="*/ 104775 w 259556"/>
                <a:gd name="connsiteY29" fmla="*/ 326231 h 481013"/>
                <a:gd name="connsiteX30" fmla="*/ 147637 w 259556"/>
                <a:gd name="connsiteY30" fmla="*/ 323850 h 481013"/>
                <a:gd name="connsiteX31" fmla="*/ 140494 w 259556"/>
                <a:gd name="connsiteY31" fmla="*/ 340519 h 481013"/>
                <a:gd name="connsiteX32" fmla="*/ 102394 w 259556"/>
                <a:gd name="connsiteY32" fmla="*/ 347663 h 481013"/>
                <a:gd name="connsiteX33" fmla="*/ 69056 w 259556"/>
                <a:gd name="connsiteY33" fmla="*/ 364331 h 481013"/>
                <a:gd name="connsiteX34" fmla="*/ 90487 w 259556"/>
                <a:gd name="connsiteY34" fmla="*/ 383381 h 481013"/>
                <a:gd name="connsiteX35" fmla="*/ 83344 w 259556"/>
                <a:gd name="connsiteY35" fmla="*/ 402431 h 481013"/>
                <a:gd name="connsiteX36" fmla="*/ 100012 w 259556"/>
                <a:gd name="connsiteY36" fmla="*/ 416719 h 481013"/>
                <a:gd name="connsiteX37" fmla="*/ 97631 w 259556"/>
                <a:gd name="connsiteY37" fmla="*/ 433388 h 481013"/>
                <a:gd name="connsiteX38" fmla="*/ 128587 w 259556"/>
                <a:gd name="connsiteY38" fmla="*/ 481013 h 481013"/>
                <a:gd name="connsiteX39" fmla="*/ 142875 w 259556"/>
                <a:gd name="connsiteY39" fmla="*/ 450056 h 481013"/>
                <a:gd name="connsiteX40" fmla="*/ 150019 w 259556"/>
                <a:gd name="connsiteY40" fmla="*/ 452438 h 481013"/>
                <a:gd name="connsiteX41" fmla="*/ 147637 w 259556"/>
                <a:gd name="connsiteY41" fmla="*/ 423863 h 481013"/>
                <a:gd name="connsiteX42" fmla="*/ 152400 w 259556"/>
                <a:gd name="connsiteY42" fmla="*/ 409575 h 481013"/>
                <a:gd name="connsiteX43" fmla="*/ 178594 w 259556"/>
                <a:gd name="connsiteY43" fmla="*/ 450056 h 481013"/>
                <a:gd name="connsiteX44" fmla="*/ 176212 w 259556"/>
                <a:gd name="connsiteY44" fmla="*/ 411956 h 481013"/>
                <a:gd name="connsiteX45" fmla="*/ 183356 w 259556"/>
                <a:gd name="connsiteY45" fmla="*/ 381000 h 481013"/>
                <a:gd name="connsiteX46" fmla="*/ 192881 w 259556"/>
                <a:gd name="connsiteY46" fmla="*/ 342900 h 481013"/>
                <a:gd name="connsiteX47" fmla="*/ 204787 w 259556"/>
                <a:gd name="connsiteY47" fmla="*/ 392906 h 481013"/>
                <a:gd name="connsiteX48" fmla="*/ 219075 w 259556"/>
                <a:gd name="connsiteY48" fmla="*/ 350044 h 481013"/>
                <a:gd name="connsiteX49" fmla="*/ 240506 w 259556"/>
                <a:gd name="connsiteY49" fmla="*/ 328613 h 481013"/>
                <a:gd name="connsiteX50" fmla="*/ 259556 w 259556"/>
                <a:gd name="connsiteY50" fmla="*/ 314325 h 481013"/>
                <a:gd name="connsiteX51" fmla="*/ 259556 w 259556"/>
                <a:gd name="connsiteY51" fmla="*/ 290513 h 481013"/>
                <a:gd name="connsiteX52" fmla="*/ 242887 w 259556"/>
                <a:gd name="connsiteY52" fmla="*/ 304800 h 481013"/>
                <a:gd name="connsiteX53" fmla="*/ 226219 w 259556"/>
                <a:gd name="connsiteY53" fmla="*/ 271463 h 481013"/>
                <a:gd name="connsiteX54" fmla="*/ 211931 w 259556"/>
                <a:gd name="connsiteY54" fmla="*/ 280988 h 481013"/>
                <a:gd name="connsiteX55" fmla="*/ 211931 w 259556"/>
                <a:gd name="connsiteY55" fmla="*/ 280988 h 481013"/>
                <a:gd name="connsiteX56" fmla="*/ 209550 w 259556"/>
                <a:gd name="connsiteY56" fmla="*/ 223838 h 481013"/>
                <a:gd name="connsiteX57" fmla="*/ 202406 w 259556"/>
                <a:gd name="connsiteY57" fmla="*/ 164306 h 481013"/>
                <a:gd name="connsiteX58" fmla="*/ 169069 w 259556"/>
                <a:gd name="connsiteY58" fmla="*/ 152400 h 481013"/>
                <a:gd name="connsiteX59" fmla="*/ 138112 w 259556"/>
                <a:gd name="connsiteY59" fmla="*/ 145256 h 481013"/>
                <a:gd name="connsiteX0" fmla="*/ 138112 w 259556"/>
                <a:gd name="connsiteY0" fmla="*/ 145256 h 481013"/>
                <a:gd name="connsiteX1" fmla="*/ 97631 w 259556"/>
                <a:gd name="connsiteY1" fmla="*/ 35719 h 481013"/>
                <a:gd name="connsiteX2" fmla="*/ 61912 w 259556"/>
                <a:gd name="connsiteY2" fmla="*/ 0 h 481013"/>
                <a:gd name="connsiteX3" fmla="*/ 38100 w 259556"/>
                <a:gd name="connsiteY3" fmla="*/ 19050 h 481013"/>
                <a:gd name="connsiteX4" fmla="*/ 78581 w 259556"/>
                <a:gd name="connsiteY4" fmla="*/ 42863 h 481013"/>
                <a:gd name="connsiteX5" fmla="*/ 73819 w 259556"/>
                <a:gd name="connsiteY5" fmla="*/ 64294 h 481013"/>
                <a:gd name="connsiteX6" fmla="*/ 54769 w 259556"/>
                <a:gd name="connsiteY6" fmla="*/ 57150 h 481013"/>
                <a:gd name="connsiteX7" fmla="*/ 45244 w 259556"/>
                <a:gd name="connsiteY7" fmla="*/ 73819 h 481013"/>
                <a:gd name="connsiteX8" fmla="*/ 21431 w 259556"/>
                <a:gd name="connsiteY8" fmla="*/ 61913 h 481013"/>
                <a:gd name="connsiteX9" fmla="*/ 19050 w 259556"/>
                <a:gd name="connsiteY9" fmla="*/ 85725 h 481013"/>
                <a:gd name="connsiteX10" fmla="*/ 50006 w 259556"/>
                <a:gd name="connsiteY10" fmla="*/ 114300 h 481013"/>
                <a:gd name="connsiteX11" fmla="*/ 64294 w 259556"/>
                <a:gd name="connsiteY11" fmla="*/ 138113 h 481013"/>
                <a:gd name="connsiteX12" fmla="*/ 54769 w 259556"/>
                <a:gd name="connsiteY12" fmla="*/ 147638 h 481013"/>
                <a:gd name="connsiteX13" fmla="*/ 21431 w 259556"/>
                <a:gd name="connsiteY13" fmla="*/ 140494 h 481013"/>
                <a:gd name="connsiteX14" fmla="*/ 0 w 259556"/>
                <a:gd name="connsiteY14" fmla="*/ 152400 h 481013"/>
                <a:gd name="connsiteX15" fmla="*/ 16669 w 259556"/>
                <a:gd name="connsiteY15" fmla="*/ 185738 h 481013"/>
                <a:gd name="connsiteX16" fmla="*/ 52387 w 259556"/>
                <a:gd name="connsiteY16" fmla="*/ 190500 h 481013"/>
                <a:gd name="connsiteX17" fmla="*/ 45244 w 259556"/>
                <a:gd name="connsiteY17" fmla="*/ 211931 h 481013"/>
                <a:gd name="connsiteX18" fmla="*/ 21431 w 259556"/>
                <a:gd name="connsiteY18" fmla="*/ 233363 h 481013"/>
                <a:gd name="connsiteX19" fmla="*/ 21431 w 259556"/>
                <a:gd name="connsiteY19" fmla="*/ 233363 h 481013"/>
                <a:gd name="connsiteX20" fmla="*/ 38100 w 259556"/>
                <a:gd name="connsiteY20" fmla="*/ 269081 h 481013"/>
                <a:gd name="connsiteX21" fmla="*/ 66675 w 259556"/>
                <a:gd name="connsiteY21" fmla="*/ 266700 h 481013"/>
                <a:gd name="connsiteX22" fmla="*/ 50006 w 259556"/>
                <a:gd name="connsiteY22" fmla="*/ 283369 h 481013"/>
                <a:gd name="connsiteX23" fmla="*/ 28575 w 259556"/>
                <a:gd name="connsiteY23" fmla="*/ 295275 h 481013"/>
                <a:gd name="connsiteX24" fmla="*/ 42862 w 259556"/>
                <a:gd name="connsiteY24" fmla="*/ 307181 h 481013"/>
                <a:gd name="connsiteX25" fmla="*/ 61912 w 259556"/>
                <a:gd name="connsiteY25" fmla="*/ 304800 h 481013"/>
                <a:gd name="connsiteX26" fmla="*/ 71437 w 259556"/>
                <a:gd name="connsiteY26" fmla="*/ 319088 h 481013"/>
                <a:gd name="connsiteX27" fmla="*/ 85725 w 259556"/>
                <a:gd name="connsiteY27" fmla="*/ 304800 h 481013"/>
                <a:gd name="connsiteX28" fmla="*/ 123825 w 259556"/>
                <a:gd name="connsiteY28" fmla="*/ 307181 h 481013"/>
                <a:gd name="connsiteX29" fmla="*/ 104775 w 259556"/>
                <a:gd name="connsiteY29" fmla="*/ 326231 h 481013"/>
                <a:gd name="connsiteX30" fmla="*/ 147637 w 259556"/>
                <a:gd name="connsiteY30" fmla="*/ 323850 h 481013"/>
                <a:gd name="connsiteX31" fmla="*/ 140494 w 259556"/>
                <a:gd name="connsiteY31" fmla="*/ 340519 h 481013"/>
                <a:gd name="connsiteX32" fmla="*/ 102394 w 259556"/>
                <a:gd name="connsiteY32" fmla="*/ 347663 h 481013"/>
                <a:gd name="connsiteX33" fmla="*/ 69056 w 259556"/>
                <a:gd name="connsiteY33" fmla="*/ 364331 h 481013"/>
                <a:gd name="connsiteX34" fmla="*/ 90487 w 259556"/>
                <a:gd name="connsiteY34" fmla="*/ 383381 h 481013"/>
                <a:gd name="connsiteX35" fmla="*/ 83344 w 259556"/>
                <a:gd name="connsiteY35" fmla="*/ 402431 h 481013"/>
                <a:gd name="connsiteX36" fmla="*/ 100012 w 259556"/>
                <a:gd name="connsiteY36" fmla="*/ 416719 h 481013"/>
                <a:gd name="connsiteX37" fmla="*/ 97631 w 259556"/>
                <a:gd name="connsiteY37" fmla="*/ 433388 h 481013"/>
                <a:gd name="connsiteX38" fmla="*/ 128587 w 259556"/>
                <a:gd name="connsiteY38" fmla="*/ 481013 h 481013"/>
                <a:gd name="connsiteX39" fmla="*/ 142875 w 259556"/>
                <a:gd name="connsiteY39" fmla="*/ 450056 h 481013"/>
                <a:gd name="connsiteX40" fmla="*/ 150019 w 259556"/>
                <a:gd name="connsiteY40" fmla="*/ 452438 h 481013"/>
                <a:gd name="connsiteX41" fmla="*/ 147637 w 259556"/>
                <a:gd name="connsiteY41" fmla="*/ 423863 h 481013"/>
                <a:gd name="connsiteX42" fmla="*/ 152400 w 259556"/>
                <a:gd name="connsiteY42" fmla="*/ 409575 h 481013"/>
                <a:gd name="connsiteX43" fmla="*/ 178594 w 259556"/>
                <a:gd name="connsiteY43" fmla="*/ 450056 h 481013"/>
                <a:gd name="connsiteX44" fmla="*/ 176212 w 259556"/>
                <a:gd name="connsiteY44" fmla="*/ 411956 h 481013"/>
                <a:gd name="connsiteX45" fmla="*/ 183356 w 259556"/>
                <a:gd name="connsiteY45" fmla="*/ 381000 h 481013"/>
                <a:gd name="connsiteX46" fmla="*/ 192881 w 259556"/>
                <a:gd name="connsiteY46" fmla="*/ 342900 h 481013"/>
                <a:gd name="connsiteX47" fmla="*/ 204787 w 259556"/>
                <a:gd name="connsiteY47" fmla="*/ 392906 h 481013"/>
                <a:gd name="connsiteX48" fmla="*/ 219075 w 259556"/>
                <a:gd name="connsiteY48" fmla="*/ 350044 h 481013"/>
                <a:gd name="connsiteX49" fmla="*/ 240506 w 259556"/>
                <a:gd name="connsiteY49" fmla="*/ 328613 h 481013"/>
                <a:gd name="connsiteX50" fmla="*/ 259556 w 259556"/>
                <a:gd name="connsiteY50" fmla="*/ 314325 h 481013"/>
                <a:gd name="connsiteX51" fmla="*/ 259556 w 259556"/>
                <a:gd name="connsiteY51" fmla="*/ 290513 h 481013"/>
                <a:gd name="connsiteX52" fmla="*/ 242887 w 259556"/>
                <a:gd name="connsiteY52" fmla="*/ 304800 h 481013"/>
                <a:gd name="connsiteX53" fmla="*/ 226219 w 259556"/>
                <a:gd name="connsiteY53" fmla="*/ 271463 h 481013"/>
                <a:gd name="connsiteX54" fmla="*/ 211931 w 259556"/>
                <a:gd name="connsiteY54" fmla="*/ 280988 h 481013"/>
                <a:gd name="connsiteX55" fmla="*/ 211931 w 259556"/>
                <a:gd name="connsiteY55" fmla="*/ 280988 h 481013"/>
                <a:gd name="connsiteX56" fmla="*/ 209550 w 259556"/>
                <a:gd name="connsiteY56" fmla="*/ 223838 h 481013"/>
                <a:gd name="connsiteX57" fmla="*/ 202406 w 259556"/>
                <a:gd name="connsiteY57" fmla="*/ 164306 h 481013"/>
                <a:gd name="connsiteX58" fmla="*/ 173832 w 259556"/>
                <a:gd name="connsiteY58" fmla="*/ 204788 h 481013"/>
                <a:gd name="connsiteX59" fmla="*/ 138112 w 259556"/>
                <a:gd name="connsiteY59" fmla="*/ 145256 h 481013"/>
                <a:gd name="connsiteX0" fmla="*/ 138112 w 259556"/>
                <a:gd name="connsiteY0" fmla="*/ 145256 h 481013"/>
                <a:gd name="connsiteX1" fmla="*/ 152400 w 259556"/>
                <a:gd name="connsiteY1" fmla="*/ 166688 h 481013"/>
                <a:gd name="connsiteX2" fmla="*/ 97631 w 259556"/>
                <a:gd name="connsiteY2" fmla="*/ 35719 h 481013"/>
                <a:gd name="connsiteX3" fmla="*/ 61912 w 259556"/>
                <a:gd name="connsiteY3" fmla="*/ 0 h 481013"/>
                <a:gd name="connsiteX4" fmla="*/ 38100 w 259556"/>
                <a:gd name="connsiteY4" fmla="*/ 19050 h 481013"/>
                <a:gd name="connsiteX5" fmla="*/ 78581 w 259556"/>
                <a:gd name="connsiteY5" fmla="*/ 42863 h 481013"/>
                <a:gd name="connsiteX6" fmla="*/ 73819 w 259556"/>
                <a:gd name="connsiteY6" fmla="*/ 64294 h 481013"/>
                <a:gd name="connsiteX7" fmla="*/ 54769 w 259556"/>
                <a:gd name="connsiteY7" fmla="*/ 57150 h 481013"/>
                <a:gd name="connsiteX8" fmla="*/ 45244 w 259556"/>
                <a:gd name="connsiteY8" fmla="*/ 73819 h 481013"/>
                <a:gd name="connsiteX9" fmla="*/ 21431 w 259556"/>
                <a:gd name="connsiteY9" fmla="*/ 61913 h 481013"/>
                <a:gd name="connsiteX10" fmla="*/ 19050 w 259556"/>
                <a:gd name="connsiteY10" fmla="*/ 85725 h 481013"/>
                <a:gd name="connsiteX11" fmla="*/ 50006 w 259556"/>
                <a:gd name="connsiteY11" fmla="*/ 114300 h 481013"/>
                <a:gd name="connsiteX12" fmla="*/ 64294 w 259556"/>
                <a:gd name="connsiteY12" fmla="*/ 138113 h 481013"/>
                <a:gd name="connsiteX13" fmla="*/ 54769 w 259556"/>
                <a:gd name="connsiteY13" fmla="*/ 147638 h 481013"/>
                <a:gd name="connsiteX14" fmla="*/ 21431 w 259556"/>
                <a:gd name="connsiteY14" fmla="*/ 140494 h 481013"/>
                <a:gd name="connsiteX15" fmla="*/ 0 w 259556"/>
                <a:gd name="connsiteY15" fmla="*/ 152400 h 481013"/>
                <a:gd name="connsiteX16" fmla="*/ 16669 w 259556"/>
                <a:gd name="connsiteY16" fmla="*/ 185738 h 481013"/>
                <a:gd name="connsiteX17" fmla="*/ 52387 w 259556"/>
                <a:gd name="connsiteY17" fmla="*/ 190500 h 481013"/>
                <a:gd name="connsiteX18" fmla="*/ 45244 w 259556"/>
                <a:gd name="connsiteY18" fmla="*/ 211931 h 481013"/>
                <a:gd name="connsiteX19" fmla="*/ 21431 w 259556"/>
                <a:gd name="connsiteY19" fmla="*/ 233363 h 481013"/>
                <a:gd name="connsiteX20" fmla="*/ 21431 w 259556"/>
                <a:gd name="connsiteY20" fmla="*/ 233363 h 481013"/>
                <a:gd name="connsiteX21" fmla="*/ 38100 w 259556"/>
                <a:gd name="connsiteY21" fmla="*/ 269081 h 481013"/>
                <a:gd name="connsiteX22" fmla="*/ 66675 w 259556"/>
                <a:gd name="connsiteY22" fmla="*/ 266700 h 481013"/>
                <a:gd name="connsiteX23" fmla="*/ 50006 w 259556"/>
                <a:gd name="connsiteY23" fmla="*/ 283369 h 481013"/>
                <a:gd name="connsiteX24" fmla="*/ 28575 w 259556"/>
                <a:gd name="connsiteY24" fmla="*/ 295275 h 481013"/>
                <a:gd name="connsiteX25" fmla="*/ 42862 w 259556"/>
                <a:gd name="connsiteY25" fmla="*/ 307181 h 481013"/>
                <a:gd name="connsiteX26" fmla="*/ 61912 w 259556"/>
                <a:gd name="connsiteY26" fmla="*/ 304800 h 481013"/>
                <a:gd name="connsiteX27" fmla="*/ 71437 w 259556"/>
                <a:gd name="connsiteY27" fmla="*/ 319088 h 481013"/>
                <a:gd name="connsiteX28" fmla="*/ 85725 w 259556"/>
                <a:gd name="connsiteY28" fmla="*/ 304800 h 481013"/>
                <a:gd name="connsiteX29" fmla="*/ 123825 w 259556"/>
                <a:gd name="connsiteY29" fmla="*/ 307181 h 481013"/>
                <a:gd name="connsiteX30" fmla="*/ 104775 w 259556"/>
                <a:gd name="connsiteY30" fmla="*/ 326231 h 481013"/>
                <a:gd name="connsiteX31" fmla="*/ 147637 w 259556"/>
                <a:gd name="connsiteY31" fmla="*/ 323850 h 481013"/>
                <a:gd name="connsiteX32" fmla="*/ 140494 w 259556"/>
                <a:gd name="connsiteY32" fmla="*/ 340519 h 481013"/>
                <a:gd name="connsiteX33" fmla="*/ 102394 w 259556"/>
                <a:gd name="connsiteY33" fmla="*/ 347663 h 481013"/>
                <a:gd name="connsiteX34" fmla="*/ 69056 w 259556"/>
                <a:gd name="connsiteY34" fmla="*/ 364331 h 481013"/>
                <a:gd name="connsiteX35" fmla="*/ 90487 w 259556"/>
                <a:gd name="connsiteY35" fmla="*/ 383381 h 481013"/>
                <a:gd name="connsiteX36" fmla="*/ 83344 w 259556"/>
                <a:gd name="connsiteY36" fmla="*/ 402431 h 481013"/>
                <a:gd name="connsiteX37" fmla="*/ 100012 w 259556"/>
                <a:gd name="connsiteY37" fmla="*/ 416719 h 481013"/>
                <a:gd name="connsiteX38" fmla="*/ 97631 w 259556"/>
                <a:gd name="connsiteY38" fmla="*/ 433388 h 481013"/>
                <a:gd name="connsiteX39" fmla="*/ 128587 w 259556"/>
                <a:gd name="connsiteY39" fmla="*/ 481013 h 481013"/>
                <a:gd name="connsiteX40" fmla="*/ 142875 w 259556"/>
                <a:gd name="connsiteY40" fmla="*/ 450056 h 481013"/>
                <a:gd name="connsiteX41" fmla="*/ 150019 w 259556"/>
                <a:gd name="connsiteY41" fmla="*/ 452438 h 481013"/>
                <a:gd name="connsiteX42" fmla="*/ 147637 w 259556"/>
                <a:gd name="connsiteY42" fmla="*/ 423863 h 481013"/>
                <a:gd name="connsiteX43" fmla="*/ 152400 w 259556"/>
                <a:gd name="connsiteY43" fmla="*/ 409575 h 481013"/>
                <a:gd name="connsiteX44" fmla="*/ 178594 w 259556"/>
                <a:gd name="connsiteY44" fmla="*/ 450056 h 481013"/>
                <a:gd name="connsiteX45" fmla="*/ 176212 w 259556"/>
                <a:gd name="connsiteY45" fmla="*/ 411956 h 481013"/>
                <a:gd name="connsiteX46" fmla="*/ 183356 w 259556"/>
                <a:gd name="connsiteY46" fmla="*/ 381000 h 481013"/>
                <a:gd name="connsiteX47" fmla="*/ 192881 w 259556"/>
                <a:gd name="connsiteY47" fmla="*/ 342900 h 481013"/>
                <a:gd name="connsiteX48" fmla="*/ 204787 w 259556"/>
                <a:gd name="connsiteY48" fmla="*/ 392906 h 481013"/>
                <a:gd name="connsiteX49" fmla="*/ 219075 w 259556"/>
                <a:gd name="connsiteY49" fmla="*/ 350044 h 481013"/>
                <a:gd name="connsiteX50" fmla="*/ 240506 w 259556"/>
                <a:gd name="connsiteY50" fmla="*/ 328613 h 481013"/>
                <a:gd name="connsiteX51" fmla="*/ 259556 w 259556"/>
                <a:gd name="connsiteY51" fmla="*/ 314325 h 481013"/>
                <a:gd name="connsiteX52" fmla="*/ 259556 w 259556"/>
                <a:gd name="connsiteY52" fmla="*/ 290513 h 481013"/>
                <a:gd name="connsiteX53" fmla="*/ 242887 w 259556"/>
                <a:gd name="connsiteY53" fmla="*/ 304800 h 481013"/>
                <a:gd name="connsiteX54" fmla="*/ 226219 w 259556"/>
                <a:gd name="connsiteY54" fmla="*/ 271463 h 481013"/>
                <a:gd name="connsiteX55" fmla="*/ 211931 w 259556"/>
                <a:gd name="connsiteY55" fmla="*/ 280988 h 481013"/>
                <a:gd name="connsiteX56" fmla="*/ 211931 w 259556"/>
                <a:gd name="connsiteY56" fmla="*/ 280988 h 481013"/>
                <a:gd name="connsiteX57" fmla="*/ 209550 w 259556"/>
                <a:gd name="connsiteY57" fmla="*/ 223838 h 481013"/>
                <a:gd name="connsiteX58" fmla="*/ 202406 w 259556"/>
                <a:gd name="connsiteY58" fmla="*/ 164306 h 481013"/>
                <a:gd name="connsiteX59" fmla="*/ 173832 w 259556"/>
                <a:gd name="connsiteY59" fmla="*/ 204788 h 481013"/>
                <a:gd name="connsiteX60" fmla="*/ 138112 w 259556"/>
                <a:gd name="connsiteY60" fmla="*/ 145256 h 481013"/>
                <a:gd name="connsiteX0" fmla="*/ 138112 w 259556"/>
                <a:gd name="connsiteY0" fmla="*/ 145256 h 481013"/>
                <a:gd name="connsiteX1" fmla="*/ 166687 w 259556"/>
                <a:gd name="connsiteY1" fmla="*/ 157163 h 481013"/>
                <a:gd name="connsiteX2" fmla="*/ 97631 w 259556"/>
                <a:gd name="connsiteY2" fmla="*/ 35719 h 481013"/>
                <a:gd name="connsiteX3" fmla="*/ 61912 w 259556"/>
                <a:gd name="connsiteY3" fmla="*/ 0 h 481013"/>
                <a:gd name="connsiteX4" fmla="*/ 38100 w 259556"/>
                <a:gd name="connsiteY4" fmla="*/ 19050 h 481013"/>
                <a:gd name="connsiteX5" fmla="*/ 78581 w 259556"/>
                <a:gd name="connsiteY5" fmla="*/ 42863 h 481013"/>
                <a:gd name="connsiteX6" fmla="*/ 73819 w 259556"/>
                <a:gd name="connsiteY6" fmla="*/ 64294 h 481013"/>
                <a:gd name="connsiteX7" fmla="*/ 54769 w 259556"/>
                <a:gd name="connsiteY7" fmla="*/ 57150 h 481013"/>
                <a:gd name="connsiteX8" fmla="*/ 45244 w 259556"/>
                <a:gd name="connsiteY8" fmla="*/ 73819 h 481013"/>
                <a:gd name="connsiteX9" fmla="*/ 21431 w 259556"/>
                <a:gd name="connsiteY9" fmla="*/ 61913 h 481013"/>
                <a:gd name="connsiteX10" fmla="*/ 19050 w 259556"/>
                <a:gd name="connsiteY10" fmla="*/ 85725 h 481013"/>
                <a:gd name="connsiteX11" fmla="*/ 50006 w 259556"/>
                <a:gd name="connsiteY11" fmla="*/ 114300 h 481013"/>
                <a:gd name="connsiteX12" fmla="*/ 64294 w 259556"/>
                <a:gd name="connsiteY12" fmla="*/ 138113 h 481013"/>
                <a:gd name="connsiteX13" fmla="*/ 54769 w 259556"/>
                <a:gd name="connsiteY13" fmla="*/ 147638 h 481013"/>
                <a:gd name="connsiteX14" fmla="*/ 21431 w 259556"/>
                <a:gd name="connsiteY14" fmla="*/ 140494 h 481013"/>
                <a:gd name="connsiteX15" fmla="*/ 0 w 259556"/>
                <a:gd name="connsiteY15" fmla="*/ 152400 h 481013"/>
                <a:gd name="connsiteX16" fmla="*/ 16669 w 259556"/>
                <a:gd name="connsiteY16" fmla="*/ 185738 h 481013"/>
                <a:gd name="connsiteX17" fmla="*/ 52387 w 259556"/>
                <a:gd name="connsiteY17" fmla="*/ 190500 h 481013"/>
                <a:gd name="connsiteX18" fmla="*/ 45244 w 259556"/>
                <a:gd name="connsiteY18" fmla="*/ 211931 h 481013"/>
                <a:gd name="connsiteX19" fmla="*/ 21431 w 259556"/>
                <a:gd name="connsiteY19" fmla="*/ 233363 h 481013"/>
                <a:gd name="connsiteX20" fmla="*/ 21431 w 259556"/>
                <a:gd name="connsiteY20" fmla="*/ 233363 h 481013"/>
                <a:gd name="connsiteX21" fmla="*/ 38100 w 259556"/>
                <a:gd name="connsiteY21" fmla="*/ 269081 h 481013"/>
                <a:gd name="connsiteX22" fmla="*/ 66675 w 259556"/>
                <a:gd name="connsiteY22" fmla="*/ 266700 h 481013"/>
                <a:gd name="connsiteX23" fmla="*/ 50006 w 259556"/>
                <a:gd name="connsiteY23" fmla="*/ 283369 h 481013"/>
                <a:gd name="connsiteX24" fmla="*/ 28575 w 259556"/>
                <a:gd name="connsiteY24" fmla="*/ 295275 h 481013"/>
                <a:gd name="connsiteX25" fmla="*/ 42862 w 259556"/>
                <a:gd name="connsiteY25" fmla="*/ 307181 h 481013"/>
                <a:gd name="connsiteX26" fmla="*/ 61912 w 259556"/>
                <a:gd name="connsiteY26" fmla="*/ 304800 h 481013"/>
                <a:gd name="connsiteX27" fmla="*/ 71437 w 259556"/>
                <a:gd name="connsiteY27" fmla="*/ 319088 h 481013"/>
                <a:gd name="connsiteX28" fmla="*/ 85725 w 259556"/>
                <a:gd name="connsiteY28" fmla="*/ 304800 h 481013"/>
                <a:gd name="connsiteX29" fmla="*/ 123825 w 259556"/>
                <a:gd name="connsiteY29" fmla="*/ 307181 h 481013"/>
                <a:gd name="connsiteX30" fmla="*/ 104775 w 259556"/>
                <a:gd name="connsiteY30" fmla="*/ 326231 h 481013"/>
                <a:gd name="connsiteX31" fmla="*/ 147637 w 259556"/>
                <a:gd name="connsiteY31" fmla="*/ 323850 h 481013"/>
                <a:gd name="connsiteX32" fmla="*/ 140494 w 259556"/>
                <a:gd name="connsiteY32" fmla="*/ 340519 h 481013"/>
                <a:gd name="connsiteX33" fmla="*/ 102394 w 259556"/>
                <a:gd name="connsiteY33" fmla="*/ 347663 h 481013"/>
                <a:gd name="connsiteX34" fmla="*/ 69056 w 259556"/>
                <a:gd name="connsiteY34" fmla="*/ 364331 h 481013"/>
                <a:gd name="connsiteX35" fmla="*/ 90487 w 259556"/>
                <a:gd name="connsiteY35" fmla="*/ 383381 h 481013"/>
                <a:gd name="connsiteX36" fmla="*/ 83344 w 259556"/>
                <a:gd name="connsiteY36" fmla="*/ 402431 h 481013"/>
                <a:gd name="connsiteX37" fmla="*/ 100012 w 259556"/>
                <a:gd name="connsiteY37" fmla="*/ 416719 h 481013"/>
                <a:gd name="connsiteX38" fmla="*/ 97631 w 259556"/>
                <a:gd name="connsiteY38" fmla="*/ 433388 h 481013"/>
                <a:gd name="connsiteX39" fmla="*/ 128587 w 259556"/>
                <a:gd name="connsiteY39" fmla="*/ 481013 h 481013"/>
                <a:gd name="connsiteX40" fmla="*/ 142875 w 259556"/>
                <a:gd name="connsiteY40" fmla="*/ 450056 h 481013"/>
                <a:gd name="connsiteX41" fmla="*/ 150019 w 259556"/>
                <a:gd name="connsiteY41" fmla="*/ 452438 h 481013"/>
                <a:gd name="connsiteX42" fmla="*/ 147637 w 259556"/>
                <a:gd name="connsiteY42" fmla="*/ 423863 h 481013"/>
                <a:gd name="connsiteX43" fmla="*/ 152400 w 259556"/>
                <a:gd name="connsiteY43" fmla="*/ 409575 h 481013"/>
                <a:gd name="connsiteX44" fmla="*/ 178594 w 259556"/>
                <a:gd name="connsiteY44" fmla="*/ 450056 h 481013"/>
                <a:gd name="connsiteX45" fmla="*/ 176212 w 259556"/>
                <a:gd name="connsiteY45" fmla="*/ 411956 h 481013"/>
                <a:gd name="connsiteX46" fmla="*/ 183356 w 259556"/>
                <a:gd name="connsiteY46" fmla="*/ 381000 h 481013"/>
                <a:gd name="connsiteX47" fmla="*/ 192881 w 259556"/>
                <a:gd name="connsiteY47" fmla="*/ 342900 h 481013"/>
                <a:gd name="connsiteX48" fmla="*/ 204787 w 259556"/>
                <a:gd name="connsiteY48" fmla="*/ 392906 h 481013"/>
                <a:gd name="connsiteX49" fmla="*/ 219075 w 259556"/>
                <a:gd name="connsiteY49" fmla="*/ 350044 h 481013"/>
                <a:gd name="connsiteX50" fmla="*/ 240506 w 259556"/>
                <a:gd name="connsiteY50" fmla="*/ 328613 h 481013"/>
                <a:gd name="connsiteX51" fmla="*/ 259556 w 259556"/>
                <a:gd name="connsiteY51" fmla="*/ 314325 h 481013"/>
                <a:gd name="connsiteX52" fmla="*/ 259556 w 259556"/>
                <a:gd name="connsiteY52" fmla="*/ 290513 h 481013"/>
                <a:gd name="connsiteX53" fmla="*/ 242887 w 259556"/>
                <a:gd name="connsiteY53" fmla="*/ 304800 h 481013"/>
                <a:gd name="connsiteX54" fmla="*/ 226219 w 259556"/>
                <a:gd name="connsiteY54" fmla="*/ 271463 h 481013"/>
                <a:gd name="connsiteX55" fmla="*/ 211931 w 259556"/>
                <a:gd name="connsiteY55" fmla="*/ 280988 h 481013"/>
                <a:gd name="connsiteX56" fmla="*/ 211931 w 259556"/>
                <a:gd name="connsiteY56" fmla="*/ 280988 h 481013"/>
                <a:gd name="connsiteX57" fmla="*/ 209550 w 259556"/>
                <a:gd name="connsiteY57" fmla="*/ 223838 h 481013"/>
                <a:gd name="connsiteX58" fmla="*/ 202406 w 259556"/>
                <a:gd name="connsiteY58" fmla="*/ 164306 h 481013"/>
                <a:gd name="connsiteX59" fmla="*/ 173832 w 259556"/>
                <a:gd name="connsiteY59" fmla="*/ 204788 h 481013"/>
                <a:gd name="connsiteX60" fmla="*/ 138112 w 259556"/>
                <a:gd name="connsiteY60" fmla="*/ 145256 h 481013"/>
                <a:gd name="connsiteX0" fmla="*/ 138112 w 259556"/>
                <a:gd name="connsiteY0" fmla="*/ 145256 h 481013"/>
                <a:gd name="connsiteX1" fmla="*/ 166687 w 259556"/>
                <a:gd name="connsiteY1" fmla="*/ 157163 h 481013"/>
                <a:gd name="connsiteX2" fmla="*/ 119062 w 259556"/>
                <a:gd name="connsiteY2" fmla="*/ 80963 h 481013"/>
                <a:gd name="connsiteX3" fmla="*/ 97631 w 259556"/>
                <a:gd name="connsiteY3" fmla="*/ 35719 h 481013"/>
                <a:gd name="connsiteX4" fmla="*/ 61912 w 259556"/>
                <a:gd name="connsiteY4" fmla="*/ 0 h 481013"/>
                <a:gd name="connsiteX5" fmla="*/ 38100 w 259556"/>
                <a:gd name="connsiteY5" fmla="*/ 19050 h 481013"/>
                <a:gd name="connsiteX6" fmla="*/ 78581 w 259556"/>
                <a:gd name="connsiteY6" fmla="*/ 42863 h 481013"/>
                <a:gd name="connsiteX7" fmla="*/ 73819 w 259556"/>
                <a:gd name="connsiteY7" fmla="*/ 64294 h 481013"/>
                <a:gd name="connsiteX8" fmla="*/ 54769 w 259556"/>
                <a:gd name="connsiteY8" fmla="*/ 57150 h 481013"/>
                <a:gd name="connsiteX9" fmla="*/ 45244 w 259556"/>
                <a:gd name="connsiteY9" fmla="*/ 73819 h 481013"/>
                <a:gd name="connsiteX10" fmla="*/ 21431 w 259556"/>
                <a:gd name="connsiteY10" fmla="*/ 61913 h 481013"/>
                <a:gd name="connsiteX11" fmla="*/ 19050 w 259556"/>
                <a:gd name="connsiteY11" fmla="*/ 85725 h 481013"/>
                <a:gd name="connsiteX12" fmla="*/ 50006 w 259556"/>
                <a:gd name="connsiteY12" fmla="*/ 114300 h 481013"/>
                <a:gd name="connsiteX13" fmla="*/ 64294 w 259556"/>
                <a:gd name="connsiteY13" fmla="*/ 138113 h 481013"/>
                <a:gd name="connsiteX14" fmla="*/ 54769 w 259556"/>
                <a:gd name="connsiteY14" fmla="*/ 147638 h 481013"/>
                <a:gd name="connsiteX15" fmla="*/ 21431 w 259556"/>
                <a:gd name="connsiteY15" fmla="*/ 140494 h 481013"/>
                <a:gd name="connsiteX16" fmla="*/ 0 w 259556"/>
                <a:gd name="connsiteY16" fmla="*/ 152400 h 481013"/>
                <a:gd name="connsiteX17" fmla="*/ 16669 w 259556"/>
                <a:gd name="connsiteY17" fmla="*/ 185738 h 481013"/>
                <a:gd name="connsiteX18" fmla="*/ 52387 w 259556"/>
                <a:gd name="connsiteY18" fmla="*/ 190500 h 481013"/>
                <a:gd name="connsiteX19" fmla="*/ 45244 w 259556"/>
                <a:gd name="connsiteY19" fmla="*/ 211931 h 481013"/>
                <a:gd name="connsiteX20" fmla="*/ 21431 w 259556"/>
                <a:gd name="connsiteY20" fmla="*/ 233363 h 481013"/>
                <a:gd name="connsiteX21" fmla="*/ 21431 w 259556"/>
                <a:gd name="connsiteY21" fmla="*/ 233363 h 481013"/>
                <a:gd name="connsiteX22" fmla="*/ 38100 w 259556"/>
                <a:gd name="connsiteY22" fmla="*/ 269081 h 481013"/>
                <a:gd name="connsiteX23" fmla="*/ 66675 w 259556"/>
                <a:gd name="connsiteY23" fmla="*/ 266700 h 481013"/>
                <a:gd name="connsiteX24" fmla="*/ 50006 w 259556"/>
                <a:gd name="connsiteY24" fmla="*/ 283369 h 481013"/>
                <a:gd name="connsiteX25" fmla="*/ 28575 w 259556"/>
                <a:gd name="connsiteY25" fmla="*/ 295275 h 481013"/>
                <a:gd name="connsiteX26" fmla="*/ 42862 w 259556"/>
                <a:gd name="connsiteY26" fmla="*/ 307181 h 481013"/>
                <a:gd name="connsiteX27" fmla="*/ 61912 w 259556"/>
                <a:gd name="connsiteY27" fmla="*/ 304800 h 481013"/>
                <a:gd name="connsiteX28" fmla="*/ 71437 w 259556"/>
                <a:gd name="connsiteY28" fmla="*/ 319088 h 481013"/>
                <a:gd name="connsiteX29" fmla="*/ 85725 w 259556"/>
                <a:gd name="connsiteY29" fmla="*/ 304800 h 481013"/>
                <a:gd name="connsiteX30" fmla="*/ 123825 w 259556"/>
                <a:gd name="connsiteY30" fmla="*/ 307181 h 481013"/>
                <a:gd name="connsiteX31" fmla="*/ 104775 w 259556"/>
                <a:gd name="connsiteY31" fmla="*/ 326231 h 481013"/>
                <a:gd name="connsiteX32" fmla="*/ 147637 w 259556"/>
                <a:gd name="connsiteY32" fmla="*/ 323850 h 481013"/>
                <a:gd name="connsiteX33" fmla="*/ 140494 w 259556"/>
                <a:gd name="connsiteY33" fmla="*/ 340519 h 481013"/>
                <a:gd name="connsiteX34" fmla="*/ 102394 w 259556"/>
                <a:gd name="connsiteY34" fmla="*/ 347663 h 481013"/>
                <a:gd name="connsiteX35" fmla="*/ 69056 w 259556"/>
                <a:gd name="connsiteY35" fmla="*/ 364331 h 481013"/>
                <a:gd name="connsiteX36" fmla="*/ 90487 w 259556"/>
                <a:gd name="connsiteY36" fmla="*/ 383381 h 481013"/>
                <a:gd name="connsiteX37" fmla="*/ 83344 w 259556"/>
                <a:gd name="connsiteY37" fmla="*/ 402431 h 481013"/>
                <a:gd name="connsiteX38" fmla="*/ 100012 w 259556"/>
                <a:gd name="connsiteY38" fmla="*/ 416719 h 481013"/>
                <a:gd name="connsiteX39" fmla="*/ 97631 w 259556"/>
                <a:gd name="connsiteY39" fmla="*/ 433388 h 481013"/>
                <a:gd name="connsiteX40" fmla="*/ 128587 w 259556"/>
                <a:gd name="connsiteY40" fmla="*/ 481013 h 481013"/>
                <a:gd name="connsiteX41" fmla="*/ 142875 w 259556"/>
                <a:gd name="connsiteY41" fmla="*/ 450056 h 481013"/>
                <a:gd name="connsiteX42" fmla="*/ 150019 w 259556"/>
                <a:gd name="connsiteY42" fmla="*/ 452438 h 481013"/>
                <a:gd name="connsiteX43" fmla="*/ 147637 w 259556"/>
                <a:gd name="connsiteY43" fmla="*/ 423863 h 481013"/>
                <a:gd name="connsiteX44" fmla="*/ 152400 w 259556"/>
                <a:gd name="connsiteY44" fmla="*/ 409575 h 481013"/>
                <a:gd name="connsiteX45" fmla="*/ 178594 w 259556"/>
                <a:gd name="connsiteY45" fmla="*/ 450056 h 481013"/>
                <a:gd name="connsiteX46" fmla="*/ 176212 w 259556"/>
                <a:gd name="connsiteY46" fmla="*/ 411956 h 481013"/>
                <a:gd name="connsiteX47" fmla="*/ 183356 w 259556"/>
                <a:gd name="connsiteY47" fmla="*/ 381000 h 481013"/>
                <a:gd name="connsiteX48" fmla="*/ 192881 w 259556"/>
                <a:gd name="connsiteY48" fmla="*/ 342900 h 481013"/>
                <a:gd name="connsiteX49" fmla="*/ 204787 w 259556"/>
                <a:gd name="connsiteY49" fmla="*/ 392906 h 481013"/>
                <a:gd name="connsiteX50" fmla="*/ 219075 w 259556"/>
                <a:gd name="connsiteY50" fmla="*/ 350044 h 481013"/>
                <a:gd name="connsiteX51" fmla="*/ 240506 w 259556"/>
                <a:gd name="connsiteY51" fmla="*/ 328613 h 481013"/>
                <a:gd name="connsiteX52" fmla="*/ 259556 w 259556"/>
                <a:gd name="connsiteY52" fmla="*/ 314325 h 481013"/>
                <a:gd name="connsiteX53" fmla="*/ 259556 w 259556"/>
                <a:gd name="connsiteY53" fmla="*/ 290513 h 481013"/>
                <a:gd name="connsiteX54" fmla="*/ 242887 w 259556"/>
                <a:gd name="connsiteY54" fmla="*/ 304800 h 481013"/>
                <a:gd name="connsiteX55" fmla="*/ 226219 w 259556"/>
                <a:gd name="connsiteY55" fmla="*/ 271463 h 481013"/>
                <a:gd name="connsiteX56" fmla="*/ 211931 w 259556"/>
                <a:gd name="connsiteY56" fmla="*/ 280988 h 481013"/>
                <a:gd name="connsiteX57" fmla="*/ 211931 w 259556"/>
                <a:gd name="connsiteY57" fmla="*/ 280988 h 481013"/>
                <a:gd name="connsiteX58" fmla="*/ 209550 w 259556"/>
                <a:gd name="connsiteY58" fmla="*/ 223838 h 481013"/>
                <a:gd name="connsiteX59" fmla="*/ 202406 w 259556"/>
                <a:gd name="connsiteY59" fmla="*/ 164306 h 481013"/>
                <a:gd name="connsiteX60" fmla="*/ 173832 w 259556"/>
                <a:gd name="connsiteY60" fmla="*/ 204788 h 481013"/>
                <a:gd name="connsiteX61" fmla="*/ 138112 w 259556"/>
                <a:gd name="connsiteY61" fmla="*/ 145256 h 481013"/>
                <a:gd name="connsiteX0" fmla="*/ 138112 w 259556"/>
                <a:gd name="connsiteY0" fmla="*/ 145256 h 481013"/>
                <a:gd name="connsiteX1" fmla="*/ 152399 w 259556"/>
                <a:gd name="connsiteY1" fmla="*/ 133351 h 481013"/>
                <a:gd name="connsiteX2" fmla="*/ 119062 w 259556"/>
                <a:gd name="connsiteY2" fmla="*/ 80963 h 481013"/>
                <a:gd name="connsiteX3" fmla="*/ 97631 w 259556"/>
                <a:gd name="connsiteY3" fmla="*/ 35719 h 481013"/>
                <a:gd name="connsiteX4" fmla="*/ 61912 w 259556"/>
                <a:gd name="connsiteY4" fmla="*/ 0 h 481013"/>
                <a:gd name="connsiteX5" fmla="*/ 38100 w 259556"/>
                <a:gd name="connsiteY5" fmla="*/ 19050 h 481013"/>
                <a:gd name="connsiteX6" fmla="*/ 78581 w 259556"/>
                <a:gd name="connsiteY6" fmla="*/ 42863 h 481013"/>
                <a:gd name="connsiteX7" fmla="*/ 73819 w 259556"/>
                <a:gd name="connsiteY7" fmla="*/ 64294 h 481013"/>
                <a:gd name="connsiteX8" fmla="*/ 54769 w 259556"/>
                <a:gd name="connsiteY8" fmla="*/ 57150 h 481013"/>
                <a:gd name="connsiteX9" fmla="*/ 45244 w 259556"/>
                <a:gd name="connsiteY9" fmla="*/ 73819 h 481013"/>
                <a:gd name="connsiteX10" fmla="*/ 21431 w 259556"/>
                <a:gd name="connsiteY10" fmla="*/ 61913 h 481013"/>
                <a:gd name="connsiteX11" fmla="*/ 19050 w 259556"/>
                <a:gd name="connsiteY11" fmla="*/ 85725 h 481013"/>
                <a:gd name="connsiteX12" fmla="*/ 50006 w 259556"/>
                <a:gd name="connsiteY12" fmla="*/ 114300 h 481013"/>
                <a:gd name="connsiteX13" fmla="*/ 64294 w 259556"/>
                <a:gd name="connsiteY13" fmla="*/ 138113 h 481013"/>
                <a:gd name="connsiteX14" fmla="*/ 54769 w 259556"/>
                <a:gd name="connsiteY14" fmla="*/ 147638 h 481013"/>
                <a:gd name="connsiteX15" fmla="*/ 21431 w 259556"/>
                <a:gd name="connsiteY15" fmla="*/ 140494 h 481013"/>
                <a:gd name="connsiteX16" fmla="*/ 0 w 259556"/>
                <a:gd name="connsiteY16" fmla="*/ 152400 h 481013"/>
                <a:gd name="connsiteX17" fmla="*/ 16669 w 259556"/>
                <a:gd name="connsiteY17" fmla="*/ 185738 h 481013"/>
                <a:gd name="connsiteX18" fmla="*/ 52387 w 259556"/>
                <a:gd name="connsiteY18" fmla="*/ 190500 h 481013"/>
                <a:gd name="connsiteX19" fmla="*/ 45244 w 259556"/>
                <a:gd name="connsiteY19" fmla="*/ 211931 h 481013"/>
                <a:gd name="connsiteX20" fmla="*/ 21431 w 259556"/>
                <a:gd name="connsiteY20" fmla="*/ 233363 h 481013"/>
                <a:gd name="connsiteX21" fmla="*/ 21431 w 259556"/>
                <a:gd name="connsiteY21" fmla="*/ 233363 h 481013"/>
                <a:gd name="connsiteX22" fmla="*/ 38100 w 259556"/>
                <a:gd name="connsiteY22" fmla="*/ 269081 h 481013"/>
                <a:gd name="connsiteX23" fmla="*/ 66675 w 259556"/>
                <a:gd name="connsiteY23" fmla="*/ 266700 h 481013"/>
                <a:gd name="connsiteX24" fmla="*/ 50006 w 259556"/>
                <a:gd name="connsiteY24" fmla="*/ 283369 h 481013"/>
                <a:gd name="connsiteX25" fmla="*/ 28575 w 259556"/>
                <a:gd name="connsiteY25" fmla="*/ 295275 h 481013"/>
                <a:gd name="connsiteX26" fmla="*/ 42862 w 259556"/>
                <a:gd name="connsiteY26" fmla="*/ 307181 h 481013"/>
                <a:gd name="connsiteX27" fmla="*/ 61912 w 259556"/>
                <a:gd name="connsiteY27" fmla="*/ 304800 h 481013"/>
                <a:gd name="connsiteX28" fmla="*/ 71437 w 259556"/>
                <a:gd name="connsiteY28" fmla="*/ 319088 h 481013"/>
                <a:gd name="connsiteX29" fmla="*/ 85725 w 259556"/>
                <a:gd name="connsiteY29" fmla="*/ 304800 h 481013"/>
                <a:gd name="connsiteX30" fmla="*/ 123825 w 259556"/>
                <a:gd name="connsiteY30" fmla="*/ 307181 h 481013"/>
                <a:gd name="connsiteX31" fmla="*/ 104775 w 259556"/>
                <a:gd name="connsiteY31" fmla="*/ 326231 h 481013"/>
                <a:gd name="connsiteX32" fmla="*/ 147637 w 259556"/>
                <a:gd name="connsiteY32" fmla="*/ 323850 h 481013"/>
                <a:gd name="connsiteX33" fmla="*/ 140494 w 259556"/>
                <a:gd name="connsiteY33" fmla="*/ 340519 h 481013"/>
                <a:gd name="connsiteX34" fmla="*/ 102394 w 259556"/>
                <a:gd name="connsiteY34" fmla="*/ 347663 h 481013"/>
                <a:gd name="connsiteX35" fmla="*/ 69056 w 259556"/>
                <a:gd name="connsiteY35" fmla="*/ 364331 h 481013"/>
                <a:gd name="connsiteX36" fmla="*/ 90487 w 259556"/>
                <a:gd name="connsiteY36" fmla="*/ 383381 h 481013"/>
                <a:gd name="connsiteX37" fmla="*/ 83344 w 259556"/>
                <a:gd name="connsiteY37" fmla="*/ 402431 h 481013"/>
                <a:gd name="connsiteX38" fmla="*/ 100012 w 259556"/>
                <a:gd name="connsiteY38" fmla="*/ 416719 h 481013"/>
                <a:gd name="connsiteX39" fmla="*/ 97631 w 259556"/>
                <a:gd name="connsiteY39" fmla="*/ 433388 h 481013"/>
                <a:gd name="connsiteX40" fmla="*/ 128587 w 259556"/>
                <a:gd name="connsiteY40" fmla="*/ 481013 h 481013"/>
                <a:gd name="connsiteX41" fmla="*/ 142875 w 259556"/>
                <a:gd name="connsiteY41" fmla="*/ 450056 h 481013"/>
                <a:gd name="connsiteX42" fmla="*/ 150019 w 259556"/>
                <a:gd name="connsiteY42" fmla="*/ 452438 h 481013"/>
                <a:gd name="connsiteX43" fmla="*/ 147637 w 259556"/>
                <a:gd name="connsiteY43" fmla="*/ 423863 h 481013"/>
                <a:gd name="connsiteX44" fmla="*/ 152400 w 259556"/>
                <a:gd name="connsiteY44" fmla="*/ 409575 h 481013"/>
                <a:gd name="connsiteX45" fmla="*/ 178594 w 259556"/>
                <a:gd name="connsiteY45" fmla="*/ 450056 h 481013"/>
                <a:gd name="connsiteX46" fmla="*/ 176212 w 259556"/>
                <a:gd name="connsiteY46" fmla="*/ 411956 h 481013"/>
                <a:gd name="connsiteX47" fmla="*/ 183356 w 259556"/>
                <a:gd name="connsiteY47" fmla="*/ 381000 h 481013"/>
                <a:gd name="connsiteX48" fmla="*/ 192881 w 259556"/>
                <a:gd name="connsiteY48" fmla="*/ 342900 h 481013"/>
                <a:gd name="connsiteX49" fmla="*/ 204787 w 259556"/>
                <a:gd name="connsiteY49" fmla="*/ 392906 h 481013"/>
                <a:gd name="connsiteX50" fmla="*/ 219075 w 259556"/>
                <a:gd name="connsiteY50" fmla="*/ 350044 h 481013"/>
                <a:gd name="connsiteX51" fmla="*/ 240506 w 259556"/>
                <a:gd name="connsiteY51" fmla="*/ 328613 h 481013"/>
                <a:gd name="connsiteX52" fmla="*/ 259556 w 259556"/>
                <a:gd name="connsiteY52" fmla="*/ 314325 h 481013"/>
                <a:gd name="connsiteX53" fmla="*/ 259556 w 259556"/>
                <a:gd name="connsiteY53" fmla="*/ 290513 h 481013"/>
                <a:gd name="connsiteX54" fmla="*/ 242887 w 259556"/>
                <a:gd name="connsiteY54" fmla="*/ 304800 h 481013"/>
                <a:gd name="connsiteX55" fmla="*/ 226219 w 259556"/>
                <a:gd name="connsiteY55" fmla="*/ 271463 h 481013"/>
                <a:gd name="connsiteX56" fmla="*/ 211931 w 259556"/>
                <a:gd name="connsiteY56" fmla="*/ 280988 h 481013"/>
                <a:gd name="connsiteX57" fmla="*/ 211931 w 259556"/>
                <a:gd name="connsiteY57" fmla="*/ 280988 h 481013"/>
                <a:gd name="connsiteX58" fmla="*/ 209550 w 259556"/>
                <a:gd name="connsiteY58" fmla="*/ 223838 h 481013"/>
                <a:gd name="connsiteX59" fmla="*/ 202406 w 259556"/>
                <a:gd name="connsiteY59" fmla="*/ 164306 h 481013"/>
                <a:gd name="connsiteX60" fmla="*/ 173832 w 259556"/>
                <a:gd name="connsiteY60" fmla="*/ 204788 h 481013"/>
                <a:gd name="connsiteX61" fmla="*/ 138112 w 259556"/>
                <a:gd name="connsiteY61" fmla="*/ 145256 h 481013"/>
                <a:gd name="connsiteX0" fmla="*/ 157162 w 259556"/>
                <a:gd name="connsiteY0" fmla="*/ 150019 h 481013"/>
                <a:gd name="connsiteX1" fmla="*/ 152399 w 259556"/>
                <a:gd name="connsiteY1" fmla="*/ 133351 h 481013"/>
                <a:gd name="connsiteX2" fmla="*/ 119062 w 259556"/>
                <a:gd name="connsiteY2" fmla="*/ 80963 h 481013"/>
                <a:gd name="connsiteX3" fmla="*/ 97631 w 259556"/>
                <a:gd name="connsiteY3" fmla="*/ 35719 h 481013"/>
                <a:gd name="connsiteX4" fmla="*/ 61912 w 259556"/>
                <a:gd name="connsiteY4" fmla="*/ 0 h 481013"/>
                <a:gd name="connsiteX5" fmla="*/ 38100 w 259556"/>
                <a:gd name="connsiteY5" fmla="*/ 19050 h 481013"/>
                <a:gd name="connsiteX6" fmla="*/ 78581 w 259556"/>
                <a:gd name="connsiteY6" fmla="*/ 42863 h 481013"/>
                <a:gd name="connsiteX7" fmla="*/ 73819 w 259556"/>
                <a:gd name="connsiteY7" fmla="*/ 64294 h 481013"/>
                <a:gd name="connsiteX8" fmla="*/ 54769 w 259556"/>
                <a:gd name="connsiteY8" fmla="*/ 57150 h 481013"/>
                <a:gd name="connsiteX9" fmla="*/ 45244 w 259556"/>
                <a:gd name="connsiteY9" fmla="*/ 73819 h 481013"/>
                <a:gd name="connsiteX10" fmla="*/ 21431 w 259556"/>
                <a:gd name="connsiteY10" fmla="*/ 61913 h 481013"/>
                <a:gd name="connsiteX11" fmla="*/ 19050 w 259556"/>
                <a:gd name="connsiteY11" fmla="*/ 85725 h 481013"/>
                <a:gd name="connsiteX12" fmla="*/ 50006 w 259556"/>
                <a:gd name="connsiteY12" fmla="*/ 114300 h 481013"/>
                <a:gd name="connsiteX13" fmla="*/ 64294 w 259556"/>
                <a:gd name="connsiteY13" fmla="*/ 138113 h 481013"/>
                <a:gd name="connsiteX14" fmla="*/ 54769 w 259556"/>
                <a:gd name="connsiteY14" fmla="*/ 147638 h 481013"/>
                <a:gd name="connsiteX15" fmla="*/ 21431 w 259556"/>
                <a:gd name="connsiteY15" fmla="*/ 140494 h 481013"/>
                <a:gd name="connsiteX16" fmla="*/ 0 w 259556"/>
                <a:gd name="connsiteY16" fmla="*/ 152400 h 481013"/>
                <a:gd name="connsiteX17" fmla="*/ 16669 w 259556"/>
                <a:gd name="connsiteY17" fmla="*/ 185738 h 481013"/>
                <a:gd name="connsiteX18" fmla="*/ 52387 w 259556"/>
                <a:gd name="connsiteY18" fmla="*/ 190500 h 481013"/>
                <a:gd name="connsiteX19" fmla="*/ 45244 w 259556"/>
                <a:gd name="connsiteY19" fmla="*/ 211931 h 481013"/>
                <a:gd name="connsiteX20" fmla="*/ 21431 w 259556"/>
                <a:gd name="connsiteY20" fmla="*/ 233363 h 481013"/>
                <a:gd name="connsiteX21" fmla="*/ 21431 w 259556"/>
                <a:gd name="connsiteY21" fmla="*/ 233363 h 481013"/>
                <a:gd name="connsiteX22" fmla="*/ 38100 w 259556"/>
                <a:gd name="connsiteY22" fmla="*/ 269081 h 481013"/>
                <a:gd name="connsiteX23" fmla="*/ 66675 w 259556"/>
                <a:gd name="connsiteY23" fmla="*/ 266700 h 481013"/>
                <a:gd name="connsiteX24" fmla="*/ 50006 w 259556"/>
                <a:gd name="connsiteY24" fmla="*/ 283369 h 481013"/>
                <a:gd name="connsiteX25" fmla="*/ 28575 w 259556"/>
                <a:gd name="connsiteY25" fmla="*/ 295275 h 481013"/>
                <a:gd name="connsiteX26" fmla="*/ 42862 w 259556"/>
                <a:gd name="connsiteY26" fmla="*/ 307181 h 481013"/>
                <a:gd name="connsiteX27" fmla="*/ 61912 w 259556"/>
                <a:gd name="connsiteY27" fmla="*/ 304800 h 481013"/>
                <a:gd name="connsiteX28" fmla="*/ 71437 w 259556"/>
                <a:gd name="connsiteY28" fmla="*/ 319088 h 481013"/>
                <a:gd name="connsiteX29" fmla="*/ 85725 w 259556"/>
                <a:gd name="connsiteY29" fmla="*/ 304800 h 481013"/>
                <a:gd name="connsiteX30" fmla="*/ 123825 w 259556"/>
                <a:gd name="connsiteY30" fmla="*/ 307181 h 481013"/>
                <a:gd name="connsiteX31" fmla="*/ 104775 w 259556"/>
                <a:gd name="connsiteY31" fmla="*/ 326231 h 481013"/>
                <a:gd name="connsiteX32" fmla="*/ 147637 w 259556"/>
                <a:gd name="connsiteY32" fmla="*/ 323850 h 481013"/>
                <a:gd name="connsiteX33" fmla="*/ 140494 w 259556"/>
                <a:gd name="connsiteY33" fmla="*/ 340519 h 481013"/>
                <a:gd name="connsiteX34" fmla="*/ 102394 w 259556"/>
                <a:gd name="connsiteY34" fmla="*/ 347663 h 481013"/>
                <a:gd name="connsiteX35" fmla="*/ 69056 w 259556"/>
                <a:gd name="connsiteY35" fmla="*/ 364331 h 481013"/>
                <a:gd name="connsiteX36" fmla="*/ 90487 w 259556"/>
                <a:gd name="connsiteY36" fmla="*/ 383381 h 481013"/>
                <a:gd name="connsiteX37" fmla="*/ 83344 w 259556"/>
                <a:gd name="connsiteY37" fmla="*/ 402431 h 481013"/>
                <a:gd name="connsiteX38" fmla="*/ 100012 w 259556"/>
                <a:gd name="connsiteY38" fmla="*/ 416719 h 481013"/>
                <a:gd name="connsiteX39" fmla="*/ 97631 w 259556"/>
                <a:gd name="connsiteY39" fmla="*/ 433388 h 481013"/>
                <a:gd name="connsiteX40" fmla="*/ 128587 w 259556"/>
                <a:gd name="connsiteY40" fmla="*/ 481013 h 481013"/>
                <a:gd name="connsiteX41" fmla="*/ 142875 w 259556"/>
                <a:gd name="connsiteY41" fmla="*/ 450056 h 481013"/>
                <a:gd name="connsiteX42" fmla="*/ 150019 w 259556"/>
                <a:gd name="connsiteY42" fmla="*/ 452438 h 481013"/>
                <a:gd name="connsiteX43" fmla="*/ 147637 w 259556"/>
                <a:gd name="connsiteY43" fmla="*/ 423863 h 481013"/>
                <a:gd name="connsiteX44" fmla="*/ 152400 w 259556"/>
                <a:gd name="connsiteY44" fmla="*/ 409575 h 481013"/>
                <a:gd name="connsiteX45" fmla="*/ 178594 w 259556"/>
                <a:gd name="connsiteY45" fmla="*/ 450056 h 481013"/>
                <a:gd name="connsiteX46" fmla="*/ 176212 w 259556"/>
                <a:gd name="connsiteY46" fmla="*/ 411956 h 481013"/>
                <a:gd name="connsiteX47" fmla="*/ 183356 w 259556"/>
                <a:gd name="connsiteY47" fmla="*/ 381000 h 481013"/>
                <a:gd name="connsiteX48" fmla="*/ 192881 w 259556"/>
                <a:gd name="connsiteY48" fmla="*/ 342900 h 481013"/>
                <a:gd name="connsiteX49" fmla="*/ 204787 w 259556"/>
                <a:gd name="connsiteY49" fmla="*/ 392906 h 481013"/>
                <a:gd name="connsiteX50" fmla="*/ 219075 w 259556"/>
                <a:gd name="connsiteY50" fmla="*/ 350044 h 481013"/>
                <a:gd name="connsiteX51" fmla="*/ 240506 w 259556"/>
                <a:gd name="connsiteY51" fmla="*/ 328613 h 481013"/>
                <a:gd name="connsiteX52" fmla="*/ 259556 w 259556"/>
                <a:gd name="connsiteY52" fmla="*/ 314325 h 481013"/>
                <a:gd name="connsiteX53" fmla="*/ 259556 w 259556"/>
                <a:gd name="connsiteY53" fmla="*/ 290513 h 481013"/>
                <a:gd name="connsiteX54" fmla="*/ 242887 w 259556"/>
                <a:gd name="connsiteY54" fmla="*/ 304800 h 481013"/>
                <a:gd name="connsiteX55" fmla="*/ 226219 w 259556"/>
                <a:gd name="connsiteY55" fmla="*/ 271463 h 481013"/>
                <a:gd name="connsiteX56" fmla="*/ 211931 w 259556"/>
                <a:gd name="connsiteY56" fmla="*/ 280988 h 481013"/>
                <a:gd name="connsiteX57" fmla="*/ 211931 w 259556"/>
                <a:gd name="connsiteY57" fmla="*/ 280988 h 481013"/>
                <a:gd name="connsiteX58" fmla="*/ 209550 w 259556"/>
                <a:gd name="connsiteY58" fmla="*/ 223838 h 481013"/>
                <a:gd name="connsiteX59" fmla="*/ 202406 w 259556"/>
                <a:gd name="connsiteY59" fmla="*/ 164306 h 481013"/>
                <a:gd name="connsiteX60" fmla="*/ 173832 w 259556"/>
                <a:gd name="connsiteY60" fmla="*/ 204788 h 481013"/>
                <a:gd name="connsiteX61" fmla="*/ 157162 w 259556"/>
                <a:gd name="connsiteY61" fmla="*/ 150019 h 481013"/>
                <a:gd name="connsiteX0" fmla="*/ 157162 w 259556"/>
                <a:gd name="connsiteY0" fmla="*/ 150019 h 481013"/>
                <a:gd name="connsiteX1" fmla="*/ 152399 w 259556"/>
                <a:gd name="connsiteY1" fmla="*/ 133351 h 481013"/>
                <a:gd name="connsiteX2" fmla="*/ 111918 w 259556"/>
                <a:gd name="connsiteY2" fmla="*/ 97631 h 481013"/>
                <a:gd name="connsiteX3" fmla="*/ 97631 w 259556"/>
                <a:gd name="connsiteY3" fmla="*/ 35719 h 481013"/>
                <a:gd name="connsiteX4" fmla="*/ 61912 w 259556"/>
                <a:gd name="connsiteY4" fmla="*/ 0 h 481013"/>
                <a:gd name="connsiteX5" fmla="*/ 38100 w 259556"/>
                <a:gd name="connsiteY5" fmla="*/ 19050 h 481013"/>
                <a:gd name="connsiteX6" fmla="*/ 78581 w 259556"/>
                <a:gd name="connsiteY6" fmla="*/ 42863 h 481013"/>
                <a:gd name="connsiteX7" fmla="*/ 73819 w 259556"/>
                <a:gd name="connsiteY7" fmla="*/ 64294 h 481013"/>
                <a:gd name="connsiteX8" fmla="*/ 54769 w 259556"/>
                <a:gd name="connsiteY8" fmla="*/ 57150 h 481013"/>
                <a:gd name="connsiteX9" fmla="*/ 45244 w 259556"/>
                <a:gd name="connsiteY9" fmla="*/ 73819 h 481013"/>
                <a:gd name="connsiteX10" fmla="*/ 21431 w 259556"/>
                <a:gd name="connsiteY10" fmla="*/ 61913 h 481013"/>
                <a:gd name="connsiteX11" fmla="*/ 19050 w 259556"/>
                <a:gd name="connsiteY11" fmla="*/ 85725 h 481013"/>
                <a:gd name="connsiteX12" fmla="*/ 50006 w 259556"/>
                <a:gd name="connsiteY12" fmla="*/ 114300 h 481013"/>
                <a:gd name="connsiteX13" fmla="*/ 64294 w 259556"/>
                <a:gd name="connsiteY13" fmla="*/ 138113 h 481013"/>
                <a:gd name="connsiteX14" fmla="*/ 54769 w 259556"/>
                <a:gd name="connsiteY14" fmla="*/ 147638 h 481013"/>
                <a:gd name="connsiteX15" fmla="*/ 21431 w 259556"/>
                <a:gd name="connsiteY15" fmla="*/ 140494 h 481013"/>
                <a:gd name="connsiteX16" fmla="*/ 0 w 259556"/>
                <a:gd name="connsiteY16" fmla="*/ 152400 h 481013"/>
                <a:gd name="connsiteX17" fmla="*/ 16669 w 259556"/>
                <a:gd name="connsiteY17" fmla="*/ 185738 h 481013"/>
                <a:gd name="connsiteX18" fmla="*/ 52387 w 259556"/>
                <a:gd name="connsiteY18" fmla="*/ 190500 h 481013"/>
                <a:gd name="connsiteX19" fmla="*/ 45244 w 259556"/>
                <a:gd name="connsiteY19" fmla="*/ 211931 h 481013"/>
                <a:gd name="connsiteX20" fmla="*/ 21431 w 259556"/>
                <a:gd name="connsiteY20" fmla="*/ 233363 h 481013"/>
                <a:gd name="connsiteX21" fmla="*/ 21431 w 259556"/>
                <a:gd name="connsiteY21" fmla="*/ 233363 h 481013"/>
                <a:gd name="connsiteX22" fmla="*/ 38100 w 259556"/>
                <a:gd name="connsiteY22" fmla="*/ 269081 h 481013"/>
                <a:gd name="connsiteX23" fmla="*/ 66675 w 259556"/>
                <a:gd name="connsiteY23" fmla="*/ 266700 h 481013"/>
                <a:gd name="connsiteX24" fmla="*/ 50006 w 259556"/>
                <a:gd name="connsiteY24" fmla="*/ 283369 h 481013"/>
                <a:gd name="connsiteX25" fmla="*/ 28575 w 259556"/>
                <a:gd name="connsiteY25" fmla="*/ 295275 h 481013"/>
                <a:gd name="connsiteX26" fmla="*/ 42862 w 259556"/>
                <a:gd name="connsiteY26" fmla="*/ 307181 h 481013"/>
                <a:gd name="connsiteX27" fmla="*/ 61912 w 259556"/>
                <a:gd name="connsiteY27" fmla="*/ 304800 h 481013"/>
                <a:gd name="connsiteX28" fmla="*/ 71437 w 259556"/>
                <a:gd name="connsiteY28" fmla="*/ 319088 h 481013"/>
                <a:gd name="connsiteX29" fmla="*/ 85725 w 259556"/>
                <a:gd name="connsiteY29" fmla="*/ 304800 h 481013"/>
                <a:gd name="connsiteX30" fmla="*/ 123825 w 259556"/>
                <a:gd name="connsiteY30" fmla="*/ 307181 h 481013"/>
                <a:gd name="connsiteX31" fmla="*/ 104775 w 259556"/>
                <a:gd name="connsiteY31" fmla="*/ 326231 h 481013"/>
                <a:gd name="connsiteX32" fmla="*/ 147637 w 259556"/>
                <a:gd name="connsiteY32" fmla="*/ 323850 h 481013"/>
                <a:gd name="connsiteX33" fmla="*/ 140494 w 259556"/>
                <a:gd name="connsiteY33" fmla="*/ 340519 h 481013"/>
                <a:gd name="connsiteX34" fmla="*/ 102394 w 259556"/>
                <a:gd name="connsiteY34" fmla="*/ 347663 h 481013"/>
                <a:gd name="connsiteX35" fmla="*/ 69056 w 259556"/>
                <a:gd name="connsiteY35" fmla="*/ 364331 h 481013"/>
                <a:gd name="connsiteX36" fmla="*/ 90487 w 259556"/>
                <a:gd name="connsiteY36" fmla="*/ 383381 h 481013"/>
                <a:gd name="connsiteX37" fmla="*/ 83344 w 259556"/>
                <a:gd name="connsiteY37" fmla="*/ 402431 h 481013"/>
                <a:gd name="connsiteX38" fmla="*/ 100012 w 259556"/>
                <a:gd name="connsiteY38" fmla="*/ 416719 h 481013"/>
                <a:gd name="connsiteX39" fmla="*/ 97631 w 259556"/>
                <a:gd name="connsiteY39" fmla="*/ 433388 h 481013"/>
                <a:gd name="connsiteX40" fmla="*/ 128587 w 259556"/>
                <a:gd name="connsiteY40" fmla="*/ 481013 h 481013"/>
                <a:gd name="connsiteX41" fmla="*/ 142875 w 259556"/>
                <a:gd name="connsiteY41" fmla="*/ 450056 h 481013"/>
                <a:gd name="connsiteX42" fmla="*/ 150019 w 259556"/>
                <a:gd name="connsiteY42" fmla="*/ 452438 h 481013"/>
                <a:gd name="connsiteX43" fmla="*/ 147637 w 259556"/>
                <a:gd name="connsiteY43" fmla="*/ 423863 h 481013"/>
                <a:gd name="connsiteX44" fmla="*/ 152400 w 259556"/>
                <a:gd name="connsiteY44" fmla="*/ 409575 h 481013"/>
                <a:gd name="connsiteX45" fmla="*/ 178594 w 259556"/>
                <a:gd name="connsiteY45" fmla="*/ 450056 h 481013"/>
                <a:gd name="connsiteX46" fmla="*/ 176212 w 259556"/>
                <a:gd name="connsiteY46" fmla="*/ 411956 h 481013"/>
                <a:gd name="connsiteX47" fmla="*/ 183356 w 259556"/>
                <a:gd name="connsiteY47" fmla="*/ 381000 h 481013"/>
                <a:gd name="connsiteX48" fmla="*/ 192881 w 259556"/>
                <a:gd name="connsiteY48" fmla="*/ 342900 h 481013"/>
                <a:gd name="connsiteX49" fmla="*/ 204787 w 259556"/>
                <a:gd name="connsiteY49" fmla="*/ 392906 h 481013"/>
                <a:gd name="connsiteX50" fmla="*/ 219075 w 259556"/>
                <a:gd name="connsiteY50" fmla="*/ 350044 h 481013"/>
                <a:gd name="connsiteX51" fmla="*/ 240506 w 259556"/>
                <a:gd name="connsiteY51" fmla="*/ 328613 h 481013"/>
                <a:gd name="connsiteX52" fmla="*/ 259556 w 259556"/>
                <a:gd name="connsiteY52" fmla="*/ 314325 h 481013"/>
                <a:gd name="connsiteX53" fmla="*/ 259556 w 259556"/>
                <a:gd name="connsiteY53" fmla="*/ 290513 h 481013"/>
                <a:gd name="connsiteX54" fmla="*/ 242887 w 259556"/>
                <a:gd name="connsiteY54" fmla="*/ 304800 h 481013"/>
                <a:gd name="connsiteX55" fmla="*/ 226219 w 259556"/>
                <a:gd name="connsiteY55" fmla="*/ 271463 h 481013"/>
                <a:gd name="connsiteX56" fmla="*/ 211931 w 259556"/>
                <a:gd name="connsiteY56" fmla="*/ 280988 h 481013"/>
                <a:gd name="connsiteX57" fmla="*/ 211931 w 259556"/>
                <a:gd name="connsiteY57" fmla="*/ 280988 h 481013"/>
                <a:gd name="connsiteX58" fmla="*/ 209550 w 259556"/>
                <a:gd name="connsiteY58" fmla="*/ 223838 h 481013"/>
                <a:gd name="connsiteX59" fmla="*/ 202406 w 259556"/>
                <a:gd name="connsiteY59" fmla="*/ 164306 h 481013"/>
                <a:gd name="connsiteX60" fmla="*/ 173832 w 259556"/>
                <a:gd name="connsiteY60" fmla="*/ 204788 h 481013"/>
                <a:gd name="connsiteX61" fmla="*/ 157162 w 259556"/>
                <a:gd name="connsiteY61" fmla="*/ 150019 h 481013"/>
                <a:gd name="connsiteX0" fmla="*/ 157162 w 259556"/>
                <a:gd name="connsiteY0" fmla="*/ 150019 h 481013"/>
                <a:gd name="connsiteX1" fmla="*/ 152399 w 259556"/>
                <a:gd name="connsiteY1" fmla="*/ 133351 h 481013"/>
                <a:gd name="connsiteX2" fmla="*/ 107155 w 259556"/>
                <a:gd name="connsiteY2" fmla="*/ 119063 h 481013"/>
                <a:gd name="connsiteX3" fmla="*/ 97631 w 259556"/>
                <a:gd name="connsiteY3" fmla="*/ 35719 h 481013"/>
                <a:gd name="connsiteX4" fmla="*/ 61912 w 259556"/>
                <a:gd name="connsiteY4" fmla="*/ 0 h 481013"/>
                <a:gd name="connsiteX5" fmla="*/ 38100 w 259556"/>
                <a:gd name="connsiteY5" fmla="*/ 19050 h 481013"/>
                <a:gd name="connsiteX6" fmla="*/ 78581 w 259556"/>
                <a:gd name="connsiteY6" fmla="*/ 42863 h 481013"/>
                <a:gd name="connsiteX7" fmla="*/ 73819 w 259556"/>
                <a:gd name="connsiteY7" fmla="*/ 64294 h 481013"/>
                <a:gd name="connsiteX8" fmla="*/ 54769 w 259556"/>
                <a:gd name="connsiteY8" fmla="*/ 57150 h 481013"/>
                <a:gd name="connsiteX9" fmla="*/ 45244 w 259556"/>
                <a:gd name="connsiteY9" fmla="*/ 73819 h 481013"/>
                <a:gd name="connsiteX10" fmla="*/ 21431 w 259556"/>
                <a:gd name="connsiteY10" fmla="*/ 61913 h 481013"/>
                <a:gd name="connsiteX11" fmla="*/ 19050 w 259556"/>
                <a:gd name="connsiteY11" fmla="*/ 85725 h 481013"/>
                <a:gd name="connsiteX12" fmla="*/ 50006 w 259556"/>
                <a:gd name="connsiteY12" fmla="*/ 114300 h 481013"/>
                <a:gd name="connsiteX13" fmla="*/ 64294 w 259556"/>
                <a:gd name="connsiteY13" fmla="*/ 138113 h 481013"/>
                <a:gd name="connsiteX14" fmla="*/ 54769 w 259556"/>
                <a:gd name="connsiteY14" fmla="*/ 147638 h 481013"/>
                <a:gd name="connsiteX15" fmla="*/ 21431 w 259556"/>
                <a:gd name="connsiteY15" fmla="*/ 140494 h 481013"/>
                <a:gd name="connsiteX16" fmla="*/ 0 w 259556"/>
                <a:gd name="connsiteY16" fmla="*/ 152400 h 481013"/>
                <a:gd name="connsiteX17" fmla="*/ 16669 w 259556"/>
                <a:gd name="connsiteY17" fmla="*/ 185738 h 481013"/>
                <a:gd name="connsiteX18" fmla="*/ 52387 w 259556"/>
                <a:gd name="connsiteY18" fmla="*/ 190500 h 481013"/>
                <a:gd name="connsiteX19" fmla="*/ 45244 w 259556"/>
                <a:gd name="connsiteY19" fmla="*/ 211931 h 481013"/>
                <a:gd name="connsiteX20" fmla="*/ 21431 w 259556"/>
                <a:gd name="connsiteY20" fmla="*/ 233363 h 481013"/>
                <a:gd name="connsiteX21" fmla="*/ 21431 w 259556"/>
                <a:gd name="connsiteY21" fmla="*/ 233363 h 481013"/>
                <a:gd name="connsiteX22" fmla="*/ 38100 w 259556"/>
                <a:gd name="connsiteY22" fmla="*/ 269081 h 481013"/>
                <a:gd name="connsiteX23" fmla="*/ 66675 w 259556"/>
                <a:gd name="connsiteY23" fmla="*/ 266700 h 481013"/>
                <a:gd name="connsiteX24" fmla="*/ 50006 w 259556"/>
                <a:gd name="connsiteY24" fmla="*/ 283369 h 481013"/>
                <a:gd name="connsiteX25" fmla="*/ 28575 w 259556"/>
                <a:gd name="connsiteY25" fmla="*/ 295275 h 481013"/>
                <a:gd name="connsiteX26" fmla="*/ 42862 w 259556"/>
                <a:gd name="connsiteY26" fmla="*/ 307181 h 481013"/>
                <a:gd name="connsiteX27" fmla="*/ 61912 w 259556"/>
                <a:gd name="connsiteY27" fmla="*/ 304800 h 481013"/>
                <a:gd name="connsiteX28" fmla="*/ 71437 w 259556"/>
                <a:gd name="connsiteY28" fmla="*/ 319088 h 481013"/>
                <a:gd name="connsiteX29" fmla="*/ 85725 w 259556"/>
                <a:gd name="connsiteY29" fmla="*/ 304800 h 481013"/>
                <a:gd name="connsiteX30" fmla="*/ 123825 w 259556"/>
                <a:gd name="connsiteY30" fmla="*/ 307181 h 481013"/>
                <a:gd name="connsiteX31" fmla="*/ 104775 w 259556"/>
                <a:gd name="connsiteY31" fmla="*/ 326231 h 481013"/>
                <a:gd name="connsiteX32" fmla="*/ 147637 w 259556"/>
                <a:gd name="connsiteY32" fmla="*/ 323850 h 481013"/>
                <a:gd name="connsiteX33" fmla="*/ 140494 w 259556"/>
                <a:gd name="connsiteY33" fmla="*/ 340519 h 481013"/>
                <a:gd name="connsiteX34" fmla="*/ 102394 w 259556"/>
                <a:gd name="connsiteY34" fmla="*/ 347663 h 481013"/>
                <a:gd name="connsiteX35" fmla="*/ 69056 w 259556"/>
                <a:gd name="connsiteY35" fmla="*/ 364331 h 481013"/>
                <a:gd name="connsiteX36" fmla="*/ 90487 w 259556"/>
                <a:gd name="connsiteY36" fmla="*/ 383381 h 481013"/>
                <a:gd name="connsiteX37" fmla="*/ 83344 w 259556"/>
                <a:gd name="connsiteY37" fmla="*/ 402431 h 481013"/>
                <a:gd name="connsiteX38" fmla="*/ 100012 w 259556"/>
                <a:gd name="connsiteY38" fmla="*/ 416719 h 481013"/>
                <a:gd name="connsiteX39" fmla="*/ 97631 w 259556"/>
                <a:gd name="connsiteY39" fmla="*/ 433388 h 481013"/>
                <a:gd name="connsiteX40" fmla="*/ 128587 w 259556"/>
                <a:gd name="connsiteY40" fmla="*/ 481013 h 481013"/>
                <a:gd name="connsiteX41" fmla="*/ 142875 w 259556"/>
                <a:gd name="connsiteY41" fmla="*/ 450056 h 481013"/>
                <a:gd name="connsiteX42" fmla="*/ 150019 w 259556"/>
                <a:gd name="connsiteY42" fmla="*/ 452438 h 481013"/>
                <a:gd name="connsiteX43" fmla="*/ 147637 w 259556"/>
                <a:gd name="connsiteY43" fmla="*/ 423863 h 481013"/>
                <a:gd name="connsiteX44" fmla="*/ 152400 w 259556"/>
                <a:gd name="connsiteY44" fmla="*/ 409575 h 481013"/>
                <a:gd name="connsiteX45" fmla="*/ 178594 w 259556"/>
                <a:gd name="connsiteY45" fmla="*/ 450056 h 481013"/>
                <a:gd name="connsiteX46" fmla="*/ 176212 w 259556"/>
                <a:gd name="connsiteY46" fmla="*/ 411956 h 481013"/>
                <a:gd name="connsiteX47" fmla="*/ 183356 w 259556"/>
                <a:gd name="connsiteY47" fmla="*/ 381000 h 481013"/>
                <a:gd name="connsiteX48" fmla="*/ 192881 w 259556"/>
                <a:gd name="connsiteY48" fmla="*/ 342900 h 481013"/>
                <a:gd name="connsiteX49" fmla="*/ 204787 w 259556"/>
                <a:gd name="connsiteY49" fmla="*/ 392906 h 481013"/>
                <a:gd name="connsiteX50" fmla="*/ 219075 w 259556"/>
                <a:gd name="connsiteY50" fmla="*/ 350044 h 481013"/>
                <a:gd name="connsiteX51" fmla="*/ 240506 w 259556"/>
                <a:gd name="connsiteY51" fmla="*/ 328613 h 481013"/>
                <a:gd name="connsiteX52" fmla="*/ 259556 w 259556"/>
                <a:gd name="connsiteY52" fmla="*/ 314325 h 481013"/>
                <a:gd name="connsiteX53" fmla="*/ 259556 w 259556"/>
                <a:gd name="connsiteY53" fmla="*/ 290513 h 481013"/>
                <a:gd name="connsiteX54" fmla="*/ 242887 w 259556"/>
                <a:gd name="connsiteY54" fmla="*/ 304800 h 481013"/>
                <a:gd name="connsiteX55" fmla="*/ 226219 w 259556"/>
                <a:gd name="connsiteY55" fmla="*/ 271463 h 481013"/>
                <a:gd name="connsiteX56" fmla="*/ 211931 w 259556"/>
                <a:gd name="connsiteY56" fmla="*/ 280988 h 481013"/>
                <a:gd name="connsiteX57" fmla="*/ 211931 w 259556"/>
                <a:gd name="connsiteY57" fmla="*/ 280988 h 481013"/>
                <a:gd name="connsiteX58" fmla="*/ 209550 w 259556"/>
                <a:gd name="connsiteY58" fmla="*/ 223838 h 481013"/>
                <a:gd name="connsiteX59" fmla="*/ 202406 w 259556"/>
                <a:gd name="connsiteY59" fmla="*/ 164306 h 481013"/>
                <a:gd name="connsiteX60" fmla="*/ 173832 w 259556"/>
                <a:gd name="connsiteY60" fmla="*/ 204788 h 481013"/>
                <a:gd name="connsiteX61" fmla="*/ 157162 w 259556"/>
                <a:gd name="connsiteY61" fmla="*/ 150019 h 48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9556" h="481013">
                  <a:moveTo>
                    <a:pt x="157162" y="150019"/>
                  </a:moveTo>
                  <a:lnTo>
                    <a:pt x="152399" y="133351"/>
                  </a:lnTo>
                  <a:lnTo>
                    <a:pt x="107155" y="119063"/>
                  </a:lnTo>
                  <a:lnTo>
                    <a:pt x="97631" y="35719"/>
                  </a:lnTo>
                  <a:lnTo>
                    <a:pt x="61912" y="0"/>
                  </a:lnTo>
                  <a:lnTo>
                    <a:pt x="38100" y="19050"/>
                  </a:lnTo>
                  <a:lnTo>
                    <a:pt x="78581" y="42863"/>
                  </a:lnTo>
                  <a:lnTo>
                    <a:pt x="73819" y="64294"/>
                  </a:lnTo>
                  <a:lnTo>
                    <a:pt x="54769" y="57150"/>
                  </a:lnTo>
                  <a:lnTo>
                    <a:pt x="45244" y="73819"/>
                  </a:lnTo>
                  <a:lnTo>
                    <a:pt x="21431" y="61913"/>
                  </a:lnTo>
                  <a:lnTo>
                    <a:pt x="19050" y="85725"/>
                  </a:lnTo>
                  <a:lnTo>
                    <a:pt x="50006" y="114300"/>
                  </a:lnTo>
                  <a:lnTo>
                    <a:pt x="64294" y="138113"/>
                  </a:lnTo>
                  <a:lnTo>
                    <a:pt x="54769" y="147638"/>
                  </a:lnTo>
                  <a:lnTo>
                    <a:pt x="21431" y="140494"/>
                  </a:lnTo>
                  <a:lnTo>
                    <a:pt x="0" y="152400"/>
                  </a:lnTo>
                  <a:lnTo>
                    <a:pt x="16669" y="185738"/>
                  </a:lnTo>
                  <a:lnTo>
                    <a:pt x="52387" y="190500"/>
                  </a:lnTo>
                  <a:lnTo>
                    <a:pt x="45244" y="211931"/>
                  </a:lnTo>
                  <a:lnTo>
                    <a:pt x="21431" y="233363"/>
                  </a:lnTo>
                  <a:lnTo>
                    <a:pt x="21431" y="233363"/>
                  </a:lnTo>
                  <a:lnTo>
                    <a:pt x="38100" y="269081"/>
                  </a:lnTo>
                  <a:lnTo>
                    <a:pt x="66675" y="266700"/>
                  </a:lnTo>
                  <a:lnTo>
                    <a:pt x="50006" y="283369"/>
                  </a:lnTo>
                  <a:lnTo>
                    <a:pt x="28575" y="295275"/>
                  </a:lnTo>
                  <a:lnTo>
                    <a:pt x="42862" y="307181"/>
                  </a:lnTo>
                  <a:lnTo>
                    <a:pt x="61912" y="304800"/>
                  </a:lnTo>
                  <a:lnTo>
                    <a:pt x="71437" y="319088"/>
                  </a:lnTo>
                  <a:lnTo>
                    <a:pt x="85725" y="304800"/>
                  </a:lnTo>
                  <a:lnTo>
                    <a:pt x="123825" y="307181"/>
                  </a:lnTo>
                  <a:lnTo>
                    <a:pt x="104775" y="326231"/>
                  </a:lnTo>
                  <a:lnTo>
                    <a:pt x="147637" y="323850"/>
                  </a:lnTo>
                  <a:lnTo>
                    <a:pt x="140494" y="340519"/>
                  </a:lnTo>
                  <a:lnTo>
                    <a:pt x="102394" y="347663"/>
                  </a:lnTo>
                  <a:lnTo>
                    <a:pt x="69056" y="364331"/>
                  </a:lnTo>
                  <a:lnTo>
                    <a:pt x="90487" y="383381"/>
                  </a:lnTo>
                  <a:lnTo>
                    <a:pt x="83344" y="402431"/>
                  </a:lnTo>
                  <a:lnTo>
                    <a:pt x="100012" y="416719"/>
                  </a:lnTo>
                  <a:lnTo>
                    <a:pt x="97631" y="433388"/>
                  </a:lnTo>
                  <a:lnTo>
                    <a:pt x="128587" y="481013"/>
                  </a:lnTo>
                  <a:lnTo>
                    <a:pt x="142875" y="450056"/>
                  </a:lnTo>
                  <a:lnTo>
                    <a:pt x="150019" y="452438"/>
                  </a:lnTo>
                  <a:lnTo>
                    <a:pt x="147637" y="423863"/>
                  </a:lnTo>
                  <a:lnTo>
                    <a:pt x="152400" y="409575"/>
                  </a:lnTo>
                  <a:lnTo>
                    <a:pt x="178594" y="450056"/>
                  </a:lnTo>
                  <a:lnTo>
                    <a:pt x="176212" y="411956"/>
                  </a:lnTo>
                  <a:lnTo>
                    <a:pt x="183356" y="381000"/>
                  </a:lnTo>
                  <a:lnTo>
                    <a:pt x="192881" y="342900"/>
                  </a:lnTo>
                  <a:lnTo>
                    <a:pt x="204787" y="392906"/>
                  </a:lnTo>
                  <a:lnTo>
                    <a:pt x="219075" y="350044"/>
                  </a:lnTo>
                  <a:lnTo>
                    <a:pt x="240506" y="328613"/>
                  </a:lnTo>
                  <a:lnTo>
                    <a:pt x="259556" y="314325"/>
                  </a:lnTo>
                  <a:lnTo>
                    <a:pt x="259556" y="290513"/>
                  </a:lnTo>
                  <a:lnTo>
                    <a:pt x="242887" y="304800"/>
                  </a:lnTo>
                  <a:lnTo>
                    <a:pt x="226219" y="271463"/>
                  </a:lnTo>
                  <a:lnTo>
                    <a:pt x="211931" y="280988"/>
                  </a:lnTo>
                  <a:lnTo>
                    <a:pt x="211931" y="280988"/>
                  </a:lnTo>
                  <a:cubicBezTo>
                    <a:pt x="211137" y="261938"/>
                    <a:pt x="210344" y="242888"/>
                    <a:pt x="209550" y="223838"/>
                  </a:cubicBezTo>
                  <a:lnTo>
                    <a:pt x="202406" y="164306"/>
                  </a:lnTo>
                  <a:lnTo>
                    <a:pt x="173832" y="204788"/>
                  </a:lnTo>
                  <a:lnTo>
                    <a:pt x="157162" y="150019"/>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46" name="Freeform: Shape 1051">
              <a:extLst>
                <a:ext uri="{FF2B5EF4-FFF2-40B4-BE49-F238E27FC236}">
                  <a16:creationId xmlns:a16="http://schemas.microsoft.com/office/drawing/2014/main" id="{1B953D2E-87E8-48BC-9B56-0D140777EB4C}"/>
                </a:ext>
              </a:extLst>
            </p:cNvPr>
            <p:cNvSpPr/>
            <p:nvPr/>
          </p:nvSpPr>
          <p:spPr bwMode="auto">
            <a:xfrm>
              <a:off x="1883569" y="1621631"/>
              <a:ext cx="421481" cy="259557"/>
            </a:xfrm>
            <a:custGeom>
              <a:avLst/>
              <a:gdLst>
                <a:gd name="connsiteX0" fmla="*/ 366712 w 421481"/>
                <a:gd name="connsiteY0" fmla="*/ 257175 h 259557"/>
                <a:gd name="connsiteX1" fmla="*/ 395287 w 421481"/>
                <a:gd name="connsiteY1" fmla="*/ 204788 h 259557"/>
                <a:gd name="connsiteX2" fmla="*/ 421481 w 421481"/>
                <a:gd name="connsiteY2" fmla="*/ 183357 h 259557"/>
                <a:gd name="connsiteX3" fmla="*/ 404812 w 421481"/>
                <a:gd name="connsiteY3" fmla="*/ 157163 h 259557"/>
                <a:gd name="connsiteX4" fmla="*/ 373856 w 421481"/>
                <a:gd name="connsiteY4" fmla="*/ 126207 h 259557"/>
                <a:gd name="connsiteX5" fmla="*/ 354806 w 421481"/>
                <a:gd name="connsiteY5" fmla="*/ 145257 h 259557"/>
                <a:gd name="connsiteX6" fmla="*/ 335756 w 421481"/>
                <a:gd name="connsiteY6" fmla="*/ 135732 h 259557"/>
                <a:gd name="connsiteX7" fmla="*/ 311944 w 421481"/>
                <a:gd name="connsiteY7" fmla="*/ 147638 h 259557"/>
                <a:gd name="connsiteX8" fmla="*/ 290512 w 421481"/>
                <a:gd name="connsiteY8" fmla="*/ 159544 h 259557"/>
                <a:gd name="connsiteX9" fmla="*/ 278606 w 421481"/>
                <a:gd name="connsiteY9" fmla="*/ 178594 h 259557"/>
                <a:gd name="connsiteX10" fmla="*/ 257175 w 421481"/>
                <a:gd name="connsiteY10" fmla="*/ 176213 h 259557"/>
                <a:gd name="connsiteX11" fmla="*/ 233362 w 421481"/>
                <a:gd name="connsiteY11" fmla="*/ 161925 h 259557"/>
                <a:gd name="connsiteX12" fmla="*/ 200025 w 421481"/>
                <a:gd name="connsiteY12" fmla="*/ 171450 h 259557"/>
                <a:gd name="connsiteX13" fmla="*/ 180975 w 421481"/>
                <a:gd name="connsiteY13" fmla="*/ 173832 h 259557"/>
                <a:gd name="connsiteX14" fmla="*/ 171450 w 421481"/>
                <a:gd name="connsiteY14" fmla="*/ 154782 h 259557"/>
                <a:gd name="connsiteX15" fmla="*/ 176212 w 421481"/>
                <a:gd name="connsiteY15" fmla="*/ 133350 h 259557"/>
                <a:gd name="connsiteX16" fmla="*/ 161925 w 421481"/>
                <a:gd name="connsiteY16" fmla="*/ 128588 h 259557"/>
                <a:gd name="connsiteX17" fmla="*/ 135731 w 421481"/>
                <a:gd name="connsiteY17" fmla="*/ 135732 h 259557"/>
                <a:gd name="connsiteX18" fmla="*/ 140494 w 421481"/>
                <a:gd name="connsiteY18" fmla="*/ 111919 h 259557"/>
                <a:gd name="connsiteX19" fmla="*/ 121444 w 421481"/>
                <a:gd name="connsiteY19" fmla="*/ 78582 h 259557"/>
                <a:gd name="connsiteX20" fmla="*/ 176212 w 421481"/>
                <a:gd name="connsiteY20" fmla="*/ 92869 h 259557"/>
                <a:gd name="connsiteX21" fmla="*/ 133350 w 421481"/>
                <a:gd name="connsiteY21" fmla="*/ 69057 h 259557"/>
                <a:gd name="connsiteX22" fmla="*/ 145256 w 421481"/>
                <a:gd name="connsiteY22" fmla="*/ 47625 h 259557"/>
                <a:gd name="connsiteX23" fmla="*/ 104775 w 421481"/>
                <a:gd name="connsiteY23" fmla="*/ 50007 h 259557"/>
                <a:gd name="connsiteX24" fmla="*/ 85725 w 421481"/>
                <a:gd name="connsiteY24" fmla="*/ 61913 h 259557"/>
                <a:gd name="connsiteX25" fmla="*/ 83344 w 421481"/>
                <a:gd name="connsiteY25" fmla="*/ 16669 h 259557"/>
                <a:gd name="connsiteX26" fmla="*/ 50006 w 421481"/>
                <a:gd name="connsiteY26" fmla="*/ 14288 h 259557"/>
                <a:gd name="connsiteX27" fmla="*/ 21431 w 421481"/>
                <a:gd name="connsiteY27" fmla="*/ 0 h 259557"/>
                <a:gd name="connsiteX28" fmla="*/ 0 w 421481"/>
                <a:gd name="connsiteY28" fmla="*/ 21432 h 259557"/>
                <a:gd name="connsiteX29" fmla="*/ 23812 w 421481"/>
                <a:gd name="connsiteY29" fmla="*/ 52388 h 259557"/>
                <a:gd name="connsiteX30" fmla="*/ 50006 w 421481"/>
                <a:gd name="connsiteY30" fmla="*/ 78582 h 259557"/>
                <a:gd name="connsiteX31" fmla="*/ 61912 w 421481"/>
                <a:gd name="connsiteY31" fmla="*/ 76200 h 259557"/>
                <a:gd name="connsiteX32" fmla="*/ 90487 w 421481"/>
                <a:gd name="connsiteY32" fmla="*/ 76200 h 259557"/>
                <a:gd name="connsiteX33" fmla="*/ 104775 w 421481"/>
                <a:gd name="connsiteY33" fmla="*/ 111919 h 259557"/>
                <a:gd name="connsiteX34" fmla="*/ 126206 w 421481"/>
                <a:gd name="connsiteY34" fmla="*/ 154782 h 259557"/>
                <a:gd name="connsiteX35" fmla="*/ 111919 w 421481"/>
                <a:gd name="connsiteY35" fmla="*/ 190500 h 259557"/>
                <a:gd name="connsiteX36" fmla="*/ 119062 w 421481"/>
                <a:gd name="connsiteY36" fmla="*/ 207169 h 259557"/>
                <a:gd name="connsiteX37" fmla="*/ 116681 w 421481"/>
                <a:gd name="connsiteY37" fmla="*/ 235744 h 259557"/>
                <a:gd name="connsiteX38" fmla="*/ 140494 w 421481"/>
                <a:gd name="connsiteY38" fmla="*/ 221457 h 259557"/>
                <a:gd name="connsiteX39" fmla="*/ 173831 w 421481"/>
                <a:gd name="connsiteY39" fmla="*/ 250032 h 259557"/>
                <a:gd name="connsiteX40" fmla="*/ 178594 w 421481"/>
                <a:gd name="connsiteY40" fmla="*/ 221457 h 259557"/>
                <a:gd name="connsiteX41" fmla="*/ 207169 w 421481"/>
                <a:gd name="connsiteY41" fmla="*/ 223838 h 259557"/>
                <a:gd name="connsiteX42" fmla="*/ 209550 w 421481"/>
                <a:gd name="connsiteY42" fmla="*/ 257175 h 259557"/>
                <a:gd name="connsiteX43" fmla="*/ 242887 w 421481"/>
                <a:gd name="connsiteY43" fmla="*/ 259557 h 259557"/>
                <a:gd name="connsiteX44" fmla="*/ 288131 w 421481"/>
                <a:gd name="connsiteY44" fmla="*/ 238125 h 259557"/>
                <a:gd name="connsiteX45" fmla="*/ 295275 w 421481"/>
                <a:gd name="connsiteY45" fmla="*/ 252413 h 259557"/>
                <a:gd name="connsiteX46" fmla="*/ 366712 w 421481"/>
                <a:gd name="connsiteY46" fmla="*/ 257175 h 259557"/>
                <a:gd name="connsiteX0" fmla="*/ 366712 w 421481"/>
                <a:gd name="connsiteY0" fmla="*/ 257175 h 259557"/>
                <a:gd name="connsiteX1" fmla="*/ 395287 w 421481"/>
                <a:gd name="connsiteY1" fmla="*/ 204788 h 259557"/>
                <a:gd name="connsiteX2" fmla="*/ 421481 w 421481"/>
                <a:gd name="connsiteY2" fmla="*/ 183357 h 259557"/>
                <a:gd name="connsiteX3" fmla="*/ 404812 w 421481"/>
                <a:gd name="connsiteY3" fmla="*/ 157163 h 259557"/>
                <a:gd name="connsiteX4" fmla="*/ 373856 w 421481"/>
                <a:gd name="connsiteY4" fmla="*/ 126207 h 259557"/>
                <a:gd name="connsiteX5" fmla="*/ 354806 w 421481"/>
                <a:gd name="connsiteY5" fmla="*/ 145257 h 259557"/>
                <a:gd name="connsiteX6" fmla="*/ 335756 w 421481"/>
                <a:gd name="connsiteY6" fmla="*/ 135732 h 259557"/>
                <a:gd name="connsiteX7" fmla="*/ 311944 w 421481"/>
                <a:gd name="connsiteY7" fmla="*/ 147638 h 259557"/>
                <a:gd name="connsiteX8" fmla="*/ 290512 w 421481"/>
                <a:gd name="connsiteY8" fmla="*/ 159544 h 259557"/>
                <a:gd name="connsiteX9" fmla="*/ 278606 w 421481"/>
                <a:gd name="connsiteY9" fmla="*/ 178594 h 259557"/>
                <a:gd name="connsiteX10" fmla="*/ 257175 w 421481"/>
                <a:gd name="connsiteY10" fmla="*/ 176213 h 259557"/>
                <a:gd name="connsiteX11" fmla="*/ 233362 w 421481"/>
                <a:gd name="connsiteY11" fmla="*/ 161925 h 259557"/>
                <a:gd name="connsiteX12" fmla="*/ 200025 w 421481"/>
                <a:gd name="connsiteY12" fmla="*/ 171450 h 259557"/>
                <a:gd name="connsiteX13" fmla="*/ 180975 w 421481"/>
                <a:gd name="connsiteY13" fmla="*/ 173832 h 259557"/>
                <a:gd name="connsiteX14" fmla="*/ 171450 w 421481"/>
                <a:gd name="connsiteY14" fmla="*/ 154782 h 259557"/>
                <a:gd name="connsiteX15" fmla="*/ 176212 w 421481"/>
                <a:gd name="connsiteY15" fmla="*/ 133350 h 259557"/>
                <a:gd name="connsiteX16" fmla="*/ 161925 w 421481"/>
                <a:gd name="connsiteY16" fmla="*/ 128588 h 259557"/>
                <a:gd name="connsiteX17" fmla="*/ 135731 w 421481"/>
                <a:gd name="connsiteY17" fmla="*/ 135732 h 259557"/>
                <a:gd name="connsiteX18" fmla="*/ 140494 w 421481"/>
                <a:gd name="connsiteY18" fmla="*/ 111919 h 259557"/>
                <a:gd name="connsiteX19" fmla="*/ 121444 w 421481"/>
                <a:gd name="connsiteY19" fmla="*/ 78582 h 259557"/>
                <a:gd name="connsiteX20" fmla="*/ 176212 w 421481"/>
                <a:gd name="connsiteY20" fmla="*/ 92869 h 259557"/>
                <a:gd name="connsiteX21" fmla="*/ 133350 w 421481"/>
                <a:gd name="connsiteY21" fmla="*/ 69057 h 259557"/>
                <a:gd name="connsiteX22" fmla="*/ 145256 w 421481"/>
                <a:gd name="connsiteY22" fmla="*/ 47625 h 259557"/>
                <a:gd name="connsiteX23" fmla="*/ 104775 w 421481"/>
                <a:gd name="connsiteY23" fmla="*/ 50007 h 259557"/>
                <a:gd name="connsiteX24" fmla="*/ 85725 w 421481"/>
                <a:gd name="connsiteY24" fmla="*/ 61913 h 259557"/>
                <a:gd name="connsiteX25" fmla="*/ 83344 w 421481"/>
                <a:gd name="connsiteY25" fmla="*/ 16669 h 259557"/>
                <a:gd name="connsiteX26" fmla="*/ 50006 w 421481"/>
                <a:gd name="connsiteY26" fmla="*/ 14288 h 259557"/>
                <a:gd name="connsiteX27" fmla="*/ 21431 w 421481"/>
                <a:gd name="connsiteY27" fmla="*/ 0 h 259557"/>
                <a:gd name="connsiteX28" fmla="*/ 0 w 421481"/>
                <a:gd name="connsiteY28" fmla="*/ 21432 h 259557"/>
                <a:gd name="connsiteX29" fmla="*/ 23812 w 421481"/>
                <a:gd name="connsiteY29" fmla="*/ 52388 h 259557"/>
                <a:gd name="connsiteX30" fmla="*/ 50006 w 421481"/>
                <a:gd name="connsiteY30" fmla="*/ 78582 h 259557"/>
                <a:gd name="connsiteX31" fmla="*/ 61912 w 421481"/>
                <a:gd name="connsiteY31" fmla="*/ 76200 h 259557"/>
                <a:gd name="connsiteX32" fmla="*/ 90487 w 421481"/>
                <a:gd name="connsiteY32" fmla="*/ 76200 h 259557"/>
                <a:gd name="connsiteX33" fmla="*/ 104775 w 421481"/>
                <a:gd name="connsiteY33" fmla="*/ 111919 h 259557"/>
                <a:gd name="connsiteX34" fmla="*/ 126206 w 421481"/>
                <a:gd name="connsiteY34" fmla="*/ 154782 h 259557"/>
                <a:gd name="connsiteX35" fmla="*/ 111919 w 421481"/>
                <a:gd name="connsiteY35" fmla="*/ 190500 h 259557"/>
                <a:gd name="connsiteX36" fmla="*/ 119062 w 421481"/>
                <a:gd name="connsiteY36" fmla="*/ 207169 h 259557"/>
                <a:gd name="connsiteX37" fmla="*/ 116681 w 421481"/>
                <a:gd name="connsiteY37" fmla="*/ 235744 h 259557"/>
                <a:gd name="connsiteX38" fmla="*/ 140494 w 421481"/>
                <a:gd name="connsiteY38" fmla="*/ 221457 h 259557"/>
                <a:gd name="connsiteX39" fmla="*/ 173831 w 421481"/>
                <a:gd name="connsiteY39" fmla="*/ 250032 h 259557"/>
                <a:gd name="connsiteX40" fmla="*/ 178594 w 421481"/>
                <a:gd name="connsiteY40" fmla="*/ 221457 h 259557"/>
                <a:gd name="connsiteX41" fmla="*/ 207169 w 421481"/>
                <a:gd name="connsiteY41" fmla="*/ 223838 h 259557"/>
                <a:gd name="connsiteX42" fmla="*/ 209550 w 421481"/>
                <a:gd name="connsiteY42" fmla="*/ 257175 h 259557"/>
                <a:gd name="connsiteX43" fmla="*/ 242887 w 421481"/>
                <a:gd name="connsiteY43" fmla="*/ 259557 h 259557"/>
                <a:gd name="connsiteX44" fmla="*/ 288131 w 421481"/>
                <a:gd name="connsiteY44" fmla="*/ 238125 h 259557"/>
                <a:gd name="connsiteX45" fmla="*/ 295275 w 421481"/>
                <a:gd name="connsiteY45" fmla="*/ 252413 h 259557"/>
                <a:gd name="connsiteX46" fmla="*/ 342900 w 421481"/>
                <a:gd name="connsiteY46" fmla="*/ 254794 h 259557"/>
                <a:gd name="connsiteX47" fmla="*/ 366712 w 421481"/>
                <a:gd name="connsiteY47" fmla="*/ 257175 h 259557"/>
                <a:gd name="connsiteX0" fmla="*/ 366712 w 421481"/>
                <a:gd name="connsiteY0" fmla="*/ 257175 h 259557"/>
                <a:gd name="connsiteX1" fmla="*/ 395287 w 421481"/>
                <a:gd name="connsiteY1" fmla="*/ 204788 h 259557"/>
                <a:gd name="connsiteX2" fmla="*/ 421481 w 421481"/>
                <a:gd name="connsiteY2" fmla="*/ 183357 h 259557"/>
                <a:gd name="connsiteX3" fmla="*/ 404812 w 421481"/>
                <a:gd name="connsiteY3" fmla="*/ 157163 h 259557"/>
                <a:gd name="connsiteX4" fmla="*/ 373856 w 421481"/>
                <a:gd name="connsiteY4" fmla="*/ 126207 h 259557"/>
                <a:gd name="connsiteX5" fmla="*/ 354806 w 421481"/>
                <a:gd name="connsiteY5" fmla="*/ 145257 h 259557"/>
                <a:gd name="connsiteX6" fmla="*/ 335756 w 421481"/>
                <a:gd name="connsiteY6" fmla="*/ 135732 h 259557"/>
                <a:gd name="connsiteX7" fmla="*/ 311944 w 421481"/>
                <a:gd name="connsiteY7" fmla="*/ 147638 h 259557"/>
                <a:gd name="connsiteX8" fmla="*/ 290512 w 421481"/>
                <a:gd name="connsiteY8" fmla="*/ 159544 h 259557"/>
                <a:gd name="connsiteX9" fmla="*/ 278606 w 421481"/>
                <a:gd name="connsiteY9" fmla="*/ 178594 h 259557"/>
                <a:gd name="connsiteX10" fmla="*/ 257175 w 421481"/>
                <a:gd name="connsiteY10" fmla="*/ 176213 h 259557"/>
                <a:gd name="connsiteX11" fmla="*/ 233362 w 421481"/>
                <a:gd name="connsiteY11" fmla="*/ 161925 h 259557"/>
                <a:gd name="connsiteX12" fmla="*/ 200025 w 421481"/>
                <a:gd name="connsiteY12" fmla="*/ 171450 h 259557"/>
                <a:gd name="connsiteX13" fmla="*/ 180975 w 421481"/>
                <a:gd name="connsiteY13" fmla="*/ 173832 h 259557"/>
                <a:gd name="connsiteX14" fmla="*/ 171450 w 421481"/>
                <a:gd name="connsiteY14" fmla="*/ 154782 h 259557"/>
                <a:gd name="connsiteX15" fmla="*/ 176212 w 421481"/>
                <a:gd name="connsiteY15" fmla="*/ 133350 h 259557"/>
                <a:gd name="connsiteX16" fmla="*/ 161925 w 421481"/>
                <a:gd name="connsiteY16" fmla="*/ 128588 h 259557"/>
                <a:gd name="connsiteX17" fmla="*/ 135731 w 421481"/>
                <a:gd name="connsiteY17" fmla="*/ 135732 h 259557"/>
                <a:gd name="connsiteX18" fmla="*/ 140494 w 421481"/>
                <a:gd name="connsiteY18" fmla="*/ 111919 h 259557"/>
                <a:gd name="connsiteX19" fmla="*/ 121444 w 421481"/>
                <a:gd name="connsiteY19" fmla="*/ 78582 h 259557"/>
                <a:gd name="connsiteX20" fmla="*/ 176212 w 421481"/>
                <a:gd name="connsiteY20" fmla="*/ 92869 h 259557"/>
                <a:gd name="connsiteX21" fmla="*/ 133350 w 421481"/>
                <a:gd name="connsiteY21" fmla="*/ 69057 h 259557"/>
                <a:gd name="connsiteX22" fmla="*/ 145256 w 421481"/>
                <a:gd name="connsiteY22" fmla="*/ 47625 h 259557"/>
                <a:gd name="connsiteX23" fmla="*/ 104775 w 421481"/>
                <a:gd name="connsiteY23" fmla="*/ 50007 h 259557"/>
                <a:gd name="connsiteX24" fmla="*/ 85725 w 421481"/>
                <a:gd name="connsiteY24" fmla="*/ 61913 h 259557"/>
                <a:gd name="connsiteX25" fmla="*/ 83344 w 421481"/>
                <a:gd name="connsiteY25" fmla="*/ 16669 h 259557"/>
                <a:gd name="connsiteX26" fmla="*/ 50006 w 421481"/>
                <a:gd name="connsiteY26" fmla="*/ 14288 h 259557"/>
                <a:gd name="connsiteX27" fmla="*/ 21431 w 421481"/>
                <a:gd name="connsiteY27" fmla="*/ 0 h 259557"/>
                <a:gd name="connsiteX28" fmla="*/ 0 w 421481"/>
                <a:gd name="connsiteY28" fmla="*/ 21432 h 259557"/>
                <a:gd name="connsiteX29" fmla="*/ 23812 w 421481"/>
                <a:gd name="connsiteY29" fmla="*/ 52388 h 259557"/>
                <a:gd name="connsiteX30" fmla="*/ 50006 w 421481"/>
                <a:gd name="connsiteY30" fmla="*/ 78582 h 259557"/>
                <a:gd name="connsiteX31" fmla="*/ 61912 w 421481"/>
                <a:gd name="connsiteY31" fmla="*/ 76200 h 259557"/>
                <a:gd name="connsiteX32" fmla="*/ 90487 w 421481"/>
                <a:gd name="connsiteY32" fmla="*/ 76200 h 259557"/>
                <a:gd name="connsiteX33" fmla="*/ 104775 w 421481"/>
                <a:gd name="connsiteY33" fmla="*/ 111919 h 259557"/>
                <a:gd name="connsiteX34" fmla="*/ 126206 w 421481"/>
                <a:gd name="connsiteY34" fmla="*/ 154782 h 259557"/>
                <a:gd name="connsiteX35" fmla="*/ 111919 w 421481"/>
                <a:gd name="connsiteY35" fmla="*/ 190500 h 259557"/>
                <a:gd name="connsiteX36" fmla="*/ 119062 w 421481"/>
                <a:gd name="connsiteY36" fmla="*/ 207169 h 259557"/>
                <a:gd name="connsiteX37" fmla="*/ 116681 w 421481"/>
                <a:gd name="connsiteY37" fmla="*/ 235744 h 259557"/>
                <a:gd name="connsiteX38" fmla="*/ 140494 w 421481"/>
                <a:gd name="connsiteY38" fmla="*/ 221457 h 259557"/>
                <a:gd name="connsiteX39" fmla="*/ 173831 w 421481"/>
                <a:gd name="connsiteY39" fmla="*/ 250032 h 259557"/>
                <a:gd name="connsiteX40" fmla="*/ 178594 w 421481"/>
                <a:gd name="connsiteY40" fmla="*/ 221457 h 259557"/>
                <a:gd name="connsiteX41" fmla="*/ 207169 w 421481"/>
                <a:gd name="connsiteY41" fmla="*/ 223838 h 259557"/>
                <a:gd name="connsiteX42" fmla="*/ 209550 w 421481"/>
                <a:gd name="connsiteY42" fmla="*/ 257175 h 259557"/>
                <a:gd name="connsiteX43" fmla="*/ 242887 w 421481"/>
                <a:gd name="connsiteY43" fmla="*/ 259557 h 259557"/>
                <a:gd name="connsiteX44" fmla="*/ 288131 w 421481"/>
                <a:gd name="connsiteY44" fmla="*/ 238125 h 259557"/>
                <a:gd name="connsiteX45" fmla="*/ 295275 w 421481"/>
                <a:gd name="connsiteY45" fmla="*/ 252413 h 259557"/>
                <a:gd name="connsiteX46" fmla="*/ 352425 w 421481"/>
                <a:gd name="connsiteY46" fmla="*/ 214313 h 259557"/>
                <a:gd name="connsiteX47" fmla="*/ 366712 w 421481"/>
                <a:gd name="connsiteY47" fmla="*/ 257175 h 259557"/>
                <a:gd name="connsiteX0" fmla="*/ 366712 w 421481"/>
                <a:gd name="connsiteY0" fmla="*/ 257175 h 259557"/>
                <a:gd name="connsiteX1" fmla="*/ 383381 w 421481"/>
                <a:gd name="connsiteY1" fmla="*/ 230982 h 259557"/>
                <a:gd name="connsiteX2" fmla="*/ 395287 w 421481"/>
                <a:gd name="connsiteY2" fmla="*/ 204788 h 259557"/>
                <a:gd name="connsiteX3" fmla="*/ 421481 w 421481"/>
                <a:gd name="connsiteY3" fmla="*/ 183357 h 259557"/>
                <a:gd name="connsiteX4" fmla="*/ 404812 w 421481"/>
                <a:gd name="connsiteY4" fmla="*/ 157163 h 259557"/>
                <a:gd name="connsiteX5" fmla="*/ 373856 w 421481"/>
                <a:gd name="connsiteY5" fmla="*/ 126207 h 259557"/>
                <a:gd name="connsiteX6" fmla="*/ 354806 w 421481"/>
                <a:gd name="connsiteY6" fmla="*/ 145257 h 259557"/>
                <a:gd name="connsiteX7" fmla="*/ 335756 w 421481"/>
                <a:gd name="connsiteY7" fmla="*/ 135732 h 259557"/>
                <a:gd name="connsiteX8" fmla="*/ 311944 w 421481"/>
                <a:gd name="connsiteY8" fmla="*/ 147638 h 259557"/>
                <a:gd name="connsiteX9" fmla="*/ 290512 w 421481"/>
                <a:gd name="connsiteY9" fmla="*/ 159544 h 259557"/>
                <a:gd name="connsiteX10" fmla="*/ 278606 w 421481"/>
                <a:gd name="connsiteY10" fmla="*/ 178594 h 259557"/>
                <a:gd name="connsiteX11" fmla="*/ 257175 w 421481"/>
                <a:gd name="connsiteY11" fmla="*/ 176213 h 259557"/>
                <a:gd name="connsiteX12" fmla="*/ 233362 w 421481"/>
                <a:gd name="connsiteY12" fmla="*/ 161925 h 259557"/>
                <a:gd name="connsiteX13" fmla="*/ 200025 w 421481"/>
                <a:gd name="connsiteY13" fmla="*/ 171450 h 259557"/>
                <a:gd name="connsiteX14" fmla="*/ 180975 w 421481"/>
                <a:gd name="connsiteY14" fmla="*/ 173832 h 259557"/>
                <a:gd name="connsiteX15" fmla="*/ 171450 w 421481"/>
                <a:gd name="connsiteY15" fmla="*/ 154782 h 259557"/>
                <a:gd name="connsiteX16" fmla="*/ 176212 w 421481"/>
                <a:gd name="connsiteY16" fmla="*/ 133350 h 259557"/>
                <a:gd name="connsiteX17" fmla="*/ 161925 w 421481"/>
                <a:gd name="connsiteY17" fmla="*/ 128588 h 259557"/>
                <a:gd name="connsiteX18" fmla="*/ 135731 w 421481"/>
                <a:gd name="connsiteY18" fmla="*/ 135732 h 259557"/>
                <a:gd name="connsiteX19" fmla="*/ 140494 w 421481"/>
                <a:gd name="connsiteY19" fmla="*/ 111919 h 259557"/>
                <a:gd name="connsiteX20" fmla="*/ 121444 w 421481"/>
                <a:gd name="connsiteY20" fmla="*/ 78582 h 259557"/>
                <a:gd name="connsiteX21" fmla="*/ 176212 w 421481"/>
                <a:gd name="connsiteY21" fmla="*/ 92869 h 259557"/>
                <a:gd name="connsiteX22" fmla="*/ 133350 w 421481"/>
                <a:gd name="connsiteY22" fmla="*/ 69057 h 259557"/>
                <a:gd name="connsiteX23" fmla="*/ 145256 w 421481"/>
                <a:gd name="connsiteY23" fmla="*/ 47625 h 259557"/>
                <a:gd name="connsiteX24" fmla="*/ 104775 w 421481"/>
                <a:gd name="connsiteY24" fmla="*/ 50007 h 259557"/>
                <a:gd name="connsiteX25" fmla="*/ 85725 w 421481"/>
                <a:gd name="connsiteY25" fmla="*/ 61913 h 259557"/>
                <a:gd name="connsiteX26" fmla="*/ 83344 w 421481"/>
                <a:gd name="connsiteY26" fmla="*/ 16669 h 259557"/>
                <a:gd name="connsiteX27" fmla="*/ 50006 w 421481"/>
                <a:gd name="connsiteY27" fmla="*/ 14288 h 259557"/>
                <a:gd name="connsiteX28" fmla="*/ 21431 w 421481"/>
                <a:gd name="connsiteY28" fmla="*/ 0 h 259557"/>
                <a:gd name="connsiteX29" fmla="*/ 0 w 421481"/>
                <a:gd name="connsiteY29" fmla="*/ 21432 h 259557"/>
                <a:gd name="connsiteX30" fmla="*/ 23812 w 421481"/>
                <a:gd name="connsiteY30" fmla="*/ 52388 h 259557"/>
                <a:gd name="connsiteX31" fmla="*/ 50006 w 421481"/>
                <a:gd name="connsiteY31" fmla="*/ 78582 h 259557"/>
                <a:gd name="connsiteX32" fmla="*/ 61912 w 421481"/>
                <a:gd name="connsiteY32" fmla="*/ 76200 h 259557"/>
                <a:gd name="connsiteX33" fmla="*/ 90487 w 421481"/>
                <a:gd name="connsiteY33" fmla="*/ 76200 h 259557"/>
                <a:gd name="connsiteX34" fmla="*/ 104775 w 421481"/>
                <a:gd name="connsiteY34" fmla="*/ 111919 h 259557"/>
                <a:gd name="connsiteX35" fmla="*/ 126206 w 421481"/>
                <a:gd name="connsiteY35" fmla="*/ 154782 h 259557"/>
                <a:gd name="connsiteX36" fmla="*/ 111919 w 421481"/>
                <a:gd name="connsiteY36" fmla="*/ 190500 h 259557"/>
                <a:gd name="connsiteX37" fmla="*/ 119062 w 421481"/>
                <a:gd name="connsiteY37" fmla="*/ 207169 h 259557"/>
                <a:gd name="connsiteX38" fmla="*/ 116681 w 421481"/>
                <a:gd name="connsiteY38" fmla="*/ 235744 h 259557"/>
                <a:gd name="connsiteX39" fmla="*/ 140494 w 421481"/>
                <a:gd name="connsiteY39" fmla="*/ 221457 h 259557"/>
                <a:gd name="connsiteX40" fmla="*/ 173831 w 421481"/>
                <a:gd name="connsiteY40" fmla="*/ 250032 h 259557"/>
                <a:gd name="connsiteX41" fmla="*/ 178594 w 421481"/>
                <a:gd name="connsiteY41" fmla="*/ 221457 h 259557"/>
                <a:gd name="connsiteX42" fmla="*/ 207169 w 421481"/>
                <a:gd name="connsiteY42" fmla="*/ 223838 h 259557"/>
                <a:gd name="connsiteX43" fmla="*/ 209550 w 421481"/>
                <a:gd name="connsiteY43" fmla="*/ 257175 h 259557"/>
                <a:gd name="connsiteX44" fmla="*/ 242887 w 421481"/>
                <a:gd name="connsiteY44" fmla="*/ 259557 h 259557"/>
                <a:gd name="connsiteX45" fmla="*/ 288131 w 421481"/>
                <a:gd name="connsiteY45" fmla="*/ 238125 h 259557"/>
                <a:gd name="connsiteX46" fmla="*/ 295275 w 421481"/>
                <a:gd name="connsiteY46" fmla="*/ 252413 h 259557"/>
                <a:gd name="connsiteX47" fmla="*/ 352425 w 421481"/>
                <a:gd name="connsiteY47" fmla="*/ 214313 h 259557"/>
                <a:gd name="connsiteX48" fmla="*/ 366712 w 421481"/>
                <a:gd name="connsiteY48" fmla="*/ 257175 h 259557"/>
                <a:gd name="connsiteX0" fmla="*/ 366712 w 421481"/>
                <a:gd name="connsiteY0" fmla="*/ 257175 h 259557"/>
                <a:gd name="connsiteX1" fmla="*/ 392906 w 421481"/>
                <a:gd name="connsiteY1" fmla="*/ 245269 h 259557"/>
                <a:gd name="connsiteX2" fmla="*/ 395287 w 421481"/>
                <a:gd name="connsiteY2" fmla="*/ 204788 h 259557"/>
                <a:gd name="connsiteX3" fmla="*/ 421481 w 421481"/>
                <a:gd name="connsiteY3" fmla="*/ 183357 h 259557"/>
                <a:gd name="connsiteX4" fmla="*/ 404812 w 421481"/>
                <a:gd name="connsiteY4" fmla="*/ 157163 h 259557"/>
                <a:gd name="connsiteX5" fmla="*/ 373856 w 421481"/>
                <a:gd name="connsiteY5" fmla="*/ 126207 h 259557"/>
                <a:gd name="connsiteX6" fmla="*/ 354806 w 421481"/>
                <a:gd name="connsiteY6" fmla="*/ 145257 h 259557"/>
                <a:gd name="connsiteX7" fmla="*/ 335756 w 421481"/>
                <a:gd name="connsiteY7" fmla="*/ 135732 h 259557"/>
                <a:gd name="connsiteX8" fmla="*/ 311944 w 421481"/>
                <a:gd name="connsiteY8" fmla="*/ 147638 h 259557"/>
                <a:gd name="connsiteX9" fmla="*/ 290512 w 421481"/>
                <a:gd name="connsiteY9" fmla="*/ 159544 h 259557"/>
                <a:gd name="connsiteX10" fmla="*/ 278606 w 421481"/>
                <a:gd name="connsiteY10" fmla="*/ 178594 h 259557"/>
                <a:gd name="connsiteX11" fmla="*/ 257175 w 421481"/>
                <a:gd name="connsiteY11" fmla="*/ 176213 h 259557"/>
                <a:gd name="connsiteX12" fmla="*/ 233362 w 421481"/>
                <a:gd name="connsiteY12" fmla="*/ 161925 h 259557"/>
                <a:gd name="connsiteX13" fmla="*/ 200025 w 421481"/>
                <a:gd name="connsiteY13" fmla="*/ 171450 h 259557"/>
                <a:gd name="connsiteX14" fmla="*/ 180975 w 421481"/>
                <a:gd name="connsiteY14" fmla="*/ 173832 h 259557"/>
                <a:gd name="connsiteX15" fmla="*/ 171450 w 421481"/>
                <a:gd name="connsiteY15" fmla="*/ 154782 h 259557"/>
                <a:gd name="connsiteX16" fmla="*/ 176212 w 421481"/>
                <a:gd name="connsiteY16" fmla="*/ 133350 h 259557"/>
                <a:gd name="connsiteX17" fmla="*/ 161925 w 421481"/>
                <a:gd name="connsiteY17" fmla="*/ 128588 h 259557"/>
                <a:gd name="connsiteX18" fmla="*/ 135731 w 421481"/>
                <a:gd name="connsiteY18" fmla="*/ 135732 h 259557"/>
                <a:gd name="connsiteX19" fmla="*/ 140494 w 421481"/>
                <a:gd name="connsiteY19" fmla="*/ 111919 h 259557"/>
                <a:gd name="connsiteX20" fmla="*/ 121444 w 421481"/>
                <a:gd name="connsiteY20" fmla="*/ 78582 h 259557"/>
                <a:gd name="connsiteX21" fmla="*/ 176212 w 421481"/>
                <a:gd name="connsiteY21" fmla="*/ 92869 h 259557"/>
                <a:gd name="connsiteX22" fmla="*/ 133350 w 421481"/>
                <a:gd name="connsiteY22" fmla="*/ 69057 h 259557"/>
                <a:gd name="connsiteX23" fmla="*/ 145256 w 421481"/>
                <a:gd name="connsiteY23" fmla="*/ 47625 h 259557"/>
                <a:gd name="connsiteX24" fmla="*/ 104775 w 421481"/>
                <a:gd name="connsiteY24" fmla="*/ 50007 h 259557"/>
                <a:gd name="connsiteX25" fmla="*/ 85725 w 421481"/>
                <a:gd name="connsiteY25" fmla="*/ 61913 h 259557"/>
                <a:gd name="connsiteX26" fmla="*/ 83344 w 421481"/>
                <a:gd name="connsiteY26" fmla="*/ 16669 h 259557"/>
                <a:gd name="connsiteX27" fmla="*/ 50006 w 421481"/>
                <a:gd name="connsiteY27" fmla="*/ 14288 h 259557"/>
                <a:gd name="connsiteX28" fmla="*/ 21431 w 421481"/>
                <a:gd name="connsiteY28" fmla="*/ 0 h 259557"/>
                <a:gd name="connsiteX29" fmla="*/ 0 w 421481"/>
                <a:gd name="connsiteY29" fmla="*/ 21432 h 259557"/>
                <a:gd name="connsiteX30" fmla="*/ 23812 w 421481"/>
                <a:gd name="connsiteY30" fmla="*/ 52388 h 259557"/>
                <a:gd name="connsiteX31" fmla="*/ 50006 w 421481"/>
                <a:gd name="connsiteY31" fmla="*/ 78582 h 259557"/>
                <a:gd name="connsiteX32" fmla="*/ 61912 w 421481"/>
                <a:gd name="connsiteY32" fmla="*/ 76200 h 259557"/>
                <a:gd name="connsiteX33" fmla="*/ 90487 w 421481"/>
                <a:gd name="connsiteY33" fmla="*/ 76200 h 259557"/>
                <a:gd name="connsiteX34" fmla="*/ 104775 w 421481"/>
                <a:gd name="connsiteY34" fmla="*/ 111919 h 259557"/>
                <a:gd name="connsiteX35" fmla="*/ 126206 w 421481"/>
                <a:gd name="connsiteY35" fmla="*/ 154782 h 259557"/>
                <a:gd name="connsiteX36" fmla="*/ 111919 w 421481"/>
                <a:gd name="connsiteY36" fmla="*/ 190500 h 259557"/>
                <a:gd name="connsiteX37" fmla="*/ 119062 w 421481"/>
                <a:gd name="connsiteY37" fmla="*/ 207169 h 259557"/>
                <a:gd name="connsiteX38" fmla="*/ 116681 w 421481"/>
                <a:gd name="connsiteY38" fmla="*/ 235744 h 259557"/>
                <a:gd name="connsiteX39" fmla="*/ 140494 w 421481"/>
                <a:gd name="connsiteY39" fmla="*/ 221457 h 259557"/>
                <a:gd name="connsiteX40" fmla="*/ 173831 w 421481"/>
                <a:gd name="connsiteY40" fmla="*/ 250032 h 259557"/>
                <a:gd name="connsiteX41" fmla="*/ 178594 w 421481"/>
                <a:gd name="connsiteY41" fmla="*/ 221457 h 259557"/>
                <a:gd name="connsiteX42" fmla="*/ 207169 w 421481"/>
                <a:gd name="connsiteY42" fmla="*/ 223838 h 259557"/>
                <a:gd name="connsiteX43" fmla="*/ 209550 w 421481"/>
                <a:gd name="connsiteY43" fmla="*/ 257175 h 259557"/>
                <a:gd name="connsiteX44" fmla="*/ 242887 w 421481"/>
                <a:gd name="connsiteY44" fmla="*/ 259557 h 259557"/>
                <a:gd name="connsiteX45" fmla="*/ 288131 w 421481"/>
                <a:gd name="connsiteY45" fmla="*/ 238125 h 259557"/>
                <a:gd name="connsiteX46" fmla="*/ 295275 w 421481"/>
                <a:gd name="connsiteY46" fmla="*/ 252413 h 259557"/>
                <a:gd name="connsiteX47" fmla="*/ 352425 w 421481"/>
                <a:gd name="connsiteY47" fmla="*/ 214313 h 259557"/>
                <a:gd name="connsiteX48" fmla="*/ 366712 w 421481"/>
                <a:gd name="connsiteY48" fmla="*/ 257175 h 25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21481" h="259557">
                  <a:moveTo>
                    <a:pt x="366712" y="257175"/>
                  </a:moveTo>
                  <a:lnTo>
                    <a:pt x="392906" y="245269"/>
                  </a:lnTo>
                  <a:lnTo>
                    <a:pt x="395287" y="204788"/>
                  </a:lnTo>
                  <a:lnTo>
                    <a:pt x="421481" y="183357"/>
                  </a:lnTo>
                  <a:lnTo>
                    <a:pt x="404812" y="157163"/>
                  </a:lnTo>
                  <a:lnTo>
                    <a:pt x="373856" y="126207"/>
                  </a:lnTo>
                  <a:lnTo>
                    <a:pt x="354806" y="145257"/>
                  </a:lnTo>
                  <a:lnTo>
                    <a:pt x="335756" y="135732"/>
                  </a:lnTo>
                  <a:lnTo>
                    <a:pt x="311944" y="147638"/>
                  </a:lnTo>
                  <a:lnTo>
                    <a:pt x="290512" y="159544"/>
                  </a:lnTo>
                  <a:lnTo>
                    <a:pt x="278606" y="178594"/>
                  </a:lnTo>
                  <a:lnTo>
                    <a:pt x="257175" y="176213"/>
                  </a:lnTo>
                  <a:lnTo>
                    <a:pt x="233362" y="161925"/>
                  </a:lnTo>
                  <a:lnTo>
                    <a:pt x="200025" y="171450"/>
                  </a:lnTo>
                  <a:lnTo>
                    <a:pt x="180975" y="173832"/>
                  </a:lnTo>
                  <a:lnTo>
                    <a:pt x="171450" y="154782"/>
                  </a:lnTo>
                  <a:lnTo>
                    <a:pt x="176212" y="133350"/>
                  </a:lnTo>
                  <a:lnTo>
                    <a:pt x="161925" y="128588"/>
                  </a:lnTo>
                  <a:lnTo>
                    <a:pt x="135731" y="135732"/>
                  </a:lnTo>
                  <a:lnTo>
                    <a:pt x="140494" y="111919"/>
                  </a:lnTo>
                  <a:lnTo>
                    <a:pt x="121444" y="78582"/>
                  </a:lnTo>
                  <a:lnTo>
                    <a:pt x="176212" y="92869"/>
                  </a:lnTo>
                  <a:lnTo>
                    <a:pt x="133350" y="69057"/>
                  </a:lnTo>
                  <a:lnTo>
                    <a:pt x="145256" y="47625"/>
                  </a:lnTo>
                  <a:lnTo>
                    <a:pt x="104775" y="50007"/>
                  </a:lnTo>
                  <a:lnTo>
                    <a:pt x="85725" y="61913"/>
                  </a:lnTo>
                  <a:lnTo>
                    <a:pt x="83344" y="16669"/>
                  </a:lnTo>
                  <a:lnTo>
                    <a:pt x="50006" y="14288"/>
                  </a:lnTo>
                  <a:lnTo>
                    <a:pt x="21431" y="0"/>
                  </a:lnTo>
                  <a:lnTo>
                    <a:pt x="0" y="21432"/>
                  </a:lnTo>
                  <a:lnTo>
                    <a:pt x="23812" y="52388"/>
                  </a:lnTo>
                  <a:lnTo>
                    <a:pt x="50006" y="78582"/>
                  </a:lnTo>
                  <a:lnTo>
                    <a:pt x="61912" y="76200"/>
                  </a:lnTo>
                  <a:lnTo>
                    <a:pt x="90487" y="76200"/>
                  </a:lnTo>
                  <a:lnTo>
                    <a:pt x="104775" y="111919"/>
                  </a:lnTo>
                  <a:lnTo>
                    <a:pt x="126206" y="154782"/>
                  </a:lnTo>
                  <a:lnTo>
                    <a:pt x="111919" y="190500"/>
                  </a:lnTo>
                  <a:lnTo>
                    <a:pt x="119062" y="207169"/>
                  </a:lnTo>
                  <a:lnTo>
                    <a:pt x="116681" y="235744"/>
                  </a:lnTo>
                  <a:lnTo>
                    <a:pt x="140494" y="221457"/>
                  </a:lnTo>
                  <a:lnTo>
                    <a:pt x="173831" y="250032"/>
                  </a:lnTo>
                  <a:lnTo>
                    <a:pt x="178594" y="221457"/>
                  </a:lnTo>
                  <a:lnTo>
                    <a:pt x="207169" y="223838"/>
                  </a:lnTo>
                  <a:lnTo>
                    <a:pt x="209550" y="257175"/>
                  </a:lnTo>
                  <a:lnTo>
                    <a:pt x="242887" y="259557"/>
                  </a:lnTo>
                  <a:lnTo>
                    <a:pt x="288131" y="238125"/>
                  </a:lnTo>
                  <a:lnTo>
                    <a:pt x="295275" y="252413"/>
                  </a:lnTo>
                  <a:lnTo>
                    <a:pt x="352425" y="214313"/>
                  </a:lnTo>
                  <a:lnTo>
                    <a:pt x="366712" y="257175"/>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47" name="Freeform: Shape 1052">
              <a:extLst>
                <a:ext uri="{FF2B5EF4-FFF2-40B4-BE49-F238E27FC236}">
                  <a16:creationId xmlns:a16="http://schemas.microsoft.com/office/drawing/2014/main" id="{87CE8F76-7D90-4E92-9DC0-DADA1130C523}"/>
                </a:ext>
              </a:extLst>
            </p:cNvPr>
            <p:cNvSpPr/>
            <p:nvPr/>
          </p:nvSpPr>
          <p:spPr bwMode="auto">
            <a:xfrm>
              <a:off x="2031206" y="1547813"/>
              <a:ext cx="16669" cy="54768"/>
            </a:xfrm>
            <a:custGeom>
              <a:avLst/>
              <a:gdLst>
                <a:gd name="connsiteX0" fmla="*/ 0 w 16669"/>
                <a:gd name="connsiteY0" fmla="*/ 0 h 54768"/>
                <a:gd name="connsiteX1" fmla="*/ 16669 w 16669"/>
                <a:gd name="connsiteY1" fmla="*/ 54768 h 54768"/>
                <a:gd name="connsiteX2" fmla="*/ 0 w 16669"/>
                <a:gd name="connsiteY2" fmla="*/ 0 h 54768"/>
              </a:gdLst>
              <a:ahLst/>
              <a:cxnLst>
                <a:cxn ang="0">
                  <a:pos x="connsiteX0" y="connsiteY0"/>
                </a:cxn>
                <a:cxn ang="0">
                  <a:pos x="connsiteX1" y="connsiteY1"/>
                </a:cxn>
                <a:cxn ang="0">
                  <a:pos x="connsiteX2" y="connsiteY2"/>
                </a:cxn>
              </a:cxnLst>
              <a:rect l="l" t="t" r="r" b="b"/>
              <a:pathLst>
                <a:path w="16669" h="54768">
                  <a:moveTo>
                    <a:pt x="0" y="0"/>
                  </a:moveTo>
                  <a:lnTo>
                    <a:pt x="16669" y="54768"/>
                  </a:lnTo>
                  <a:lnTo>
                    <a:pt x="0"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48" name="Freeform: Shape 1053">
              <a:extLst>
                <a:ext uri="{FF2B5EF4-FFF2-40B4-BE49-F238E27FC236}">
                  <a16:creationId xmlns:a16="http://schemas.microsoft.com/office/drawing/2014/main" id="{2769E2A1-6D2D-4B09-AF5B-6F1EDED99F2E}"/>
                </a:ext>
              </a:extLst>
            </p:cNvPr>
            <p:cNvSpPr/>
            <p:nvPr/>
          </p:nvSpPr>
          <p:spPr bwMode="auto">
            <a:xfrm>
              <a:off x="1852613" y="1409700"/>
              <a:ext cx="78581" cy="119063"/>
            </a:xfrm>
            <a:custGeom>
              <a:avLst/>
              <a:gdLst>
                <a:gd name="connsiteX0" fmla="*/ 0 w 78581"/>
                <a:gd name="connsiteY0" fmla="*/ 0 h 119063"/>
                <a:gd name="connsiteX1" fmla="*/ 14287 w 78581"/>
                <a:gd name="connsiteY1" fmla="*/ 57150 h 119063"/>
                <a:gd name="connsiteX2" fmla="*/ 45243 w 78581"/>
                <a:gd name="connsiteY2" fmla="*/ 73819 h 119063"/>
                <a:gd name="connsiteX3" fmla="*/ 26193 w 78581"/>
                <a:gd name="connsiteY3" fmla="*/ 95250 h 119063"/>
                <a:gd name="connsiteX4" fmla="*/ 23812 w 78581"/>
                <a:gd name="connsiteY4" fmla="*/ 119063 h 119063"/>
                <a:gd name="connsiteX5" fmla="*/ 78581 w 78581"/>
                <a:gd name="connsiteY5" fmla="*/ 104775 h 119063"/>
                <a:gd name="connsiteX6" fmla="*/ 73818 w 78581"/>
                <a:gd name="connsiteY6" fmla="*/ 69056 h 119063"/>
                <a:gd name="connsiteX7" fmla="*/ 73818 w 78581"/>
                <a:gd name="connsiteY7" fmla="*/ 35719 h 119063"/>
                <a:gd name="connsiteX8" fmla="*/ 47625 w 78581"/>
                <a:gd name="connsiteY8" fmla="*/ 16669 h 119063"/>
                <a:gd name="connsiteX9" fmla="*/ 0 w 78581"/>
                <a:gd name="connsiteY9" fmla="*/ 0 h 11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581" h="119063">
                  <a:moveTo>
                    <a:pt x="0" y="0"/>
                  </a:moveTo>
                  <a:lnTo>
                    <a:pt x="14287" y="57150"/>
                  </a:lnTo>
                  <a:lnTo>
                    <a:pt x="45243" y="73819"/>
                  </a:lnTo>
                  <a:lnTo>
                    <a:pt x="26193" y="95250"/>
                  </a:lnTo>
                  <a:lnTo>
                    <a:pt x="23812" y="119063"/>
                  </a:lnTo>
                  <a:lnTo>
                    <a:pt x="78581" y="104775"/>
                  </a:lnTo>
                  <a:lnTo>
                    <a:pt x="73818" y="69056"/>
                  </a:lnTo>
                  <a:lnTo>
                    <a:pt x="73818" y="35719"/>
                  </a:lnTo>
                  <a:lnTo>
                    <a:pt x="47625" y="16669"/>
                  </a:lnTo>
                  <a:lnTo>
                    <a:pt x="0"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49" name="Freeform: Shape 1054">
              <a:extLst>
                <a:ext uri="{FF2B5EF4-FFF2-40B4-BE49-F238E27FC236}">
                  <a16:creationId xmlns:a16="http://schemas.microsoft.com/office/drawing/2014/main" id="{8E6D9668-D37D-4155-80B8-89BD5D461603}"/>
                </a:ext>
              </a:extLst>
            </p:cNvPr>
            <p:cNvSpPr/>
            <p:nvPr/>
          </p:nvSpPr>
          <p:spPr bwMode="auto">
            <a:xfrm>
              <a:off x="1666875" y="1354932"/>
              <a:ext cx="152400" cy="164306"/>
            </a:xfrm>
            <a:custGeom>
              <a:avLst/>
              <a:gdLst>
                <a:gd name="connsiteX0" fmla="*/ 152400 w 152400"/>
                <a:gd name="connsiteY0" fmla="*/ 157163 h 157163"/>
                <a:gd name="connsiteX1" fmla="*/ 140494 w 152400"/>
                <a:gd name="connsiteY1" fmla="*/ 92869 h 157163"/>
                <a:gd name="connsiteX2" fmla="*/ 123825 w 152400"/>
                <a:gd name="connsiteY2" fmla="*/ 52388 h 157163"/>
                <a:gd name="connsiteX3" fmla="*/ 95250 w 152400"/>
                <a:gd name="connsiteY3" fmla="*/ 57150 h 157163"/>
                <a:gd name="connsiteX4" fmla="*/ 85725 w 152400"/>
                <a:gd name="connsiteY4" fmla="*/ 16669 h 157163"/>
                <a:gd name="connsiteX5" fmla="*/ 71438 w 152400"/>
                <a:gd name="connsiteY5" fmla="*/ 7144 h 157163"/>
                <a:gd name="connsiteX6" fmla="*/ 61913 w 152400"/>
                <a:gd name="connsiteY6" fmla="*/ 42863 h 157163"/>
                <a:gd name="connsiteX7" fmla="*/ 50006 w 152400"/>
                <a:gd name="connsiteY7" fmla="*/ 0 h 157163"/>
                <a:gd name="connsiteX8" fmla="*/ 0 w 152400"/>
                <a:gd name="connsiteY8" fmla="*/ 0 h 157163"/>
                <a:gd name="connsiteX9" fmla="*/ 21431 w 152400"/>
                <a:gd name="connsiteY9" fmla="*/ 19050 h 157163"/>
                <a:gd name="connsiteX10" fmla="*/ 35719 w 152400"/>
                <a:gd name="connsiteY10" fmla="*/ 30957 h 157163"/>
                <a:gd name="connsiteX11" fmla="*/ 52388 w 152400"/>
                <a:gd name="connsiteY11" fmla="*/ 50007 h 157163"/>
                <a:gd name="connsiteX12" fmla="*/ 64294 w 152400"/>
                <a:gd name="connsiteY12" fmla="*/ 88107 h 157163"/>
                <a:gd name="connsiteX13" fmla="*/ 42863 w 152400"/>
                <a:gd name="connsiteY13" fmla="*/ 97632 h 157163"/>
                <a:gd name="connsiteX14" fmla="*/ 26194 w 152400"/>
                <a:gd name="connsiteY14" fmla="*/ 85725 h 157163"/>
                <a:gd name="connsiteX15" fmla="*/ 30956 w 152400"/>
                <a:gd name="connsiteY15" fmla="*/ 119063 h 157163"/>
                <a:gd name="connsiteX16" fmla="*/ 57150 w 152400"/>
                <a:gd name="connsiteY16" fmla="*/ 102394 h 157163"/>
                <a:gd name="connsiteX17" fmla="*/ 78581 w 152400"/>
                <a:gd name="connsiteY17" fmla="*/ 116682 h 157163"/>
                <a:gd name="connsiteX18" fmla="*/ 114300 w 152400"/>
                <a:gd name="connsiteY18" fmla="*/ 123825 h 157163"/>
                <a:gd name="connsiteX19" fmla="*/ 152400 w 152400"/>
                <a:gd name="connsiteY19" fmla="*/ 157163 h 157163"/>
                <a:gd name="connsiteX0" fmla="*/ 152400 w 152400"/>
                <a:gd name="connsiteY0" fmla="*/ 157163 h 157163"/>
                <a:gd name="connsiteX1" fmla="*/ 140494 w 152400"/>
                <a:gd name="connsiteY1" fmla="*/ 92869 h 157163"/>
                <a:gd name="connsiteX2" fmla="*/ 123825 w 152400"/>
                <a:gd name="connsiteY2" fmla="*/ 52388 h 157163"/>
                <a:gd name="connsiteX3" fmla="*/ 95250 w 152400"/>
                <a:gd name="connsiteY3" fmla="*/ 57150 h 157163"/>
                <a:gd name="connsiteX4" fmla="*/ 85725 w 152400"/>
                <a:gd name="connsiteY4" fmla="*/ 16669 h 157163"/>
                <a:gd name="connsiteX5" fmla="*/ 71438 w 152400"/>
                <a:gd name="connsiteY5" fmla="*/ 7144 h 157163"/>
                <a:gd name="connsiteX6" fmla="*/ 61913 w 152400"/>
                <a:gd name="connsiteY6" fmla="*/ 42863 h 157163"/>
                <a:gd name="connsiteX7" fmla="*/ 50006 w 152400"/>
                <a:gd name="connsiteY7" fmla="*/ 0 h 157163"/>
                <a:gd name="connsiteX8" fmla="*/ 0 w 152400"/>
                <a:gd name="connsiteY8" fmla="*/ 0 h 157163"/>
                <a:gd name="connsiteX9" fmla="*/ 21431 w 152400"/>
                <a:gd name="connsiteY9" fmla="*/ 19050 h 157163"/>
                <a:gd name="connsiteX10" fmla="*/ 35719 w 152400"/>
                <a:gd name="connsiteY10" fmla="*/ 30957 h 157163"/>
                <a:gd name="connsiteX11" fmla="*/ 52388 w 152400"/>
                <a:gd name="connsiteY11" fmla="*/ 50007 h 157163"/>
                <a:gd name="connsiteX12" fmla="*/ 64294 w 152400"/>
                <a:gd name="connsiteY12" fmla="*/ 88107 h 157163"/>
                <a:gd name="connsiteX13" fmla="*/ 42863 w 152400"/>
                <a:gd name="connsiteY13" fmla="*/ 97632 h 157163"/>
                <a:gd name="connsiteX14" fmla="*/ 26194 w 152400"/>
                <a:gd name="connsiteY14" fmla="*/ 85725 h 157163"/>
                <a:gd name="connsiteX15" fmla="*/ 30956 w 152400"/>
                <a:gd name="connsiteY15" fmla="*/ 119063 h 157163"/>
                <a:gd name="connsiteX16" fmla="*/ 57150 w 152400"/>
                <a:gd name="connsiteY16" fmla="*/ 102394 h 157163"/>
                <a:gd name="connsiteX17" fmla="*/ 78581 w 152400"/>
                <a:gd name="connsiteY17" fmla="*/ 116682 h 157163"/>
                <a:gd name="connsiteX18" fmla="*/ 114300 w 152400"/>
                <a:gd name="connsiteY18" fmla="*/ 123825 h 157163"/>
                <a:gd name="connsiteX19" fmla="*/ 130969 w 152400"/>
                <a:gd name="connsiteY19" fmla="*/ 140494 h 157163"/>
                <a:gd name="connsiteX20" fmla="*/ 152400 w 152400"/>
                <a:gd name="connsiteY20" fmla="*/ 157163 h 157163"/>
                <a:gd name="connsiteX0" fmla="*/ 152400 w 152400"/>
                <a:gd name="connsiteY0" fmla="*/ 157163 h 164306"/>
                <a:gd name="connsiteX1" fmla="*/ 140494 w 152400"/>
                <a:gd name="connsiteY1" fmla="*/ 92869 h 164306"/>
                <a:gd name="connsiteX2" fmla="*/ 123825 w 152400"/>
                <a:gd name="connsiteY2" fmla="*/ 52388 h 164306"/>
                <a:gd name="connsiteX3" fmla="*/ 95250 w 152400"/>
                <a:gd name="connsiteY3" fmla="*/ 57150 h 164306"/>
                <a:gd name="connsiteX4" fmla="*/ 85725 w 152400"/>
                <a:gd name="connsiteY4" fmla="*/ 16669 h 164306"/>
                <a:gd name="connsiteX5" fmla="*/ 71438 w 152400"/>
                <a:gd name="connsiteY5" fmla="*/ 7144 h 164306"/>
                <a:gd name="connsiteX6" fmla="*/ 61913 w 152400"/>
                <a:gd name="connsiteY6" fmla="*/ 42863 h 164306"/>
                <a:gd name="connsiteX7" fmla="*/ 50006 w 152400"/>
                <a:gd name="connsiteY7" fmla="*/ 0 h 164306"/>
                <a:gd name="connsiteX8" fmla="*/ 0 w 152400"/>
                <a:gd name="connsiteY8" fmla="*/ 0 h 164306"/>
                <a:gd name="connsiteX9" fmla="*/ 21431 w 152400"/>
                <a:gd name="connsiteY9" fmla="*/ 19050 h 164306"/>
                <a:gd name="connsiteX10" fmla="*/ 35719 w 152400"/>
                <a:gd name="connsiteY10" fmla="*/ 30957 h 164306"/>
                <a:gd name="connsiteX11" fmla="*/ 52388 w 152400"/>
                <a:gd name="connsiteY11" fmla="*/ 50007 h 164306"/>
                <a:gd name="connsiteX12" fmla="*/ 64294 w 152400"/>
                <a:gd name="connsiteY12" fmla="*/ 88107 h 164306"/>
                <a:gd name="connsiteX13" fmla="*/ 42863 w 152400"/>
                <a:gd name="connsiteY13" fmla="*/ 97632 h 164306"/>
                <a:gd name="connsiteX14" fmla="*/ 26194 w 152400"/>
                <a:gd name="connsiteY14" fmla="*/ 85725 h 164306"/>
                <a:gd name="connsiteX15" fmla="*/ 30956 w 152400"/>
                <a:gd name="connsiteY15" fmla="*/ 119063 h 164306"/>
                <a:gd name="connsiteX16" fmla="*/ 57150 w 152400"/>
                <a:gd name="connsiteY16" fmla="*/ 102394 h 164306"/>
                <a:gd name="connsiteX17" fmla="*/ 78581 w 152400"/>
                <a:gd name="connsiteY17" fmla="*/ 116682 h 164306"/>
                <a:gd name="connsiteX18" fmla="*/ 114300 w 152400"/>
                <a:gd name="connsiteY18" fmla="*/ 123825 h 164306"/>
                <a:gd name="connsiteX19" fmla="*/ 138113 w 152400"/>
                <a:gd name="connsiteY19" fmla="*/ 164306 h 164306"/>
                <a:gd name="connsiteX20" fmla="*/ 152400 w 152400"/>
                <a:gd name="connsiteY20" fmla="*/ 157163 h 164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2400" h="164306">
                  <a:moveTo>
                    <a:pt x="152400" y="157163"/>
                  </a:moveTo>
                  <a:lnTo>
                    <a:pt x="140494" y="92869"/>
                  </a:lnTo>
                  <a:lnTo>
                    <a:pt x="123825" y="52388"/>
                  </a:lnTo>
                  <a:lnTo>
                    <a:pt x="95250" y="57150"/>
                  </a:lnTo>
                  <a:lnTo>
                    <a:pt x="85725" y="16669"/>
                  </a:lnTo>
                  <a:lnTo>
                    <a:pt x="71438" y="7144"/>
                  </a:lnTo>
                  <a:lnTo>
                    <a:pt x="61913" y="42863"/>
                  </a:lnTo>
                  <a:lnTo>
                    <a:pt x="50006" y="0"/>
                  </a:lnTo>
                  <a:lnTo>
                    <a:pt x="0" y="0"/>
                  </a:lnTo>
                  <a:lnTo>
                    <a:pt x="21431" y="19050"/>
                  </a:lnTo>
                  <a:lnTo>
                    <a:pt x="35719" y="30957"/>
                  </a:lnTo>
                  <a:lnTo>
                    <a:pt x="52388" y="50007"/>
                  </a:lnTo>
                  <a:lnTo>
                    <a:pt x="64294" y="88107"/>
                  </a:lnTo>
                  <a:lnTo>
                    <a:pt x="42863" y="97632"/>
                  </a:lnTo>
                  <a:lnTo>
                    <a:pt x="26194" y="85725"/>
                  </a:lnTo>
                  <a:lnTo>
                    <a:pt x="30956" y="119063"/>
                  </a:lnTo>
                  <a:lnTo>
                    <a:pt x="57150" y="102394"/>
                  </a:lnTo>
                  <a:lnTo>
                    <a:pt x="78581" y="116682"/>
                  </a:lnTo>
                  <a:lnTo>
                    <a:pt x="114300" y="123825"/>
                  </a:lnTo>
                  <a:lnTo>
                    <a:pt x="138113" y="164306"/>
                  </a:lnTo>
                  <a:lnTo>
                    <a:pt x="152400" y="157163"/>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50" name="Freeform: Shape 202">
              <a:extLst>
                <a:ext uri="{FF2B5EF4-FFF2-40B4-BE49-F238E27FC236}">
                  <a16:creationId xmlns:a16="http://schemas.microsoft.com/office/drawing/2014/main" id="{4C952985-8583-4791-99B7-DD33CB4CAE4E}"/>
                </a:ext>
              </a:extLst>
            </p:cNvPr>
            <p:cNvSpPr/>
            <p:nvPr/>
          </p:nvSpPr>
          <p:spPr bwMode="auto">
            <a:xfrm>
              <a:off x="1907382" y="1538288"/>
              <a:ext cx="69056" cy="40481"/>
            </a:xfrm>
            <a:custGeom>
              <a:avLst/>
              <a:gdLst>
                <a:gd name="connsiteX0" fmla="*/ 0 w 57150"/>
                <a:gd name="connsiteY0" fmla="*/ 0 h 40481"/>
                <a:gd name="connsiteX1" fmla="*/ 57150 w 57150"/>
                <a:gd name="connsiteY1" fmla="*/ 14287 h 40481"/>
                <a:gd name="connsiteX2" fmla="*/ 42862 w 57150"/>
                <a:gd name="connsiteY2" fmla="*/ 40481 h 40481"/>
                <a:gd name="connsiteX3" fmla="*/ 0 w 57150"/>
                <a:gd name="connsiteY3" fmla="*/ 0 h 40481"/>
                <a:gd name="connsiteX0" fmla="*/ 0 w 57150"/>
                <a:gd name="connsiteY0" fmla="*/ 0 h 40481"/>
                <a:gd name="connsiteX1" fmla="*/ 57150 w 57150"/>
                <a:gd name="connsiteY1" fmla="*/ 14287 h 40481"/>
                <a:gd name="connsiteX2" fmla="*/ 42862 w 57150"/>
                <a:gd name="connsiteY2" fmla="*/ 40481 h 40481"/>
                <a:gd name="connsiteX3" fmla="*/ 19050 w 57150"/>
                <a:gd name="connsiteY3" fmla="*/ 16668 h 40481"/>
                <a:gd name="connsiteX4" fmla="*/ 0 w 57150"/>
                <a:gd name="connsiteY4" fmla="*/ 0 h 40481"/>
                <a:gd name="connsiteX0" fmla="*/ 11906 w 69056"/>
                <a:gd name="connsiteY0" fmla="*/ 0 h 40481"/>
                <a:gd name="connsiteX1" fmla="*/ 69056 w 69056"/>
                <a:gd name="connsiteY1" fmla="*/ 14287 h 40481"/>
                <a:gd name="connsiteX2" fmla="*/ 54768 w 69056"/>
                <a:gd name="connsiteY2" fmla="*/ 40481 h 40481"/>
                <a:gd name="connsiteX3" fmla="*/ 0 w 69056"/>
                <a:gd name="connsiteY3" fmla="*/ 19050 h 40481"/>
                <a:gd name="connsiteX4" fmla="*/ 11906 w 69056"/>
                <a:gd name="connsiteY4" fmla="*/ 0 h 40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56" h="40481">
                  <a:moveTo>
                    <a:pt x="11906" y="0"/>
                  </a:moveTo>
                  <a:lnTo>
                    <a:pt x="69056" y="14287"/>
                  </a:lnTo>
                  <a:lnTo>
                    <a:pt x="54768" y="40481"/>
                  </a:lnTo>
                  <a:lnTo>
                    <a:pt x="0" y="19050"/>
                  </a:lnTo>
                  <a:lnTo>
                    <a:pt x="11906"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51" name="Freeform: Shape 203">
              <a:extLst>
                <a:ext uri="{FF2B5EF4-FFF2-40B4-BE49-F238E27FC236}">
                  <a16:creationId xmlns:a16="http://schemas.microsoft.com/office/drawing/2014/main" id="{EFAF03F8-AB08-439E-BDFE-366C82D1B8B4}"/>
                </a:ext>
              </a:extLst>
            </p:cNvPr>
            <p:cNvSpPr/>
            <p:nvPr/>
          </p:nvSpPr>
          <p:spPr bwMode="auto">
            <a:xfrm>
              <a:off x="1890713" y="1764506"/>
              <a:ext cx="76200" cy="102394"/>
            </a:xfrm>
            <a:custGeom>
              <a:avLst/>
              <a:gdLst>
                <a:gd name="connsiteX0" fmla="*/ 0 w 76200"/>
                <a:gd name="connsiteY0" fmla="*/ 47625 h 102394"/>
                <a:gd name="connsiteX1" fmla="*/ 57150 w 76200"/>
                <a:gd name="connsiteY1" fmla="*/ 102394 h 102394"/>
                <a:gd name="connsiteX2" fmla="*/ 76200 w 76200"/>
                <a:gd name="connsiteY2" fmla="*/ 97632 h 102394"/>
                <a:gd name="connsiteX3" fmla="*/ 73818 w 76200"/>
                <a:gd name="connsiteY3" fmla="*/ 52388 h 102394"/>
                <a:gd name="connsiteX4" fmla="*/ 69056 w 76200"/>
                <a:gd name="connsiteY4" fmla="*/ 33338 h 102394"/>
                <a:gd name="connsiteX5" fmla="*/ 50006 w 76200"/>
                <a:gd name="connsiteY5" fmla="*/ 14288 h 102394"/>
                <a:gd name="connsiteX6" fmla="*/ 33337 w 76200"/>
                <a:gd name="connsiteY6" fmla="*/ 0 h 102394"/>
                <a:gd name="connsiteX7" fmla="*/ 0 w 76200"/>
                <a:gd name="connsiteY7" fmla="*/ 47625 h 102394"/>
                <a:gd name="connsiteX0" fmla="*/ 0 w 76200"/>
                <a:gd name="connsiteY0" fmla="*/ 47625 h 102394"/>
                <a:gd name="connsiteX1" fmla="*/ 57150 w 76200"/>
                <a:gd name="connsiteY1" fmla="*/ 102394 h 102394"/>
                <a:gd name="connsiteX2" fmla="*/ 76200 w 76200"/>
                <a:gd name="connsiteY2" fmla="*/ 97632 h 102394"/>
                <a:gd name="connsiteX3" fmla="*/ 73818 w 76200"/>
                <a:gd name="connsiteY3" fmla="*/ 52388 h 102394"/>
                <a:gd name="connsiteX4" fmla="*/ 69056 w 76200"/>
                <a:gd name="connsiteY4" fmla="*/ 33338 h 102394"/>
                <a:gd name="connsiteX5" fmla="*/ 50006 w 76200"/>
                <a:gd name="connsiteY5" fmla="*/ 14288 h 102394"/>
                <a:gd name="connsiteX6" fmla="*/ 33337 w 76200"/>
                <a:gd name="connsiteY6" fmla="*/ 0 h 102394"/>
                <a:gd name="connsiteX7" fmla="*/ 19050 w 76200"/>
                <a:gd name="connsiteY7" fmla="*/ 26194 h 102394"/>
                <a:gd name="connsiteX8" fmla="*/ 0 w 76200"/>
                <a:gd name="connsiteY8" fmla="*/ 47625 h 102394"/>
                <a:gd name="connsiteX0" fmla="*/ 0 w 76200"/>
                <a:gd name="connsiteY0" fmla="*/ 47625 h 102394"/>
                <a:gd name="connsiteX1" fmla="*/ 57150 w 76200"/>
                <a:gd name="connsiteY1" fmla="*/ 102394 h 102394"/>
                <a:gd name="connsiteX2" fmla="*/ 76200 w 76200"/>
                <a:gd name="connsiteY2" fmla="*/ 97632 h 102394"/>
                <a:gd name="connsiteX3" fmla="*/ 73818 w 76200"/>
                <a:gd name="connsiteY3" fmla="*/ 52388 h 102394"/>
                <a:gd name="connsiteX4" fmla="*/ 69056 w 76200"/>
                <a:gd name="connsiteY4" fmla="*/ 33338 h 102394"/>
                <a:gd name="connsiteX5" fmla="*/ 50006 w 76200"/>
                <a:gd name="connsiteY5" fmla="*/ 14288 h 102394"/>
                <a:gd name="connsiteX6" fmla="*/ 33337 w 76200"/>
                <a:gd name="connsiteY6" fmla="*/ 0 h 102394"/>
                <a:gd name="connsiteX7" fmla="*/ 28575 w 76200"/>
                <a:gd name="connsiteY7" fmla="*/ 47626 h 102394"/>
                <a:gd name="connsiteX8" fmla="*/ 0 w 76200"/>
                <a:gd name="connsiteY8" fmla="*/ 47625 h 10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102394">
                  <a:moveTo>
                    <a:pt x="0" y="47625"/>
                  </a:moveTo>
                  <a:lnTo>
                    <a:pt x="57150" y="102394"/>
                  </a:lnTo>
                  <a:lnTo>
                    <a:pt x="76200" y="97632"/>
                  </a:lnTo>
                  <a:lnTo>
                    <a:pt x="73818" y="52388"/>
                  </a:lnTo>
                  <a:lnTo>
                    <a:pt x="69056" y="33338"/>
                  </a:lnTo>
                  <a:lnTo>
                    <a:pt x="50006" y="14288"/>
                  </a:lnTo>
                  <a:lnTo>
                    <a:pt x="33337" y="0"/>
                  </a:lnTo>
                  <a:cubicBezTo>
                    <a:pt x="30162" y="5556"/>
                    <a:pt x="31750" y="42070"/>
                    <a:pt x="28575" y="47626"/>
                  </a:cubicBezTo>
                  <a:lnTo>
                    <a:pt x="0" y="47625"/>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52" name="Freeform: Shape 204">
              <a:extLst>
                <a:ext uri="{FF2B5EF4-FFF2-40B4-BE49-F238E27FC236}">
                  <a16:creationId xmlns:a16="http://schemas.microsoft.com/office/drawing/2014/main" id="{A0AFDEFB-6F96-41AF-9E58-76615DEF5146}"/>
                </a:ext>
              </a:extLst>
            </p:cNvPr>
            <p:cNvSpPr/>
            <p:nvPr/>
          </p:nvSpPr>
          <p:spPr bwMode="auto">
            <a:xfrm>
              <a:off x="1752600" y="1943100"/>
              <a:ext cx="138113" cy="195262"/>
            </a:xfrm>
            <a:custGeom>
              <a:avLst/>
              <a:gdLst>
                <a:gd name="connsiteX0" fmla="*/ 88106 w 138113"/>
                <a:gd name="connsiteY0" fmla="*/ 204788 h 204788"/>
                <a:gd name="connsiteX1" fmla="*/ 45244 w 138113"/>
                <a:gd name="connsiteY1" fmla="*/ 133350 h 204788"/>
                <a:gd name="connsiteX2" fmla="*/ 16669 w 138113"/>
                <a:gd name="connsiteY2" fmla="*/ 126206 h 204788"/>
                <a:gd name="connsiteX3" fmla="*/ 0 w 138113"/>
                <a:gd name="connsiteY3" fmla="*/ 80963 h 204788"/>
                <a:gd name="connsiteX4" fmla="*/ 30956 w 138113"/>
                <a:gd name="connsiteY4" fmla="*/ 95250 h 204788"/>
                <a:gd name="connsiteX5" fmla="*/ 54769 w 138113"/>
                <a:gd name="connsiteY5" fmla="*/ 92869 h 204788"/>
                <a:gd name="connsiteX6" fmla="*/ 61913 w 138113"/>
                <a:gd name="connsiteY6" fmla="*/ 73819 h 204788"/>
                <a:gd name="connsiteX7" fmla="*/ 61913 w 138113"/>
                <a:gd name="connsiteY7" fmla="*/ 47625 h 204788"/>
                <a:gd name="connsiteX8" fmla="*/ 28575 w 138113"/>
                <a:gd name="connsiteY8" fmla="*/ 2381 h 204788"/>
                <a:gd name="connsiteX9" fmla="*/ 66675 w 138113"/>
                <a:gd name="connsiteY9" fmla="*/ 11906 h 204788"/>
                <a:gd name="connsiteX10" fmla="*/ 116681 w 138113"/>
                <a:gd name="connsiteY10" fmla="*/ 0 h 204788"/>
                <a:gd name="connsiteX11" fmla="*/ 116681 w 138113"/>
                <a:gd name="connsiteY11" fmla="*/ 16669 h 204788"/>
                <a:gd name="connsiteX12" fmla="*/ 97631 w 138113"/>
                <a:gd name="connsiteY12" fmla="*/ 40481 h 204788"/>
                <a:gd name="connsiteX13" fmla="*/ 85725 w 138113"/>
                <a:gd name="connsiteY13" fmla="*/ 64294 h 204788"/>
                <a:gd name="connsiteX14" fmla="*/ 114300 w 138113"/>
                <a:gd name="connsiteY14" fmla="*/ 71438 h 204788"/>
                <a:gd name="connsiteX15" fmla="*/ 123825 w 138113"/>
                <a:gd name="connsiteY15" fmla="*/ 100013 h 204788"/>
                <a:gd name="connsiteX16" fmla="*/ 138113 w 138113"/>
                <a:gd name="connsiteY16" fmla="*/ 104775 h 204788"/>
                <a:gd name="connsiteX17" fmla="*/ 138113 w 138113"/>
                <a:gd name="connsiteY17" fmla="*/ 147638 h 204788"/>
                <a:gd name="connsiteX18" fmla="*/ 138113 w 138113"/>
                <a:gd name="connsiteY18" fmla="*/ 180975 h 204788"/>
                <a:gd name="connsiteX19" fmla="*/ 88106 w 138113"/>
                <a:gd name="connsiteY19" fmla="*/ 204788 h 204788"/>
                <a:gd name="connsiteX0" fmla="*/ 88106 w 138113"/>
                <a:gd name="connsiteY0" fmla="*/ 204788 h 204788"/>
                <a:gd name="connsiteX1" fmla="*/ 116681 w 138113"/>
                <a:gd name="connsiteY1" fmla="*/ 192881 h 204788"/>
                <a:gd name="connsiteX2" fmla="*/ 45244 w 138113"/>
                <a:gd name="connsiteY2" fmla="*/ 133350 h 204788"/>
                <a:gd name="connsiteX3" fmla="*/ 16669 w 138113"/>
                <a:gd name="connsiteY3" fmla="*/ 126206 h 204788"/>
                <a:gd name="connsiteX4" fmla="*/ 0 w 138113"/>
                <a:gd name="connsiteY4" fmla="*/ 80963 h 204788"/>
                <a:gd name="connsiteX5" fmla="*/ 30956 w 138113"/>
                <a:gd name="connsiteY5" fmla="*/ 95250 h 204788"/>
                <a:gd name="connsiteX6" fmla="*/ 54769 w 138113"/>
                <a:gd name="connsiteY6" fmla="*/ 92869 h 204788"/>
                <a:gd name="connsiteX7" fmla="*/ 61913 w 138113"/>
                <a:gd name="connsiteY7" fmla="*/ 73819 h 204788"/>
                <a:gd name="connsiteX8" fmla="*/ 61913 w 138113"/>
                <a:gd name="connsiteY8" fmla="*/ 47625 h 204788"/>
                <a:gd name="connsiteX9" fmla="*/ 28575 w 138113"/>
                <a:gd name="connsiteY9" fmla="*/ 2381 h 204788"/>
                <a:gd name="connsiteX10" fmla="*/ 66675 w 138113"/>
                <a:gd name="connsiteY10" fmla="*/ 11906 h 204788"/>
                <a:gd name="connsiteX11" fmla="*/ 116681 w 138113"/>
                <a:gd name="connsiteY11" fmla="*/ 0 h 204788"/>
                <a:gd name="connsiteX12" fmla="*/ 116681 w 138113"/>
                <a:gd name="connsiteY12" fmla="*/ 16669 h 204788"/>
                <a:gd name="connsiteX13" fmla="*/ 97631 w 138113"/>
                <a:gd name="connsiteY13" fmla="*/ 40481 h 204788"/>
                <a:gd name="connsiteX14" fmla="*/ 85725 w 138113"/>
                <a:gd name="connsiteY14" fmla="*/ 64294 h 204788"/>
                <a:gd name="connsiteX15" fmla="*/ 114300 w 138113"/>
                <a:gd name="connsiteY15" fmla="*/ 71438 h 204788"/>
                <a:gd name="connsiteX16" fmla="*/ 123825 w 138113"/>
                <a:gd name="connsiteY16" fmla="*/ 100013 h 204788"/>
                <a:gd name="connsiteX17" fmla="*/ 138113 w 138113"/>
                <a:gd name="connsiteY17" fmla="*/ 104775 h 204788"/>
                <a:gd name="connsiteX18" fmla="*/ 138113 w 138113"/>
                <a:gd name="connsiteY18" fmla="*/ 147638 h 204788"/>
                <a:gd name="connsiteX19" fmla="*/ 138113 w 138113"/>
                <a:gd name="connsiteY19" fmla="*/ 180975 h 204788"/>
                <a:gd name="connsiteX20" fmla="*/ 88106 w 138113"/>
                <a:gd name="connsiteY20" fmla="*/ 204788 h 204788"/>
                <a:gd name="connsiteX0" fmla="*/ 88106 w 138113"/>
                <a:gd name="connsiteY0" fmla="*/ 204788 h 204788"/>
                <a:gd name="connsiteX1" fmla="*/ 73818 w 138113"/>
                <a:gd name="connsiteY1" fmla="*/ 188118 h 204788"/>
                <a:gd name="connsiteX2" fmla="*/ 45244 w 138113"/>
                <a:gd name="connsiteY2" fmla="*/ 133350 h 204788"/>
                <a:gd name="connsiteX3" fmla="*/ 16669 w 138113"/>
                <a:gd name="connsiteY3" fmla="*/ 126206 h 204788"/>
                <a:gd name="connsiteX4" fmla="*/ 0 w 138113"/>
                <a:gd name="connsiteY4" fmla="*/ 80963 h 204788"/>
                <a:gd name="connsiteX5" fmla="*/ 30956 w 138113"/>
                <a:gd name="connsiteY5" fmla="*/ 95250 h 204788"/>
                <a:gd name="connsiteX6" fmla="*/ 54769 w 138113"/>
                <a:gd name="connsiteY6" fmla="*/ 92869 h 204788"/>
                <a:gd name="connsiteX7" fmla="*/ 61913 w 138113"/>
                <a:gd name="connsiteY7" fmla="*/ 73819 h 204788"/>
                <a:gd name="connsiteX8" fmla="*/ 61913 w 138113"/>
                <a:gd name="connsiteY8" fmla="*/ 47625 h 204788"/>
                <a:gd name="connsiteX9" fmla="*/ 28575 w 138113"/>
                <a:gd name="connsiteY9" fmla="*/ 2381 h 204788"/>
                <a:gd name="connsiteX10" fmla="*/ 66675 w 138113"/>
                <a:gd name="connsiteY10" fmla="*/ 11906 h 204788"/>
                <a:gd name="connsiteX11" fmla="*/ 116681 w 138113"/>
                <a:gd name="connsiteY11" fmla="*/ 0 h 204788"/>
                <a:gd name="connsiteX12" fmla="*/ 116681 w 138113"/>
                <a:gd name="connsiteY12" fmla="*/ 16669 h 204788"/>
                <a:gd name="connsiteX13" fmla="*/ 97631 w 138113"/>
                <a:gd name="connsiteY13" fmla="*/ 40481 h 204788"/>
                <a:gd name="connsiteX14" fmla="*/ 85725 w 138113"/>
                <a:gd name="connsiteY14" fmla="*/ 64294 h 204788"/>
                <a:gd name="connsiteX15" fmla="*/ 114300 w 138113"/>
                <a:gd name="connsiteY15" fmla="*/ 71438 h 204788"/>
                <a:gd name="connsiteX16" fmla="*/ 123825 w 138113"/>
                <a:gd name="connsiteY16" fmla="*/ 100013 h 204788"/>
                <a:gd name="connsiteX17" fmla="*/ 138113 w 138113"/>
                <a:gd name="connsiteY17" fmla="*/ 104775 h 204788"/>
                <a:gd name="connsiteX18" fmla="*/ 138113 w 138113"/>
                <a:gd name="connsiteY18" fmla="*/ 147638 h 204788"/>
                <a:gd name="connsiteX19" fmla="*/ 138113 w 138113"/>
                <a:gd name="connsiteY19" fmla="*/ 180975 h 204788"/>
                <a:gd name="connsiteX20" fmla="*/ 88106 w 138113"/>
                <a:gd name="connsiteY20" fmla="*/ 204788 h 204788"/>
                <a:gd name="connsiteX0" fmla="*/ 104775 w 138113"/>
                <a:gd name="connsiteY0" fmla="*/ 169069 h 188118"/>
                <a:gd name="connsiteX1" fmla="*/ 73818 w 138113"/>
                <a:gd name="connsiteY1" fmla="*/ 188118 h 188118"/>
                <a:gd name="connsiteX2" fmla="*/ 45244 w 138113"/>
                <a:gd name="connsiteY2" fmla="*/ 133350 h 188118"/>
                <a:gd name="connsiteX3" fmla="*/ 16669 w 138113"/>
                <a:gd name="connsiteY3" fmla="*/ 126206 h 188118"/>
                <a:gd name="connsiteX4" fmla="*/ 0 w 138113"/>
                <a:gd name="connsiteY4" fmla="*/ 80963 h 188118"/>
                <a:gd name="connsiteX5" fmla="*/ 30956 w 138113"/>
                <a:gd name="connsiteY5" fmla="*/ 95250 h 188118"/>
                <a:gd name="connsiteX6" fmla="*/ 54769 w 138113"/>
                <a:gd name="connsiteY6" fmla="*/ 92869 h 188118"/>
                <a:gd name="connsiteX7" fmla="*/ 61913 w 138113"/>
                <a:gd name="connsiteY7" fmla="*/ 73819 h 188118"/>
                <a:gd name="connsiteX8" fmla="*/ 61913 w 138113"/>
                <a:gd name="connsiteY8" fmla="*/ 47625 h 188118"/>
                <a:gd name="connsiteX9" fmla="*/ 28575 w 138113"/>
                <a:gd name="connsiteY9" fmla="*/ 2381 h 188118"/>
                <a:gd name="connsiteX10" fmla="*/ 66675 w 138113"/>
                <a:gd name="connsiteY10" fmla="*/ 11906 h 188118"/>
                <a:gd name="connsiteX11" fmla="*/ 116681 w 138113"/>
                <a:gd name="connsiteY11" fmla="*/ 0 h 188118"/>
                <a:gd name="connsiteX12" fmla="*/ 116681 w 138113"/>
                <a:gd name="connsiteY12" fmla="*/ 16669 h 188118"/>
                <a:gd name="connsiteX13" fmla="*/ 97631 w 138113"/>
                <a:gd name="connsiteY13" fmla="*/ 40481 h 188118"/>
                <a:gd name="connsiteX14" fmla="*/ 85725 w 138113"/>
                <a:gd name="connsiteY14" fmla="*/ 64294 h 188118"/>
                <a:gd name="connsiteX15" fmla="*/ 114300 w 138113"/>
                <a:gd name="connsiteY15" fmla="*/ 71438 h 188118"/>
                <a:gd name="connsiteX16" fmla="*/ 123825 w 138113"/>
                <a:gd name="connsiteY16" fmla="*/ 100013 h 188118"/>
                <a:gd name="connsiteX17" fmla="*/ 138113 w 138113"/>
                <a:gd name="connsiteY17" fmla="*/ 104775 h 188118"/>
                <a:gd name="connsiteX18" fmla="*/ 138113 w 138113"/>
                <a:gd name="connsiteY18" fmla="*/ 147638 h 188118"/>
                <a:gd name="connsiteX19" fmla="*/ 138113 w 138113"/>
                <a:gd name="connsiteY19" fmla="*/ 180975 h 188118"/>
                <a:gd name="connsiteX20" fmla="*/ 104775 w 138113"/>
                <a:gd name="connsiteY20" fmla="*/ 169069 h 188118"/>
                <a:gd name="connsiteX0" fmla="*/ 104775 w 138113"/>
                <a:gd name="connsiteY0" fmla="*/ 169069 h 195262"/>
                <a:gd name="connsiteX1" fmla="*/ 80962 w 138113"/>
                <a:gd name="connsiteY1" fmla="*/ 195262 h 195262"/>
                <a:gd name="connsiteX2" fmla="*/ 45244 w 138113"/>
                <a:gd name="connsiteY2" fmla="*/ 133350 h 195262"/>
                <a:gd name="connsiteX3" fmla="*/ 16669 w 138113"/>
                <a:gd name="connsiteY3" fmla="*/ 126206 h 195262"/>
                <a:gd name="connsiteX4" fmla="*/ 0 w 138113"/>
                <a:gd name="connsiteY4" fmla="*/ 80963 h 195262"/>
                <a:gd name="connsiteX5" fmla="*/ 30956 w 138113"/>
                <a:gd name="connsiteY5" fmla="*/ 95250 h 195262"/>
                <a:gd name="connsiteX6" fmla="*/ 54769 w 138113"/>
                <a:gd name="connsiteY6" fmla="*/ 92869 h 195262"/>
                <a:gd name="connsiteX7" fmla="*/ 61913 w 138113"/>
                <a:gd name="connsiteY7" fmla="*/ 73819 h 195262"/>
                <a:gd name="connsiteX8" fmla="*/ 61913 w 138113"/>
                <a:gd name="connsiteY8" fmla="*/ 47625 h 195262"/>
                <a:gd name="connsiteX9" fmla="*/ 28575 w 138113"/>
                <a:gd name="connsiteY9" fmla="*/ 2381 h 195262"/>
                <a:gd name="connsiteX10" fmla="*/ 66675 w 138113"/>
                <a:gd name="connsiteY10" fmla="*/ 11906 h 195262"/>
                <a:gd name="connsiteX11" fmla="*/ 116681 w 138113"/>
                <a:gd name="connsiteY11" fmla="*/ 0 h 195262"/>
                <a:gd name="connsiteX12" fmla="*/ 116681 w 138113"/>
                <a:gd name="connsiteY12" fmla="*/ 16669 h 195262"/>
                <a:gd name="connsiteX13" fmla="*/ 97631 w 138113"/>
                <a:gd name="connsiteY13" fmla="*/ 40481 h 195262"/>
                <a:gd name="connsiteX14" fmla="*/ 85725 w 138113"/>
                <a:gd name="connsiteY14" fmla="*/ 64294 h 195262"/>
                <a:gd name="connsiteX15" fmla="*/ 114300 w 138113"/>
                <a:gd name="connsiteY15" fmla="*/ 71438 h 195262"/>
                <a:gd name="connsiteX16" fmla="*/ 123825 w 138113"/>
                <a:gd name="connsiteY16" fmla="*/ 100013 h 195262"/>
                <a:gd name="connsiteX17" fmla="*/ 138113 w 138113"/>
                <a:gd name="connsiteY17" fmla="*/ 104775 h 195262"/>
                <a:gd name="connsiteX18" fmla="*/ 138113 w 138113"/>
                <a:gd name="connsiteY18" fmla="*/ 147638 h 195262"/>
                <a:gd name="connsiteX19" fmla="*/ 138113 w 138113"/>
                <a:gd name="connsiteY19" fmla="*/ 180975 h 195262"/>
                <a:gd name="connsiteX20" fmla="*/ 104775 w 138113"/>
                <a:gd name="connsiteY20" fmla="*/ 169069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8113" h="195262">
                  <a:moveTo>
                    <a:pt x="104775" y="169069"/>
                  </a:moveTo>
                  <a:lnTo>
                    <a:pt x="80962" y="195262"/>
                  </a:lnTo>
                  <a:lnTo>
                    <a:pt x="45244" y="133350"/>
                  </a:lnTo>
                  <a:lnTo>
                    <a:pt x="16669" y="126206"/>
                  </a:lnTo>
                  <a:lnTo>
                    <a:pt x="0" y="80963"/>
                  </a:lnTo>
                  <a:lnTo>
                    <a:pt x="30956" y="95250"/>
                  </a:lnTo>
                  <a:lnTo>
                    <a:pt x="54769" y="92869"/>
                  </a:lnTo>
                  <a:lnTo>
                    <a:pt x="61913" y="73819"/>
                  </a:lnTo>
                  <a:lnTo>
                    <a:pt x="61913" y="47625"/>
                  </a:lnTo>
                  <a:lnTo>
                    <a:pt x="28575" y="2381"/>
                  </a:lnTo>
                  <a:lnTo>
                    <a:pt x="66675" y="11906"/>
                  </a:lnTo>
                  <a:lnTo>
                    <a:pt x="116681" y="0"/>
                  </a:lnTo>
                  <a:lnTo>
                    <a:pt x="116681" y="16669"/>
                  </a:lnTo>
                  <a:lnTo>
                    <a:pt x="97631" y="40481"/>
                  </a:lnTo>
                  <a:lnTo>
                    <a:pt x="85725" y="64294"/>
                  </a:lnTo>
                  <a:lnTo>
                    <a:pt x="114300" y="71438"/>
                  </a:lnTo>
                  <a:lnTo>
                    <a:pt x="123825" y="100013"/>
                  </a:lnTo>
                  <a:lnTo>
                    <a:pt x="138113" y="104775"/>
                  </a:lnTo>
                  <a:lnTo>
                    <a:pt x="138113" y="147638"/>
                  </a:lnTo>
                  <a:lnTo>
                    <a:pt x="138113" y="180975"/>
                  </a:lnTo>
                  <a:lnTo>
                    <a:pt x="104775" y="169069"/>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dirty="0">
                <a:solidFill>
                  <a:srgbClr val="00B0F0"/>
                </a:solidFill>
                <a:latin typeface="Myriad Pro"/>
                <a:ea typeface="MS PGothic" panose="020B0600070205080204" pitchFamily="34" charset="-128"/>
              </a:endParaRPr>
            </a:p>
          </p:txBody>
        </p:sp>
        <p:sp>
          <p:nvSpPr>
            <p:cNvPr id="353" name="Freeform: Shape 205">
              <a:extLst>
                <a:ext uri="{FF2B5EF4-FFF2-40B4-BE49-F238E27FC236}">
                  <a16:creationId xmlns:a16="http://schemas.microsoft.com/office/drawing/2014/main" id="{33A1AB67-4350-4F87-88EC-AA8E04C9BD75}"/>
                </a:ext>
              </a:extLst>
            </p:cNvPr>
            <p:cNvSpPr/>
            <p:nvPr/>
          </p:nvSpPr>
          <p:spPr bwMode="auto">
            <a:xfrm>
              <a:off x="1476375" y="1414463"/>
              <a:ext cx="88106" cy="52387"/>
            </a:xfrm>
            <a:custGeom>
              <a:avLst/>
              <a:gdLst>
                <a:gd name="connsiteX0" fmla="*/ 71438 w 88106"/>
                <a:gd name="connsiteY0" fmla="*/ 0 h 52387"/>
                <a:gd name="connsiteX1" fmla="*/ 0 w 88106"/>
                <a:gd name="connsiteY1" fmla="*/ 45243 h 52387"/>
                <a:gd name="connsiteX2" fmla="*/ 33338 w 88106"/>
                <a:gd name="connsiteY2" fmla="*/ 50006 h 52387"/>
                <a:gd name="connsiteX3" fmla="*/ 88106 w 88106"/>
                <a:gd name="connsiteY3" fmla="*/ 52387 h 52387"/>
                <a:gd name="connsiteX4" fmla="*/ 71438 w 88106"/>
                <a:gd name="connsiteY4" fmla="*/ 0 h 5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6" h="52387">
                  <a:moveTo>
                    <a:pt x="71438" y="0"/>
                  </a:moveTo>
                  <a:lnTo>
                    <a:pt x="0" y="45243"/>
                  </a:lnTo>
                  <a:lnTo>
                    <a:pt x="33338" y="50006"/>
                  </a:lnTo>
                  <a:lnTo>
                    <a:pt x="88106" y="52387"/>
                  </a:lnTo>
                  <a:lnTo>
                    <a:pt x="71438"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54" name="Freeform: Shape 206">
              <a:extLst>
                <a:ext uri="{FF2B5EF4-FFF2-40B4-BE49-F238E27FC236}">
                  <a16:creationId xmlns:a16="http://schemas.microsoft.com/office/drawing/2014/main" id="{1B828159-43E5-4667-B890-C2DCFE741C59}"/>
                </a:ext>
              </a:extLst>
            </p:cNvPr>
            <p:cNvSpPr/>
            <p:nvPr/>
          </p:nvSpPr>
          <p:spPr bwMode="auto">
            <a:xfrm>
              <a:off x="1750219" y="1664494"/>
              <a:ext cx="119062" cy="157162"/>
            </a:xfrm>
            <a:custGeom>
              <a:avLst/>
              <a:gdLst>
                <a:gd name="connsiteX0" fmla="*/ 100012 w 119062"/>
                <a:gd name="connsiteY0" fmla="*/ 157162 h 157162"/>
                <a:gd name="connsiteX1" fmla="*/ 119062 w 119062"/>
                <a:gd name="connsiteY1" fmla="*/ 97631 h 157162"/>
                <a:gd name="connsiteX2" fmla="*/ 109537 w 119062"/>
                <a:gd name="connsiteY2" fmla="*/ 73819 h 157162"/>
                <a:gd name="connsiteX3" fmla="*/ 92869 w 119062"/>
                <a:gd name="connsiteY3" fmla="*/ 2381 h 157162"/>
                <a:gd name="connsiteX4" fmla="*/ 76200 w 119062"/>
                <a:gd name="connsiteY4" fmla="*/ 14287 h 157162"/>
                <a:gd name="connsiteX5" fmla="*/ 42862 w 119062"/>
                <a:gd name="connsiteY5" fmla="*/ 0 h 157162"/>
                <a:gd name="connsiteX6" fmla="*/ 40481 w 119062"/>
                <a:gd name="connsiteY6" fmla="*/ 21431 h 157162"/>
                <a:gd name="connsiteX7" fmla="*/ 64294 w 119062"/>
                <a:gd name="connsiteY7" fmla="*/ 59531 h 157162"/>
                <a:gd name="connsiteX8" fmla="*/ 59531 w 119062"/>
                <a:gd name="connsiteY8" fmla="*/ 76200 h 157162"/>
                <a:gd name="connsiteX9" fmla="*/ 9525 w 119062"/>
                <a:gd name="connsiteY9" fmla="*/ 26194 h 157162"/>
                <a:gd name="connsiteX10" fmla="*/ 23812 w 119062"/>
                <a:gd name="connsiteY10" fmla="*/ 85725 h 157162"/>
                <a:gd name="connsiteX11" fmla="*/ 0 w 119062"/>
                <a:gd name="connsiteY11" fmla="*/ 109537 h 157162"/>
                <a:gd name="connsiteX12" fmla="*/ 78581 w 119062"/>
                <a:gd name="connsiteY12" fmla="*/ 83344 h 157162"/>
                <a:gd name="connsiteX13" fmla="*/ 100012 w 119062"/>
                <a:gd name="connsiteY13" fmla="*/ 157162 h 157162"/>
                <a:gd name="connsiteX0" fmla="*/ 100012 w 119062"/>
                <a:gd name="connsiteY0" fmla="*/ 157162 h 157162"/>
                <a:gd name="connsiteX1" fmla="*/ 119062 w 119062"/>
                <a:gd name="connsiteY1" fmla="*/ 97631 h 157162"/>
                <a:gd name="connsiteX2" fmla="*/ 109537 w 119062"/>
                <a:gd name="connsiteY2" fmla="*/ 73819 h 157162"/>
                <a:gd name="connsiteX3" fmla="*/ 92869 w 119062"/>
                <a:gd name="connsiteY3" fmla="*/ 2381 h 157162"/>
                <a:gd name="connsiteX4" fmla="*/ 76200 w 119062"/>
                <a:gd name="connsiteY4" fmla="*/ 14287 h 157162"/>
                <a:gd name="connsiteX5" fmla="*/ 42862 w 119062"/>
                <a:gd name="connsiteY5" fmla="*/ 0 h 157162"/>
                <a:gd name="connsiteX6" fmla="*/ 40481 w 119062"/>
                <a:gd name="connsiteY6" fmla="*/ 21431 h 157162"/>
                <a:gd name="connsiteX7" fmla="*/ 64294 w 119062"/>
                <a:gd name="connsiteY7" fmla="*/ 59531 h 157162"/>
                <a:gd name="connsiteX8" fmla="*/ 59531 w 119062"/>
                <a:gd name="connsiteY8" fmla="*/ 76200 h 157162"/>
                <a:gd name="connsiteX9" fmla="*/ 9525 w 119062"/>
                <a:gd name="connsiteY9" fmla="*/ 26194 h 157162"/>
                <a:gd name="connsiteX10" fmla="*/ 23812 w 119062"/>
                <a:gd name="connsiteY10" fmla="*/ 85725 h 157162"/>
                <a:gd name="connsiteX11" fmla="*/ 0 w 119062"/>
                <a:gd name="connsiteY11" fmla="*/ 109537 h 157162"/>
                <a:gd name="connsiteX12" fmla="*/ 78581 w 119062"/>
                <a:gd name="connsiteY12" fmla="*/ 83344 h 157162"/>
                <a:gd name="connsiteX13" fmla="*/ 92869 w 119062"/>
                <a:gd name="connsiteY13" fmla="*/ 119062 h 157162"/>
                <a:gd name="connsiteX14" fmla="*/ 100012 w 119062"/>
                <a:gd name="connsiteY14" fmla="*/ 157162 h 157162"/>
                <a:gd name="connsiteX0" fmla="*/ 100012 w 119062"/>
                <a:gd name="connsiteY0" fmla="*/ 157162 h 157162"/>
                <a:gd name="connsiteX1" fmla="*/ 119062 w 119062"/>
                <a:gd name="connsiteY1" fmla="*/ 97631 h 157162"/>
                <a:gd name="connsiteX2" fmla="*/ 109537 w 119062"/>
                <a:gd name="connsiteY2" fmla="*/ 73819 h 157162"/>
                <a:gd name="connsiteX3" fmla="*/ 92869 w 119062"/>
                <a:gd name="connsiteY3" fmla="*/ 2381 h 157162"/>
                <a:gd name="connsiteX4" fmla="*/ 76200 w 119062"/>
                <a:gd name="connsiteY4" fmla="*/ 14287 h 157162"/>
                <a:gd name="connsiteX5" fmla="*/ 42862 w 119062"/>
                <a:gd name="connsiteY5" fmla="*/ 0 h 157162"/>
                <a:gd name="connsiteX6" fmla="*/ 40481 w 119062"/>
                <a:gd name="connsiteY6" fmla="*/ 21431 h 157162"/>
                <a:gd name="connsiteX7" fmla="*/ 64294 w 119062"/>
                <a:gd name="connsiteY7" fmla="*/ 59531 h 157162"/>
                <a:gd name="connsiteX8" fmla="*/ 59531 w 119062"/>
                <a:gd name="connsiteY8" fmla="*/ 76200 h 157162"/>
                <a:gd name="connsiteX9" fmla="*/ 9525 w 119062"/>
                <a:gd name="connsiteY9" fmla="*/ 26194 h 157162"/>
                <a:gd name="connsiteX10" fmla="*/ 23812 w 119062"/>
                <a:gd name="connsiteY10" fmla="*/ 85725 h 157162"/>
                <a:gd name="connsiteX11" fmla="*/ 0 w 119062"/>
                <a:gd name="connsiteY11" fmla="*/ 109537 h 157162"/>
                <a:gd name="connsiteX12" fmla="*/ 78581 w 119062"/>
                <a:gd name="connsiteY12" fmla="*/ 83344 h 157162"/>
                <a:gd name="connsiteX13" fmla="*/ 40482 w 119062"/>
                <a:gd name="connsiteY13" fmla="*/ 154781 h 157162"/>
                <a:gd name="connsiteX14" fmla="*/ 100012 w 119062"/>
                <a:gd name="connsiteY14" fmla="*/ 157162 h 15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062" h="157162">
                  <a:moveTo>
                    <a:pt x="100012" y="157162"/>
                  </a:moveTo>
                  <a:lnTo>
                    <a:pt x="119062" y="97631"/>
                  </a:lnTo>
                  <a:lnTo>
                    <a:pt x="109537" y="73819"/>
                  </a:lnTo>
                  <a:lnTo>
                    <a:pt x="92869" y="2381"/>
                  </a:lnTo>
                  <a:lnTo>
                    <a:pt x="76200" y="14287"/>
                  </a:lnTo>
                  <a:lnTo>
                    <a:pt x="42862" y="0"/>
                  </a:lnTo>
                  <a:lnTo>
                    <a:pt x="40481" y="21431"/>
                  </a:lnTo>
                  <a:lnTo>
                    <a:pt x="64294" y="59531"/>
                  </a:lnTo>
                  <a:lnTo>
                    <a:pt x="59531" y="76200"/>
                  </a:lnTo>
                  <a:lnTo>
                    <a:pt x="9525" y="26194"/>
                  </a:lnTo>
                  <a:lnTo>
                    <a:pt x="23812" y="85725"/>
                  </a:lnTo>
                  <a:lnTo>
                    <a:pt x="0" y="109537"/>
                  </a:lnTo>
                  <a:lnTo>
                    <a:pt x="78581" y="83344"/>
                  </a:lnTo>
                  <a:lnTo>
                    <a:pt x="40482" y="154781"/>
                  </a:lnTo>
                  <a:lnTo>
                    <a:pt x="100012" y="157162"/>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55" name="Freeform: Shape 207">
              <a:extLst>
                <a:ext uri="{FF2B5EF4-FFF2-40B4-BE49-F238E27FC236}">
                  <a16:creationId xmlns:a16="http://schemas.microsoft.com/office/drawing/2014/main" id="{EF270112-AB2D-4830-BAC5-2D41C468D270}"/>
                </a:ext>
              </a:extLst>
            </p:cNvPr>
            <p:cNvSpPr/>
            <p:nvPr/>
          </p:nvSpPr>
          <p:spPr bwMode="auto">
            <a:xfrm>
              <a:off x="1378744" y="1635919"/>
              <a:ext cx="288131" cy="252412"/>
            </a:xfrm>
            <a:custGeom>
              <a:avLst/>
              <a:gdLst>
                <a:gd name="connsiteX0" fmla="*/ 259556 w 288131"/>
                <a:gd name="connsiteY0" fmla="*/ 190500 h 252412"/>
                <a:gd name="connsiteX1" fmla="*/ 288131 w 288131"/>
                <a:gd name="connsiteY1" fmla="*/ 123825 h 252412"/>
                <a:gd name="connsiteX2" fmla="*/ 273844 w 288131"/>
                <a:gd name="connsiteY2" fmla="*/ 90487 h 252412"/>
                <a:gd name="connsiteX3" fmla="*/ 261937 w 288131"/>
                <a:gd name="connsiteY3" fmla="*/ 119062 h 252412"/>
                <a:gd name="connsiteX4" fmla="*/ 228600 w 288131"/>
                <a:gd name="connsiteY4" fmla="*/ 102394 h 252412"/>
                <a:gd name="connsiteX5" fmla="*/ 219075 w 288131"/>
                <a:gd name="connsiteY5" fmla="*/ 92869 h 252412"/>
                <a:gd name="connsiteX6" fmla="*/ 209550 w 288131"/>
                <a:gd name="connsiteY6" fmla="*/ 59531 h 252412"/>
                <a:gd name="connsiteX7" fmla="*/ 204787 w 288131"/>
                <a:gd name="connsiteY7" fmla="*/ 0 h 252412"/>
                <a:gd name="connsiteX8" fmla="*/ 166687 w 288131"/>
                <a:gd name="connsiteY8" fmla="*/ 42862 h 252412"/>
                <a:gd name="connsiteX9" fmla="*/ 192881 w 288131"/>
                <a:gd name="connsiteY9" fmla="*/ 83344 h 252412"/>
                <a:gd name="connsiteX10" fmla="*/ 211931 w 288131"/>
                <a:gd name="connsiteY10" fmla="*/ 133350 h 252412"/>
                <a:gd name="connsiteX11" fmla="*/ 202406 w 288131"/>
                <a:gd name="connsiteY11" fmla="*/ 142875 h 252412"/>
                <a:gd name="connsiteX12" fmla="*/ 171450 w 288131"/>
                <a:gd name="connsiteY12" fmla="*/ 138112 h 252412"/>
                <a:gd name="connsiteX13" fmla="*/ 138112 w 288131"/>
                <a:gd name="connsiteY13" fmla="*/ 147637 h 252412"/>
                <a:gd name="connsiteX14" fmla="*/ 128587 w 288131"/>
                <a:gd name="connsiteY14" fmla="*/ 104775 h 252412"/>
                <a:gd name="connsiteX15" fmla="*/ 109537 w 288131"/>
                <a:gd name="connsiteY15" fmla="*/ 78581 h 252412"/>
                <a:gd name="connsiteX16" fmla="*/ 73819 w 288131"/>
                <a:gd name="connsiteY16" fmla="*/ 61912 h 252412"/>
                <a:gd name="connsiteX17" fmla="*/ 54769 w 288131"/>
                <a:gd name="connsiteY17" fmla="*/ 42862 h 252412"/>
                <a:gd name="connsiteX18" fmla="*/ 35719 w 288131"/>
                <a:gd name="connsiteY18" fmla="*/ 59531 h 252412"/>
                <a:gd name="connsiteX19" fmla="*/ 64294 w 288131"/>
                <a:gd name="connsiteY19" fmla="*/ 85725 h 252412"/>
                <a:gd name="connsiteX20" fmla="*/ 21431 w 288131"/>
                <a:gd name="connsiteY20" fmla="*/ 76200 h 252412"/>
                <a:gd name="connsiteX21" fmla="*/ 14287 w 288131"/>
                <a:gd name="connsiteY21" fmla="*/ 116681 h 252412"/>
                <a:gd name="connsiteX22" fmla="*/ 64294 w 288131"/>
                <a:gd name="connsiteY22" fmla="*/ 100012 h 252412"/>
                <a:gd name="connsiteX23" fmla="*/ 0 w 288131"/>
                <a:gd name="connsiteY23" fmla="*/ 133350 h 252412"/>
                <a:gd name="connsiteX24" fmla="*/ 59531 w 288131"/>
                <a:gd name="connsiteY24" fmla="*/ 130969 h 252412"/>
                <a:gd name="connsiteX25" fmla="*/ 35719 w 288131"/>
                <a:gd name="connsiteY25" fmla="*/ 154781 h 252412"/>
                <a:gd name="connsiteX26" fmla="*/ 14287 w 288131"/>
                <a:gd name="connsiteY26" fmla="*/ 159544 h 252412"/>
                <a:gd name="connsiteX27" fmla="*/ 38100 w 288131"/>
                <a:gd name="connsiteY27" fmla="*/ 185737 h 252412"/>
                <a:gd name="connsiteX28" fmla="*/ 59531 w 288131"/>
                <a:gd name="connsiteY28" fmla="*/ 183356 h 252412"/>
                <a:gd name="connsiteX29" fmla="*/ 71437 w 288131"/>
                <a:gd name="connsiteY29" fmla="*/ 150019 h 252412"/>
                <a:gd name="connsiteX30" fmla="*/ 95250 w 288131"/>
                <a:gd name="connsiteY30" fmla="*/ 150019 h 252412"/>
                <a:gd name="connsiteX31" fmla="*/ 97631 w 288131"/>
                <a:gd name="connsiteY31" fmla="*/ 180975 h 252412"/>
                <a:gd name="connsiteX32" fmla="*/ 119062 w 288131"/>
                <a:gd name="connsiteY32" fmla="*/ 157162 h 252412"/>
                <a:gd name="connsiteX33" fmla="*/ 138112 w 288131"/>
                <a:gd name="connsiteY33" fmla="*/ 164306 h 252412"/>
                <a:gd name="connsiteX34" fmla="*/ 159544 w 288131"/>
                <a:gd name="connsiteY34" fmla="*/ 166687 h 252412"/>
                <a:gd name="connsiteX35" fmla="*/ 147637 w 288131"/>
                <a:gd name="connsiteY35" fmla="*/ 192881 h 252412"/>
                <a:gd name="connsiteX36" fmla="*/ 116681 w 288131"/>
                <a:gd name="connsiteY36" fmla="*/ 192881 h 252412"/>
                <a:gd name="connsiteX37" fmla="*/ 88106 w 288131"/>
                <a:gd name="connsiteY37" fmla="*/ 216694 h 252412"/>
                <a:gd name="connsiteX38" fmla="*/ 107156 w 288131"/>
                <a:gd name="connsiteY38" fmla="*/ 252412 h 252412"/>
                <a:gd name="connsiteX39" fmla="*/ 159544 w 288131"/>
                <a:gd name="connsiteY39" fmla="*/ 219075 h 252412"/>
                <a:gd name="connsiteX40" fmla="*/ 161925 w 288131"/>
                <a:gd name="connsiteY40" fmla="*/ 195262 h 252412"/>
                <a:gd name="connsiteX41" fmla="*/ 178594 w 288131"/>
                <a:gd name="connsiteY41" fmla="*/ 183356 h 252412"/>
                <a:gd name="connsiteX42" fmla="*/ 204787 w 288131"/>
                <a:gd name="connsiteY42" fmla="*/ 176212 h 252412"/>
                <a:gd name="connsiteX43" fmla="*/ 259556 w 288131"/>
                <a:gd name="connsiteY43" fmla="*/ 190500 h 252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88131" h="252412">
                  <a:moveTo>
                    <a:pt x="259556" y="190500"/>
                  </a:moveTo>
                  <a:lnTo>
                    <a:pt x="288131" y="123825"/>
                  </a:lnTo>
                  <a:lnTo>
                    <a:pt x="273844" y="90487"/>
                  </a:lnTo>
                  <a:lnTo>
                    <a:pt x="261937" y="119062"/>
                  </a:lnTo>
                  <a:lnTo>
                    <a:pt x="228600" y="102394"/>
                  </a:lnTo>
                  <a:lnTo>
                    <a:pt x="219075" y="92869"/>
                  </a:lnTo>
                  <a:lnTo>
                    <a:pt x="209550" y="59531"/>
                  </a:lnTo>
                  <a:lnTo>
                    <a:pt x="204787" y="0"/>
                  </a:lnTo>
                  <a:lnTo>
                    <a:pt x="166687" y="42862"/>
                  </a:lnTo>
                  <a:lnTo>
                    <a:pt x="192881" y="83344"/>
                  </a:lnTo>
                  <a:lnTo>
                    <a:pt x="211931" y="133350"/>
                  </a:lnTo>
                  <a:lnTo>
                    <a:pt x="202406" y="142875"/>
                  </a:lnTo>
                  <a:lnTo>
                    <a:pt x="171450" y="138112"/>
                  </a:lnTo>
                  <a:lnTo>
                    <a:pt x="138112" y="147637"/>
                  </a:lnTo>
                  <a:lnTo>
                    <a:pt x="128587" y="104775"/>
                  </a:lnTo>
                  <a:lnTo>
                    <a:pt x="109537" y="78581"/>
                  </a:lnTo>
                  <a:lnTo>
                    <a:pt x="73819" y="61912"/>
                  </a:lnTo>
                  <a:lnTo>
                    <a:pt x="54769" y="42862"/>
                  </a:lnTo>
                  <a:lnTo>
                    <a:pt x="35719" y="59531"/>
                  </a:lnTo>
                  <a:lnTo>
                    <a:pt x="64294" y="85725"/>
                  </a:lnTo>
                  <a:lnTo>
                    <a:pt x="21431" y="76200"/>
                  </a:lnTo>
                  <a:lnTo>
                    <a:pt x="14287" y="116681"/>
                  </a:lnTo>
                  <a:lnTo>
                    <a:pt x="64294" y="100012"/>
                  </a:lnTo>
                  <a:lnTo>
                    <a:pt x="0" y="133350"/>
                  </a:lnTo>
                  <a:lnTo>
                    <a:pt x="59531" y="130969"/>
                  </a:lnTo>
                  <a:lnTo>
                    <a:pt x="35719" y="154781"/>
                  </a:lnTo>
                  <a:lnTo>
                    <a:pt x="14287" y="159544"/>
                  </a:lnTo>
                  <a:lnTo>
                    <a:pt x="38100" y="185737"/>
                  </a:lnTo>
                  <a:lnTo>
                    <a:pt x="59531" y="183356"/>
                  </a:lnTo>
                  <a:lnTo>
                    <a:pt x="71437" y="150019"/>
                  </a:lnTo>
                  <a:lnTo>
                    <a:pt x="95250" y="150019"/>
                  </a:lnTo>
                  <a:lnTo>
                    <a:pt x="97631" y="180975"/>
                  </a:lnTo>
                  <a:lnTo>
                    <a:pt x="119062" y="157162"/>
                  </a:lnTo>
                  <a:lnTo>
                    <a:pt x="138112" y="164306"/>
                  </a:lnTo>
                  <a:lnTo>
                    <a:pt x="159544" y="166687"/>
                  </a:lnTo>
                  <a:lnTo>
                    <a:pt x="147637" y="192881"/>
                  </a:lnTo>
                  <a:lnTo>
                    <a:pt x="116681" y="192881"/>
                  </a:lnTo>
                  <a:lnTo>
                    <a:pt x="88106" y="216694"/>
                  </a:lnTo>
                  <a:lnTo>
                    <a:pt x="107156" y="252412"/>
                  </a:lnTo>
                  <a:lnTo>
                    <a:pt x="159544" y="219075"/>
                  </a:lnTo>
                  <a:lnTo>
                    <a:pt x="161925" y="195262"/>
                  </a:lnTo>
                  <a:lnTo>
                    <a:pt x="178594" y="183356"/>
                  </a:lnTo>
                  <a:lnTo>
                    <a:pt x="204787" y="176212"/>
                  </a:lnTo>
                  <a:lnTo>
                    <a:pt x="259556" y="19050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56" name="Freeform: Shape 208">
              <a:extLst>
                <a:ext uri="{FF2B5EF4-FFF2-40B4-BE49-F238E27FC236}">
                  <a16:creationId xmlns:a16="http://schemas.microsoft.com/office/drawing/2014/main" id="{89474A42-CEE8-4166-9F5C-71E9614020E0}"/>
                </a:ext>
              </a:extLst>
            </p:cNvPr>
            <p:cNvSpPr/>
            <p:nvPr/>
          </p:nvSpPr>
          <p:spPr bwMode="auto">
            <a:xfrm>
              <a:off x="1243013" y="1569244"/>
              <a:ext cx="159543" cy="169069"/>
            </a:xfrm>
            <a:custGeom>
              <a:avLst/>
              <a:gdLst>
                <a:gd name="connsiteX0" fmla="*/ 102393 w 159543"/>
                <a:gd name="connsiteY0" fmla="*/ 14287 h 169069"/>
                <a:gd name="connsiteX1" fmla="*/ 69056 w 159543"/>
                <a:gd name="connsiteY1" fmla="*/ 64294 h 169069"/>
                <a:gd name="connsiteX2" fmla="*/ 50006 w 159543"/>
                <a:gd name="connsiteY2" fmla="*/ 88106 h 169069"/>
                <a:gd name="connsiteX3" fmla="*/ 30956 w 159543"/>
                <a:gd name="connsiteY3" fmla="*/ 116681 h 169069"/>
                <a:gd name="connsiteX4" fmla="*/ 0 w 159543"/>
                <a:gd name="connsiteY4" fmla="*/ 119062 h 169069"/>
                <a:gd name="connsiteX5" fmla="*/ 0 w 159543"/>
                <a:gd name="connsiteY5" fmla="*/ 119062 h 169069"/>
                <a:gd name="connsiteX6" fmla="*/ 4762 w 159543"/>
                <a:gd name="connsiteY6" fmla="*/ 169069 h 169069"/>
                <a:gd name="connsiteX7" fmla="*/ 26193 w 159543"/>
                <a:gd name="connsiteY7" fmla="*/ 142875 h 169069"/>
                <a:gd name="connsiteX8" fmla="*/ 38100 w 159543"/>
                <a:gd name="connsiteY8" fmla="*/ 130969 h 169069"/>
                <a:gd name="connsiteX9" fmla="*/ 64293 w 159543"/>
                <a:gd name="connsiteY9" fmla="*/ 161925 h 169069"/>
                <a:gd name="connsiteX10" fmla="*/ 66675 w 159543"/>
                <a:gd name="connsiteY10" fmla="*/ 114300 h 169069"/>
                <a:gd name="connsiteX11" fmla="*/ 90487 w 159543"/>
                <a:gd name="connsiteY11" fmla="*/ 138112 h 169069"/>
                <a:gd name="connsiteX12" fmla="*/ 92868 w 159543"/>
                <a:gd name="connsiteY12" fmla="*/ 107156 h 169069"/>
                <a:gd name="connsiteX13" fmla="*/ 109537 w 159543"/>
                <a:gd name="connsiteY13" fmla="*/ 64294 h 169069"/>
                <a:gd name="connsiteX14" fmla="*/ 119062 w 159543"/>
                <a:gd name="connsiteY14" fmla="*/ 128587 h 169069"/>
                <a:gd name="connsiteX15" fmla="*/ 138112 w 159543"/>
                <a:gd name="connsiteY15" fmla="*/ 90487 h 169069"/>
                <a:gd name="connsiteX16" fmla="*/ 145256 w 159543"/>
                <a:gd name="connsiteY16" fmla="*/ 76200 h 169069"/>
                <a:gd name="connsiteX17" fmla="*/ 145256 w 159543"/>
                <a:gd name="connsiteY17" fmla="*/ 45244 h 169069"/>
                <a:gd name="connsiteX18" fmla="*/ 159543 w 159543"/>
                <a:gd name="connsiteY18" fmla="*/ 7144 h 169069"/>
                <a:gd name="connsiteX19" fmla="*/ 152400 w 159543"/>
                <a:gd name="connsiteY19" fmla="*/ 0 h 169069"/>
                <a:gd name="connsiteX20" fmla="*/ 102393 w 159543"/>
                <a:gd name="connsiteY20" fmla="*/ 14287 h 169069"/>
                <a:gd name="connsiteX0" fmla="*/ 102393 w 159543"/>
                <a:gd name="connsiteY0" fmla="*/ 14287 h 169069"/>
                <a:gd name="connsiteX1" fmla="*/ 69056 w 159543"/>
                <a:gd name="connsiteY1" fmla="*/ 64294 h 169069"/>
                <a:gd name="connsiteX2" fmla="*/ 50006 w 159543"/>
                <a:gd name="connsiteY2" fmla="*/ 88106 h 169069"/>
                <a:gd name="connsiteX3" fmla="*/ 30956 w 159543"/>
                <a:gd name="connsiteY3" fmla="*/ 116681 h 169069"/>
                <a:gd name="connsiteX4" fmla="*/ 0 w 159543"/>
                <a:gd name="connsiteY4" fmla="*/ 119062 h 169069"/>
                <a:gd name="connsiteX5" fmla="*/ 0 w 159543"/>
                <a:gd name="connsiteY5" fmla="*/ 119062 h 169069"/>
                <a:gd name="connsiteX6" fmla="*/ 4762 w 159543"/>
                <a:gd name="connsiteY6" fmla="*/ 169069 h 169069"/>
                <a:gd name="connsiteX7" fmla="*/ 26193 w 159543"/>
                <a:gd name="connsiteY7" fmla="*/ 142875 h 169069"/>
                <a:gd name="connsiteX8" fmla="*/ 38100 w 159543"/>
                <a:gd name="connsiteY8" fmla="*/ 130969 h 169069"/>
                <a:gd name="connsiteX9" fmla="*/ 64293 w 159543"/>
                <a:gd name="connsiteY9" fmla="*/ 161925 h 169069"/>
                <a:gd name="connsiteX10" fmla="*/ 66675 w 159543"/>
                <a:gd name="connsiteY10" fmla="*/ 114300 h 169069"/>
                <a:gd name="connsiteX11" fmla="*/ 90487 w 159543"/>
                <a:gd name="connsiteY11" fmla="*/ 138112 h 169069"/>
                <a:gd name="connsiteX12" fmla="*/ 92868 w 159543"/>
                <a:gd name="connsiteY12" fmla="*/ 107156 h 169069"/>
                <a:gd name="connsiteX13" fmla="*/ 109537 w 159543"/>
                <a:gd name="connsiteY13" fmla="*/ 64294 h 169069"/>
                <a:gd name="connsiteX14" fmla="*/ 119062 w 159543"/>
                <a:gd name="connsiteY14" fmla="*/ 128587 h 169069"/>
                <a:gd name="connsiteX15" fmla="*/ 138112 w 159543"/>
                <a:gd name="connsiteY15" fmla="*/ 90487 h 169069"/>
                <a:gd name="connsiteX16" fmla="*/ 145256 w 159543"/>
                <a:gd name="connsiteY16" fmla="*/ 76200 h 169069"/>
                <a:gd name="connsiteX17" fmla="*/ 145256 w 159543"/>
                <a:gd name="connsiteY17" fmla="*/ 45244 h 169069"/>
                <a:gd name="connsiteX18" fmla="*/ 159543 w 159543"/>
                <a:gd name="connsiteY18" fmla="*/ 7144 h 169069"/>
                <a:gd name="connsiteX19" fmla="*/ 152400 w 159543"/>
                <a:gd name="connsiteY19" fmla="*/ 0 h 169069"/>
                <a:gd name="connsiteX20" fmla="*/ 126206 w 159543"/>
                <a:gd name="connsiteY20" fmla="*/ 0 h 169069"/>
                <a:gd name="connsiteX21" fmla="*/ 102393 w 159543"/>
                <a:gd name="connsiteY21" fmla="*/ 14287 h 169069"/>
                <a:gd name="connsiteX0" fmla="*/ 102393 w 159543"/>
                <a:gd name="connsiteY0" fmla="*/ 14287 h 169069"/>
                <a:gd name="connsiteX1" fmla="*/ 69056 w 159543"/>
                <a:gd name="connsiteY1" fmla="*/ 64294 h 169069"/>
                <a:gd name="connsiteX2" fmla="*/ 50006 w 159543"/>
                <a:gd name="connsiteY2" fmla="*/ 88106 h 169069"/>
                <a:gd name="connsiteX3" fmla="*/ 30956 w 159543"/>
                <a:gd name="connsiteY3" fmla="*/ 116681 h 169069"/>
                <a:gd name="connsiteX4" fmla="*/ 0 w 159543"/>
                <a:gd name="connsiteY4" fmla="*/ 119062 h 169069"/>
                <a:gd name="connsiteX5" fmla="*/ 0 w 159543"/>
                <a:gd name="connsiteY5" fmla="*/ 119062 h 169069"/>
                <a:gd name="connsiteX6" fmla="*/ 4762 w 159543"/>
                <a:gd name="connsiteY6" fmla="*/ 169069 h 169069"/>
                <a:gd name="connsiteX7" fmla="*/ 26193 w 159543"/>
                <a:gd name="connsiteY7" fmla="*/ 142875 h 169069"/>
                <a:gd name="connsiteX8" fmla="*/ 38100 w 159543"/>
                <a:gd name="connsiteY8" fmla="*/ 130969 h 169069"/>
                <a:gd name="connsiteX9" fmla="*/ 64293 w 159543"/>
                <a:gd name="connsiteY9" fmla="*/ 161925 h 169069"/>
                <a:gd name="connsiteX10" fmla="*/ 66675 w 159543"/>
                <a:gd name="connsiteY10" fmla="*/ 114300 h 169069"/>
                <a:gd name="connsiteX11" fmla="*/ 90487 w 159543"/>
                <a:gd name="connsiteY11" fmla="*/ 138112 h 169069"/>
                <a:gd name="connsiteX12" fmla="*/ 92868 w 159543"/>
                <a:gd name="connsiteY12" fmla="*/ 107156 h 169069"/>
                <a:gd name="connsiteX13" fmla="*/ 109537 w 159543"/>
                <a:gd name="connsiteY13" fmla="*/ 64294 h 169069"/>
                <a:gd name="connsiteX14" fmla="*/ 119062 w 159543"/>
                <a:gd name="connsiteY14" fmla="*/ 128587 h 169069"/>
                <a:gd name="connsiteX15" fmla="*/ 138112 w 159543"/>
                <a:gd name="connsiteY15" fmla="*/ 90487 h 169069"/>
                <a:gd name="connsiteX16" fmla="*/ 145256 w 159543"/>
                <a:gd name="connsiteY16" fmla="*/ 76200 h 169069"/>
                <a:gd name="connsiteX17" fmla="*/ 145256 w 159543"/>
                <a:gd name="connsiteY17" fmla="*/ 45244 h 169069"/>
                <a:gd name="connsiteX18" fmla="*/ 159543 w 159543"/>
                <a:gd name="connsiteY18" fmla="*/ 7144 h 169069"/>
                <a:gd name="connsiteX19" fmla="*/ 152400 w 159543"/>
                <a:gd name="connsiteY19" fmla="*/ 0 h 169069"/>
                <a:gd name="connsiteX20" fmla="*/ 126206 w 159543"/>
                <a:gd name="connsiteY20" fmla="*/ 23813 h 169069"/>
                <a:gd name="connsiteX21" fmla="*/ 102393 w 159543"/>
                <a:gd name="connsiteY21" fmla="*/ 14287 h 16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543" h="169069">
                  <a:moveTo>
                    <a:pt x="102393" y="14287"/>
                  </a:moveTo>
                  <a:lnTo>
                    <a:pt x="69056" y="64294"/>
                  </a:lnTo>
                  <a:lnTo>
                    <a:pt x="50006" y="88106"/>
                  </a:lnTo>
                  <a:lnTo>
                    <a:pt x="30956" y="116681"/>
                  </a:lnTo>
                  <a:lnTo>
                    <a:pt x="0" y="119062"/>
                  </a:lnTo>
                  <a:lnTo>
                    <a:pt x="0" y="119062"/>
                  </a:lnTo>
                  <a:lnTo>
                    <a:pt x="4762" y="169069"/>
                  </a:lnTo>
                  <a:lnTo>
                    <a:pt x="26193" y="142875"/>
                  </a:lnTo>
                  <a:lnTo>
                    <a:pt x="38100" y="130969"/>
                  </a:lnTo>
                  <a:lnTo>
                    <a:pt x="64293" y="161925"/>
                  </a:lnTo>
                  <a:lnTo>
                    <a:pt x="66675" y="114300"/>
                  </a:lnTo>
                  <a:lnTo>
                    <a:pt x="90487" y="138112"/>
                  </a:lnTo>
                  <a:lnTo>
                    <a:pt x="92868" y="107156"/>
                  </a:lnTo>
                  <a:lnTo>
                    <a:pt x="109537" y="64294"/>
                  </a:lnTo>
                  <a:lnTo>
                    <a:pt x="119062" y="128587"/>
                  </a:lnTo>
                  <a:lnTo>
                    <a:pt x="138112" y="90487"/>
                  </a:lnTo>
                  <a:lnTo>
                    <a:pt x="145256" y="76200"/>
                  </a:lnTo>
                  <a:lnTo>
                    <a:pt x="145256" y="45244"/>
                  </a:lnTo>
                  <a:lnTo>
                    <a:pt x="159543" y="7144"/>
                  </a:lnTo>
                  <a:lnTo>
                    <a:pt x="152400" y="0"/>
                  </a:lnTo>
                  <a:lnTo>
                    <a:pt x="126206" y="23813"/>
                  </a:lnTo>
                  <a:lnTo>
                    <a:pt x="102393" y="14287"/>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57" name="Freeform: Shape 209">
              <a:extLst>
                <a:ext uri="{FF2B5EF4-FFF2-40B4-BE49-F238E27FC236}">
                  <a16:creationId xmlns:a16="http://schemas.microsoft.com/office/drawing/2014/main" id="{31182EEC-F53B-49E1-A6D2-5CA00E9E324B}"/>
                </a:ext>
              </a:extLst>
            </p:cNvPr>
            <p:cNvSpPr/>
            <p:nvPr/>
          </p:nvSpPr>
          <p:spPr bwMode="auto">
            <a:xfrm>
              <a:off x="1469231" y="1497806"/>
              <a:ext cx="76200" cy="76200"/>
            </a:xfrm>
            <a:custGeom>
              <a:avLst/>
              <a:gdLst>
                <a:gd name="connsiteX0" fmla="*/ 73819 w 76200"/>
                <a:gd name="connsiteY0" fmla="*/ 0 h 76200"/>
                <a:gd name="connsiteX1" fmla="*/ 0 w 76200"/>
                <a:gd name="connsiteY1" fmla="*/ 30957 h 76200"/>
                <a:gd name="connsiteX2" fmla="*/ 14288 w 76200"/>
                <a:gd name="connsiteY2" fmla="*/ 61913 h 76200"/>
                <a:gd name="connsiteX3" fmla="*/ 38100 w 76200"/>
                <a:gd name="connsiteY3" fmla="*/ 76200 h 76200"/>
                <a:gd name="connsiteX4" fmla="*/ 71438 w 76200"/>
                <a:gd name="connsiteY4" fmla="*/ 71438 h 76200"/>
                <a:gd name="connsiteX5" fmla="*/ 76200 w 76200"/>
                <a:gd name="connsiteY5" fmla="*/ 52388 h 76200"/>
                <a:gd name="connsiteX6" fmla="*/ 73819 w 76200"/>
                <a:gd name="connsiteY6" fmla="*/ 0 h 76200"/>
                <a:gd name="connsiteX0" fmla="*/ 73819 w 76200"/>
                <a:gd name="connsiteY0" fmla="*/ 0 h 76200"/>
                <a:gd name="connsiteX1" fmla="*/ 0 w 76200"/>
                <a:gd name="connsiteY1" fmla="*/ 30957 h 76200"/>
                <a:gd name="connsiteX2" fmla="*/ 14288 w 76200"/>
                <a:gd name="connsiteY2" fmla="*/ 61913 h 76200"/>
                <a:gd name="connsiteX3" fmla="*/ 38100 w 76200"/>
                <a:gd name="connsiteY3" fmla="*/ 76200 h 76200"/>
                <a:gd name="connsiteX4" fmla="*/ 71438 w 76200"/>
                <a:gd name="connsiteY4" fmla="*/ 71438 h 76200"/>
                <a:gd name="connsiteX5" fmla="*/ 76200 w 76200"/>
                <a:gd name="connsiteY5" fmla="*/ 52388 h 76200"/>
                <a:gd name="connsiteX6" fmla="*/ 73819 w 76200"/>
                <a:gd name="connsiteY6" fmla="*/ 26194 h 76200"/>
                <a:gd name="connsiteX7" fmla="*/ 73819 w 76200"/>
                <a:gd name="connsiteY7" fmla="*/ 0 h 76200"/>
                <a:gd name="connsiteX0" fmla="*/ 73819 w 76200"/>
                <a:gd name="connsiteY0" fmla="*/ 0 h 76200"/>
                <a:gd name="connsiteX1" fmla="*/ 0 w 76200"/>
                <a:gd name="connsiteY1" fmla="*/ 30957 h 76200"/>
                <a:gd name="connsiteX2" fmla="*/ 14288 w 76200"/>
                <a:gd name="connsiteY2" fmla="*/ 61913 h 76200"/>
                <a:gd name="connsiteX3" fmla="*/ 38100 w 76200"/>
                <a:gd name="connsiteY3" fmla="*/ 76200 h 76200"/>
                <a:gd name="connsiteX4" fmla="*/ 71438 w 76200"/>
                <a:gd name="connsiteY4" fmla="*/ 71438 h 76200"/>
                <a:gd name="connsiteX5" fmla="*/ 76200 w 76200"/>
                <a:gd name="connsiteY5" fmla="*/ 52388 h 76200"/>
                <a:gd name="connsiteX6" fmla="*/ 52388 w 76200"/>
                <a:gd name="connsiteY6" fmla="*/ 47625 h 76200"/>
                <a:gd name="connsiteX7" fmla="*/ 73819 w 76200"/>
                <a:gd name="connsiteY7"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73819" y="0"/>
                  </a:moveTo>
                  <a:lnTo>
                    <a:pt x="0" y="30957"/>
                  </a:lnTo>
                  <a:lnTo>
                    <a:pt x="14288" y="61913"/>
                  </a:lnTo>
                  <a:lnTo>
                    <a:pt x="38100" y="76200"/>
                  </a:lnTo>
                  <a:lnTo>
                    <a:pt x="71438" y="71438"/>
                  </a:lnTo>
                  <a:lnTo>
                    <a:pt x="76200" y="52388"/>
                  </a:lnTo>
                  <a:lnTo>
                    <a:pt x="52388" y="47625"/>
                  </a:lnTo>
                  <a:lnTo>
                    <a:pt x="73819"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358" name="Freeform: Shape 210">
              <a:extLst>
                <a:ext uri="{FF2B5EF4-FFF2-40B4-BE49-F238E27FC236}">
                  <a16:creationId xmlns:a16="http://schemas.microsoft.com/office/drawing/2014/main" id="{5F04C57B-0CC6-454A-BACA-B8BB22EF63DA}"/>
                </a:ext>
              </a:extLst>
            </p:cNvPr>
            <p:cNvSpPr/>
            <p:nvPr/>
          </p:nvSpPr>
          <p:spPr bwMode="auto">
            <a:xfrm>
              <a:off x="4962455" y="1557336"/>
              <a:ext cx="4011346" cy="2020169"/>
            </a:xfrm>
            <a:custGeom>
              <a:avLst/>
              <a:gdLst>
                <a:gd name="connsiteX0" fmla="*/ 133490 w 4011346"/>
                <a:gd name="connsiteY0" fmla="*/ 397130 h 1711998"/>
                <a:gd name="connsiteX1" fmla="*/ 46722 w 4011346"/>
                <a:gd name="connsiteY1" fmla="*/ 427165 h 1711998"/>
                <a:gd name="connsiteX2" fmla="*/ 33373 w 4011346"/>
                <a:gd name="connsiteY2" fmla="*/ 457200 h 1711998"/>
                <a:gd name="connsiteX3" fmla="*/ 43384 w 4011346"/>
                <a:gd name="connsiteY3" fmla="*/ 487236 h 1711998"/>
                <a:gd name="connsiteX4" fmla="*/ 60071 w 4011346"/>
                <a:gd name="connsiteY4" fmla="*/ 513933 h 1711998"/>
                <a:gd name="connsiteX5" fmla="*/ 73419 w 4011346"/>
                <a:gd name="connsiteY5" fmla="*/ 543968 h 1711998"/>
                <a:gd name="connsiteX6" fmla="*/ 56733 w 4011346"/>
                <a:gd name="connsiteY6" fmla="*/ 567329 h 1711998"/>
                <a:gd name="connsiteX7" fmla="*/ 76757 w 4011346"/>
                <a:gd name="connsiteY7" fmla="*/ 647422 h 1711998"/>
                <a:gd name="connsiteX8" fmla="*/ 66745 w 4011346"/>
                <a:gd name="connsiteY8" fmla="*/ 664109 h 1711998"/>
                <a:gd name="connsiteX9" fmla="*/ 70082 w 4011346"/>
                <a:gd name="connsiteY9" fmla="*/ 690806 h 1711998"/>
                <a:gd name="connsiteX10" fmla="*/ 70082 w 4011346"/>
                <a:gd name="connsiteY10" fmla="*/ 730853 h 1711998"/>
                <a:gd name="connsiteX11" fmla="*/ 80094 w 4011346"/>
                <a:gd name="connsiteY11" fmla="*/ 750876 h 1711998"/>
                <a:gd name="connsiteX12" fmla="*/ 76757 w 4011346"/>
                <a:gd name="connsiteY12" fmla="*/ 774237 h 1711998"/>
                <a:gd name="connsiteX13" fmla="*/ 106792 w 4011346"/>
                <a:gd name="connsiteY13" fmla="*/ 807609 h 1711998"/>
                <a:gd name="connsiteX14" fmla="*/ 106792 w 4011346"/>
                <a:gd name="connsiteY14" fmla="*/ 837644 h 1711998"/>
                <a:gd name="connsiteX15" fmla="*/ 13349 w 4011346"/>
                <a:gd name="connsiteY15" fmla="*/ 927749 h 1711998"/>
                <a:gd name="connsiteX16" fmla="*/ 33373 w 4011346"/>
                <a:gd name="connsiteY16" fmla="*/ 961122 h 1711998"/>
                <a:gd name="connsiteX17" fmla="*/ 33373 w 4011346"/>
                <a:gd name="connsiteY17" fmla="*/ 961122 h 1711998"/>
                <a:gd name="connsiteX18" fmla="*/ 16687 w 4011346"/>
                <a:gd name="connsiteY18" fmla="*/ 991157 h 1711998"/>
                <a:gd name="connsiteX19" fmla="*/ 3338 w 4011346"/>
                <a:gd name="connsiteY19" fmla="*/ 1021192 h 1711998"/>
                <a:gd name="connsiteX20" fmla="*/ 0 w 4011346"/>
                <a:gd name="connsiteY20" fmla="*/ 1081262 h 1711998"/>
                <a:gd name="connsiteX21" fmla="*/ 16687 w 4011346"/>
                <a:gd name="connsiteY21" fmla="*/ 1124646 h 1711998"/>
                <a:gd name="connsiteX22" fmla="*/ 20024 w 4011346"/>
                <a:gd name="connsiteY22" fmla="*/ 1158018 h 1711998"/>
                <a:gd name="connsiteX23" fmla="*/ 56733 w 4011346"/>
                <a:gd name="connsiteY23" fmla="*/ 1168030 h 1711998"/>
                <a:gd name="connsiteX24" fmla="*/ 116803 w 4011346"/>
                <a:gd name="connsiteY24" fmla="*/ 1254798 h 1711998"/>
                <a:gd name="connsiteX25" fmla="*/ 96780 w 4011346"/>
                <a:gd name="connsiteY25" fmla="*/ 1278158 h 1711998"/>
                <a:gd name="connsiteX26" fmla="*/ 93443 w 4011346"/>
                <a:gd name="connsiteY26" fmla="*/ 1308193 h 1711998"/>
                <a:gd name="connsiteX27" fmla="*/ 120141 w 4011346"/>
                <a:gd name="connsiteY27" fmla="*/ 1311530 h 1711998"/>
                <a:gd name="connsiteX28" fmla="*/ 160187 w 4011346"/>
                <a:gd name="connsiteY28" fmla="*/ 1324879 h 1711998"/>
                <a:gd name="connsiteX29" fmla="*/ 186885 w 4011346"/>
                <a:gd name="connsiteY29" fmla="*/ 1338228 h 1711998"/>
                <a:gd name="connsiteX30" fmla="*/ 213583 w 4011346"/>
                <a:gd name="connsiteY30" fmla="*/ 1368263 h 1711998"/>
                <a:gd name="connsiteX31" fmla="*/ 243618 w 4011346"/>
                <a:gd name="connsiteY31" fmla="*/ 1371600 h 1711998"/>
                <a:gd name="connsiteX32" fmla="*/ 287002 w 4011346"/>
                <a:gd name="connsiteY32" fmla="*/ 1401636 h 1711998"/>
                <a:gd name="connsiteX33" fmla="*/ 310363 w 4011346"/>
                <a:gd name="connsiteY33" fmla="*/ 1411647 h 1711998"/>
                <a:gd name="connsiteX34" fmla="*/ 310363 w 4011346"/>
                <a:gd name="connsiteY34" fmla="*/ 1448357 h 1711998"/>
                <a:gd name="connsiteX35" fmla="*/ 270316 w 4011346"/>
                <a:gd name="connsiteY35" fmla="*/ 1488403 h 1711998"/>
                <a:gd name="connsiteX36" fmla="*/ 280327 w 4011346"/>
                <a:gd name="connsiteY36" fmla="*/ 1511764 h 1711998"/>
                <a:gd name="connsiteX37" fmla="*/ 273653 w 4011346"/>
                <a:gd name="connsiteY37" fmla="*/ 1531787 h 1711998"/>
                <a:gd name="connsiteX38" fmla="*/ 266979 w 4011346"/>
                <a:gd name="connsiteY38" fmla="*/ 1548473 h 1711998"/>
                <a:gd name="connsiteX39" fmla="*/ 240281 w 4011346"/>
                <a:gd name="connsiteY39" fmla="*/ 1588520 h 1711998"/>
                <a:gd name="connsiteX40" fmla="*/ 307025 w 4011346"/>
                <a:gd name="connsiteY40" fmla="*/ 1625230 h 1711998"/>
                <a:gd name="connsiteX41" fmla="*/ 337060 w 4011346"/>
                <a:gd name="connsiteY41" fmla="*/ 1631904 h 1711998"/>
                <a:gd name="connsiteX42" fmla="*/ 360421 w 4011346"/>
                <a:gd name="connsiteY42" fmla="*/ 1638579 h 1711998"/>
                <a:gd name="connsiteX43" fmla="*/ 380444 w 4011346"/>
                <a:gd name="connsiteY43" fmla="*/ 1645253 h 1711998"/>
                <a:gd name="connsiteX44" fmla="*/ 407142 w 4011346"/>
                <a:gd name="connsiteY44" fmla="*/ 1665276 h 1711998"/>
                <a:gd name="connsiteX45" fmla="*/ 437177 w 4011346"/>
                <a:gd name="connsiteY45" fmla="*/ 1661939 h 1711998"/>
                <a:gd name="connsiteX46" fmla="*/ 507259 w 4011346"/>
                <a:gd name="connsiteY46" fmla="*/ 1711998 h 1711998"/>
                <a:gd name="connsiteX47" fmla="*/ 517271 w 4011346"/>
                <a:gd name="connsiteY47" fmla="*/ 1698649 h 1711998"/>
                <a:gd name="connsiteX48" fmla="*/ 507259 w 4011346"/>
                <a:gd name="connsiteY48" fmla="*/ 1658602 h 1711998"/>
                <a:gd name="connsiteX49" fmla="*/ 500584 w 4011346"/>
                <a:gd name="connsiteY49" fmla="*/ 1625230 h 1711998"/>
                <a:gd name="connsiteX50" fmla="*/ 483898 w 4011346"/>
                <a:gd name="connsiteY50" fmla="*/ 1581846 h 1711998"/>
                <a:gd name="connsiteX51" fmla="*/ 513933 w 4011346"/>
                <a:gd name="connsiteY51" fmla="*/ 1561822 h 1711998"/>
                <a:gd name="connsiteX52" fmla="*/ 547306 w 4011346"/>
                <a:gd name="connsiteY52" fmla="*/ 1538462 h 1711998"/>
                <a:gd name="connsiteX53" fmla="*/ 527282 w 4011346"/>
                <a:gd name="connsiteY53" fmla="*/ 1521776 h 1711998"/>
                <a:gd name="connsiteX54" fmla="*/ 517271 w 4011346"/>
                <a:gd name="connsiteY54" fmla="*/ 1488403 h 1711998"/>
                <a:gd name="connsiteX55" fmla="*/ 480561 w 4011346"/>
                <a:gd name="connsiteY55" fmla="*/ 1471717 h 1711998"/>
                <a:gd name="connsiteX56" fmla="*/ 470549 w 4011346"/>
                <a:gd name="connsiteY56" fmla="*/ 1451694 h 1711998"/>
                <a:gd name="connsiteX57" fmla="*/ 480561 w 4011346"/>
                <a:gd name="connsiteY57" fmla="*/ 1421659 h 1711998"/>
                <a:gd name="connsiteX58" fmla="*/ 490573 w 4011346"/>
                <a:gd name="connsiteY58" fmla="*/ 1381612 h 1711998"/>
                <a:gd name="connsiteX59" fmla="*/ 513933 w 4011346"/>
                <a:gd name="connsiteY59" fmla="*/ 1401636 h 1711998"/>
                <a:gd name="connsiteX60" fmla="*/ 520608 w 4011346"/>
                <a:gd name="connsiteY60" fmla="*/ 1384949 h 1711998"/>
                <a:gd name="connsiteX61" fmla="*/ 543968 w 4011346"/>
                <a:gd name="connsiteY61" fmla="*/ 1348240 h 1711998"/>
                <a:gd name="connsiteX62" fmla="*/ 574003 w 4011346"/>
                <a:gd name="connsiteY62" fmla="*/ 1331554 h 1711998"/>
                <a:gd name="connsiteX63" fmla="*/ 590690 w 4011346"/>
                <a:gd name="connsiteY63" fmla="*/ 1344903 h 1711998"/>
                <a:gd name="connsiteX64" fmla="*/ 610713 w 4011346"/>
                <a:gd name="connsiteY64" fmla="*/ 1318205 h 1711998"/>
                <a:gd name="connsiteX65" fmla="*/ 630736 w 4011346"/>
                <a:gd name="connsiteY65" fmla="*/ 1344903 h 1711998"/>
                <a:gd name="connsiteX66" fmla="*/ 657434 w 4011346"/>
                <a:gd name="connsiteY66" fmla="*/ 1368263 h 1711998"/>
                <a:gd name="connsiteX67" fmla="*/ 674120 w 4011346"/>
                <a:gd name="connsiteY67" fmla="*/ 1374938 h 1711998"/>
                <a:gd name="connsiteX68" fmla="*/ 697481 w 4011346"/>
                <a:gd name="connsiteY68" fmla="*/ 1374938 h 1711998"/>
                <a:gd name="connsiteX69" fmla="*/ 717504 w 4011346"/>
                <a:gd name="connsiteY69" fmla="*/ 1361589 h 1711998"/>
                <a:gd name="connsiteX70" fmla="*/ 744202 w 4011346"/>
                <a:gd name="connsiteY70" fmla="*/ 1361589 h 1711998"/>
                <a:gd name="connsiteX71" fmla="*/ 760888 w 4011346"/>
                <a:gd name="connsiteY71" fmla="*/ 1358252 h 1711998"/>
                <a:gd name="connsiteX72" fmla="*/ 790923 w 4011346"/>
                <a:gd name="connsiteY72" fmla="*/ 1391624 h 1711998"/>
                <a:gd name="connsiteX73" fmla="*/ 797598 w 4011346"/>
                <a:gd name="connsiteY73" fmla="*/ 1364926 h 1711998"/>
                <a:gd name="connsiteX74" fmla="*/ 817621 w 4011346"/>
                <a:gd name="connsiteY74" fmla="*/ 1381612 h 1711998"/>
                <a:gd name="connsiteX75" fmla="*/ 837644 w 4011346"/>
                <a:gd name="connsiteY75" fmla="*/ 1358252 h 1711998"/>
                <a:gd name="connsiteX76" fmla="*/ 827633 w 4011346"/>
                <a:gd name="connsiteY76" fmla="*/ 1338228 h 1711998"/>
                <a:gd name="connsiteX77" fmla="*/ 810946 w 4011346"/>
                <a:gd name="connsiteY77" fmla="*/ 1324879 h 1711998"/>
                <a:gd name="connsiteX78" fmla="*/ 810946 w 4011346"/>
                <a:gd name="connsiteY78" fmla="*/ 1298182 h 1711998"/>
                <a:gd name="connsiteX79" fmla="*/ 810946 w 4011346"/>
                <a:gd name="connsiteY79" fmla="*/ 1284833 h 1711998"/>
                <a:gd name="connsiteX80" fmla="*/ 830970 w 4011346"/>
                <a:gd name="connsiteY80" fmla="*/ 1281495 h 1711998"/>
                <a:gd name="connsiteX81" fmla="*/ 840981 w 4011346"/>
                <a:gd name="connsiteY81" fmla="*/ 1278158 h 1711998"/>
                <a:gd name="connsiteX82" fmla="*/ 820958 w 4011346"/>
                <a:gd name="connsiteY82" fmla="*/ 1241449 h 1711998"/>
                <a:gd name="connsiteX83" fmla="*/ 854330 w 4011346"/>
                <a:gd name="connsiteY83" fmla="*/ 1234774 h 1711998"/>
                <a:gd name="connsiteX84" fmla="*/ 891040 w 4011346"/>
                <a:gd name="connsiteY84" fmla="*/ 1241449 h 1711998"/>
                <a:gd name="connsiteX85" fmla="*/ 964459 w 4011346"/>
                <a:gd name="connsiteY85" fmla="*/ 1198065 h 1711998"/>
                <a:gd name="connsiteX86" fmla="*/ 1001168 w 4011346"/>
                <a:gd name="connsiteY86" fmla="*/ 1198065 h 1711998"/>
                <a:gd name="connsiteX87" fmla="*/ 1027866 w 4011346"/>
                <a:gd name="connsiteY87" fmla="*/ 1174704 h 1711998"/>
                <a:gd name="connsiteX88" fmla="*/ 1047890 w 4011346"/>
                <a:gd name="connsiteY88" fmla="*/ 1184716 h 1711998"/>
                <a:gd name="connsiteX89" fmla="*/ 1067913 w 4011346"/>
                <a:gd name="connsiteY89" fmla="*/ 1194727 h 1711998"/>
                <a:gd name="connsiteX90" fmla="*/ 1087936 w 4011346"/>
                <a:gd name="connsiteY90" fmla="*/ 1221425 h 1711998"/>
                <a:gd name="connsiteX91" fmla="*/ 1074587 w 4011346"/>
                <a:gd name="connsiteY91" fmla="*/ 1234774 h 1711998"/>
                <a:gd name="connsiteX92" fmla="*/ 1104622 w 4011346"/>
                <a:gd name="connsiteY92" fmla="*/ 1234774 h 1711998"/>
                <a:gd name="connsiteX93" fmla="*/ 1107960 w 4011346"/>
                <a:gd name="connsiteY93" fmla="*/ 1251460 h 1711998"/>
                <a:gd name="connsiteX94" fmla="*/ 1121309 w 4011346"/>
                <a:gd name="connsiteY94" fmla="*/ 1234774 h 1711998"/>
                <a:gd name="connsiteX95" fmla="*/ 1134657 w 4011346"/>
                <a:gd name="connsiteY95" fmla="*/ 1248123 h 1711998"/>
                <a:gd name="connsiteX96" fmla="*/ 1134657 w 4011346"/>
                <a:gd name="connsiteY96" fmla="*/ 1268146 h 1711998"/>
                <a:gd name="connsiteX97" fmla="*/ 1148006 w 4011346"/>
                <a:gd name="connsiteY97" fmla="*/ 1264809 h 1711998"/>
                <a:gd name="connsiteX98" fmla="*/ 1208076 w 4011346"/>
                <a:gd name="connsiteY98" fmla="*/ 1218088 h 1711998"/>
                <a:gd name="connsiteX99" fmla="*/ 1211414 w 4011346"/>
                <a:gd name="connsiteY99" fmla="*/ 1238111 h 1711998"/>
                <a:gd name="connsiteX100" fmla="*/ 1244786 w 4011346"/>
                <a:gd name="connsiteY100" fmla="*/ 1258135 h 1711998"/>
                <a:gd name="connsiteX101" fmla="*/ 1264809 w 4011346"/>
                <a:gd name="connsiteY101" fmla="*/ 1288170 h 1711998"/>
                <a:gd name="connsiteX102" fmla="*/ 1298181 w 4011346"/>
                <a:gd name="connsiteY102" fmla="*/ 1394961 h 1711998"/>
                <a:gd name="connsiteX103" fmla="*/ 1308193 w 4011346"/>
                <a:gd name="connsiteY103" fmla="*/ 1351577 h 1711998"/>
                <a:gd name="connsiteX104" fmla="*/ 1344903 w 4011346"/>
                <a:gd name="connsiteY104" fmla="*/ 1371600 h 1711998"/>
                <a:gd name="connsiteX105" fmla="*/ 1388287 w 4011346"/>
                <a:gd name="connsiteY105" fmla="*/ 1371600 h 1711998"/>
                <a:gd name="connsiteX106" fmla="*/ 1394961 w 4011346"/>
                <a:gd name="connsiteY106" fmla="*/ 1394961 h 1711998"/>
                <a:gd name="connsiteX107" fmla="*/ 1435008 w 4011346"/>
                <a:gd name="connsiteY107" fmla="*/ 1418322 h 1711998"/>
                <a:gd name="connsiteX108" fmla="*/ 1465043 w 4011346"/>
                <a:gd name="connsiteY108" fmla="*/ 1418322 h 1711998"/>
                <a:gd name="connsiteX109" fmla="*/ 1491741 w 4011346"/>
                <a:gd name="connsiteY109" fmla="*/ 1431671 h 1711998"/>
                <a:gd name="connsiteX110" fmla="*/ 1535125 w 4011346"/>
                <a:gd name="connsiteY110" fmla="*/ 1388287 h 1711998"/>
                <a:gd name="connsiteX111" fmla="*/ 1571834 w 4011346"/>
                <a:gd name="connsiteY111" fmla="*/ 1368263 h 1711998"/>
                <a:gd name="connsiteX112" fmla="*/ 1608544 w 4011346"/>
                <a:gd name="connsiteY112" fmla="*/ 1371600 h 1711998"/>
                <a:gd name="connsiteX113" fmla="*/ 1655265 w 4011346"/>
                <a:gd name="connsiteY113" fmla="*/ 1384949 h 1711998"/>
                <a:gd name="connsiteX114" fmla="*/ 1681963 w 4011346"/>
                <a:gd name="connsiteY114" fmla="*/ 1401636 h 1711998"/>
                <a:gd name="connsiteX115" fmla="*/ 1735358 w 4011346"/>
                <a:gd name="connsiteY115" fmla="*/ 1394961 h 1711998"/>
                <a:gd name="connsiteX116" fmla="*/ 1745370 w 4011346"/>
                <a:gd name="connsiteY116" fmla="*/ 1374938 h 1711998"/>
                <a:gd name="connsiteX117" fmla="*/ 1738695 w 4011346"/>
                <a:gd name="connsiteY117" fmla="*/ 1354914 h 1711998"/>
                <a:gd name="connsiteX118" fmla="*/ 1765393 w 4011346"/>
                <a:gd name="connsiteY118" fmla="*/ 1328217 h 1711998"/>
                <a:gd name="connsiteX119" fmla="*/ 1778742 w 4011346"/>
                <a:gd name="connsiteY119" fmla="*/ 1324879 h 1711998"/>
                <a:gd name="connsiteX120" fmla="*/ 1812114 w 4011346"/>
                <a:gd name="connsiteY120" fmla="*/ 1341565 h 1711998"/>
                <a:gd name="connsiteX121" fmla="*/ 1852161 w 4011346"/>
                <a:gd name="connsiteY121" fmla="*/ 1354914 h 1711998"/>
                <a:gd name="connsiteX122" fmla="*/ 1858836 w 4011346"/>
                <a:gd name="connsiteY122" fmla="*/ 1381612 h 1711998"/>
                <a:gd name="connsiteX123" fmla="*/ 1872184 w 4011346"/>
                <a:gd name="connsiteY123" fmla="*/ 1388287 h 1711998"/>
                <a:gd name="connsiteX124" fmla="*/ 1902219 w 4011346"/>
                <a:gd name="connsiteY124" fmla="*/ 1391624 h 1711998"/>
                <a:gd name="connsiteX125" fmla="*/ 1932254 w 4011346"/>
                <a:gd name="connsiteY125" fmla="*/ 1374938 h 1711998"/>
                <a:gd name="connsiteX126" fmla="*/ 1962290 w 4011346"/>
                <a:gd name="connsiteY126" fmla="*/ 1388287 h 1711998"/>
                <a:gd name="connsiteX127" fmla="*/ 1985650 w 4011346"/>
                <a:gd name="connsiteY127" fmla="*/ 1401636 h 1711998"/>
                <a:gd name="connsiteX128" fmla="*/ 1995662 w 4011346"/>
                <a:gd name="connsiteY128" fmla="*/ 1411647 h 1711998"/>
                <a:gd name="connsiteX129" fmla="*/ 2032371 w 4011346"/>
                <a:gd name="connsiteY129" fmla="*/ 1431671 h 1711998"/>
                <a:gd name="connsiteX130" fmla="*/ 2069081 w 4011346"/>
                <a:gd name="connsiteY130" fmla="*/ 1428333 h 1711998"/>
                <a:gd name="connsiteX131" fmla="*/ 2142500 w 4011346"/>
                <a:gd name="connsiteY131" fmla="*/ 1384949 h 1711998"/>
                <a:gd name="connsiteX132" fmla="*/ 2195895 w 4011346"/>
                <a:gd name="connsiteY132" fmla="*/ 1398298 h 1711998"/>
                <a:gd name="connsiteX133" fmla="*/ 2225930 w 4011346"/>
                <a:gd name="connsiteY133" fmla="*/ 1408310 h 1711998"/>
                <a:gd name="connsiteX134" fmla="*/ 2259303 w 4011346"/>
                <a:gd name="connsiteY134" fmla="*/ 1394961 h 1711998"/>
                <a:gd name="connsiteX135" fmla="*/ 2262640 w 4011346"/>
                <a:gd name="connsiteY135" fmla="*/ 1368263 h 1711998"/>
                <a:gd name="connsiteX136" fmla="*/ 2282663 w 4011346"/>
                <a:gd name="connsiteY136" fmla="*/ 1338228 h 1711998"/>
                <a:gd name="connsiteX137" fmla="*/ 2299349 w 4011346"/>
                <a:gd name="connsiteY137" fmla="*/ 1284833 h 1711998"/>
                <a:gd name="connsiteX138" fmla="*/ 2282663 w 4011346"/>
                <a:gd name="connsiteY138" fmla="*/ 1288170 h 1711998"/>
                <a:gd name="connsiteX139" fmla="*/ 2312698 w 4011346"/>
                <a:gd name="connsiteY139" fmla="*/ 1261472 h 1711998"/>
                <a:gd name="connsiteX140" fmla="*/ 2339396 w 4011346"/>
                <a:gd name="connsiteY140" fmla="*/ 1258135 h 1711998"/>
                <a:gd name="connsiteX141" fmla="*/ 2396129 w 4011346"/>
                <a:gd name="connsiteY141" fmla="*/ 1268146 h 1711998"/>
                <a:gd name="connsiteX142" fmla="*/ 2436176 w 4011346"/>
                <a:gd name="connsiteY142" fmla="*/ 1294844 h 1711998"/>
                <a:gd name="connsiteX143" fmla="*/ 2462873 w 4011346"/>
                <a:gd name="connsiteY143" fmla="*/ 1324879 h 1711998"/>
                <a:gd name="connsiteX144" fmla="*/ 2469548 w 4011346"/>
                <a:gd name="connsiteY144" fmla="*/ 1361589 h 1711998"/>
                <a:gd name="connsiteX145" fmla="*/ 2476222 w 4011346"/>
                <a:gd name="connsiteY145" fmla="*/ 1401636 h 1711998"/>
                <a:gd name="connsiteX146" fmla="*/ 2486234 w 4011346"/>
                <a:gd name="connsiteY146" fmla="*/ 1421659 h 1711998"/>
                <a:gd name="connsiteX147" fmla="*/ 2529618 w 4011346"/>
                <a:gd name="connsiteY147" fmla="*/ 1435008 h 1711998"/>
                <a:gd name="connsiteX148" fmla="*/ 2549641 w 4011346"/>
                <a:gd name="connsiteY148" fmla="*/ 1455031 h 1711998"/>
                <a:gd name="connsiteX149" fmla="*/ 2562990 w 4011346"/>
                <a:gd name="connsiteY149" fmla="*/ 1488403 h 1711998"/>
                <a:gd name="connsiteX150" fmla="*/ 2586351 w 4011346"/>
                <a:gd name="connsiteY150" fmla="*/ 1481729 h 1711998"/>
                <a:gd name="connsiteX151" fmla="*/ 2606374 w 4011346"/>
                <a:gd name="connsiteY151" fmla="*/ 1471717 h 1711998"/>
                <a:gd name="connsiteX152" fmla="*/ 2639746 w 4011346"/>
                <a:gd name="connsiteY152" fmla="*/ 1455031 h 1711998"/>
                <a:gd name="connsiteX153" fmla="*/ 2643084 w 4011346"/>
                <a:gd name="connsiteY153" fmla="*/ 1471717 h 1711998"/>
                <a:gd name="connsiteX154" fmla="*/ 2626398 w 4011346"/>
                <a:gd name="connsiteY154" fmla="*/ 1501752 h 1711998"/>
                <a:gd name="connsiteX155" fmla="*/ 2616386 w 4011346"/>
                <a:gd name="connsiteY155" fmla="*/ 1538462 h 1711998"/>
                <a:gd name="connsiteX156" fmla="*/ 2603037 w 4011346"/>
                <a:gd name="connsiteY156" fmla="*/ 1591857 h 1711998"/>
                <a:gd name="connsiteX157" fmla="*/ 2579676 w 4011346"/>
                <a:gd name="connsiteY157" fmla="*/ 1565160 h 1711998"/>
                <a:gd name="connsiteX158" fmla="*/ 2552979 w 4011346"/>
                <a:gd name="connsiteY158" fmla="*/ 1588520 h 1711998"/>
                <a:gd name="connsiteX159" fmla="*/ 2559653 w 4011346"/>
                <a:gd name="connsiteY159" fmla="*/ 1615218 h 1711998"/>
                <a:gd name="connsiteX160" fmla="*/ 2559653 w 4011346"/>
                <a:gd name="connsiteY160" fmla="*/ 1651927 h 1711998"/>
                <a:gd name="connsiteX161" fmla="*/ 2549641 w 4011346"/>
                <a:gd name="connsiteY161" fmla="*/ 1671951 h 1711998"/>
                <a:gd name="connsiteX162" fmla="*/ 2589688 w 4011346"/>
                <a:gd name="connsiteY162" fmla="*/ 1651927 h 1711998"/>
                <a:gd name="connsiteX163" fmla="*/ 2626398 w 4011346"/>
                <a:gd name="connsiteY163" fmla="*/ 1661939 h 1711998"/>
                <a:gd name="connsiteX164" fmla="*/ 2653095 w 4011346"/>
                <a:gd name="connsiteY164" fmla="*/ 1638579 h 1711998"/>
                <a:gd name="connsiteX165" fmla="*/ 2683130 w 4011346"/>
                <a:gd name="connsiteY165" fmla="*/ 1585183 h 1711998"/>
                <a:gd name="connsiteX166" fmla="*/ 2753212 w 4011346"/>
                <a:gd name="connsiteY166" fmla="*/ 1498415 h 1711998"/>
                <a:gd name="connsiteX167" fmla="*/ 2783247 w 4011346"/>
                <a:gd name="connsiteY167" fmla="*/ 1428333 h 1711998"/>
                <a:gd name="connsiteX168" fmla="*/ 2803271 w 4011346"/>
                <a:gd name="connsiteY168" fmla="*/ 1324879 h 1711998"/>
                <a:gd name="connsiteX169" fmla="*/ 2793259 w 4011346"/>
                <a:gd name="connsiteY169" fmla="*/ 1274821 h 1711998"/>
                <a:gd name="connsiteX170" fmla="*/ 2769898 w 4011346"/>
                <a:gd name="connsiteY170" fmla="*/ 1241449 h 1711998"/>
                <a:gd name="connsiteX171" fmla="*/ 2726514 w 4011346"/>
                <a:gd name="connsiteY171" fmla="*/ 1241449 h 1711998"/>
                <a:gd name="connsiteX172" fmla="*/ 2699817 w 4011346"/>
                <a:gd name="connsiteY172" fmla="*/ 1241449 h 1711998"/>
                <a:gd name="connsiteX173" fmla="*/ 2683130 w 4011346"/>
                <a:gd name="connsiteY173" fmla="*/ 1221425 h 1711998"/>
                <a:gd name="connsiteX174" fmla="*/ 2669781 w 4011346"/>
                <a:gd name="connsiteY174" fmla="*/ 1201402 h 1711998"/>
                <a:gd name="connsiteX175" fmla="*/ 2763224 w 4011346"/>
                <a:gd name="connsiteY175" fmla="*/ 1084599 h 1711998"/>
                <a:gd name="connsiteX176" fmla="*/ 2846654 w 4011346"/>
                <a:gd name="connsiteY176" fmla="*/ 1017855 h 1711998"/>
                <a:gd name="connsiteX177" fmla="*/ 2890038 w 4011346"/>
                <a:gd name="connsiteY177" fmla="*/ 994494 h 1711998"/>
                <a:gd name="connsiteX178" fmla="*/ 2933422 w 4011346"/>
                <a:gd name="connsiteY178" fmla="*/ 1014517 h 1711998"/>
                <a:gd name="connsiteX179" fmla="*/ 2950109 w 4011346"/>
                <a:gd name="connsiteY179" fmla="*/ 997831 h 1711998"/>
                <a:gd name="connsiteX180" fmla="*/ 2993492 w 4011346"/>
                <a:gd name="connsiteY180" fmla="*/ 1014517 h 1711998"/>
                <a:gd name="connsiteX181" fmla="*/ 3006841 w 4011346"/>
                <a:gd name="connsiteY181" fmla="*/ 981145 h 1711998"/>
                <a:gd name="connsiteX182" fmla="*/ 3053563 w 4011346"/>
                <a:gd name="connsiteY182" fmla="*/ 991157 h 1711998"/>
                <a:gd name="connsiteX183" fmla="*/ 3070249 w 4011346"/>
                <a:gd name="connsiteY183" fmla="*/ 1007843 h 1711998"/>
                <a:gd name="connsiteX184" fmla="*/ 3060237 w 4011346"/>
                <a:gd name="connsiteY184" fmla="*/ 1027866 h 1711998"/>
                <a:gd name="connsiteX185" fmla="*/ 3123644 w 4011346"/>
                <a:gd name="connsiteY185" fmla="*/ 1011180 h 1711998"/>
                <a:gd name="connsiteX186" fmla="*/ 3140330 w 4011346"/>
                <a:gd name="connsiteY186" fmla="*/ 997831 h 1711998"/>
                <a:gd name="connsiteX187" fmla="*/ 3123644 w 4011346"/>
                <a:gd name="connsiteY187" fmla="*/ 984482 h 1711998"/>
                <a:gd name="connsiteX188" fmla="*/ 3143668 w 4011346"/>
                <a:gd name="connsiteY188" fmla="*/ 944436 h 1711998"/>
                <a:gd name="connsiteX189" fmla="*/ 3190389 w 4011346"/>
                <a:gd name="connsiteY189" fmla="*/ 874354 h 1711998"/>
                <a:gd name="connsiteX190" fmla="*/ 3233773 w 4011346"/>
                <a:gd name="connsiteY190" fmla="*/ 871017 h 1711998"/>
                <a:gd name="connsiteX191" fmla="*/ 3273819 w 4011346"/>
                <a:gd name="connsiteY191" fmla="*/ 881028 h 1711998"/>
                <a:gd name="connsiteX192" fmla="*/ 3277157 w 4011346"/>
                <a:gd name="connsiteY192" fmla="*/ 937761 h 1711998"/>
                <a:gd name="connsiteX193" fmla="*/ 3320541 w 4011346"/>
                <a:gd name="connsiteY193" fmla="*/ 894377 h 1711998"/>
                <a:gd name="connsiteX194" fmla="*/ 3343901 w 4011346"/>
                <a:gd name="connsiteY194" fmla="*/ 877691 h 1711998"/>
                <a:gd name="connsiteX195" fmla="*/ 3350576 w 4011346"/>
                <a:gd name="connsiteY195" fmla="*/ 844319 h 1711998"/>
                <a:gd name="connsiteX196" fmla="*/ 3377273 w 4011346"/>
                <a:gd name="connsiteY196" fmla="*/ 827633 h 1711998"/>
                <a:gd name="connsiteX197" fmla="*/ 3407309 w 4011346"/>
                <a:gd name="connsiteY197" fmla="*/ 837644 h 1711998"/>
                <a:gd name="connsiteX198" fmla="*/ 3373936 w 4011346"/>
                <a:gd name="connsiteY198" fmla="*/ 867679 h 1711998"/>
                <a:gd name="connsiteX199" fmla="*/ 3360587 w 4011346"/>
                <a:gd name="connsiteY199" fmla="*/ 917738 h 1711998"/>
                <a:gd name="connsiteX200" fmla="*/ 3323878 w 4011346"/>
                <a:gd name="connsiteY200" fmla="*/ 957784 h 1711998"/>
                <a:gd name="connsiteX201" fmla="*/ 3210412 w 4011346"/>
                <a:gd name="connsiteY201" fmla="*/ 1054564 h 1711998"/>
                <a:gd name="connsiteX202" fmla="*/ 3163691 w 4011346"/>
                <a:gd name="connsiteY202" fmla="*/ 1124646 h 1711998"/>
                <a:gd name="connsiteX203" fmla="*/ 3160354 w 4011346"/>
                <a:gd name="connsiteY203" fmla="*/ 1198065 h 1711998"/>
                <a:gd name="connsiteX204" fmla="*/ 3170365 w 4011346"/>
                <a:gd name="connsiteY204" fmla="*/ 1288170 h 1711998"/>
                <a:gd name="connsiteX205" fmla="*/ 3190389 w 4011346"/>
                <a:gd name="connsiteY205" fmla="*/ 1351577 h 1711998"/>
                <a:gd name="connsiteX206" fmla="*/ 3217087 w 4011346"/>
                <a:gd name="connsiteY206" fmla="*/ 1341565 h 1711998"/>
                <a:gd name="connsiteX207" fmla="*/ 3240447 w 4011346"/>
                <a:gd name="connsiteY207" fmla="*/ 1274821 h 1711998"/>
                <a:gd name="connsiteX208" fmla="*/ 3270482 w 4011346"/>
                <a:gd name="connsiteY208" fmla="*/ 1271484 h 1711998"/>
                <a:gd name="connsiteX209" fmla="*/ 3287168 w 4011346"/>
                <a:gd name="connsiteY209" fmla="*/ 1211414 h 1711998"/>
                <a:gd name="connsiteX210" fmla="*/ 3313866 w 4011346"/>
                <a:gd name="connsiteY210" fmla="*/ 1201402 h 1711998"/>
                <a:gd name="connsiteX211" fmla="*/ 3313866 w 4011346"/>
                <a:gd name="connsiteY211" fmla="*/ 1171367 h 1711998"/>
                <a:gd name="connsiteX212" fmla="*/ 3337227 w 4011346"/>
                <a:gd name="connsiteY212" fmla="*/ 1134657 h 1711998"/>
                <a:gd name="connsiteX213" fmla="*/ 3330552 w 4011346"/>
                <a:gd name="connsiteY213" fmla="*/ 1091273 h 1711998"/>
                <a:gd name="connsiteX214" fmla="*/ 3333890 w 4011346"/>
                <a:gd name="connsiteY214" fmla="*/ 1061238 h 1711998"/>
                <a:gd name="connsiteX215" fmla="*/ 3323878 w 4011346"/>
                <a:gd name="connsiteY215" fmla="*/ 1051227 h 1711998"/>
                <a:gd name="connsiteX216" fmla="*/ 3363925 w 4011346"/>
                <a:gd name="connsiteY216" fmla="*/ 964459 h 1711998"/>
                <a:gd name="connsiteX217" fmla="*/ 3383948 w 4011346"/>
                <a:gd name="connsiteY217" fmla="*/ 974471 h 1711998"/>
                <a:gd name="connsiteX218" fmla="*/ 3410646 w 4011346"/>
                <a:gd name="connsiteY218" fmla="*/ 947773 h 1711998"/>
                <a:gd name="connsiteX219" fmla="*/ 3420657 w 4011346"/>
                <a:gd name="connsiteY219" fmla="*/ 974471 h 1711998"/>
                <a:gd name="connsiteX220" fmla="*/ 3447355 w 4011346"/>
                <a:gd name="connsiteY220" fmla="*/ 957784 h 1711998"/>
                <a:gd name="connsiteX221" fmla="*/ 3477390 w 4011346"/>
                <a:gd name="connsiteY221" fmla="*/ 947773 h 1711998"/>
                <a:gd name="connsiteX222" fmla="*/ 3514100 w 4011346"/>
                <a:gd name="connsiteY222" fmla="*/ 974471 h 1711998"/>
                <a:gd name="connsiteX223" fmla="*/ 3574170 w 4011346"/>
                <a:gd name="connsiteY223" fmla="*/ 907726 h 1711998"/>
                <a:gd name="connsiteX224" fmla="*/ 3637577 w 4011346"/>
                <a:gd name="connsiteY224" fmla="*/ 861005 h 1711998"/>
                <a:gd name="connsiteX225" fmla="*/ 3690973 w 4011346"/>
                <a:gd name="connsiteY225" fmla="*/ 824295 h 1711998"/>
                <a:gd name="connsiteX226" fmla="*/ 3741031 w 4011346"/>
                <a:gd name="connsiteY226" fmla="*/ 850993 h 1711998"/>
                <a:gd name="connsiteX227" fmla="*/ 3751043 w 4011346"/>
                <a:gd name="connsiteY227" fmla="*/ 824295 h 1711998"/>
                <a:gd name="connsiteX228" fmla="*/ 3727682 w 4011346"/>
                <a:gd name="connsiteY228" fmla="*/ 757551 h 1711998"/>
                <a:gd name="connsiteX229" fmla="*/ 3700984 w 4011346"/>
                <a:gd name="connsiteY229" fmla="*/ 740865 h 1711998"/>
                <a:gd name="connsiteX230" fmla="*/ 3697647 w 4011346"/>
                <a:gd name="connsiteY230" fmla="*/ 710830 h 1711998"/>
                <a:gd name="connsiteX231" fmla="*/ 3751043 w 4011346"/>
                <a:gd name="connsiteY231" fmla="*/ 717504 h 1711998"/>
                <a:gd name="connsiteX232" fmla="*/ 3774403 w 4011346"/>
                <a:gd name="connsiteY232" fmla="*/ 674120 h 1711998"/>
                <a:gd name="connsiteX233" fmla="*/ 3767729 w 4011346"/>
                <a:gd name="connsiteY233" fmla="*/ 647422 h 1711998"/>
                <a:gd name="connsiteX234" fmla="*/ 3794427 w 4011346"/>
                <a:gd name="connsiteY234" fmla="*/ 614050 h 1711998"/>
                <a:gd name="connsiteX235" fmla="*/ 3804438 w 4011346"/>
                <a:gd name="connsiteY235" fmla="*/ 657434 h 1711998"/>
                <a:gd name="connsiteX236" fmla="*/ 3827799 w 4011346"/>
                <a:gd name="connsiteY236" fmla="*/ 674120 h 1711998"/>
                <a:gd name="connsiteX237" fmla="*/ 3874520 w 4011346"/>
                <a:gd name="connsiteY237" fmla="*/ 694144 h 1711998"/>
                <a:gd name="connsiteX238" fmla="*/ 3894544 w 4011346"/>
                <a:gd name="connsiteY238" fmla="*/ 720841 h 1711998"/>
                <a:gd name="connsiteX239" fmla="*/ 3941265 w 4011346"/>
                <a:gd name="connsiteY239" fmla="*/ 744202 h 1711998"/>
                <a:gd name="connsiteX240" fmla="*/ 3947939 w 4011346"/>
                <a:gd name="connsiteY240" fmla="*/ 730853 h 1711998"/>
                <a:gd name="connsiteX241" fmla="*/ 3957951 w 4011346"/>
                <a:gd name="connsiteY241" fmla="*/ 667446 h 1711998"/>
                <a:gd name="connsiteX242" fmla="*/ 4004672 w 4011346"/>
                <a:gd name="connsiteY242" fmla="*/ 660771 h 1711998"/>
                <a:gd name="connsiteX243" fmla="*/ 4011346 w 4011346"/>
                <a:gd name="connsiteY243" fmla="*/ 627399 h 1711998"/>
                <a:gd name="connsiteX244" fmla="*/ 3967963 w 4011346"/>
                <a:gd name="connsiteY244" fmla="*/ 590690 h 1711998"/>
                <a:gd name="connsiteX245" fmla="*/ 3921241 w 4011346"/>
                <a:gd name="connsiteY245" fmla="*/ 574003 h 1711998"/>
                <a:gd name="connsiteX246" fmla="*/ 3907892 w 4011346"/>
                <a:gd name="connsiteY246" fmla="*/ 577341 h 1711998"/>
                <a:gd name="connsiteX247" fmla="*/ 3907892 w 4011346"/>
                <a:gd name="connsiteY247" fmla="*/ 610713 h 1711998"/>
                <a:gd name="connsiteX248" fmla="*/ 3887869 w 4011346"/>
                <a:gd name="connsiteY248" fmla="*/ 604038 h 1711998"/>
                <a:gd name="connsiteX249" fmla="*/ 3874520 w 4011346"/>
                <a:gd name="connsiteY249" fmla="*/ 550643 h 1711998"/>
                <a:gd name="connsiteX250" fmla="*/ 3817787 w 4011346"/>
                <a:gd name="connsiteY250" fmla="*/ 487236 h 1711998"/>
                <a:gd name="connsiteX251" fmla="*/ 3717671 w 4011346"/>
                <a:gd name="connsiteY251" fmla="*/ 410479 h 1711998"/>
                <a:gd name="connsiteX252" fmla="*/ 3664275 w 4011346"/>
                <a:gd name="connsiteY252" fmla="*/ 390456 h 1711998"/>
                <a:gd name="connsiteX253" fmla="*/ 3584181 w 4011346"/>
                <a:gd name="connsiteY253" fmla="*/ 383782 h 1711998"/>
                <a:gd name="connsiteX254" fmla="*/ 3520774 w 4011346"/>
                <a:gd name="connsiteY254" fmla="*/ 367095 h 1711998"/>
                <a:gd name="connsiteX255" fmla="*/ 3530786 w 4011346"/>
                <a:gd name="connsiteY255" fmla="*/ 407142 h 1711998"/>
                <a:gd name="connsiteX256" fmla="*/ 3537460 w 4011346"/>
                <a:gd name="connsiteY256" fmla="*/ 433840 h 1711998"/>
                <a:gd name="connsiteX257" fmla="*/ 3507425 w 4011346"/>
                <a:gd name="connsiteY257" fmla="*/ 457200 h 1711998"/>
                <a:gd name="connsiteX258" fmla="*/ 3477390 w 4011346"/>
                <a:gd name="connsiteY258" fmla="*/ 430503 h 1711998"/>
                <a:gd name="connsiteX259" fmla="*/ 3477390 w 4011346"/>
                <a:gd name="connsiteY259" fmla="*/ 410479 h 1711998"/>
                <a:gd name="connsiteX260" fmla="*/ 3504088 w 4011346"/>
                <a:gd name="connsiteY260" fmla="*/ 390456 h 1711998"/>
                <a:gd name="connsiteX261" fmla="*/ 3467379 w 4011346"/>
                <a:gd name="connsiteY261" fmla="*/ 377107 h 1711998"/>
                <a:gd name="connsiteX262" fmla="*/ 3450692 w 4011346"/>
                <a:gd name="connsiteY262" fmla="*/ 403805 h 1711998"/>
                <a:gd name="connsiteX263" fmla="*/ 3440681 w 4011346"/>
                <a:gd name="connsiteY263" fmla="*/ 417154 h 1711998"/>
                <a:gd name="connsiteX264" fmla="*/ 3357250 w 4011346"/>
                <a:gd name="connsiteY264" fmla="*/ 403805 h 1711998"/>
                <a:gd name="connsiteX265" fmla="*/ 3297180 w 4011346"/>
                <a:gd name="connsiteY265" fmla="*/ 410479 h 1711998"/>
                <a:gd name="connsiteX266" fmla="*/ 3267145 w 4011346"/>
                <a:gd name="connsiteY266" fmla="*/ 387119 h 1711998"/>
                <a:gd name="connsiteX267" fmla="*/ 3267145 w 4011346"/>
                <a:gd name="connsiteY267" fmla="*/ 350409 h 1711998"/>
                <a:gd name="connsiteX268" fmla="*/ 3203738 w 4011346"/>
                <a:gd name="connsiteY268" fmla="*/ 293676 h 1711998"/>
                <a:gd name="connsiteX269" fmla="*/ 3076923 w 4011346"/>
                <a:gd name="connsiteY269" fmla="*/ 300351 h 1711998"/>
                <a:gd name="connsiteX270" fmla="*/ 3043551 w 4011346"/>
                <a:gd name="connsiteY270" fmla="*/ 276990 h 1711998"/>
                <a:gd name="connsiteX271" fmla="*/ 3000167 w 4011346"/>
                <a:gd name="connsiteY271" fmla="*/ 230269 h 1711998"/>
                <a:gd name="connsiteX272" fmla="*/ 3013516 w 4011346"/>
                <a:gd name="connsiteY272" fmla="*/ 223595 h 1711998"/>
                <a:gd name="connsiteX273" fmla="*/ 3000167 w 4011346"/>
                <a:gd name="connsiteY273" fmla="*/ 203571 h 1711998"/>
                <a:gd name="connsiteX274" fmla="*/ 2970132 w 4011346"/>
                <a:gd name="connsiteY274" fmla="*/ 200234 h 1711998"/>
                <a:gd name="connsiteX275" fmla="*/ 2920073 w 4011346"/>
                <a:gd name="connsiteY275" fmla="*/ 246955 h 1711998"/>
                <a:gd name="connsiteX276" fmla="*/ 2920073 w 4011346"/>
                <a:gd name="connsiteY276" fmla="*/ 246955 h 1711998"/>
                <a:gd name="connsiteX277" fmla="*/ 2916736 w 4011346"/>
                <a:gd name="connsiteY277" fmla="*/ 196897 h 1711998"/>
                <a:gd name="connsiteX278" fmla="*/ 2936760 w 4011346"/>
                <a:gd name="connsiteY278" fmla="*/ 193560 h 1711998"/>
                <a:gd name="connsiteX279" fmla="*/ 2866678 w 4011346"/>
                <a:gd name="connsiteY279" fmla="*/ 163525 h 1711998"/>
                <a:gd name="connsiteX280" fmla="*/ 2813282 w 4011346"/>
                <a:gd name="connsiteY280" fmla="*/ 160187 h 1711998"/>
                <a:gd name="connsiteX281" fmla="*/ 2793259 w 4011346"/>
                <a:gd name="connsiteY281" fmla="*/ 183548 h 1711998"/>
                <a:gd name="connsiteX282" fmla="*/ 2743200 w 4011346"/>
                <a:gd name="connsiteY282" fmla="*/ 193560 h 1711998"/>
                <a:gd name="connsiteX283" fmla="*/ 2786584 w 4011346"/>
                <a:gd name="connsiteY283" fmla="*/ 203571 h 1711998"/>
                <a:gd name="connsiteX284" fmla="*/ 2763224 w 4011346"/>
                <a:gd name="connsiteY284" fmla="*/ 223595 h 1711998"/>
                <a:gd name="connsiteX285" fmla="*/ 2769898 w 4011346"/>
                <a:gd name="connsiteY285" fmla="*/ 273653 h 1711998"/>
                <a:gd name="connsiteX286" fmla="*/ 2749875 w 4011346"/>
                <a:gd name="connsiteY286" fmla="*/ 256967 h 1711998"/>
                <a:gd name="connsiteX287" fmla="*/ 2733189 w 4011346"/>
                <a:gd name="connsiteY287" fmla="*/ 270316 h 1711998"/>
                <a:gd name="connsiteX288" fmla="*/ 2666444 w 4011346"/>
                <a:gd name="connsiteY288" fmla="*/ 260304 h 1711998"/>
                <a:gd name="connsiteX289" fmla="*/ 2636409 w 4011346"/>
                <a:gd name="connsiteY289" fmla="*/ 270316 h 1711998"/>
                <a:gd name="connsiteX290" fmla="*/ 2603037 w 4011346"/>
                <a:gd name="connsiteY290" fmla="*/ 230269 h 1711998"/>
                <a:gd name="connsiteX291" fmla="*/ 2569665 w 4011346"/>
                <a:gd name="connsiteY291" fmla="*/ 313700 h 1711998"/>
                <a:gd name="connsiteX292" fmla="*/ 2552979 w 4011346"/>
                <a:gd name="connsiteY292" fmla="*/ 333723 h 1711998"/>
                <a:gd name="connsiteX293" fmla="*/ 2469548 w 4011346"/>
                <a:gd name="connsiteY293" fmla="*/ 196897 h 1711998"/>
                <a:gd name="connsiteX294" fmla="*/ 2446187 w 4011346"/>
                <a:gd name="connsiteY294" fmla="*/ 213583 h 1711998"/>
                <a:gd name="connsiteX295" fmla="*/ 2442850 w 4011346"/>
                <a:gd name="connsiteY295" fmla="*/ 180211 h 1711998"/>
                <a:gd name="connsiteX296" fmla="*/ 2449525 w 4011346"/>
                <a:gd name="connsiteY296" fmla="*/ 110129 h 1711998"/>
                <a:gd name="connsiteX297" fmla="*/ 2386117 w 4011346"/>
                <a:gd name="connsiteY297" fmla="*/ 83431 h 1711998"/>
                <a:gd name="connsiteX298" fmla="*/ 2369431 w 4011346"/>
                <a:gd name="connsiteY298" fmla="*/ 123478 h 1711998"/>
                <a:gd name="connsiteX299" fmla="*/ 2379443 w 4011346"/>
                <a:gd name="connsiteY299" fmla="*/ 146838 h 1711998"/>
                <a:gd name="connsiteX300" fmla="*/ 2376106 w 4011346"/>
                <a:gd name="connsiteY300" fmla="*/ 166862 h 1711998"/>
                <a:gd name="connsiteX301" fmla="*/ 2352745 w 4011346"/>
                <a:gd name="connsiteY301" fmla="*/ 143501 h 1711998"/>
                <a:gd name="connsiteX302" fmla="*/ 2316036 w 4011346"/>
                <a:gd name="connsiteY302" fmla="*/ 150176 h 1711998"/>
                <a:gd name="connsiteX303" fmla="*/ 2272652 w 4011346"/>
                <a:gd name="connsiteY303" fmla="*/ 136827 h 1711998"/>
                <a:gd name="connsiteX304" fmla="*/ 2245954 w 4011346"/>
                <a:gd name="connsiteY304" fmla="*/ 96780 h 1711998"/>
                <a:gd name="connsiteX305" fmla="*/ 2209244 w 4011346"/>
                <a:gd name="connsiteY305" fmla="*/ 93443 h 1711998"/>
                <a:gd name="connsiteX306" fmla="*/ 2159186 w 4011346"/>
                <a:gd name="connsiteY306" fmla="*/ 83431 h 1711998"/>
                <a:gd name="connsiteX307" fmla="*/ 2132488 w 4011346"/>
                <a:gd name="connsiteY307" fmla="*/ 100117 h 1711998"/>
                <a:gd name="connsiteX308" fmla="*/ 2115802 w 4011346"/>
                <a:gd name="connsiteY308" fmla="*/ 113466 h 1711998"/>
                <a:gd name="connsiteX309" fmla="*/ 2115802 w 4011346"/>
                <a:gd name="connsiteY309" fmla="*/ 83431 h 1711998"/>
                <a:gd name="connsiteX310" fmla="*/ 2082430 w 4011346"/>
                <a:gd name="connsiteY310" fmla="*/ 80094 h 1711998"/>
                <a:gd name="connsiteX311" fmla="*/ 2045720 w 4011346"/>
                <a:gd name="connsiteY311" fmla="*/ 53396 h 1711998"/>
                <a:gd name="connsiteX312" fmla="*/ 2025697 w 4011346"/>
                <a:gd name="connsiteY312" fmla="*/ 83431 h 1711998"/>
                <a:gd name="connsiteX313" fmla="*/ 2055732 w 4011346"/>
                <a:gd name="connsiteY313" fmla="*/ 80094 h 1711998"/>
                <a:gd name="connsiteX314" fmla="*/ 2045720 w 4011346"/>
                <a:gd name="connsiteY314" fmla="*/ 106792 h 1711998"/>
                <a:gd name="connsiteX315" fmla="*/ 1988987 w 4011346"/>
                <a:gd name="connsiteY315" fmla="*/ 126815 h 1711998"/>
                <a:gd name="connsiteX316" fmla="*/ 1935592 w 4011346"/>
                <a:gd name="connsiteY316" fmla="*/ 136827 h 1711998"/>
                <a:gd name="connsiteX317" fmla="*/ 1995662 w 4011346"/>
                <a:gd name="connsiteY317" fmla="*/ 80094 h 1711998"/>
                <a:gd name="connsiteX318" fmla="*/ 2055732 w 4011346"/>
                <a:gd name="connsiteY318" fmla="*/ 10012 h 1711998"/>
                <a:gd name="connsiteX319" fmla="*/ 2055732 w 4011346"/>
                <a:gd name="connsiteY319" fmla="*/ 10012 h 1711998"/>
                <a:gd name="connsiteX320" fmla="*/ 1465043 w 4011346"/>
                <a:gd name="connsiteY320" fmla="*/ 0 h 1711998"/>
                <a:gd name="connsiteX321" fmla="*/ 1448357 w 4011346"/>
                <a:gd name="connsiteY321" fmla="*/ 26698 h 1711998"/>
                <a:gd name="connsiteX322" fmla="*/ 1481729 w 4011346"/>
                <a:gd name="connsiteY322" fmla="*/ 60071 h 1711998"/>
                <a:gd name="connsiteX323" fmla="*/ 1481729 w 4011346"/>
                <a:gd name="connsiteY323" fmla="*/ 90106 h 1711998"/>
                <a:gd name="connsiteX324" fmla="*/ 1458368 w 4011346"/>
                <a:gd name="connsiteY324" fmla="*/ 93443 h 1711998"/>
                <a:gd name="connsiteX325" fmla="*/ 1458368 w 4011346"/>
                <a:gd name="connsiteY325" fmla="*/ 73419 h 1711998"/>
                <a:gd name="connsiteX326" fmla="*/ 1418322 w 4011346"/>
                <a:gd name="connsiteY326" fmla="*/ 83431 h 1711998"/>
                <a:gd name="connsiteX327" fmla="*/ 1368263 w 4011346"/>
                <a:gd name="connsiteY327" fmla="*/ 90106 h 1711998"/>
                <a:gd name="connsiteX328" fmla="*/ 1321542 w 4011346"/>
                <a:gd name="connsiteY328" fmla="*/ 96780 h 1711998"/>
                <a:gd name="connsiteX329" fmla="*/ 1318205 w 4011346"/>
                <a:gd name="connsiteY329" fmla="*/ 183548 h 1711998"/>
                <a:gd name="connsiteX330" fmla="*/ 1358252 w 4011346"/>
                <a:gd name="connsiteY330" fmla="*/ 206909 h 1711998"/>
                <a:gd name="connsiteX331" fmla="*/ 1374938 w 4011346"/>
                <a:gd name="connsiteY331" fmla="*/ 236944 h 1711998"/>
                <a:gd name="connsiteX332" fmla="*/ 1384949 w 4011346"/>
                <a:gd name="connsiteY332" fmla="*/ 260304 h 1711998"/>
                <a:gd name="connsiteX333" fmla="*/ 1394961 w 4011346"/>
                <a:gd name="connsiteY333" fmla="*/ 310363 h 1711998"/>
                <a:gd name="connsiteX334" fmla="*/ 1384949 w 4011346"/>
                <a:gd name="connsiteY334" fmla="*/ 340398 h 1711998"/>
                <a:gd name="connsiteX335" fmla="*/ 1358252 w 4011346"/>
                <a:gd name="connsiteY335" fmla="*/ 307025 h 1711998"/>
                <a:gd name="connsiteX336" fmla="*/ 1361589 w 4011346"/>
                <a:gd name="connsiteY336" fmla="*/ 276990 h 1711998"/>
                <a:gd name="connsiteX337" fmla="*/ 1351577 w 4011346"/>
                <a:gd name="connsiteY337" fmla="*/ 236944 h 1711998"/>
                <a:gd name="connsiteX338" fmla="*/ 1328217 w 4011346"/>
                <a:gd name="connsiteY338" fmla="*/ 243618 h 1711998"/>
                <a:gd name="connsiteX339" fmla="*/ 1281495 w 4011346"/>
                <a:gd name="connsiteY339" fmla="*/ 206909 h 1711998"/>
                <a:gd name="connsiteX340" fmla="*/ 1241449 w 4011346"/>
                <a:gd name="connsiteY340" fmla="*/ 203571 h 1711998"/>
                <a:gd name="connsiteX341" fmla="*/ 1241449 w 4011346"/>
                <a:gd name="connsiteY341" fmla="*/ 250292 h 1711998"/>
                <a:gd name="connsiteX342" fmla="*/ 1201402 w 4011346"/>
                <a:gd name="connsiteY342" fmla="*/ 230269 h 1711998"/>
                <a:gd name="connsiteX343" fmla="*/ 1228100 w 4011346"/>
                <a:gd name="connsiteY343" fmla="*/ 280327 h 1711998"/>
                <a:gd name="connsiteX344" fmla="*/ 1258135 w 4011346"/>
                <a:gd name="connsiteY344" fmla="*/ 290339 h 1711998"/>
                <a:gd name="connsiteX345" fmla="*/ 1258135 w 4011346"/>
                <a:gd name="connsiteY345" fmla="*/ 310363 h 1711998"/>
                <a:gd name="connsiteX346" fmla="*/ 1198065 w 4011346"/>
                <a:gd name="connsiteY346" fmla="*/ 287002 h 1711998"/>
                <a:gd name="connsiteX347" fmla="*/ 1181379 w 4011346"/>
                <a:gd name="connsiteY347" fmla="*/ 287002 h 1711998"/>
                <a:gd name="connsiteX348" fmla="*/ 1178041 w 4011346"/>
                <a:gd name="connsiteY348" fmla="*/ 243618 h 1711998"/>
                <a:gd name="connsiteX349" fmla="*/ 1171367 w 4011346"/>
                <a:gd name="connsiteY349" fmla="*/ 156850 h 1711998"/>
                <a:gd name="connsiteX350" fmla="*/ 1161355 w 4011346"/>
                <a:gd name="connsiteY350" fmla="*/ 226932 h 1711998"/>
                <a:gd name="connsiteX351" fmla="*/ 1137995 w 4011346"/>
                <a:gd name="connsiteY351" fmla="*/ 256967 h 1711998"/>
                <a:gd name="connsiteX352" fmla="*/ 1158018 w 4011346"/>
                <a:gd name="connsiteY352" fmla="*/ 303688 h 1711998"/>
                <a:gd name="connsiteX353" fmla="*/ 1158018 w 4011346"/>
                <a:gd name="connsiteY353" fmla="*/ 337060 h 1711998"/>
                <a:gd name="connsiteX354" fmla="*/ 1141332 w 4011346"/>
                <a:gd name="connsiteY354" fmla="*/ 387119 h 1711998"/>
                <a:gd name="connsiteX355" fmla="*/ 1154681 w 4011346"/>
                <a:gd name="connsiteY355" fmla="*/ 420491 h 1711998"/>
                <a:gd name="connsiteX356" fmla="*/ 1184716 w 4011346"/>
                <a:gd name="connsiteY356" fmla="*/ 427165 h 1711998"/>
                <a:gd name="connsiteX357" fmla="*/ 1221425 w 4011346"/>
                <a:gd name="connsiteY357" fmla="*/ 433840 h 1711998"/>
                <a:gd name="connsiteX358" fmla="*/ 1241449 w 4011346"/>
                <a:gd name="connsiteY358" fmla="*/ 457200 h 1711998"/>
                <a:gd name="connsiteX359" fmla="*/ 1258135 w 4011346"/>
                <a:gd name="connsiteY359" fmla="*/ 500584 h 1711998"/>
                <a:gd name="connsiteX360" fmla="*/ 1258135 w 4011346"/>
                <a:gd name="connsiteY360" fmla="*/ 500584 h 1711998"/>
                <a:gd name="connsiteX361" fmla="*/ 1254798 w 4011346"/>
                <a:gd name="connsiteY361" fmla="*/ 533957 h 1711998"/>
                <a:gd name="connsiteX362" fmla="*/ 1274821 w 4011346"/>
                <a:gd name="connsiteY362" fmla="*/ 553980 h 1711998"/>
                <a:gd name="connsiteX363" fmla="*/ 1244786 w 4011346"/>
                <a:gd name="connsiteY363" fmla="*/ 560655 h 1711998"/>
                <a:gd name="connsiteX364" fmla="*/ 1224763 w 4011346"/>
                <a:gd name="connsiteY364" fmla="*/ 520608 h 1711998"/>
                <a:gd name="connsiteX365" fmla="*/ 1224763 w 4011346"/>
                <a:gd name="connsiteY365" fmla="*/ 480561 h 1711998"/>
                <a:gd name="connsiteX366" fmla="*/ 1194727 w 4011346"/>
                <a:gd name="connsiteY366" fmla="*/ 443852 h 1711998"/>
                <a:gd name="connsiteX367" fmla="*/ 1164692 w 4011346"/>
                <a:gd name="connsiteY367" fmla="*/ 487236 h 1711998"/>
                <a:gd name="connsiteX368" fmla="*/ 1178041 w 4011346"/>
                <a:gd name="connsiteY368" fmla="*/ 530619 h 1711998"/>
                <a:gd name="connsiteX369" fmla="*/ 1137995 w 4011346"/>
                <a:gd name="connsiteY369" fmla="*/ 587352 h 1711998"/>
                <a:gd name="connsiteX370" fmla="*/ 1097948 w 4011346"/>
                <a:gd name="connsiteY370" fmla="*/ 644085 h 1711998"/>
                <a:gd name="connsiteX371" fmla="*/ 1007843 w 4011346"/>
                <a:gd name="connsiteY371" fmla="*/ 607376 h 1711998"/>
                <a:gd name="connsiteX372" fmla="*/ 1074587 w 4011346"/>
                <a:gd name="connsiteY372" fmla="*/ 604038 h 1711998"/>
                <a:gd name="connsiteX373" fmla="*/ 1107960 w 4011346"/>
                <a:gd name="connsiteY373" fmla="*/ 540631 h 1711998"/>
                <a:gd name="connsiteX374" fmla="*/ 1121309 w 4011346"/>
                <a:gd name="connsiteY374" fmla="*/ 497247 h 1711998"/>
                <a:gd name="connsiteX375" fmla="*/ 1127983 w 4011346"/>
                <a:gd name="connsiteY375" fmla="*/ 463875 h 1711998"/>
                <a:gd name="connsiteX376" fmla="*/ 1117971 w 4011346"/>
                <a:gd name="connsiteY376" fmla="*/ 447189 h 1711998"/>
                <a:gd name="connsiteX377" fmla="*/ 1114634 w 4011346"/>
                <a:gd name="connsiteY377" fmla="*/ 397130 h 1711998"/>
                <a:gd name="connsiteX378" fmla="*/ 1104622 w 4011346"/>
                <a:gd name="connsiteY378" fmla="*/ 317037 h 1711998"/>
                <a:gd name="connsiteX379" fmla="*/ 1101285 w 4011346"/>
                <a:gd name="connsiteY379" fmla="*/ 256967 h 1711998"/>
                <a:gd name="connsiteX380" fmla="*/ 1124646 w 4011346"/>
                <a:gd name="connsiteY380" fmla="*/ 163525 h 1711998"/>
                <a:gd name="connsiteX381" fmla="*/ 1031203 w 4011346"/>
                <a:gd name="connsiteY381" fmla="*/ 153513 h 1711998"/>
                <a:gd name="connsiteX382" fmla="*/ 1014517 w 4011346"/>
                <a:gd name="connsiteY382" fmla="*/ 210246 h 1711998"/>
                <a:gd name="connsiteX383" fmla="*/ 1024529 w 4011346"/>
                <a:gd name="connsiteY383" fmla="*/ 256967 h 1711998"/>
                <a:gd name="connsiteX384" fmla="*/ 981145 w 4011346"/>
                <a:gd name="connsiteY384" fmla="*/ 310363 h 1711998"/>
                <a:gd name="connsiteX385" fmla="*/ 991157 w 4011346"/>
                <a:gd name="connsiteY385" fmla="*/ 347072 h 1711998"/>
                <a:gd name="connsiteX386" fmla="*/ 981145 w 4011346"/>
                <a:gd name="connsiteY386" fmla="*/ 393793 h 1711998"/>
                <a:gd name="connsiteX387" fmla="*/ 1001168 w 4011346"/>
                <a:gd name="connsiteY387" fmla="*/ 417154 h 1711998"/>
                <a:gd name="connsiteX388" fmla="*/ 1017854 w 4011346"/>
                <a:gd name="connsiteY388" fmla="*/ 463875 h 1711998"/>
                <a:gd name="connsiteX389" fmla="*/ 1047890 w 4011346"/>
                <a:gd name="connsiteY389" fmla="*/ 450526 h 1711998"/>
                <a:gd name="connsiteX390" fmla="*/ 1014517 w 4011346"/>
                <a:gd name="connsiteY390" fmla="*/ 503922 h 1711998"/>
                <a:gd name="connsiteX391" fmla="*/ 957784 w 4011346"/>
                <a:gd name="connsiteY391" fmla="*/ 450526 h 1711998"/>
                <a:gd name="connsiteX392" fmla="*/ 884365 w 4011346"/>
                <a:gd name="connsiteY392" fmla="*/ 413817 h 1711998"/>
                <a:gd name="connsiteX393" fmla="*/ 824295 w 4011346"/>
                <a:gd name="connsiteY393" fmla="*/ 390456 h 1711998"/>
                <a:gd name="connsiteX394" fmla="*/ 810946 w 4011346"/>
                <a:gd name="connsiteY394" fmla="*/ 427165 h 1711998"/>
                <a:gd name="connsiteX395" fmla="*/ 827633 w 4011346"/>
                <a:gd name="connsiteY395" fmla="*/ 463875 h 1711998"/>
                <a:gd name="connsiteX396" fmla="*/ 814284 w 4011346"/>
                <a:gd name="connsiteY396" fmla="*/ 487236 h 1711998"/>
                <a:gd name="connsiteX397" fmla="*/ 800935 w 4011346"/>
                <a:gd name="connsiteY397" fmla="*/ 503922 h 1711998"/>
                <a:gd name="connsiteX398" fmla="*/ 770900 w 4011346"/>
                <a:gd name="connsiteY398" fmla="*/ 447189 h 1711998"/>
                <a:gd name="connsiteX399" fmla="*/ 744202 w 4011346"/>
                <a:gd name="connsiteY399" fmla="*/ 483898 h 1711998"/>
                <a:gd name="connsiteX400" fmla="*/ 707492 w 4011346"/>
                <a:gd name="connsiteY400" fmla="*/ 477224 h 1711998"/>
                <a:gd name="connsiteX401" fmla="*/ 654097 w 4011346"/>
                <a:gd name="connsiteY401" fmla="*/ 513933 h 1711998"/>
                <a:gd name="connsiteX402" fmla="*/ 644085 w 4011346"/>
                <a:gd name="connsiteY402" fmla="*/ 490573 h 1711998"/>
                <a:gd name="connsiteX403" fmla="*/ 654097 w 4011346"/>
                <a:gd name="connsiteY403" fmla="*/ 453863 h 1711998"/>
                <a:gd name="connsiteX404" fmla="*/ 614050 w 4011346"/>
                <a:gd name="connsiteY404" fmla="*/ 490573 h 1711998"/>
                <a:gd name="connsiteX405" fmla="*/ 594027 w 4011346"/>
                <a:gd name="connsiteY405" fmla="*/ 490573 h 1711998"/>
                <a:gd name="connsiteX406" fmla="*/ 533957 w 4011346"/>
                <a:gd name="connsiteY406" fmla="*/ 523945 h 1711998"/>
                <a:gd name="connsiteX407" fmla="*/ 510596 w 4011346"/>
                <a:gd name="connsiteY407" fmla="*/ 547306 h 1711998"/>
                <a:gd name="connsiteX408" fmla="*/ 500584 w 4011346"/>
                <a:gd name="connsiteY408" fmla="*/ 594027 h 1711998"/>
                <a:gd name="connsiteX409" fmla="*/ 450526 w 4011346"/>
                <a:gd name="connsiteY409" fmla="*/ 580678 h 1711998"/>
                <a:gd name="connsiteX410" fmla="*/ 433840 w 4011346"/>
                <a:gd name="connsiteY410" fmla="*/ 543968 h 1711998"/>
                <a:gd name="connsiteX411" fmla="*/ 467212 w 4011346"/>
                <a:gd name="connsiteY411" fmla="*/ 513933 h 1711998"/>
                <a:gd name="connsiteX412" fmla="*/ 453863 w 4011346"/>
                <a:gd name="connsiteY412" fmla="*/ 490573 h 1711998"/>
                <a:gd name="connsiteX413" fmla="*/ 390456 w 4011346"/>
                <a:gd name="connsiteY413" fmla="*/ 460538 h 1711998"/>
                <a:gd name="connsiteX414" fmla="*/ 417154 w 4011346"/>
                <a:gd name="connsiteY414" fmla="*/ 510596 h 1711998"/>
                <a:gd name="connsiteX415" fmla="*/ 407142 w 4011346"/>
                <a:gd name="connsiteY415" fmla="*/ 553980 h 1711998"/>
                <a:gd name="connsiteX416" fmla="*/ 413817 w 4011346"/>
                <a:gd name="connsiteY416" fmla="*/ 590690 h 1711998"/>
                <a:gd name="connsiteX417" fmla="*/ 427165 w 4011346"/>
                <a:gd name="connsiteY417" fmla="*/ 614050 h 1711998"/>
                <a:gd name="connsiteX418" fmla="*/ 413817 w 4011346"/>
                <a:gd name="connsiteY418" fmla="*/ 644085 h 1711998"/>
                <a:gd name="connsiteX419" fmla="*/ 390456 w 4011346"/>
                <a:gd name="connsiteY419" fmla="*/ 620725 h 1711998"/>
                <a:gd name="connsiteX420" fmla="*/ 360421 w 4011346"/>
                <a:gd name="connsiteY420" fmla="*/ 617387 h 1711998"/>
                <a:gd name="connsiteX421" fmla="*/ 333723 w 4011346"/>
                <a:gd name="connsiteY421" fmla="*/ 657434 h 1711998"/>
                <a:gd name="connsiteX422" fmla="*/ 307025 w 4011346"/>
                <a:gd name="connsiteY422" fmla="*/ 677457 h 1711998"/>
                <a:gd name="connsiteX423" fmla="*/ 320374 w 4011346"/>
                <a:gd name="connsiteY423" fmla="*/ 704155 h 1711998"/>
                <a:gd name="connsiteX424" fmla="*/ 303688 w 4011346"/>
                <a:gd name="connsiteY424" fmla="*/ 727516 h 1711998"/>
                <a:gd name="connsiteX425" fmla="*/ 233606 w 4011346"/>
                <a:gd name="connsiteY425" fmla="*/ 690806 h 1711998"/>
                <a:gd name="connsiteX426" fmla="*/ 243618 w 4011346"/>
                <a:gd name="connsiteY426" fmla="*/ 740865 h 1711998"/>
                <a:gd name="connsiteX427" fmla="*/ 263641 w 4011346"/>
                <a:gd name="connsiteY427" fmla="*/ 760888 h 1711998"/>
                <a:gd name="connsiteX428" fmla="*/ 250292 w 4011346"/>
                <a:gd name="connsiteY428" fmla="*/ 774237 h 1711998"/>
                <a:gd name="connsiteX429" fmla="*/ 193560 w 4011346"/>
                <a:gd name="connsiteY429" fmla="*/ 737527 h 1711998"/>
                <a:gd name="connsiteX430" fmla="*/ 170199 w 4011346"/>
                <a:gd name="connsiteY430" fmla="*/ 697481 h 1711998"/>
                <a:gd name="connsiteX431" fmla="*/ 170199 w 4011346"/>
                <a:gd name="connsiteY431" fmla="*/ 650760 h 1711998"/>
                <a:gd name="connsiteX432" fmla="*/ 133490 w 4011346"/>
                <a:gd name="connsiteY432" fmla="*/ 574003 h 1711998"/>
                <a:gd name="connsiteX433" fmla="*/ 196897 w 4011346"/>
                <a:gd name="connsiteY433" fmla="*/ 604038 h 1711998"/>
                <a:gd name="connsiteX434" fmla="*/ 256967 w 4011346"/>
                <a:gd name="connsiteY434" fmla="*/ 634073 h 1711998"/>
                <a:gd name="connsiteX435" fmla="*/ 293676 w 4011346"/>
                <a:gd name="connsiteY435" fmla="*/ 637411 h 1711998"/>
                <a:gd name="connsiteX436" fmla="*/ 327049 w 4011346"/>
                <a:gd name="connsiteY436" fmla="*/ 607376 h 1711998"/>
                <a:gd name="connsiteX437" fmla="*/ 343735 w 4011346"/>
                <a:gd name="connsiteY437" fmla="*/ 570666 h 1711998"/>
                <a:gd name="connsiteX438" fmla="*/ 333723 w 4011346"/>
                <a:gd name="connsiteY438" fmla="*/ 520608 h 1711998"/>
                <a:gd name="connsiteX439" fmla="*/ 290339 w 4011346"/>
                <a:gd name="connsiteY439" fmla="*/ 500584 h 1711998"/>
                <a:gd name="connsiteX440" fmla="*/ 236944 w 4011346"/>
                <a:gd name="connsiteY440" fmla="*/ 453863 h 1711998"/>
                <a:gd name="connsiteX441" fmla="*/ 133490 w 4011346"/>
                <a:gd name="connsiteY441" fmla="*/ 397130 h 1711998"/>
                <a:gd name="connsiteX0" fmla="*/ 133490 w 4011346"/>
                <a:gd name="connsiteY0" fmla="*/ 397130 h 1711998"/>
                <a:gd name="connsiteX1" fmla="*/ 46722 w 4011346"/>
                <a:gd name="connsiteY1" fmla="*/ 427165 h 1711998"/>
                <a:gd name="connsiteX2" fmla="*/ 33373 w 4011346"/>
                <a:gd name="connsiteY2" fmla="*/ 457200 h 1711998"/>
                <a:gd name="connsiteX3" fmla="*/ 43384 w 4011346"/>
                <a:gd name="connsiteY3" fmla="*/ 487236 h 1711998"/>
                <a:gd name="connsiteX4" fmla="*/ 60071 w 4011346"/>
                <a:gd name="connsiteY4" fmla="*/ 513933 h 1711998"/>
                <a:gd name="connsiteX5" fmla="*/ 73419 w 4011346"/>
                <a:gd name="connsiteY5" fmla="*/ 543968 h 1711998"/>
                <a:gd name="connsiteX6" fmla="*/ 56733 w 4011346"/>
                <a:gd name="connsiteY6" fmla="*/ 567329 h 1711998"/>
                <a:gd name="connsiteX7" fmla="*/ 76757 w 4011346"/>
                <a:gd name="connsiteY7" fmla="*/ 647422 h 1711998"/>
                <a:gd name="connsiteX8" fmla="*/ 66745 w 4011346"/>
                <a:gd name="connsiteY8" fmla="*/ 664109 h 1711998"/>
                <a:gd name="connsiteX9" fmla="*/ 70082 w 4011346"/>
                <a:gd name="connsiteY9" fmla="*/ 690806 h 1711998"/>
                <a:gd name="connsiteX10" fmla="*/ 70082 w 4011346"/>
                <a:gd name="connsiteY10" fmla="*/ 730853 h 1711998"/>
                <a:gd name="connsiteX11" fmla="*/ 80094 w 4011346"/>
                <a:gd name="connsiteY11" fmla="*/ 750876 h 1711998"/>
                <a:gd name="connsiteX12" fmla="*/ 76757 w 4011346"/>
                <a:gd name="connsiteY12" fmla="*/ 774237 h 1711998"/>
                <a:gd name="connsiteX13" fmla="*/ 106792 w 4011346"/>
                <a:gd name="connsiteY13" fmla="*/ 807609 h 1711998"/>
                <a:gd name="connsiteX14" fmla="*/ 106792 w 4011346"/>
                <a:gd name="connsiteY14" fmla="*/ 837644 h 1711998"/>
                <a:gd name="connsiteX15" fmla="*/ 13349 w 4011346"/>
                <a:gd name="connsiteY15" fmla="*/ 927749 h 1711998"/>
                <a:gd name="connsiteX16" fmla="*/ 33373 w 4011346"/>
                <a:gd name="connsiteY16" fmla="*/ 961122 h 1711998"/>
                <a:gd name="connsiteX17" fmla="*/ 33373 w 4011346"/>
                <a:gd name="connsiteY17" fmla="*/ 961122 h 1711998"/>
                <a:gd name="connsiteX18" fmla="*/ 16687 w 4011346"/>
                <a:gd name="connsiteY18" fmla="*/ 991157 h 1711998"/>
                <a:gd name="connsiteX19" fmla="*/ 3338 w 4011346"/>
                <a:gd name="connsiteY19" fmla="*/ 1021192 h 1711998"/>
                <a:gd name="connsiteX20" fmla="*/ 0 w 4011346"/>
                <a:gd name="connsiteY20" fmla="*/ 1081262 h 1711998"/>
                <a:gd name="connsiteX21" fmla="*/ 16687 w 4011346"/>
                <a:gd name="connsiteY21" fmla="*/ 1124646 h 1711998"/>
                <a:gd name="connsiteX22" fmla="*/ 20024 w 4011346"/>
                <a:gd name="connsiteY22" fmla="*/ 1158018 h 1711998"/>
                <a:gd name="connsiteX23" fmla="*/ 56733 w 4011346"/>
                <a:gd name="connsiteY23" fmla="*/ 1168030 h 1711998"/>
                <a:gd name="connsiteX24" fmla="*/ 116803 w 4011346"/>
                <a:gd name="connsiteY24" fmla="*/ 1254798 h 1711998"/>
                <a:gd name="connsiteX25" fmla="*/ 96780 w 4011346"/>
                <a:gd name="connsiteY25" fmla="*/ 1278158 h 1711998"/>
                <a:gd name="connsiteX26" fmla="*/ 93443 w 4011346"/>
                <a:gd name="connsiteY26" fmla="*/ 1308193 h 1711998"/>
                <a:gd name="connsiteX27" fmla="*/ 120141 w 4011346"/>
                <a:gd name="connsiteY27" fmla="*/ 1311530 h 1711998"/>
                <a:gd name="connsiteX28" fmla="*/ 160187 w 4011346"/>
                <a:gd name="connsiteY28" fmla="*/ 1324879 h 1711998"/>
                <a:gd name="connsiteX29" fmla="*/ 186885 w 4011346"/>
                <a:gd name="connsiteY29" fmla="*/ 1338228 h 1711998"/>
                <a:gd name="connsiteX30" fmla="*/ 213583 w 4011346"/>
                <a:gd name="connsiteY30" fmla="*/ 1368263 h 1711998"/>
                <a:gd name="connsiteX31" fmla="*/ 243618 w 4011346"/>
                <a:gd name="connsiteY31" fmla="*/ 1371600 h 1711998"/>
                <a:gd name="connsiteX32" fmla="*/ 287002 w 4011346"/>
                <a:gd name="connsiteY32" fmla="*/ 1401636 h 1711998"/>
                <a:gd name="connsiteX33" fmla="*/ 310363 w 4011346"/>
                <a:gd name="connsiteY33" fmla="*/ 1411647 h 1711998"/>
                <a:gd name="connsiteX34" fmla="*/ 310363 w 4011346"/>
                <a:gd name="connsiteY34" fmla="*/ 1448357 h 1711998"/>
                <a:gd name="connsiteX35" fmla="*/ 270316 w 4011346"/>
                <a:gd name="connsiteY35" fmla="*/ 1488403 h 1711998"/>
                <a:gd name="connsiteX36" fmla="*/ 280327 w 4011346"/>
                <a:gd name="connsiteY36" fmla="*/ 1511764 h 1711998"/>
                <a:gd name="connsiteX37" fmla="*/ 273653 w 4011346"/>
                <a:gd name="connsiteY37" fmla="*/ 1531787 h 1711998"/>
                <a:gd name="connsiteX38" fmla="*/ 266979 w 4011346"/>
                <a:gd name="connsiteY38" fmla="*/ 1548473 h 1711998"/>
                <a:gd name="connsiteX39" fmla="*/ 240281 w 4011346"/>
                <a:gd name="connsiteY39" fmla="*/ 1588520 h 1711998"/>
                <a:gd name="connsiteX40" fmla="*/ 307025 w 4011346"/>
                <a:gd name="connsiteY40" fmla="*/ 1625230 h 1711998"/>
                <a:gd name="connsiteX41" fmla="*/ 337060 w 4011346"/>
                <a:gd name="connsiteY41" fmla="*/ 1631904 h 1711998"/>
                <a:gd name="connsiteX42" fmla="*/ 360421 w 4011346"/>
                <a:gd name="connsiteY42" fmla="*/ 1638579 h 1711998"/>
                <a:gd name="connsiteX43" fmla="*/ 380444 w 4011346"/>
                <a:gd name="connsiteY43" fmla="*/ 1645253 h 1711998"/>
                <a:gd name="connsiteX44" fmla="*/ 407142 w 4011346"/>
                <a:gd name="connsiteY44" fmla="*/ 1665276 h 1711998"/>
                <a:gd name="connsiteX45" fmla="*/ 437177 w 4011346"/>
                <a:gd name="connsiteY45" fmla="*/ 1661939 h 1711998"/>
                <a:gd name="connsiteX46" fmla="*/ 507259 w 4011346"/>
                <a:gd name="connsiteY46" fmla="*/ 1711998 h 1711998"/>
                <a:gd name="connsiteX47" fmla="*/ 517271 w 4011346"/>
                <a:gd name="connsiteY47" fmla="*/ 1698649 h 1711998"/>
                <a:gd name="connsiteX48" fmla="*/ 507259 w 4011346"/>
                <a:gd name="connsiteY48" fmla="*/ 1658602 h 1711998"/>
                <a:gd name="connsiteX49" fmla="*/ 500584 w 4011346"/>
                <a:gd name="connsiteY49" fmla="*/ 1625230 h 1711998"/>
                <a:gd name="connsiteX50" fmla="*/ 483898 w 4011346"/>
                <a:gd name="connsiteY50" fmla="*/ 1581846 h 1711998"/>
                <a:gd name="connsiteX51" fmla="*/ 513933 w 4011346"/>
                <a:gd name="connsiteY51" fmla="*/ 1561822 h 1711998"/>
                <a:gd name="connsiteX52" fmla="*/ 547306 w 4011346"/>
                <a:gd name="connsiteY52" fmla="*/ 1538462 h 1711998"/>
                <a:gd name="connsiteX53" fmla="*/ 527282 w 4011346"/>
                <a:gd name="connsiteY53" fmla="*/ 1521776 h 1711998"/>
                <a:gd name="connsiteX54" fmla="*/ 517271 w 4011346"/>
                <a:gd name="connsiteY54" fmla="*/ 1488403 h 1711998"/>
                <a:gd name="connsiteX55" fmla="*/ 480561 w 4011346"/>
                <a:gd name="connsiteY55" fmla="*/ 1471717 h 1711998"/>
                <a:gd name="connsiteX56" fmla="*/ 470549 w 4011346"/>
                <a:gd name="connsiteY56" fmla="*/ 1451694 h 1711998"/>
                <a:gd name="connsiteX57" fmla="*/ 480561 w 4011346"/>
                <a:gd name="connsiteY57" fmla="*/ 1421659 h 1711998"/>
                <a:gd name="connsiteX58" fmla="*/ 490573 w 4011346"/>
                <a:gd name="connsiteY58" fmla="*/ 1381612 h 1711998"/>
                <a:gd name="connsiteX59" fmla="*/ 513933 w 4011346"/>
                <a:gd name="connsiteY59" fmla="*/ 1401636 h 1711998"/>
                <a:gd name="connsiteX60" fmla="*/ 520608 w 4011346"/>
                <a:gd name="connsiteY60" fmla="*/ 1384949 h 1711998"/>
                <a:gd name="connsiteX61" fmla="*/ 543968 w 4011346"/>
                <a:gd name="connsiteY61" fmla="*/ 1348240 h 1711998"/>
                <a:gd name="connsiteX62" fmla="*/ 574003 w 4011346"/>
                <a:gd name="connsiteY62" fmla="*/ 1331554 h 1711998"/>
                <a:gd name="connsiteX63" fmla="*/ 590690 w 4011346"/>
                <a:gd name="connsiteY63" fmla="*/ 1344903 h 1711998"/>
                <a:gd name="connsiteX64" fmla="*/ 610713 w 4011346"/>
                <a:gd name="connsiteY64" fmla="*/ 1318205 h 1711998"/>
                <a:gd name="connsiteX65" fmla="*/ 630736 w 4011346"/>
                <a:gd name="connsiteY65" fmla="*/ 1344903 h 1711998"/>
                <a:gd name="connsiteX66" fmla="*/ 657434 w 4011346"/>
                <a:gd name="connsiteY66" fmla="*/ 1368263 h 1711998"/>
                <a:gd name="connsiteX67" fmla="*/ 674120 w 4011346"/>
                <a:gd name="connsiteY67" fmla="*/ 1374938 h 1711998"/>
                <a:gd name="connsiteX68" fmla="*/ 697481 w 4011346"/>
                <a:gd name="connsiteY68" fmla="*/ 1374938 h 1711998"/>
                <a:gd name="connsiteX69" fmla="*/ 717504 w 4011346"/>
                <a:gd name="connsiteY69" fmla="*/ 1361589 h 1711998"/>
                <a:gd name="connsiteX70" fmla="*/ 744202 w 4011346"/>
                <a:gd name="connsiteY70" fmla="*/ 1361589 h 1711998"/>
                <a:gd name="connsiteX71" fmla="*/ 760888 w 4011346"/>
                <a:gd name="connsiteY71" fmla="*/ 1358252 h 1711998"/>
                <a:gd name="connsiteX72" fmla="*/ 790923 w 4011346"/>
                <a:gd name="connsiteY72" fmla="*/ 1391624 h 1711998"/>
                <a:gd name="connsiteX73" fmla="*/ 797598 w 4011346"/>
                <a:gd name="connsiteY73" fmla="*/ 1364926 h 1711998"/>
                <a:gd name="connsiteX74" fmla="*/ 817621 w 4011346"/>
                <a:gd name="connsiteY74" fmla="*/ 1381612 h 1711998"/>
                <a:gd name="connsiteX75" fmla="*/ 837644 w 4011346"/>
                <a:gd name="connsiteY75" fmla="*/ 1358252 h 1711998"/>
                <a:gd name="connsiteX76" fmla="*/ 827633 w 4011346"/>
                <a:gd name="connsiteY76" fmla="*/ 1338228 h 1711998"/>
                <a:gd name="connsiteX77" fmla="*/ 810946 w 4011346"/>
                <a:gd name="connsiteY77" fmla="*/ 1324879 h 1711998"/>
                <a:gd name="connsiteX78" fmla="*/ 810946 w 4011346"/>
                <a:gd name="connsiteY78" fmla="*/ 1298182 h 1711998"/>
                <a:gd name="connsiteX79" fmla="*/ 810946 w 4011346"/>
                <a:gd name="connsiteY79" fmla="*/ 1284833 h 1711998"/>
                <a:gd name="connsiteX80" fmla="*/ 830970 w 4011346"/>
                <a:gd name="connsiteY80" fmla="*/ 1281495 h 1711998"/>
                <a:gd name="connsiteX81" fmla="*/ 840981 w 4011346"/>
                <a:gd name="connsiteY81" fmla="*/ 1278158 h 1711998"/>
                <a:gd name="connsiteX82" fmla="*/ 820958 w 4011346"/>
                <a:gd name="connsiteY82" fmla="*/ 1241449 h 1711998"/>
                <a:gd name="connsiteX83" fmla="*/ 854330 w 4011346"/>
                <a:gd name="connsiteY83" fmla="*/ 1234774 h 1711998"/>
                <a:gd name="connsiteX84" fmla="*/ 891040 w 4011346"/>
                <a:gd name="connsiteY84" fmla="*/ 1241449 h 1711998"/>
                <a:gd name="connsiteX85" fmla="*/ 964459 w 4011346"/>
                <a:gd name="connsiteY85" fmla="*/ 1198065 h 1711998"/>
                <a:gd name="connsiteX86" fmla="*/ 1001168 w 4011346"/>
                <a:gd name="connsiteY86" fmla="*/ 1198065 h 1711998"/>
                <a:gd name="connsiteX87" fmla="*/ 1027866 w 4011346"/>
                <a:gd name="connsiteY87" fmla="*/ 1174704 h 1711998"/>
                <a:gd name="connsiteX88" fmla="*/ 1047890 w 4011346"/>
                <a:gd name="connsiteY88" fmla="*/ 1184716 h 1711998"/>
                <a:gd name="connsiteX89" fmla="*/ 1067913 w 4011346"/>
                <a:gd name="connsiteY89" fmla="*/ 1194727 h 1711998"/>
                <a:gd name="connsiteX90" fmla="*/ 1087936 w 4011346"/>
                <a:gd name="connsiteY90" fmla="*/ 1221425 h 1711998"/>
                <a:gd name="connsiteX91" fmla="*/ 1074587 w 4011346"/>
                <a:gd name="connsiteY91" fmla="*/ 1234774 h 1711998"/>
                <a:gd name="connsiteX92" fmla="*/ 1104622 w 4011346"/>
                <a:gd name="connsiteY92" fmla="*/ 1234774 h 1711998"/>
                <a:gd name="connsiteX93" fmla="*/ 1107960 w 4011346"/>
                <a:gd name="connsiteY93" fmla="*/ 1251460 h 1711998"/>
                <a:gd name="connsiteX94" fmla="*/ 1121309 w 4011346"/>
                <a:gd name="connsiteY94" fmla="*/ 1234774 h 1711998"/>
                <a:gd name="connsiteX95" fmla="*/ 1134657 w 4011346"/>
                <a:gd name="connsiteY95" fmla="*/ 1248123 h 1711998"/>
                <a:gd name="connsiteX96" fmla="*/ 1134657 w 4011346"/>
                <a:gd name="connsiteY96" fmla="*/ 1268146 h 1711998"/>
                <a:gd name="connsiteX97" fmla="*/ 1148006 w 4011346"/>
                <a:gd name="connsiteY97" fmla="*/ 1264809 h 1711998"/>
                <a:gd name="connsiteX98" fmla="*/ 1208076 w 4011346"/>
                <a:gd name="connsiteY98" fmla="*/ 1218088 h 1711998"/>
                <a:gd name="connsiteX99" fmla="*/ 1211414 w 4011346"/>
                <a:gd name="connsiteY99" fmla="*/ 1238111 h 1711998"/>
                <a:gd name="connsiteX100" fmla="*/ 1244786 w 4011346"/>
                <a:gd name="connsiteY100" fmla="*/ 1258135 h 1711998"/>
                <a:gd name="connsiteX101" fmla="*/ 1264809 w 4011346"/>
                <a:gd name="connsiteY101" fmla="*/ 1288170 h 1711998"/>
                <a:gd name="connsiteX102" fmla="*/ 1298181 w 4011346"/>
                <a:gd name="connsiteY102" fmla="*/ 1394961 h 1711998"/>
                <a:gd name="connsiteX103" fmla="*/ 1308193 w 4011346"/>
                <a:gd name="connsiteY103" fmla="*/ 1351577 h 1711998"/>
                <a:gd name="connsiteX104" fmla="*/ 1344903 w 4011346"/>
                <a:gd name="connsiteY104" fmla="*/ 1371600 h 1711998"/>
                <a:gd name="connsiteX105" fmla="*/ 1388287 w 4011346"/>
                <a:gd name="connsiteY105" fmla="*/ 1371600 h 1711998"/>
                <a:gd name="connsiteX106" fmla="*/ 1394961 w 4011346"/>
                <a:gd name="connsiteY106" fmla="*/ 1394961 h 1711998"/>
                <a:gd name="connsiteX107" fmla="*/ 1435008 w 4011346"/>
                <a:gd name="connsiteY107" fmla="*/ 1418322 h 1711998"/>
                <a:gd name="connsiteX108" fmla="*/ 1465043 w 4011346"/>
                <a:gd name="connsiteY108" fmla="*/ 1418322 h 1711998"/>
                <a:gd name="connsiteX109" fmla="*/ 1491741 w 4011346"/>
                <a:gd name="connsiteY109" fmla="*/ 1431671 h 1711998"/>
                <a:gd name="connsiteX110" fmla="*/ 1535125 w 4011346"/>
                <a:gd name="connsiteY110" fmla="*/ 1388287 h 1711998"/>
                <a:gd name="connsiteX111" fmla="*/ 1571834 w 4011346"/>
                <a:gd name="connsiteY111" fmla="*/ 1368263 h 1711998"/>
                <a:gd name="connsiteX112" fmla="*/ 1608544 w 4011346"/>
                <a:gd name="connsiteY112" fmla="*/ 1371600 h 1711998"/>
                <a:gd name="connsiteX113" fmla="*/ 1655265 w 4011346"/>
                <a:gd name="connsiteY113" fmla="*/ 1384949 h 1711998"/>
                <a:gd name="connsiteX114" fmla="*/ 1681963 w 4011346"/>
                <a:gd name="connsiteY114" fmla="*/ 1401636 h 1711998"/>
                <a:gd name="connsiteX115" fmla="*/ 1735358 w 4011346"/>
                <a:gd name="connsiteY115" fmla="*/ 1394961 h 1711998"/>
                <a:gd name="connsiteX116" fmla="*/ 1745370 w 4011346"/>
                <a:gd name="connsiteY116" fmla="*/ 1374938 h 1711998"/>
                <a:gd name="connsiteX117" fmla="*/ 1738695 w 4011346"/>
                <a:gd name="connsiteY117" fmla="*/ 1354914 h 1711998"/>
                <a:gd name="connsiteX118" fmla="*/ 1765393 w 4011346"/>
                <a:gd name="connsiteY118" fmla="*/ 1328217 h 1711998"/>
                <a:gd name="connsiteX119" fmla="*/ 1778742 w 4011346"/>
                <a:gd name="connsiteY119" fmla="*/ 1324879 h 1711998"/>
                <a:gd name="connsiteX120" fmla="*/ 1812114 w 4011346"/>
                <a:gd name="connsiteY120" fmla="*/ 1341565 h 1711998"/>
                <a:gd name="connsiteX121" fmla="*/ 1852161 w 4011346"/>
                <a:gd name="connsiteY121" fmla="*/ 1354914 h 1711998"/>
                <a:gd name="connsiteX122" fmla="*/ 1858836 w 4011346"/>
                <a:gd name="connsiteY122" fmla="*/ 1381612 h 1711998"/>
                <a:gd name="connsiteX123" fmla="*/ 1872184 w 4011346"/>
                <a:gd name="connsiteY123" fmla="*/ 1388287 h 1711998"/>
                <a:gd name="connsiteX124" fmla="*/ 1902219 w 4011346"/>
                <a:gd name="connsiteY124" fmla="*/ 1391624 h 1711998"/>
                <a:gd name="connsiteX125" fmla="*/ 1932254 w 4011346"/>
                <a:gd name="connsiteY125" fmla="*/ 1374938 h 1711998"/>
                <a:gd name="connsiteX126" fmla="*/ 1962290 w 4011346"/>
                <a:gd name="connsiteY126" fmla="*/ 1388287 h 1711998"/>
                <a:gd name="connsiteX127" fmla="*/ 1985650 w 4011346"/>
                <a:gd name="connsiteY127" fmla="*/ 1401636 h 1711998"/>
                <a:gd name="connsiteX128" fmla="*/ 1995662 w 4011346"/>
                <a:gd name="connsiteY128" fmla="*/ 1411647 h 1711998"/>
                <a:gd name="connsiteX129" fmla="*/ 2032371 w 4011346"/>
                <a:gd name="connsiteY129" fmla="*/ 1431671 h 1711998"/>
                <a:gd name="connsiteX130" fmla="*/ 2069081 w 4011346"/>
                <a:gd name="connsiteY130" fmla="*/ 1428333 h 1711998"/>
                <a:gd name="connsiteX131" fmla="*/ 2142500 w 4011346"/>
                <a:gd name="connsiteY131" fmla="*/ 1384949 h 1711998"/>
                <a:gd name="connsiteX132" fmla="*/ 2195895 w 4011346"/>
                <a:gd name="connsiteY132" fmla="*/ 1398298 h 1711998"/>
                <a:gd name="connsiteX133" fmla="*/ 2225930 w 4011346"/>
                <a:gd name="connsiteY133" fmla="*/ 1408310 h 1711998"/>
                <a:gd name="connsiteX134" fmla="*/ 2259303 w 4011346"/>
                <a:gd name="connsiteY134" fmla="*/ 1394961 h 1711998"/>
                <a:gd name="connsiteX135" fmla="*/ 2262640 w 4011346"/>
                <a:gd name="connsiteY135" fmla="*/ 1368263 h 1711998"/>
                <a:gd name="connsiteX136" fmla="*/ 2282663 w 4011346"/>
                <a:gd name="connsiteY136" fmla="*/ 1338228 h 1711998"/>
                <a:gd name="connsiteX137" fmla="*/ 2299349 w 4011346"/>
                <a:gd name="connsiteY137" fmla="*/ 1284833 h 1711998"/>
                <a:gd name="connsiteX138" fmla="*/ 2282663 w 4011346"/>
                <a:gd name="connsiteY138" fmla="*/ 1288170 h 1711998"/>
                <a:gd name="connsiteX139" fmla="*/ 2312698 w 4011346"/>
                <a:gd name="connsiteY139" fmla="*/ 1261472 h 1711998"/>
                <a:gd name="connsiteX140" fmla="*/ 2339396 w 4011346"/>
                <a:gd name="connsiteY140" fmla="*/ 1258135 h 1711998"/>
                <a:gd name="connsiteX141" fmla="*/ 2396129 w 4011346"/>
                <a:gd name="connsiteY141" fmla="*/ 1268146 h 1711998"/>
                <a:gd name="connsiteX142" fmla="*/ 2436176 w 4011346"/>
                <a:gd name="connsiteY142" fmla="*/ 1294844 h 1711998"/>
                <a:gd name="connsiteX143" fmla="*/ 2462873 w 4011346"/>
                <a:gd name="connsiteY143" fmla="*/ 1324879 h 1711998"/>
                <a:gd name="connsiteX144" fmla="*/ 2469548 w 4011346"/>
                <a:gd name="connsiteY144" fmla="*/ 1361589 h 1711998"/>
                <a:gd name="connsiteX145" fmla="*/ 2476222 w 4011346"/>
                <a:gd name="connsiteY145" fmla="*/ 1401636 h 1711998"/>
                <a:gd name="connsiteX146" fmla="*/ 2486234 w 4011346"/>
                <a:gd name="connsiteY146" fmla="*/ 1421659 h 1711998"/>
                <a:gd name="connsiteX147" fmla="*/ 2529618 w 4011346"/>
                <a:gd name="connsiteY147" fmla="*/ 1435008 h 1711998"/>
                <a:gd name="connsiteX148" fmla="*/ 2549641 w 4011346"/>
                <a:gd name="connsiteY148" fmla="*/ 1455031 h 1711998"/>
                <a:gd name="connsiteX149" fmla="*/ 2562990 w 4011346"/>
                <a:gd name="connsiteY149" fmla="*/ 1488403 h 1711998"/>
                <a:gd name="connsiteX150" fmla="*/ 2586351 w 4011346"/>
                <a:gd name="connsiteY150" fmla="*/ 1481729 h 1711998"/>
                <a:gd name="connsiteX151" fmla="*/ 2606374 w 4011346"/>
                <a:gd name="connsiteY151" fmla="*/ 1471717 h 1711998"/>
                <a:gd name="connsiteX152" fmla="*/ 2639746 w 4011346"/>
                <a:gd name="connsiteY152" fmla="*/ 1455031 h 1711998"/>
                <a:gd name="connsiteX153" fmla="*/ 2643084 w 4011346"/>
                <a:gd name="connsiteY153" fmla="*/ 1471717 h 1711998"/>
                <a:gd name="connsiteX154" fmla="*/ 2626398 w 4011346"/>
                <a:gd name="connsiteY154" fmla="*/ 1501752 h 1711998"/>
                <a:gd name="connsiteX155" fmla="*/ 2616386 w 4011346"/>
                <a:gd name="connsiteY155" fmla="*/ 1538462 h 1711998"/>
                <a:gd name="connsiteX156" fmla="*/ 2603037 w 4011346"/>
                <a:gd name="connsiteY156" fmla="*/ 1591857 h 1711998"/>
                <a:gd name="connsiteX157" fmla="*/ 2579676 w 4011346"/>
                <a:gd name="connsiteY157" fmla="*/ 1565160 h 1711998"/>
                <a:gd name="connsiteX158" fmla="*/ 2552979 w 4011346"/>
                <a:gd name="connsiteY158" fmla="*/ 1588520 h 1711998"/>
                <a:gd name="connsiteX159" fmla="*/ 2559653 w 4011346"/>
                <a:gd name="connsiteY159" fmla="*/ 1615218 h 1711998"/>
                <a:gd name="connsiteX160" fmla="*/ 2559653 w 4011346"/>
                <a:gd name="connsiteY160" fmla="*/ 1651927 h 1711998"/>
                <a:gd name="connsiteX161" fmla="*/ 2549641 w 4011346"/>
                <a:gd name="connsiteY161" fmla="*/ 1671951 h 1711998"/>
                <a:gd name="connsiteX162" fmla="*/ 2589688 w 4011346"/>
                <a:gd name="connsiteY162" fmla="*/ 1651927 h 1711998"/>
                <a:gd name="connsiteX163" fmla="*/ 2626398 w 4011346"/>
                <a:gd name="connsiteY163" fmla="*/ 1661939 h 1711998"/>
                <a:gd name="connsiteX164" fmla="*/ 2653095 w 4011346"/>
                <a:gd name="connsiteY164" fmla="*/ 1638579 h 1711998"/>
                <a:gd name="connsiteX165" fmla="*/ 2683130 w 4011346"/>
                <a:gd name="connsiteY165" fmla="*/ 1585183 h 1711998"/>
                <a:gd name="connsiteX166" fmla="*/ 2753212 w 4011346"/>
                <a:gd name="connsiteY166" fmla="*/ 1498415 h 1711998"/>
                <a:gd name="connsiteX167" fmla="*/ 2783247 w 4011346"/>
                <a:gd name="connsiteY167" fmla="*/ 1428333 h 1711998"/>
                <a:gd name="connsiteX168" fmla="*/ 2803271 w 4011346"/>
                <a:gd name="connsiteY168" fmla="*/ 1324879 h 1711998"/>
                <a:gd name="connsiteX169" fmla="*/ 2793259 w 4011346"/>
                <a:gd name="connsiteY169" fmla="*/ 1274821 h 1711998"/>
                <a:gd name="connsiteX170" fmla="*/ 2769898 w 4011346"/>
                <a:gd name="connsiteY170" fmla="*/ 1241449 h 1711998"/>
                <a:gd name="connsiteX171" fmla="*/ 2726514 w 4011346"/>
                <a:gd name="connsiteY171" fmla="*/ 1241449 h 1711998"/>
                <a:gd name="connsiteX172" fmla="*/ 2699817 w 4011346"/>
                <a:gd name="connsiteY172" fmla="*/ 1241449 h 1711998"/>
                <a:gd name="connsiteX173" fmla="*/ 2683130 w 4011346"/>
                <a:gd name="connsiteY173" fmla="*/ 1221425 h 1711998"/>
                <a:gd name="connsiteX174" fmla="*/ 2669781 w 4011346"/>
                <a:gd name="connsiteY174" fmla="*/ 1201402 h 1711998"/>
                <a:gd name="connsiteX175" fmla="*/ 2763224 w 4011346"/>
                <a:gd name="connsiteY175" fmla="*/ 1084599 h 1711998"/>
                <a:gd name="connsiteX176" fmla="*/ 2846654 w 4011346"/>
                <a:gd name="connsiteY176" fmla="*/ 1017855 h 1711998"/>
                <a:gd name="connsiteX177" fmla="*/ 2890038 w 4011346"/>
                <a:gd name="connsiteY177" fmla="*/ 994494 h 1711998"/>
                <a:gd name="connsiteX178" fmla="*/ 2933422 w 4011346"/>
                <a:gd name="connsiteY178" fmla="*/ 1014517 h 1711998"/>
                <a:gd name="connsiteX179" fmla="*/ 2950109 w 4011346"/>
                <a:gd name="connsiteY179" fmla="*/ 997831 h 1711998"/>
                <a:gd name="connsiteX180" fmla="*/ 2993492 w 4011346"/>
                <a:gd name="connsiteY180" fmla="*/ 1014517 h 1711998"/>
                <a:gd name="connsiteX181" fmla="*/ 3006841 w 4011346"/>
                <a:gd name="connsiteY181" fmla="*/ 981145 h 1711998"/>
                <a:gd name="connsiteX182" fmla="*/ 3053563 w 4011346"/>
                <a:gd name="connsiteY182" fmla="*/ 991157 h 1711998"/>
                <a:gd name="connsiteX183" fmla="*/ 3070249 w 4011346"/>
                <a:gd name="connsiteY183" fmla="*/ 1007843 h 1711998"/>
                <a:gd name="connsiteX184" fmla="*/ 3060237 w 4011346"/>
                <a:gd name="connsiteY184" fmla="*/ 1027866 h 1711998"/>
                <a:gd name="connsiteX185" fmla="*/ 3123644 w 4011346"/>
                <a:gd name="connsiteY185" fmla="*/ 1011180 h 1711998"/>
                <a:gd name="connsiteX186" fmla="*/ 3140330 w 4011346"/>
                <a:gd name="connsiteY186" fmla="*/ 997831 h 1711998"/>
                <a:gd name="connsiteX187" fmla="*/ 3123644 w 4011346"/>
                <a:gd name="connsiteY187" fmla="*/ 984482 h 1711998"/>
                <a:gd name="connsiteX188" fmla="*/ 3143668 w 4011346"/>
                <a:gd name="connsiteY188" fmla="*/ 944436 h 1711998"/>
                <a:gd name="connsiteX189" fmla="*/ 3190389 w 4011346"/>
                <a:gd name="connsiteY189" fmla="*/ 874354 h 1711998"/>
                <a:gd name="connsiteX190" fmla="*/ 3233773 w 4011346"/>
                <a:gd name="connsiteY190" fmla="*/ 871017 h 1711998"/>
                <a:gd name="connsiteX191" fmla="*/ 3273819 w 4011346"/>
                <a:gd name="connsiteY191" fmla="*/ 881028 h 1711998"/>
                <a:gd name="connsiteX192" fmla="*/ 3277157 w 4011346"/>
                <a:gd name="connsiteY192" fmla="*/ 937761 h 1711998"/>
                <a:gd name="connsiteX193" fmla="*/ 3320541 w 4011346"/>
                <a:gd name="connsiteY193" fmla="*/ 894377 h 1711998"/>
                <a:gd name="connsiteX194" fmla="*/ 3343901 w 4011346"/>
                <a:gd name="connsiteY194" fmla="*/ 877691 h 1711998"/>
                <a:gd name="connsiteX195" fmla="*/ 3350576 w 4011346"/>
                <a:gd name="connsiteY195" fmla="*/ 844319 h 1711998"/>
                <a:gd name="connsiteX196" fmla="*/ 3377273 w 4011346"/>
                <a:gd name="connsiteY196" fmla="*/ 827633 h 1711998"/>
                <a:gd name="connsiteX197" fmla="*/ 3407309 w 4011346"/>
                <a:gd name="connsiteY197" fmla="*/ 837644 h 1711998"/>
                <a:gd name="connsiteX198" fmla="*/ 3373936 w 4011346"/>
                <a:gd name="connsiteY198" fmla="*/ 867679 h 1711998"/>
                <a:gd name="connsiteX199" fmla="*/ 3360587 w 4011346"/>
                <a:gd name="connsiteY199" fmla="*/ 917738 h 1711998"/>
                <a:gd name="connsiteX200" fmla="*/ 3323878 w 4011346"/>
                <a:gd name="connsiteY200" fmla="*/ 957784 h 1711998"/>
                <a:gd name="connsiteX201" fmla="*/ 3210412 w 4011346"/>
                <a:gd name="connsiteY201" fmla="*/ 1054564 h 1711998"/>
                <a:gd name="connsiteX202" fmla="*/ 3163691 w 4011346"/>
                <a:gd name="connsiteY202" fmla="*/ 1124646 h 1711998"/>
                <a:gd name="connsiteX203" fmla="*/ 3160354 w 4011346"/>
                <a:gd name="connsiteY203" fmla="*/ 1198065 h 1711998"/>
                <a:gd name="connsiteX204" fmla="*/ 3170365 w 4011346"/>
                <a:gd name="connsiteY204" fmla="*/ 1288170 h 1711998"/>
                <a:gd name="connsiteX205" fmla="*/ 3190389 w 4011346"/>
                <a:gd name="connsiteY205" fmla="*/ 1351577 h 1711998"/>
                <a:gd name="connsiteX206" fmla="*/ 3217087 w 4011346"/>
                <a:gd name="connsiteY206" fmla="*/ 1341565 h 1711998"/>
                <a:gd name="connsiteX207" fmla="*/ 3240447 w 4011346"/>
                <a:gd name="connsiteY207" fmla="*/ 1274821 h 1711998"/>
                <a:gd name="connsiteX208" fmla="*/ 3270482 w 4011346"/>
                <a:gd name="connsiteY208" fmla="*/ 1271484 h 1711998"/>
                <a:gd name="connsiteX209" fmla="*/ 3287168 w 4011346"/>
                <a:gd name="connsiteY209" fmla="*/ 1211414 h 1711998"/>
                <a:gd name="connsiteX210" fmla="*/ 3313866 w 4011346"/>
                <a:gd name="connsiteY210" fmla="*/ 1201402 h 1711998"/>
                <a:gd name="connsiteX211" fmla="*/ 3313866 w 4011346"/>
                <a:gd name="connsiteY211" fmla="*/ 1171367 h 1711998"/>
                <a:gd name="connsiteX212" fmla="*/ 3337227 w 4011346"/>
                <a:gd name="connsiteY212" fmla="*/ 1134657 h 1711998"/>
                <a:gd name="connsiteX213" fmla="*/ 3330552 w 4011346"/>
                <a:gd name="connsiteY213" fmla="*/ 1091273 h 1711998"/>
                <a:gd name="connsiteX214" fmla="*/ 3333890 w 4011346"/>
                <a:gd name="connsiteY214" fmla="*/ 1061238 h 1711998"/>
                <a:gd name="connsiteX215" fmla="*/ 3323878 w 4011346"/>
                <a:gd name="connsiteY215" fmla="*/ 1051227 h 1711998"/>
                <a:gd name="connsiteX216" fmla="*/ 3363925 w 4011346"/>
                <a:gd name="connsiteY216" fmla="*/ 964459 h 1711998"/>
                <a:gd name="connsiteX217" fmla="*/ 3383948 w 4011346"/>
                <a:gd name="connsiteY217" fmla="*/ 974471 h 1711998"/>
                <a:gd name="connsiteX218" fmla="*/ 3410646 w 4011346"/>
                <a:gd name="connsiteY218" fmla="*/ 947773 h 1711998"/>
                <a:gd name="connsiteX219" fmla="*/ 3420657 w 4011346"/>
                <a:gd name="connsiteY219" fmla="*/ 974471 h 1711998"/>
                <a:gd name="connsiteX220" fmla="*/ 3447355 w 4011346"/>
                <a:gd name="connsiteY220" fmla="*/ 957784 h 1711998"/>
                <a:gd name="connsiteX221" fmla="*/ 3477390 w 4011346"/>
                <a:gd name="connsiteY221" fmla="*/ 947773 h 1711998"/>
                <a:gd name="connsiteX222" fmla="*/ 3514100 w 4011346"/>
                <a:gd name="connsiteY222" fmla="*/ 974471 h 1711998"/>
                <a:gd name="connsiteX223" fmla="*/ 3574170 w 4011346"/>
                <a:gd name="connsiteY223" fmla="*/ 907726 h 1711998"/>
                <a:gd name="connsiteX224" fmla="*/ 3637577 w 4011346"/>
                <a:gd name="connsiteY224" fmla="*/ 861005 h 1711998"/>
                <a:gd name="connsiteX225" fmla="*/ 3690973 w 4011346"/>
                <a:gd name="connsiteY225" fmla="*/ 824295 h 1711998"/>
                <a:gd name="connsiteX226" fmla="*/ 3741031 w 4011346"/>
                <a:gd name="connsiteY226" fmla="*/ 850993 h 1711998"/>
                <a:gd name="connsiteX227" fmla="*/ 3751043 w 4011346"/>
                <a:gd name="connsiteY227" fmla="*/ 824295 h 1711998"/>
                <a:gd name="connsiteX228" fmla="*/ 3727682 w 4011346"/>
                <a:gd name="connsiteY228" fmla="*/ 757551 h 1711998"/>
                <a:gd name="connsiteX229" fmla="*/ 3700984 w 4011346"/>
                <a:gd name="connsiteY229" fmla="*/ 740865 h 1711998"/>
                <a:gd name="connsiteX230" fmla="*/ 3697647 w 4011346"/>
                <a:gd name="connsiteY230" fmla="*/ 710830 h 1711998"/>
                <a:gd name="connsiteX231" fmla="*/ 3751043 w 4011346"/>
                <a:gd name="connsiteY231" fmla="*/ 717504 h 1711998"/>
                <a:gd name="connsiteX232" fmla="*/ 3774403 w 4011346"/>
                <a:gd name="connsiteY232" fmla="*/ 674120 h 1711998"/>
                <a:gd name="connsiteX233" fmla="*/ 3767729 w 4011346"/>
                <a:gd name="connsiteY233" fmla="*/ 647422 h 1711998"/>
                <a:gd name="connsiteX234" fmla="*/ 3794427 w 4011346"/>
                <a:gd name="connsiteY234" fmla="*/ 614050 h 1711998"/>
                <a:gd name="connsiteX235" fmla="*/ 3804438 w 4011346"/>
                <a:gd name="connsiteY235" fmla="*/ 657434 h 1711998"/>
                <a:gd name="connsiteX236" fmla="*/ 3827799 w 4011346"/>
                <a:gd name="connsiteY236" fmla="*/ 674120 h 1711998"/>
                <a:gd name="connsiteX237" fmla="*/ 3874520 w 4011346"/>
                <a:gd name="connsiteY237" fmla="*/ 694144 h 1711998"/>
                <a:gd name="connsiteX238" fmla="*/ 3894544 w 4011346"/>
                <a:gd name="connsiteY238" fmla="*/ 720841 h 1711998"/>
                <a:gd name="connsiteX239" fmla="*/ 3941265 w 4011346"/>
                <a:gd name="connsiteY239" fmla="*/ 744202 h 1711998"/>
                <a:gd name="connsiteX240" fmla="*/ 3947939 w 4011346"/>
                <a:gd name="connsiteY240" fmla="*/ 730853 h 1711998"/>
                <a:gd name="connsiteX241" fmla="*/ 3957951 w 4011346"/>
                <a:gd name="connsiteY241" fmla="*/ 667446 h 1711998"/>
                <a:gd name="connsiteX242" fmla="*/ 4004672 w 4011346"/>
                <a:gd name="connsiteY242" fmla="*/ 660771 h 1711998"/>
                <a:gd name="connsiteX243" fmla="*/ 4011346 w 4011346"/>
                <a:gd name="connsiteY243" fmla="*/ 627399 h 1711998"/>
                <a:gd name="connsiteX244" fmla="*/ 3967963 w 4011346"/>
                <a:gd name="connsiteY244" fmla="*/ 590690 h 1711998"/>
                <a:gd name="connsiteX245" fmla="*/ 3921241 w 4011346"/>
                <a:gd name="connsiteY245" fmla="*/ 574003 h 1711998"/>
                <a:gd name="connsiteX246" fmla="*/ 3907892 w 4011346"/>
                <a:gd name="connsiteY246" fmla="*/ 577341 h 1711998"/>
                <a:gd name="connsiteX247" fmla="*/ 3907892 w 4011346"/>
                <a:gd name="connsiteY247" fmla="*/ 610713 h 1711998"/>
                <a:gd name="connsiteX248" fmla="*/ 3887869 w 4011346"/>
                <a:gd name="connsiteY248" fmla="*/ 604038 h 1711998"/>
                <a:gd name="connsiteX249" fmla="*/ 3874520 w 4011346"/>
                <a:gd name="connsiteY249" fmla="*/ 550643 h 1711998"/>
                <a:gd name="connsiteX250" fmla="*/ 3817787 w 4011346"/>
                <a:gd name="connsiteY250" fmla="*/ 487236 h 1711998"/>
                <a:gd name="connsiteX251" fmla="*/ 3717671 w 4011346"/>
                <a:gd name="connsiteY251" fmla="*/ 410479 h 1711998"/>
                <a:gd name="connsiteX252" fmla="*/ 3664275 w 4011346"/>
                <a:gd name="connsiteY252" fmla="*/ 390456 h 1711998"/>
                <a:gd name="connsiteX253" fmla="*/ 3584181 w 4011346"/>
                <a:gd name="connsiteY253" fmla="*/ 383782 h 1711998"/>
                <a:gd name="connsiteX254" fmla="*/ 3520774 w 4011346"/>
                <a:gd name="connsiteY254" fmla="*/ 367095 h 1711998"/>
                <a:gd name="connsiteX255" fmla="*/ 3530786 w 4011346"/>
                <a:gd name="connsiteY255" fmla="*/ 407142 h 1711998"/>
                <a:gd name="connsiteX256" fmla="*/ 3537460 w 4011346"/>
                <a:gd name="connsiteY256" fmla="*/ 433840 h 1711998"/>
                <a:gd name="connsiteX257" fmla="*/ 3507425 w 4011346"/>
                <a:gd name="connsiteY257" fmla="*/ 457200 h 1711998"/>
                <a:gd name="connsiteX258" fmla="*/ 3477390 w 4011346"/>
                <a:gd name="connsiteY258" fmla="*/ 430503 h 1711998"/>
                <a:gd name="connsiteX259" fmla="*/ 3477390 w 4011346"/>
                <a:gd name="connsiteY259" fmla="*/ 410479 h 1711998"/>
                <a:gd name="connsiteX260" fmla="*/ 3504088 w 4011346"/>
                <a:gd name="connsiteY260" fmla="*/ 390456 h 1711998"/>
                <a:gd name="connsiteX261" fmla="*/ 3467379 w 4011346"/>
                <a:gd name="connsiteY261" fmla="*/ 377107 h 1711998"/>
                <a:gd name="connsiteX262" fmla="*/ 3450692 w 4011346"/>
                <a:gd name="connsiteY262" fmla="*/ 403805 h 1711998"/>
                <a:gd name="connsiteX263" fmla="*/ 3440681 w 4011346"/>
                <a:gd name="connsiteY263" fmla="*/ 417154 h 1711998"/>
                <a:gd name="connsiteX264" fmla="*/ 3357250 w 4011346"/>
                <a:gd name="connsiteY264" fmla="*/ 403805 h 1711998"/>
                <a:gd name="connsiteX265" fmla="*/ 3297180 w 4011346"/>
                <a:gd name="connsiteY265" fmla="*/ 410479 h 1711998"/>
                <a:gd name="connsiteX266" fmla="*/ 3267145 w 4011346"/>
                <a:gd name="connsiteY266" fmla="*/ 387119 h 1711998"/>
                <a:gd name="connsiteX267" fmla="*/ 3267145 w 4011346"/>
                <a:gd name="connsiteY267" fmla="*/ 350409 h 1711998"/>
                <a:gd name="connsiteX268" fmla="*/ 3203738 w 4011346"/>
                <a:gd name="connsiteY268" fmla="*/ 293676 h 1711998"/>
                <a:gd name="connsiteX269" fmla="*/ 3076923 w 4011346"/>
                <a:gd name="connsiteY269" fmla="*/ 300351 h 1711998"/>
                <a:gd name="connsiteX270" fmla="*/ 3043551 w 4011346"/>
                <a:gd name="connsiteY270" fmla="*/ 276990 h 1711998"/>
                <a:gd name="connsiteX271" fmla="*/ 3000167 w 4011346"/>
                <a:gd name="connsiteY271" fmla="*/ 230269 h 1711998"/>
                <a:gd name="connsiteX272" fmla="*/ 3013516 w 4011346"/>
                <a:gd name="connsiteY272" fmla="*/ 223595 h 1711998"/>
                <a:gd name="connsiteX273" fmla="*/ 3000167 w 4011346"/>
                <a:gd name="connsiteY273" fmla="*/ 203571 h 1711998"/>
                <a:gd name="connsiteX274" fmla="*/ 2970132 w 4011346"/>
                <a:gd name="connsiteY274" fmla="*/ 200234 h 1711998"/>
                <a:gd name="connsiteX275" fmla="*/ 2920073 w 4011346"/>
                <a:gd name="connsiteY275" fmla="*/ 246955 h 1711998"/>
                <a:gd name="connsiteX276" fmla="*/ 2920073 w 4011346"/>
                <a:gd name="connsiteY276" fmla="*/ 246955 h 1711998"/>
                <a:gd name="connsiteX277" fmla="*/ 2916736 w 4011346"/>
                <a:gd name="connsiteY277" fmla="*/ 196897 h 1711998"/>
                <a:gd name="connsiteX278" fmla="*/ 2936760 w 4011346"/>
                <a:gd name="connsiteY278" fmla="*/ 193560 h 1711998"/>
                <a:gd name="connsiteX279" fmla="*/ 2866678 w 4011346"/>
                <a:gd name="connsiteY279" fmla="*/ 163525 h 1711998"/>
                <a:gd name="connsiteX280" fmla="*/ 2813282 w 4011346"/>
                <a:gd name="connsiteY280" fmla="*/ 160187 h 1711998"/>
                <a:gd name="connsiteX281" fmla="*/ 2793259 w 4011346"/>
                <a:gd name="connsiteY281" fmla="*/ 183548 h 1711998"/>
                <a:gd name="connsiteX282" fmla="*/ 2743200 w 4011346"/>
                <a:gd name="connsiteY282" fmla="*/ 193560 h 1711998"/>
                <a:gd name="connsiteX283" fmla="*/ 2786584 w 4011346"/>
                <a:gd name="connsiteY283" fmla="*/ 203571 h 1711998"/>
                <a:gd name="connsiteX284" fmla="*/ 2763224 w 4011346"/>
                <a:gd name="connsiteY284" fmla="*/ 223595 h 1711998"/>
                <a:gd name="connsiteX285" fmla="*/ 2769898 w 4011346"/>
                <a:gd name="connsiteY285" fmla="*/ 273653 h 1711998"/>
                <a:gd name="connsiteX286" fmla="*/ 2749875 w 4011346"/>
                <a:gd name="connsiteY286" fmla="*/ 256967 h 1711998"/>
                <a:gd name="connsiteX287" fmla="*/ 2733189 w 4011346"/>
                <a:gd name="connsiteY287" fmla="*/ 270316 h 1711998"/>
                <a:gd name="connsiteX288" fmla="*/ 2666444 w 4011346"/>
                <a:gd name="connsiteY288" fmla="*/ 260304 h 1711998"/>
                <a:gd name="connsiteX289" fmla="*/ 2636409 w 4011346"/>
                <a:gd name="connsiteY289" fmla="*/ 270316 h 1711998"/>
                <a:gd name="connsiteX290" fmla="*/ 2603037 w 4011346"/>
                <a:gd name="connsiteY290" fmla="*/ 230269 h 1711998"/>
                <a:gd name="connsiteX291" fmla="*/ 2569665 w 4011346"/>
                <a:gd name="connsiteY291" fmla="*/ 313700 h 1711998"/>
                <a:gd name="connsiteX292" fmla="*/ 2552979 w 4011346"/>
                <a:gd name="connsiteY292" fmla="*/ 333723 h 1711998"/>
                <a:gd name="connsiteX293" fmla="*/ 2469548 w 4011346"/>
                <a:gd name="connsiteY293" fmla="*/ 196897 h 1711998"/>
                <a:gd name="connsiteX294" fmla="*/ 2446187 w 4011346"/>
                <a:gd name="connsiteY294" fmla="*/ 213583 h 1711998"/>
                <a:gd name="connsiteX295" fmla="*/ 2442850 w 4011346"/>
                <a:gd name="connsiteY295" fmla="*/ 180211 h 1711998"/>
                <a:gd name="connsiteX296" fmla="*/ 2449525 w 4011346"/>
                <a:gd name="connsiteY296" fmla="*/ 110129 h 1711998"/>
                <a:gd name="connsiteX297" fmla="*/ 2386117 w 4011346"/>
                <a:gd name="connsiteY297" fmla="*/ 83431 h 1711998"/>
                <a:gd name="connsiteX298" fmla="*/ 2369431 w 4011346"/>
                <a:gd name="connsiteY298" fmla="*/ 123478 h 1711998"/>
                <a:gd name="connsiteX299" fmla="*/ 2379443 w 4011346"/>
                <a:gd name="connsiteY299" fmla="*/ 146838 h 1711998"/>
                <a:gd name="connsiteX300" fmla="*/ 2376106 w 4011346"/>
                <a:gd name="connsiteY300" fmla="*/ 166862 h 1711998"/>
                <a:gd name="connsiteX301" fmla="*/ 2352745 w 4011346"/>
                <a:gd name="connsiteY301" fmla="*/ 143501 h 1711998"/>
                <a:gd name="connsiteX302" fmla="*/ 2316036 w 4011346"/>
                <a:gd name="connsiteY302" fmla="*/ 150176 h 1711998"/>
                <a:gd name="connsiteX303" fmla="*/ 2272652 w 4011346"/>
                <a:gd name="connsiteY303" fmla="*/ 136827 h 1711998"/>
                <a:gd name="connsiteX304" fmla="*/ 2245954 w 4011346"/>
                <a:gd name="connsiteY304" fmla="*/ 96780 h 1711998"/>
                <a:gd name="connsiteX305" fmla="*/ 2209244 w 4011346"/>
                <a:gd name="connsiteY305" fmla="*/ 93443 h 1711998"/>
                <a:gd name="connsiteX306" fmla="*/ 2159186 w 4011346"/>
                <a:gd name="connsiteY306" fmla="*/ 83431 h 1711998"/>
                <a:gd name="connsiteX307" fmla="*/ 2132488 w 4011346"/>
                <a:gd name="connsiteY307" fmla="*/ 100117 h 1711998"/>
                <a:gd name="connsiteX308" fmla="*/ 2115802 w 4011346"/>
                <a:gd name="connsiteY308" fmla="*/ 113466 h 1711998"/>
                <a:gd name="connsiteX309" fmla="*/ 2115802 w 4011346"/>
                <a:gd name="connsiteY309" fmla="*/ 83431 h 1711998"/>
                <a:gd name="connsiteX310" fmla="*/ 2082430 w 4011346"/>
                <a:gd name="connsiteY310" fmla="*/ 80094 h 1711998"/>
                <a:gd name="connsiteX311" fmla="*/ 2045720 w 4011346"/>
                <a:gd name="connsiteY311" fmla="*/ 53396 h 1711998"/>
                <a:gd name="connsiteX312" fmla="*/ 2025697 w 4011346"/>
                <a:gd name="connsiteY312" fmla="*/ 83431 h 1711998"/>
                <a:gd name="connsiteX313" fmla="*/ 2055732 w 4011346"/>
                <a:gd name="connsiteY313" fmla="*/ 80094 h 1711998"/>
                <a:gd name="connsiteX314" fmla="*/ 2045720 w 4011346"/>
                <a:gd name="connsiteY314" fmla="*/ 106792 h 1711998"/>
                <a:gd name="connsiteX315" fmla="*/ 1988987 w 4011346"/>
                <a:gd name="connsiteY315" fmla="*/ 126815 h 1711998"/>
                <a:gd name="connsiteX316" fmla="*/ 1935592 w 4011346"/>
                <a:gd name="connsiteY316" fmla="*/ 136827 h 1711998"/>
                <a:gd name="connsiteX317" fmla="*/ 1995662 w 4011346"/>
                <a:gd name="connsiteY317" fmla="*/ 80094 h 1711998"/>
                <a:gd name="connsiteX318" fmla="*/ 2055732 w 4011346"/>
                <a:gd name="connsiteY318" fmla="*/ 10012 h 1711998"/>
                <a:gd name="connsiteX319" fmla="*/ 2055732 w 4011346"/>
                <a:gd name="connsiteY319" fmla="*/ 10012 h 1711998"/>
                <a:gd name="connsiteX320" fmla="*/ 1648590 w 4011346"/>
                <a:gd name="connsiteY320" fmla="*/ 0 h 1711998"/>
                <a:gd name="connsiteX321" fmla="*/ 1465043 w 4011346"/>
                <a:gd name="connsiteY321" fmla="*/ 0 h 1711998"/>
                <a:gd name="connsiteX322" fmla="*/ 1448357 w 4011346"/>
                <a:gd name="connsiteY322" fmla="*/ 26698 h 1711998"/>
                <a:gd name="connsiteX323" fmla="*/ 1481729 w 4011346"/>
                <a:gd name="connsiteY323" fmla="*/ 60071 h 1711998"/>
                <a:gd name="connsiteX324" fmla="*/ 1481729 w 4011346"/>
                <a:gd name="connsiteY324" fmla="*/ 90106 h 1711998"/>
                <a:gd name="connsiteX325" fmla="*/ 1458368 w 4011346"/>
                <a:gd name="connsiteY325" fmla="*/ 93443 h 1711998"/>
                <a:gd name="connsiteX326" fmla="*/ 1458368 w 4011346"/>
                <a:gd name="connsiteY326" fmla="*/ 73419 h 1711998"/>
                <a:gd name="connsiteX327" fmla="*/ 1418322 w 4011346"/>
                <a:gd name="connsiteY327" fmla="*/ 83431 h 1711998"/>
                <a:gd name="connsiteX328" fmla="*/ 1368263 w 4011346"/>
                <a:gd name="connsiteY328" fmla="*/ 90106 h 1711998"/>
                <a:gd name="connsiteX329" fmla="*/ 1321542 w 4011346"/>
                <a:gd name="connsiteY329" fmla="*/ 96780 h 1711998"/>
                <a:gd name="connsiteX330" fmla="*/ 1318205 w 4011346"/>
                <a:gd name="connsiteY330" fmla="*/ 183548 h 1711998"/>
                <a:gd name="connsiteX331" fmla="*/ 1358252 w 4011346"/>
                <a:gd name="connsiteY331" fmla="*/ 206909 h 1711998"/>
                <a:gd name="connsiteX332" fmla="*/ 1374938 w 4011346"/>
                <a:gd name="connsiteY332" fmla="*/ 236944 h 1711998"/>
                <a:gd name="connsiteX333" fmla="*/ 1384949 w 4011346"/>
                <a:gd name="connsiteY333" fmla="*/ 260304 h 1711998"/>
                <a:gd name="connsiteX334" fmla="*/ 1394961 w 4011346"/>
                <a:gd name="connsiteY334" fmla="*/ 310363 h 1711998"/>
                <a:gd name="connsiteX335" fmla="*/ 1384949 w 4011346"/>
                <a:gd name="connsiteY335" fmla="*/ 340398 h 1711998"/>
                <a:gd name="connsiteX336" fmla="*/ 1358252 w 4011346"/>
                <a:gd name="connsiteY336" fmla="*/ 307025 h 1711998"/>
                <a:gd name="connsiteX337" fmla="*/ 1361589 w 4011346"/>
                <a:gd name="connsiteY337" fmla="*/ 276990 h 1711998"/>
                <a:gd name="connsiteX338" fmla="*/ 1351577 w 4011346"/>
                <a:gd name="connsiteY338" fmla="*/ 236944 h 1711998"/>
                <a:gd name="connsiteX339" fmla="*/ 1328217 w 4011346"/>
                <a:gd name="connsiteY339" fmla="*/ 243618 h 1711998"/>
                <a:gd name="connsiteX340" fmla="*/ 1281495 w 4011346"/>
                <a:gd name="connsiteY340" fmla="*/ 206909 h 1711998"/>
                <a:gd name="connsiteX341" fmla="*/ 1241449 w 4011346"/>
                <a:gd name="connsiteY341" fmla="*/ 203571 h 1711998"/>
                <a:gd name="connsiteX342" fmla="*/ 1241449 w 4011346"/>
                <a:gd name="connsiteY342" fmla="*/ 250292 h 1711998"/>
                <a:gd name="connsiteX343" fmla="*/ 1201402 w 4011346"/>
                <a:gd name="connsiteY343" fmla="*/ 230269 h 1711998"/>
                <a:gd name="connsiteX344" fmla="*/ 1228100 w 4011346"/>
                <a:gd name="connsiteY344" fmla="*/ 280327 h 1711998"/>
                <a:gd name="connsiteX345" fmla="*/ 1258135 w 4011346"/>
                <a:gd name="connsiteY345" fmla="*/ 290339 h 1711998"/>
                <a:gd name="connsiteX346" fmla="*/ 1258135 w 4011346"/>
                <a:gd name="connsiteY346" fmla="*/ 310363 h 1711998"/>
                <a:gd name="connsiteX347" fmla="*/ 1198065 w 4011346"/>
                <a:gd name="connsiteY347" fmla="*/ 287002 h 1711998"/>
                <a:gd name="connsiteX348" fmla="*/ 1181379 w 4011346"/>
                <a:gd name="connsiteY348" fmla="*/ 287002 h 1711998"/>
                <a:gd name="connsiteX349" fmla="*/ 1178041 w 4011346"/>
                <a:gd name="connsiteY349" fmla="*/ 243618 h 1711998"/>
                <a:gd name="connsiteX350" fmla="*/ 1171367 w 4011346"/>
                <a:gd name="connsiteY350" fmla="*/ 156850 h 1711998"/>
                <a:gd name="connsiteX351" fmla="*/ 1161355 w 4011346"/>
                <a:gd name="connsiteY351" fmla="*/ 226932 h 1711998"/>
                <a:gd name="connsiteX352" fmla="*/ 1137995 w 4011346"/>
                <a:gd name="connsiteY352" fmla="*/ 256967 h 1711998"/>
                <a:gd name="connsiteX353" fmla="*/ 1158018 w 4011346"/>
                <a:gd name="connsiteY353" fmla="*/ 303688 h 1711998"/>
                <a:gd name="connsiteX354" fmla="*/ 1158018 w 4011346"/>
                <a:gd name="connsiteY354" fmla="*/ 337060 h 1711998"/>
                <a:gd name="connsiteX355" fmla="*/ 1141332 w 4011346"/>
                <a:gd name="connsiteY355" fmla="*/ 387119 h 1711998"/>
                <a:gd name="connsiteX356" fmla="*/ 1154681 w 4011346"/>
                <a:gd name="connsiteY356" fmla="*/ 420491 h 1711998"/>
                <a:gd name="connsiteX357" fmla="*/ 1184716 w 4011346"/>
                <a:gd name="connsiteY357" fmla="*/ 427165 h 1711998"/>
                <a:gd name="connsiteX358" fmla="*/ 1221425 w 4011346"/>
                <a:gd name="connsiteY358" fmla="*/ 433840 h 1711998"/>
                <a:gd name="connsiteX359" fmla="*/ 1241449 w 4011346"/>
                <a:gd name="connsiteY359" fmla="*/ 457200 h 1711998"/>
                <a:gd name="connsiteX360" fmla="*/ 1258135 w 4011346"/>
                <a:gd name="connsiteY360" fmla="*/ 500584 h 1711998"/>
                <a:gd name="connsiteX361" fmla="*/ 1258135 w 4011346"/>
                <a:gd name="connsiteY361" fmla="*/ 500584 h 1711998"/>
                <a:gd name="connsiteX362" fmla="*/ 1254798 w 4011346"/>
                <a:gd name="connsiteY362" fmla="*/ 533957 h 1711998"/>
                <a:gd name="connsiteX363" fmla="*/ 1274821 w 4011346"/>
                <a:gd name="connsiteY363" fmla="*/ 553980 h 1711998"/>
                <a:gd name="connsiteX364" fmla="*/ 1244786 w 4011346"/>
                <a:gd name="connsiteY364" fmla="*/ 560655 h 1711998"/>
                <a:gd name="connsiteX365" fmla="*/ 1224763 w 4011346"/>
                <a:gd name="connsiteY365" fmla="*/ 520608 h 1711998"/>
                <a:gd name="connsiteX366" fmla="*/ 1224763 w 4011346"/>
                <a:gd name="connsiteY366" fmla="*/ 480561 h 1711998"/>
                <a:gd name="connsiteX367" fmla="*/ 1194727 w 4011346"/>
                <a:gd name="connsiteY367" fmla="*/ 443852 h 1711998"/>
                <a:gd name="connsiteX368" fmla="*/ 1164692 w 4011346"/>
                <a:gd name="connsiteY368" fmla="*/ 487236 h 1711998"/>
                <a:gd name="connsiteX369" fmla="*/ 1178041 w 4011346"/>
                <a:gd name="connsiteY369" fmla="*/ 530619 h 1711998"/>
                <a:gd name="connsiteX370" fmla="*/ 1137995 w 4011346"/>
                <a:gd name="connsiteY370" fmla="*/ 587352 h 1711998"/>
                <a:gd name="connsiteX371" fmla="*/ 1097948 w 4011346"/>
                <a:gd name="connsiteY371" fmla="*/ 644085 h 1711998"/>
                <a:gd name="connsiteX372" fmla="*/ 1007843 w 4011346"/>
                <a:gd name="connsiteY372" fmla="*/ 607376 h 1711998"/>
                <a:gd name="connsiteX373" fmla="*/ 1074587 w 4011346"/>
                <a:gd name="connsiteY373" fmla="*/ 604038 h 1711998"/>
                <a:gd name="connsiteX374" fmla="*/ 1107960 w 4011346"/>
                <a:gd name="connsiteY374" fmla="*/ 540631 h 1711998"/>
                <a:gd name="connsiteX375" fmla="*/ 1121309 w 4011346"/>
                <a:gd name="connsiteY375" fmla="*/ 497247 h 1711998"/>
                <a:gd name="connsiteX376" fmla="*/ 1127983 w 4011346"/>
                <a:gd name="connsiteY376" fmla="*/ 463875 h 1711998"/>
                <a:gd name="connsiteX377" fmla="*/ 1117971 w 4011346"/>
                <a:gd name="connsiteY377" fmla="*/ 447189 h 1711998"/>
                <a:gd name="connsiteX378" fmla="*/ 1114634 w 4011346"/>
                <a:gd name="connsiteY378" fmla="*/ 397130 h 1711998"/>
                <a:gd name="connsiteX379" fmla="*/ 1104622 w 4011346"/>
                <a:gd name="connsiteY379" fmla="*/ 317037 h 1711998"/>
                <a:gd name="connsiteX380" fmla="*/ 1101285 w 4011346"/>
                <a:gd name="connsiteY380" fmla="*/ 256967 h 1711998"/>
                <a:gd name="connsiteX381" fmla="*/ 1124646 w 4011346"/>
                <a:gd name="connsiteY381" fmla="*/ 163525 h 1711998"/>
                <a:gd name="connsiteX382" fmla="*/ 1031203 w 4011346"/>
                <a:gd name="connsiteY382" fmla="*/ 153513 h 1711998"/>
                <a:gd name="connsiteX383" fmla="*/ 1014517 w 4011346"/>
                <a:gd name="connsiteY383" fmla="*/ 210246 h 1711998"/>
                <a:gd name="connsiteX384" fmla="*/ 1024529 w 4011346"/>
                <a:gd name="connsiteY384" fmla="*/ 256967 h 1711998"/>
                <a:gd name="connsiteX385" fmla="*/ 981145 w 4011346"/>
                <a:gd name="connsiteY385" fmla="*/ 310363 h 1711998"/>
                <a:gd name="connsiteX386" fmla="*/ 991157 w 4011346"/>
                <a:gd name="connsiteY386" fmla="*/ 347072 h 1711998"/>
                <a:gd name="connsiteX387" fmla="*/ 981145 w 4011346"/>
                <a:gd name="connsiteY387" fmla="*/ 393793 h 1711998"/>
                <a:gd name="connsiteX388" fmla="*/ 1001168 w 4011346"/>
                <a:gd name="connsiteY388" fmla="*/ 417154 h 1711998"/>
                <a:gd name="connsiteX389" fmla="*/ 1017854 w 4011346"/>
                <a:gd name="connsiteY389" fmla="*/ 463875 h 1711998"/>
                <a:gd name="connsiteX390" fmla="*/ 1047890 w 4011346"/>
                <a:gd name="connsiteY390" fmla="*/ 450526 h 1711998"/>
                <a:gd name="connsiteX391" fmla="*/ 1014517 w 4011346"/>
                <a:gd name="connsiteY391" fmla="*/ 503922 h 1711998"/>
                <a:gd name="connsiteX392" fmla="*/ 957784 w 4011346"/>
                <a:gd name="connsiteY392" fmla="*/ 450526 h 1711998"/>
                <a:gd name="connsiteX393" fmla="*/ 884365 w 4011346"/>
                <a:gd name="connsiteY393" fmla="*/ 413817 h 1711998"/>
                <a:gd name="connsiteX394" fmla="*/ 824295 w 4011346"/>
                <a:gd name="connsiteY394" fmla="*/ 390456 h 1711998"/>
                <a:gd name="connsiteX395" fmla="*/ 810946 w 4011346"/>
                <a:gd name="connsiteY395" fmla="*/ 427165 h 1711998"/>
                <a:gd name="connsiteX396" fmla="*/ 827633 w 4011346"/>
                <a:gd name="connsiteY396" fmla="*/ 463875 h 1711998"/>
                <a:gd name="connsiteX397" fmla="*/ 814284 w 4011346"/>
                <a:gd name="connsiteY397" fmla="*/ 487236 h 1711998"/>
                <a:gd name="connsiteX398" fmla="*/ 800935 w 4011346"/>
                <a:gd name="connsiteY398" fmla="*/ 503922 h 1711998"/>
                <a:gd name="connsiteX399" fmla="*/ 770900 w 4011346"/>
                <a:gd name="connsiteY399" fmla="*/ 447189 h 1711998"/>
                <a:gd name="connsiteX400" fmla="*/ 744202 w 4011346"/>
                <a:gd name="connsiteY400" fmla="*/ 483898 h 1711998"/>
                <a:gd name="connsiteX401" fmla="*/ 707492 w 4011346"/>
                <a:gd name="connsiteY401" fmla="*/ 477224 h 1711998"/>
                <a:gd name="connsiteX402" fmla="*/ 654097 w 4011346"/>
                <a:gd name="connsiteY402" fmla="*/ 513933 h 1711998"/>
                <a:gd name="connsiteX403" fmla="*/ 644085 w 4011346"/>
                <a:gd name="connsiteY403" fmla="*/ 490573 h 1711998"/>
                <a:gd name="connsiteX404" fmla="*/ 654097 w 4011346"/>
                <a:gd name="connsiteY404" fmla="*/ 453863 h 1711998"/>
                <a:gd name="connsiteX405" fmla="*/ 614050 w 4011346"/>
                <a:gd name="connsiteY405" fmla="*/ 490573 h 1711998"/>
                <a:gd name="connsiteX406" fmla="*/ 594027 w 4011346"/>
                <a:gd name="connsiteY406" fmla="*/ 490573 h 1711998"/>
                <a:gd name="connsiteX407" fmla="*/ 533957 w 4011346"/>
                <a:gd name="connsiteY407" fmla="*/ 523945 h 1711998"/>
                <a:gd name="connsiteX408" fmla="*/ 510596 w 4011346"/>
                <a:gd name="connsiteY408" fmla="*/ 547306 h 1711998"/>
                <a:gd name="connsiteX409" fmla="*/ 500584 w 4011346"/>
                <a:gd name="connsiteY409" fmla="*/ 594027 h 1711998"/>
                <a:gd name="connsiteX410" fmla="*/ 450526 w 4011346"/>
                <a:gd name="connsiteY410" fmla="*/ 580678 h 1711998"/>
                <a:gd name="connsiteX411" fmla="*/ 433840 w 4011346"/>
                <a:gd name="connsiteY411" fmla="*/ 543968 h 1711998"/>
                <a:gd name="connsiteX412" fmla="*/ 467212 w 4011346"/>
                <a:gd name="connsiteY412" fmla="*/ 513933 h 1711998"/>
                <a:gd name="connsiteX413" fmla="*/ 453863 w 4011346"/>
                <a:gd name="connsiteY413" fmla="*/ 490573 h 1711998"/>
                <a:gd name="connsiteX414" fmla="*/ 390456 w 4011346"/>
                <a:gd name="connsiteY414" fmla="*/ 460538 h 1711998"/>
                <a:gd name="connsiteX415" fmla="*/ 417154 w 4011346"/>
                <a:gd name="connsiteY415" fmla="*/ 510596 h 1711998"/>
                <a:gd name="connsiteX416" fmla="*/ 407142 w 4011346"/>
                <a:gd name="connsiteY416" fmla="*/ 553980 h 1711998"/>
                <a:gd name="connsiteX417" fmla="*/ 413817 w 4011346"/>
                <a:gd name="connsiteY417" fmla="*/ 590690 h 1711998"/>
                <a:gd name="connsiteX418" fmla="*/ 427165 w 4011346"/>
                <a:gd name="connsiteY418" fmla="*/ 614050 h 1711998"/>
                <a:gd name="connsiteX419" fmla="*/ 413817 w 4011346"/>
                <a:gd name="connsiteY419" fmla="*/ 644085 h 1711998"/>
                <a:gd name="connsiteX420" fmla="*/ 390456 w 4011346"/>
                <a:gd name="connsiteY420" fmla="*/ 620725 h 1711998"/>
                <a:gd name="connsiteX421" fmla="*/ 360421 w 4011346"/>
                <a:gd name="connsiteY421" fmla="*/ 617387 h 1711998"/>
                <a:gd name="connsiteX422" fmla="*/ 333723 w 4011346"/>
                <a:gd name="connsiteY422" fmla="*/ 657434 h 1711998"/>
                <a:gd name="connsiteX423" fmla="*/ 307025 w 4011346"/>
                <a:gd name="connsiteY423" fmla="*/ 677457 h 1711998"/>
                <a:gd name="connsiteX424" fmla="*/ 320374 w 4011346"/>
                <a:gd name="connsiteY424" fmla="*/ 704155 h 1711998"/>
                <a:gd name="connsiteX425" fmla="*/ 303688 w 4011346"/>
                <a:gd name="connsiteY425" fmla="*/ 727516 h 1711998"/>
                <a:gd name="connsiteX426" fmla="*/ 233606 w 4011346"/>
                <a:gd name="connsiteY426" fmla="*/ 690806 h 1711998"/>
                <a:gd name="connsiteX427" fmla="*/ 243618 w 4011346"/>
                <a:gd name="connsiteY427" fmla="*/ 740865 h 1711998"/>
                <a:gd name="connsiteX428" fmla="*/ 263641 w 4011346"/>
                <a:gd name="connsiteY428" fmla="*/ 760888 h 1711998"/>
                <a:gd name="connsiteX429" fmla="*/ 250292 w 4011346"/>
                <a:gd name="connsiteY429" fmla="*/ 774237 h 1711998"/>
                <a:gd name="connsiteX430" fmla="*/ 193560 w 4011346"/>
                <a:gd name="connsiteY430" fmla="*/ 737527 h 1711998"/>
                <a:gd name="connsiteX431" fmla="*/ 170199 w 4011346"/>
                <a:gd name="connsiteY431" fmla="*/ 697481 h 1711998"/>
                <a:gd name="connsiteX432" fmla="*/ 170199 w 4011346"/>
                <a:gd name="connsiteY432" fmla="*/ 650760 h 1711998"/>
                <a:gd name="connsiteX433" fmla="*/ 133490 w 4011346"/>
                <a:gd name="connsiteY433" fmla="*/ 574003 h 1711998"/>
                <a:gd name="connsiteX434" fmla="*/ 196897 w 4011346"/>
                <a:gd name="connsiteY434" fmla="*/ 604038 h 1711998"/>
                <a:gd name="connsiteX435" fmla="*/ 256967 w 4011346"/>
                <a:gd name="connsiteY435" fmla="*/ 634073 h 1711998"/>
                <a:gd name="connsiteX436" fmla="*/ 293676 w 4011346"/>
                <a:gd name="connsiteY436" fmla="*/ 637411 h 1711998"/>
                <a:gd name="connsiteX437" fmla="*/ 327049 w 4011346"/>
                <a:gd name="connsiteY437" fmla="*/ 607376 h 1711998"/>
                <a:gd name="connsiteX438" fmla="*/ 343735 w 4011346"/>
                <a:gd name="connsiteY438" fmla="*/ 570666 h 1711998"/>
                <a:gd name="connsiteX439" fmla="*/ 333723 w 4011346"/>
                <a:gd name="connsiteY439" fmla="*/ 520608 h 1711998"/>
                <a:gd name="connsiteX440" fmla="*/ 290339 w 4011346"/>
                <a:gd name="connsiteY440" fmla="*/ 500584 h 1711998"/>
                <a:gd name="connsiteX441" fmla="*/ 236944 w 4011346"/>
                <a:gd name="connsiteY441" fmla="*/ 453863 h 1711998"/>
                <a:gd name="connsiteX442" fmla="*/ 133490 w 4011346"/>
                <a:gd name="connsiteY442" fmla="*/ 397130 h 1711998"/>
                <a:gd name="connsiteX0" fmla="*/ 133490 w 4011346"/>
                <a:gd name="connsiteY0" fmla="*/ 480561 h 1795429"/>
                <a:gd name="connsiteX1" fmla="*/ 46722 w 4011346"/>
                <a:gd name="connsiteY1" fmla="*/ 510596 h 1795429"/>
                <a:gd name="connsiteX2" fmla="*/ 33373 w 4011346"/>
                <a:gd name="connsiteY2" fmla="*/ 540631 h 1795429"/>
                <a:gd name="connsiteX3" fmla="*/ 43384 w 4011346"/>
                <a:gd name="connsiteY3" fmla="*/ 570667 h 1795429"/>
                <a:gd name="connsiteX4" fmla="*/ 60071 w 4011346"/>
                <a:gd name="connsiteY4" fmla="*/ 597364 h 1795429"/>
                <a:gd name="connsiteX5" fmla="*/ 73419 w 4011346"/>
                <a:gd name="connsiteY5" fmla="*/ 627399 h 1795429"/>
                <a:gd name="connsiteX6" fmla="*/ 56733 w 4011346"/>
                <a:gd name="connsiteY6" fmla="*/ 650760 h 1795429"/>
                <a:gd name="connsiteX7" fmla="*/ 76757 w 4011346"/>
                <a:gd name="connsiteY7" fmla="*/ 730853 h 1795429"/>
                <a:gd name="connsiteX8" fmla="*/ 66745 w 4011346"/>
                <a:gd name="connsiteY8" fmla="*/ 747540 h 1795429"/>
                <a:gd name="connsiteX9" fmla="*/ 70082 w 4011346"/>
                <a:gd name="connsiteY9" fmla="*/ 774237 h 1795429"/>
                <a:gd name="connsiteX10" fmla="*/ 70082 w 4011346"/>
                <a:gd name="connsiteY10" fmla="*/ 814284 h 1795429"/>
                <a:gd name="connsiteX11" fmla="*/ 80094 w 4011346"/>
                <a:gd name="connsiteY11" fmla="*/ 834307 h 1795429"/>
                <a:gd name="connsiteX12" fmla="*/ 76757 w 4011346"/>
                <a:gd name="connsiteY12" fmla="*/ 857668 h 1795429"/>
                <a:gd name="connsiteX13" fmla="*/ 106792 w 4011346"/>
                <a:gd name="connsiteY13" fmla="*/ 891040 h 1795429"/>
                <a:gd name="connsiteX14" fmla="*/ 106792 w 4011346"/>
                <a:gd name="connsiteY14" fmla="*/ 921075 h 1795429"/>
                <a:gd name="connsiteX15" fmla="*/ 13349 w 4011346"/>
                <a:gd name="connsiteY15" fmla="*/ 1011180 h 1795429"/>
                <a:gd name="connsiteX16" fmla="*/ 33373 w 4011346"/>
                <a:gd name="connsiteY16" fmla="*/ 1044553 h 1795429"/>
                <a:gd name="connsiteX17" fmla="*/ 33373 w 4011346"/>
                <a:gd name="connsiteY17" fmla="*/ 1044553 h 1795429"/>
                <a:gd name="connsiteX18" fmla="*/ 16687 w 4011346"/>
                <a:gd name="connsiteY18" fmla="*/ 1074588 h 1795429"/>
                <a:gd name="connsiteX19" fmla="*/ 3338 w 4011346"/>
                <a:gd name="connsiteY19" fmla="*/ 1104623 h 1795429"/>
                <a:gd name="connsiteX20" fmla="*/ 0 w 4011346"/>
                <a:gd name="connsiteY20" fmla="*/ 1164693 h 1795429"/>
                <a:gd name="connsiteX21" fmla="*/ 16687 w 4011346"/>
                <a:gd name="connsiteY21" fmla="*/ 1208077 h 1795429"/>
                <a:gd name="connsiteX22" fmla="*/ 20024 w 4011346"/>
                <a:gd name="connsiteY22" fmla="*/ 1241449 h 1795429"/>
                <a:gd name="connsiteX23" fmla="*/ 56733 w 4011346"/>
                <a:gd name="connsiteY23" fmla="*/ 1251461 h 1795429"/>
                <a:gd name="connsiteX24" fmla="*/ 116803 w 4011346"/>
                <a:gd name="connsiteY24" fmla="*/ 1338229 h 1795429"/>
                <a:gd name="connsiteX25" fmla="*/ 96780 w 4011346"/>
                <a:gd name="connsiteY25" fmla="*/ 1361589 h 1795429"/>
                <a:gd name="connsiteX26" fmla="*/ 93443 w 4011346"/>
                <a:gd name="connsiteY26" fmla="*/ 1391624 h 1795429"/>
                <a:gd name="connsiteX27" fmla="*/ 120141 w 4011346"/>
                <a:gd name="connsiteY27" fmla="*/ 1394961 h 1795429"/>
                <a:gd name="connsiteX28" fmla="*/ 160187 w 4011346"/>
                <a:gd name="connsiteY28" fmla="*/ 1408310 h 1795429"/>
                <a:gd name="connsiteX29" fmla="*/ 186885 w 4011346"/>
                <a:gd name="connsiteY29" fmla="*/ 1421659 h 1795429"/>
                <a:gd name="connsiteX30" fmla="*/ 213583 w 4011346"/>
                <a:gd name="connsiteY30" fmla="*/ 1451694 h 1795429"/>
                <a:gd name="connsiteX31" fmla="*/ 243618 w 4011346"/>
                <a:gd name="connsiteY31" fmla="*/ 1455031 h 1795429"/>
                <a:gd name="connsiteX32" fmla="*/ 287002 w 4011346"/>
                <a:gd name="connsiteY32" fmla="*/ 1485067 h 1795429"/>
                <a:gd name="connsiteX33" fmla="*/ 310363 w 4011346"/>
                <a:gd name="connsiteY33" fmla="*/ 1495078 h 1795429"/>
                <a:gd name="connsiteX34" fmla="*/ 310363 w 4011346"/>
                <a:gd name="connsiteY34" fmla="*/ 1531788 h 1795429"/>
                <a:gd name="connsiteX35" fmla="*/ 270316 w 4011346"/>
                <a:gd name="connsiteY35" fmla="*/ 1571834 h 1795429"/>
                <a:gd name="connsiteX36" fmla="*/ 280327 w 4011346"/>
                <a:gd name="connsiteY36" fmla="*/ 1595195 h 1795429"/>
                <a:gd name="connsiteX37" fmla="*/ 273653 w 4011346"/>
                <a:gd name="connsiteY37" fmla="*/ 1615218 h 1795429"/>
                <a:gd name="connsiteX38" fmla="*/ 266979 w 4011346"/>
                <a:gd name="connsiteY38" fmla="*/ 1631904 h 1795429"/>
                <a:gd name="connsiteX39" fmla="*/ 240281 w 4011346"/>
                <a:gd name="connsiteY39" fmla="*/ 1671951 h 1795429"/>
                <a:gd name="connsiteX40" fmla="*/ 307025 w 4011346"/>
                <a:gd name="connsiteY40" fmla="*/ 1708661 h 1795429"/>
                <a:gd name="connsiteX41" fmla="*/ 337060 w 4011346"/>
                <a:gd name="connsiteY41" fmla="*/ 1715335 h 1795429"/>
                <a:gd name="connsiteX42" fmla="*/ 360421 w 4011346"/>
                <a:gd name="connsiteY42" fmla="*/ 1722010 h 1795429"/>
                <a:gd name="connsiteX43" fmla="*/ 380444 w 4011346"/>
                <a:gd name="connsiteY43" fmla="*/ 1728684 h 1795429"/>
                <a:gd name="connsiteX44" fmla="*/ 407142 w 4011346"/>
                <a:gd name="connsiteY44" fmla="*/ 1748707 h 1795429"/>
                <a:gd name="connsiteX45" fmla="*/ 437177 w 4011346"/>
                <a:gd name="connsiteY45" fmla="*/ 1745370 h 1795429"/>
                <a:gd name="connsiteX46" fmla="*/ 507259 w 4011346"/>
                <a:gd name="connsiteY46" fmla="*/ 1795429 h 1795429"/>
                <a:gd name="connsiteX47" fmla="*/ 517271 w 4011346"/>
                <a:gd name="connsiteY47" fmla="*/ 1782080 h 1795429"/>
                <a:gd name="connsiteX48" fmla="*/ 507259 w 4011346"/>
                <a:gd name="connsiteY48" fmla="*/ 1742033 h 1795429"/>
                <a:gd name="connsiteX49" fmla="*/ 500584 w 4011346"/>
                <a:gd name="connsiteY49" fmla="*/ 1708661 h 1795429"/>
                <a:gd name="connsiteX50" fmla="*/ 483898 w 4011346"/>
                <a:gd name="connsiteY50" fmla="*/ 1665277 h 1795429"/>
                <a:gd name="connsiteX51" fmla="*/ 513933 w 4011346"/>
                <a:gd name="connsiteY51" fmla="*/ 1645253 h 1795429"/>
                <a:gd name="connsiteX52" fmla="*/ 547306 w 4011346"/>
                <a:gd name="connsiteY52" fmla="*/ 1621893 h 1795429"/>
                <a:gd name="connsiteX53" fmla="*/ 527282 w 4011346"/>
                <a:gd name="connsiteY53" fmla="*/ 1605207 h 1795429"/>
                <a:gd name="connsiteX54" fmla="*/ 517271 w 4011346"/>
                <a:gd name="connsiteY54" fmla="*/ 1571834 h 1795429"/>
                <a:gd name="connsiteX55" fmla="*/ 480561 w 4011346"/>
                <a:gd name="connsiteY55" fmla="*/ 1555148 h 1795429"/>
                <a:gd name="connsiteX56" fmla="*/ 470549 w 4011346"/>
                <a:gd name="connsiteY56" fmla="*/ 1535125 h 1795429"/>
                <a:gd name="connsiteX57" fmla="*/ 480561 w 4011346"/>
                <a:gd name="connsiteY57" fmla="*/ 1505090 h 1795429"/>
                <a:gd name="connsiteX58" fmla="*/ 490573 w 4011346"/>
                <a:gd name="connsiteY58" fmla="*/ 1465043 h 1795429"/>
                <a:gd name="connsiteX59" fmla="*/ 513933 w 4011346"/>
                <a:gd name="connsiteY59" fmla="*/ 1485067 h 1795429"/>
                <a:gd name="connsiteX60" fmla="*/ 520608 w 4011346"/>
                <a:gd name="connsiteY60" fmla="*/ 1468380 h 1795429"/>
                <a:gd name="connsiteX61" fmla="*/ 543968 w 4011346"/>
                <a:gd name="connsiteY61" fmla="*/ 1431671 h 1795429"/>
                <a:gd name="connsiteX62" fmla="*/ 574003 w 4011346"/>
                <a:gd name="connsiteY62" fmla="*/ 1414985 h 1795429"/>
                <a:gd name="connsiteX63" fmla="*/ 590690 w 4011346"/>
                <a:gd name="connsiteY63" fmla="*/ 1428334 h 1795429"/>
                <a:gd name="connsiteX64" fmla="*/ 610713 w 4011346"/>
                <a:gd name="connsiteY64" fmla="*/ 1401636 h 1795429"/>
                <a:gd name="connsiteX65" fmla="*/ 630736 w 4011346"/>
                <a:gd name="connsiteY65" fmla="*/ 1428334 h 1795429"/>
                <a:gd name="connsiteX66" fmla="*/ 657434 w 4011346"/>
                <a:gd name="connsiteY66" fmla="*/ 1451694 h 1795429"/>
                <a:gd name="connsiteX67" fmla="*/ 674120 w 4011346"/>
                <a:gd name="connsiteY67" fmla="*/ 1458369 h 1795429"/>
                <a:gd name="connsiteX68" fmla="*/ 697481 w 4011346"/>
                <a:gd name="connsiteY68" fmla="*/ 1458369 h 1795429"/>
                <a:gd name="connsiteX69" fmla="*/ 717504 w 4011346"/>
                <a:gd name="connsiteY69" fmla="*/ 1445020 h 1795429"/>
                <a:gd name="connsiteX70" fmla="*/ 744202 w 4011346"/>
                <a:gd name="connsiteY70" fmla="*/ 1445020 h 1795429"/>
                <a:gd name="connsiteX71" fmla="*/ 760888 w 4011346"/>
                <a:gd name="connsiteY71" fmla="*/ 1441683 h 1795429"/>
                <a:gd name="connsiteX72" fmla="*/ 790923 w 4011346"/>
                <a:gd name="connsiteY72" fmla="*/ 1475055 h 1795429"/>
                <a:gd name="connsiteX73" fmla="*/ 797598 w 4011346"/>
                <a:gd name="connsiteY73" fmla="*/ 1448357 h 1795429"/>
                <a:gd name="connsiteX74" fmla="*/ 817621 w 4011346"/>
                <a:gd name="connsiteY74" fmla="*/ 1465043 h 1795429"/>
                <a:gd name="connsiteX75" fmla="*/ 837644 w 4011346"/>
                <a:gd name="connsiteY75" fmla="*/ 1441683 h 1795429"/>
                <a:gd name="connsiteX76" fmla="*/ 827633 w 4011346"/>
                <a:gd name="connsiteY76" fmla="*/ 1421659 h 1795429"/>
                <a:gd name="connsiteX77" fmla="*/ 810946 w 4011346"/>
                <a:gd name="connsiteY77" fmla="*/ 1408310 h 1795429"/>
                <a:gd name="connsiteX78" fmla="*/ 810946 w 4011346"/>
                <a:gd name="connsiteY78" fmla="*/ 1381613 h 1795429"/>
                <a:gd name="connsiteX79" fmla="*/ 810946 w 4011346"/>
                <a:gd name="connsiteY79" fmla="*/ 1368264 h 1795429"/>
                <a:gd name="connsiteX80" fmla="*/ 830970 w 4011346"/>
                <a:gd name="connsiteY80" fmla="*/ 1364926 h 1795429"/>
                <a:gd name="connsiteX81" fmla="*/ 840981 w 4011346"/>
                <a:gd name="connsiteY81" fmla="*/ 1361589 h 1795429"/>
                <a:gd name="connsiteX82" fmla="*/ 820958 w 4011346"/>
                <a:gd name="connsiteY82" fmla="*/ 1324880 h 1795429"/>
                <a:gd name="connsiteX83" fmla="*/ 854330 w 4011346"/>
                <a:gd name="connsiteY83" fmla="*/ 1318205 h 1795429"/>
                <a:gd name="connsiteX84" fmla="*/ 891040 w 4011346"/>
                <a:gd name="connsiteY84" fmla="*/ 1324880 h 1795429"/>
                <a:gd name="connsiteX85" fmla="*/ 964459 w 4011346"/>
                <a:gd name="connsiteY85" fmla="*/ 1281496 h 1795429"/>
                <a:gd name="connsiteX86" fmla="*/ 1001168 w 4011346"/>
                <a:gd name="connsiteY86" fmla="*/ 1281496 h 1795429"/>
                <a:gd name="connsiteX87" fmla="*/ 1027866 w 4011346"/>
                <a:gd name="connsiteY87" fmla="*/ 1258135 h 1795429"/>
                <a:gd name="connsiteX88" fmla="*/ 1047890 w 4011346"/>
                <a:gd name="connsiteY88" fmla="*/ 1268147 h 1795429"/>
                <a:gd name="connsiteX89" fmla="*/ 1067913 w 4011346"/>
                <a:gd name="connsiteY89" fmla="*/ 1278158 h 1795429"/>
                <a:gd name="connsiteX90" fmla="*/ 1087936 w 4011346"/>
                <a:gd name="connsiteY90" fmla="*/ 1304856 h 1795429"/>
                <a:gd name="connsiteX91" fmla="*/ 1074587 w 4011346"/>
                <a:gd name="connsiteY91" fmla="*/ 1318205 h 1795429"/>
                <a:gd name="connsiteX92" fmla="*/ 1104622 w 4011346"/>
                <a:gd name="connsiteY92" fmla="*/ 1318205 h 1795429"/>
                <a:gd name="connsiteX93" fmla="*/ 1107960 w 4011346"/>
                <a:gd name="connsiteY93" fmla="*/ 1334891 h 1795429"/>
                <a:gd name="connsiteX94" fmla="*/ 1121309 w 4011346"/>
                <a:gd name="connsiteY94" fmla="*/ 1318205 h 1795429"/>
                <a:gd name="connsiteX95" fmla="*/ 1134657 w 4011346"/>
                <a:gd name="connsiteY95" fmla="*/ 1331554 h 1795429"/>
                <a:gd name="connsiteX96" fmla="*/ 1134657 w 4011346"/>
                <a:gd name="connsiteY96" fmla="*/ 1351577 h 1795429"/>
                <a:gd name="connsiteX97" fmla="*/ 1148006 w 4011346"/>
                <a:gd name="connsiteY97" fmla="*/ 1348240 h 1795429"/>
                <a:gd name="connsiteX98" fmla="*/ 1208076 w 4011346"/>
                <a:gd name="connsiteY98" fmla="*/ 1301519 h 1795429"/>
                <a:gd name="connsiteX99" fmla="*/ 1211414 w 4011346"/>
                <a:gd name="connsiteY99" fmla="*/ 1321542 h 1795429"/>
                <a:gd name="connsiteX100" fmla="*/ 1244786 w 4011346"/>
                <a:gd name="connsiteY100" fmla="*/ 1341566 h 1795429"/>
                <a:gd name="connsiteX101" fmla="*/ 1264809 w 4011346"/>
                <a:gd name="connsiteY101" fmla="*/ 1371601 h 1795429"/>
                <a:gd name="connsiteX102" fmla="*/ 1298181 w 4011346"/>
                <a:gd name="connsiteY102" fmla="*/ 1478392 h 1795429"/>
                <a:gd name="connsiteX103" fmla="*/ 1308193 w 4011346"/>
                <a:gd name="connsiteY103" fmla="*/ 1435008 h 1795429"/>
                <a:gd name="connsiteX104" fmla="*/ 1344903 w 4011346"/>
                <a:gd name="connsiteY104" fmla="*/ 1455031 h 1795429"/>
                <a:gd name="connsiteX105" fmla="*/ 1388287 w 4011346"/>
                <a:gd name="connsiteY105" fmla="*/ 1455031 h 1795429"/>
                <a:gd name="connsiteX106" fmla="*/ 1394961 w 4011346"/>
                <a:gd name="connsiteY106" fmla="*/ 1478392 h 1795429"/>
                <a:gd name="connsiteX107" fmla="*/ 1435008 w 4011346"/>
                <a:gd name="connsiteY107" fmla="*/ 1501753 h 1795429"/>
                <a:gd name="connsiteX108" fmla="*/ 1465043 w 4011346"/>
                <a:gd name="connsiteY108" fmla="*/ 1501753 h 1795429"/>
                <a:gd name="connsiteX109" fmla="*/ 1491741 w 4011346"/>
                <a:gd name="connsiteY109" fmla="*/ 1515102 h 1795429"/>
                <a:gd name="connsiteX110" fmla="*/ 1535125 w 4011346"/>
                <a:gd name="connsiteY110" fmla="*/ 1471718 h 1795429"/>
                <a:gd name="connsiteX111" fmla="*/ 1571834 w 4011346"/>
                <a:gd name="connsiteY111" fmla="*/ 1451694 h 1795429"/>
                <a:gd name="connsiteX112" fmla="*/ 1608544 w 4011346"/>
                <a:gd name="connsiteY112" fmla="*/ 1455031 h 1795429"/>
                <a:gd name="connsiteX113" fmla="*/ 1655265 w 4011346"/>
                <a:gd name="connsiteY113" fmla="*/ 1468380 h 1795429"/>
                <a:gd name="connsiteX114" fmla="*/ 1681963 w 4011346"/>
                <a:gd name="connsiteY114" fmla="*/ 1485067 h 1795429"/>
                <a:gd name="connsiteX115" fmla="*/ 1735358 w 4011346"/>
                <a:gd name="connsiteY115" fmla="*/ 1478392 h 1795429"/>
                <a:gd name="connsiteX116" fmla="*/ 1745370 w 4011346"/>
                <a:gd name="connsiteY116" fmla="*/ 1458369 h 1795429"/>
                <a:gd name="connsiteX117" fmla="*/ 1738695 w 4011346"/>
                <a:gd name="connsiteY117" fmla="*/ 1438345 h 1795429"/>
                <a:gd name="connsiteX118" fmla="*/ 1765393 w 4011346"/>
                <a:gd name="connsiteY118" fmla="*/ 1411648 h 1795429"/>
                <a:gd name="connsiteX119" fmla="*/ 1778742 w 4011346"/>
                <a:gd name="connsiteY119" fmla="*/ 1408310 h 1795429"/>
                <a:gd name="connsiteX120" fmla="*/ 1812114 w 4011346"/>
                <a:gd name="connsiteY120" fmla="*/ 1424996 h 1795429"/>
                <a:gd name="connsiteX121" fmla="*/ 1852161 w 4011346"/>
                <a:gd name="connsiteY121" fmla="*/ 1438345 h 1795429"/>
                <a:gd name="connsiteX122" fmla="*/ 1858836 w 4011346"/>
                <a:gd name="connsiteY122" fmla="*/ 1465043 h 1795429"/>
                <a:gd name="connsiteX123" fmla="*/ 1872184 w 4011346"/>
                <a:gd name="connsiteY123" fmla="*/ 1471718 h 1795429"/>
                <a:gd name="connsiteX124" fmla="*/ 1902219 w 4011346"/>
                <a:gd name="connsiteY124" fmla="*/ 1475055 h 1795429"/>
                <a:gd name="connsiteX125" fmla="*/ 1932254 w 4011346"/>
                <a:gd name="connsiteY125" fmla="*/ 1458369 h 1795429"/>
                <a:gd name="connsiteX126" fmla="*/ 1962290 w 4011346"/>
                <a:gd name="connsiteY126" fmla="*/ 1471718 h 1795429"/>
                <a:gd name="connsiteX127" fmla="*/ 1985650 w 4011346"/>
                <a:gd name="connsiteY127" fmla="*/ 1485067 h 1795429"/>
                <a:gd name="connsiteX128" fmla="*/ 1995662 w 4011346"/>
                <a:gd name="connsiteY128" fmla="*/ 1495078 h 1795429"/>
                <a:gd name="connsiteX129" fmla="*/ 2032371 w 4011346"/>
                <a:gd name="connsiteY129" fmla="*/ 1515102 h 1795429"/>
                <a:gd name="connsiteX130" fmla="*/ 2069081 w 4011346"/>
                <a:gd name="connsiteY130" fmla="*/ 1511764 h 1795429"/>
                <a:gd name="connsiteX131" fmla="*/ 2142500 w 4011346"/>
                <a:gd name="connsiteY131" fmla="*/ 1468380 h 1795429"/>
                <a:gd name="connsiteX132" fmla="*/ 2195895 w 4011346"/>
                <a:gd name="connsiteY132" fmla="*/ 1481729 h 1795429"/>
                <a:gd name="connsiteX133" fmla="*/ 2225930 w 4011346"/>
                <a:gd name="connsiteY133" fmla="*/ 1491741 h 1795429"/>
                <a:gd name="connsiteX134" fmla="*/ 2259303 w 4011346"/>
                <a:gd name="connsiteY134" fmla="*/ 1478392 h 1795429"/>
                <a:gd name="connsiteX135" fmla="*/ 2262640 w 4011346"/>
                <a:gd name="connsiteY135" fmla="*/ 1451694 h 1795429"/>
                <a:gd name="connsiteX136" fmla="*/ 2282663 w 4011346"/>
                <a:gd name="connsiteY136" fmla="*/ 1421659 h 1795429"/>
                <a:gd name="connsiteX137" fmla="*/ 2299349 w 4011346"/>
                <a:gd name="connsiteY137" fmla="*/ 1368264 h 1795429"/>
                <a:gd name="connsiteX138" fmla="*/ 2282663 w 4011346"/>
                <a:gd name="connsiteY138" fmla="*/ 1371601 h 1795429"/>
                <a:gd name="connsiteX139" fmla="*/ 2312698 w 4011346"/>
                <a:gd name="connsiteY139" fmla="*/ 1344903 h 1795429"/>
                <a:gd name="connsiteX140" fmla="*/ 2339396 w 4011346"/>
                <a:gd name="connsiteY140" fmla="*/ 1341566 h 1795429"/>
                <a:gd name="connsiteX141" fmla="*/ 2396129 w 4011346"/>
                <a:gd name="connsiteY141" fmla="*/ 1351577 h 1795429"/>
                <a:gd name="connsiteX142" fmla="*/ 2436176 w 4011346"/>
                <a:gd name="connsiteY142" fmla="*/ 1378275 h 1795429"/>
                <a:gd name="connsiteX143" fmla="*/ 2462873 w 4011346"/>
                <a:gd name="connsiteY143" fmla="*/ 1408310 h 1795429"/>
                <a:gd name="connsiteX144" fmla="*/ 2469548 w 4011346"/>
                <a:gd name="connsiteY144" fmla="*/ 1445020 h 1795429"/>
                <a:gd name="connsiteX145" fmla="*/ 2476222 w 4011346"/>
                <a:gd name="connsiteY145" fmla="*/ 1485067 h 1795429"/>
                <a:gd name="connsiteX146" fmla="*/ 2486234 w 4011346"/>
                <a:gd name="connsiteY146" fmla="*/ 1505090 h 1795429"/>
                <a:gd name="connsiteX147" fmla="*/ 2529618 w 4011346"/>
                <a:gd name="connsiteY147" fmla="*/ 1518439 h 1795429"/>
                <a:gd name="connsiteX148" fmla="*/ 2549641 w 4011346"/>
                <a:gd name="connsiteY148" fmla="*/ 1538462 h 1795429"/>
                <a:gd name="connsiteX149" fmla="*/ 2562990 w 4011346"/>
                <a:gd name="connsiteY149" fmla="*/ 1571834 h 1795429"/>
                <a:gd name="connsiteX150" fmla="*/ 2586351 w 4011346"/>
                <a:gd name="connsiteY150" fmla="*/ 1565160 h 1795429"/>
                <a:gd name="connsiteX151" fmla="*/ 2606374 w 4011346"/>
                <a:gd name="connsiteY151" fmla="*/ 1555148 h 1795429"/>
                <a:gd name="connsiteX152" fmla="*/ 2639746 w 4011346"/>
                <a:gd name="connsiteY152" fmla="*/ 1538462 h 1795429"/>
                <a:gd name="connsiteX153" fmla="*/ 2643084 w 4011346"/>
                <a:gd name="connsiteY153" fmla="*/ 1555148 h 1795429"/>
                <a:gd name="connsiteX154" fmla="*/ 2626398 w 4011346"/>
                <a:gd name="connsiteY154" fmla="*/ 1585183 h 1795429"/>
                <a:gd name="connsiteX155" fmla="*/ 2616386 w 4011346"/>
                <a:gd name="connsiteY155" fmla="*/ 1621893 h 1795429"/>
                <a:gd name="connsiteX156" fmla="*/ 2603037 w 4011346"/>
                <a:gd name="connsiteY156" fmla="*/ 1675288 h 1795429"/>
                <a:gd name="connsiteX157" fmla="*/ 2579676 w 4011346"/>
                <a:gd name="connsiteY157" fmla="*/ 1648591 h 1795429"/>
                <a:gd name="connsiteX158" fmla="*/ 2552979 w 4011346"/>
                <a:gd name="connsiteY158" fmla="*/ 1671951 h 1795429"/>
                <a:gd name="connsiteX159" fmla="*/ 2559653 w 4011346"/>
                <a:gd name="connsiteY159" fmla="*/ 1698649 h 1795429"/>
                <a:gd name="connsiteX160" fmla="*/ 2559653 w 4011346"/>
                <a:gd name="connsiteY160" fmla="*/ 1735358 h 1795429"/>
                <a:gd name="connsiteX161" fmla="*/ 2549641 w 4011346"/>
                <a:gd name="connsiteY161" fmla="*/ 1755382 h 1795429"/>
                <a:gd name="connsiteX162" fmla="*/ 2589688 w 4011346"/>
                <a:gd name="connsiteY162" fmla="*/ 1735358 h 1795429"/>
                <a:gd name="connsiteX163" fmla="*/ 2626398 w 4011346"/>
                <a:gd name="connsiteY163" fmla="*/ 1745370 h 1795429"/>
                <a:gd name="connsiteX164" fmla="*/ 2653095 w 4011346"/>
                <a:gd name="connsiteY164" fmla="*/ 1722010 h 1795429"/>
                <a:gd name="connsiteX165" fmla="*/ 2683130 w 4011346"/>
                <a:gd name="connsiteY165" fmla="*/ 1668614 h 1795429"/>
                <a:gd name="connsiteX166" fmla="*/ 2753212 w 4011346"/>
                <a:gd name="connsiteY166" fmla="*/ 1581846 h 1795429"/>
                <a:gd name="connsiteX167" fmla="*/ 2783247 w 4011346"/>
                <a:gd name="connsiteY167" fmla="*/ 1511764 h 1795429"/>
                <a:gd name="connsiteX168" fmla="*/ 2803271 w 4011346"/>
                <a:gd name="connsiteY168" fmla="*/ 1408310 h 1795429"/>
                <a:gd name="connsiteX169" fmla="*/ 2793259 w 4011346"/>
                <a:gd name="connsiteY169" fmla="*/ 1358252 h 1795429"/>
                <a:gd name="connsiteX170" fmla="*/ 2769898 w 4011346"/>
                <a:gd name="connsiteY170" fmla="*/ 1324880 h 1795429"/>
                <a:gd name="connsiteX171" fmla="*/ 2726514 w 4011346"/>
                <a:gd name="connsiteY171" fmla="*/ 1324880 h 1795429"/>
                <a:gd name="connsiteX172" fmla="*/ 2699817 w 4011346"/>
                <a:gd name="connsiteY172" fmla="*/ 1324880 h 1795429"/>
                <a:gd name="connsiteX173" fmla="*/ 2683130 w 4011346"/>
                <a:gd name="connsiteY173" fmla="*/ 1304856 h 1795429"/>
                <a:gd name="connsiteX174" fmla="*/ 2669781 w 4011346"/>
                <a:gd name="connsiteY174" fmla="*/ 1284833 h 1795429"/>
                <a:gd name="connsiteX175" fmla="*/ 2763224 w 4011346"/>
                <a:gd name="connsiteY175" fmla="*/ 1168030 h 1795429"/>
                <a:gd name="connsiteX176" fmla="*/ 2846654 w 4011346"/>
                <a:gd name="connsiteY176" fmla="*/ 1101286 h 1795429"/>
                <a:gd name="connsiteX177" fmla="*/ 2890038 w 4011346"/>
                <a:gd name="connsiteY177" fmla="*/ 1077925 h 1795429"/>
                <a:gd name="connsiteX178" fmla="*/ 2933422 w 4011346"/>
                <a:gd name="connsiteY178" fmla="*/ 1097948 h 1795429"/>
                <a:gd name="connsiteX179" fmla="*/ 2950109 w 4011346"/>
                <a:gd name="connsiteY179" fmla="*/ 1081262 h 1795429"/>
                <a:gd name="connsiteX180" fmla="*/ 2993492 w 4011346"/>
                <a:gd name="connsiteY180" fmla="*/ 1097948 h 1795429"/>
                <a:gd name="connsiteX181" fmla="*/ 3006841 w 4011346"/>
                <a:gd name="connsiteY181" fmla="*/ 1064576 h 1795429"/>
                <a:gd name="connsiteX182" fmla="*/ 3053563 w 4011346"/>
                <a:gd name="connsiteY182" fmla="*/ 1074588 h 1795429"/>
                <a:gd name="connsiteX183" fmla="*/ 3070249 w 4011346"/>
                <a:gd name="connsiteY183" fmla="*/ 1091274 h 1795429"/>
                <a:gd name="connsiteX184" fmla="*/ 3060237 w 4011346"/>
                <a:gd name="connsiteY184" fmla="*/ 1111297 h 1795429"/>
                <a:gd name="connsiteX185" fmla="*/ 3123644 w 4011346"/>
                <a:gd name="connsiteY185" fmla="*/ 1094611 h 1795429"/>
                <a:gd name="connsiteX186" fmla="*/ 3140330 w 4011346"/>
                <a:gd name="connsiteY186" fmla="*/ 1081262 h 1795429"/>
                <a:gd name="connsiteX187" fmla="*/ 3123644 w 4011346"/>
                <a:gd name="connsiteY187" fmla="*/ 1067913 h 1795429"/>
                <a:gd name="connsiteX188" fmla="*/ 3143668 w 4011346"/>
                <a:gd name="connsiteY188" fmla="*/ 1027867 h 1795429"/>
                <a:gd name="connsiteX189" fmla="*/ 3190389 w 4011346"/>
                <a:gd name="connsiteY189" fmla="*/ 957785 h 1795429"/>
                <a:gd name="connsiteX190" fmla="*/ 3233773 w 4011346"/>
                <a:gd name="connsiteY190" fmla="*/ 954448 h 1795429"/>
                <a:gd name="connsiteX191" fmla="*/ 3273819 w 4011346"/>
                <a:gd name="connsiteY191" fmla="*/ 964459 h 1795429"/>
                <a:gd name="connsiteX192" fmla="*/ 3277157 w 4011346"/>
                <a:gd name="connsiteY192" fmla="*/ 1021192 h 1795429"/>
                <a:gd name="connsiteX193" fmla="*/ 3320541 w 4011346"/>
                <a:gd name="connsiteY193" fmla="*/ 977808 h 1795429"/>
                <a:gd name="connsiteX194" fmla="*/ 3343901 w 4011346"/>
                <a:gd name="connsiteY194" fmla="*/ 961122 h 1795429"/>
                <a:gd name="connsiteX195" fmla="*/ 3350576 w 4011346"/>
                <a:gd name="connsiteY195" fmla="*/ 927750 h 1795429"/>
                <a:gd name="connsiteX196" fmla="*/ 3377273 w 4011346"/>
                <a:gd name="connsiteY196" fmla="*/ 911064 h 1795429"/>
                <a:gd name="connsiteX197" fmla="*/ 3407309 w 4011346"/>
                <a:gd name="connsiteY197" fmla="*/ 921075 h 1795429"/>
                <a:gd name="connsiteX198" fmla="*/ 3373936 w 4011346"/>
                <a:gd name="connsiteY198" fmla="*/ 951110 h 1795429"/>
                <a:gd name="connsiteX199" fmla="*/ 3360587 w 4011346"/>
                <a:gd name="connsiteY199" fmla="*/ 1001169 h 1795429"/>
                <a:gd name="connsiteX200" fmla="*/ 3323878 w 4011346"/>
                <a:gd name="connsiteY200" fmla="*/ 1041215 h 1795429"/>
                <a:gd name="connsiteX201" fmla="*/ 3210412 w 4011346"/>
                <a:gd name="connsiteY201" fmla="*/ 1137995 h 1795429"/>
                <a:gd name="connsiteX202" fmla="*/ 3163691 w 4011346"/>
                <a:gd name="connsiteY202" fmla="*/ 1208077 h 1795429"/>
                <a:gd name="connsiteX203" fmla="*/ 3160354 w 4011346"/>
                <a:gd name="connsiteY203" fmla="*/ 1281496 h 1795429"/>
                <a:gd name="connsiteX204" fmla="*/ 3170365 w 4011346"/>
                <a:gd name="connsiteY204" fmla="*/ 1371601 h 1795429"/>
                <a:gd name="connsiteX205" fmla="*/ 3190389 w 4011346"/>
                <a:gd name="connsiteY205" fmla="*/ 1435008 h 1795429"/>
                <a:gd name="connsiteX206" fmla="*/ 3217087 w 4011346"/>
                <a:gd name="connsiteY206" fmla="*/ 1424996 h 1795429"/>
                <a:gd name="connsiteX207" fmla="*/ 3240447 w 4011346"/>
                <a:gd name="connsiteY207" fmla="*/ 1358252 h 1795429"/>
                <a:gd name="connsiteX208" fmla="*/ 3270482 w 4011346"/>
                <a:gd name="connsiteY208" fmla="*/ 1354915 h 1795429"/>
                <a:gd name="connsiteX209" fmla="*/ 3287168 w 4011346"/>
                <a:gd name="connsiteY209" fmla="*/ 1294845 h 1795429"/>
                <a:gd name="connsiteX210" fmla="*/ 3313866 w 4011346"/>
                <a:gd name="connsiteY210" fmla="*/ 1284833 h 1795429"/>
                <a:gd name="connsiteX211" fmla="*/ 3313866 w 4011346"/>
                <a:gd name="connsiteY211" fmla="*/ 1254798 h 1795429"/>
                <a:gd name="connsiteX212" fmla="*/ 3337227 w 4011346"/>
                <a:gd name="connsiteY212" fmla="*/ 1218088 h 1795429"/>
                <a:gd name="connsiteX213" fmla="*/ 3330552 w 4011346"/>
                <a:gd name="connsiteY213" fmla="*/ 1174704 h 1795429"/>
                <a:gd name="connsiteX214" fmla="*/ 3333890 w 4011346"/>
                <a:gd name="connsiteY214" fmla="*/ 1144669 h 1795429"/>
                <a:gd name="connsiteX215" fmla="*/ 3323878 w 4011346"/>
                <a:gd name="connsiteY215" fmla="*/ 1134658 h 1795429"/>
                <a:gd name="connsiteX216" fmla="*/ 3363925 w 4011346"/>
                <a:gd name="connsiteY216" fmla="*/ 1047890 h 1795429"/>
                <a:gd name="connsiteX217" fmla="*/ 3383948 w 4011346"/>
                <a:gd name="connsiteY217" fmla="*/ 1057902 h 1795429"/>
                <a:gd name="connsiteX218" fmla="*/ 3410646 w 4011346"/>
                <a:gd name="connsiteY218" fmla="*/ 1031204 h 1795429"/>
                <a:gd name="connsiteX219" fmla="*/ 3420657 w 4011346"/>
                <a:gd name="connsiteY219" fmla="*/ 1057902 h 1795429"/>
                <a:gd name="connsiteX220" fmla="*/ 3447355 w 4011346"/>
                <a:gd name="connsiteY220" fmla="*/ 1041215 h 1795429"/>
                <a:gd name="connsiteX221" fmla="*/ 3477390 w 4011346"/>
                <a:gd name="connsiteY221" fmla="*/ 1031204 h 1795429"/>
                <a:gd name="connsiteX222" fmla="*/ 3514100 w 4011346"/>
                <a:gd name="connsiteY222" fmla="*/ 1057902 h 1795429"/>
                <a:gd name="connsiteX223" fmla="*/ 3574170 w 4011346"/>
                <a:gd name="connsiteY223" fmla="*/ 991157 h 1795429"/>
                <a:gd name="connsiteX224" fmla="*/ 3637577 w 4011346"/>
                <a:gd name="connsiteY224" fmla="*/ 944436 h 1795429"/>
                <a:gd name="connsiteX225" fmla="*/ 3690973 w 4011346"/>
                <a:gd name="connsiteY225" fmla="*/ 907726 h 1795429"/>
                <a:gd name="connsiteX226" fmla="*/ 3741031 w 4011346"/>
                <a:gd name="connsiteY226" fmla="*/ 934424 h 1795429"/>
                <a:gd name="connsiteX227" fmla="*/ 3751043 w 4011346"/>
                <a:gd name="connsiteY227" fmla="*/ 907726 h 1795429"/>
                <a:gd name="connsiteX228" fmla="*/ 3727682 w 4011346"/>
                <a:gd name="connsiteY228" fmla="*/ 840982 h 1795429"/>
                <a:gd name="connsiteX229" fmla="*/ 3700984 w 4011346"/>
                <a:gd name="connsiteY229" fmla="*/ 824296 h 1795429"/>
                <a:gd name="connsiteX230" fmla="*/ 3697647 w 4011346"/>
                <a:gd name="connsiteY230" fmla="*/ 794261 h 1795429"/>
                <a:gd name="connsiteX231" fmla="*/ 3751043 w 4011346"/>
                <a:gd name="connsiteY231" fmla="*/ 800935 h 1795429"/>
                <a:gd name="connsiteX232" fmla="*/ 3774403 w 4011346"/>
                <a:gd name="connsiteY232" fmla="*/ 757551 h 1795429"/>
                <a:gd name="connsiteX233" fmla="*/ 3767729 w 4011346"/>
                <a:gd name="connsiteY233" fmla="*/ 730853 h 1795429"/>
                <a:gd name="connsiteX234" fmla="*/ 3794427 w 4011346"/>
                <a:gd name="connsiteY234" fmla="*/ 697481 h 1795429"/>
                <a:gd name="connsiteX235" fmla="*/ 3804438 w 4011346"/>
                <a:gd name="connsiteY235" fmla="*/ 740865 h 1795429"/>
                <a:gd name="connsiteX236" fmla="*/ 3827799 w 4011346"/>
                <a:gd name="connsiteY236" fmla="*/ 757551 h 1795429"/>
                <a:gd name="connsiteX237" fmla="*/ 3874520 w 4011346"/>
                <a:gd name="connsiteY237" fmla="*/ 777575 h 1795429"/>
                <a:gd name="connsiteX238" fmla="*/ 3894544 w 4011346"/>
                <a:gd name="connsiteY238" fmla="*/ 804272 h 1795429"/>
                <a:gd name="connsiteX239" fmla="*/ 3941265 w 4011346"/>
                <a:gd name="connsiteY239" fmla="*/ 827633 h 1795429"/>
                <a:gd name="connsiteX240" fmla="*/ 3947939 w 4011346"/>
                <a:gd name="connsiteY240" fmla="*/ 814284 h 1795429"/>
                <a:gd name="connsiteX241" fmla="*/ 3957951 w 4011346"/>
                <a:gd name="connsiteY241" fmla="*/ 750877 h 1795429"/>
                <a:gd name="connsiteX242" fmla="*/ 4004672 w 4011346"/>
                <a:gd name="connsiteY242" fmla="*/ 744202 h 1795429"/>
                <a:gd name="connsiteX243" fmla="*/ 4011346 w 4011346"/>
                <a:gd name="connsiteY243" fmla="*/ 710830 h 1795429"/>
                <a:gd name="connsiteX244" fmla="*/ 3967963 w 4011346"/>
                <a:gd name="connsiteY244" fmla="*/ 674121 h 1795429"/>
                <a:gd name="connsiteX245" fmla="*/ 3921241 w 4011346"/>
                <a:gd name="connsiteY245" fmla="*/ 657434 h 1795429"/>
                <a:gd name="connsiteX246" fmla="*/ 3907892 w 4011346"/>
                <a:gd name="connsiteY246" fmla="*/ 660772 h 1795429"/>
                <a:gd name="connsiteX247" fmla="*/ 3907892 w 4011346"/>
                <a:gd name="connsiteY247" fmla="*/ 694144 h 1795429"/>
                <a:gd name="connsiteX248" fmla="*/ 3887869 w 4011346"/>
                <a:gd name="connsiteY248" fmla="*/ 687469 h 1795429"/>
                <a:gd name="connsiteX249" fmla="*/ 3874520 w 4011346"/>
                <a:gd name="connsiteY249" fmla="*/ 634074 h 1795429"/>
                <a:gd name="connsiteX250" fmla="*/ 3817787 w 4011346"/>
                <a:gd name="connsiteY250" fmla="*/ 570667 h 1795429"/>
                <a:gd name="connsiteX251" fmla="*/ 3717671 w 4011346"/>
                <a:gd name="connsiteY251" fmla="*/ 493910 h 1795429"/>
                <a:gd name="connsiteX252" fmla="*/ 3664275 w 4011346"/>
                <a:gd name="connsiteY252" fmla="*/ 473887 h 1795429"/>
                <a:gd name="connsiteX253" fmla="*/ 3584181 w 4011346"/>
                <a:gd name="connsiteY253" fmla="*/ 467213 h 1795429"/>
                <a:gd name="connsiteX254" fmla="*/ 3520774 w 4011346"/>
                <a:gd name="connsiteY254" fmla="*/ 450526 h 1795429"/>
                <a:gd name="connsiteX255" fmla="*/ 3530786 w 4011346"/>
                <a:gd name="connsiteY255" fmla="*/ 490573 h 1795429"/>
                <a:gd name="connsiteX256" fmla="*/ 3537460 w 4011346"/>
                <a:gd name="connsiteY256" fmla="*/ 517271 h 1795429"/>
                <a:gd name="connsiteX257" fmla="*/ 3507425 w 4011346"/>
                <a:gd name="connsiteY257" fmla="*/ 540631 h 1795429"/>
                <a:gd name="connsiteX258" fmla="*/ 3477390 w 4011346"/>
                <a:gd name="connsiteY258" fmla="*/ 513934 h 1795429"/>
                <a:gd name="connsiteX259" fmla="*/ 3477390 w 4011346"/>
                <a:gd name="connsiteY259" fmla="*/ 493910 h 1795429"/>
                <a:gd name="connsiteX260" fmla="*/ 3504088 w 4011346"/>
                <a:gd name="connsiteY260" fmla="*/ 473887 h 1795429"/>
                <a:gd name="connsiteX261" fmla="*/ 3467379 w 4011346"/>
                <a:gd name="connsiteY261" fmla="*/ 460538 h 1795429"/>
                <a:gd name="connsiteX262" fmla="*/ 3450692 w 4011346"/>
                <a:gd name="connsiteY262" fmla="*/ 487236 h 1795429"/>
                <a:gd name="connsiteX263" fmla="*/ 3440681 w 4011346"/>
                <a:gd name="connsiteY263" fmla="*/ 500585 h 1795429"/>
                <a:gd name="connsiteX264" fmla="*/ 3357250 w 4011346"/>
                <a:gd name="connsiteY264" fmla="*/ 487236 h 1795429"/>
                <a:gd name="connsiteX265" fmla="*/ 3297180 w 4011346"/>
                <a:gd name="connsiteY265" fmla="*/ 493910 h 1795429"/>
                <a:gd name="connsiteX266" fmla="*/ 3267145 w 4011346"/>
                <a:gd name="connsiteY266" fmla="*/ 470550 h 1795429"/>
                <a:gd name="connsiteX267" fmla="*/ 3267145 w 4011346"/>
                <a:gd name="connsiteY267" fmla="*/ 433840 h 1795429"/>
                <a:gd name="connsiteX268" fmla="*/ 3203738 w 4011346"/>
                <a:gd name="connsiteY268" fmla="*/ 377107 h 1795429"/>
                <a:gd name="connsiteX269" fmla="*/ 3076923 w 4011346"/>
                <a:gd name="connsiteY269" fmla="*/ 383782 h 1795429"/>
                <a:gd name="connsiteX270" fmla="*/ 3043551 w 4011346"/>
                <a:gd name="connsiteY270" fmla="*/ 360421 h 1795429"/>
                <a:gd name="connsiteX271" fmla="*/ 3000167 w 4011346"/>
                <a:gd name="connsiteY271" fmla="*/ 313700 h 1795429"/>
                <a:gd name="connsiteX272" fmla="*/ 3013516 w 4011346"/>
                <a:gd name="connsiteY272" fmla="*/ 307026 h 1795429"/>
                <a:gd name="connsiteX273" fmla="*/ 3000167 w 4011346"/>
                <a:gd name="connsiteY273" fmla="*/ 287002 h 1795429"/>
                <a:gd name="connsiteX274" fmla="*/ 2970132 w 4011346"/>
                <a:gd name="connsiteY274" fmla="*/ 283665 h 1795429"/>
                <a:gd name="connsiteX275" fmla="*/ 2920073 w 4011346"/>
                <a:gd name="connsiteY275" fmla="*/ 330386 h 1795429"/>
                <a:gd name="connsiteX276" fmla="*/ 2920073 w 4011346"/>
                <a:gd name="connsiteY276" fmla="*/ 330386 h 1795429"/>
                <a:gd name="connsiteX277" fmla="*/ 2916736 w 4011346"/>
                <a:gd name="connsiteY277" fmla="*/ 280328 h 1795429"/>
                <a:gd name="connsiteX278" fmla="*/ 2936760 w 4011346"/>
                <a:gd name="connsiteY278" fmla="*/ 276991 h 1795429"/>
                <a:gd name="connsiteX279" fmla="*/ 2866678 w 4011346"/>
                <a:gd name="connsiteY279" fmla="*/ 246956 h 1795429"/>
                <a:gd name="connsiteX280" fmla="*/ 2813282 w 4011346"/>
                <a:gd name="connsiteY280" fmla="*/ 243618 h 1795429"/>
                <a:gd name="connsiteX281" fmla="*/ 2793259 w 4011346"/>
                <a:gd name="connsiteY281" fmla="*/ 266979 h 1795429"/>
                <a:gd name="connsiteX282" fmla="*/ 2743200 w 4011346"/>
                <a:gd name="connsiteY282" fmla="*/ 276991 h 1795429"/>
                <a:gd name="connsiteX283" fmla="*/ 2786584 w 4011346"/>
                <a:gd name="connsiteY283" fmla="*/ 287002 h 1795429"/>
                <a:gd name="connsiteX284" fmla="*/ 2763224 w 4011346"/>
                <a:gd name="connsiteY284" fmla="*/ 307026 h 1795429"/>
                <a:gd name="connsiteX285" fmla="*/ 2769898 w 4011346"/>
                <a:gd name="connsiteY285" fmla="*/ 357084 h 1795429"/>
                <a:gd name="connsiteX286" fmla="*/ 2749875 w 4011346"/>
                <a:gd name="connsiteY286" fmla="*/ 340398 h 1795429"/>
                <a:gd name="connsiteX287" fmla="*/ 2733189 w 4011346"/>
                <a:gd name="connsiteY287" fmla="*/ 353747 h 1795429"/>
                <a:gd name="connsiteX288" fmla="*/ 2666444 w 4011346"/>
                <a:gd name="connsiteY288" fmla="*/ 343735 h 1795429"/>
                <a:gd name="connsiteX289" fmla="*/ 2636409 w 4011346"/>
                <a:gd name="connsiteY289" fmla="*/ 353747 h 1795429"/>
                <a:gd name="connsiteX290" fmla="*/ 2603037 w 4011346"/>
                <a:gd name="connsiteY290" fmla="*/ 313700 h 1795429"/>
                <a:gd name="connsiteX291" fmla="*/ 2569665 w 4011346"/>
                <a:gd name="connsiteY291" fmla="*/ 397131 h 1795429"/>
                <a:gd name="connsiteX292" fmla="*/ 2552979 w 4011346"/>
                <a:gd name="connsiteY292" fmla="*/ 417154 h 1795429"/>
                <a:gd name="connsiteX293" fmla="*/ 2469548 w 4011346"/>
                <a:gd name="connsiteY293" fmla="*/ 280328 h 1795429"/>
                <a:gd name="connsiteX294" fmla="*/ 2446187 w 4011346"/>
                <a:gd name="connsiteY294" fmla="*/ 297014 h 1795429"/>
                <a:gd name="connsiteX295" fmla="*/ 2442850 w 4011346"/>
                <a:gd name="connsiteY295" fmla="*/ 263642 h 1795429"/>
                <a:gd name="connsiteX296" fmla="*/ 2449525 w 4011346"/>
                <a:gd name="connsiteY296" fmla="*/ 193560 h 1795429"/>
                <a:gd name="connsiteX297" fmla="*/ 2386117 w 4011346"/>
                <a:gd name="connsiteY297" fmla="*/ 166862 h 1795429"/>
                <a:gd name="connsiteX298" fmla="*/ 2369431 w 4011346"/>
                <a:gd name="connsiteY298" fmla="*/ 206909 h 1795429"/>
                <a:gd name="connsiteX299" fmla="*/ 2379443 w 4011346"/>
                <a:gd name="connsiteY299" fmla="*/ 230269 h 1795429"/>
                <a:gd name="connsiteX300" fmla="*/ 2376106 w 4011346"/>
                <a:gd name="connsiteY300" fmla="*/ 250293 h 1795429"/>
                <a:gd name="connsiteX301" fmla="*/ 2352745 w 4011346"/>
                <a:gd name="connsiteY301" fmla="*/ 226932 h 1795429"/>
                <a:gd name="connsiteX302" fmla="*/ 2316036 w 4011346"/>
                <a:gd name="connsiteY302" fmla="*/ 233607 h 1795429"/>
                <a:gd name="connsiteX303" fmla="*/ 2272652 w 4011346"/>
                <a:gd name="connsiteY303" fmla="*/ 220258 h 1795429"/>
                <a:gd name="connsiteX304" fmla="*/ 2245954 w 4011346"/>
                <a:gd name="connsiteY304" fmla="*/ 180211 h 1795429"/>
                <a:gd name="connsiteX305" fmla="*/ 2209244 w 4011346"/>
                <a:gd name="connsiteY305" fmla="*/ 176874 h 1795429"/>
                <a:gd name="connsiteX306" fmla="*/ 2159186 w 4011346"/>
                <a:gd name="connsiteY306" fmla="*/ 166862 h 1795429"/>
                <a:gd name="connsiteX307" fmla="*/ 2132488 w 4011346"/>
                <a:gd name="connsiteY307" fmla="*/ 183548 h 1795429"/>
                <a:gd name="connsiteX308" fmla="*/ 2115802 w 4011346"/>
                <a:gd name="connsiteY308" fmla="*/ 196897 h 1795429"/>
                <a:gd name="connsiteX309" fmla="*/ 2115802 w 4011346"/>
                <a:gd name="connsiteY309" fmla="*/ 166862 h 1795429"/>
                <a:gd name="connsiteX310" fmla="*/ 2082430 w 4011346"/>
                <a:gd name="connsiteY310" fmla="*/ 163525 h 1795429"/>
                <a:gd name="connsiteX311" fmla="*/ 2045720 w 4011346"/>
                <a:gd name="connsiteY311" fmla="*/ 136827 h 1795429"/>
                <a:gd name="connsiteX312" fmla="*/ 2025697 w 4011346"/>
                <a:gd name="connsiteY312" fmla="*/ 166862 h 1795429"/>
                <a:gd name="connsiteX313" fmla="*/ 2055732 w 4011346"/>
                <a:gd name="connsiteY313" fmla="*/ 163525 h 1795429"/>
                <a:gd name="connsiteX314" fmla="*/ 2045720 w 4011346"/>
                <a:gd name="connsiteY314" fmla="*/ 190223 h 1795429"/>
                <a:gd name="connsiteX315" fmla="*/ 1988987 w 4011346"/>
                <a:gd name="connsiteY315" fmla="*/ 210246 h 1795429"/>
                <a:gd name="connsiteX316" fmla="*/ 1935592 w 4011346"/>
                <a:gd name="connsiteY316" fmla="*/ 220258 h 1795429"/>
                <a:gd name="connsiteX317" fmla="*/ 1995662 w 4011346"/>
                <a:gd name="connsiteY317" fmla="*/ 163525 h 1795429"/>
                <a:gd name="connsiteX318" fmla="*/ 2055732 w 4011346"/>
                <a:gd name="connsiteY318" fmla="*/ 93443 h 1795429"/>
                <a:gd name="connsiteX319" fmla="*/ 2055732 w 4011346"/>
                <a:gd name="connsiteY319" fmla="*/ 93443 h 1795429"/>
                <a:gd name="connsiteX320" fmla="*/ 1528449 w 4011346"/>
                <a:gd name="connsiteY320" fmla="*/ 0 h 1795429"/>
                <a:gd name="connsiteX321" fmla="*/ 1465043 w 4011346"/>
                <a:gd name="connsiteY321" fmla="*/ 83431 h 1795429"/>
                <a:gd name="connsiteX322" fmla="*/ 1448357 w 4011346"/>
                <a:gd name="connsiteY322" fmla="*/ 110129 h 1795429"/>
                <a:gd name="connsiteX323" fmla="*/ 1481729 w 4011346"/>
                <a:gd name="connsiteY323" fmla="*/ 143502 h 1795429"/>
                <a:gd name="connsiteX324" fmla="*/ 1481729 w 4011346"/>
                <a:gd name="connsiteY324" fmla="*/ 173537 h 1795429"/>
                <a:gd name="connsiteX325" fmla="*/ 1458368 w 4011346"/>
                <a:gd name="connsiteY325" fmla="*/ 176874 h 1795429"/>
                <a:gd name="connsiteX326" fmla="*/ 1458368 w 4011346"/>
                <a:gd name="connsiteY326" fmla="*/ 156850 h 1795429"/>
                <a:gd name="connsiteX327" fmla="*/ 1418322 w 4011346"/>
                <a:gd name="connsiteY327" fmla="*/ 166862 h 1795429"/>
                <a:gd name="connsiteX328" fmla="*/ 1368263 w 4011346"/>
                <a:gd name="connsiteY328" fmla="*/ 173537 h 1795429"/>
                <a:gd name="connsiteX329" fmla="*/ 1321542 w 4011346"/>
                <a:gd name="connsiteY329" fmla="*/ 180211 h 1795429"/>
                <a:gd name="connsiteX330" fmla="*/ 1318205 w 4011346"/>
                <a:gd name="connsiteY330" fmla="*/ 266979 h 1795429"/>
                <a:gd name="connsiteX331" fmla="*/ 1358252 w 4011346"/>
                <a:gd name="connsiteY331" fmla="*/ 290340 h 1795429"/>
                <a:gd name="connsiteX332" fmla="*/ 1374938 w 4011346"/>
                <a:gd name="connsiteY332" fmla="*/ 320375 h 1795429"/>
                <a:gd name="connsiteX333" fmla="*/ 1384949 w 4011346"/>
                <a:gd name="connsiteY333" fmla="*/ 343735 h 1795429"/>
                <a:gd name="connsiteX334" fmla="*/ 1394961 w 4011346"/>
                <a:gd name="connsiteY334" fmla="*/ 393794 h 1795429"/>
                <a:gd name="connsiteX335" fmla="*/ 1384949 w 4011346"/>
                <a:gd name="connsiteY335" fmla="*/ 423829 h 1795429"/>
                <a:gd name="connsiteX336" fmla="*/ 1358252 w 4011346"/>
                <a:gd name="connsiteY336" fmla="*/ 390456 h 1795429"/>
                <a:gd name="connsiteX337" fmla="*/ 1361589 w 4011346"/>
                <a:gd name="connsiteY337" fmla="*/ 360421 h 1795429"/>
                <a:gd name="connsiteX338" fmla="*/ 1351577 w 4011346"/>
                <a:gd name="connsiteY338" fmla="*/ 320375 h 1795429"/>
                <a:gd name="connsiteX339" fmla="*/ 1328217 w 4011346"/>
                <a:gd name="connsiteY339" fmla="*/ 327049 h 1795429"/>
                <a:gd name="connsiteX340" fmla="*/ 1281495 w 4011346"/>
                <a:gd name="connsiteY340" fmla="*/ 290340 h 1795429"/>
                <a:gd name="connsiteX341" fmla="*/ 1241449 w 4011346"/>
                <a:gd name="connsiteY341" fmla="*/ 287002 h 1795429"/>
                <a:gd name="connsiteX342" fmla="*/ 1241449 w 4011346"/>
                <a:gd name="connsiteY342" fmla="*/ 333723 h 1795429"/>
                <a:gd name="connsiteX343" fmla="*/ 1201402 w 4011346"/>
                <a:gd name="connsiteY343" fmla="*/ 313700 h 1795429"/>
                <a:gd name="connsiteX344" fmla="*/ 1228100 w 4011346"/>
                <a:gd name="connsiteY344" fmla="*/ 363758 h 1795429"/>
                <a:gd name="connsiteX345" fmla="*/ 1258135 w 4011346"/>
                <a:gd name="connsiteY345" fmla="*/ 373770 h 1795429"/>
                <a:gd name="connsiteX346" fmla="*/ 1258135 w 4011346"/>
                <a:gd name="connsiteY346" fmla="*/ 393794 h 1795429"/>
                <a:gd name="connsiteX347" fmla="*/ 1198065 w 4011346"/>
                <a:gd name="connsiteY347" fmla="*/ 370433 h 1795429"/>
                <a:gd name="connsiteX348" fmla="*/ 1181379 w 4011346"/>
                <a:gd name="connsiteY348" fmla="*/ 370433 h 1795429"/>
                <a:gd name="connsiteX349" fmla="*/ 1178041 w 4011346"/>
                <a:gd name="connsiteY349" fmla="*/ 327049 h 1795429"/>
                <a:gd name="connsiteX350" fmla="*/ 1171367 w 4011346"/>
                <a:gd name="connsiteY350" fmla="*/ 240281 h 1795429"/>
                <a:gd name="connsiteX351" fmla="*/ 1161355 w 4011346"/>
                <a:gd name="connsiteY351" fmla="*/ 310363 h 1795429"/>
                <a:gd name="connsiteX352" fmla="*/ 1137995 w 4011346"/>
                <a:gd name="connsiteY352" fmla="*/ 340398 h 1795429"/>
                <a:gd name="connsiteX353" fmla="*/ 1158018 w 4011346"/>
                <a:gd name="connsiteY353" fmla="*/ 387119 h 1795429"/>
                <a:gd name="connsiteX354" fmla="*/ 1158018 w 4011346"/>
                <a:gd name="connsiteY354" fmla="*/ 420491 h 1795429"/>
                <a:gd name="connsiteX355" fmla="*/ 1141332 w 4011346"/>
                <a:gd name="connsiteY355" fmla="*/ 470550 h 1795429"/>
                <a:gd name="connsiteX356" fmla="*/ 1154681 w 4011346"/>
                <a:gd name="connsiteY356" fmla="*/ 503922 h 1795429"/>
                <a:gd name="connsiteX357" fmla="*/ 1184716 w 4011346"/>
                <a:gd name="connsiteY357" fmla="*/ 510596 h 1795429"/>
                <a:gd name="connsiteX358" fmla="*/ 1221425 w 4011346"/>
                <a:gd name="connsiteY358" fmla="*/ 517271 h 1795429"/>
                <a:gd name="connsiteX359" fmla="*/ 1241449 w 4011346"/>
                <a:gd name="connsiteY359" fmla="*/ 540631 h 1795429"/>
                <a:gd name="connsiteX360" fmla="*/ 1258135 w 4011346"/>
                <a:gd name="connsiteY360" fmla="*/ 584015 h 1795429"/>
                <a:gd name="connsiteX361" fmla="*/ 1258135 w 4011346"/>
                <a:gd name="connsiteY361" fmla="*/ 584015 h 1795429"/>
                <a:gd name="connsiteX362" fmla="*/ 1254798 w 4011346"/>
                <a:gd name="connsiteY362" fmla="*/ 617388 h 1795429"/>
                <a:gd name="connsiteX363" fmla="*/ 1274821 w 4011346"/>
                <a:gd name="connsiteY363" fmla="*/ 637411 h 1795429"/>
                <a:gd name="connsiteX364" fmla="*/ 1244786 w 4011346"/>
                <a:gd name="connsiteY364" fmla="*/ 644086 h 1795429"/>
                <a:gd name="connsiteX365" fmla="*/ 1224763 w 4011346"/>
                <a:gd name="connsiteY365" fmla="*/ 604039 h 1795429"/>
                <a:gd name="connsiteX366" fmla="*/ 1224763 w 4011346"/>
                <a:gd name="connsiteY366" fmla="*/ 563992 h 1795429"/>
                <a:gd name="connsiteX367" fmla="*/ 1194727 w 4011346"/>
                <a:gd name="connsiteY367" fmla="*/ 527283 h 1795429"/>
                <a:gd name="connsiteX368" fmla="*/ 1164692 w 4011346"/>
                <a:gd name="connsiteY368" fmla="*/ 570667 h 1795429"/>
                <a:gd name="connsiteX369" fmla="*/ 1178041 w 4011346"/>
                <a:gd name="connsiteY369" fmla="*/ 614050 h 1795429"/>
                <a:gd name="connsiteX370" fmla="*/ 1137995 w 4011346"/>
                <a:gd name="connsiteY370" fmla="*/ 670783 h 1795429"/>
                <a:gd name="connsiteX371" fmla="*/ 1097948 w 4011346"/>
                <a:gd name="connsiteY371" fmla="*/ 727516 h 1795429"/>
                <a:gd name="connsiteX372" fmla="*/ 1007843 w 4011346"/>
                <a:gd name="connsiteY372" fmla="*/ 690807 h 1795429"/>
                <a:gd name="connsiteX373" fmla="*/ 1074587 w 4011346"/>
                <a:gd name="connsiteY373" fmla="*/ 687469 h 1795429"/>
                <a:gd name="connsiteX374" fmla="*/ 1107960 w 4011346"/>
                <a:gd name="connsiteY374" fmla="*/ 624062 h 1795429"/>
                <a:gd name="connsiteX375" fmla="*/ 1121309 w 4011346"/>
                <a:gd name="connsiteY375" fmla="*/ 580678 h 1795429"/>
                <a:gd name="connsiteX376" fmla="*/ 1127983 w 4011346"/>
                <a:gd name="connsiteY376" fmla="*/ 547306 h 1795429"/>
                <a:gd name="connsiteX377" fmla="*/ 1117971 w 4011346"/>
                <a:gd name="connsiteY377" fmla="*/ 530620 h 1795429"/>
                <a:gd name="connsiteX378" fmla="*/ 1114634 w 4011346"/>
                <a:gd name="connsiteY378" fmla="*/ 480561 h 1795429"/>
                <a:gd name="connsiteX379" fmla="*/ 1104622 w 4011346"/>
                <a:gd name="connsiteY379" fmla="*/ 400468 h 1795429"/>
                <a:gd name="connsiteX380" fmla="*/ 1101285 w 4011346"/>
                <a:gd name="connsiteY380" fmla="*/ 340398 h 1795429"/>
                <a:gd name="connsiteX381" fmla="*/ 1124646 w 4011346"/>
                <a:gd name="connsiteY381" fmla="*/ 246956 h 1795429"/>
                <a:gd name="connsiteX382" fmla="*/ 1031203 w 4011346"/>
                <a:gd name="connsiteY382" fmla="*/ 236944 h 1795429"/>
                <a:gd name="connsiteX383" fmla="*/ 1014517 w 4011346"/>
                <a:gd name="connsiteY383" fmla="*/ 293677 h 1795429"/>
                <a:gd name="connsiteX384" fmla="*/ 1024529 w 4011346"/>
                <a:gd name="connsiteY384" fmla="*/ 340398 h 1795429"/>
                <a:gd name="connsiteX385" fmla="*/ 981145 w 4011346"/>
                <a:gd name="connsiteY385" fmla="*/ 393794 h 1795429"/>
                <a:gd name="connsiteX386" fmla="*/ 991157 w 4011346"/>
                <a:gd name="connsiteY386" fmla="*/ 430503 h 1795429"/>
                <a:gd name="connsiteX387" fmla="*/ 981145 w 4011346"/>
                <a:gd name="connsiteY387" fmla="*/ 477224 h 1795429"/>
                <a:gd name="connsiteX388" fmla="*/ 1001168 w 4011346"/>
                <a:gd name="connsiteY388" fmla="*/ 500585 h 1795429"/>
                <a:gd name="connsiteX389" fmla="*/ 1017854 w 4011346"/>
                <a:gd name="connsiteY389" fmla="*/ 547306 h 1795429"/>
                <a:gd name="connsiteX390" fmla="*/ 1047890 w 4011346"/>
                <a:gd name="connsiteY390" fmla="*/ 533957 h 1795429"/>
                <a:gd name="connsiteX391" fmla="*/ 1014517 w 4011346"/>
                <a:gd name="connsiteY391" fmla="*/ 587353 h 1795429"/>
                <a:gd name="connsiteX392" fmla="*/ 957784 w 4011346"/>
                <a:gd name="connsiteY392" fmla="*/ 533957 h 1795429"/>
                <a:gd name="connsiteX393" fmla="*/ 884365 w 4011346"/>
                <a:gd name="connsiteY393" fmla="*/ 497248 h 1795429"/>
                <a:gd name="connsiteX394" fmla="*/ 824295 w 4011346"/>
                <a:gd name="connsiteY394" fmla="*/ 473887 h 1795429"/>
                <a:gd name="connsiteX395" fmla="*/ 810946 w 4011346"/>
                <a:gd name="connsiteY395" fmla="*/ 510596 h 1795429"/>
                <a:gd name="connsiteX396" fmla="*/ 827633 w 4011346"/>
                <a:gd name="connsiteY396" fmla="*/ 547306 h 1795429"/>
                <a:gd name="connsiteX397" fmla="*/ 814284 w 4011346"/>
                <a:gd name="connsiteY397" fmla="*/ 570667 h 1795429"/>
                <a:gd name="connsiteX398" fmla="*/ 800935 w 4011346"/>
                <a:gd name="connsiteY398" fmla="*/ 587353 h 1795429"/>
                <a:gd name="connsiteX399" fmla="*/ 770900 w 4011346"/>
                <a:gd name="connsiteY399" fmla="*/ 530620 h 1795429"/>
                <a:gd name="connsiteX400" fmla="*/ 744202 w 4011346"/>
                <a:gd name="connsiteY400" fmla="*/ 567329 h 1795429"/>
                <a:gd name="connsiteX401" fmla="*/ 707492 w 4011346"/>
                <a:gd name="connsiteY401" fmla="*/ 560655 h 1795429"/>
                <a:gd name="connsiteX402" fmla="*/ 654097 w 4011346"/>
                <a:gd name="connsiteY402" fmla="*/ 597364 h 1795429"/>
                <a:gd name="connsiteX403" fmla="*/ 644085 w 4011346"/>
                <a:gd name="connsiteY403" fmla="*/ 574004 h 1795429"/>
                <a:gd name="connsiteX404" fmla="*/ 654097 w 4011346"/>
                <a:gd name="connsiteY404" fmla="*/ 537294 h 1795429"/>
                <a:gd name="connsiteX405" fmla="*/ 614050 w 4011346"/>
                <a:gd name="connsiteY405" fmla="*/ 574004 h 1795429"/>
                <a:gd name="connsiteX406" fmla="*/ 594027 w 4011346"/>
                <a:gd name="connsiteY406" fmla="*/ 574004 h 1795429"/>
                <a:gd name="connsiteX407" fmla="*/ 533957 w 4011346"/>
                <a:gd name="connsiteY407" fmla="*/ 607376 h 1795429"/>
                <a:gd name="connsiteX408" fmla="*/ 510596 w 4011346"/>
                <a:gd name="connsiteY408" fmla="*/ 630737 h 1795429"/>
                <a:gd name="connsiteX409" fmla="*/ 500584 w 4011346"/>
                <a:gd name="connsiteY409" fmla="*/ 677458 h 1795429"/>
                <a:gd name="connsiteX410" fmla="*/ 450526 w 4011346"/>
                <a:gd name="connsiteY410" fmla="*/ 664109 h 1795429"/>
                <a:gd name="connsiteX411" fmla="*/ 433840 w 4011346"/>
                <a:gd name="connsiteY411" fmla="*/ 627399 h 1795429"/>
                <a:gd name="connsiteX412" fmla="*/ 467212 w 4011346"/>
                <a:gd name="connsiteY412" fmla="*/ 597364 h 1795429"/>
                <a:gd name="connsiteX413" fmla="*/ 453863 w 4011346"/>
                <a:gd name="connsiteY413" fmla="*/ 574004 h 1795429"/>
                <a:gd name="connsiteX414" fmla="*/ 390456 w 4011346"/>
                <a:gd name="connsiteY414" fmla="*/ 543969 h 1795429"/>
                <a:gd name="connsiteX415" fmla="*/ 417154 w 4011346"/>
                <a:gd name="connsiteY415" fmla="*/ 594027 h 1795429"/>
                <a:gd name="connsiteX416" fmla="*/ 407142 w 4011346"/>
                <a:gd name="connsiteY416" fmla="*/ 637411 h 1795429"/>
                <a:gd name="connsiteX417" fmla="*/ 413817 w 4011346"/>
                <a:gd name="connsiteY417" fmla="*/ 674121 h 1795429"/>
                <a:gd name="connsiteX418" fmla="*/ 427165 w 4011346"/>
                <a:gd name="connsiteY418" fmla="*/ 697481 h 1795429"/>
                <a:gd name="connsiteX419" fmla="*/ 413817 w 4011346"/>
                <a:gd name="connsiteY419" fmla="*/ 727516 h 1795429"/>
                <a:gd name="connsiteX420" fmla="*/ 390456 w 4011346"/>
                <a:gd name="connsiteY420" fmla="*/ 704156 h 1795429"/>
                <a:gd name="connsiteX421" fmla="*/ 360421 w 4011346"/>
                <a:gd name="connsiteY421" fmla="*/ 700818 h 1795429"/>
                <a:gd name="connsiteX422" fmla="*/ 333723 w 4011346"/>
                <a:gd name="connsiteY422" fmla="*/ 740865 h 1795429"/>
                <a:gd name="connsiteX423" fmla="*/ 307025 w 4011346"/>
                <a:gd name="connsiteY423" fmla="*/ 760888 h 1795429"/>
                <a:gd name="connsiteX424" fmla="*/ 320374 w 4011346"/>
                <a:gd name="connsiteY424" fmla="*/ 787586 h 1795429"/>
                <a:gd name="connsiteX425" fmla="*/ 303688 w 4011346"/>
                <a:gd name="connsiteY425" fmla="*/ 810947 h 1795429"/>
                <a:gd name="connsiteX426" fmla="*/ 233606 w 4011346"/>
                <a:gd name="connsiteY426" fmla="*/ 774237 h 1795429"/>
                <a:gd name="connsiteX427" fmla="*/ 243618 w 4011346"/>
                <a:gd name="connsiteY427" fmla="*/ 824296 h 1795429"/>
                <a:gd name="connsiteX428" fmla="*/ 263641 w 4011346"/>
                <a:gd name="connsiteY428" fmla="*/ 844319 h 1795429"/>
                <a:gd name="connsiteX429" fmla="*/ 250292 w 4011346"/>
                <a:gd name="connsiteY429" fmla="*/ 857668 h 1795429"/>
                <a:gd name="connsiteX430" fmla="*/ 193560 w 4011346"/>
                <a:gd name="connsiteY430" fmla="*/ 820958 h 1795429"/>
                <a:gd name="connsiteX431" fmla="*/ 170199 w 4011346"/>
                <a:gd name="connsiteY431" fmla="*/ 780912 h 1795429"/>
                <a:gd name="connsiteX432" fmla="*/ 170199 w 4011346"/>
                <a:gd name="connsiteY432" fmla="*/ 734191 h 1795429"/>
                <a:gd name="connsiteX433" fmla="*/ 133490 w 4011346"/>
                <a:gd name="connsiteY433" fmla="*/ 657434 h 1795429"/>
                <a:gd name="connsiteX434" fmla="*/ 196897 w 4011346"/>
                <a:gd name="connsiteY434" fmla="*/ 687469 h 1795429"/>
                <a:gd name="connsiteX435" fmla="*/ 256967 w 4011346"/>
                <a:gd name="connsiteY435" fmla="*/ 717504 h 1795429"/>
                <a:gd name="connsiteX436" fmla="*/ 293676 w 4011346"/>
                <a:gd name="connsiteY436" fmla="*/ 720842 h 1795429"/>
                <a:gd name="connsiteX437" fmla="*/ 327049 w 4011346"/>
                <a:gd name="connsiteY437" fmla="*/ 690807 h 1795429"/>
                <a:gd name="connsiteX438" fmla="*/ 343735 w 4011346"/>
                <a:gd name="connsiteY438" fmla="*/ 654097 h 1795429"/>
                <a:gd name="connsiteX439" fmla="*/ 333723 w 4011346"/>
                <a:gd name="connsiteY439" fmla="*/ 604039 h 1795429"/>
                <a:gd name="connsiteX440" fmla="*/ 290339 w 4011346"/>
                <a:gd name="connsiteY440" fmla="*/ 584015 h 1795429"/>
                <a:gd name="connsiteX441" fmla="*/ 236944 w 4011346"/>
                <a:gd name="connsiteY441" fmla="*/ 537294 h 1795429"/>
                <a:gd name="connsiteX442" fmla="*/ 133490 w 4011346"/>
                <a:gd name="connsiteY442" fmla="*/ 480561 h 1795429"/>
                <a:gd name="connsiteX0" fmla="*/ 133490 w 4011346"/>
                <a:gd name="connsiteY0" fmla="*/ 480561 h 1795429"/>
                <a:gd name="connsiteX1" fmla="*/ 46722 w 4011346"/>
                <a:gd name="connsiteY1" fmla="*/ 510596 h 1795429"/>
                <a:gd name="connsiteX2" fmla="*/ 33373 w 4011346"/>
                <a:gd name="connsiteY2" fmla="*/ 540631 h 1795429"/>
                <a:gd name="connsiteX3" fmla="*/ 43384 w 4011346"/>
                <a:gd name="connsiteY3" fmla="*/ 570667 h 1795429"/>
                <a:gd name="connsiteX4" fmla="*/ 60071 w 4011346"/>
                <a:gd name="connsiteY4" fmla="*/ 597364 h 1795429"/>
                <a:gd name="connsiteX5" fmla="*/ 73419 w 4011346"/>
                <a:gd name="connsiteY5" fmla="*/ 627399 h 1795429"/>
                <a:gd name="connsiteX6" fmla="*/ 56733 w 4011346"/>
                <a:gd name="connsiteY6" fmla="*/ 650760 h 1795429"/>
                <a:gd name="connsiteX7" fmla="*/ 76757 w 4011346"/>
                <a:gd name="connsiteY7" fmla="*/ 730853 h 1795429"/>
                <a:gd name="connsiteX8" fmla="*/ 66745 w 4011346"/>
                <a:gd name="connsiteY8" fmla="*/ 747540 h 1795429"/>
                <a:gd name="connsiteX9" fmla="*/ 70082 w 4011346"/>
                <a:gd name="connsiteY9" fmla="*/ 774237 h 1795429"/>
                <a:gd name="connsiteX10" fmla="*/ 70082 w 4011346"/>
                <a:gd name="connsiteY10" fmla="*/ 814284 h 1795429"/>
                <a:gd name="connsiteX11" fmla="*/ 80094 w 4011346"/>
                <a:gd name="connsiteY11" fmla="*/ 834307 h 1795429"/>
                <a:gd name="connsiteX12" fmla="*/ 76757 w 4011346"/>
                <a:gd name="connsiteY12" fmla="*/ 857668 h 1795429"/>
                <a:gd name="connsiteX13" fmla="*/ 106792 w 4011346"/>
                <a:gd name="connsiteY13" fmla="*/ 891040 h 1795429"/>
                <a:gd name="connsiteX14" fmla="*/ 106792 w 4011346"/>
                <a:gd name="connsiteY14" fmla="*/ 921075 h 1795429"/>
                <a:gd name="connsiteX15" fmla="*/ 13349 w 4011346"/>
                <a:gd name="connsiteY15" fmla="*/ 1011180 h 1795429"/>
                <a:gd name="connsiteX16" fmla="*/ 33373 w 4011346"/>
                <a:gd name="connsiteY16" fmla="*/ 1044553 h 1795429"/>
                <a:gd name="connsiteX17" fmla="*/ 33373 w 4011346"/>
                <a:gd name="connsiteY17" fmla="*/ 1044553 h 1795429"/>
                <a:gd name="connsiteX18" fmla="*/ 16687 w 4011346"/>
                <a:gd name="connsiteY18" fmla="*/ 1074588 h 1795429"/>
                <a:gd name="connsiteX19" fmla="*/ 3338 w 4011346"/>
                <a:gd name="connsiteY19" fmla="*/ 1104623 h 1795429"/>
                <a:gd name="connsiteX20" fmla="*/ 0 w 4011346"/>
                <a:gd name="connsiteY20" fmla="*/ 1164693 h 1795429"/>
                <a:gd name="connsiteX21" fmla="*/ 16687 w 4011346"/>
                <a:gd name="connsiteY21" fmla="*/ 1208077 h 1795429"/>
                <a:gd name="connsiteX22" fmla="*/ 20024 w 4011346"/>
                <a:gd name="connsiteY22" fmla="*/ 1241449 h 1795429"/>
                <a:gd name="connsiteX23" fmla="*/ 56733 w 4011346"/>
                <a:gd name="connsiteY23" fmla="*/ 1251461 h 1795429"/>
                <a:gd name="connsiteX24" fmla="*/ 116803 w 4011346"/>
                <a:gd name="connsiteY24" fmla="*/ 1338229 h 1795429"/>
                <a:gd name="connsiteX25" fmla="*/ 96780 w 4011346"/>
                <a:gd name="connsiteY25" fmla="*/ 1361589 h 1795429"/>
                <a:gd name="connsiteX26" fmla="*/ 93443 w 4011346"/>
                <a:gd name="connsiteY26" fmla="*/ 1391624 h 1795429"/>
                <a:gd name="connsiteX27" fmla="*/ 120141 w 4011346"/>
                <a:gd name="connsiteY27" fmla="*/ 1394961 h 1795429"/>
                <a:gd name="connsiteX28" fmla="*/ 160187 w 4011346"/>
                <a:gd name="connsiteY28" fmla="*/ 1408310 h 1795429"/>
                <a:gd name="connsiteX29" fmla="*/ 186885 w 4011346"/>
                <a:gd name="connsiteY29" fmla="*/ 1421659 h 1795429"/>
                <a:gd name="connsiteX30" fmla="*/ 213583 w 4011346"/>
                <a:gd name="connsiteY30" fmla="*/ 1451694 h 1795429"/>
                <a:gd name="connsiteX31" fmla="*/ 243618 w 4011346"/>
                <a:gd name="connsiteY31" fmla="*/ 1455031 h 1795429"/>
                <a:gd name="connsiteX32" fmla="*/ 287002 w 4011346"/>
                <a:gd name="connsiteY32" fmla="*/ 1485067 h 1795429"/>
                <a:gd name="connsiteX33" fmla="*/ 310363 w 4011346"/>
                <a:gd name="connsiteY33" fmla="*/ 1495078 h 1795429"/>
                <a:gd name="connsiteX34" fmla="*/ 310363 w 4011346"/>
                <a:gd name="connsiteY34" fmla="*/ 1531788 h 1795429"/>
                <a:gd name="connsiteX35" fmla="*/ 270316 w 4011346"/>
                <a:gd name="connsiteY35" fmla="*/ 1571834 h 1795429"/>
                <a:gd name="connsiteX36" fmla="*/ 280327 w 4011346"/>
                <a:gd name="connsiteY36" fmla="*/ 1595195 h 1795429"/>
                <a:gd name="connsiteX37" fmla="*/ 273653 w 4011346"/>
                <a:gd name="connsiteY37" fmla="*/ 1615218 h 1795429"/>
                <a:gd name="connsiteX38" fmla="*/ 266979 w 4011346"/>
                <a:gd name="connsiteY38" fmla="*/ 1631904 h 1795429"/>
                <a:gd name="connsiteX39" fmla="*/ 240281 w 4011346"/>
                <a:gd name="connsiteY39" fmla="*/ 1671951 h 1795429"/>
                <a:gd name="connsiteX40" fmla="*/ 307025 w 4011346"/>
                <a:gd name="connsiteY40" fmla="*/ 1708661 h 1795429"/>
                <a:gd name="connsiteX41" fmla="*/ 337060 w 4011346"/>
                <a:gd name="connsiteY41" fmla="*/ 1715335 h 1795429"/>
                <a:gd name="connsiteX42" fmla="*/ 360421 w 4011346"/>
                <a:gd name="connsiteY42" fmla="*/ 1722010 h 1795429"/>
                <a:gd name="connsiteX43" fmla="*/ 380444 w 4011346"/>
                <a:gd name="connsiteY43" fmla="*/ 1728684 h 1795429"/>
                <a:gd name="connsiteX44" fmla="*/ 407142 w 4011346"/>
                <a:gd name="connsiteY44" fmla="*/ 1748707 h 1795429"/>
                <a:gd name="connsiteX45" fmla="*/ 437177 w 4011346"/>
                <a:gd name="connsiteY45" fmla="*/ 1745370 h 1795429"/>
                <a:gd name="connsiteX46" fmla="*/ 507259 w 4011346"/>
                <a:gd name="connsiteY46" fmla="*/ 1795429 h 1795429"/>
                <a:gd name="connsiteX47" fmla="*/ 517271 w 4011346"/>
                <a:gd name="connsiteY47" fmla="*/ 1782080 h 1795429"/>
                <a:gd name="connsiteX48" fmla="*/ 507259 w 4011346"/>
                <a:gd name="connsiteY48" fmla="*/ 1742033 h 1795429"/>
                <a:gd name="connsiteX49" fmla="*/ 500584 w 4011346"/>
                <a:gd name="connsiteY49" fmla="*/ 1708661 h 1795429"/>
                <a:gd name="connsiteX50" fmla="*/ 483898 w 4011346"/>
                <a:gd name="connsiteY50" fmla="*/ 1665277 h 1795429"/>
                <a:gd name="connsiteX51" fmla="*/ 513933 w 4011346"/>
                <a:gd name="connsiteY51" fmla="*/ 1645253 h 1795429"/>
                <a:gd name="connsiteX52" fmla="*/ 547306 w 4011346"/>
                <a:gd name="connsiteY52" fmla="*/ 1621893 h 1795429"/>
                <a:gd name="connsiteX53" fmla="*/ 527282 w 4011346"/>
                <a:gd name="connsiteY53" fmla="*/ 1605207 h 1795429"/>
                <a:gd name="connsiteX54" fmla="*/ 517271 w 4011346"/>
                <a:gd name="connsiteY54" fmla="*/ 1571834 h 1795429"/>
                <a:gd name="connsiteX55" fmla="*/ 480561 w 4011346"/>
                <a:gd name="connsiteY55" fmla="*/ 1555148 h 1795429"/>
                <a:gd name="connsiteX56" fmla="*/ 470549 w 4011346"/>
                <a:gd name="connsiteY56" fmla="*/ 1535125 h 1795429"/>
                <a:gd name="connsiteX57" fmla="*/ 480561 w 4011346"/>
                <a:gd name="connsiteY57" fmla="*/ 1505090 h 1795429"/>
                <a:gd name="connsiteX58" fmla="*/ 490573 w 4011346"/>
                <a:gd name="connsiteY58" fmla="*/ 1465043 h 1795429"/>
                <a:gd name="connsiteX59" fmla="*/ 513933 w 4011346"/>
                <a:gd name="connsiteY59" fmla="*/ 1485067 h 1795429"/>
                <a:gd name="connsiteX60" fmla="*/ 520608 w 4011346"/>
                <a:gd name="connsiteY60" fmla="*/ 1468380 h 1795429"/>
                <a:gd name="connsiteX61" fmla="*/ 543968 w 4011346"/>
                <a:gd name="connsiteY61" fmla="*/ 1431671 h 1795429"/>
                <a:gd name="connsiteX62" fmla="*/ 574003 w 4011346"/>
                <a:gd name="connsiteY62" fmla="*/ 1414985 h 1795429"/>
                <a:gd name="connsiteX63" fmla="*/ 590690 w 4011346"/>
                <a:gd name="connsiteY63" fmla="*/ 1428334 h 1795429"/>
                <a:gd name="connsiteX64" fmla="*/ 610713 w 4011346"/>
                <a:gd name="connsiteY64" fmla="*/ 1401636 h 1795429"/>
                <a:gd name="connsiteX65" fmla="*/ 630736 w 4011346"/>
                <a:gd name="connsiteY65" fmla="*/ 1428334 h 1795429"/>
                <a:gd name="connsiteX66" fmla="*/ 657434 w 4011346"/>
                <a:gd name="connsiteY66" fmla="*/ 1451694 h 1795429"/>
                <a:gd name="connsiteX67" fmla="*/ 674120 w 4011346"/>
                <a:gd name="connsiteY67" fmla="*/ 1458369 h 1795429"/>
                <a:gd name="connsiteX68" fmla="*/ 697481 w 4011346"/>
                <a:gd name="connsiteY68" fmla="*/ 1458369 h 1795429"/>
                <a:gd name="connsiteX69" fmla="*/ 717504 w 4011346"/>
                <a:gd name="connsiteY69" fmla="*/ 1445020 h 1795429"/>
                <a:gd name="connsiteX70" fmla="*/ 744202 w 4011346"/>
                <a:gd name="connsiteY70" fmla="*/ 1445020 h 1795429"/>
                <a:gd name="connsiteX71" fmla="*/ 760888 w 4011346"/>
                <a:gd name="connsiteY71" fmla="*/ 1441683 h 1795429"/>
                <a:gd name="connsiteX72" fmla="*/ 790923 w 4011346"/>
                <a:gd name="connsiteY72" fmla="*/ 1475055 h 1795429"/>
                <a:gd name="connsiteX73" fmla="*/ 797598 w 4011346"/>
                <a:gd name="connsiteY73" fmla="*/ 1448357 h 1795429"/>
                <a:gd name="connsiteX74" fmla="*/ 817621 w 4011346"/>
                <a:gd name="connsiteY74" fmla="*/ 1465043 h 1795429"/>
                <a:gd name="connsiteX75" fmla="*/ 837644 w 4011346"/>
                <a:gd name="connsiteY75" fmla="*/ 1441683 h 1795429"/>
                <a:gd name="connsiteX76" fmla="*/ 827633 w 4011346"/>
                <a:gd name="connsiteY76" fmla="*/ 1421659 h 1795429"/>
                <a:gd name="connsiteX77" fmla="*/ 810946 w 4011346"/>
                <a:gd name="connsiteY77" fmla="*/ 1408310 h 1795429"/>
                <a:gd name="connsiteX78" fmla="*/ 810946 w 4011346"/>
                <a:gd name="connsiteY78" fmla="*/ 1381613 h 1795429"/>
                <a:gd name="connsiteX79" fmla="*/ 810946 w 4011346"/>
                <a:gd name="connsiteY79" fmla="*/ 1368264 h 1795429"/>
                <a:gd name="connsiteX80" fmla="*/ 830970 w 4011346"/>
                <a:gd name="connsiteY80" fmla="*/ 1364926 h 1795429"/>
                <a:gd name="connsiteX81" fmla="*/ 840981 w 4011346"/>
                <a:gd name="connsiteY81" fmla="*/ 1361589 h 1795429"/>
                <a:gd name="connsiteX82" fmla="*/ 820958 w 4011346"/>
                <a:gd name="connsiteY82" fmla="*/ 1324880 h 1795429"/>
                <a:gd name="connsiteX83" fmla="*/ 854330 w 4011346"/>
                <a:gd name="connsiteY83" fmla="*/ 1318205 h 1795429"/>
                <a:gd name="connsiteX84" fmla="*/ 891040 w 4011346"/>
                <a:gd name="connsiteY84" fmla="*/ 1324880 h 1795429"/>
                <a:gd name="connsiteX85" fmla="*/ 964459 w 4011346"/>
                <a:gd name="connsiteY85" fmla="*/ 1281496 h 1795429"/>
                <a:gd name="connsiteX86" fmla="*/ 1001168 w 4011346"/>
                <a:gd name="connsiteY86" fmla="*/ 1281496 h 1795429"/>
                <a:gd name="connsiteX87" fmla="*/ 1027866 w 4011346"/>
                <a:gd name="connsiteY87" fmla="*/ 1258135 h 1795429"/>
                <a:gd name="connsiteX88" fmla="*/ 1047890 w 4011346"/>
                <a:gd name="connsiteY88" fmla="*/ 1268147 h 1795429"/>
                <a:gd name="connsiteX89" fmla="*/ 1067913 w 4011346"/>
                <a:gd name="connsiteY89" fmla="*/ 1278158 h 1795429"/>
                <a:gd name="connsiteX90" fmla="*/ 1087936 w 4011346"/>
                <a:gd name="connsiteY90" fmla="*/ 1304856 h 1795429"/>
                <a:gd name="connsiteX91" fmla="*/ 1074587 w 4011346"/>
                <a:gd name="connsiteY91" fmla="*/ 1318205 h 1795429"/>
                <a:gd name="connsiteX92" fmla="*/ 1104622 w 4011346"/>
                <a:gd name="connsiteY92" fmla="*/ 1318205 h 1795429"/>
                <a:gd name="connsiteX93" fmla="*/ 1107960 w 4011346"/>
                <a:gd name="connsiteY93" fmla="*/ 1334891 h 1795429"/>
                <a:gd name="connsiteX94" fmla="*/ 1121309 w 4011346"/>
                <a:gd name="connsiteY94" fmla="*/ 1318205 h 1795429"/>
                <a:gd name="connsiteX95" fmla="*/ 1134657 w 4011346"/>
                <a:gd name="connsiteY95" fmla="*/ 1331554 h 1795429"/>
                <a:gd name="connsiteX96" fmla="*/ 1134657 w 4011346"/>
                <a:gd name="connsiteY96" fmla="*/ 1351577 h 1795429"/>
                <a:gd name="connsiteX97" fmla="*/ 1148006 w 4011346"/>
                <a:gd name="connsiteY97" fmla="*/ 1348240 h 1795429"/>
                <a:gd name="connsiteX98" fmla="*/ 1208076 w 4011346"/>
                <a:gd name="connsiteY98" fmla="*/ 1301519 h 1795429"/>
                <a:gd name="connsiteX99" fmla="*/ 1211414 w 4011346"/>
                <a:gd name="connsiteY99" fmla="*/ 1321542 h 1795429"/>
                <a:gd name="connsiteX100" fmla="*/ 1244786 w 4011346"/>
                <a:gd name="connsiteY100" fmla="*/ 1341566 h 1795429"/>
                <a:gd name="connsiteX101" fmla="*/ 1264809 w 4011346"/>
                <a:gd name="connsiteY101" fmla="*/ 1371601 h 1795429"/>
                <a:gd name="connsiteX102" fmla="*/ 1298181 w 4011346"/>
                <a:gd name="connsiteY102" fmla="*/ 1478392 h 1795429"/>
                <a:gd name="connsiteX103" fmla="*/ 1308193 w 4011346"/>
                <a:gd name="connsiteY103" fmla="*/ 1435008 h 1795429"/>
                <a:gd name="connsiteX104" fmla="*/ 1344903 w 4011346"/>
                <a:gd name="connsiteY104" fmla="*/ 1455031 h 1795429"/>
                <a:gd name="connsiteX105" fmla="*/ 1388287 w 4011346"/>
                <a:gd name="connsiteY105" fmla="*/ 1455031 h 1795429"/>
                <a:gd name="connsiteX106" fmla="*/ 1394961 w 4011346"/>
                <a:gd name="connsiteY106" fmla="*/ 1478392 h 1795429"/>
                <a:gd name="connsiteX107" fmla="*/ 1435008 w 4011346"/>
                <a:gd name="connsiteY107" fmla="*/ 1501753 h 1795429"/>
                <a:gd name="connsiteX108" fmla="*/ 1465043 w 4011346"/>
                <a:gd name="connsiteY108" fmla="*/ 1501753 h 1795429"/>
                <a:gd name="connsiteX109" fmla="*/ 1491741 w 4011346"/>
                <a:gd name="connsiteY109" fmla="*/ 1515102 h 1795429"/>
                <a:gd name="connsiteX110" fmla="*/ 1535125 w 4011346"/>
                <a:gd name="connsiteY110" fmla="*/ 1471718 h 1795429"/>
                <a:gd name="connsiteX111" fmla="*/ 1571834 w 4011346"/>
                <a:gd name="connsiteY111" fmla="*/ 1451694 h 1795429"/>
                <a:gd name="connsiteX112" fmla="*/ 1608544 w 4011346"/>
                <a:gd name="connsiteY112" fmla="*/ 1455031 h 1795429"/>
                <a:gd name="connsiteX113" fmla="*/ 1655265 w 4011346"/>
                <a:gd name="connsiteY113" fmla="*/ 1468380 h 1795429"/>
                <a:gd name="connsiteX114" fmla="*/ 1681963 w 4011346"/>
                <a:gd name="connsiteY114" fmla="*/ 1485067 h 1795429"/>
                <a:gd name="connsiteX115" fmla="*/ 1735358 w 4011346"/>
                <a:gd name="connsiteY115" fmla="*/ 1478392 h 1795429"/>
                <a:gd name="connsiteX116" fmla="*/ 1745370 w 4011346"/>
                <a:gd name="connsiteY116" fmla="*/ 1458369 h 1795429"/>
                <a:gd name="connsiteX117" fmla="*/ 1738695 w 4011346"/>
                <a:gd name="connsiteY117" fmla="*/ 1438345 h 1795429"/>
                <a:gd name="connsiteX118" fmla="*/ 1765393 w 4011346"/>
                <a:gd name="connsiteY118" fmla="*/ 1411648 h 1795429"/>
                <a:gd name="connsiteX119" fmla="*/ 1778742 w 4011346"/>
                <a:gd name="connsiteY119" fmla="*/ 1408310 h 1795429"/>
                <a:gd name="connsiteX120" fmla="*/ 1812114 w 4011346"/>
                <a:gd name="connsiteY120" fmla="*/ 1424996 h 1795429"/>
                <a:gd name="connsiteX121" fmla="*/ 1852161 w 4011346"/>
                <a:gd name="connsiteY121" fmla="*/ 1438345 h 1795429"/>
                <a:gd name="connsiteX122" fmla="*/ 1858836 w 4011346"/>
                <a:gd name="connsiteY122" fmla="*/ 1465043 h 1795429"/>
                <a:gd name="connsiteX123" fmla="*/ 1872184 w 4011346"/>
                <a:gd name="connsiteY123" fmla="*/ 1471718 h 1795429"/>
                <a:gd name="connsiteX124" fmla="*/ 1902219 w 4011346"/>
                <a:gd name="connsiteY124" fmla="*/ 1475055 h 1795429"/>
                <a:gd name="connsiteX125" fmla="*/ 1932254 w 4011346"/>
                <a:gd name="connsiteY125" fmla="*/ 1458369 h 1795429"/>
                <a:gd name="connsiteX126" fmla="*/ 1962290 w 4011346"/>
                <a:gd name="connsiteY126" fmla="*/ 1471718 h 1795429"/>
                <a:gd name="connsiteX127" fmla="*/ 1985650 w 4011346"/>
                <a:gd name="connsiteY127" fmla="*/ 1485067 h 1795429"/>
                <a:gd name="connsiteX128" fmla="*/ 1995662 w 4011346"/>
                <a:gd name="connsiteY128" fmla="*/ 1495078 h 1795429"/>
                <a:gd name="connsiteX129" fmla="*/ 2032371 w 4011346"/>
                <a:gd name="connsiteY129" fmla="*/ 1515102 h 1795429"/>
                <a:gd name="connsiteX130" fmla="*/ 2069081 w 4011346"/>
                <a:gd name="connsiteY130" fmla="*/ 1511764 h 1795429"/>
                <a:gd name="connsiteX131" fmla="*/ 2142500 w 4011346"/>
                <a:gd name="connsiteY131" fmla="*/ 1468380 h 1795429"/>
                <a:gd name="connsiteX132" fmla="*/ 2195895 w 4011346"/>
                <a:gd name="connsiteY132" fmla="*/ 1481729 h 1795429"/>
                <a:gd name="connsiteX133" fmla="*/ 2225930 w 4011346"/>
                <a:gd name="connsiteY133" fmla="*/ 1491741 h 1795429"/>
                <a:gd name="connsiteX134" fmla="*/ 2259303 w 4011346"/>
                <a:gd name="connsiteY134" fmla="*/ 1478392 h 1795429"/>
                <a:gd name="connsiteX135" fmla="*/ 2262640 w 4011346"/>
                <a:gd name="connsiteY135" fmla="*/ 1451694 h 1795429"/>
                <a:gd name="connsiteX136" fmla="*/ 2282663 w 4011346"/>
                <a:gd name="connsiteY136" fmla="*/ 1421659 h 1795429"/>
                <a:gd name="connsiteX137" fmla="*/ 2299349 w 4011346"/>
                <a:gd name="connsiteY137" fmla="*/ 1368264 h 1795429"/>
                <a:gd name="connsiteX138" fmla="*/ 2282663 w 4011346"/>
                <a:gd name="connsiteY138" fmla="*/ 1371601 h 1795429"/>
                <a:gd name="connsiteX139" fmla="*/ 2312698 w 4011346"/>
                <a:gd name="connsiteY139" fmla="*/ 1344903 h 1795429"/>
                <a:gd name="connsiteX140" fmla="*/ 2339396 w 4011346"/>
                <a:gd name="connsiteY140" fmla="*/ 1341566 h 1795429"/>
                <a:gd name="connsiteX141" fmla="*/ 2396129 w 4011346"/>
                <a:gd name="connsiteY141" fmla="*/ 1351577 h 1795429"/>
                <a:gd name="connsiteX142" fmla="*/ 2436176 w 4011346"/>
                <a:gd name="connsiteY142" fmla="*/ 1378275 h 1795429"/>
                <a:gd name="connsiteX143" fmla="*/ 2462873 w 4011346"/>
                <a:gd name="connsiteY143" fmla="*/ 1408310 h 1795429"/>
                <a:gd name="connsiteX144" fmla="*/ 2469548 w 4011346"/>
                <a:gd name="connsiteY144" fmla="*/ 1445020 h 1795429"/>
                <a:gd name="connsiteX145" fmla="*/ 2476222 w 4011346"/>
                <a:gd name="connsiteY145" fmla="*/ 1485067 h 1795429"/>
                <a:gd name="connsiteX146" fmla="*/ 2486234 w 4011346"/>
                <a:gd name="connsiteY146" fmla="*/ 1505090 h 1795429"/>
                <a:gd name="connsiteX147" fmla="*/ 2529618 w 4011346"/>
                <a:gd name="connsiteY147" fmla="*/ 1518439 h 1795429"/>
                <a:gd name="connsiteX148" fmla="*/ 2549641 w 4011346"/>
                <a:gd name="connsiteY148" fmla="*/ 1538462 h 1795429"/>
                <a:gd name="connsiteX149" fmla="*/ 2562990 w 4011346"/>
                <a:gd name="connsiteY149" fmla="*/ 1571834 h 1795429"/>
                <a:gd name="connsiteX150" fmla="*/ 2586351 w 4011346"/>
                <a:gd name="connsiteY150" fmla="*/ 1565160 h 1795429"/>
                <a:gd name="connsiteX151" fmla="*/ 2606374 w 4011346"/>
                <a:gd name="connsiteY151" fmla="*/ 1555148 h 1795429"/>
                <a:gd name="connsiteX152" fmla="*/ 2639746 w 4011346"/>
                <a:gd name="connsiteY152" fmla="*/ 1538462 h 1795429"/>
                <a:gd name="connsiteX153" fmla="*/ 2643084 w 4011346"/>
                <a:gd name="connsiteY153" fmla="*/ 1555148 h 1795429"/>
                <a:gd name="connsiteX154" fmla="*/ 2626398 w 4011346"/>
                <a:gd name="connsiteY154" fmla="*/ 1585183 h 1795429"/>
                <a:gd name="connsiteX155" fmla="*/ 2616386 w 4011346"/>
                <a:gd name="connsiteY155" fmla="*/ 1621893 h 1795429"/>
                <a:gd name="connsiteX156" fmla="*/ 2603037 w 4011346"/>
                <a:gd name="connsiteY156" fmla="*/ 1675288 h 1795429"/>
                <a:gd name="connsiteX157" fmla="*/ 2579676 w 4011346"/>
                <a:gd name="connsiteY157" fmla="*/ 1648591 h 1795429"/>
                <a:gd name="connsiteX158" fmla="*/ 2552979 w 4011346"/>
                <a:gd name="connsiteY158" fmla="*/ 1671951 h 1795429"/>
                <a:gd name="connsiteX159" fmla="*/ 2559653 w 4011346"/>
                <a:gd name="connsiteY159" fmla="*/ 1698649 h 1795429"/>
                <a:gd name="connsiteX160" fmla="*/ 2559653 w 4011346"/>
                <a:gd name="connsiteY160" fmla="*/ 1735358 h 1795429"/>
                <a:gd name="connsiteX161" fmla="*/ 2549641 w 4011346"/>
                <a:gd name="connsiteY161" fmla="*/ 1755382 h 1795429"/>
                <a:gd name="connsiteX162" fmla="*/ 2589688 w 4011346"/>
                <a:gd name="connsiteY162" fmla="*/ 1735358 h 1795429"/>
                <a:gd name="connsiteX163" fmla="*/ 2626398 w 4011346"/>
                <a:gd name="connsiteY163" fmla="*/ 1745370 h 1795429"/>
                <a:gd name="connsiteX164" fmla="*/ 2653095 w 4011346"/>
                <a:gd name="connsiteY164" fmla="*/ 1722010 h 1795429"/>
                <a:gd name="connsiteX165" fmla="*/ 2683130 w 4011346"/>
                <a:gd name="connsiteY165" fmla="*/ 1668614 h 1795429"/>
                <a:gd name="connsiteX166" fmla="*/ 2753212 w 4011346"/>
                <a:gd name="connsiteY166" fmla="*/ 1581846 h 1795429"/>
                <a:gd name="connsiteX167" fmla="*/ 2783247 w 4011346"/>
                <a:gd name="connsiteY167" fmla="*/ 1511764 h 1795429"/>
                <a:gd name="connsiteX168" fmla="*/ 2803271 w 4011346"/>
                <a:gd name="connsiteY168" fmla="*/ 1408310 h 1795429"/>
                <a:gd name="connsiteX169" fmla="*/ 2793259 w 4011346"/>
                <a:gd name="connsiteY169" fmla="*/ 1358252 h 1795429"/>
                <a:gd name="connsiteX170" fmla="*/ 2769898 w 4011346"/>
                <a:gd name="connsiteY170" fmla="*/ 1324880 h 1795429"/>
                <a:gd name="connsiteX171" fmla="*/ 2726514 w 4011346"/>
                <a:gd name="connsiteY171" fmla="*/ 1324880 h 1795429"/>
                <a:gd name="connsiteX172" fmla="*/ 2699817 w 4011346"/>
                <a:gd name="connsiteY172" fmla="*/ 1324880 h 1795429"/>
                <a:gd name="connsiteX173" fmla="*/ 2683130 w 4011346"/>
                <a:gd name="connsiteY173" fmla="*/ 1304856 h 1795429"/>
                <a:gd name="connsiteX174" fmla="*/ 2669781 w 4011346"/>
                <a:gd name="connsiteY174" fmla="*/ 1284833 h 1795429"/>
                <a:gd name="connsiteX175" fmla="*/ 2763224 w 4011346"/>
                <a:gd name="connsiteY175" fmla="*/ 1168030 h 1795429"/>
                <a:gd name="connsiteX176" fmla="*/ 2846654 w 4011346"/>
                <a:gd name="connsiteY176" fmla="*/ 1101286 h 1795429"/>
                <a:gd name="connsiteX177" fmla="*/ 2890038 w 4011346"/>
                <a:gd name="connsiteY177" fmla="*/ 1077925 h 1795429"/>
                <a:gd name="connsiteX178" fmla="*/ 2933422 w 4011346"/>
                <a:gd name="connsiteY178" fmla="*/ 1097948 h 1795429"/>
                <a:gd name="connsiteX179" fmla="*/ 2950109 w 4011346"/>
                <a:gd name="connsiteY179" fmla="*/ 1081262 h 1795429"/>
                <a:gd name="connsiteX180" fmla="*/ 2993492 w 4011346"/>
                <a:gd name="connsiteY180" fmla="*/ 1097948 h 1795429"/>
                <a:gd name="connsiteX181" fmla="*/ 3006841 w 4011346"/>
                <a:gd name="connsiteY181" fmla="*/ 1064576 h 1795429"/>
                <a:gd name="connsiteX182" fmla="*/ 3053563 w 4011346"/>
                <a:gd name="connsiteY182" fmla="*/ 1074588 h 1795429"/>
                <a:gd name="connsiteX183" fmla="*/ 3070249 w 4011346"/>
                <a:gd name="connsiteY183" fmla="*/ 1091274 h 1795429"/>
                <a:gd name="connsiteX184" fmla="*/ 3060237 w 4011346"/>
                <a:gd name="connsiteY184" fmla="*/ 1111297 h 1795429"/>
                <a:gd name="connsiteX185" fmla="*/ 3123644 w 4011346"/>
                <a:gd name="connsiteY185" fmla="*/ 1094611 h 1795429"/>
                <a:gd name="connsiteX186" fmla="*/ 3140330 w 4011346"/>
                <a:gd name="connsiteY186" fmla="*/ 1081262 h 1795429"/>
                <a:gd name="connsiteX187" fmla="*/ 3123644 w 4011346"/>
                <a:gd name="connsiteY187" fmla="*/ 1067913 h 1795429"/>
                <a:gd name="connsiteX188" fmla="*/ 3143668 w 4011346"/>
                <a:gd name="connsiteY188" fmla="*/ 1027867 h 1795429"/>
                <a:gd name="connsiteX189" fmla="*/ 3190389 w 4011346"/>
                <a:gd name="connsiteY189" fmla="*/ 957785 h 1795429"/>
                <a:gd name="connsiteX190" fmla="*/ 3233773 w 4011346"/>
                <a:gd name="connsiteY190" fmla="*/ 954448 h 1795429"/>
                <a:gd name="connsiteX191" fmla="*/ 3273819 w 4011346"/>
                <a:gd name="connsiteY191" fmla="*/ 964459 h 1795429"/>
                <a:gd name="connsiteX192" fmla="*/ 3277157 w 4011346"/>
                <a:gd name="connsiteY192" fmla="*/ 1021192 h 1795429"/>
                <a:gd name="connsiteX193" fmla="*/ 3320541 w 4011346"/>
                <a:gd name="connsiteY193" fmla="*/ 977808 h 1795429"/>
                <a:gd name="connsiteX194" fmla="*/ 3343901 w 4011346"/>
                <a:gd name="connsiteY194" fmla="*/ 961122 h 1795429"/>
                <a:gd name="connsiteX195" fmla="*/ 3350576 w 4011346"/>
                <a:gd name="connsiteY195" fmla="*/ 927750 h 1795429"/>
                <a:gd name="connsiteX196" fmla="*/ 3377273 w 4011346"/>
                <a:gd name="connsiteY196" fmla="*/ 911064 h 1795429"/>
                <a:gd name="connsiteX197" fmla="*/ 3407309 w 4011346"/>
                <a:gd name="connsiteY197" fmla="*/ 921075 h 1795429"/>
                <a:gd name="connsiteX198" fmla="*/ 3373936 w 4011346"/>
                <a:gd name="connsiteY198" fmla="*/ 951110 h 1795429"/>
                <a:gd name="connsiteX199" fmla="*/ 3360587 w 4011346"/>
                <a:gd name="connsiteY199" fmla="*/ 1001169 h 1795429"/>
                <a:gd name="connsiteX200" fmla="*/ 3323878 w 4011346"/>
                <a:gd name="connsiteY200" fmla="*/ 1041215 h 1795429"/>
                <a:gd name="connsiteX201" fmla="*/ 3210412 w 4011346"/>
                <a:gd name="connsiteY201" fmla="*/ 1137995 h 1795429"/>
                <a:gd name="connsiteX202" fmla="*/ 3163691 w 4011346"/>
                <a:gd name="connsiteY202" fmla="*/ 1208077 h 1795429"/>
                <a:gd name="connsiteX203" fmla="*/ 3160354 w 4011346"/>
                <a:gd name="connsiteY203" fmla="*/ 1281496 h 1795429"/>
                <a:gd name="connsiteX204" fmla="*/ 3170365 w 4011346"/>
                <a:gd name="connsiteY204" fmla="*/ 1371601 h 1795429"/>
                <a:gd name="connsiteX205" fmla="*/ 3190389 w 4011346"/>
                <a:gd name="connsiteY205" fmla="*/ 1435008 h 1795429"/>
                <a:gd name="connsiteX206" fmla="*/ 3217087 w 4011346"/>
                <a:gd name="connsiteY206" fmla="*/ 1424996 h 1795429"/>
                <a:gd name="connsiteX207" fmla="*/ 3240447 w 4011346"/>
                <a:gd name="connsiteY207" fmla="*/ 1358252 h 1795429"/>
                <a:gd name="connsiteX208" fmla="*/ 3270482 w 4011346"/>
                <a:gd name="connsiteY208" fmla="*/ 1354915 h 1795429"/>
                <a:gd name="connsiteX209" fmla="*/ 3287168 w 4011346"/>
                <a:gd name="connsiteY209" fmla="*/ 1294845 h 1795429"/>
                <a:gd name="connsiteX210" fmla="*/ 3313866 w 4011346"/>
                <a:gd name="connsiteY210" fmla="*/ 1284833 h 1795429"/>
                <a:gd name="connsiteX211" fmla="*/ 3313866 w 4011346"/>
                <a:gd name="connsiteY211" fmla="*/ 1254798 h 1795429"/>
                <a:gd name="connsiteX212" fmla="*/ 3337227 w 4011346"/>
                <a:gd name="connsiteY212" fmla="*/ 1218088 h 1795429"/>
                <a:gd name="connsiteX213" fmla="*/ 3330552 w 4011346"/>
                <a:gd name="connsiteY213" fmla="*/ 1174704 h 1795429"/>
                <a:gd name="connsiteX214" fmla="*/ 3333890 w 4011346"/>
                <a:gd name="connsiteY214" fmla="*/ 1144669 h 1795429"/>
                <a:gd name="connsiteX215" fmla="*/ 3323878 w 4011346"/>
                <a:gd name="connsiteY215" fmla="*/ 1134658 h 1795429"/>
                <a:gd name="connsiteX216" fmla="*/ 3363925 w 4011346"/>
                <a:gd name="connsiteY216" fmla="*/ 1047890 h 1795429"/>
                <a:gd name="connsiteX217" fmla="*/ 3383948 w 4011346"/>
                <a:gd name="connsiteY217" fmla="*/ 1057902 h 1795429"/>
                <a:gd name="connsiteX218" fmla="*/ 3410646 w 4011346"/>
                <a:gd name="connsiteY218" fmla="*/ 1031204 h 1795429"/>
                <a:gd name="connsiteX219" fmla="*/ 3420657 w 4011346"/>
                <a:gd name="connsiteY219" fmla="*/ 1057902 h 1795429"/>
                <a:gd name="connsiteX220" fmla="*/ 3447355 w 4011346"/>
                <a:gd name="connsiteY220" fmla="*/ 1041215 h 1795429"/>
                <a:gd name="connsiteX221" fmla="*/ 3477390 w 4011346"/>
                <a:gd name="connsiteY221" fmla="*/ 1031204 h 1795429"/>
                <a:gd name="connsiteX222" fmla="*/ 3514100 w 4011346"/>
                <a:gd name="connsiteY222" fmla="*/ 1057902 h 1795429"/>
                <a:gd name="connsiteX223" fmla="*/ 3574170 w 4011346"/>
                <a:gd name="connsiteY223" fmla="*/ 991157 h 1795429"/>
                <a:gd name="connsiteX224" fmla="*/ 3637577 w 4011346"/>
                <a:gd name="connsiteY224" fmla="*/ 944436 h 1795429"/>
                <a:gd name="connsiteX225" fmla="*/ 3690973 w 4011346"/>
                <a:gd name="connsiteY225" fmla="*/ 907726 h 1795429"/>
                <a:gd name="connsiteX226" fmla="*/ 3741031 w 4011346"/>
                <a:gd name="connsiteY226" fmla="*/ 934424 h 1795429"/>
                <a:gd name="connsiteX227" fmla="*/ 3751043 w 4011346"/>
                <a:gd name="connsiteY227" fmla="*/ 907726 h 1795429"/>
                <a:gd name="connsiteX228" fmla="*/ 3727682 w 4011346"/>
                <a:gd name="connsiteY228" fmla="*/ 840982 h 1795429"/>
                <a:gd name="connsiteX229" fmla="*/ 3700984 w 4011346"/>
                <a:gd name="connsiteY229" fmla="*/ 824296 h 1795429"/>
                <a:gd name="connsiteX230" fmla="*/ 3697647 w 4011346"/>
                <a:gd name="connsiteY230" fmla="*/ 794261 h 1795429"/>
                <a:gd name="connsiteX231" fmla="*/ 3751043 w 4011346"/>
                <a:gd name="connsiteY231" fmla="*/ 800935 h 1795429"/>
                <a:gd name="connsiteX232" fmla="*/ 3774403 w 4011346"/>
                <a:gd name="connsiteY232" fmla="*/ 757551 h 1795429"/>
                <a:gd name="connsiteX233" fmla="*/ 3767729 w 4011346"/>
                <a:gd name="connsiteY233" fmla="*/ 730853 h 1795429"/>
                <a:gd name="connsiteX234" fmla="*/ 3794427 w 4011346"/>
                <a:gd name="connsiteY234" fmla="*/ 697481 h 1795429"/>
                <a:gd name="connsiteX235" fmla="*/ 3804438 w 4011346"/>
                <a:gd name="connsiteY235" fmla="*/ 740865 h 1795429"/>
                <a:gd name="connsiteX236" fmla="*/ 3827799 w 4011346"/>
                <a:gd name="connsiteY236" fmla="*/ 757551 h 1795429"/>
                <a:gd name="connsiteX237" fmla="*/ 3874520 w 4011346"/>
                <a:gd name="connsiteY237" fmla="*/ 777575 h 1795429"/>
                <a:gd name="connsiteX238" fmla="*/ 3894544 w 4011346"/>
                <a:gd name="connsiteY238" fmla="*/ 804272 h 1795429"/>
                <a:gd name="connsiteX239" fmla="*/ 3941265 w 4011346"/>
                <a:gd name="connsiteY239" fmla="*/ 827633 h 1795429"/>
                <a:gd name="connsiteX240" fmla="*/ 3947939 w 4011346"/>
                <a:gd name="connsiteY240" fmla="*/ 814284 h 1795429"/>
                <a:gd name="connsiteX241" fmla="*/ 3957951 w 4011346"/>
                <a:gd name="connsiteY241" fmla="*/ 750877 h 1795429"/>
                <a:gd name="connsiteX242" fmla="*/ 4004672 w 4011346"/>
                <a:gd name="connsiteY242" fmla="*/ 744202 h 1795429"/>
                <a:gd name="connsiteX243" fmla="*/ 4011346 w 4011346"/>
                <a:gd name="connsiteY243" fmla="*/ 710830 h 1795429"/>
                <a:gd name="connsiteX244" fmla="*/ 3967963 w 4011346"/>
                <a:gd name="connsiteY244" fmla="*/ 674121 h 1795429"/>
                <a:gd name="connsiteX245" fmla="*/ 3921241 w 4011346"/>
                <a:gd name="connsiteY245" fmla="*/ 657434 h 1795429"/>
                <a:gd name="connsiteX246" fmla="*/ 3907892 w 4011346"/>
                <a:gd name="connsiteY246" fmla="*/ 660772 h 1795429"/>
                <a:gd name="connsiteX247" fmla="*/ 3907892 w 4011346"/>
                <a:gd name="connsiteY247" fmla="*/ 694144 h 1795429"/>
                <a:gd name="connsiteX248" fmla="*/ 3887869 w 4011346"/>
                <a:gd name="connsiteY248" fmla="*/ 687469 h 1795429"/>
                <a:gd name="connsiteX249" fmla="*/ 3874520 w 4011346"/>
                <a:gd name="connsiteY249" fmla="*/ 634074 h 1795429"/>
                <a:gd name="connsiteX250" fmla="*/ 3817787 w 4011346"/>
                <a:gd name="connsiteY250" fmla="*/ 570667 h 1795429"/>
                <a:gd name="connsiteX251" fmla="*/ 3717671 w 4011346"/>
                <a:gd name="connsiteY251" fmla="*/ 493910 h 1795429"/>
                <a:gd name="connsiteX252" fmla="*/ 3664275 w 4011346"/>
                <a:gd name="connsiteY252" fmla="*/ 473887 h 1795429"/>
                <a:gd name="connsiteX253" fmla="*/ 3584181 w 4011346"/>
                <a:gd name="connsiteY253" fmla="*/ 467213 h 1795429"/>
                <a:gd name="connsiteX254" fmla="*/ 3520774 w 4011346"/>
                <a:gd name="connsiteY254" fmla="*/ 450526 h 1795429"/>
                <a:gd name="connsiteX255" fmla="*/ 3530786 w 4011346"/>
                <a:gd name="connsiteY255" fmla="*/ 490573 h 1795429"/>
                <a:gd name="connsiteX256" fmla="*/ 3537460 w 4011346"/>
                <a:gd name="connsiteY256" fmla="*/ 517271 h 1795429"/>
                <a:gd name="connsiteX257" fmla="*/ 3507425 w 4011346"/>
                <a:gd name="connsiteY257" fmla="*/ 540631 h 1795429"/>
                <a:gd name="connsiteX258" fmla="*/ 3477390 w 4011346"/>
                <a:gd name="connsiteY258" fmla="*/ 513934 h 1795429"/>
                <a:gd name="connsiteX259" fmla="*/ 3477390 w 4011346"/>
                <a:gd name="connsiteY259" fmla="*/ 493910 h 1795429"/>
                <a:gd name="connsiteX260" fmla="*/ 3504088 w 4011346"/>
                <a:gd name="connsiteY260" fmla="*/ 473887 h 1795429"/>
                <a:gd name="connsiteX261" fmla="*/ 3467379 w 4011346"/>
                <a:gd name="connsiteY261" fmla="*/ 460538 h 1795429"/>
                <a:gd name="connsiteX262" fmla="*/ 3450692 w 4011346"/>
                <a:gd name="connsiteY262" fmla="*/ 487236 h 1795429"/>
                <a:gd name="connsiteX263" fmla="*/ 3440681 w 4011346"/>
                <a:gd name="connsiteY263" fmla="*/ 500585 h 1795429"/>
                <a:gd name="connsiteX264" fmla="*/ 3357250 w 4011346"/>
                <a:gd name="connsiteY264" fmla="*/ 487236 h 1795429"/>
                <a:gd name="connsiteX265" fmla="*/ 3297180 w 4011346"/>
                <a:gd name="connsiteY265" fmla="*/ 493910 h 1795429"/>
                <a:gd name="connsiteX266" fmla="*/ 3267145 w 4011346"/>
                <a:gd name="connsiteY266" fmla="*/ 470550 h 1795429"/>
                <a:gd name="connsiteX267" fmla="*/ 3267145 w 4011346"/>
                <a:gd name="connsiteY267" fmla="*/ 433840 h 1795429"/>
                <a:gd name="connsiteX268" fmla="*/ 3203738 w 4011346"/>
                <a:gd name="connsiteY268" fmla="*/ 377107 h 1795429"/>
                <a:gd name="connsiteX269" fmla="*/ 3076923 w 4011346"/>
                <a:gd name="connsiteY269" fmla="*/ 383782 h 1795429"/>
                <a:gd name="connsiteX270" fmla="*/ 3043551 w 4011346"/>
                <a:gd name="connsiteY270" fmla="*/ 360421 h 1795429"/>
                <a:gd name="connsiteX271" fmla="*/ 3000167 w 4011346"/>
                <a:gd name="connsiteY271" fmla="*/ 313700 h 1795429"/>
                <a:gd name="connsiteX272" fmla="*/ 3013516 w 4011346"/>
                <a:gd name="connsiteY272" fmla="*/ 307026 h 1795429"/>
                <a:gd name="connsiteX273" fmla="*/ 3000167 w 4011346"/>
                <a:gd name="connsiteY273" fmla="*/ 287002 h 1795429"/>
                <a:gd name="connsiteX274" fmla="*/ 2970132 w 4011346"/>
                <a:gd name="connsiteY274" fmla="*/ 283665 h 1795429"/>
                <a:gd name="connsiteX275" fmla="*/ 2920073 w 4011346"/>
                <a:gd name="connsiteY275" fmla="*/ 330386 h 1795429"/>
                <a:gd name="connsiteX276" fmla="*/ 2920073 w 4011346"/>
                <a:gd name="connsiteY276" fmla="*/ 330386 h 1795429"/>
                <a:gd name="connsiteX277" fmla="*/ 2916736 w 4011346"/>
                <a:gd name="connsiteY277" fmla="*/ 280328 h 1795429"/>
                <a:gd name="connsiteX278" fmla="*/ 2936760 w 4011346"/>
                <a:gd name="connsiteY278" fmla="*/ 276991 h 1795429"/>
                <a:gd name="connsiteX279" fmla="*/ 2866678 w 4011346"/>
                <a:gd name="connsiteY279" fmla="*/ 246956 h 1795429"/>
                <a:gd name="connsiteX280" fmla="*/ 2813282 w 4011346"/>
                <a:gd name="connsiteY280" fmla="*/ 243618 h 1795429"/>
                <a:gd name="connsiteX281" fmla="*/ 2793259 w 4011346"/>
                <a:gd name="connsiteY281" fmla="*/ 266979 h 1795429"/>
                <a:gd name="connsiteX282" fmla="*/ 2743200 w 4011346"/>
                <a:gd name="connsiteY282" fmla="*/ 276991 h 1795429"/>
                <a:gd name="connsiteX283" fmla="*/ 2786584 w 4011346"/>
                <a:gd name="connsiteY283" fmla="*/ 287002 h 1795429"/>
                <a:gd name="connsiteX284" fmla="*/ 2763224 w 4011346"/>
                <a:gd name="connsiteY284" fmla="*/ 307026 h 1795429"/>
                <a:gd name="connsiteX285" fmla="*/ 2769898 w 4011346"/>
                <a:gd name="connsiteY285" fmla="*/ 357084 h 1795429"/>
                <a:gd name="connsiteX286" fmla="*/ 2749875 w 4011346"/>
                <a:gd name="connsiteY286" fmla="*/ 340398 h 1795429"/>
                <a:gd name="connsiteX287" fmla="*/ 2733189 w 4011346"/>
                <a:gd name="connsiteY287" fmla="*/ 353747 h 1795429"/>
                <a:gd name="connsiteX288" fmla="*/ 2666444 w 4011346"/>
                <a:gd name="connsiteY288" fmla="*/ 343735 h 1795429"/>
                <a:gd name="connsiteX289" fmla="*/ 2636409 w 4011346"/>
                <a:gd name="connsiteY289" fmla="*/ 353747 h 1795429"/>
                <a:gd name="connsiteX290" fmla="*/ 2603037 w 4011346"/>
                <a:gd name="connsiteY290" fmla="*/ 313700 h 1795429"/>
                <a:gd name="connsiteX291" fmla="*/ 2569665 w 4011346"/>
                <a:gd name="connsiteY291" fmla="*/ 397131 h 1795429"/>
                <a:gd name="connsiteX292" fmla="*/ 2552979 w 4011346"/>
                <a:gd name="connsiteY292" fmla="*/ 417154 h 1795429"/>
                <a:gd name="connsiteX293" fmla="*/ 2469548 w 4011346"/>
                <a:gd name="connsiteY293" fmla="*/ 280328 h 1795429"/>
                <a:gd name="connsiteX294" fmla="*/ 2446187 w 4011346"/>
                <a:gd name="connsiteY294" fmla="*/ 297014 h 1795429"/>
                <a:gd name="connsiteX295" fmla="*/ 2442850 w 4011346"/>
                <a:gd name="connsiteY295" fmla="*/ 263642 h 1795429"/>
                <a:gd name="connsiteX296" fmla="*/ 2449525 w 4011346"/>
                <a:gd name="connsiteY296" fmla="*/ 193560 h 1795429"/>
                <a:gd name="connsiteX297" fmla="*/ 2386117 w 4011346"/>
                <a:gd name="connsiteY297" fmla="*/ 166862 h 1795429"/>
                <a:gd name="connsiteX298" fmla="*/ 2369431 w 4011346"/>
                <a:gd name="connsiteY298" fmla="*/ 206909 h 1795429"/>
                <a:gd name="connsiteX299" fmla="*/ 2379443 w 4011346"/>
                <a:gd name="connsiteY299" fmla="*/ 230269 h 1795429"/>
                <a:gd name="connsiteX300" fmla="*/ 2376106 w 4011346"/>
                <a:gd name="connsiteY300" fmla="*/ 250293 h 1795429"/>
                <a:gd name="connsiteX301" fmla="*/ 2352745 w 4011346"/>
                <a:gd name="connsiteY301" fmla="*/ 226932 h 1795429"/>
                <a:gd name="connsiteX302" fmla="*/ 2316036 w 4011346"/>
                <a:gd name="connsiteY302" fmla="*/ 233607 h 1795429"/>
                <a:gd name="connsiteX303" fmla="*/ 2272652 w 4011346"/>
                <a:gd name="connsiteY303" fmla="*/ 220258 h 1795429"/>
                <a:gd name="connsiteX304" fmla="*/ 2245954 w 4011346"/>
                <a:gd name="connsiteY304" fmla="*/ 180211 h 1795429"/>
                <a:gd name="connsiteX305" fmla="*/ 2209244 w 4011346"/>
                <a:gd name="connsiteY305" fmla="*/ 176874 h 1795429"/>
                <a:gd name="connsiteX306" fmla="*/ 2159186 w 4011346"/>
                <a:gd name="connsiteY306" fmla="*/ 166862 h 1795429"/>
                <a:gd name="connsiteX307" fmla="*/ 2132488 w 4011346"/>
                <a:gd name="connsiteY307" fmla="*/ 183548 h 1795429"/>
                <a:gd name="connsiteX308" fmla="*/ 2115802 w 4011346"/>
                <a:gd name="connsiteY308" fmla="*/ 196897 h 1795429"/>
                <a:gd name="connsiteX309" fmla="*/ 2115802 w 4011346"/>
                <a:gd name="connsiteY309" fmla="*/ 166862 h 1795429"/>
                <a:gd name="connsiteX310" fmla="*/ 2082430 w 4011346"/>
                <a:gd name="connsiteY310" fmla="*/ 163525 h 1795429"/>
                <a:gd name="connsiteX311" fmla="*/ 2045720 w 4011346"/>
                <a:gd name="connsiteY311" fmla="*/ 136827 h 1795429"/>
                <a:gd name="connsiteX312" fmla="*/ 2025697 w 4011346"/>
                <a:gd name="connsiteY312" fmla="*/ 166862 h 1795429"/>
                <a:gd name="connsiteX313" fmla="*/ 2055732 w 4011346"/>
                <a:gd name="connsiteY313" fmla="*/ 163525 h 1795429"/>
                <a:gd name="connsiteX314" fmla="*/ 2045720 w 4011346"/>
                <a:gd name="connsiteY314" fmla="*/ 190223 h 1795429"/>
                <a:gd name="connsiteX315" fmla="*/ 1988987 w 4011346"/>
                <a:gd name="connsiteY315" fmla="*/ 210246 h 1795429"/>
                <a:gd name="connsiteX316" fmla="*/ 1935592 w 4011346"/>
                <a:gd name="connsiteY316" fmla="*/ 220258 h 1795429"/>
                <a:gd name="connsiteX317" fmla="*/ 1995662 w 4011346"/>
                <a:gd name="connsiteY317" fmla="*/ 163525 h 1795429"/>
                <a:gd name="connsiteX318" fmla="*/ 2055732 w 4011346"/>
                <a:gd name="connsiteY318" fmla="*/ 93443 h 1795429"/>
                <a:gd name="connsiteX319" fmla="*/ 2055732 w 4011346"/>
                <a:gd name="connsiteY319" fmla="*/ 93443 h 1795429"/>
                <a:gd name="connsiteX320" fmla="*/ 1655265 w 4011346"/>
                <a:gd name="connsiteY320" fmla="*/ 20025 h 1795429"/>
                <a:gd name="connsiteX321" fmla="*/ 1528449 w 4011346"/>
                <a:gd name="connsiteY321" fmla="*/ 0 h 1795429"/>
                <a:gd name="connsiteX322" fmla="*/ 1465043 w 4011346"/>
                <a:gd name="connsiteY322" fmla="*/ 83431 h 1795429"/>
                <a:gd name="connsiteX323" fmla="*/ 1448357 w 4011346"/>
                <a:gd name="connsiteY323" fmla="*/ 110129 h 1795429"/>
                <a:gd name="connsiteX324" fmla="*/ 1481729 w 4011346"/>
                <a:gd name="connsiteY324" fmla="*/ 143502 h 1795429"/>
                <a:gd name="connsiteX325" fmla="*/ 1481729 w 4011346"/>
                <a:gd name="connsiteY325" fmla="*/ 173537 h 1795429"/>
                <a:gd name="connsiteX326" fmla="*/ 1458368 w 4011346"/>
                <a:gd name="connsiteY326" fmla="*/ 176874 h 1795429"/>
                <a:gd name="connsiteX327" fmla="*/ 1458368 w 4011346"/>
                <a:gd name="connsiteY327" fmla="*/ 156850 h 1795429"/>
                <a:gd name="connsiteX328" fmla="*/ 1418322 w 4011346"/>
                <a:gd name="connsiteY328" fmla="*/ 166862 h 1795429"/>
                <a:gd name="connsiteX329" fmla="*/ 1368263 w 4011346"/>
                <a:gd name="connsiteY329" fmla="*/ 173537 h 1795429"/>
                <a:gd name="connsiteX330" fmla="*/ 1321542 w 4011346"/>
                <a:gd name="connsiteY330" fmla="*/ 180211 h 1795429"/>
                <a:gd name="connsiteX331" fmla="*/ 1318205 w 4011346"/>
                <a:gd name="connsiteY331" fmla="*/ 266979 h 1795429"/>
                <a:gd name="connsiteX332" fmla="*/ 1358252 w 4011346"/>
                <a:gd name="connsiteY332" fmla="*/ 290340 h 1795429"/>
                <a:gd name="connsiteX333" fmla="*/ 1374938 w 4011346"/>
                <a:gd name="connsiteY333" fmla="*/ 320375 h 1795429"/>
                <a:gd name="connsiteX334" fmla="*/ 1384949 w 4011346"/>
                <a:gd name="connsiteY334" fmla="*/ 343735 h 1795429"/>
                <a:gd name="connsiteX335" fmla="*/ 1394961 w 4011346"/>
                <a:gd name="connsiteY335" fmla="*/ 393794 h 1795429"/>
                <a:gd name="connsiteX336" fmla="*/ 1384949 w 4011346"/>
                <a:gd name="connsiteY336" fmla="*/ 423829 h 1795429"/>
                <a:gd name="connsiteX337" fmla="*/ 1358252 w 4011346"/>
                <a:gd name="connsiteY337" fmla="*/ 390456 h 1795429"/>
                <a:gd name="connsiteX338" fmla="*/ 1361589 w 4011346"/>
                <a:gd name="connsiteY338" fmla="*/ 360421 h 1795429"/>
                <a:gd name="connsiteX339" fmla="*/ 1351577 w 4011346"/>
                <a:gd name="connsiteY339" fmla="*/ 320375 h 1795429"/>
                <a:gd name="connsiteX340" fmla="*/ 1328217 w 4011346"/>
                <a:gd name="connsiteY340" fmla="*/ 327049 h 1795429"/>
                <a:gd name="connsiteX341" fmla="*/ 1281495 w 4011346"/>
                <a:gd name="connsiteY341" fmla="*/ 290340 h 1795429"/>
                <a:gd name="connsiteX342" fmla="*/ 1241449 w 4011346"/>
                <a:gd name="connsiteY342" fmla="*/ 287002 h 1795429"/>
                <a:gd name="connsiteX343" fmla="*/ 1241449 w 4011346"/>
                <a:gd name="connsiteY343" fmla="*/ 333723 h 1795429"/>
                <a:gd name="connsiteX344" fmla="*/ 1201402 w 4011346"/>
                <a:gd name="connsiteY344" fmla="*/ 313700 h 1795429"/>
                <a:gd name="connsiteX345" fmla="*/ 1228100 w 4011346"/>
                <a:gd name="connsiteY345" fmla="*/ 363758 h 1795429"/>
                <a:gd name="connsiteX346" fmla="*/ 1258135 w 4011346"/>
                <a:gd name="connsiteY346" fmla="*/ 373770 h 1795429"/>
                <a:gd name="connsiteX347" fmla="*/ 1258135 w 4011346"/>
                <a:gd name="connsiteY347" fmla="*/ 393794 h 1795429"/>
                <a:gd name="connsiteX348" fmla="*/ 1198065 w 4011346"/>
                <a:gd name="connsiteY348" fmla="*/ 370433 h 1795429"/>
                <a:gd name="connsiteX349" fmla="*/ 1181379 w 4011346"/>
                <a:gd name="connsiteY349" fmla="*/ 370433 h 1795429"/>
                <a:gd name="connsiteX350" fmla="*/ 1178041 w 4011346"/>
                <a:gd name="connsiteY350" fmla="*/ 327049 h 1795429"/>
                <a:gd name="connsiteX351" fmla="*/ 1171367 w 4011346"/>
                <a:gd name="connsiteY351" fmla="*/ 240281 h 1795429"/>
                <a:gd name="connsiteX352" fmla="*/ 1161355 w 4011346"/>
                <a:gd name="connsiteY352" fmla="*/ 310363 h 1795429"/>
                <a:gd name="connsiteX353" fmla="*/ 1137995 w 4011346"/>
                <a:gd name="connsiteY353" fmla="*/ 340398 h 1795429"/>
                <a:gd name="connsiteX354" fmla="*/ 1158018 w 4011346"/>
                <a:gd name="connsiteY354" fmla="*/ 387119 h 1795429"/>
                <a:gd name="connsiteX355" fmla="*/ 1158018 w 4011346"/>
                <a:gd name="connsiteY355" fmla="*/ 420491 h 1795429"/>
                <a:gd name="connsiteX356" fmla="*/ 1141332 w 4011346"/>
                <a:gd name="connsiteY356" fmla="*/ 470550 h 1795429"/>
                <a:gd name="connsiteX357" fmla="*/ 1154681 w 4011346"/>
                <a:gd name="connsiteY357" fmla="*/ 503922 h 1795429"/>
                <a:gd name="connsiteX358" fmla="*/ 1184716 w 4011346"/>
                <a:gd name="connsiteY358" fmla="*/ 510596 h 1795429"/>
                <a:gd name="connsiteX359" fmla="*/ 1221425 w 4011346"/>
                <a:gd name="connsiteY359" fmla="*/ 517271 h 1795429"/>
                <a:gd name="connsiteX360" fmla="*/ 1241449 w 4011346"/>
                <a:gd name="connsiteY360" fmla="*/ 540631 h 1795429"/>
                <a:gd name="connsiteX361" fmla="*/ 1258135 w 4011346"/>
                <a:gd name="connsiteY361" fmla="*/ 584015 h 1795429"/>
                <a:gd name="connsiteX362" fmla="*/ 1258135 w 4011346"/>
                <a:gd name="connsiteY362" fmla="*/ 584015 h 1795429"/>
                <a:gd name="connsiteX363" fmla="*/ 1254798 w 4011346"/>
                <a:gd name="connsiteY363" fmla="*/ 617388 h 1795429"/>
                <a:gd name="connsiteX364" fmla="*/ 1274821 w 4011346"/>
                <a:gd name="connsiteY364" fmla="*/ 637411 h 1795429"/>
                <a:gd name="connsiteX365" fmla="*/ 1244786 w 4011346"/>
                <a:gd name="connsiteY365" fmla="*/ 644086 h 1795429"/>
                <a:gd name="connsiteX366" fmla="*/ 1224763 w 4011346"/>
                <a:gd name="connsiteY366" fmla="*/ 604039 h 1795429"/>
                <a:gd name="connsiteX367" fmla="*/ 1224763 w 4011346"/>
                <a:gd name="connsiteY367" fmla="*/ 563992 h 1795429"/>
                <a:gd name="connsiteX368" fmla="*/ 1194727 w 4011346"/>
                <a:gd name="connsiteY368" fmla="*/ 527283 h 1795429"/>
                <a:gd name="connsiteX369" fmla="*/ 1164692 w 4011346"/>
                <a:gd name="connsiteY369" fmla="*/ 570667 h 1795429"/>
                <a:gd name="connsiteX370" fmla="*/ 1178041 w 4011346"/>
                <a:gd name="connsiteY370" fmla="*/ 614050 h 1795429"/>
                <a:gd name="connsiteX371" fmla="*/ 1137995 w 4011346"/>
                <a:gd name="connsiteY371" fmla="*/ 670783 h 1795429"/>
                <a:gd name="connsiteX372" fmla="*/ 1097948 w 4011346"/>
                <a:gd name="connsiteY372" fmla="*/ 727516 h 1795429"/>
                <a:gd name="connsiteX373" fmla="*/ 1007843 w 4011346"/>
                <a:gd name="connsiteY373" fmla="*/ 690807 h 1795429"/>
                <a:gd name="connsiteX374" fmla="*/ 1074587 w 4011346"/>
                <a:gd name="connsiteY374" fmla="*/ 687469 h 1795429"/>
                <a:gd name="connsiteX375" fmla="*/ 1107960 w 4011346"/>
                <a:gd name="connsiteY375" fmla="*/ 624062 h 1795429"/>
                <a:gd name="connsiteX376" fmla="*/ 1121309 w 4011346"/>
                <a:gd name="connsiteY376" fmla="*/ 580678 h 1795429"/>
                <a:gd name="connsiteX377" fmla="*/ 1127983 w 4011346"/>
                <a:gd name="connsiteY377" fmla="*/ 547306 h 1795429"/>
                <a:gd name="connsiteX378" fmla="*/ 1117971 w 4011346"/>
                <a:gd name="connsiteY378" fmla="*/ 530620 h 1795429"/>
                <a:gd name="connsiteX379" fmla="*/ 1114634 w 4011346"/>
                <a:gd name="connsiteY379" fmla="*/ 480561 h 1795429"/>
                <a:gd name="connsiteX380" fmla="*/ 1104622 w 4011346"/>
                <a:gd name="connsiteY380" fmla="*/ 400468 h 1795429"/>
                <a:gd name="connsiteX381" fmla="*/ 1101285 w 4011346"/>
                <a:gd name="connsiteY381" fmla="*/ 340398 h 1795429"/>
                <a:gd name="connsiteX382" fmla="*/ 1124646 w 4011346"/>
                <a:gd name="connsiteY382" fmla="*/ 246956 h 1795429"/>
                <a:gd name="connsiteX383" fmla="*/ 1031203 w 4011346"/>
                <a:gd name="connsiteY383" fmla="*/ 236944 h 1795429"/>
                <a:gd name="connsiteX384" fmla="*/ 1014517 w 4011346"/>
                <a:gd name="connsiteY384" fmla="*/ 293677 h 1795429"/>
                <a:gd name="connsiteX385" fmla="*/ 1024529 w 4011346"/>
                <a:gd name="connsiteY385" fmla="*/ 340398 h 1795429"/>
                <a:gd name="connsiteX386" fmla="*/ 981145 w 4011346"/>
                <a:gd name="connsiteY386" fmla="*/ 393794 h 1795429"/>
                <a:gd name="connsiteX387" fmla="*/ 991157 w 4011346"/>
                <a:gd name="connsiteY387" fmla="*/ 430503 h 1795429"/>
                <a:gd name="connsiteX388" fmla="*/ 981145 w 4011346"/>
                <a:gd name="connsiteY388" fmla="*/ 477224 h 1795429"/>
                <a:gd name="connsiteX389" fmla="*/ 1001168 w 4011346"/>
                <a:gd name="connsiteY389" fmla="*/ 500585 h 1795429"/>
                <a:gd name="connsiteX390" fmla="*/ 1017854 w 4011346"/>
                <a:gd name="connsiteY390" fmla="*/ 547306 h 1795429"/>
                <a:gd name="connsiteX391" fmla="*/ 1047890 w 4011346"/>
                <a:gd name="connsiteY391" fmla="*/ 533957 h 1795429"/>
                <a:gd name="connsiteX392" fmla="*/ 1014517 w 4011346"/>
                <a:gd name="connsiteY392" fmla="*/ 587353 h 1795429"/>
                <a:gd name="connsiteX393" fmla="*/ 957784 w 4011346"/>
                <a:gd name="connsiteY393" fmla="*/ 533957 h 1795429"/>
                <a:gd name="connsiteX394" fmla="*/ 884365 w 4011346"/>
                <a:gd name="connsiteY394" fmla="*/ 497248 h 1795429"/>
                <a:gd name="connsiteX395" fmla="*/ 824295 w 4011346"/>
                <a:gd name="connsiteY395" fmla="*/ 473887 h 1795429"/>
                <a:gd name="connsiteX396" fmla="*/ 810946 w 4011346"/>
                <a:gd name="connsiteY396" fmla="*/ 510596 h 1795429"/>
                <a:gd name="connsiteX397" fmla="*/ 827633 w 4011346"/>
                <a:gd name="connsiteY397" fmla="*/ 547306 h 1795429"/>
                <a:gd name="connsiteX398" fmla="*/ 814284 w 4011346"/>
                <a:gd name="connsiteY398" fmla="*/ 570667 h 1795429"/>
                <a:gd name="connsiteX399" fmla="*/ 800935 w 4011346"/>
                <a:gd name="connsiteY399" fmla="*/ 587353 h 1795429"/>
                <a:gd name="connsiteX400" fmla="*/ 770900 w 4011346"/>
                <a:gd name="connsiteY400" fmla="*/ 530620 h 1795429"/>
                <a:gd name="connsiteX401" fmla="*/ 744202 w 4011346"/>
                <a:gd name="connsiteY401" fmla="*/ 567329 h 1795429"/>
                <a:gd name="connsiteX402" fmla="*/ 707492 w 4011346"/>
                <a:gd name="connsiteY402" fmla="*/ 560655 h 1795429"/>
                <a:gd name="connsiteX403" fmla="*/ 654097 w 4011346"/>
                <a:gd name="connsiteY403" fmla="*/ 597364 h 1795429"/>
                <a:gd name="connsiteX404" fmla="*/ 644085 w 4011346"/>
                <a:gd name="connsiteY404" fmla="*/ 574004 h 1795429"/>
                <a:gd name="connsiteX405" fmla="*/ 654097 w 4011346"/>
                <a:gd name="connsiteY405" fmla="*/ 537294 h 1795429"/>
                <a:gd name="connsiteX406" fmla="*/ 614050 w 4011346"/>
                <a:gd name="connsiteY406" fmla="*/ 574004 h 1795429"/>
                <a:gd name="connsiteX407" fmla="*/ 594027 w 4011346"/>
                <a:gd name="connsiteY407" fmla="*/ 574004 h 1795429"/>
                <a:gd name="connsiteX408" fmla="*/ 533957 w 4011346"/>
                <a:gd name="connsiteY408" fmla="*/ 607376 h 1795429"/>
                <a:gd name="connsiteX409" fmla="*/ 510596 w 4011346"/>
                <a:gd name="connsiteY409" fmla="*/ 630737 h 1795429"/>
                <a:gd name="connsiteX410" fmla="*/ 500584 w 4011346"/>
                <a:gd name="connsiteY410" fmla="*/ 677458 h 1795429"/>
                <a:gd name="connsiteX411" fmla="*/ 450526 w 4011346"/>
                <a:gd name="connsiteY411" fmla="*/ 664109 h 1795429"/>
                <a:gd name="connsiteX412" fmla="*/ 433840 w 4011346"/>
                <a:gd name="connsiteY412" fmla="*/ 627399 h 1795429"/>
                <a:gd name="connsiteX413" fmla="*/ 467212 w 4011346"/>
                <a:gd name="connsiteY413" fmla="*/ 597364 h 1795429"/>
                <a:gd name="connsiteX414" fmla="*/ 453863 w 4011346"/>
                <a:gd name="connsiteY414" fmla="*/ 574004 h 1795429"/>
                <a:gd name="connsiteX415" fmla="*/ 390456 w 4011346"/>
                <a:gd name="connsiteY415" fmla="*/ 543969 h 1795429"/>
                <a:gd name="connsiteX416" fmla="*/ 417154 w 4011346"/>
                <a:gd name="connsiteY416" fmla="*/ 594027 h 1795429"/>
                <a:gd name="connsiteX417" fmla="*/ 407142 w 4011346"/>
                <a:gd name="connsiteY417" fmla="*/ 637411 h 1795429"/>
                <a:gd name="connsiteX418" fmla="*/ 413817 w 4011346"/>
                <a:gd name="connsiteY418" fmla="*/ 674121 h 1795429"/>
                <a:gd name="connsiteX419" fmla="*/ 427165 w 4011346"/>
                <a:gd name="connsiteY419" fmla="*/ 697481 h 1795429"/>
                <a:gd name="connsiteX420" fmla="*/ 413817 w 4011346"/>
                <a:gd name="connsiteY420" fmla="*/ 727516 h 1795429"/>
                <a:gd name="connsiteX421" fmla="*/ 390456 w 4011346"/>
                <a:gd name="connsiteY421" fmla="*/ 704156 h 1795429"/>
                <a:gd name="connsiteX422" fmla="*/ 360421 w 4011346"/>
                <a:gd name="connsiteY422" fmla="*/ 700818 h 1795429"/>
                <a:gd name="connsiteX423" fmla="*/ 333723 w 4011346"/>
                <a:gd name="connsiteY423" fmla="*/ 740865 h 1795429"/>
                <a:gd name="connsiteX424" fmla="*/ 307025 w 4011346"/>
                <a:gd name="connsiteY424" fmla="*/ 760888 h 1795429"/>
                <a:gd name="connsiteX425" fmla="*/ 320374 w 4011346"/>
                <a:gd name="connsiteY425" fmla="*/ 787586 h 1795429"/>
                <a:gd name="connsiteX426" fmla="*/ 303688 w 4011346"/>
                <a:gd name="connsiteY426" fmla="*/ 810947 h 1795429"/>
                <a:gd name="connsiteX427" fmla="*/ 233606 w 4011346"/>
                <a:gd name="connsiteY427" fmla="*/ 774237 h 1795429"/>
                <a:gd name="connsiteX428" fmla="*/ 243618 w 4011346"/>
                <a:gd name="connsiteY428" fmla="*/ 824296 h 1795429"/>
                <a:gd name="connsiteX429" fmla="*/ 263641 w 4011346"/>
                <a:gd name="connsiteY429" fmla="*/ 844319 h 1795429"/>
                <a:gd name="connsiteX430" fmla="*/ 250292 w 4011346"/>
                <a:gd name="connsiteY430" fmla="*/ 857668 h 1795429"/>
                <a:gd name="connsiteX431" fmla="*/ 193560 w 4011346"/>
                <a:gd name="connsiteY431" fmla="*/ 820958 h 1795429"/>
                <a:gd name="connsiteX432" fmla="*/ 170199 w 4011346"/>
                <a:gd name="connsiteY432" fmla="*/ 780912 h 1795429"/>
                <a:gd name="connsiteX433" fmla="*/ 170199 w 4011346"/>
                <a:gd name="connsiteY433" fmla="*/ 734191 h 1795429"/>
                <a:gd name="connsiteX434" fmla="*/ 133490 w 4011346"/>
                <a:gd name="connsiteY434" fmla="*/ 657434 h 1795429"/>
                <a:gd name="connsiteX435" fmla="*/ 196897 w 4011346"/>
                <a:gd name="connsiteY435" fmla="*/ 687469 h 1795429"/>
                <a:gd name="connsiteX436" fmla="*/ 256967 w 4011346"/>
                <a:gd name="connsiteY436" fmla="*/ 717504 h 1795429"/>
                <a:gd name="connsiteX437" fmla="*/ 293676 w 4011346"/>
                <a:gd name="connsiteY437" fmla="*/ 720842 h 1795429"/>
                <a:gd name="connsiteX438" fmla="*/ 327049 w 4011346"/>
                <a:gd name="connsiteY438" fmla="*/ 690807 h 1795429"/>
                <a:gd name="connsiteX439" fmla="*/ 343735 w 4011346"/>
                <a:gd name="connsiteY439" fmla="*/ 654097 h 1795429"/>
                <a:gd name="connsiteX440" fmla="*/ 333723 w 4011346"/>
                <a:gd name="connsiteY440" fmla="*/ 604039 h 1795429"/>
                <a:gd name="connsiteX441" fmla="*/ 290339 w 4011346"/>
                <a:gd name="connsiteY441" fmla="*/ 584015 h 1795429"/>
                <a:gd name="connsiteX442" fmla="*/ 236944 w 4011346"/>
                <a:gd name="connsiteY442" fmla="*/ 537294 h 1795429"/>
                <a:gd name="connsiteX443" fmla="*/ 133490 w 4011346"/>
                <a:gd name="connsiteY443" fmla="*/ 480561 h 1795429"/>
                <a:gd name="connsiteX0" fmla="*/ 133490 w 4011346"/>
                <a:gd name="connsiteY0" fmla="*/ 507257 h 1822125"/>
                <a:gd name="connsiteX1" fmla="*/ 46722 w 4011346"/>
                <a:gd name="connsiteY1" fmla="*/ 537292 h 1822125"/>
                <a:gd name="connsiteX2" fmla="*/ 33373 w 4011346"/>
                <a:gd name="connsiteY2" fmla="*/ 567327 h 1822125"/>
                <a:gd name="connsiteX3" fmla="*/ 43384 w 4011346"/>
                <a:gd name="connsiteY3" fmla="*/ 597363 h 1822125"/>
                <a:gd name="connsiteX4" fmla="*/ 60071 w 4011346"/>
                <a:gd name="connsiteY4" fmla="*/ 624060 h 1822125"/>
                <a:gd name="connsiteX5" fmla="*/ 73419 w 4011346"/>
                <a:gd name="connsiteY5" fmla="*/ 654095 h 1822125"/>
                <a:gd name="connsiteX6" fmla="*/ 56733 w 4011346"/>
                <a:gd name="connsiteY6" fmla="*/ 677456 h 1822125"/>
                <a:gd name="connsiteX7" fmla="*/ 76757 w 4011346"/>
                <a:gd name="connsiteY7" fmla="*/ 757549 h 1822125"/>
                <a:gd name="connsiteX8" fmla="*/ 66745 w 4011346"/>
                <a:gd name="connsiteY8" fmla="*/ 774236 h 1822125"/>
                <a:gd name="connsiteX9" fmla="*/ 70082 w 4011346"/>
                <a:gd name="connsiteY9" fmla="*/ 800933 h 1822125"/>
                <a:gd name="connsiteX10" fmla="*/ 70082 w 4011346"/>
                <a:gd name="connsiteY10" fmla="*/ 840980 h 1822125"/>
                <a:gd name="connsiteX11" fmla="*/ 80094 w 4011346"/>
                <a:gd name="connsiteY11" fmla="*/ 861003 h 1822125"/>
                <a:gd name="connsiteX12" fmla="*/ 76757 w 4011346"/>
                <a:gd name="connsiteY12" fmla="*/ 884364 h 1822125"/>
                <a:gd name="connsiteX13" fmla="*/ 106792 w 4011346"/>
                <a:gd name="connsiteY13" fmla="*/ 917736 h 1822125"/>
                <a:gd name="connsiteX14" fmla="*/ 106792 w 4011346"/>
                <a:gd name="connsiteY14" fmla="*/ 947771 h 1822125"/>
                <a:gd name="connsiteX15" fmla="*/ 13349 w 4011346"/>
                <a:gd name="connsiteY15" fmla="*/ 1037876 h 1822125"/>
                <a:gd name="connsiteX16" fmla="*/ 33373 w 4011346"/>
                <a:gd name="connsiteY16" fmla="*/ 1071249 h 1822125"/>
                <a:gd name="connsiteX17" fmla="*/ 33373 w 4011346"/>
                <a:gd name="connsiteY17" fmla="*/ 1071249 h 1822125"/>
                <a:gd name="connsiteX18" fmla="*/ 16687 w 4011346"/>
                <a:gd name="connsiteY18" fmla="*/ 1101284 h 1822125"/>
                <a:gd name="connsiteX19" fmla="*/ 3338 w 4011346"/>
                <a:gd name="connsiteY19" fmla="*/ 1131319 h 1822125"/>
                <a:gd name="connsiteX20" fmla="*/ 0 w 4011346"/>
                <a:gd name="connsiteY20" fmla="*/ 1191389 h 1822125"/>
                <a:gd name="connsiteX21" fmla="*/ 16687 w 4011346"/>
                <a:gd name="connsiteY21" fmla="*/ 1234773 h 1822125"/>
                <a:gd name="connsiteX22" fmla="*/ 20024 w 4011346"/>
                <a:gd name="connsiteY22" fmla="*/ 1268145 h 1822125"/>
                <a:gd name="connsiteX23" fmla="*/ 56733 w 4011346"/>
                <a:gd name="connsiteY23" fmla="*/ 1278157 h 1822125"/>
                <a:gd name="connsiteX24" fmla="*/ 116803 w 4011346"/>
                <a:gd name="connsiteY24" fmla="*/ 1364925 h 1822125"/>
                <a:gd name="connsiteX25" fmla="*/ 96780 w 4011346"/>
                <a:gd name="connsiteY25" fmla="*/ 1388285 h 1822125"/>
                <a:gd name="connsiteX26" fmla="*/ 93443 w 4011346"/>
                <a:gd name="connsiteY26" fmla="*/ 1418320 h 1822125"/>
                <a:gd name="connsiteX27" fmla="*/ 120141 w 4011346"/>
                <a:gd name="connsiteY27" fmla="*/ 1421657 h 1822125"/>
                <a:gd name="connsiteX28" fmla="*/ 160187 w 4011346"/>
                <a:gd name="connsiteY28" fmla="*/ 1435006 h 1822125"/>
                <a:gd name="connsiteX29" fmla="*/ 186885 w 4011346"/>
                <a:gd name="connsiteY29" fmla="*/ 1448355 h 1822125"/>
                <a:gd name="connsiteX30" fmla="*/ 213583 w 4011346"/>
                <a:gd name="connsiteY30" fmla="*/ 1478390 h 1822125"/>
                <a:gd name="connsiteX31" fmla="*/ 243618 w 4011346"/>
                <a:gd name="connsiteY31" fmla="*/ 1481727 h 1822125"/>
                <a:gd name="connsiteX32" fmla="*/ 287002 w 4011346"/>
                <a:gd name="connsiteY32" fmla="*/ 1511763 h 1822125"/>
                <a:gd name="connsiteX33" fmla="*/ 310363 w 4011346"/>
                <a:gd name="connsiteY33" fmla="*/ 1521774 h 1822125"/>
                <a:gd name="connsiteX34" fmla="*/ 310363 w 4011346"/>
                <a:gd name="connsiteY34" fmla="*/ 1558484 h 1822125"/>
                <a:gd name="connsiteX35" fmla="*/ 270316 w 4011346"/>
                <a:gd name="connsiteY35" fmla="*/ 1598530 h 1822125"/>
                <a:gd name="connsiteX36" fmla="*/ 280327 w 4011346"/>
                <a:gd name="connsiteY36" fmla="*/ 1621891 h 1822125"/>
                <a:gd name="connsiteX37" fmla="*/ 273653 w 4011346"/>
                <a:gd name="connsiteY37" fmla="*/ 1641914 h 1822125"/>
                <a:gd name="connsiteX38" fmla="*/ 266979 w 4011346"/>
                <a:gd name="connsiteY38" fmla="*/ 1658600 h 1822125"/>
                <a:gd name="connsiteX39" fmla="*/ 240281 w 4011346"/>
                <a:gd name="connsiteY39" fmla="*/ 1698647 h 1822125"/>
                <a:gd name="connsiteX40" fmla="*/ 307025 w 4011346"/>
                <a:gd name="connsiteY40" fmla="*/ 1735357 h 1822125"/>
                <a:gd name="connsiteX41" fmla="*/ 337060 w 4011346"/>
                <a:gd name="connsiteY41" fmla="*/ 1742031 h 1822125"/>
                <a:gd name="connsiteX42" fmla="*/ 360421 w 4011346"/>
                <a:gd name="connsiteY42" fmla="*/ 1748706 h 1822125"/>
                <a:gd name="connsiteX43" fmla="*/ 380444 w 4011346"/>
                <a:gd name="connsiteY43" fmla="*/ 1755380 h 1822125"/>
                <a:gd name="connsiteX44" fmla="*/ 407142 w 4011346"/>
                <a:gd name="connsiteY44" fmla="*/ 1775403 h 1822125"/>
                <a:gd name="connsiteX45" fmla="*/ 437177 w 4011346"/>
                <a:gd name="connsiteY45" fmla="*/ 1772066 h 1822125"/>
                <a:gd name="connsiteX46" fmla="*/ 507259 w 4011346"/>
                <a:gd name="connsiteY46" fmla="*/ 1822125 h 1822125"/>
                <a:gd name="connsiteX47" fmla="*/ 517271 w 4011346"/>
                <a:gd name="connsiteY47" fmla="*/ 1808776 h 1822125"/>
                <a:gd name="connsiteX48" fmla="*/ 507259 w 4011346"/>
                <a:gd name="connsiteY48" fmla="*/ 1768729 h 1822125"/>
                <a:gd name="connsiteX49" fmla="*/ 500584 w 4011346"/>
                <a:gd name="connsiteY49" fmla="*/ 1735357 h 1822125"/>
                <a:gd name="connsiteX50" fmla="*/ 483898 w 4011346"/>
                <a:gd name="connsiteY50" fmla="*/ 1691973 h 1822125"/>
                <a:gd name="connsiteX51" fmla="*/ 513933 w 4011346"/>
                <a:gd name="connsiteY51" fmla="*/ 1671949 h 1822125"/>
                <a:gd name="connsiteX52" fmla="*/ 547306 w 4011346"/>
                <a:gd name="connsiteY52" fmla="*/ 1648589 h 1822125"/>
                <a:gd name="connsiteX53" fmla="*/ 527282 w 4011346"/>
                <a:gd name="connsiteY53" fmla="*/ 1631903 h 1822125"/>
                <a:gd name="connsiteX54" fmla="*/ 517271 w 4011346"/>
                <a:gd name="connsiteY54" fmla="*/ 1598530 h 1822125"/>
                <a:gd name="connsiteX55" fmla="*/ 480561 w 4011346"/>
                <a:gd name="connsiteY55" fmla="*/ 1581844 h 1822125"/>
                <a:gd name="connsiteX56" fmla="*/ 470549 w 4011346"/>
                <a:gd name="connsiteY56" fmla="*/ 1561821 h 1822125"/>
                <a:gd name="connsiteX57" fmla="*/ 480561 w 4011346"/>
                <a:gd name="connsiteY57" fmla="*/ 1531786 h 1822125"/>
                <a:gd name="connsiteX58" fmla="*/ 490573 w 4011346"/>
                <a:gd name="connsiteY58" fmla="*/ 1491739 h 1822125"/>
                <a:gd name="connsiteX59" fmla="*/ 513933 w 4011346"/>
                <a:gd name="connsiteY59" fmla="*/ 1511763 h 1822125"/>
                <a:gd name="connsiteX60" fmla="*/ 520608 w 4011346"/>
                <a:gd name="connsiteY60" fmla="*/ 1495076 h 1822125"/>
                <a:gd name="connsiteX61" fmla="*/ 543968 w 4011346"/>
                <a:gd name="connsiteY61" fmla="*/ 1458367 h 1822125"/>
                <a:gd name="connsiteX62" fmla="*/ 574003 w 4011346"/>
                <a:gd name="connsiteY62" fmla="*/ 1441681 h 1822125"/>
                <a:gd name="connsiteX63" fmla="*/ 590690 w 4011346"/>
                <a:gd name="connsiteY63" fmla="*/ 1455030 h 1822125"/>
                <a:gd name="connsiteX64" fmla="*/ 610713 w 4011346"/>
                <a:gd name="connsiteY64" fmla="*/ 1428332 h 1822125"/>
                <a:gd name="connsiteX65" fmla="*/ 630736 w 4011346"/>
                <a:gd name="connsiteY65" fmla="*/ 1455030 h 1822125"/>
                <a:gd name="connsiteX66" fmla="*/ 657434 w 4011346"/>
                <a:gd name="connsiteY66" fmla="*/ 1478390 h 1822125"/>
                <a:gd name="connsiteX67" fmla="*/ 674120 w 4011346"/>
                <a:gd name="connsiteY67" fmla="*/ 1485065 h 1822125"/>
                <a:gd name="connsiteX68" fmla="*/ 697481 w 4011346"/>
                <a:gd name="connsiteY68" fmla="*/ 1485065 h 1822125"/>
                <a:gd name="connsiteX69" fmla="*/ 717504 w 4011346"/>
                <a:gd name="connsiteY69" fmla="*/ 1471716 h 1822125"/>
                <a:gd name="connsiteX70" fmla="*/ 744202 w 4011346"/>
                <a:gd name="connsiteY70" fmla="*/ 1471716 h 1822125"/>
                <a:gd name="connsiteX71" fmla="*/ 760888 w 4011346"/>
                <a:gd name="connsiteY71" fmla="*/ 1468379 h 1822125"/>
                <a:gd name="connsiteX72" fmla="*/ 790923 w 4011346"/>
                <a:gd name="connsiteY72" fmla="*/ 1501751 h 1822125"/>
                <a:gd name="connsiteX73" fmla="*/ 797598 w 4011346"/>
                <a:gd name="connsiteY73" fmla="*/ 1475053 h 1822125"/>
                <a:gd name="connsiteX74" fmla="*/ 817621 w 4011346"/>
                <a:gd name="connsiteY74" fmla="*/ 1491739 h 1822125"/>
                <a:gd name="connsiteX75" fmla="*/ 837644 w 4011346"/>
                <a:gd name="connsiteY75" fmla="*/ 1468379 h 1822125"/>
                <a:gd name="connsiteX76" fmla="*/ 827633 w 4011346"/>
                <a:gd name="connsiteY76" fmla="*/ 1448355 h 1822125"/>
                <a:gd name="connsiteX77" fmla="*/ 810946 w 4011346"/>
                <a:gd name="connsiteY77" fmla="*/ 1435006 h 1822125"/>
                <a:gd name="connsiteX78" fmla="*/ 810946 w 4011346"/>
                <a:gd name="connsiteY78" fmla="*/ 1408309 h 1822125"/>
                <a:gd name="connsiteX79" fmla="*/ 810946 w 4011346"/>
                <a:gd name="connsiteY79" fmla="*/ 1394960 h 1822125"/>
                <a:gd name="connsiteX80" fmla="*/ 830970 w 4011346"/>
                <a:gd name="connsiteY80" fmla="*/ 1391622 h 1822125"/>
                <a:gd name="connsiteX81" fmla="*/ 840981 w 4011346"/>
                <a:gd name="connsiteY81" fmla="*/ 1388285 h 1822125"/>
                <a:gd name="connsiteX82" fmla="*/ 820958 w 4011346"/>
                <a:gd name="connsiteY82" fmla="*/ 1351576 h 1822125"/>
                <a:gd name="connsiteX83" fmla="*/ 854330 w 4011346"/>
                <a:gd name="connsiteY83" fmla="*/ 1344901 h 1822125"/>
                <a:gd name="connsiteX84" fmla="*/ 891040 w 4011346"/>
                <a:gd name="connsiteY84" fmla="*/ 1351576 h 1822125"/>
                <a:gd name="connsiteX85" fmla="*/ 964459 w 4011346"/>
                <a:gd name="connsiteY85" fmla="*/ 1308192 h 1822125"/>
                <a:gd name="connsiteX86" fmla="*/ 1001168 w 4011346"/>
                <a:gd name="connsiteY86" fmla="*/ 1308192 h 1822125"/>
                <a:gd name="connsiteX87" fmla="*/ 1027866 w 4011346"/>
                <a:gd name="connsiteY87" fmla="*/ 1284831 h 1822125"/>
                <a:gd name="connsiteX88" fmla="*/ 1047890 w 4011346"/>
                <a:gd name="connsiteY88" fmla="*/ 1294843 h 1822125"/>
                <a:gd name="connsiteX89" fmla="*/ 1067913 w 4011346"/>
                <a:gd name="connsiteY89" fmla="*/ 1304854 h 1822125"/>
                <a:gd name="connsiteX90" fmla="*/ 1087936 w 4011346"/>
                <a:gd name="connsiteY90" fmla="*/ 1331552 h 1822125"/>
                <a:gd name="connsiteX91" fmla="*/ 1074587 w 4011346"/>
                <a:gd name="connsiteY91" fmla="*/ 1344901 h 1822125"/>
                <a:gd name="connsiteX92" fmla="*/ 1104622 w 4011346"/>
                <a:gd name="connsiteY92" fmla="*/ 1344901 h 1822125"/>
                <a:gd name="connsiteX93" fmla="*/ 1107960 w 4011346"/>
                <a:gd name="connsiteY93" fmla="*/ 1361587 h 1822125"/>
                <a:gd name="connsiteX94" fmla="*/ 1121309 w 4011346"/>
                <a:gd name="connsiteY94" fmla="*/ 1344901 h 1822125"/>
                <a:gd name="connsiteX95" fmla="*/ 1134657 w 4011346"/>
                <a:gd name="connsiteY95" fmla="*/ 1358250 h 1822125"/>
                <a:gd name="connsiteX96" fmla="*/ 1134657 w 4011346"/>
                <a:gd name="connsiteY96" fmla="*/ 1378273 h 1822125"/>
                <a:gd name="connsiteX97" fmla="*/ 1148006 w 4011346"/>
                <a:gd name="connsiteY97" fmla="*/ 1374936 h 1822125"/>
                <a:gd name="connsiteX98" fmla="*/ 1208076 w 4011346"/>
                <a:gd name="connsiteY98" fmla="*/ 1328215 h 1822125"/>
                <a:gd name="connsiteX99" fmla="*/ 1211414 w 4011346"/>
                <a:gd name="connsiteY99" fmla="*/ 1348238 h 1822125"/>
                <a:gd name="connsiteX100" fmla="*/ 1244786 w 4011346"/>
                <a:gd name="connsiteY100" fmla="*/ 1368262 h 1822125"/>
                <a:gd name="connsiteX101" fmla="*/ 1264809 w 4011346"/>
                <a:gd name="connsiteY101" fmla="*/ 1398297 h 1822125"/>
                <a:gd name="connsiteX102" fmla="*/ 1298181 w 4011346"/>
                <a:gd name="connsiteY102" fmla="*/ 1505088 h 1822125"/>
                <a:gd name="connsiteX103" fmla="*/ 1308193 w 4011346"/>
                <a:gd name="connsiteY103" fmla="*/ 1461704 h 1822125"/>
                <a:gd name="connsiteX104" fmla="*/ 1344903 w 4011346"/>
                <a:gd name="connsiteY104" fmla="*/ 1481727 h 1822125"/>
                <a:gd name="connsiteX105" fmla="*/ 1388287 w 4011346"/>
                <a:gd name="connsiteY105" fmla="*/ 1481727 h 1822125"/>
                <a:gd name="connsiteX106" fmla="*/ 1394961 w 4011346"/>
                <a:gd name="connsiteY106" fmla="*/ 1505088 h 1822125"/>
                <a:gd name="connsiteX107" fmla="*/ 1435008 w 4011346"/>
                <a:gd name="connsiteY107" fmla="*/ 1528449 h 1822125"/>
                <a:gd name="connsiteX108" fmla="*/ 1465043 w 4011346"/>
                <a:gd name="connsiteY108" fmla="*/ 1528449 h 1822125"/>
                <a:gd name="connsiteX109" fmla="*/ 1491741 w 4011346"/>
                <a:gd name="connsiteY109" fmla="*/ 1541798 h 1822125"/>
                <a:gd name="connsiteX110" fmla="*/ 1535125 w 4011346"/>
                <a:gd name="connsiteY110" fmla="*/ 1498414 h 1822125"/>
                <a:gd name="connsiteX111" fmla="*/ 1571834 w 4011346"/>
                <a:gd name="connsiteY111" fmla="*/ 1478390 h 1822125"/>
                <a:gd name="connsiteX112" fmla="*/ 1608544 w 4011346"/>
                <a:gd name="connsiteY112" fmla="*/ 1481727 h 1822125"/>
                <a:gd name="connsiteX113" fmla="*/ 1655265 w 4011346"/>
                <a:gd name="connsiteY113" fmla="*/ 1495076 h 1822125"/>
                <a:gd name="connsiteX114" fmla="*/ 1681963 w 4011346"/>
                <a:gd name="connsiteY114" fmla="*/ 1511763 h 1822125"/>
                <a:gd name="connsiteX115" fmla="*/ 1735358 w 4011346"/>
                <a:gd name="connsiteY115" fmla="*/ 1505088 h 1822125"/>
                <a:gd name="connsiteX116" fmla="*/ 1745370 w 4011346"/>
                <a:gd name="connsiteY116" fmla="*/ 1485065 h 1822125"/>
                <a:gd name="connsiteX117" fmla="*/ 1738695 w 4011346"/>
                <a:gd name="connsiteY117" fmla="*/ 1465041 h 1822125"/>
                <a:gd name="connsiteX118" fmla="*/ 1765393 w 4011346"/>
                <a:gd name="connsiteY118" fmla="*/ 1438344 h 1822125"/>
                <a:gd name="connsiteX119" fmla="*/ 1778742 w 4011346"/>
                <a:gd name="connsiteY119" fmla="*/ 1435006 h 1822125"/>
                <a:gd name="connsiteX120" fmla="*/ 1812114 w 4011346"/>
                <a:gd name="connsiteY120" fmla="*/ 1451692 h 1822125"/>
                <a:gd name="connsiteX121" fmla="*/ 1852161 w 4011346"/>
                <a:gd name="connsiteY121" fmla="*/ 1465041 h 1822125"/>
                <a:gd name="connsiteX122" fmla="*/ 1858836 w 4011346"/>
                <a:gd name="connsiteY122" fmla="*/ 1491739 h 1822125"/>
                <a:gd name="connsiteX123" fmla="*/ 1872184 w 4011346"/>
                <a:gd name="connsiteY123" fmla="*/ 1498414 h 1822125"/>
                <a:gd name="connsiteX124" fmla="*/ 1902219 w 4011346"/>
                <a:gd name="connsiteY124" fmla="*/ 1501751 h 1822125"/>
                <a:gd name="connsiteX125" fmla="*/ 1932254 w 4011346"/>
                <a:gd name="connsiteY125" fmla="*/ 1485065 h 1822125"/>
                <a:gd name="connsiteX126" fmla="*/ 1962290 w 4011346"/>
                <a:gd name="connsiteY126" fmla="*/ 1498414 h 1822125"/>
                <a:gd name="connsiteX127" fmla="*/ 1985650 w 4011346"/>
                <a:gd name="connsiteY127" fmla="*/ 1511763 h 1822125"/>
                <a:gd name="connsiteX128" fmla="*/ 1995662 w 4011346"/>
                <a:gd name="connsiteY128" fmla="*/ 1521774 h 1822125"/>
                <a:gd name="connsiteX129" fmla="*/ 2032371 w 4011346"/>
                <a:gd name="connsiteY129" fmla="*/ 1541798 h 1822125"/>
                <a:gd name="connsiteX130" fmla="*/ 2069081 w 4011346"/>
                <a:gd name="connsiteY130" fmla="*/ 1538460 h 1822125"/>
                <a:gd name="connsiteX131" fmla="*/ 2142500 w 4011346"/>
                <a:gd name="connsiteY131" fmla="*/ 1495076 h 1822125"/>
                <a:gd name="connsiteX132" fmla="*/ 2195895 w 4011346"/>
                <a:gd name="connsiteY132" fmla="*/ 1508425 h 1822125"/>
                <a:gd name="connsiteX133" fmla="*/ 2225930 w 4011346"/>
                <a:gd name="connsiteY133" fmla="*/ 1518437 h 1822125"/>
                <a:gd name="connsiteX134" fmla="*/ 2259303 w 4011346"/>
                <a:gd name="connsiteY134" fmla="*/ 1505088 h 1822125"/>
                <a:gd name="connsiteX135" fmla="*/ 2262640 w 4011346"/>
                <a:gd name="connsiteY135" fmla="*/ 1478390 h 1822125"/>
                <a:gd name="connsiteX136" fmla="*/ 2282663 w 4011346"/>
                <a:gd name="connsiteY136" fmla="*/ 1448355 h 1822125"/>
                <a:gd name="connsiteX137" fmla="*/ 2299349 w 4011346"/>
                <a:gd name="connsiteY137" fmla="*/ 1394960 h 1822125"/>
                <a:gd name="connsiteX138" fmla="*/ 2282663 w 4011346"/>
                <a:gd name="connsiteY138" fmla="*/ 1398297 h 1822125"/>
                <a:gd name="connsiteX139" fmla="*/ 2312698 w 4011346"/>
                <a:gd name="connsiteY139" fmla="*/ 1371599 h 1822125"/>
                <a:gd name="connsiteX140" fmla="*/ 2339396 w 4011346"/>
                <a:gd name="connsiteY140" fmla="*/ 1368262 h 1822125"/>
                <a:gd name="connsiteX141" fmla="*/ 2396129 w 4011346"/>
                <a:gd name="connsiteY141" fmla="*/ 1378273 h 1822125"/>
                <a:gd name="connsiteX142" fmla="*/ 2436176 w 4011346"/>
                <a:gd name="connsiteY142" fmla="*/ 1404971 h 1822125"/>
                <a:gd name="connsiteX143" fmla="*/ 2462873 w 4011346"/>
                <a:gd name="connsiteY143" fmla="*/ 1435006 h 1822125"/>
                <a:gd name="connsiteX144" fmla="*/ 2469548 w 4011346"/>
                <a:gd name="connsiteY144" fmla="*/ 1471716 h 1822125"/>
                <a:gd name="connsiteX145" fmla="*/ 2476222 w 4011346"/>
                <a:gd name="connsiteY145" fmla="*/ 1511763 h 1822125"/>
                <a:gd name="connsiteX146" fmla="*/ 2486234 w 4011346"/>
                <a:gd name="connsiteY146" fmla="*/ 1531786 h 1822125"/>
                <a:gd name="connsiteX147" fmla="*/ 2529618 w 4011346"/>
                <a:gd name="connsiteY147" fmla="*/ 1545135 h 1822125"/>
                <a:gd name="connsiteX148" fmla="*/ 2549641 w 4011346"/>
                <a:gd name="connsiteY148" fmla="*/ 1565158 h 1822125"/>
                <a:gd name="connsiteX149" fmla="*/ 2562990 w 4011346"/>
                <a:gd name="connsiteY149" fmla="*/ 1598530 h 1822125"/>
                <a:gd name="connsiteX150" fmla="*/ 2586351 w 4011346"/>
                <a:gd name="connsiteY150" fmla="*/ 1591856 h 1822125"/>
                <a:gd name="connsiteX151" fmla="*/ 2606374 w 4011346"/>
                <a:gd name="connsiteY151" fmla="*/ 1581844 h 1822125"/>
                <a:gd name="connsiteX152" fmla="*/ 2639746 w 4011346"/>
                <a:gd name="connsiteY152" fmla="*/ 1565158 h 1822125"/>
                <a:gd name="connsiteX153" fmla="*/ 2643084 w 4011346"/>
                <a:gd name="connsiteY153" fmla="*/ 1581844 h 1822125"/>
                <a:gd name="connsiteX154" fmla="*/ 2626398 w 4011346"/>
                <a:gd name="connsiteY154" fmla="*/ 1611879 h 1822125"/>
                <a:gd name="connsiteX155" fmla="*/ 2616386 w 4011346"/>
                <a:gd name="connsiteY155" fmla="*/ 1648589 h 1822125"/>
                <a:gd name="connsiteX156" fmla="*/ 2603037 w 4011346"/>
                <a:gd name="connsiteY156" fmla="*/ 1701984 h 1822125"/>
                <a:gd name="connsiteX157" fmla="*/ 2579676 w 4011346"/>
                <a:gd name="connsiteY157" fmla="*/ 1675287 h 1822125"/>
                <a:gd name="connsiteX158" fmla="*/ 2552979 w 4011346"/>
                <a:gd name="connsiteY158" fmla="*/ 1698647 h 1822125"/>
                <a:gd name="connsiteX159" fmla="*/ 2559653 w 4011346"/>
                <a:gd name="connsiteY159" fmla="*/ 1725345 h 1822125"/>
                <a:gd name="connsiteX160" fmla="*/ 2559653 w 4011346"/>
                <a:gd name="connsiteY160" fmla="*/ 1762054 h 1822125"/>
                <a:gd name="connsiteX161" fmla="*/ 2549641 w 4011346"/>
                <a:gd name="connsiteY161" fmla="*/ 1782078 h 1822125"/>
                <a:gd name="connsiteX162" fmla="*/ 2589688 w 4011346"/>
                <a:gd name="connsiteY162" fmla="*/ 1762054 h 1822125"/>
                <a:gd name="connsiteX163" fmla="*/ 2626398 w 4011346"/>
                <a:gd name="connsiteY163" fmla="*/ 1772066 h 1822125"/>
                <a:gd name="connsiteX164" fmla="*/ 2653095 w 4011346"/>
                <a:gd name="connsiteY164" fmla="*/ 1748706 h 1822125"/>
                <a:gd name="connsiteX165" fmla="*/ 2683130 w 4011346"/>
                <a:gd name="connsiteY165" fmla="*/ 1695310 h 1822125"/>
                <a:gd name="connsiteX166" fmla="*/ 2753212 w 4011346"/>
                <a:gd name="connsiteY166" fmla="*/ 1608542 h 1822125"/>
                <a:gd name="connsiteX167" fmla="*/ 2783247 w 4011346"/>
                <a:gd name="connsiteY167" fmla="*/ 1538460 h 1822125"/>
                <a:gd name="connsiteX168" fmla="*/ 2803271 w 4011346"/>
                <a:gd name="connsiteY168" fmla="*/ 1435006 h 1822125"/>
                <a:gd name="connsiteX169" fmla="*/ 2793259 w 4011346"/>
                <a:gd name="connsiteY169" fmla="*/ 1384948 h 1822125"/>
                <a:gd name="connsiteX170" fmla="*/ 2769898 w 4011346"/>
                <a:gd name="connsiteY170" fmla="*/ 1351576 h 1822125"/>
                <a:gd name="connsiteX171" fmla="*/ 2726514 w 4011346"/>
                <a:gd name="connsiteY171" fmla="*/ 1351576 h 1822125"/>
                <a:gd name="connsiteX172" fmla="*/ 2699817 w 4011346"/>
                <a:gd name="connsiteY172" fmla="*/ 1351576 h 1822125"/>
                <a:gd name="connsiteX173" fmla="*/ 2683130 w 4011346"/>
                <a:gd name="connsiteY173" fmla="*/ 1331552 h 1822125"/>
                <a:gd name="connsiteX174" fmla="*/ 2669781 w 4011346"/>
                <a:gd name="connsiteY174" fmla="*/ 1311529 h 1822125"/>
                <a:gd name="connsiteX175" fmla="*/ 2763224 w 4011346"/>
                <a:gd name="connsiteY175" fmla="*/ 1194726 h 1822125"/>
                <a:gd name="connsiteX176" fmla="*/ 2846654 w 4011346"/>
                <a:gd name="connsiteY176" fmla="*/ 1127982 h 1822125"/>
                <a:gd name="connsiteX177" fmla="*/ 2890038 w 4011346"/>
                <a:gd name="connsiteY177" fmla="*/ 1104621 h 1822125"/>
                <a:gd name="connsiteX178" fmla="*/ 2933422 w 4011346"/>
                <a:gd name="connsiteY178" fmla="*/ 1124644 h 1822125"/>
                <a:gd name="connsiteX179" fmla="*/ 2950109 w 4011346"/>
                <a:gd name="connsiteY179" fmla="*/ 1107958 h 1822125"/>
                <a:gd name="connsiteX180" fmla="*/ 2993492 w 4011346"/>
                <a:gd name="connsiteY180" fmla="*/ 1124644 h 1822125"/>
                <a:gd name="connsiteX181" fmla="*/ 3006841 w 4011346"/>
                <a:gd name="connsiteY181" fmla="*/ 1091272 h 1822125"/>
                <a:gd name="connsiteX182" fmla="*/ 3053563 w 4011346"/>
                <a:gd name="connsiteY182" fmla="*/ 1101284 h 1822125"/>
                <a:gd name="connsiteX183" fmla="*/ 3070249 w 4011346"/>
                <a:gd name="connsiteY183" fmla="*/ 1117970 h 1822125"/>
                <a:gd name="connsiteX184" fmla="*/ 3060237 w 4011346"/>
                <a:gd name="connsiteY184" fmla="*/ 1137993 h 1822125"/>
                <a:gd name="connsiteX185" fmla="*/ 3123644 w 4011346"/>
                <a:gd name="connsiteY185" fmla="*/ 1121307 h 1822125"/>
                <a:gd name="connsiteX186" fmla="*/ 3140330 w 4011346"/>
                <a:gd name="connsiteY186" fmla="*/ 1107958 h 1822125"/>
                <a:gd name="connsiteX187" fmla="*/ 3123644 w 4011346"/>
                <a:gd name="connsiteY187" fmla="*/ 1094609 h 1822125"/>
                <a:gd name="connsiteX188" fmla="*/ 3143668 w 4011346"/>
                <a:gd name="connsiteY188" fmla="*/ 1054563 h 1822125"/>
                <a:gd name="connsiteX189" fmla="*/ 3190389 w 4011346"/>
                <a:gd name="connsiteY189" fmla="*/ 984481 h 1822125"/>
                <a:gd name="connsiteX190" fmla="*/ 3233773 w 4011346"/>
                <a:gd name="connsiteY190" fmla="*/ 981144 h 1822125"/>
                <a:gd name="connsiteX191" fmla="*/ 3273819 w 4011346"/>
                <a:gd name="connsiteY191" fmla="*/ 991155 h 1822125"/>
                <a:gd name="connsiteX192" fmla="*/ 3277157 w 4011346"/>
                <a:gd name="connsiteY192" fmla="*/ 1047888 h 1822125"/>
                <a:gd name="connsiteX193" fmla="*/ 3320541 w 4011346"/>
                <a:gd name="connsiteY193" fmla="*/ 1004504 h 1822125"/>
                <a:gd name="connsiteX194" fmla="*/ 3343901 w 4011346"/>
                <a:gd name="connsiteY194" fmla="*/ 987818 h 1822125"/>
                <a:gd name="connsiteX195" fmla="*/ 3350576 w 4011346"/>
                <a:gd name="connsiteY195" fmla="*/ 954446 h 1822125"/>
                <a:gd name="connsiteX196" fmla="*/ 3377273 w 4011346"/>
                <a:gd name="connsiteY196" fmla="*/ 937760 h 1822125"/>
                <a:gd name="connsiteX197" fmla="*/ 3407309 w 4011346"/>
                <a:gd name="connsiteY197" fmla="*/ 947771 h 1822125"/>
                <a:gd name="connsiteX198" fmla="*/ 3373936 w 4011346"/>
                <a:gd name="connsiteY198" fmla="*/ 977806 h 1822125"/>
                <a:gd name="connsiteX199" fmla="*/ 3360587 w 4011346"/>
                <a:gd name="connsiteY199" fmla="*/ 1027865 h 1822125"/>
                <a:gd name="connsiteX200" fmla="*/ 3323878 w 4011346"/>
                <a:gd name="connsiteY200" fmla="*/ 1067911 h 1822125"/>
                <a:gd name="connsiteX201" fmla="*/ 3210412 w 4011346"/>
                <a:gd name="connsiteY201" fmla="*/ 1164691 h 1822125"/>
                <a:gd name="connsiteX202" fmla="*/ 3163691 w 4011346"/>
                <a:gd name="connsiteY202" fmla="*/ 1234773 h 1822125"/>
                <a:gd name="connsiteX203" fmla="*/ 3160354 w 4011346"/>
                <a:gd name="connsiteY203" fmla="*/ 1308192 h 1822125"/>
                <a:gd name="connsiteX204" fmla="*/ 3170365 w 4011346"/>
                <a:gd name="connsiteY204" fmla="*/ 1398297 h 1822125"/>
                <a:gd name="connsiteX205" fmla="*/ 3190389 w 4011346"/>
                <a:gd name="connsiteY205" fmla="*/ 1461704 h 1822125"/>
                <a:gd name="connsiteX206" fmla="*/ 3217087 w 4011346"/>
                <a:gd name="connsiteY206" fmla="*/ 1451692 h 1822125"/>
                <a:gd name="connsiteX207" fmla="*/ 3240447 w 4011346"/>
                <a:gd name="connsiteY207" fmla="*/ 1384948 h 1822125"/>
                <a:gd name="connsiteX208" fmla="*/ 3270482 w 4011346"/>
                <a:gd name="connsiteY208" fmla="*/ 1381611 h 1822125"/>
                <a:gd name="connsiteX209" fmla="*/ 3287168 w 4011346"/>
                <a:gd name="connsiteY209" fmla="*/ 1321541 h 1822125"/>
                <a:gd name="connsiteX210" fmla="*/ 3313866 w 4011346"/>
                <a:gd name="connsiteY210" fmla="*/ 1311529 h 1822125"/>
                <a:gd name="connsiteX211" fmla="*/ 3313866 w 4011346"/>
                <a:gd name="connsiteY211" fmla="*/ 1281494 h 1822125"/>
                <a:gd name="connsiteX212" fmla="*/ 3337227 w 4011346"/>
                <a:gd name="connsiteY212" fmla="*/ 1244784 h 1822125"/>
                <a:gd name="connsiteX213" fmla="*/ 3330552 w 4011346"/>
                <a:gd name="connsiteY213" fmla="*/ 1201400 h 1822125"/>
                <a:gd name="connsiteX214" fmla="*/ 3333890 w 4011346"/>
                <a:gd name="connsiteY214" fmla="*/ 1171365 h 1822125"/>
                <a:gd name="connsiteX215" fmla="*/ 3323878 w 4011346"/>
                <a:gd name="connsiteY215" fmla="*/ 1161354 h 1822125"/>
                <a:gd name="connsiteX216" fmla="*/ 3363925 w 4011346"/>
                <a:gd name="connsiteY216" fmla="*/ 1074586 h 1822125"/>
                <a:gd name="connsiteX217" fmla="*/ 3383948 w 4011346"/>
                <a:gd name="connsiteY217" fmla="*/ 1084598 h 1822125"/>
                <a:gd name="connsiteX218" fmla="*/ 3410646 w 4011346"/>
                <a:gd name="connsiteY218" fmla="*/ 1057900 h 1822125"/>
                <a:gd name="connsiteX219" fmla="*/ 3420657 w 4011346"/>
                <a:gd name="connsiteY219" fmla="*/ 1084598 h 1822125"/>
                <a:gd name="connsiteX220" fmla="*/ 3447355 w 4011346"/>
                <a:gd name="connsiteY220" fmla="*/ 1067911 h 1822125"/>
                <a:gd name="connsiteX221" fmla="*/ 3477390 w 4011346"/>
                <a:gd name="connsiteY221" fmla="*/ 1057900 h 1822125"/>
                <a:gd name="connsiteX222" fmla="*/ 3514100 w 4011346"/>
                <a:gd name="connsiteY222" fmla="*/ 1084598 h 1822125"/>
                <a:gd name="connsiteX223" fmla="*/ 3574170 w 4011346"/>
                <a:gd name="connsiteY223" fmla="*/ 1017853 h 1822125"/>
                <a:gd name="connsiteX224" fmla="*/ 3637577 w 4011346"/>
                <a:gd name="connsiteY224" fmla="*/ 971132 h 1822125"/>
                <a:gd name="connsiteX225" fmla="*/ 3690973 w 4011346"/>
                <a:gd name="connsiteY225" fmla="*/ 934422 h 1822125"/>
                <a:gd name="connsiteX226" fmla="*/ 3741031 w 4011346"/>
                <a:gd name="connsiteY226" fmla="*/ 961120 h 1822125"/>
                <a:gd name="connsiteX227" fmla="*/ 3751043 w 4011346"/>
                <a:gd name="connsiteY227" fmla="*/ 934422 h 1822125"/>
                <a:gd name="connsiteX228" fmla="*/ 3727682 w 4011346"/>
                <a:gd name="connsiteY228" fmla="*/ 867678 h 1822125"/>
                <a:gd name="connsiteX229" fmla="*/ 3700984 w 4011346"/>
                <a:gd name="connsiteY229" fmla="*/ 850992 h 1822125"/>
                <a:gd name="connsiteX230" fmla="*/ 3697647 w 4011346"/>
                <a:gd name="connsiteY230" fmla="*/ 820957 h 1822125"/>
                <a:gd name="connsiteX231" fmla="*/ 3751043 w 4011346"/>
                <a:gd name="connsiteY231" fmla="*/ 827631 h 1822125"/>
                <a:gd name="connsiteX232" fmla="*/ 3774403 w 4011346"/>
                <a:gd name="connsiteY232" fmla="*/ 784247 h 1822125"/>
                <a:gd name="connsiteX233" fmla="*/ 3767729 w 4011346"/>
                <a:gd name="connsiteY233" fmla="*/ 757549 h 1822125"/>
                <a:gd name="connsiteX234" fmla="*/ 3794427 w 4011346"/>
                <a:gd name="connsiteY234" fmla="*/ 724177 h 1822125"/>
                <a:gd name="connsiteX235" fmla="*/ 3804438 w 4011346"/>
                <a:gd name="connsiteY235" fmla="*/ 767561 h 1822125"/>
                <a:gd name="connsiteX236" fmla="*/ 3827799 w 4011346"/>
                <a:gd name="connsiteY236" fmla="*/ 784247 h 1822125"/>
                <a:gd name="connsiteX237" fmla="*/ 3874520 w 4011346"/>
                <a:gd name="connsiteY237" fmla="*/ 804271 h 1822125"/>
                <a:gd name="connsiteX238" fmla="*/ 3894544 w 4011346"/>
                <a:gd name="connsiteY238" fmla="*/ 830968 h 1822125"/>
                <a:gd name="connsiteX239" fmla="*/ 3941265 w 4011346"/>
                <a:gd name="connsiteY239" fmla="*/ 854329 h 1822125"/>
                <a:gd name="connsiteX240" fmla="*/ 3947939 w 4011346"/>
                <a:gd name="connsiteY240" fmla="*/ 840980 h 1822125"/>
                <a:gd name="connsiteX241" fmla="*/ 3957951 w 4011346"/>
                <a:gd name="connsiteY241" fmla="*/ 777573 h 1822125"/>
                <a:gd name="connsiteX242" fmla="*/ 4004672 w 4011346"/>
                <a:gd name="connsiteY242" fmla="*/ 770898 h 1822125"/>
                <a:gd name="connsiteX243" fmla="*/ 4011346 w 4011346"/>
                <a:gd name="connsiteY243" fmla="*/ 737526 h 1822125"/>
                <a:gd name="connsiteX244" fmla="*/ 3967963 w 4011346"/>
                <a:gd name="connsiteY244" fmla="*/ 700817 h 1822125"/>
                <a:gd name="connsiteX245" fmla="*/ 3921241 w 4011346"/>
                <a:gd name="connsiteY245" fmla="*/ 684130 h 1822125"/>
                <a:gd name="connsiteX246" fmla="*/ 3907892 w 4011346"/>
                <a:gd name="connsiteY246" fmla="*/ 687468 h 1822125"/>
                <a:gd name="connsiteX247" fmla="*/ 3907892 w 4011346"/>
                <a:gd name="connsiteY247" fmla="*/ 720840 h 1822125"/>
                <a:gd name="connsiteX248" fmla="*/ 3887869 w 4011346"/>
                <a:gd name="connsiteY248" fmla="*/ 714165 h 1822125"/>
                <a:gd name="connsiteX249" fmla="*/ 3874520 w 4011346"/>
                <a:gd name="connsiteY249" fmla="*/ 660770 h 1822125"/>
                <a:gd name="connsiteX250" fmla="*/ 3817787 w 4011346"/>
                <a:gd name="connsiteY250" fmla="*/ 597363 h 1822125"/>
                <a:gd name="connsiteX251" fmla="*/ 3717671 w 4011346"/>
                <a:gd name="connsiteY251" fmla="*/ 520606 h 1822125"/>
                <a:gd name="connsiteX252" fmla="*/ 3664275 w 4011346"/>
                <a:gd name="connsiteY252" fmla="*/ 500583 h 1822125"/>
                <a:gd name="connsiteX253" fmla="*/ 3584181 w 4011346"/>
                <a:gd name="connsiteY253" fmla="*/ 493909 h 1822125"/>
                <a:gd name="connsiteX254" fmla="*/ 3520774 w 4011346"/>
                <a:gd name="connsiteY254" fmla="*/ 477222 h 1822125"/>
                <a:gd name="connsiteX255" fmla="*/ 3530786 w 4011346"/>
                <a:gd name="connsiteY255" fmla="*/ 517269 h 1822125"/>
                <a:gd name="connsiteX256" fmla="*/ 3537460 w 4011346"/>
                <a:gd name="connsiteY256" fmla="*/ 543967 h 1822125"/>
                <a:gd name="connsiteX257" fmla="*/ 3507425 w 4011346"/>
                <a:gd name="connsiteY257" fmla="*/ 567327 h 1822125"/>
                <a:gd name="connsiteX258" fmla="*/ 3477390 w 4011346"/>
                <a:gd name="connsiteY258" fmla="*/ 540630 h 1822125"/>
                <a:gd name="connsiteX259" fmla="*/ 3477390 w 4011346"/>
                <a:gd name="connsiteY259" fmla="*/ 520606 h 1822125"/>
                <a:gd name="connsiteX260" fmla="*/ 3504088 w 4011346"/>
                <a:gd name="connsiteY260" fmla="*/ 500583 h 1822125"/>
                <a:gd name="connsiteX261" fmla="*/ 3467379 w 4011346"/>
                <a:gd name="connsiteY261" fmla="*/ 487234 h 1822125"/>
                <a:gd name="connsiteX262" fmla="*/ 3450692 w 4011346"/>
                <a:gd name="connsiteY262" fmla="*/ 513932 h 1822125"/>
                <a:gd name="connsiteX263" fmla="*/ 3440681 w 4011346"/>
                <a:gd name="connsiteY263" fmla="*/ 527281 h 1822125"/>
                <a:gd name="connsiteX264" fmla="*/ 3357250 w 4011346"/>
                <a:gd name="connsiteY264" fmla="*/ 513932 h 1822125"/>
                <a:gd name="connsiteX265" fmla="*/ 3297180 w 4011346"/>
                <a:gd name="connsiteY265" fmla="*/ 520606 h 1822125"/>
                <a:gd name="connsiteX266" fmla="*/ 3267145 w 4011346"/>
                <a:gd name="connsiteY266" fmla="*/ 497246 h 1822125"/>
                <a:gd name="connsiteX267" fmla="*/ 3267145 w 4011346"/>
                <a:gd name="connsiteY267" fmla="*/ 460536 h 1822125"/>
                <a:gd name="connsiteX268" fmla="*/ 3203738 w 4011346"/>
                <a:gd name="connsiteY268" fmla="*/ 403803 h 1822125"/>
                <a:gd name="connsiteX269" fmla="*/ 3076923 w 4011346"/>
                <a:gd name="connsiteY269" fmla="*/ 410478 h 1822125"/>
                <a:gd name="connsiteX270" fmla="*/ 3043551 w 4011346"/>
                <a:gd name="connsiteY270" fmla="*/ 387117 h 1822125"/>
                <a:gd name="connsiteX271" fmla="*/ 3000167 w 4011346"/>
                <a:gd name="connsiteY271" fmla="*/ 340396 h 1822125"/>
                <a:gd name="connsiteX272" fmla="*/ 3013516 w 4011346"/>
                <a:gd name="connsiteY272" fmla="*/ 333722 h 1822125"/>
                <a:gd name="connsiteX273" fmla="*/ 3000167 w 4011346"/>
                <a:gd name="connsiteY273" fmla="*/ 313698 h 1822125"/>
                <a:gd name="connsiteX274" fmla="*/ 2970132 w 4011346"/>
                <a:gd name="connsiteY274" fmla="*/ 310361 h 1822125"/>
                <a:gd name="connsiteX275" fmla="*/ 2920073 w 4011346"/>
                <a:gd name="connsiteY275" fmla="*/ 357082 h 1822125"/>
                <a:gd name="connsiteX276" fmla="*/ 2920073 w 4011346"/>
                <a:gd name="connsiteY276" fmla="*/ 357082 h 1822125"/>
                <a:gd name="connsiteX277" fmla="*/ 2916736 w 4011346"/>
                <a:gd name="connsiteY277" fmla="*/ 307024 h 1822125"/>
                <a:gd name="connsiteX278" fmla="*/ 2936760 w 4011346"/>
                <a:gd name="connsiteY278" fmla="*/ 303687 h 1822125"/>
                <a:gd name="connsiteX279" fmla="*/ 2866678 w 4011346"/>
                <a:gd name="connsiteY279" fmla="*/ 273652 h 1822125"/>
                <a:gd name="connsiteX280" fmla="*/ 2813282 w 4011346"/>
                <a:gd name="connsiteY280" fmla="*/ 270314 h 1822125"/>
                <a:gd name="connsiteX281" fmla="*/ 2793259 w 4011346"/>
                <a:gd name="connsiteY281" fmla="*/ 293675 h 1822125"/>
                <a:gd name="connsiteX282" fmla="*/ 2743200 w 4011346"/>
                <a:gd name="connsiteY282" fmla="*/ 303687 h 1822125"/>
                <a:gd name="connsiteX283" fmla="*/ 2786584 w 4011346"/>
                <a:gd name="connsiteY283" fmla="*/ 313698 h 1822125"/>
                <a:gd name="connsiteX284" fmla="*/ 2763224 w 4011346"/>
                <a:gd name="connsiteY284" fmla="*/ 333722 h 1822125"/>
                <a:gd name="connsiteX285" fmla="*/ 2769898 w 4011346"/>
                <a:gd name="connsiteY285" fmla="*/ 383780 h 1822125"/>
                <a:gd name="connsiteX286" fmla="*/ 2749875 w 4011346"/>
                <a:gd name="connsiteY286" fmla="*/ 367094 h 1822125"/>
                <a:gd name="connsiteX287" fmla="*/ 2733189 w 4011346"/>
                <a:gd name="connsiteY287" fmla="*/ 380443 h 1822125"/>
                <a:gd name="connsiteX288" fmla="*/ 2666444 w 4011346"/>
                <a:gd name="connsiteY288" fmla="*/ 370431 h 1822125"/>
                <a:gd name="connsiteX289" fmla="*/ 2636409 w 4011346"/>
                <a:gd name="connsiteY289" fmla="*/ 380443 h 1822125"/>
                <a:gd name="connsiteX290" fmla="*/ 2603037 w 4011346"/>
                <a:gd name="connsiteY290" fmla="*/ 340396 h 1822125"/>
                <a:gd name="connsiteX291" fmla="*/ 2569665 w 4011346"/>
                <a:gd name="connsiteY291" fmla="*/ 423827 h 1822125"/>
                <a:gd name="connsiteX292" fmla="*/ 2552979 w 4011346"/>
                <a:gd name="connsiteY292" fmla="*/ 443850 h 1822125"/>
                <a:gd name="connsiteX293" fmla="*/ 2469548 w 4011346"/>
                <a:gd name="connsiteY293" fmla="*/ 307024 h 1822125"/>
                <a:gd name="connsiteX294" fmla="*/ 2446187 w 4011346"/>
                <a:gd name="connsiteY294" fmla="*/ 323710 h 1822125"/>
                <a:gd name="connsiteX295" fmla="*/ 2442850 w 4011346"/>
                <a:gd name="connsiteY295" fmla="*/ 290338 h 1822125"/>
                <a:gd name="connsiteX296" fmla="*/ 2449525 w 4011346"/>
                <a:gd name="connsiteY296" fmla="*/ 220256 h 1822125"/>
                <a:gd name="connsiteX297" fmla="*/ 2386117 w 4011346"/>
                <a:gd name="connsiteY297" fmla="*/ 193558 h 1822125"/>
                <a:gd name="connsiteX298" fmla="*/ 2369431 w 4011346"/>
                <a:gd name="connsiteY298" fmla="*/ 233605 h 1822125"/>
                <a:gd name="connsiteX299" fmla="*/ 2379443 w 4011346"/>
                <a:gd name="connsiteY299" fmla="*/ 256965 h 1822125"/>
                <a:gd name="connsiteX300" fmla="*/ 2376106 w 4011346"/>
                <a:gd name="connsiteY300" fmla="*/ 276989 h 1822125"/>
                <a:gd name="connsiteX301" fmla="*/ 2352745 w 4011346"/>
                <a:gd name="connsiteY301" fmla="*/ 253628 h 1822125"/>
                <a:gd name="connsiteX302" fmla="*/ 2316036 w 4011346"/>
                <a:gd name="connsiteY302" fmla="*/ 260303 h 1822125"/>
                <a:gd name="connsiteX303" fmla="*/ 2272652 w 4011346"/>
                <a:gd name="connsiteY303" fmla="*/ 246954 h 1822125"/>
                <a:gd name="connsiteX304" fmla="*/ 2245954 w 4011346"/>
                <a:gd name="connsiteY304" fmla="*/ 206907 h 1822125"/>
                <a:gd name="connsiteX305" fmla="*/ 2209244 w 4011346"/>
                <a:gd name="connsiteY305" fmla="*/ 203570 h 1822125"/>
                <a:gd name="connsiteX306" fmla="*/ 2159186 w 4011346"/>
                <a:gd name="connsiteY306" fmla="*/ 193558 h 1822125"/>
                <a:gd name="connsiteX307" fmla="*/ 2132488 w 4011346"/>
                <a:gd name="connsiteY307" fmla="*/ 210244 h 1822125"/>
                <a:gd name="connsiteX308" fmla="*/ 2115802 w 4011346"/>
                <a:gd name="connsiteY308" fmla="*/ 223593 h 1822125"/>
                <a:gd name="connsiteX309" fmla="*/ 2115802 w 4011346"/>
                <a:gd name="connsiteY309" fmla="*/ 193558 h 1822125"/>
                <a:gd name="connsiteX310" fmla="*/ 2082430 w 4011346"/>
                <a:gd name="connsiteY310" fmla="*/ 190221 h 1822125"/>
                <a:gd name="connsiteX311" fmla="*/ 2045720 w 4011346"/>
                <a:gd name="connsiteY311" fmla="*/ 163523 h 1822125"/>
                <a:gd name="connsiteX312" fmla="*/ 2025697 w 4011346"/>
                <a:gd name="connsiteY312" fmla="*/ 193558 h 1822125"/>
                <a:gd name="connsiteX313" fmla="*/ 2055732 w 4011346"/>
                <a:gd name="connsiteY313" fmla="*/ 190221 h 1822125"/>
                <a:gd name="connsiteX314" fmla="*/ 2045720 w 4011346"/>
                <a:gd name="connsiteY314" fmla="*/ 216919 h 1822125"/>
                <a:gd name="connsiteX315" fmla="*/ 1988987 w 4011346"/>
                <a:gd name="connsiteY315" fmla="*/ 236942 h 1822125"/>
                <a:gd name="connsiteX316" fmla="*/ 1935592 w 4011346"/>
                <a:gd name="connsiteY316" fmla="*/ 246954 h 1822125"/>
                <a:gd name="connsiteX317" fmla="*/ 1995662 w 4011346"/>
                <a:gd name="connsiteY317" fmla="*/ 190221 h 1822125"/>
                <a:gd name="connsiteX318" fmla="*/ 2055732 w 4011346"/>
                <a:gd name="connsiteY318" fmla="*/ 120139 h 1822125"/>
                <a:gd name="connsiteX319" fmla="*/ 2055732 w 4011346"/>
                <a:gd name="connsiteY319" fmla="*/ 120139 h 1822125"/>
                <a:gd name="connsiteX320" fmla="*/ 1638579 w 4011346"/>
                <a:gd name="connsiteY320" fmla="*/ 0 h 1822125"/>
                <a:gd name="connsiteX321" fmla="*/ 1528449 w 4011346"/>
                <a:gd name="connsiteY321" fmla="*/ 26696 h 1822125"/>
                <a:gd name="connsiteX322" fmla="*/ 1465043 w 4011346"/>
                <a:gd name="connsiteY322" fmla="*/ 110127 h 1822125"/>
                <a:gd name="connsiteX323" fmla="*/ 1448357 w 4011346"/>
                <a:gd name="connsiteY323" fmla="*/ 136825 h 1822125"/>
                <a:gd name="connsiteX324" fmla="*/ 1481729 w 4011346"/>
                <a:gd name="connsiteY324" fmla="*/ 170198 h 1822125"/>
                <a:gd name="connsiteX325" fmla="*/ 1481729 w 4011346"/>
                <a:gd name="connsiteY325" fmla="*/ 200233 h 1822125"/>
                <a:gd name="connsiteX326" fmla="*/ 1458368 w 4011346"/>
                <a:gd name="connsiteY326" fmla="*/ 203570 h 1822125"/>
                <a:gd name="connsiteX327" fmla="*/ 1458368 w 4011346"/>
                <a:gd name="connsiteY327" fmla="*/ 183546 h 1822125"/>
                <a:gd name="connsiteX328" fmla="*/ 1418322 w 4011346"/>
                <a:gd name="connsiteY328" fmla="*/ 193558 h 1822125"/>
                <a:gd name="connsiteX329" fmla="*/ 1368263 w 4011346"/>
                <a:gd name="connsiteY329" fmla="*/ 200233 h 1822125"/>
                <a:gd name="connsiteX330" fmla="*/ 1321542 w 4011346"/>
                <a:gd name="connsiteY330" fmla="*/ 206907 h 1822125"/>
                <a:gd name="connsiteX331" fmla="*/ 1318205 w 4011346"/>
                <a:gd name="connsiteY331" fmla="*/ 293675 h 1822125"/>
                <a:gd name="connsiteX332" fmla="*/ 1358252 w 4011346"/>
                <a:gd name="connsiteY332" fmla="*/ 317036 h 1822125"/>
                <a:gd name="connsiteX333" fmla="*/ 1374938 w 4011346"/>
                <a:gd name="connsiteY333" fmla="*/ 347071 h 1822125"/>
                <a:gd name="connsiteX334" fmla="*/ 1384949 w 4011346"/>
                <a:gd name="connsiteY334" fmla="*/ 370431 h 1822125"/>
                <a:gd name="connsiteX335" fmla="*/ 1394961 w 4011346"/>
                <a:gd name="connsiteY335" fmla="*/ 420490 h 1822125"/>
                <a:gd name="connsiteX336" fmla="*/ 1384949 w 4011346"/>
                <a:gd name="connsiteY336" fmla="*/ 450525 h 1822125"/>
                <a:gd name="connsiteX337" fmla="*/ 1358252 w 4011346"/>
                <a:gd name="connsiteY337" fmla="*/ 417152 h 1822125"/>
                <a:gd name="connsiteX338" fmla="*/ 1361589 w 4011346"/>
                <a:gd name="connsiteY338" fmla="*/ 387117 h 1822125"/>
                <a:gd name="connsiteX339" fmla="*/ 1351577 w 4011346"/>
                <a:gd name="connsiteY339" fmla="*/ 347071 h 1822125"/>
                <a:gd name="connsiteX340" fmla="*/ 1328217 w 4011346"/>
                <a:gd name="connsiteY340" fmla="*/ 353745 h 1822125"/>
                <a:gd name="connsiteX341" fmla="*/ 1281495 w 4011346"/>
                <a:gd name="connsiteY341" fmla="*/ 317036 h 1822125"/>
                <a:gd name="connsiteX342" fmla="*/ 1241449 w 4011346"/>
                <a:gd name="connsiteY342" fmla="*/ 313698 h 1822125"/>
                <a:gd name="connsiteX343" fmla="*/ 1241449 w 4011346"/>
                <a:gd name="connsiteY343" fmla="*/ 360419 h 1822125"/>
                <a:gd name="connsiteX344" fmla="*/ 1201402 w 4011346"/>
                <a:gd name="connsiteY344" fmla="*/ 340396 h 1822125"/>
                <a:gd name="connsiteX345" fmla="*/ 1228100 w 4011346"/>
                <a:gd name="connsiteY345" fmla="*/ 390454 h 1822125"/>
                <a:gd name="connsiteX346" fmla="*/ 1258135 w 4011346"/>
                <a:gd name="connsiteY346" fmla="*/ 400466 h 1822125"/>
                <a:gd name="connsiteX347" fmla="*/ 1258135 w 4011346"/>
                <a:gd name="connsiteY347" fmla="*/ 420490 h 1822125"/>
                <a:gd name="connsiteX348" fmla="*/ 1198065 w 4011346"/>
                <a:gd name="connsiteY348" fmla="*/ 397129 h 1822125"/>
                <a:gd name="connsiteX349" fmla="*/ 1181379 w 4011346"/>
                <a:gd name="connsiteY349" fmla="*/ 397129 h 1822125"/>
                <a:gd name="connsiteX350" fmla="*/ 1178041 w 4011346"/>
                <a:gd name="connsiteY350" fmla="*/ 353745 h 1822125"/>
                <a:gd name="connsiteX351" fmla="*/ 1171367 w 4011346"/>
                <a:gd name="connsiteY351" fmla="*/ 266977 h 1822125"/>
                <a:gd name="connsiteX352" fmla="*/ 1161355 w 4011346"/>
                <a:gd name="connsiteY352" fmla="*/ 337059 h 1822125"/>
                <a:gd name="connsiteX353" fmla="*/ 1137995 w 4011346"/>
                <a:gd name="connsiteY353" fmla="*/ 367094 h 1822125"/>
                <a:gd name="connsiteX354" fmla="*/ 1158018 w 4011346"/>
                <a:gd name="connsiteY354" fmla="*/ 413815 h 1822125"/>
                <a:gd name="connsiteX355" fmla="*/ 1158018 w 4011346"/>
                <a:gd name="connsiteY355" fmla="*/ 447187 h 1822125"/>
                <a:gd name="connsiteX356" fmla="*/ 1141332 w 4011346"/>
                <a:gd name="connsiteY356" fmla="*/ 497246 h 1822125"/>
                <a:gd name="connsiteX357" fmla="*/ 1154681 w 4011346"/>
                <a:gd name="connsiteY357" fmla="*/ 530618 h 1822125"/>
                <a:gd name="connsiteX358" fmla="*/ 1184716 w 4011346"/>
                <a:gd name="connsiteY358" fmla="*/ 537292 h 1822125"/>
                <a:gd name="connsiteX359" fmla="*/ 1221425 w 4011346"/>
                <a:gd name="connsiteY359" fmla="*/ 543967 h 1822125"/>
                <a:gd name="connsiteX360" fmla="*/ 1241449 w 4011346"/>
                <a:gd name="connsiteY360" fmla="*/ 567327 h 1822125"/>
                <a:gd name="connsiteX361" fmla="*/ 1258135 w 4011346"/>
                <a:gd name="connsiteY361" fmla="*/ 610711 h 1822125"/>
                <a:gd name="connsiteX362" fmla="*/ 1258135 w 4011346"/>
                <a:gd name="connsiteY362" fmla="*/ 610711 h 1822125"/>
                <a:gd name="connsiteX363" fmla="*/ 1254798 w 4011346"/>
                <a:gd name="connsiteY363" fmla="*/ 644084 h 1822125"/>
                <a:gd name="connsiteX364" fmla="*/ 1274821 w 4011346"/>
                <a:gd name="connsiteY364" fmla="*/ 664107 h 1822125"/>
                <a:gd name="connsiteX365" fmla="*/ 1244786 w 4011346"/>
                <a:gd name="connsiteY365" fmla="*/ 670782 h 1822125"/>
                <a:gd name="connsiteX366" fmla="*/ 1224763 w 4011346"/>
                <a:gd name="connsiteY366" fmla="*/ 630735 h 1822125"/>
                <a:gd name="connsiteX367" fmla="*/ 1224763 w 4011346"/>
                <a:gd name="connsiteY367" fmla="*/ 590688 h 1822125"/>
                <a:gd name="connsiteX368" fmla="*/ 1194727 w 4011346"/>
                <a:gd name="connsiteY368" fmla="*/ 553979 h 1822125"/>
                <a:gd name="connsiteX369" fmla="*/ 1164692 w 4011346"/>
                <a:gd name="connsiteY369" fmla="*/ 597363 h 1822125"/>
                <a:gd name="connsiteX370" fmla="*/ 1178041 w 4011346"/>
                <a:gd name="connsiteY370" fmla="*/ 640746 h 1822125"/>
                <a:gd name="connsiteX371" fmla="*/ 1137995 w 4011346"/>
                <a:gd name="connsiteY371" fmla="*/ 697479 h 1822125"/>
                <a:gd name="connsiteX372" fmla="*/ 1097948 w 4011346"/>
                <a:gd name="connsiteY372" fmla="*/ 754212 h 1822125"/>
                <a:gd name="connsiteX373" fmla="*/ 1007843 w 4011346"/>
                <a:gd name="connsiteY373" fmla="*/ 717503 h 1822125"/>
                <a:gd name="connsiteX374" fmla="*/ 1074587 w 4011346"/>
                <a:gd name="connsiteY374" fmla="*/ 714165 h 1822125"/>
                <a:gd name="connsiteX375" fmla="*/ 1107960 w 4011346"/>
                <a:gd name="connsiteY375" fmla="*/ 650758 h 1822125"/>
                <a:gd name="connsiteX376" fmla="*/ 1121309 w 4011346"/>
                <a:gd name="connsiteY376" fmla="*/ 607374 h 1822125"/>
                <a:gd name="connsiteX377" fmla="*/ 1127983 w 4011346"/>
                <a:gd name="connsiteY377" fmla="*/ 574002 h 1822125"/>
                <a:gd name="connsiteX378" fmla="*/ 1117971 w 4011346"/>
                <a:gd name="connsiteY378" fmla="*/ 557316 h 1822125"/>
                <a:gd name="connsiteX379" fmla="*/ 1114634 w 4011346"/>
                <a:gd name="connsiteY379" fmla="*/ 507257 h 1822125"/>
                <a:gd name="connsiteX380" fmla="*/ 1104622 w 4011346"/>
                <a:gd name="connsiteY380" fmla="*/ 427164 h 1822125"/>
                <a:gd name="connsiteX381" fmla="*/ 1101285 w 4011346"/>
                <a:gd name="connsiteY381" fmla="*/ 367094 h 1822125"/>
                <a:gd name="connsiteX382" fmla="*/ 1124646 w 4011346"/>
                <a:gd name="connsiteY382" fmla="*/ 273652 h 1822125"/>
                <a:gd name="connsiteX383" fmla="*/ 1031203 w 4011346"/>
                <a:gd name="connsiteY383" fmla="*/ 263640 h 1822125"/>
                <a:gd name="connsiteX384" fmla="*/ 1014517 w 4011346"/>
                <a:gd name="connsiteY384" fmla="*/ 320373 h 1822125"/>
                <a:gd name="connsiteX385" fmla="*/ 1024529 w 4011346"/>
                <a:gd name="connsiteY385" fmla="*/ 367094 h 1822125"/>
                <a:gd name="connsiteX386" fmla="*/ 981145 w 4011346"/>
                <a:gd name="connsiteY386" fmla="*/ 420490 h 1822125"/>
                <a:gd name="connsiteX387" fmla="*/ 991157 w 4011346"/>
                <a:gd name="connsiteY387" fmla="*/ 457199 h 1822125"/>
                <a:gd name="connsiteX388" fmla="*/ 981145 w 4011346"/>
                <a:gd name="connsiteY388" fmla="*/ 503920 h 1822125"/>
                <a:gd name="connsiteX389" fmla="*/ 1001168 w 4011346"/>
                <a:gd name="connsiteY389" fmla="*/ 527281 h 1822125"/>
                <a:gd name="connsiteX390" fmla="*/ 1017854 w 4011346"/>
                <a:gd name="connsiteY390" fmla="*/ 574002 h 1822125"/>
                <a:gd name="connsiteX391" fmla="*/ 1047890 w 4011346"/>
                <a:gd name="connsiteY391" fmla="*/ 560653 h 1822125"/>
                <a:gd name="connsiteX392" fmla="*/ 1014517 w 4011346"/>
                <a:gd name="connsiteY392" fmla="*/ 614049 h 1822125"/>
                <a:gd name="connsiteX393" fmla="*/ 957784 w 4011346"/>
                <a:gd name="connsiteY393" fmla="*/ 560653 h 1822125"/>
                <a:gd name="connsiteX394" fmla="*/ 884365 w 4011346"/>
                <a:gd name="connsiteY394" fmla="*/ 523944 h 1822125"/>
                <a:gd name="connsiteX395" fmla="*/ 824295 w 4011346"/>
                <a:gd name="connsiteY395" fmla="*/ 500583 h 1822125"/>
                <a:gd name="connsiteX396" fmla="*/ 810946 w 4011346"/>
                <a:gd name="connsiteY396" fmla="*/ 537292 h 1822125"/>
                <a:gd name="connsiteX397" fmla="*/ 827633 w 4011346"/>
                <a:gd name="connsiteY397" fmla="*/ 574002 h 1822125"/>
                <a:gd name="connsiteX398" fmla="*/ 814284 w 4011346"/>
                <a:gd name="connsiteY398" fmla="*/ 597363 h 1822125"/>
                <a:gd name="connsiteX399" fmla="*/ 800935 w 4011346"/>
                <a:gd name="connsiteY399" fmla="*/ 614049 h 1822125"/>
                <a:gd name="connsiteX400" fmla="*/ 770900 w 4011346"/>
                <a:gd name="connsiteY400" fmla="*/ 557316 h 1822125"/>
                <a:gd name="connsiteX401" fmla="*/ 744202 w 4011346"/>
                <a:gd name="connsiteY401" fmla="*/ 594025 h 1822125"/>
                <a:gd name="connsiteX402" fmla="*/ 707492 w 4011346"/>
                <a:gd name="connsiteY402" fmla="*/ 587351 h 1822125"/>
                <a:gd name="connsiteX403" fmla="*/ 654097 w 4011346"/>
                <a:gd name="connsiteY403" fmla="*/ 624060 h 1822125"/>
                <a:gd name="connsiteX404" fmla="*/ 644085 w 4011346"/>
                <a:gd name="connsiteY404" fmla="*/ 600700 h 1822125"/>
                <a:gd name="connsiteX405" fmla="*/ 654097 w 4011346"/>
                <a:gd name="connsiteY405" fmla="*/ 563990 h 1822125"/>
                <a:gd name="connsiteX406" fmla="*/ 614050 w 4011346"/>
                <a:gd name="connsiteY406" fmla="*/ 600700 h 1822125"/>
                <a:gd name="connsiteX407" fmla="*/ 594027 w 4011346"/>
                <a:gd name="connsiteY407" fmla="*/ 600700 h 1822125"/>
                <a:gd name="connsiteX408" fmla="*/ 533957 w 4011346"/>
                <a:gd name="connsiteY408" fmla="*/ 634072 h 1822125"/>
                <a:gd name="connsiteX409" fmla="*/ 510596 w 4011346"/>
                <a:gd name="connsiteY409" fmla="*/ 657433 h 1822125"/>
                <a:gd name="connsiteX410" fmla="*/ 500584 w 4011346"/>
                <a:gd name="connsiteY410" fmla="*/ 704154 h 1822125"/>
                <a:gd name="connsiteX411" fmla="*/ 450526 w 4011346"/>
                <a:gd name="connsiteY411" fmla="*/ 690805 h 1822125"/>
                <a:gd name="connsiteX412" fmla="*/ 433840 w 4011346"/>
                <a:gd name="connsiteY412" fmla="*/ 654095 h 1822125"/>
                <a:gd name="connsiteX413" fmla="*/ 467212 w 4011346"/>
                <a:gd name="connsiteY413" fmla="*/ 624060 h 1822125"/>
                <a:gd name="connsiteX414" fmla="*/ 453863 w 4011346"/>
                <a:gd name="connsiteY414" fmla="*/ 600700 h 1822125"/>
                <a:gd name="connsiteX415" fmla="*/ 390456 w 4011346"/>
                <a:gd name="connsiteY415" fmla="*/ 570665 h 1822125"/>
                <a:gd name="connsiteX416" fmla="*/ 417154 w 4011346"/>
                <a:gd name="connsiteY416" fmla="*/ 620723 h 1822125"/>
                <a:gd name="connsiteX417" fmla="*/ 407142 w 4011346"/>
                <a:gd name="connsiteY417" fmla="*/ 664107 h 1822125"/>
                <a:gd name="connsiteX418" fmla="*/ 413817 w 4011346"/>
                <a:gd name="connsiteY418" fmla="*/ 700817 h 1822125"/>
                <a:gd name="connsiteX419" fmla="*/ 427165 w 4011346"/>
                <a:gd name="connsiteY419" fmla="*/ 724177 h 1822125"/>
                <a:gd name="connsiteX420" fmla="*/ 413817 w 4011346"/>
                <a:gd name="connsiteY420" fmla="*/ 754212 h 1822125"/>
                <a:gd name="connsiteX421" fmla="*/ 390456 w 4011346"/>
                <a:gd name="connsiteY421" fmla="*/ 730852 h 1822125"/>
                <a:gd name="connsiteX422" fmla="*/ 360421 w 4011346"/>
                <a:gd name="connsiteY422" fmla="*/ 727514 h 1822125"/>
                <a:gd name="connsiteX423" fmla="*/ 333723 w 4011346"/>
                <a:gd name="connsiteY423" fmla="*/ 767561 h 1822125"/>
                <a:gd name="connsiteX424" fmla="*/ 307025 w 4011346"/>
                <a:gd name="connsiteY424" fmla="*/ 787584 h 1822125"/>
                <a:gd name="connsiteX425" fmla="*/ 320374 w 4011346"/>
                <a:gd name="connsiteY425" fmla="*/ 814282 h 1822125"/>
                <a:gd name="connsiteX426" fmla="*/ 303688 w 4011346"/>
                <a:gd name="connsiteY426" fmla="*/ 837643 h 1822125"/>
                <a:gd name="connsiteX427" fmla="*/ 233606 w 4011346"/>
                <a:gd name="connsiteY427" fmla="*/ 800933 h 1822125"/>
                <a:gd name="connsiteX428" fmla="*/ 243618 w 4011346"/>
                <a:gd name="connsiteY428" fmla="*/ 850992 h 1822125"/>
                <a:gd name="connsiteX429" fmla="*/ 263641 w 4011346"/>
                <a:gd name="connsiteY429" fmla="*/ 871015 h 1822125"/>
                <a:gd name="connsiteX430" fmla="*/ 250292 w 4011346"/>
                <a:gd name="connsiteY430" fmla="*/ 884364 h 1822125"/>
                <a:gd name="connsiteX431" fmla="*/ 193560 w 4011346"/>
                <a:gd name="connsiteY431" fmla="*/ 847654 h 1822125"/>
                <a:gd name="connsiteX432" fmla="*/ 170199 w 4011346"/>
                <a:gd name="connsiteY432" fmla="*/ 807608 h 1822125"/>
                <a:gd name="connsiteX433" fmla="*/ 170199 w 4011346"/>
                <a:gd name="connsiteY433" fmla="*/ 760887 h 1822125"/>
                <a:gd name="connsiteX434" fmla="*/ 133490 w 4011346"/>
                <a:gd name="connsiteY434" fmla="*/ 684130 h 1822125"/>
                <a:gd name="connsiteX435" fmla="*/ 196897 w 4011346"/>
                <a:gd name="connsiteY435" fmla="*/ 714165 h 1822125"/>
                <a:gd name="connsiteX436" fmla="*/ 256967 w 4011346"/>
                <a:gd name="connsiteY436" fmla="*/ 744200 h 1822125"/>
                <a:gd name="connsiteX437" fmla="*/ 293676 w 4011346"/>
                <a:gd name="connsiteY437" fmla="*/ 747538 h 1822125"/>
                <a:gd name="connsiteX438" fmla="*/ 327049 w 4011346"/>
                <a:gd name="connsiteY438" fmla="*/ 717503 h 1822125"/>
                <a:gd name="connsiteX439" fmla="*/ 343735 w 4011346"/>
                <a:gd name="connsiteY439" fmla="*/ 680793 h 1822125"/>
                <a:gd name="connsiteX440" fmla="*/ 333723 w 4011346"/>
                <a:gd name="connsiteY440" fmla="*/ 630735 h 1822125"/>
                <a:gd name="connsiteX441" fmla="*/ 290339 w 4011346"/>
                <a:gd name="connsiteY441" fmla="*/ 610711 h 1822125"/>
                <a:gd name="connsiteX442" fmla="*/ 236944 w 4011346"/>
                <a:gd name="connsiteY442" fmla="*/ 563990 h 1822125"/>
                <a:gd name="connsiteX443" fmla="*/ 133490 w 4011346"/>
                <a:gd name="connsiteY443" fmla="*/ 507257 h 1822125"/>
                <a:gd name="connsiteX0" fmla="*/ 133490 w 4011346"/>
                <a:gd name="connsiteY0" fmla="*/ 507257 h 1822125"/>
                <a:gd name="connsiteX1" fmla="*/ 46722 w 4011346"/>
                <a:gd name="connsiteY1" fmla="*/ 537292 h 1822125"/>
                <a:gd name="connsiteX2" fmla="*/ 33373 w 4011346"/>
                <a:gd name="connsiteY2" fmla="*/ 567327 h 1822125"/>
                <a:gd name="connsiteX3" fmla="*/ 43384 w 4011346"/>
                <a:gd name="connsiteY3" fmla="*/ 597363 h 1822125"/>
                <a:gd name="connsiteX4" fmla="*/ 60071 w 4011346"/>
                <a:gd name="connsiteY4" fmla="*/ 624060 h 1822125"/>
                <a:gd name="connsiteX5" fmla="*/ 73419 w 4011346"/>
                <a:gd name="connsiteY5" fmla="*/ 654095 h 1822125"/>
                <a:gd name="connsiteX6" fmla="*/ 56733 w 4011346"/>
                <a:gd name="connsiteY6" fmla="*/ 677456 h 1822125"/>
                <a:gd name="connsiteX7" fmla="*/ 76757 w 4011346"/>
                <a:gd name="connsiteY7" fmla="*/ 757549 h 1822125"/>
                <a:gd name="connsiteX8" fmla="*/ 66745 w 4011346"/>
                <a:gd name="connsiteY8" fmla="*/ 774236 h 1822125"/>
                <a:gd name="connsiteX9" fmla="*/ 70082 w 4011346"/>
                <a:gd name="connsiteY9" fmla="*/ 800933 h 1822125"/>
                <a:gd name="connsiteX10" fmla="*/ 70082 w 4011346"/>
                <a:gd name="connsiteY10" fmla="*/ 840980 h 1822125"/>
                <a:gd name="connsiteX11" fmla="*/ 80094 w 4011346"/>
                <a:gd name="connsiteY11" fmla="*/ 861003 h 1822125"/>
                <a:gd name="connsiteX12" fmla="*/ 76757 w 4011346"/>
                <a:gd name="connsiteY12" fmla="*/ 884364 h 1822125"/>
                <a:gd name="connsiteX13" fmla="*/ 106792 w 4011346"/>
                <a:gd name="connsiteY13" fmla="*/ 917736 h 1822125"/>
                <a:gd name="connsiteX14" fmla="*/ 106792 w 4011346"/>
                <a:gd name="connsiteY14" fmla="*/ 947771 h 1822125"/>
                <a:gd name="connsiteX15" fmla="*/ 13349 w 4011346"/>
                <a:gd name="connsiteY15" fmla="*/ 1037876 h 1822125"/>
                <a:gd name="connsiteX16" fmla="*/ 33373 w 4011346"/>
                <a:gd name="connsiteY16" fmla="*/ 1071249 h 1822125"/>
                <a:gd name="connsiteX17" fmla="*/ 33373 w 4011346"/>
                <a:gd name="connsiteY17" fmla="*/ 1071249 h 1822125"/>
                <a:gd name="connsiteX18" fmla="*/ 16687 w 4011346"/>
                <a:gd name="connsiteY18" fmla="*/ 1101284 h 1822125"/>
                <a:gd name="connsiteX19" fmla="*/ 3338 w 4011346"/>
                <a:gd name="connsiteY19" fmla="*/ 1131319 h 1822125"/>
                <a:gd name="connsiteX20" fmla="*/ 0 w 4011346"/>
                <a:gd name="connsiteY20" fmla="*/ 1191389 h 1822125"/>
                <a:gd name="connsiteX21" fmla="*/ 16687 w 4011346"/>
                <a:gd name="connsiteY21" fmla="*/ 1234773 h 1822125"/>
                <a:gd name="connsiteX22" fmla="*/ 20024 w 4011346"/>
                <a:gd name="connsiteY22" fmla="*/ 1268145 h 1822125"/>
                <a:gd name="connsiteX23" fmla="*/ 56733 w 4011346"/>
                <a:gd name="connsiteY23" fmla="*/ 1278157 h 1822125"/>
                <a:gd name="connsiteX24" fmla="*/ 116803 w 4011346"/>
                <a:gd name="connsiteY24" fmla="*/ 1364925 h 1822125"/>
                <a:gd name="connsiteX25" fmla="*/ 96780 w 4011346"/>
                <a:gd name="connsiteY25" fmla="*/ 1388285 h 1822125"/>
                <a:gd name="connsiteX26" fmla="*/ 93443 w 4011346"/>
                <a:gd name="connsiteY26" fmla="*/ 1418320 h 1822125"/>
                <a:gd name="connsiteX27" fmla="*/ 120141 w 4011346"/>
                <a:gd name="connsiteY27" fmla="*/ 1421657 h 1822125"/>
                <a:gd name="connsiteX28" fmla="*/ 160187 w 4011346"/>
                <a:gd name="connsiteY28" fmla="*/ 1435006 h 1822125"/>
                <a:gd name="connsiteX29" fmla="*/ 186885 w 4011346"/>
                <a:gd name="connsiteY29" fmla="*/ 1448355 h 1822125"/>
                <a:gd name="connsiteX30" fmla="*/ 213583 w 4011346"/>
                <a:gd name="connsiteY30" fmla="*/ 1478390 h 1822125"/>
                <a:gd name="connsiteX31" fmla="*/ 243618 w 4011346"/>
                <a:gd name="connsiteY31" fmla="*/ 1481727 h 1822125"/>
                <a:gd name="connsiteX32" fmla="*/ 287002 w 4011346"/>
                <a:gd name="connsiteY32" fmla="*/ 1511763 h 1822125"/>
                <a:gd name="connsiteX33" fmla="*/ 310363 w 4011346"/>
                <a:gd name="connsiteY33" fmla="*/ 1521774 h 1822125"/>
                <a:gd name="connsiteX34" fmla="*/ 310363 w 4011346"/>
                <a:gd name="connsiteY34" fmla="*/ 1558484 h 1822125"/>
                <a:gd name="connsiteX35" fmla="*/ 270316 w 4011346"/>
                <a:gd name="connsiteY35" fmla="*/ 1598530 h 1822125"/>
                <a:gd name="connsiteX36" fmla="*/ 280327 w 4011346"/>
                <a:gd name="connsiteY36" fmla="*/ 1621891 h 1822125"/>
                <a:gd name="connsiteX37" fmla="*/ 273653 w 4011346"/>
                <a:gd name="connsiteY37" fmla="*/ 1641914 h 1822125"/>
                <a:gd name="connsiteX38" fmla="*/ 266979 w 4011346"/>
                <a:gd name="connsiteY38" fmla="*/ 1658600 h 1822125"/>
                <a:gd name="connsiteX39" fmla="*/ 240281 w 4011346"/>
                <a:gd name="connsiteY39" fmla="*/ 1698647 h 1822125"/>
                <a:gd name="connsiteX40" fmla="*/ 307025 w 4011346"/>
                <a:gd name="connsiteY40" fmla="*/ 1735357 h 1822125"/>
                <a:gd name="connsiteX41" fmla="*/ 337060 w 4011346"/>
                <a:gd name="connsiteY41" fmla="*/ 1742031 h 1822125"/>
                <a:gd name="connsiteX42" fmla="*/ 360421 w 4011346"/>
                <a:gd name="connsiteY42" fmla="*/ 1748706 h 1822125"/>
                <a:gd name="connsiteX43" fmla="*/ 380444 w 4011346"/>
                <a:gd name="connsiteY43" fmla="*/ 1755380 h 1822125"/>
                <a:gd name="connsiteX44" fmla="*/ 407142 w 4011346"/>
                <a:gd name="connsiteY44" fmla="*/ 1775403 h 1822125"/>
                <a:gd name="connsiteX45" fmla="*/ 437177 w 4011346"/>
                <a:gd name="connsiteY45" fmla="*/ 1772066 h 1822125"/>
                <a:gd name="connsiteX46" fmla="*/ 507259 w 4011346"/>
                <a:gd name="connsiteY46" fmla="*/ 1822125 h 1822125"/>
                <a:gd name="connsiteX47" fmla="*/ 517271 w 4011346"/>
                <a:gd name="connsiteY47" fmla="*/ 1808776 h 1822125"/>
                <a:gd name="connsiteX48" fmla="*/ 507259 w 4011346"/>
                <a:gd name="connsiteY48" fmla="*/ 1768729 h 1822125"/>
                <a:gd name="connsiteX49" fmla="*/ 500584 w 4011346"/>
                <a:gd name="connsiteY49" fmla="*/ 1735357 h 1822125"/>
                <a:gd name="connsiteX50" fmla="*/ 483898 w 4011346"/>
                <a:gd name="connsiteY50" fmla="*/ 1691973 h 1822125"/>
                <a:gd name="connsiteX51" fmla="*/ 513933 w 4011346"/>
                <a:gd name="connsiteY51" fmla="*/ 1671949 h 1822125"/>
                <a:gd name="connsiteX52" fmla="*/ 547306 w 4011346"/>
                <a:gd name="connsiteY52" fmla="*/ 1648589 h 1822125"/>
                <a:gd name="connsiteX53" fmla="*/ 527282 w 4011346"/>
                <a:gd name="connsiteY53" fmla="*/ 1631903 h 1822125"/>
                <a:gd name="connsiteX54" fmla="*/ 517271 w 4011346"/>
                <a:gd name="connsiteY54" fmla="*/ 1598530 h 1822125"/>
                <a:gd name="connsiteX55" fmla="*/ 480561 w 4011346"/>
                <a:gd name="connsiteY55" fmla="*/ 1581844 h 1822125"/>
                <a:gd name="connsiteX56" fmla="*/ 470549 w 4011346"/>
                <a:gd name="connsiteY56" fmla="*/ 1561821 h 1822125"/>
                <a:gd name="connsiteX57" fmla="*/ 480561 w 4011346"/>
                <a:gd name="connsiteY57" fmla="*/ 1531786 h 1822125"/>
                <a:gd name="connsiteX58" fmla="*/ 490573 w 4011346"/>
                <a:gd name="connsiteY58" fmla="*/ 1491739 h 1822125"/>
                <a:gd name="connsiteX59" fmla="*/ 513933 w 4011346"/>
                <a:gd name="connsiteY59" fmla="*/ 1511763 h 1822125"/>
                <a:gd name="connsiteX60" fmla="*/ 520608 w 4011346"/>
                <a:gd name="connsiteY60" fmla="*/ 1495076 h 1822125"/>
                <a:gd name="connsiteX61" fmla="*/ 543968 w 4011346"/>
                <a:gd name="connsiteY61" fmla="*/ 1458367 h 1822125"/>
                <a:gd name="connsiteX62" fmla="*/ 574003 w 4011346"/>
                <a:gd name="connsiteY62" fmla="*/ 1441681 h 1822125"/>
                <a:gd name="connsiteX63" fmla="*/ 590690 w 4011346"/>
                <a:gd name="connsiteY63" fmla="*/ 1455030 h 1822125"/>
                <a:gd name="connsiteX64" fmla="*/ 610713 w 4011346"/>
                <a:gd name="connsiteY64" fmla="*/ 1428332 h 1822125"/>
                <a:gd name="connsiteX65" fmla="*/ 630736 w 4011346"/>
                <a:gd name="connsiteY65" fmla="*/ 1455030 h 1822125"/>
                <a:gd name="connsiteX66" fmla="*/ 657434 w 4011346"/>
                <a:gd name="connsiteY66" fmla="*/ 1478390 h 1822125"/>
                <a:gd name="connsiteX67" fmla="*/ 674120 w 4011346"/>
                <a:gd name="connsiteY67" fmla="*/ 1485065 h 1822125"/>
                <a:gd name="connsiteX68" fmla="*/ 697481 w 4011346"/>
                <a:gd name="connsiteY68" fmla="*/ 1485065 h 1822125"/>
                <a:gd name="connsiteX69" fmla="*/ 717504 w 4011346"/>
                <a:gd name="connsiteY69" fmla="*/ 1471716 h 1822125"/>
                <a:gd name="connsiteX70" fmla="*/ 744202 w 4011346"/>
                <a:gd name="connsiteY70" fmla="*/ 1471716 h 1822125"/>
                <a:gd name="connsiteX71" fmla="*/ 760888 w 4011346"/>
                <a:gd name="connsiteY71" fmla="*/ 1468379 h 1822125"/>
                <a:gd name="connsiteX72" fmla="*/ 790923 w 4011346"/>
                <a:gd name="connsiteY72" fmla="*/ 1501751 h 1822125"/>
                <a:gd name="connsiteX73" fmla="*/ 797598 w 4011346"/>
                <a:gd name="connsiteY73" fmla="*/ 1475053 h 1822125"/>
                <a:gd name="connsiteX74" fmla="*/ 817621 w 4011346"/>
                <a:gd name="connsiteY74" fmla="*/ 1491739 h 1822125"/>
                <a:gd name="connsiteX75" fmla="*/ 837644 w 4011346"/>
                <a:gd name="connsiteY75" fmla="*/ 1468379 h 1822125"/>
                <a:gd name="connsiteX76" fmla="*/ 827633 w 4011346"/>
                <a:gd name="connsiteY76" fmla="*/ 1448355 h 1822125"/>
                <a:gd name="connsiteX77" fmla="*/ 810946 w 4011346"/>
                <a:gd name="connsiteY77" fmla="*/ 1435006 h 1822125"/>
                <a:gd name="connsiteX78" fmla="*/ 810946 w 4011346"/>
                <a:gd name="connsiteY78" fmla="*/ 1408309 h 1822125"/>
                <a:gd name="connsiteX79" fmla="*/ 810946 w 4011346"/>
                <a:gd name="connsiteY79" fmla="*/ 1394960 h 1822125"/>
                <a:gd name="connsiteX80" fmla="*/ 830970 w 4011346"/>
                <a:gd name="connsiteY80" fmla="*/ 1391622 h 1822125"/>
                <a:gd name="connsiteX81" fmla="*/ 840981 w 4011346"/>
                <a:gd name="connsiteY81" fmla="*/ 1388285 h 1822125"/>
                <a:gd name="connsiteX82" fmla="*/ 820958 w 4011346"/>
                <a:gd name="connsiteY82" fmla="*/ 1351576 h 1822125"/>
                <a:gd name="connsiteX83" fmla="*/ 854330 w 4011346"/>
                <a:gd name="connsiteY83" fmla="*/ 1344901 h 1822125"/>
                <a:gd name="connsiteX84" fmla="*/ 891040 w 4011346"/>
                <a:gd name="connsiteY84" fmla="*/ 1351576 h 1822125"/>
                <a:gd name="connsiteX85" fmla="*/ 964459 w 4011346"/>
                <a:gd name="connsiteY85" fmla="*/ 1308192 h 1822125"/>
                <a:gd name="connsiteX86" fmla="*/ 1001168 w 4011346"/>
                <a:gd name="connsiteY86" fmla="*/ 1308192 h 1822125"/>
                <a:gd name="connsiteX87" fmla="*/ 1027866 w 4011346"/>
                <a:gd name="connsiteY87" fmla="*/ 1284831 h 1822125"/>
                <a:gd name="connsiteX88" fmla="*/ 1047890 w 4011346"/>
                <a:gd name="connsiteY88" fmla="*/ 1294843 h 1822125"/>
                <a:gd name="connsiteX89" fmla="*/ 1067913 w 4011346"/>
                <a:gd name="connsiteY89" fmla="*/ 1304854 h 1822125"/>
                <a:gd name="connsiteX90" fmla="*/ 1087936 w 4011346"/>
                <a:gd name="connsiteY90" fmla="*/ 1331552 h 1822125"/>
                <a:gd name="connsiteX91" fmla="*/ 1074587 w 4011346"/>
                <a:gd name="connsiteY91" fmla="*/ 1344901 h 1822125"/>
                <a:gd name="connsiteX92" fmla="*/ 1104622 w 4011346"/>
                <a:gd name="connsiteY92" fmla="*/ 1344901 h 1822125"/>
                <a:gd name="connsiteX93" fmla="*/ 1107960 w 4011346"/>
                <a:gd name="connsiteY93" fmla="*/ 1361587 h 1822125"/>
                <a:gd name="connsiteX94" fmla="*/ 1121309 w 4011346"/>
                <a:gd name="connsiteY94" fmla="*/ 1344901 h 1822125"/>
                <a:gd name="connsiteX95" fmla="*/ 1134657 w 4011346"/>
                <a:gd name="connsiteY95" fmla="*/ 1358250 h 1822125"/>
                <a:gd name="connsiteX96" fmla="*/ 1134657 w 4011346"/>
                <a:gd name="connsiteY96" fmla="*/ 1378273 h 1822125"/>
                <a:gd name="connsiteX97" fmla="*/ 1148006 w 4011346"/>
                <a:gd name="connsiteY97" fmla="*/ 1374936 h 1822125"/>
                <a:gd name="connsiteX98" fmla="*/ 1208076 w 4011346"/>
                <a:gd name="connsiteY98" fmla="*/ 1328215 h 1822125"/>
                <a:gd name="connsiteX99" fmla="*/ 1211414 w 4011346"/>
                <a:gd name="connsiteY99" fmla="*/ 1348238 h 1822125"/>
                <a:gd name="connsiteX100" fmla="*/ 1244786 w 4011346"/>
                <a:gd name="connsiteY100" fmla="*/ 1368262 h 1822125"/>
                <a:gd name="connsiteX101" fmla="*/ 1264809 w 4011346"/>
                <a:gd name="connsiteY101" fmla="*/ 1398297 h 1822125"/>
                <a:gd name="connsiteX102" fmla="*/ 1298181 w 4011346"/>
                <a:gd name="connsiteY102" fmla="*/ 1505088 h 1822125"/>
                <a:gd name="connsiteX103" fmla="*/ 1308193 w 4011346"/>
                <a:gd name="connsiteY103" fmla="*/ 1461704 h 1822125"/>
                <a:gd name="connsiteX104" fmla="*/ 1344903 w 4011346"/>
                <a:gd name="connsiteY104" fmla="*/ 1481727 h 1822125"/>
                <a:gd name="connsiteX105" fmla="*/ 1388287 w 4011346"/>
                <a:gd name="connsiteY105" fmla="*/ 1481727 h 1822125"/>
                <a:gd name="connsiteX106" fmla="*/ 1394961 w 4011346"/>
                <a:gd name="connsiteY106" fmla="*/ 1505088 h 1822125"/>
                <a:gd name="connsiteX107" fmla="*/ 1435008 w 4011346"/>
                <a:gd name="connsiteY107" fmla="*/ 1528449 h 1822125"/>
                <a:gd name="connsiteX108" fmla="*/ 1465043 w 4011346"/>
                <a:gd name="connsiteY108" fmla="*/ 1528449 h 1822125"/>
                <a:gd name="connsiteX109" fmla="*/ 1491741 w 4011346"/>
                <a:gd name="connsiteY109" fmla="*/ 1541798 h 1822125"/>
                <a:gd name="connsiteX110" fmla="*/ 1535125 w 4011346"/>
                <a:gd name="connsiteY110" fmla="*/ 1498414 h 1822125"/>
                <a:gd name="connsiteX111" fmla="*/ 1571834 w 4011346"/>
                <a:gd name="connsiteY111" fmla="*/ 1478390 h 1822125"/>
                <a:gd name="connsiteX112" fmla="*/ 1608544 w 4011346"/>
                <a:gd name="connsiteY112" fmla="*/ 1481727 h 1822125"/>
                <a:gd name="connsiteX113" fmla="*/ 1655265 w 4011346"/>
                <a:gd name="connsiteY113" fmla="*/ 1495076 h 1822125"/>
                <a:gd name="connsiteX114" fmla="*/ 1681963 w 4011346"/>
                <a:gd name="connsiteY114" fmla="*/ 1511763 h 1822125"/>
                <a:gd name="connsiteX115" fmla="*/ 1735358 w 4011346"/>
                <a:gd name="connsiteY115" fmla="*/ 1505088 h 1822125"/>
                <a:gd name="connsiteX116" fmla="*/ 1745370 w 4011346"/>
                <a:gd name="connsiteY116" fmla="*/ 1485065 h 1822125"/>
                <a:gd name="connsiteX117" fmla="*/ 1738695 w 4011346"/>
                <a:gd name="connsiteY117" fmla="*/ 1465041 h 1822125"/>
                <a:gd name="connsiteX118" fmla="*/ 1765393 w 4011346"/>
                <a:gd name="connsiteY118" fmla="*/ 1438344 h 1822125"/>
                <a:gd name="connsiteX119" fmla="*/ 1778742 w 4011346"/>
                <a:gd name="connsiteY119" fmla="*/ 1435006 h 1822125"/>
                <a:gd name="connsiteX120" fmla="*/ 1812114 w 4011346"/>
                <a:gd name="connsiteY120" fmla="*/ 1451692 h 1822125"/>
                <a:gd name="connsiteX121" fmla="*/ 1852161 w 4011346"/>
                <a:gd name="connsiteY121" fmla="*/ 1465041 h 1822125"/>
                <a:gd name="connsiteX122" fmla="*/ 1858836 w 4011346"/>
                <a:gd name="connsiteY122" fmla="*/ 1491739 h 1822125"/>
                <a:gd name="connsiteX123" fmla="*/ 1872184 w 4011346"/>
                <a:gd name="connsiteY123" fmla="*/ 1498414 h 1822125"/>
                <a:gd name="connsiteX124" fmla="*/ 1902219 w 4011346"/>
                <a:gd name="connsiteY124" fmla="*/ 1501751 h 1822125"/>
                <a:gd name="connsiteX125" fmla="*/ 1932254 w 4011346"/>
                <a:gd name="connsiteY125" fmla="*/ 1485065 h 1822125"/>
                <a:gd name="connsiteX126" fmla="*/ 1962290 w 4011346"/>
                <a:gd name="connsiteY126" fmla="*/ 1498414 h 1822125"/>
                <a:gd name="connsiteX127" fmla="*/ 1985650 w 4011346"/>
                <a:gd name="connsiteY127" fmla="*/ 1511763 h 1822125"/>
                <a:gd name="connsiteX128" fmla="*/ 1995662 w 4011346"/>
                <a:gd name="connsiteY128" fmla="*/ 1521774 h 1822125"/>
                <a:gd name="connsiteX129" fmla="*/ 2032371 w 4011346"/>
                <a:gd name="connsiteY129" fmla="*/ 1541798 h 1822125"/>
                <a:gd name="connsiteX130" fmla="*/ 2069081 w 4011346"/>
                <a:gd name="connsiteY130" fmla="*/ 1538460 h 1822125"/>
                <a:gd name="connsiteX131" fmla="*/ 2142500 w 4011346"/>
                <a:gd name="connsiteY131" fmla="*/ 1495076 h 1822125"/>
                <a:gd name="connsiteX132" fmla="*/ 2195895 w 4011346"/>
                <a:gd name="connsiteY132" fmla="*/ 1508425 h 1822125"/>
                <a:gd name="connsiteX133" fmla="*/ 2225930 w 4011346"/>
                <a:gd name="connsiteY133" fmla="*/ 1518437 h 1822125"/>
                <a:gd name="connsiteX134" fmla="*/ 2259303 w 4011346"/>
                <a:gd name="connsiteY134" fmla="*/ 1505088 h 1822125"/>
                <a:gd name="connsiteX135" fmla="*/ 2262640 w 4011346"/>
                <a:gd name="connsiteY135" fmla="*/ 1478390 h 1822125"/>
                <a:gd name="connsiteX136" fmla="*/ 2282663 w 4011346"/>
                <a:gd name="connsiteY136" fmla="*/ 1448355 h 1822125"/>
                <a:gd name="connsiteX137" fmla="*/ 2299349 w 4011346"/>
                <a:gd name="connsiteY137" fmla="*/ 1394960 h 1822125"/>
                <a:gd name="connsiteX138" fmla="*/ 2282663 w 4011346"/>
                <a:gd name="connsiteY138" fmla="*/ 1398297 h 1822125"/>
                <a:gd name="connsiteX139" fmla="*/ 2312698 w 4011346"/>
                <a:gd name="connsiteY139" fmla="*/ 1371599 h 1822125"/>
                <a:gd name="connsiteX140" fmla="*/ 2339396 w 4011346"/>
                <a:gd name="connsiteY140" fmla="*/ 1368262 h 1822125"/>
                <a:gd name="connsiteX141" fmla="*/ 2396129 w 4011346"/>
                <a:gd name="connsiteY141" fmla="*/ 1378273 h 1822125"/>
                <a:gd name="connsiteX142" fmla="*/ 2436176 w 4011346"/>
                <a:gd name="connsiteY142" fmla="*/ 1404971 h 1822125"/>
                <a:gd name="connsiteX143" fmla="*/ 2462873 w 4011346"/>
                <a:gd name="connsiteY143" fmla="*/ 1435006 h 1822125"/>
                <a:gd name="connsiteX144" fmla="*/ 2469548 w 4011346"/>
                <a:gd name="connsiteY144" fmla="*/ 1471716 h 1822125"/>
                <a:gd name="connsiteX145" fmla="*/ 2476222 w 4011346"/>
                <a:gd name="connsiteY145" fmla="*/ 1511763 h 1822125"/>
                <a:gd name="connsiteX146" fmla="*/ 2486234 w 4011346"/>
                <a:gd name="connsiteY146" fmla="*/ 1531786 h 1822125"/>
                <a:gd name="connsiteX147" fmla="*/ 2529618 w 4011346"/>
                <a:gd name="connsiteY147" fmla="*/ 1545135 h 1822125"/>
                <a:gd name="connsiteX148" fmla="*/ 2549641 w 4011346"/>
                <a:gd name="connsiteY148" fmla="*/ 1565158 h 1822125"/>
                <a:gd name="connsiteX149" fmla="*/ 2562990 w 4011346"/>
                <a:gd name="connsiteY149" fmla="*/ 1598530 h 1822125"/>
                <a:gd name="connsiteX150" fmla="*/ 2586351 w 4011346"/>
                <a:gd name="connsiteY150" fmla="*/ 1591856 h 1822125"/>
                <a:gd name="connsiteX151" fmla="*/ 2606374 w 4011346"/>
                <a:gd name="connsiteY151" fmla="*/ 1581844 h 1822125"/>
                <a:gd name="connsiteX152" fmla="*/ 2639746 w 4011346"/>
                <a:gd name="connsiteY152" fmla="*/ 1565158 h 1822125"/>
                <a:gd name="connsiteX153" fmla="*/ 2643084 w 4011346"/>
                <a:gd name="connsiteY153" fmla="*/ 1581844 h 1822125"/>
                <a:gd name="connsiteX154" fmla="*/ 2626398 w 4011346"/>
                <a:gd name="connsiteY154" fmla="*/ 1611879 h 1822125"/>
                <a:gd name="connsiteX155" fmla="*/ 2616386 w 4011346"/>
                <a:gd name="connsiteY155" fmla="*/ 1648589 h 1822125"/>
                <a:gd name="connsiteX156" fmla="*/ 2603037 w 4011346"/>
                <a:gd name="connsiteY156" fmla="*/ 1701984 h 1822125"/>
                <a:gd name="connsiteX157" fmla="*/ 2579676 w 4011346"/>
                <a:gd name="connsiteY157" fmla="*/ 1675287 h 1822125"/>
                <a:gd name="connsiteX158" fmla="*/ 2552979 w 4011346"/>
                <a:gd name="connsiteY158" fmla="*/ 1698647 h 1822125"/>
                <a:gd name="connsiteX159" fmla="*/ 2559653 w 4011346"/>
                <a:gd name="connsiteY159" fmla="*/ 1725345 h 1822125"/>
                <a:gd name="connsiteX160" fmla="*/ 2559653 w 4011346"/>
                <a:gd name="connsiteY160" fmla="*/ 1762054 h 1822125"/>
                <a:gd name="connsiteX161" fmla="*/ 2549641 w 4011346"/>
                <a:gd name="connsiteY161" fmla="*/ 1782078 h 1822125"/>
                <a:gd name="connsiteX162" fmla="*/ 2589688 w 4011346"/>
                <a:gd name="connsiteY162" fmla="*/ 1762054 h 1822125"/>
                <a:gd name="connsiteX163" fmla="*/ 2626398 w 4011346"/>
                <a:gd name="connsiteY163" fmla="*/ 1772066 h 1822125"/>
                <a:gd name="connsiteX164" fmla="*/ 2653095 w 4011346"/>
                <a:gd name="connsiteY164" fmla="*/ 1748706 h 1822125"/>
                <a:gd name="connsiteX165" fmla="*/ 2683130 w 4011346"/>
                <a:gd name="connsiteY165" fmla="*/ 1695310 h 1822125"/>
                <a:gd name="connsiteX166" fmla="*/ 2753212 w 4011346"/>
                <a:gd name="connsiteY166" fmla="*/ 1608542 h 1822125"/>
                <a:gd name="connsiteX167" fmla="*/ 2783247 w 4011346"/>
                <a:gd name="connsiteY167" fmla="*/ 1538460 h 1822125"/>
                <a:gd name="connsiteX168" fmla="*/ 2803271 w 4011346"/>
                <a:gd name="connsiteY168" fmla="*/ 1435006 h 1822125"/>
                <a:gd name="connsiteX169" fmla="*/ 2793259 w 4011346"/>
                <a:gd name="connsiteY169" fmla="*/ 1384948 h 1822125"/>
                <a:gd name="connsiteX170" fmla="*/ 2769898 w 4011346"/>
                <a:gd name="connsiteY170" fmla="*/ 1351576 h 1822125"/>
                <a:gd name="connsiteX171" fmla="*/ 2726514 w 4011346"/>
                <a:gd name="connsiteY171" fmla="*/ 1351576 h 1822125"/>
                <a:gd name="connsiteX172" fmla="*/ 2699817 w 4011346"/>
                <a:gd name="connsiteY172" fmla="*/ 1351576 h 1822125"/>
                <a:gd name="connsiteX173" fmla="*/ 2683130 w 4011346"/>
                <a:gd name="connsiteY173" fmla="*/ 1331552 h 1822125"/>
                <a:gd name="connsiteX174" fmla="*/ 2669781 w 4011346"/>
                <a:gd name="connsiteY174" fmla="*/ 1311529 h 1822125"/>
                <a:gd name="connsiteX175" fmla="*/ 2763224 w 4011346"/>
                <a:gd name="connsiteY175" fmla="*/ 1194726 h 1822125"/>
                <a:gd name="connsiteX176" fmla="*/ 2846654 w 4011346"/>
                <a:gd name="connsiteY176" fmla="*/ 1127982 h 1822125"/>
                <a:gd name="connsiteX177" fmla="*/ 2890038 w 4011346"/>
                <a:gd name="connsiteY177" fmla="*/ 1104621 h 1822125"/>
                <a:gd name="connsiteX178" fmla="*/ 2933422 w 4011346"/>
                <a:gd name="connsiteY178" fmla="*/ 1124644 h 1822125"/>
                <a:gd name="connsiteX179" fmla="*/ 2950109 w 4011346"/>
                <a:gd name="connsiteY179" fmla="*/ 1107958 h 1822125"/>
                <a:gd name="connsiteX180" fmla="*/ 2993492 w 4011346"/>
                <a:gd name="connsiteY180" fmla="*/ 1124644 h 1822125"/>
                <a:gd name="connsiteX181" fmla="*/ 3006841 w 4011346"/>
                <a:gd name="connsiteY181" fmla="*/ 1091272 h 1822125"/>
                <a:gd name="connsiteX182" fmla="*/ 3053563 w 4011346"/>
                <a:gd name="connsiteY182" fmla="*/ 1101284 h 1822125"/>
                <a:gd name="connsiteX183" fmla="*/ 3070249 w 4011346"/>
                <a:gd name="connsiteY183" fmla="*/ 1117970 h 1822125"/>
                <a:gd name="connsiteX184" fmla="*/ 3060237 w 4011346"/>
                <a:gd name="connsiteY184" fmla="*/ 1137993 h 1822125"/>
                <a:gd name="connsiteX185" fmla="*/ 3123644 w 4011346"/>
                <a:gd name="connsiteY185" fmla="*/ 1121307 h 1822125"/>
                <a:gd name="connsiteX186" fmla="*/ 3140330 w 4011346"/>
                <a:gd name="connsiteY186" fmla="*/ 1107958 h 1822125"/>
                <a:gd name="connsiteX187" fmla="*/ 3123644 w 4011346"/>
                <a:gd name="connsiteY187" fmla="*/ 1094609 h 1822125"/>
                <a:gd name="connsiteX188" fmla="*/ 3143668 w 4011346"/>
                <a:gd name="connsiteY188" fmla="*/ 1054563 h 1822125"/>
                <a:gd name="connsiteX189" fmla="*/ 3190389 w 4011346"/>
                <a:gd name="connsiteY189" fmla="*/ 984481 h 1822125"/>
                <a:gd name="connsiteX190" fmla="*/ 3233773 w 4011346"/>
                <a:gd name="connsiteY190" fmla="*/ 981144 h 1822125"/>
                <a:gd name="connsiteX191" fmla="*/ 3273819 w 4011346"/>
                <a:gd name="connsiteY191" fmla="*/ 991155 h 1822125"/>
                <a:gd name="connsiteX192" fmla="*/ 3277157 w 4011346"/>
                <a:gd name="connsiteY192" fmla="*/ 1047888 h 1822125"/>
                <a:gd name="connsiteX193" fmla="*/ 3320541 w 4011346"/>
                <a:gd name="connsiteY193" fmla="*/ 1004504 h 1822125"/>
                <a:gd name="connsiteX194" fmla="*/ 3343901 w 4011346"/>
                <a:gd name="connsiteY194" fmla="*/ 987818 h 1822125"/>
                <a:gd name="connsiteX195" fmla="*/ 3350576 w 4011346"/>
                <a:gd name="connsiteY195" fmla="*/ 954446 h 1822125"/>
                <a:gd name="connsiteX196" fmla="*/ 3377273 w 4011346"/>
                <a:gd name="connsiteY196" fmla="*/ 937760 h 1822125"/>
                <a:gd name="connsiteX197" fmla="*/ 3407309 w 4011346"/>
                <a:gd name="connsiteY197" fmla="*/ 947771 h 1822125"/>
                <a:gd name="connsiteX198" fmla="*/ 3373936 w 4011346"/>
                <a:gd name="connsiteY198" fmla="*/ 977806 h 1822125"/>
                <a:gd name="connsiteX199" fmla="*/ 3360587 w 4011346"/>
                <a:gd name="connsiteY199" fmla="*/ 1027865 h 1822125"/>
                <a:gd name="connsiteX200" fmla="*/ 3323878 w 4011346"/>
                <a:gd name="connsiteY200" fmla="*/ 1067911 h 1822125"/>
                <a:gd name="connsiteX201" fmla="*/ 3210412 w 4011346"/>
                <a:gd name="connsiteY201" fmla="*/ 1164691 h 1822125"/>
                <a:gd name="connsiteX202" fmla="*/ 3163691 w 4011346"/>
                <a:gd name="connsiteY202" fmla="*/ 1234773 h 1822125"/>
                <a:gd name="connsiteX203" fmla="*/ 3160354 w 4011346"/>
                <a:gd name="connsiteY203" fmla="*/ 1308192 h 1822125"/>
                <a:gd name="connsiteX204" fmla="*/ 3170365 w 4011346"/>
                <a:gd name="connsiteY204" fmla="*/ 1398297 h 1822125"/>
                <a:gd name="connsiteX205" fmla="*/ 3190389 w 4011346"/>
                <a:gd name="connsiteY205" fmla="*/ 1461704 h 1822125"/>
                <a:gd name="connsiteX206" fmla="*/ 3217087 w 4011346"/>
                <a:gd name="connsiteY206" fmla="*/ 1451692 h 1822125"/>
                <a:gd name="connsiteX207" fmla="*/ 3240447 w 4011346"/>
                <a:gd name="connsiteY207" fmla="*/ 1384948 h 1822125"/>
                <a:gd name="connsiteX208" fmla="*/ 3270482 w 4011346"/>
                <a:gd name="connsiteY208" fmla="*/ 1381611 h 1822125"/>
                <a:gd name="connsiteX209" fmla="*/ 3287168 w 4011346"/>
                <a:gd name="connsiteY209" fmla="*/ 1321541 h 1822125"/>
                <a:gd name="connsiteX210" fmla="*/ 3313866 w 4011346"/>
                <a:gd name="connsiteY210" fmla="*/ 1311529 h 1822125"/>
                <a:gd name="connsiteX211" fmla="*/ 3313866 w 4011346"/>
                <a:gd name="connsiteY211" fmla="*/ 1281494 h 1822125"/>
                <a:gd name="connsiteX212" fmla="*/ 3337227 w 4011346"/>
                <a:gd name="connsiteY212" fmla="*/ 1244784 h 1822125"/>
                <a:gd name="connsiteX213" fmla="*/ 3330552 w 4011346"/>
                <a:gd name="connsiteY213" fmla="*/ 1201400 h 1822125"/>
                <a:gd name="connsiteX214" fmla="*/ 3333890 w 4011346"/>
                <a:gd name="connsiteY214" fmla="*/ 1171365 h 1822125"/>
                <a:gd name="connsiteX215" fmla="*/ 3323878 w 4011346"/>
                <a:gd name="connsiteY215" fmla="*/ 1161354 h 1822125"/>
                <a:gd name="connsiteX216" fmla="*/ 3363925 w 4011346"/>
                <a:gd name="connsiteY216" fmla="*/ 1074586 h 1822125"/>
                <a:gd name="connsiteX217" fmla="*/ 3383948 w 4011346"/>
                <a:gd name="connsiteY217" fmla="*/ 1084598 h 1822125"/>
                <a:gd name="connsiteX218" fmla="*/ 3410646 w 4011346"/>
                <a:gd name="connsiteY218" fmla="*/ 1057900 h 1822125"/>
                <a:gd name="connsiteX219" fmla="*/ 3420657 w 4011346"/>
                <a:gd name="connsiteY219" fmla="*/ 1084598 h 1822125"/>
                <a:gd name="connsiteX220" fmla="*/ 3447355 w 4011346"/>
                <a:gd name="connsiteY220" fmla="*/ 1067911 h 1822125"/>
                <a:gd name="connsiteX221" fmla="*/ 3477390 w 4011346"/>
                <a:gd name="connsiteY221" fmla="*/ 1057900 h 1822125"/>
                <a:gd name="connsiteX222" fmla="*/ 3514100 w 4011346"/>
                <a:gd name="connsiteY222" fmla="*/ 1084598 h 1822125"/>
                <a:gd name="connsiteX223" fmla="*/ 3574170 w 4011346"/>
                <a:gd name="connsiteY223" fmla="*/ 1017853 h 1822125"/>
                <a:gd name="connsiteX224" fmla="*/ 3637577 w 4011346"/>
                <a:gd name="connsiteY224" fmla="*/ 971132 h 1822125"/>
                <a:gd name="connsiteX225" fmla="*/ 3690973 w 4011346"/>
                <a:gd name="connsiteY225" fmla="*/ 934422 h 1822125"/>
                <a:gd name="connsiteX226" fmla="*/ 3741031 w 4011346"/>
                <a:gd name="connsiteY226" fmla="*/ 961120 h 1822125"/>
                <a:gd name="connsiteX227" fmla="*/ 3751043 w 4011346"/>
                <a:gd name="connsiteY227" fmla="*/ 934422 h 1822125"/>
                <a:gd name="connsiteX228" fmla="*/ 3727682 w 4011346"/>
                <a:gd name="connsiteY228" fmla="*/ 867678 h 1822125"/>
                <a:gd name="connsiteX229" fmla="*/ 3700984 w 4011346"/>
                <a:gd name="connsiteY229" fmla="*/ 850992 h 1822125"/>
                <a:gd name="connsiteX230" fmla="*/ 3697647 w 4011346"/>
                <a:gd name="connsiteY230" fmla="*/ 820957 h 1822125"/>
                <a:gd name="connsiteX231" fmla="*/ 3751043 w 4011346"/>
                <a:gd name="connsiteY231" fmla="*/ 827631 h 1822125"/>
                <a:gd name="connsiteX232" fmla="*/ 3774403 w 4011346"/>
                <a:gd name="connsiteY232" fmla="*/ 784247 h 1822125"/>
                <a:gd name="connsiteX233" fmla="*/ 3767729 w 4011346"/>
                <a:gd name="connsiteY233" fmla="*/ 757549 h 1822125"/>
                <a:gd name="connsiteX234" fmla="*/ 3794427 w 4011346"/>
                <a:gd name="connsiteY234" fmla="*/ 724177 h 1822125"/>
                <a:gd name="connsiteX235" fmla="*/ 3804438 w 4011346"/>
                <a:gd name="connsiteY235" fmla="*/ 767561 h 1822125"/>
                <a:gd name="connsiteX236" fmla="*/ 3827799 w 4011346"/>
                <a:gd name="connsiteY236" fmla="*/ 784247 h 1822125"/>
                <a:gd name="connsiteX237" fmla="*/ 3874520 w 4011346"/>
                <a:gd name="connsiteY237" fmla="*/ 804271 h 1822125"/>
                <a:gd name="connsiteX238" fmla="*/ 3894544 w 4011346"/>
                <a:gd name="connsiteY238" fmla="*/ 830968 h 1822125"/>
                <a:gd name="connsiteX239" fmla="*/ 3941265 w 4011346"/>
                <a:gd name="connsiteY239" fmla="*/ 854329 h 1822125"/>
                <a:gd name="connsiteX240" fmla="*/ 3947939 w 4011346"/>
                <a:gd name="connsiteY240" fmla="*/ 840980 h 1822125"/>
                <a:gd name="connsiteX241" fmla="*/ 3957951 w 4011346"/>
                <a:gd name="connsiteY241" fmla="*/ 777573 h 1822125"/>
                <a:gd name="connsiteX242" fmla="*/ 4004672 w 4011346"/>
                <a:gd name="connsiteY242" fmla="*/ 770898 h 1822125"/>
                <a:gd name="connsiteX243" fmla="*/ 4011346 w 4011346"/>
                <a:gd name="connsiteY243" fmla="*/ 737526 h 1822125"/>
                <a:gd name="connsiteX244" fmla="*/ 3967963 w 4011346"/>
                <a:gd name="connsiteY244" fmla="*/ 700817 h 1822125"/>
                <a:gd name="connsiteX245" fmla="*/ 3921241 w 4011346"/>
                <a:gd name="connsiteY245" fmla="*/ 684130 h 1822125"/>
                <a:gd name="connsiteX246" fmla="*/ 3907892 w 4011346"/>
                <a:gd name="connsiteY246" fmla="*/ 687468 h 1822125"/>
                <a:gd name="connsiteX247" fmla="*/ 3907892 w 4011346"/>
                <a:gd name="connsiteY247" fmla="*/ 720840 h 1822125"/>
                <a:gd name="connsiteX248" fmla="*/ 3887869 w 4011346"/>
                <a:gd name="connsiteY248" fmla="*/ 714165 h 1822125"/>
                <a:gd name="connsiteX249" fmla="*/ 3874520 w 4011346"/>
                <a:gd name="connsiteY249" fmla="*/ 660770 h 1822125"/>
                <a:gd name="connsiteX250" fmla="*/ 3817787 w 4011346"/>
                <a:gd name="connsiteY250" fmla="*/ 597363 h 1822125"/>
                <a:gd name="connsiteX251" fmla="*/ 3717671 w 4011346"/>
                <a:gd name="connsiteY251" fmla="*/ 520606 h 1822125"/>
                <a:gd name="connsiteX252" fmla="*/ 3664275 w 4011346"/>
                <a:gd name="connsiteY252" fmla="*/ 500583 h 1822125"/>
                <a:gd name="connsiteX253" fmla="*/ 3584181 w 4011346"/>
                <a:gd name="connsiteY253" fmla="*/ 493909 h 1822125"/>
                <a:gd name="connsiteX254" fmla="*/ 3520774 w 4011346"/>
                <a:gd name="connsiteY254" fmla="*/ 477222 h 1822125"/>
                <a:gd name="connsiteX255" fmla="*/ 3530786 w 4011346"/>
                <a:gd name="connsiteY255" fmla="*/ 517269 h 1822125"/>
                <a:gd name="connsiteX256" fmla="*/ 3537460 w 4011346"/>
                <a:gd name="connsiteY256" fmla="*/ 543967 h 1822125"/>
                <a:gd name="connsiteX257" fmla="*/ 3507425 w 4011346"/>
                <a:gd name="connsiteY257" fmla="*/ 567327 h 1822125"/>
                <a:gd name="connsiteX258" fmla="*/ 3477390 w 4011346"/>
                <a:gd name="connsiteY258" fmla="*/ 540630 h 1822125"/>
                <a:gd name="connsiteX259" fmla="*/ 3477390 w 4011346"/>
                <a:gd name="connsiteY259" fmla="*/ 520606 h 1822125"/>
                <a:gd name="connsiteX260" fmla="*/ 3504088 w 4011346"/>
                <a:gd name="connsiteY260" fmla="*/ 500583 h 1822125"/>
                <a:gd name="connsiteX261" fmla="*/ 3467379 w 4011346"/>
                <a:gd name="connsiteY261" fmla="*/ 487234 h 1822125"/>
                <a:gd name="connsiteX262" fmla="*/ 3450692 w 4011346"/>
                <a:gd name="connsiteY262" fmla="*/ 513932 h 1822125"/>
                <a:gd name="connsiteX263" fmla="*/ 3440681 w 4011346"/>
                <a:gd name="connsiteY263" fmla="*/ 527281 h 1822125"/>
                <a:gd name="connsiteX264" fmla="*/ 3357250 w 4011346"/>
                <a:gd name="connsiteY264" fmla="*/ 513932 h 1822125"/>
                <a:gd name="connsiteX265" fmla="*/ 3297180 w 4011346"/>
                <a:gd name="connsiteY265" fmla="*/ 520606 h 1822125"/>
                <a:gd name="connsiteX266" fmla="*/ 3267145 w 4011346"/>
                <a:gd name="connsiteY266" fmla="*/ 497246 h 1822125"/>
                <a:gd name="connsiteX267" fmla="*/ 3267145 w 4011346"/>
                <a:gd name="connsiteY267" fmla="*/ 460536 h 1822125"/>
                <a:gd name="connsiteX268" fmla="*/ 3203738 w 4011346"/>
                <a:gd name="connsiteY268" fmla="*/ 403803 h 1822125"/>
                <a:gd name="connsiteX269" fmla="*/ 3076923 w 4011346"/>
                <a:gd name="connsiteY269" fmla="*/ 410478 h 1822125"/>
                <a:gd name="connsiteX270" fmla="*/ 3043551 w 4011346"/>
                <a:gd name="connsiteY270" fmla="*/ 387117 h 1822125"/>
                <a:gd name="connsiteX271" fmla="*/ 3000167 w 4011346"/>
                <a:gd name="connsiteY271" fmla="*/ 340396 h 1822125"/>
                <a:gd name="connsiteX272" fmla="*/ 3013516 w 4011346"/>
                <a:gd name="connsiteY272" fmla="*/ 333722 h 1822125"/>
                <a:gd name="connsiteX273" fmla="*/ 3000167 w 4011346"/>
                <a:gd name="connsiteY273" fmla="*/ 313698 h 1822125"/>
                <a:gd name="connsiteX274" fmla="*/ 2970132 w 4011346"/>
                <a:gd name="connsiteY274" fmla="*/ 310361 h 1822125"/>
                <a:gd name="connsiteX275" fmla="*/ 2920073 w 4011346"/>
                <a:gd name="connsiteY275" fmla="*/ 357082 h 1822125"/>
                <a:gd name="connsiteX276" fmla="*/ 2920073 w 4011346"/>
                <a:gd name="connsiteY276" fmla="*/ 357082 h 1822125"/>
                <a:gd name="connsiteX277" fmla="*/ 2916736 w 4011346"/>
                <a:gd name="connsiteY277" fmla="*/ 307024 h 1822125"/>
                <a:gd name="connsiteX278" fmla="*/ 2936760 w 4011346"/>
                <a:gd name="connsiteY278" fmla="*/ 303687 h 1822125"/>
                <a:gd name="connsiteX279" fmla="*/ 2866678 w 4011346"/>
                <a:gd name="connsiteY279" fmla="*/ 273652 h 1822125"/>
                <a:gd name="connsiteX280" fmla="*/ 2813282 w 4011346"/>
                <a:gd name="connsiteY280" fmla="*/ 270314 h 1822125"/>
                <a:gd name="connsiteX281" fmla="*/ 2793259 w 4011346"/>
                <a:gd name="connsiteY281" fmla="*/ 293675 h 1822125"/>
                <a:gd name="connsiteX282" fmla="*/ 2743200 w 4011346"/>
                <a:gd name="connsiteY282" fmla="*/ 303687 h 1822125"/>
                <a:gd name="connsiteX283" fmla="*/ 2786584 w 4011346"/>
                <a:gd name="connsiteY283" fmla="*/ 313698 h 1822125"/>
                <a:gd name="connsiteX284" fmla="*/ 2763224 w 4011346"/>
                <a:gd name="connsiteY284" fmla="*/ 333722 h 1822125"/>
                <a:gd name="connsiteX285" fmla="*/ 2769898 w 4011346"/>
                <a:gd name="connsiteY285" fmla="*/ 383780 h 1822125"/>
                <a:gd name="connsiteX286" fmla="*/ 2749875 w 4011346"/>
                <a:gd name="connsiteY286" fmla="*/ 367094 h 1822125"/>
                <a:gd name="connsiteX287" fmla="*/ 2733189 w 4011346"/>
                <a:gd name="connsiteY287" fmla="*/ 380443 h 1822125"/>
                <a:gd name="connsiteX288" fmla="*/ 2666444 w 4011346"/>
                <a:gd name="connsiteY288" fmla="*/ 370431 h 1822125"/>
                <a:gd name="connsiteX289" fmla="*/ 2636409 w 4011346"/>
                <a:gd name="connsiteY289" fmla="*/ 380443 h 1822125"/>
                <a:gd name="connsiteX290" fmla="*/ 2603037 w 4011346"/>
                <a:gd name="connsiteY290" fmla="*/ 340396 h 1822125"/>
                <a:gd name="connsiteX291" fmla="*/ 2569665 w 4011346"/>
                <a:gd name="connsiteY291" fmla="*/ 423827 h 1822125"/>
                <a:gd name="connsiteX292" fmla="*/ 2552979 w 4011346"/>
                <a:gd name="connsiteY292" fmla="*/ 443850 h 1822125"/>
                <a:gd name="connsiteX293" fmla="*/ 2469548 w 4011346"/>
                <a:gd name="connsiteY293" fmla="*/ 307024 h 1822125"/>
                <a:gd name="connsiteX294" fmla="*/ 2446187 w 4011346"/>
                <a:gd name="connsiteY294" fmla="*/ 323710 h 1822125"/>
                <a:gd name="connsiteX295" fmla="*/ 2442850 w 4011346"/>
                <a:gd name="connsiteY295" fmla="*/ 290338 h 1822125"/>
                <a:gd name="connsiteX296" fmla="*/ 2449525 w 4011346"/>
                <a:gd name="connsiteY296" fmla="*/ 220256 h 1822125"/>
                <a:gd name="connsiteX297" fmla="*/ 2386117 w 4011346"/>
                <a:gd name="connsiteY297" fmla="*/ 193558 h 1822125"/>
                <a:gd name="connsiteX298" fmla="*/ 2369431 w 4011346"/>
                <a:gd name="connsiteY298" fmla="*/ 233605 h 1822125"/>
                <a:gd name="connsiteX299" fmla="*/ 2379443 w 4011346"/>
                <a:gd name="connsiteY299" fmla="*/ 256965 h 1822125"/>
                <a:gd name="connsiteX300" fmla="*/ 2376106 w 4011346"/>
                <a:gd name="connsiteY300" fmla="*/ 276989 h 1822125"/>
                <a:gd name="connsiteX301" fmla="*/ 2352745 w 4011346"/>
                <a:gd name="connsiteY301" fmla="*/ 253628 h 1822125"/>
                <a:gd name="connsiteX302" fmla="*/ 2316036 w 4011346"/>
                <a:gd name="connsiteY302" fmla="*/ 260303 h 1822125"/>
                <a:gd name="connsiteX303" fmla="*/ 2272652 w 4011346"/>
                <a:gd name="connsiteY303" fmla="*/ 246954 h 1822125"/>
                <a:gd name="connsiteX304" fmla="*/ 2245954 w 4011346"/>
                <a:gd name="connsiteY304" fmla="*/ 206907 h 1822125"/>
                <a:gd name="connsiteX305" fmla="*/ 2209244 w 4011346"/>
                <a:gd name="connsiteY305" fmla="*/ 203570 h 1822125"/>
                <a:gd name="connsiteX306" fmla="*/ 2159186 w 4011346"/>
                <a:gd name="connsiteY306" fmla="*/ 193558 h 1822125"/>
                <a:gd name="connsiteX307" fmla="*/ 2132488 w 4011346"/>
                <a:gd name="connsiteY307" fmla="*/ 210244 h 1822125"/>
                <a:gd name="connsiteX308" fmla="*/ 2115802 w 4011346"/>
                <a:gd name="connsiteY308" fmla="*/ 223593 h 1822125"/>
                <a:gd name="connsiteX309" fmla="*/ 2115802 w 4011346"/>
                <a:gd name="connsiteY309" fmla="*/ 193558 h 1822125"/>
                <a:gd name="connsiteX310" fmla="*/ 2082430 w 4011346"/>
                <a:gd name="connsiteY310" fmla="*/ 190221 h 1822125"/>
                <a:gd name="connsiteX311" fmla="*/ 2045720 w 4011346"/>
                <a:gd name="connsiteY311" fmla="*/ 163523 h 1822125"/>
                <a:gd name="connsiteX312" fmla="*/ 2025697 w 4011346"/>
                <a:gd name="connsiteY312" fmla="*/ 193558 h 1822125"/>
                <a:gd name="connsiteX313" fmla="*/ 2055732 w 4011346"/>
                <a:gd name="connsiteY313" fmla="*/ 190221 h 1822125"/>
                <a:gd name="connsiteX314" fmla="*/ 2045720 w 4011346"/>
                <a:gd name="connsiteY314" fmla="*/ 216919 h 1822125"/>
                <a:gd name="connsiteX315" fmla="*/ 1988987 w 4011346"/>
                <a:gd name="connsiteY315" fmla="*/ 236942 h 1822125"/>
                <a:gd name="connsiteX316" fmla="*/ 1935592 w 4011346"/>
                <a:gd name="connsiteY316" fmla="*/ 246954 h 1822125"/>
                <a:gd name="connsiteX317" fmla="*/ 1995662 w 4011346"/>
                <a:gd name="connsiteY317" fmla="*/ 190221 h 1822125"/>
                <a:gd name="connsiteX318" fmla="*/ 2055732 w 4011346"/>
                <a:gd name="connsiteY318" fmla="*/ 120139 h 1822125"/>
                <a:gd name="connsiteX319" fmla="*/ 2055732 w 4011346"/>
                <a:gd name="connsiteY319" fmla="*/ 120139 h 1822125"/>
                <a:gd name="connsiteX320" fmla="*/ 1705323 w 4011346"/>
                <a:gd name="connsiteY320" fmla="*/ 20023 h 1822125"/>
                <a:gd name="connsiteX321" fmla="*/ 1638579 w 4011346"/>
                <a:gd name="connsiteY321" fmla="*/ 0 h 1822125"/>
                <a:gd name="connsiteX322" fmla="*/ 1528449 w 4011346"/>
                <a:gd name="connsiteY322" fmla="*/ 26696 h 1822125"/>
                <a:gd name="connsiteX323" fmla="*/ 1465043 w 4011346"/>
                <a:gd name="connsiteY323" fmla="*/ 110127 h 1822125"/>
                <a:gd name="connsiteX324" fmla="*/ 1448357 w 4011346"/>
                <a:gd name="connsiteY324" fmla="*/ 136825 h 1822125"/>
                <a:gd name="connsiteX325" fmla="*/ 1481729 w 4011346"/>
                <a:gd name="connsiteY325" fmla="*/ 170198 h 1822125"/>
                <a:gd name="connsiteX326" fmla="*/ 1481729 w 4011346"/>
                <a:gd name="connsiteY326" fmla="*/ 200233 h 1822125"/>
                <a:gd name="connsiteX327" fmla="*/ 1458368 w 4011346"/>
                <a:gd name="connsiteY327" fmla="*/ 203570 h 1822125"/>
                <a:gd name="connsiteX328" fmla="*/ 1458368 w 4011346"/>
                <a:gd name="connsiteY328" fmla="*/ 183546 h 1822125"/>
                <a:gd name="connsiteX329" fmla="*/ 1418322 w 4011346"/>
                <a:gd name="connsiteY329" fmla="*/ 193558 h 1822125"/>
                <a:gd name="connsiteX330" fmla="*/ 1368263 w 4011346"/>
                <a:gd name="connsiteY330" fmla="*/ 200233 h 1822125"/>
                <a:gd name="connsiteX331" fmla="*/ 1321542 w 4011346"/>
                <a:gd name="connsiteY331" fmla="*/ 206907 h 1822125"/>
                <a:gd name="connsiteX332" fmla="*/ 1318205 w 4011346"/>
                <a:gd name="connsiteY332" fmla="*/ 293675 h 1822125"/>
                <a:gd name="connsiteX333" fmla="*/ 1358252 w 4011346"/>
                <a:gd name="connsiteY333" fmla="*/ 317036 h 1822125"/>
                <a:gd name="connsiteX334" fmla="*/ 1374938 w 4011346"/>
                <a:gd name="connsiteY334" fmla="*/ 347071 h 1822125"/>
                <a:gd name="connsiteX335" fmla="*/ 1384949 w 4011346"/>
                <a:gd name="connsiteY335" fmla="*/ 370431 h 1822125"/>
                <a:gd name="connsiteX336" fmla="*/ 1394961 w 4011346"/>
                <a:gd name="connsiteY336" fmla="*/ 420490 h 1822125"/>
                <a:gd name="connsiteX337" fmla="*/ 1384949 w 4011346"/>
                <a:gd name="connsiteY337" fmla="*/ 450525 h 1822125"/>
                <a:gd name="connsiteX338" fmla="*/ 1358252 w 4011346"/>
                <a:gd name="connsiteY338" fmla="*/ 417152 h 1822125"/>
                <a:gd name="connsiteX339" fmla="*/ 1361589 w 4011346"/>
                <a:gd name="connsiteY339" fmla="*/ 387117 h 1822125"/>
                <a:gd name="connsiteX340" fmla="*/ 1351577 w 4011346"/>
                <a:gd name="connsiteY340" fmla="*/ 347071 h 1822125"/>
                <a:gd name="connsiteX341" fmla="*/ 1328217 w 4011346"/>
                <a:gd name="connsiteY341" fmla="*/ 353745 h 1822125"/>
                <a:gd name="connsiteX342" fmla="*/ 1281495 w 4011346"/>
                <a:gd name="connsiteY342" fmla="*/ 317036 h 1822125"/>
                <a:gd name="connsiteX343" fmla="*/ 1241449 w 4011346"/>
                <a:gd name="connsiteY343" fmla="*/ 313698 h 1822125"/>
                <a:gd name="connsiteX344" fmla="*/ 1241449 w 4011346"/>
                <a:gd name="connsiteY344" fmla="*/ 360419 h 1822125"/>
                <a:gd name="connsiteX345" fmla="*/ 1201402 w 4011346"/>
                <a:gd name="connsiteY345" fmla="*/ 340396 h 1822125"/>
                <a:gd name="connsiteX346" fmla="*/ 1228100 w 4011346"/>
                <a:gd name="connsiteY346" fmla="*/ 390454 h 1822125"/>
                <a:gd name="connsiteX347" fmla="*/ 1258135 w 4011346"/>
                <a:gd name="connsiteY347" fmla="*/ 400466 h 1822125"/>
                <a:gd name="connsiteX348" fmla="*/ 1258135 w 4011346"/>
                <a:gd name="connsiteY348" fmla="*/ 420490 h 1822125"/>
                <a:gd name="connsiteX349" fmla="*/ 1198065 w 4011346"/>
                <a:gd name="connsiteY349" fmla="*/ 397129 h 1822125"/>
                <a:gd name="connsiteX350" fmla="*/ 1181379 w 4011346"/>
                <a:gd name="connsiteY350" fmla="*/ 397129 h 1822125"/>
                <a:gd name="connsiteX351" fmla="*/ 1178041 w 4011346"/>
                <a:gd name="connsiteY351" fmla="*/ 353745 h 1822125"/>
                <a:gd name="connsiteX352" fmla="*/ 1171367 w 4011346"/>
                <a:gd name="connsiteY352" fmla="*/ 266977 h 1822125"/>
                <a:gd name="connsiteX353" fmla="*/ 1161355 w 4011346"/>
                <a:gd name="connsiteY353" fmla="*/ 337059 h 1822125"/>
                <a:gd name="connsiteX354" fmla="*/ 1137995 w 4011346"/>
                <a:gd name="connsiteY354" fmla="*/ 367094 h 1822125"/>
                <a:gd name="connsiteX355" fmla="*/ 1158018 w 4011346"/>
                <a:gd name="connsiteY355" fmla="*/ 413815 h 1822125"/>
                <a:gd name="connsiteX356" fmla="*/ 1158018 w 4011346"/>
                <a:gd name="connsiteY356" fmla="*/ 447187 h 1822125"/>
                <a:gd name="connsiteX357" fmla="*/ 1141332 w 4011346"/>
                <a:gd name="connsiteY357" fmla="*/ 497246 h 1822125"/>
                <a:gd name="connsiteX358" fmla="*/ 1154681 w 4011346"/>
                <a:gd name="connsiteY358" fmla="*/ 530618 h 1822125"/>
                <a:gd name="connsiteX359" fmla="*/ 1184716 w 4011346"/>
                <a:gd name="connsiteY359" fmla="*/ 537292 h 1822125"/>
                <a:gd name="connsiteX360" fmla="*/ 1221425 w 4011346"/>
                <a:gd name="connsiteY360" fmla="*/ 543967 h 1822125"/>
                <a:gd name="connsiteX361" fmla="*/ 1241449 w 4011346"/>
                <a:gd name="connsiteY361" fmla="*/ 567327 h 1822125"/>
                <a:gd name="connsiteX362" fmla="*/ 1258135 w 4011346"/>
                <a:gd name="connsiteY362" fmla="*/ 610711 h 1822125"/>
                <a:gd name="connsiteX363" fmla="*/ 1258135 w 4011346"/>
                <a:gd name="connsiteY363" fmla="*/ 610711 h 1822125"/>
                <a:gd name="connsiteX364" fmla="*/ 1254798 w 4011346"/>
                <a:gd name="connsiteY364" fmla="*/ 644084 h 1822125"/>
                <a:gd name="connsiteX365" fmla="*/ 1274821 w 4011346"/>
                <a:gd name="connsiteY365" fmla="*/ 664107 h 1822125"/>
                <a:gd name="connsiteX366" fmla="*/ 1244786 w 4011346"/>
                <a:gd name="connsiteY366" fmla="*/ 670782 h 1822125"/>
                <a:gd name="connsiteX367" fmla="*/ 1224763 w 4011346"/>
                <a:gd name="connsiteY367" fmla="*/ 630735 h 1822125"/>
                <a:gd name="connsiteX368" fmla="*/ 1224763 w 4011346"/>
                <a:gd name="connsiteY368" fmla="*/ 590688 h 1822125"/>
                <a:gd name="connsiteX369" fmla="*/ 1194727 w 4011346"/>
                <a:gd name="connsiteY369" fmla="*/ 553979 h 1822125"/>
                <a:gd name="connsiteX370" fmla="*/ 1164692 w 4011346"/>
                <a:gd name="connsiteY370" fmla="*/ 597363 h 1822125"/>
                <a:gd name="connsiteX371" fmla="*/ 1178041 w 4011346"/>
                <a:gd name="connsiteY371" fmla="*/ 640746 h 1822125"/>
                <a:gd name="connsiteX372" fmla="*/ 1137995 w 4011346"/>
                <a:gd name="connsiteY372" fmla="*/ 697479 h 1822125"/>
                <a:gd name="connsiteX373" fmla="*/ 1097948 w 4011346"/>
                <a:gd name="connsiteY373" fmla="*/ 754212 h 1822125"/>
                <a:gd name="connsiteX374" fmla="*/ 1007843 w 4011346"/>
                <a:gd name="connsiteY374" fmla="*/ 717503 h 1822125"/>
                <a:gd name="connsiteX375" fmla="*/ 1074587 w 4011346"/>
                <a:gd name="connsiteY375" fmla="*/ 714165 h 1822125"/>
                <a:gd name="connsiteX376" fmla="*/ 1107960 w 4011346"/>
                <a:gd name="connsiteY376" fmla="*/ 650758 h 1822125"/>
                <a:gd name="connsiteX377" fmla="*/ 1121309 w 4011346"/>
                <a:gd name="connsiteY377" fmla="*/ 607374 h 1822125"/>
                <a:gd name="connsiteX378" fmla="*/ 1127983 w 4011346"/>
                <a:gd name="connsiteY378" fmla="*/ 574002 h 1822125"/>
                <a:gd name="connsiteX379" fmla="*/ 1117971 w 4011346"/>
                <a:gd name="connsiteY379" fmla="*/ 557316 h 1822125"/>
                <a:gd name="connsiteX380" fmla="*/ 1114634 w 4011346"/>
                <a:gd name="connsiteY380" fmla="*/ 507257 h 1822125"/>
                <a:gd name="connsiteX381" fmla="*/ 1104622 w 4011346"/>
                <a:gd name="connsiteY381" fmla="*/ 427164 h 1822125"/>
                <a:gd name="connsiteX382" fmla="*/ 1101285 w 4011346"/>
                <a:gd name="connsiteY382" fmla="*/ 367094 h 1822125"/>
                <a:gd name="connsiteX383" fmla="*/ 1124646 w 4011346"/>
                <a:gd name="connsiteY383" fmla="*/ 273652 h 1822125"/>
                <a:gd name="connsiteX384" fmla="*/ 1031203 w 4011346"/>
                <a:gd name="connsiteY384" fmla="*/ 263640 h 1822125"/>
                <a:gd name="connsiteX385" fmla="*/ 1014517 w 4011346"/>
                <a:gd name="connsiteY385" fmla="*/ 320373 h 1822125"/>
                <a:gd name="connsiteX386" fmla="*/ 1024529 w 4011346"/>
                <a:gd name="connsiteY386" fmla="*/ 367094 h 1822125"/>
                <a:gd name="connsiteX387" fmla="*/ 981145 w 4011346"/>
                <a:gd name="connsiteY387" fmla="*/ 420490 h 1822125"/>
                <a:gd name="connsiteX388" fmla="*/ 991157 w 4011346"/>
                <a:gd name="connsiteY388" fmla="*/ 457199 h 1822125"/>
                <a:gd name="connsiteX389" fmla="*/ 981145 w 4011346"/>
                <a:gd name="connsiteY389" fmla="*/ 503920 h 1822125"/>
                <a:gd name="connsiteX390" fmla="*/ 1001168 w 4011346"/>
                <a:gd name="connsiteY390" fmla="*/ 527281 h 1822125"/>
                <a:gd name="connsiteX391" fmla="*/ 1017854 w 4011346"/>
                <a:gd name="connsiteY391" fmla="*/ 574002 h 1822125"/>
                <a:gd name="connsiteX392" fmla="*/ 1047890 w 4011346"/>
                <a:gd name="connsiteY392" fmla="*/ 560653 h 1822125"/>
                <a:gd name="connsiteX393" fmla="*/ 1014517 w 4011346"/>
                <a:gd name="connsiteY393" fmla="*/ 614049 h 1822125"/>
                <a:gd name="connsiteX394" fmla="*/ 957784 w 4011346"/>
                <a:gd name="connsiteY394" fmla="*/ 560653 h 1822125"/>
                <a:gd name="connsiteX395" fmla="*/ 884365 w 4011346"/>
                <a:gd name="connsiteY395" fmla="*/ 523944 h 1822125"/>
                <a:gd name="connsiteX396" fmla="*/ 824295 w 4011346"/>
                <a:gd name="connsiteY396" fmla="*/ 500583 h 1822125"/>
                <a:gd name="connsiteX397" fmla="*/ 810946 w 4011346"/>
                <a:gd name="connsiteY397" fmla="*/ 537292 h 1822125"/>
                <a:gd name="connsiteX398" fmla="*/ 827633 w 4011346"/>
                <a:gd name="connsiteY398" fmla="*/ 574002 h 1822125"/>
                <a:gd name="connsiteX399" fmla="*/ 814284 w 4011346"/>
                <a:gd name="connsiteY399" fmla="*/ 597363 h 1822125"/>
                <a:gd name="connsiteX400" fmla="*/ 800935 w 4011346"/>
                <a:gd name="connsiteY400" fmla="*/ 614049 h 1822125"/>
                <a:gd name="connsiteX401" fmla="*/ 770900 w 4011346"/>
                <a:gd name="connsiteY401" fmla="*/ 557316 h 1822125"/>
                <a:gd name="connsiteX402" fmla="*/ 744202 w 4011346"/>
                <a:gd name="connsiteY402" fmla="*/ 594025 h 1822125"/>
                <a:gd name="connsiteX403" fmla="*/ 707492 w 4011346"/>
                <a:gd name="connsiteY403" fmla="*/ 587351 h 1822125"/>
                <a:gd name="connsiteX404" fmla="*/ 654097 w 4011346"/>
                <a:gd name="connsiteY404" fmla="*/ 624060 h 1822125"/>
                <a:gd name="connsiteX405" fmla="*/ 644085 w 4011346"/>
                <a:gd name="connsiteY405" fmla="*/ 600700 h 1822125"/>
                <a:gd name="connsiteX406" fmla="*/ 654097 w 4011346"/>
                <a:gd name="connsiteY406" fmla="*/ 563990 h 1822125"/>
                <a:gd name="connsiteX407" fmla="*/ 614050 w 4011346"/>
                <a:gd name="connsiteY407" fmla="*/ 600700 h 1822125"/>
                <a:gd name="connsiteX408" fmla="*/ 594027 w 4011346"/>
                <a:gd name="connsiteY408" fmla="*/ 600700 h 1822125"/>
                <a:gd name="connsiteX409" fmla="*/ 533957 w 4011346"/>
                <a:gd name="connsiteY409" fmla="*/ 634072 h 1822125"/>
                <a:gd name="connsiteX410" fmla="*/ 510596 w 4011346"/>
                <a:gd name="connsiteY410" fmla="*/ 657433 h 1822125"/>
                <a:gd name="connsiteX411" fmla="*/ 500584 w 4011346"/>
                <a:gd name="connsiteY411" fmla="*/ 704154 h 1822125"/>
                <a:gd name="connsiteX412" fmla="*/ 450526 w 4011346"/>
                <a:gd name="connsiteY412" fmla="*/ 690805 h 1822125"/>
                <a:gd name="connsiteX413" fmla="*/ 433840 w 4011346"/>
                <a:gd name="connsiteY413" fmla="*/ 654095 h 1822125"/>
                <a:gd name="connsiteX414" fmla="*/ 467212 w 4011346"/>
                <a:gd name="connsiteY414" fmla="*/ 624060 h 1822125"/>
                <a:gd name="connsiteX415" fmla="*/ 453863 w 4011346"/>
                <a:gd name="connsiteY415" fmla="*/ 600700 h 1822125"/>
                <a:gd name="connsiteX416" fmla="*/ 390456 w 4011346"/>
                <a:gd name="connsiteY416" fmla="*/ 570665 h 1822125"/>
                <a:gd name="connsiteX417" fmla="*/ 417154 w 4011346"/>
                <a:gd name="connsiteY417" fmla="*/ 620723 h 1822125"/>
                <a:gd name="connsiteX418" fmla="*/ 407142 w 4011346"/>
                <a:gd name="connsiteY418" fmla="*/ 664107 h 1822125"/>
                <a:gd name="connsiteX419" fmla="*/ 413817 w 4011346"/>
                <a:gd name="connsiteY419" fmla="*/ 700817 h 1822125"/>
                <a:gd name="connsiteX420" fmla="*/ 427165 w 4011346"/>
                <a:gd name="connsiteY420" fmla="*/ 724177 h 1822125"/>
                <a:gd name="connsiteX421" fmla="*/ 413817 w 4011346"/>
                <a:gd name="connsiteY421" fmla="*/ 754212 h 1822125"/>
                <a:gd name="connsiteX422" fmla="*/ 390456 w 4011346"/>
                <a:gd name="connsiteY422" fmla="*/ 730852 h 1822125"/>
                <a:gd name="connsiteX423" fmla="*/ 360421 w 4011346"/>
                <a:gd name="connsiteY423" fmla="*/ 727514 h 1822125"/>
                <a:gd name="connsiteX424" fmla="*/ 333723 w 4011346"/>
                <a:gd name="connsiteY424" fmla="*/ 767561 h 1822125"/>
                <a:gd name="connsiteX425" fmla="*/ 307025 w 4011346"/>
                <a:gd name="connsiteY425" fmla="*/ 787584 h 1822125"/>
                <a:gd name="connsiteX426" fmla="*/ 320374 w 4011346"/>
                <a:gd name="connsiteY426" fmla="*/ 814282 h 1822125"/>
                <a:gd name="connsiteX427" fmla="*/ 303688 w 4011346"/>
                <a:gd name="connsiteY427" fmla="*/ 837643 h 1822125"/>
                <a:gd name="connsiteX428" fmla="*/ 233606 w 4011346"/>
                <a:gd name="connsiteY428" fmla="*/ 800933 h 1822125"/>
                <a:gd name="connsiteX429" fmla="*/ 243618 w 4011346"/>
                <a:gd name="connsiteY429" fmla="*/ 850992 h 1822125"/>
                <a:gd name="connsiteX430" fmla="*/ 263641 w 4011346"/>
                <a:gd name="connsiteY430" fmla="*/ 871015 h 1822125"/>
                <a:gd name="connsiteX431" fmla="*/ 250292 w 4011346"/>
                <a:gd name="connsiteY431" fmla="*/ 884364 h 1822125"/>
                <a:gd name="connsiteX432" fmla="*/ 193560 w 4011346"/>
                <a:gd name="connsiteY432" fmla="*/ 847654 h 1822125"/>
                <a:gd name="connsiteX433" fmla="*/ 170199 w 4011346"/>
                <a:gd name="connsiteY433" fmla="*/ 807608 h 1822125"/>
                <a:gd name="connsiteX434" fmla="*/ 170199 w 4011346"/>
                <a:gd name="connsiteY434" fmla="*/ 760887 h 1822125"/>
                <a:gd name="connsiteX435" fmla="*/ 133490 w 4011346"/>
                <a:gd name="connsiteY435" fmla="*/ 684130 h 1822125"/>
                <a:gd name="connsiteX436" fmla="*/ 196897 w 4011346"/>
                <a:gd name="connsiteY436" fmla="*/ 714165 h 1822125"/>
                <a:gd name="connsiteX437" fmla="*/ 256967 w 4011346"/>
                <a:gd name="connsiteY437" fmla="*/ 744200 h 1822125"/>
                <a:gd name="connsiteX438" fmla="*/ 293676 w 4011346"/>
                <a:gd name="connsiteY438" fmla="*/ 747538 h 1822125"/>
                <a:gd name="connsiteX439" fmla="*/ 327049 w 4011346"/>
                <a:gd name="connsiteY439" fmla="*/ 717503 h 1822125"/>
                <a:gd name="connsiteX440" fmla="*/ 343735 w 4011346"/>
                <a:gd name="connsiteY440" fmla="*/ 680793 h 1822125"/>
                <a:gd name="connsiteX441" fmla="*/ 333723 w 4011346"/>
                <a:gd name="connsiteY441" fmla="*/ 630735 h 1822125"/>
                <a:gd name="connsiteX442" fmla="*/ 290339 w 4011346"/>
                <a:gd name="connsiteY442" fmla="*/ 610711 h 1822125"/>
                <a:gd name="connsiteX443" fmla="*/ 236944 w 4011346"/>
                <a:gd name="connsiteY443" fmla="*/ 563990 h 1822125"/>
                <a:gd name="connsiteX444" fmla="*/ 133490 w 4011346"/>
                <a:gd name="connsiteY444" fmla="*/ 507257 h 1822125"/>
                <a:gd name="connsiteX0" fmla="*/ 133490 w 4011346"/>
                <a:gd name="connsiteY0" fmla="*/ 537292 h 1852160"/>
                <a:gd name="connsiteX1" fmla="*/ 46722 w 4011346"/>
                <a:gd name="connsiteY1" fmla="*/ 567327 h 1852160"/>
                <a:gd name="connsiteX2" fmla="*/ 33373 w 4011346"/>
                <a:gd name="connsiteY2" fmla="*/ 597362 h 1852160"/>
                <a:gd name="connsiteX3" fmla="*/ 43384 w 4011346"/>
                <a:gd name="connsiteY3" fmla="*/ 627398 h 1852160"/>
                <a:gd name="connsiteX4" fmla="*/ 60071 w 4011346"/>
                <a:gd name="connsiteY4" fmla="*/ 654095 h 1852160"/>
                <a:gd name="connsiteX5" fmla="*/ 73419 w 4011346"/>
                <a:gd name="connsiteY5" fmla="*/ 684130 h 1852160"/>
                <a:gd name="connsiteX6" fmla="*/ 56733 w 4011346"/>
                <a:gd name="connsiteY6" fmla="*/ 707491 h 1852160"/>
                <a:gd name="connsiteX7" fmla="*/ 76757 w 4011346"/>
                <a:gd name="connsiteY7" fmla="*/ 787584 h 1852160"/>
                <a:gd name="connsiteX8" fmla="*/ 66745 w 4011346"/>
                <a:gd name="connsiteY8" fmla="*/ 804271 h 1852160"/>
                <a:gd name="connsiteX9" fmla="*/ 70082 w 4011346"/>
                <a:gd name="connsiteY9" fmla="*/ 830968 h 1852160"/>
                <a:gd name="connsiteX10" fmla="*/ 70082 w 4011346"/>
                <a:gd name="connsiteY10" fmla="*/ 871015 h 1852160"/>
                <a:gd name="connsiteX11" fmla="*/ 80094 w 4011346"/>
                <a:gd name="connsiteY11" fmla="*/ 891038 h 1852160"/>
                <a:gd name="connsiteX12" fmla="*/ 76757 w 4011346"/>
                <a:gd name="connsiteY12" fmla="*/ 914399 h 1852160"/>
                <a:gd name="connsiteX13" fmla="*/ 106792 w 4011346"/>
                <a:gd name="connsiteY13" fmla="*/ 947771 h 1852160"/>
                <a:gd name="connsiteX14" fmla="*/ 106792 w 4011346"/>
                <a:gd name="connsiteY14" fmla="*/ 977806 h 1852160"/>
                <a:gd name="connsiteX15" fmla="*/ 13349 w 4011346"/>
                <a:gd name="connsiteY15" fmla="*/ 1067911 h 1852160"/>
                <a:gd name="connsiteX16" fmla="*/ 33373 w 4011346"/>
                <a:gd name="connsiteY16" fmla="*/ 1101284 h 1852160"/>
                <a:gd name="connsiteX17" fmla="*/ 33373 w 4011346"/>
                <a:gd name="connsiteY17" fmla="*/ 1101284 h 1852160"/>
                <a:gd name="connsiteX18" fmla="*/ 16687 w 4011346"/>
                <a:gd name="connsiteY18" fmla="*/ 1131319 h 1852160"/>
                <a:gd name="connsiteX19" fmla="*/ 3338 w 4011346"/>
                <a:gd name="connsiteY19" fmla="*/ 1161354 h 1852160"/>
                <a:gd name="connsiteX20" fmla="*/ 0 w 4011346"/>
                <a:gd name="connsiteY20" fmla="*/ 1221424 h 1852160"/>
                <a:gd name="connsiteX21" fmla="*/ 16687 w 4011346"/>
                <a:gd name="connsiteY21" fmla="*/ 1264808 h 1852160"/>
                <a:gd name="connsiteX22" fmla="*/ 20024 w 4011346"/>
                <a:gd name="connsiteY22" fmla="*/ 1298180 h 1852160"/>
                <a:gd name="connsiteX23" fmla="*/ 56733 w 4011346"/>
                <a:gd name="connsiteY23" fmla="*/ 1308192 h 1852160"/>
                <a:gd name="connsiteX24" fmla="*/ 116803 w 4011346"/>
                <a:gd name="connsiteY24" fmla="*/ 1394960 h 1852160"/>
                <a:gd name="connsiteX25" fmla="*/ 96780 w 4011346"/>
                <a:gd name="connsiteY25" fmla="*/ 1418320 h 1852160"/>
                <a:gd name="connsiteX26" fmla="*/ 93443 w 4011346"/>
                <a:gd name="connsiteY26" fmla="*/ 1448355 h 1852160"/>
                <a:gd name="connsiteX27" fmla="*/ 120141 w 4011346"/>
                <a:gd name="connsiteY27" fmla="*/ 1451692 h 1852160"/>
                <a:gd name="connsiteX28" fmla="*/ 160187 w 4011346"/>
                <a:gd name="connsiteY28" fmla="*/ 1465041 h 1852160"/>
                <a:gd name="connsiteX29" fmla="*/ 186885 w 4011346"/>
                <a:gd name="connsiteY29" fmla="*/ 1478390 h 1852160"/>
                <a:gd name="connsiteX30" fmla="*/ 213583 w 4011346"/>
                <a:gd name="connsiteY30" fmla="*/ 1508425 h 1852160"/>
                <a:gd name="connsiteX31" fmla="*/ 243618 w 4011346"/>
                <a:gd name="connsiteY31" fmla="*/ 1511762 h 1852160"/>
                <a:gd name="connsiteX32" fmla="*/ 287002 w 4011346"/>
                <a:gd name="connsiteY32" fmla="*/ 1541798 h 1852160"/>
                <a:gd name="connsiteX33" fmla="*/ 310363 w 4011346"/>
                <a:gd name="connsiteY33" fmla="*/ 1551809 h 1852160"/>
                <a:gd name="connsiteX34" fmla="*/ 310363 w 4011346"/>
                <a:gd name="connsiteY34" fmla="*/ 1588519 h 1852160"/>
                <a:gd name="connsiteX35" fmla="*/ 270316 w 4011346"/>
                <a:gd name="connsiteY35" fmla="*/ 1628565 h 1852160"/>
                <a:gd name="connsiteX36" fmla="*/ 280327 w 4011346"/>
                <a:gd name="connsiteY36" fmla="*/ 1651926 h 1852160"/>
                <a:gd name="connsiteX37" fmla="*/ 273653 w 4011346"/>
                <a:gd name="connsiteY37" fmla="*/ 1671949 h 1852160"/>
                <a:gd name="connsiteX38" fmla="*/ 266979 w 4011346"/>
                <a:gd name="connsiteY38" fmla="*/ 1688635 h 1852160"/>
                <a:gd name="connsiteX39" fmla="*/ 240281 w 4011346"/>
                <a:gd name="connsiteY39" fmla="*/ 1728682 h 1852160"/>
                <a:gd name="connsiteX40" fmla="*/ 307025 w 4011346"/>
                <a:gd name="connsiteY40" fmla="*/ 1765392 h 1852160"/>
                <a:gd name="connsiteX41" fmla="*/ 337060 w 4011346"/>
                <a:gd name="connsiteY41" fmla="*/ 1772066 h 1852160"/>
                <a:gd name="connsiteX42" fmla="*/ 360421 w 4011346"/>
                <a:gd name="connsiteY42" fmla="*/ 1778741 h 1852160"/>
                <a:gd name="connsiteX43" fmla="*/ 380444 w 4011346"/>
                <a:gd name="connsiteY43" fmla="*/ 1785415 h 1852160"/>
                <a:gd name="connsiteX44" fmla="*/ 407142 w 4011346"/>
                <a:gd name="connsiteY44" fmla="*/ 1805438 h 1852160"/>
                <a:gd name="connsiteX45" fmla="*/ 437177 w 4011346"/>
                <a:gd name="connsiteY45" fmla="*/ 1802101 h 1852160"/>
                <a:gd name="connsiteX46" fmla="*/ 507259 w 4011346"/>
                <a:gd name="connsiteY46" fmla="*/ 1852160 h 1852160"/>
                <a:gd name="connsiteX47" fmla="*/ 517271 w 4011346"/>
                <a:gd name="connsiteY47" fmla="*/ 1838811 h 1852160"/>
                <a:gd name="connsiteX48" fmla="*/ 507259 w 4011346"/>
                <a:gd name="connsiteY48" fmla="*/ 1798764 h 1852160"/>
                <a:gd name="connsiteX49" fmla="*/ 500584 w 4011346"/>
                <a:gd name="connsiteY49" fmla="*/ 1765392 h 1852160"/>
                <a:gd name="connsiteX50" fmla="*/ 483898 w 4011346"/>
                <a:gd name="connsiteY50" fmla="*/ 1722008 h 1852160"/>
                <a:gd name="connsiteX51" fmla="*/ 513933 w 4011346"/>
                <a:gd name="connsiteY51" fmla="*/ 1701984 h 1852160"/>
                <a:gd name="connsiteX52" fmla="*/ 547306 w 4011346"/>
                <a:gd name="connsiteY52" fmla="*/ 1678624 h 1852160"/>
                <a:gd name="connsiteX53" fmla="*/ 527282 w 4011346"/>
                <a:gd name="connsiteY53" fmla="*/ 1661938 h 1852160"/>
                <a:gd name="connsiteX54" fmla="*/ 517271 w 4011346"/>
                <a:gd name="connsiteY54" fmla="*/ 1628565 h 1852160"/>
                <a:gd name="connsiteX55" fmla="*/ 480561 w 4011346"/>
                <a:gd name="connsiteY55" fmla="*/ 1611879 h 1852160"/>
                <a:gd name="connsiteX56" fmla="*/ 470549 w 4011346"/>
                <a:gd name="connsiteY56" fmla="*/ 1591856 h 1852160"/>
                <a:gd name="connsiteX57" fmla="*/ 480561 w 4011346"/>
                <a:gd name="connsiteY57" fmla="*/ 1561821 h 1852160"/>
                <a:gd name="connsiteX58" fmla="*/ 490573 w 4011346"/>
                <a:gd name="connsiteY58" fmla="*/ 1521774 h 1852160"/>
                <a:gd name="connsiteX59" fmla="*/ 513933 w 4011346"/>
                <a:gd name="connsiteY59" fmla="*/ 1541798 h 1852160"/>
                <a:gd name="connsiteX60" fmla="*/ 520608 w 4011346"/>
                <a:gd name="connsiteY60" fmla="*/ 1525111 h 1852160"/>
                <a:gd name="connsiteX61" fmla="*/ 543968 w 4011346"/>
                <a:gd name="connsiteY61" fmla="*/ 1488402 h 1852160"/>
                <a:gd name="connsiteX62" fmla="*/ 574003 w 4011346"/>
                <a:gd name="connsiteY62" fmla="*/ 1471716 h 1852160"/>
                <a:gd name="connsiteX63" fmla="*/ 590690 w 4011346"/>
                <a:gd name="connsiteY63" fmla="*/ 1485065 h 1852160"/>
                <a:gd name="connsiteX64" fmla="*/ 610713 w 4011346"/>
                <a:gd name="connsiteY64" fmla="*/ 1458367 h 1852160"/>
                <a:gd name="connsiteX65" fmla="*/ 630736 w 4011346"/>
                <a:gd name="connsiteY65" fmla="*/ 1485065 h 1852160"/>
                <a:gd name="connsiteX66" fmla="*/ 657434 w 4011346"/>
                <a:gd name="connsiteY66" fmla="*/ 1508425 h 1852160"/>
                <a:gd name="connsiteX67" fmla="*/ 674120 w 4011346"/>
                <a:gd name="connsiteY67" fmla="*/ 1515100 h 1852160"/>
                <a:gd name="connsiteX68" fmla="*/ 697481 w 4011346"/>
                <a:gd name="connsiteY68" fmla="*/ 1515100 h 1852160"/>
                <a:gd name="connsiteX69" fmla="*/ 717504 w 4011346"/>
                <a:gd name="connsiteY69" fmla="*/ 1501751 h 1852160"/>
                <a:gd name="connsiteX70" fmla="*/ 744202 w 4011346"/>
                <a:gd name="connsiteY70" fmla="*/ 1501751 h 1852160"/>
                <a:gd name="connsiteX71" fmla="*/ 760888 w 4011346"/>
                <a:gd name="connsiteY71" fmla="*/ 1498414 h 1852160"/>
                <a:gd name="connsiteX72" fmla="*/ 790923 w 4011346"/>
                <a:gd name="connsiteY72" fmla="*/ 1531786 h 1852160"/>
                <a:gd name="connsiteX73" fmla="*/ 797598 w 4011346"/>
                <a:gd name="connsiteY73" fmla="*/ 1505088 h 1852160"/>
                <a:gd name="connsiteX74" fmla="*/ 817621 w 4011346"/>
                <a:gd name="connsiteY74" fmla="*/ 1521774 h 1852160"/>
                <a:gd name="connsiteX75" fmla="*/ 837644 w 4011346"/>
                <a:gd name="connsiteY75" fmla="*/ 1498414 h 1852160"/>
                <a:gd name="connsiteX76" fmla="*/ 827633 w 4011346"/>
                <a:gd name="connsiteY76" fmla="*/ 1478390 h 1852160"/>
                <a:gd name="connsiteX77" fmla="*/ 810946 w 4011346"/>
                <a:gd name="connsiteY77" fmla="*/ 1465041 h 1852160"/>
                <a:gd name="connsiteX78" fmla="*/ 810946 w 4011346"/>
                <a:gd name="connsiteY78" fmla="*/ 1438344 h 1852160"/>
                <a:gd name="connsiteX79" fmla="*/ 810946 w 4011346"/>
                <a:gd name="connsiteY79" fmla="*/ 1424995 h 1852160"/>
                <a:gd name="connsiteX80" fmla="*/ 830970 w 4011346"/>
                <a:gd name="connsiteY80" fmla="*/ 1421657 h 1852160"/>
                <a:gd name="connsiteX81" fmla="*/ 840981 w 4011346"/>
                <a:gd name="connsiteY81" fmla="*/ 1418320 h 1852160"/>
                <a:gd name="connsiteX82" fmla="*/ 820958 w 4011346"/>
                <a:gd name="connsiteY82" fmla="*/ 1381611 h 1852160"/>
                <a:gd name="connsiteX83" fmla="*/ 854330 w 4011346"/>
                <a:gd name="connsiteY83" fmla="*/ 1374936 h 1852160"/>
                <a:gd name="connsiteX84" fmla="*/ 891040 w 4011346"/>
                <a:gd name="connsiteY84" fmla="*/ 1381611 h 1852160"/>
                <a:gd name="connsiteX85" fmla="*/ 964459 w 4011346"/>
                <a:gd name="connsiteY85" fmla="*/ 1338227 h 1852160"/>
                <a:gd name="connsiteX86" fmla="*/ 1001168 w 4011346"/>
                <a:gd name="connsiteY86" fmla="*/ 1338227 h 1852160"/>
                <a:gd name="connsiteX87" fmla="*/ 1027866 w 4011346"/>
                <a:gd name="connsiteY87" fmla="*/ 1314866 h 1852160"/>
                <a:gd name="connsiteX88" fmla="*/ 1047890 w 4011346"/>
                <a:gd name="connsiteY88" fmla="*/ 1324878 h 1852160"/>
                <a:gd name="connsiteX89" fmla="*/ 1067913 w 4011346"/>
                <a:gd name="connsiteY89" fmla="*/ 1334889 h 1852160"/>
                <a:gd name="connsiteX90" fmla="*/ 1087936 w 4011346"/>
                <a:gd name="connsiteY90" fmla="*/ 1361587 h 1852160"/>
                <a:gd name="connsiteX91" fmla="*/ 1074587 w 4011346"/>
                <a:gd name="connsiteY91" fmla="*/ 1374936 h 1852160"/>
                <a:gd name="connsiteX92" fmla="*/ 1104622 w 4011346"/>
                <a:gd name="connsiteY92" fmla="*/ 1374936 h 1852160"/>
                <a:gd name="connsiteX93" fmla="*/ 1107960 w 4011346"/>
                <a:gd name="connsiteY93" fmla="*/ 1391622 h 1852160"/>
                <a:gd name="connsiteX94" fmla="*/ 1121309 w 4011346"/>
                <a:gd name="connsiteY94" fmla="*/ 1374936 h 1852160"/>
                <a:gd name="connsiteX95" fmla="*/ 1134657 w 4011346"/>
                <a:gd name="connsiteY95" fmla="*/ 1388285 h 1852160"/>
                <a:gd name="connsiteX96" fmla="*/ 1134657 w 4011346"/>
                <a:gd name="connsiteY96" fmla="*/ 1408308 h 1852160"/>
                <a:gd name="connsiteX97" fmla="*/ 1148006 w 4011346"/>
                <a:gd name="connsiteY97" fmla="*/ 1404971 h 1852160"/>
                <a:gd name="connsiteX98" fmla="*/ 1208076 w 4011346"/>
                <a:gd name="connsiteY98" fmla="*/ 1358250 h 1852160"/>
                <a:gd name="connsiteX99" fmla="*/ 1211414 w 4011346"/>
                <a:gd name="connsiteY99" fmla="*/ 1378273 h 1852160"/>
                <a:gd name="connsiteX100" fmla="*/ 1244786 w 4011346"/>
                <a:gd name="connsiteY100" fmla="*/ 1398297 h 1852160"/>
                <a:gd name="connsiteX101" fmla="*/ 1264809 w 4011346"/>
                <a:gd name="connsiteY101" fmla="*/ 1428332 h 1852160"/>
                <a:gd name="connsiteX102" fmla="*/ 1298181 w 4011346"/>
                <a:gd name="connsiteY102" fmla="*/ 1535123 h 1852160"/>
                <a:gd name="connsiteX103" fmla="*/ 1308193 w 4011346"/>
                <a:gd name="connsiteY103" fmla="*/ 1491739 h 1852160"/>
                <a:gd name="connsiteX104" fmla="*/ 1344903 w 4011346"/>
                <a:gd name="connsiteY104" fmla="*/ 1511762 h 1852160"/>
                <a:gd name="connsiteX105" fmla="*/ 1388287 w 4011346"/>
                <a:gd name="connsiteY105" fmla="*/ 1511762 h 1852160"/>
                <a:gd name="connsiteX106" fmla="*/ 1394961 w 4011346"/>
                <a:gd name="connsiteY106" fmla="*/ 1535123 h 1852160"/>
                <a:gd name="connsiteX107" fmla="*/ 1435008 w 4011346"/>
                <a:gd name="connsiteY107" fmla="*/ 1558484 h 1852160"/>
                <a:gd name="connsiteX108" fmla="*/ 1465043 w 4011346"/>
                <a:gd name="connsiteY108" fmla="*/ 1558484 h 1852160"/>
                <a:gd name="connsiteX109" fmla="*/ 1491741 w 4011346"/>
                <a:gd name="connsiteY109" fmla="*/ 1571833 h 1852160"/>
                <a:gd name="connsiteX110" fmla="*/ 1535125 w 4011346"/>
                <a:gd name="connsiteY110" fmla="*/ 1528449 h 1852160"/>
                <a:gd name="connsiteX111" fmla="*/ 1571834 w 4011346"/>
                <a:gd name="connsiteY111" fmla="*/ 1508425 h 1852160"/>
                <a:gd name="connsiteX112" fmla="*/ 1608544 w 4011346"/>
                <a:gd name="connsiteY112" fmla="*/ 1511762 h 1852160"/>
                <a:gd name="connsiteX113" fmla="*/ 1655265 w 4011346"/>
                <a:gd name="connsiteY113" fmla="*/ 1525111 h 1852160"/>
                <a:gd name="connsiteX114" fmla="*/ 1681963 w 4011346"/>
                <a:gd name="connsiteY114" fmla="*/ 1541798 h 1852160"/>
                <a:gd name="connsiteX115" fmla="*/ 1735358 w 4011346"/>
                <a:gd name="connsiteY115" fmla="*/ 1535123 h 1852160"/>
                <a:gd name="connsiteX116" fmla="*/ 1745370 w 4011346"/>
                <a:gd name="connsiteY116" fmla="*/ 1515100 h 1852160"/>
                <a:gd name="connsiteX117" fmla="*/ 1738695 w 4011346"/>
                <a:gd name="connsiteY117" fmla="*/ 1495076 h 1852160"/>
                <a:gd name="connsiteX118" fmla="*/ 1765393 w 4011346"/>
                <a:gd name="connsiteY118" fmla="*/ 1468379 h 1852160"/>
                <a:gd name="connsiteX119" fmla="*/ 1778742 w 4011346"/>
                <a:gd name="connsiteY119" fmla="*/ 1465041 h 1852160"/>
                <a:gd name="connsiteX120" fmla="*/ 1812114 w 4011346"/>
                <a:gd name="connsiteY120" fmla="*/ 1481727 h 1852160"/>
                <a:gd name="connsiteX121" fmla="*/ 1852161 w 4011346"/>
                <a:gd name="connsiteY121" fmla="*/ 1495076 h 1852160"/>
                <a:gd name="connsiteX122" fmla="*/ 1858836 w 4011346"/>
                <a:gd name="connsiteY122" fmla="*/ 1521774 h 1852160"/>
                <a:gd name="connsiteX123" fmla="*/ 1872184 w 4011346"/>
                <a:gd name="connsiteY123" fmla="*/ 1528449 h 1852160"/>
                <a:gd name="connsiteX124" fmla="*/ 1902219 w 4011346"/>
                <a:gd name="connsiteY124" fmla="*/ 1531786 h 1852160"/>
                <a:gd name="connsiteX125" fmla="*/ 1932254 w 4011346"/>
                <a:gd name="connsiteY125" fmla="*/ 1515100 h 1852160"/>
                <a:gd name="connsiteX126" fmla="*/ 1962290 w 4011346"/>
                <a:gd name="connsiteY126" fmla="*/ 1528449 h 1852160"/>
                <a:gd name="connsiteX127" fmla="*/ 1985650 w 4011346"/>
                <a:gd name="connsiteY127" fmla="*/ 1541798 h 1852160"/>
                <a:gd name="connsiteX128" fmla="*/ 1995662 w 4011346"/>
                <a:gd name="connsiteY128" fmla="*/ 1551809 h 1852160"/>
                <a:gd name="connsiteX129" fmla="*/ 2032371 w 4011346"/>
                <a:gd name="connsiteY129" fmla="*/ 1571833 h 1852160"/>
                <a:gd name="connsiteX130" fmla="*/ 2069081 w 4011346"/>
                <a:gd name="connsiteY130" fmla="*/ 1568495 h 1852160"/>
                <a:gd name="connsiteX131" fmla="*/ 2142500 w 4011346"/>
                <a:gd name="connsiteY131" fmla="*/ 1525111 h 1852160"/>
                <a:gd name="connsiteX132" fmla="*/ 2195895 w 4011346"/>
                <a:gd name="connsiteY132" fmla="*/ 1538460 h 1852160"/>
                <a:gd name="connsiteX133" fmla="*/ 2225930 w 4011346"/>
                <a:gd name="connsiteY133" fmla="*/ 1548472 h 1852160"/>
                <a:gd name="connsiteX134" fmla="*/ 2259303 w 4011346"/>
                <a:gd name="connsiteY134" fmla="*/ 1535123 h 1852160"/>
                <a:gd name="connsiteX135" fmla="*/ 2262640 w 4011346"/>
                <a:gd name="connsiteY135" fmla="*/ 1508425 h 1852160"/>
                <a:gd name="connsiteX136" fmla="*/ 2282663 w 4011346"/>
                <a:gd name="connsiteY136" fmla="*/ 1478390 h 1852160"/>
                <a:gd name="connsiteX137" fmla="*/ 2299349 w 4011346"/>
                <a:gd name="connsiteY137" fmla="*/ 1424995 h 1852160"/>
                <a:gd name="connsiteX138" fmla="*/ 2282663 w 4011346"/>
                <a:gd name="connsiteY138" fmla="*/ 1428332 h 1852160"/>
                <a:gd name="connsiteX139" fmla="*/ 2312698 w 4011346"/>
                <a:gd name="connsiteY139" fmla="*/ 1401634 h 1852160"/>
                <a:gd name="connsiteX140" fmla="*/ 2339396 w 4011346"/>
                <a:gd name="connsiteY140" fmla="*/ 1398297 h 1852160"/>
                <a:gd name="connsiteX141" fmla="*/ 2396129 w 4011346"/>
                <a:gd name="connsiteY141" fmla="*/ 1408308 h 1852160"/>
                <a:gd name="connsiteX142" fmla="*/ 2436176 w 4011346"/>
                <a:gd name="connsiteY142" fmla="*/ 1435006 h 1852160"/>
                <a:gd name="connsiteX143" fmla="*/ 2462873 w 4011346"/>
                <a:gd name="connsiteY143" fmla="*/ 1465041 h 1852160"/>
                <a:gd name="connsiteX144" fmla="*/ 2469548 w 4011346"/>
                <a:gd name="connsiteY144" fmla="*/ 1501751 h 1852160"/>
                <a:gd name="connsiteX145" fmla="*/ 2476222 w 4011346"/>
                <a:gd name="connsiteY145" fmla="*/ 1541798 h 1852160"/>
                <a:gd name="connsiteX146" fmla="*/ 2486234 w 4011346"/>
                <a:gd name="connsiteY146" fmla="*/ 1561821 h 1852160"/>
                <a:gd name="connsiteX147" fmla="*/ 2529618 w 4011346"/>
                <a:gd name="connsiteY147" fmla="*/ 1575170 h 1852160"/>
                <a:gd name="connsiteX148" fmla="*/ 2549641 w 4011346"/>
                <a:gd name="connsiteY148" fmla="*/ 1595193 h 1852160"/>
                <a:gd name="connsiteX149" fmla="*/ 2562990 w 4011346"/>
                <a:gd name="connsiteY149" fmla="*/ 1628565 h 1852160"/>
                <a:gd name="connsiteX150" fmla="*/ 2586351 w 4011346"/>
                <a:gd name="connsiteY150" fmla="*/ 1621891 h 1852160"/>
                <a:gd name="connsiteX151" fmla="*/ 2606374 w 4011346"/>
                <a:gd name="connsiteY151" fmla="*/ 1611879 h 1852160"/>
                <a:gd name="connsiteX152" fmla="*/ 2639746 w 4011346"/>
                <a:gd name="connsiteY152" fmla="*/ 1595193 h 1852160"/>
                <a:gd name="connsiteX153" fmla="*/ 2643084 w 4011346"/>
                <a:gd name="connsiteY153" fmla="*/ 1611879 h 1852160"/>
                <a:gd name="connsiteX154" fmla="*/ 2626398 w 4011346"/>
                <a:gd name="connsiteY154" fmla="*/ 1641914 h 1852160"/>
                <a:gd name="connsiteX155" fmla="*/ 2616386 w 4011346"/>
                <a:gd name="connsiteY155" fmla="*/ 1678624 h 1852160"/>
                <a:gd name="connsiteX156" fmla="*/ 2603037 w 4011346"/>
                <a:gd name="connsiteY156" fmla="*/ 1732019 h 1852160"/>
                <a:gd name="connsiteX157" fmla="*/ 2579676 w 4011346"/>
                <a:gd name="connsiteY157" fmla="*/ 1705322 h 1852160"/>
                <a:gd name="connsiteX158" fmla="*/ 2552979 w 4011346"/>
                <a:gd name="connsiteY158" fmla="*/ 1728682 h 1852160"/>
                <a:gd name="connsiteX159" fmla="*/ 2559653 w 4011346"/>
                <a:gd name="connsiteY159" fmla="*/ 1755380 h 1852160"/>
                <a:gd name="connsiteX160" fmla="*/ 2559653 w 4011346"/>
                <a:gd name="connsiteY160" fmla="*/ 1792089 h 1852160"/>
                <a:gd name="connsiteX161" fmla="*/ 2549641 w 4011346"/>
                <a:gd name="connsiteY161" fmla="*/ 1812113 h 1852160"/>
                <a:gd name="connsiteX162" fmla="*/ 2589688 w 4011346"/>
                <a:gd name="connsiteY162" fmla="*/ 1792089 h 1852160"/>
                <a:gd name="connsiteX163" fmla="*/ 2626398 w 4011346"/>
                <a:gd name="connsiteY163" fmla="*/ 1802101 h 1852160"/>
                <a:gd name="connsiteX164" fmla="*/ 2653095 w 4011346"/>
                <a:gd name="connsiteY164" fmla="*/ 1778741 h 1852160"/>
                <a:gd name="connsiteX165" fmla="*/ 2683130 w 4011346"/>
                <a:gd name="connsiteY165" fmla="*/ 1725345 h 1852160"/>
                <a:gd name="connsiteX166" fmla="*/ 2753212 w 4011346"/>
                <a:gd name="connsiteY166" fmla="*/ 1638577 h 1852160"/>
                <a:gd name="connsiteX167" fmla="*/ 2783247 w 4011346"/>
                <a:gd name="connsiteY167" fmla="*/ 1568495 h 1852160"/>
                <a:gd name="connsiteX168" fmla="*/ 2803271 w 4011346"/>
                <a:gd name="connsiteY168" fmla="*/ 1465041 h 1852160"/>
                <a:gd name="connsiteX169" fmla="*/ 2793259 w 4011346"/>
                <a:gd name="connsiteY169" fmla="*/ 1414983 h 1852160"/>
                <a:gd name="connsiteX170" fmla="*/ 2769898 w 4011346"/>
                <a:gd name="connsiteY170" fmla="*/ 1381611 h 1852160"/>
                <a:gd name="connsiteX171" fmla="*/ 2726514 w 4011346"/>
                <a:gd name="connsiteY171" fmla="*/ 1381611 h 1852160"/>
                <a:gd name="connsiteX172" fmla="*/ 2699817 w 4011346"/>
                <a:gd name="connsiteY172" fmla="*/ 1381611 h 1852160"/>
                <a:gd name="connsiteX173" fmla="*/ 2683130 w 4011346"/>
                <a:gd name="connsiteY173" fmla="*/ 1361587 h 1852160"/>
                <a:gd name="connsiteX174" fmla="*/ 2669781 w 4011346"/>
                <a:gd name="connsiteY174" fmla="*/ 1341564 h 1852160"/>
                <a:gd name="connsiteX175" fmla="*/ 2763224 w 4011346"/>
                <a:gd name="connsiteY175" fmla="*/ 1224761 h 1852160"/>
                <a:gd name="connsiteX176" fmla="*/ 2846654 w 4011346"/>
                <a:gd name="connsiteY176" fmla="*/ 1158017 h 1852160"/>
                <a:gd name="connsiteX177" fmla="*/ 2890038 w 4011346"/>
                <a:gd name="connsiteY177" fmla="*/ 1134656 h 1852160"/>
                <a:gd name="connsiteX178" fmla="*/ 2933422 w 4011346"/>
                <a:gd name="connsiteY178" fmla="*/ 1154679 h 1852160"/>
                <a:gd name="connsiteX179" fmla="*/ 2950109 w 4011346"/>
                <a:gd name="connsiteY179" fmla="*/ 1137993 h 1852160"/>
                <a:gd name="connsiteX180" fmla="*/ 2993492 w 4011346"/>
                <a:gd name="connsiteY180" fmla="*/ 1154679 h 1852160"/>
                <a:gd name="connsiteX181" fmla="*/ 3006841 w 4011346"/>
                <a:gd name="connsiteY181" fmla="*/ 1121307 h 1852160"/>
                <a:gd name="connsiteX182" fmla="*/ 3053563 w 4011346"/>
                <a:gd name="connsiteY182" fmla="*/ 1131319 h 1852160"/>
                <a:gd name="connsiteX183" fmla="*/ 3070249 w 4011346"/>
                <a:gd name="connsiteY183" fmla="*/ 1148005 h 1852160"/>
                <a:gd name="connsiteX184" fmla="*/ 3060237 w 4011346"/>
                <a:gd name="connsiteY184" fmla="*/ 1168028 h 1852160"/>
                <a:gd name="connsiteX185" fmla="*/ 3123644 w 4011346"/>
                <a:gd name="connsiteY185" fmla="*/ 1151342 h 1852160"/>
                <a:gd name="connsiteX186" fmla="*/ 3140330 w 4011346"/>
                <a:gd name="connsiteY186" fmla="*/ 1137993 h 1852160"/>
                <a:gd name="connsiteX187" fmla="*/ 3123644 w 4011346"/>
                <a:gd name="connsiteY187" fmla="*/ 1124644 h 1852160"/>
                <a:gd name="connsiteX188" fmla="*/ 3143668 w 4011346"/>
                <a:gd name="connsiteY188" fmla="*/ 1084598 h 1852160"/>
                <a:gd name="connsiteX189" fmla="*/ 3190389 w 4011346"/>
                <a:gd name="connsiteY189" fmla="*/ 1014516 h 1852160"/>
                <a:gd name="connsiteX190" fmla="*/ 3233773 w 4011346"/>
                <a:gd name="connsiteY190" fmla="*/ 1011179 h 1852160"/>
                <a:gd name="connsiteX191" fmla="*/ 3273819 w 4011346"/>
                <a:gd name="connsiteY191" fmla="*/ 1021190 h 1852160"/>
                <a:gd name="connsiteX192" fmla="*/ 3277157 w 4011346"/>
                <a:gd name="connsiteY192" fmla="*/ 1077923 h 1852160"/>
                <a:gd name="connsiteX193" fmla="*/ 3320541 w 4011346"/>
                <a:gd name="connsiteY193" fmla="*/ 1034539 h 1852160"/>
                <a:gd name="connsiteX194" fmla="*/ 3343901 w 4011346"/>
                <a:gd name="connsiteY194" fmla="*/ 1017853 h 1852160"/>
                <a:gd name="connsiteX195" fmla="*/ 3350576 w 4011346"/>
                <a:gd name="connsiteY195" fmla="*/ 984481 h 1852160"/>
                <a:gd name="connsiteX196" fmla="*/ 3377273 w 4011346"/>
                <a:gd name="connsiteY196" fmla="*/ 967795 h 1852160"/>
                <a:gd name="connsiteX197" fmla="*/ 3407309 w 4011346"/>
                <a:gd name="connsiteY197" fmla="*/ 977806 h 1852160"/>
                <a:gd name="connsiteX198" fmla="*/ 3373936 w 4011346"/>
                <a:gd name="connsiteY198" fmla="*/ 1007841 h 1852160"/>
                <a:gd name="connsiteX199" fmla="*/ 3360587 w 4011346"/>
                <a:gd name="connsiteY199" fmla="*/ 1057900 h 1852160"/>
                <a:gd name="connsiteX200" fmla="*/ 3323878 w 4011346"/>
                <a:gd name="connsiteY200" fmla="*/ 1097946 h 1852160"/>
                <a:gd name="connsiteX201" fmla="*/ 3210412 w 4011346"/>
                <a:gd name="connsiteY201" fmla="*/ 1194726 h 1852160"/>
                <a:gd name="connsiteX202" fmla="*/ 3163691 w 4011346"/>
                <a:gd name="connsiteY202" fmla="*/ 1264808 h 1852160"/>
                <a:gd name="connsiteX203" fmla="*/ 3160354 w 4011346"/>
                <a:gd name="connsiteY203" fmla="*/ 1338227 h 1852160"/>
                <a:gd name="connsiteX204" fmla="*/ 3170365 w 4011346"/>
                <a:gd name="connsiteY204" fmla="*/ 1428332 h 1852160"/>
                <a:gd name="connsiteX205" fmla="*/ 3190389 w 4011346"/>
                <a:gd name="connsiteY205" fmla="*/ 1491739 h 1852160"/>
                <a:gd name="connsiteX206" fmla="*/ 3217087 w 4011346"/>
                <a:gd name="connsiteY206" fmla="*/ 1481727 h 1852160"/>
                <a:gd name="connsiteX207" fmla="*/ 3240447 w 4011346"/>
                <a:gd name="connsiteY207" fmla="*/ 1414983 h 1852160"/>
                <a:gd name="connsiteX208" fmla="*/ 3270482 w 4011346"/>
                <a:gd name="connsiteY208" fmla="*/ 1411646 h 1852160"/>
                <a:gd name="connsiteX209" fmla="*/ 3287168 w 4011346"/>
                <a:gd name="connsiteY209" fmla="*/ 1351576 h 1852160"/>
                <a:gd name="connsiteX210" fmla="*/ 3313866 w 4011346"/>
                <a:gd name="connsiteY210" fmla="*/ 1341564 h 1852160"/>
                <a:gd name="connsiteX211" fmla="*/ 3313866 w 4011346"/>
                <a:gd name="connsiteY211" fmla="*/ 1311529 h 1852160"/>
                <a:gd name="connsiteX212" fmla="*/ 3337227 w 4011346"/>
                <a:gd name="connsiteY212" fmla="*/ 1274819 h 1852160"/>
                <a:gd name="connsiteX213" fmla="*/ 3330552 w 4011346"/>
                <a:gd name="connsiteY213" fmla="*/ 1231435 h 1852160"/>
                <a:gd name="connsiteX214" fmla="*/ 3333890 w 4011346"/>
                <a:gd name="connsiteY214" fmla="*/ 1201400 h 1852160"/>
                <a:gd name="connsiteX215" fmla="*/ 3323878 w 4011346"/>
                <a:gd name="connsiteY215" fmla="*/ 1191389 h 1852160"/>
                <a:gd name="connsiteX216" fmla="*/ 3363925 w 4011346"/>
                <a:gd name="connsiteY216" fmla="*/ 1104621 h 1852160"/>
                <a:gd name="connsiteX217" fmla="*/ 3383948 w 4011346"/>
                <a:gd name="connsiteY217" fmla="*/ 1114633 h 1852160"/>
                <a:gd name="connsiteX218" fmla="*/ 3410646 w 4011346"/>
                <a:gd name="connsiteY218" fmla="*/ 1087935 h 1852160"/>
                <a:gd name="connsiteX219" fmla="*/ 3420657 w 4011346"/>
                <a:gd name="connsiteY219" fmla="*/ 1114633 h 1852160"/>
                <a:gd name="connsiteX220" fmla="*/ 3447355 w 4011346"/>
                <a:gd name="connsiteY220" fmla="*/ 1097946 h 1852160"/>
                <a:gd name="connsiteX221" fmla="*/ 3477390 w 4011346"/>
                <a:gd name="connsiteY221" fmla="*/ 1087935 h 1852160"/>
                <a:gd name="connsiteX222" fmla="*/ 3514100 w 4011346"/>
                <a:gd name="connsiteY222" fmla="*/ 1114633 h 1852160"/>
                <a:gd name="connsiteX223" fmla="*/ 3574170 w 4011346"/>
                <a:gd name="connsiteY223" fmla="*/ 1047888 h 1852160"/>
                <a:gd name="connsiteX224" fmla="*/ 3637577 w 4011346"/>
                <a:gd name="connsiteY224" fmla="*/ 1001167 h 1852160"/>
                <a:gd name="connsiteX225" fmla="*/ 3690973 w 4011346"/>
                <a:gd name="connsiteY225" fmla="*/ 964457 h 1852160"/>
                <a:gd name="connsiteX226" fmla="*/ 3741031 w 4011346"/>
                <a:gd name="connsiteY226" fmla="*/ 991155 h 1852160"/>
                <a:gd name="connsiteX227" fmla="*/ 3751043 w 4011346"/>
                <a:gd name="connsiteY227" fmla="*/ 964457 h 1852160"/>
                <a:gd name="connsiteX228" fmla="*/ 3727682 w 4011346"/>
                <a:gd name="connsiteY228" fmla="*/ 897713 h 1852160"/>
                <a:gd name="connsiteX229" fmla="*/ 3700984 w 4011346"/>
                <a:gd name="connsiteY229" fmla="*/ 881027 h 1852160"/>
                <a:gd name="connsiteX230" fmla="*/ 3697647 w 4011346"/>
                <a:gd name="connsiteY230" fmla="*/ 850992 h 1852160"/>
                <a:gd name="connsiteX231" fmla="*/ 3751043 w 4011346"/>
                <a:gd name="connsiteY231" fmla="*/ 857666 h 1852160"/>
                <a:gd name="connsiteX232" fmla="*/ 3774403 w 4011346"/>
                <a:gd name="connsiteY232" fmla="*/ 814282 h 1852160"/>
                <a:gd name="connsiteX233" fmla="*/ 3767729 w 4011346"/>
                <a:gd name="connsiteY233" fmla="*/ 787584 h 1852160"/>
                <a:gd name="connsiteX234" fmla="*/ 3794427 w 4011346"/>
                <a:gd name="connsiteY234" fmla="*/ 754212 h 1852160"/>
                <a:gd name="connsiteX235" fmla="*/ 3804438 w 4011346"/>
                <a:gd name="connsiteY235" fmla="*/ 797596 h 1852160"/>
                <a:gd name="connsiteX236" fmla="*/ 3827799 w 4011346"/>
                <a:gd name="connsiteY236" fmla="*/ 814282 h 1852160"/>
                <a:gd name="connsiteX237" fmla="*/ 3874520 w 4011346"/>
                <a:gd name="connsiteY237" fmla="*/ 834306 h 1852160"/>
                <a:gd name="connsiteX238" fmla="*/ 3894544 w 4011346"/>
                <a:gd name="connsiteY238" fmla="*/ 861003 h 1852160"/>
                <a:gd name="connsiteX239" fmla="*/ 3941265 w 4011346"/>
                <a:gd name="connsiteY239" fmla="*/ 884364 h 1852160"/>
                <a:gd name="connsiteX240" fmla="*/ 3947939 w 4011346"/>
                <a:gd name="connsiteY240" fmla="*/ 871015 h 1852160"/>
                <a:gd name="connsiteX241" fmla="*/ 3957951 w 4011346"/>
                <a:gd name="connsiteY241" fmla="*/ 807608 h 1852160"/>
                <a:gd name="connsiteX242" fmla="*/ 4004672 w 4011346"/>
                <a:gd name="connsiteY242" fmla="*/ 800933 h 1852160"/>
                <a:gd name="connsiteX243" fmla="*/ 4011346 w 4011346"/>
                <a:gd name="connsiteY243" fmla="*/ 767561 h 1852160"/>
                <a:gd name="connsiteX244" fmla="*/ 3967963 w 4011346"/>
                <a:gd name="connsiteY244" fmla="*/ 730852 h 1852160"/>
                <a:gd name="connsiteX245" fmla="*/ 3921241 w 4011346"/>
                <a:gd name="connsiteY245" fmla="*/ 714165 h 1852160"/>
                <a:gd name="connsiteX246" fmla="*/ 3907892 w 4011346"/>
                <a:gd name="connsiteY246" fmla="*/ 717503 h 1852160"/>
                <a:gd name="connsiteX247" fmla="*/ 3907892 w 4011346"/>
                <a:gd name="connsiteY247" fmla="*/ 750875 h 1852160"/>
                <a:gd name="connsiteX248" fmla="*/ 3887869 w 4011346"/>
                <a:gd name="connsiteY248" fmla="*/ 744200 h 1852160"/>
                <a:gd name="connsiteX249" fmla="*/ 3874520 w 4011346"/>
                <a:gd name="connsiteY249" fmla="*/ 690805 h 1852160"/>
                <a:gd name="connsiteX250" fmla="*/ 3817787 w 4011346"/>
                <a:gd name="connsiteY250" fmla="*/ 627398 h 1852160"/>
                <a:gd name="connsiteX251" fmla="*/ 3717671 w 4011346"/>
                <a:gd name="connsiteY251" fmla="*/ 550641 h 1852160"/>
                <a:gd name="connsiteX252" fmla="*/ 3664275 w 4011346"/>
                <a:gd name="connsiteY252" fmla="*/ 530618 h 1852160"/>
                <a:gd name="connsiteX253" fmla="*/ 3584181 w 4011346"/>
                <a:gd name="connsiteY253" fmla="*/ 523944 h 1852160"/>
                <a:gd name="connsiteX254" fmla="*/ 3520774 w 4011346"/>
                <a:gd name="connsiteY254" fmla="*/ 507257 h 1852160"/>
                <a:gd name="connsiteX255" fmla="*/ 3530786 w 4011346"/>
                <a:gd name="connsiteY255" fmla="*/ 547304 h 1852160"/>
                <a:gd name="connsiteX256" fmla="*/ 3537460 w 4011346"/>
                <a:gd name="connsiteY256" fmla="*/ 574002 h 1852160"/>
                <a:gd name="connsiteX257" fmla="*/ 3507425 w 4011346"/>
                <a:gd name="connsiteY257" fmla="*/ 597362 h 1852160"/>
                <a:gd name="connsiteX258" fmla="*/ 3477390 w 4011346"/>
                <a:gd name="connsiteY258" fmla="*/ 570665 h 1852160"/>
                <a:gd name="connsiteX259" fmla="*/ 3477390 w 4011346"/>
                <a:gd name="connsiteY259" fmla="*/ 550641 h 1852160"/>
                <a:gd name="connsiteX260" fmla="*/ 3504088 w 4011346"/>
                <a:gd name="connsiteY260" fmla="*/ 530618 h 1852160"/>
                <a:gd name="connsiteX261" fmla="*/ 3467379 w 4011346"/>
                <a:gd name="connsiteY261" fmla="*/ 517269 h 1852160"/>
                <a:gd name="connsiteX262" fmla="*/ 3450692 w 4011346"/>
                <a:gd name="connsiteY262" fmla="*/ 543967 h 1852160"/>
                <a:gd name="connsiteX263" fmla="*/ 3440681 w 4011346"/>
                <a:gd name="connsiteY263" fmla="*/ 557316 h 1852160"/>
                <a:gd name="connsiteX264" fmla="*/ 3357250 w 4011346"/>
                <a:gd name="connsiteY264" fmla="*/ 543967 h 1852160"/>
                <a:gd name="connsiteX265" fmla="*/ 3297180 w 4011346"/>
                <a:gd name="connsiteY265" fmla="*/ 550641 h 1852160"/>
                <a:gd name="connsiteX266" fmla="*/ 3267145 w 4011346"/>
                <a:gd name="connsiteY266" fmla="*/ 527281 h 1852160"/>
                <a:gd name="connsiteX267" fmla="*/ 3267145 w 4011346"/>
                <a:gd name="connsiteY267" fmla="*/ 490571 h 1852160"/>
                <a:gd name="connsiteX268" fmla="*/ 3203738 w 4011346"/>
                <a:gd name="connsiteY268" fmla="*/ 433838 h 1852160"/>
                <a:gd name="connsiteX269" fmla="*/ 3076923 w 4011346"/>
                <a:gd name="connsiteY269" fmla="*/ 440513 h 1852160"/>
                <a:gd name="connsiteX270" fmla="*/ 3043551 w 4011346"/>
                <a:gd name="connsiteY270" fmla="*/ 417152 h 1852160"/>
                <a:gd name="connsiteX271" fmla="*/ 3000167 w 4011346"/>
                <a:gd name="connsiteY271" fmla="*/ 370431 h 1852160"/>
                <a:gd name="connsiteX272" fmla="*/ 3013516 w 4011346"/>
                <a:gd name="connsiteY272" fmla="*/ 363757 h 1852160"/>
                <a:gd name="connsiteX273" fmla="*/ 3000167 w 4011346"/>
                <a:gd name="connsiteY273" fmla="*/ 343733 h 1852160"/>
                <a:gd name="connsiteX274" fmla="*/ 2970132 w 4011346"/>
                <a:gd name="connsiteY274" fmla="*/ 340396 h 1852160"/>
                <a:gd name="connsiteX275" fmla="*/ 2920073 w 4011346"/>
                <a:gd name="connsiteY275" fmla="*/ 387117 h 1852160"/>
                <a:gd name="connsiteX276" fmla="*/ 2920073 w 4011346"/>
                <a:gd name="connsiteY276" fmla="*/ 387117 h 1852160"/>
                <a:gd name="connsiteX277" fmla="*/ 2916736 w 4011346"/>
                <a:gd name="connsiteY277" fmla="*/ 337059 h 1852160"/>
                <a:gd name="connsiteX278" fmla="*/ 2936760 w 4011346"/>
                <a:gd name="connsiteY278" fmla="*/ 333722 h 1852160"/>
                <a:gd name="connsiteX279" fmla="*/ 2866678 w 4011346"/>
                <a:gd name="connsiteY279" fmla="*/ 303687 h 1852160"/>
                <a:gd name="connsiteX280" fmla="*/ 2813282 w 4011346"/>
                <a:gd name="connsiteY280" fmla="*/ 300349 h 1852160"/>
                <a:gd name="connsiteX281" fmla="*/ 2793259 w 4011346"/>
                <a:gd name="connsiteY281" fmla="*/ 323710 h 1852160"/>
                <a:gd name="connsiteX282" fmla="*/ 2743200 w 4011346"/>
                <a:gd name="connsiteY282" fmla="*/ 333722 h 1852160"/>
                <a:gd name="connsiteX283" fmla="*/ 2786584 w 4011346"/>
                <a:gd name="connsiteY283" fmla="*/ 343733 h 1852160"/>
                <a:gd name="connsiteX284" fmla="*/ 2763224 w 4011346"/>
                <a:gd name="connsiteY284" fmla="*/ 363757 h 1852160"/>
                <a:gd name="connsiteX285" fmla="*/ 2769898 w 4011346"/>
                <a:gd name="connsiteY285" fmla="*/ 413815 h 1852160"/>
                <a:gd name="connsiteX286" fmla="*/ 2749875 w 4011346"/>
                <a:gd name="connsiteY286" fmla="*/ 397129 h 1852160"/>
                <a:gd name="connsiteX287" fmla="*/ 2733189 w 4011346"/>
                <a:gd name="connsiteY287" fmla="*/ 410478 h 1852160"/>
                <a:gd name="connsiteX288" fmla="*/ 2666444 w 4011346"/>
                <a:gd name="connsiteY288" fmla="*/ 400466 h 1852160"/>
                <a:gd name="connsiteX289" fmla="*/ 2636409 w 4011346"/>
                <a:gd name="connsiteY289" fmla="*/ 410478 h 1852160"/>
                <a:gd name="connsiteX290" fmla="*/ 2603037 w 4011346"/>
                <a:gd name="connsiteY290" fmla="*/ 370431 h 1852160"/>
                <a:gd name="connsiteX291" fmla="*/ 2569665 w 4011346"/>
                <a:gd name="connsiteY291" fmla="*/ 453862 h 1852160"/>
                <a:gd name="connsiteX292" fmla="*/ 2552979 w 4011346"/>
                <a:gd name="connsiteY292" fmla="*/ 473885 h 1852160"/>
                <a:gd name="connsiteX293" fmla="*/ 2469548 w 4011346"/>
                <a:gd name="connsiteY293" fmla="*/ 337059 h 1852160"/>
                <a:gd name="connsiteX294" fmla="*/ 2446187 w 4011346"/>
                <a:gd name="connsiteY294" fmla="*/ 353745 h 1852160"/>
                <a:gd name="connsiteX295" fmla="*/ 2442850 w 4011346"/>
                <a:gd name="connsiteY295" fmla="*/ 320373 h 1852160"/>
                <a:gd name="connsiteX296" fmla="*/ 2449525 w 4011346"/>
                <a:gd name="connsiteY296" fmla="*/ 250291 h 1852160"/>
                <a:gd name="connsiteX297" fmla="*/ 2386117 w 4011346"/>
                <a:gd name="connsiteY297" fmla="*/ 223593 h 1852160"/>
                <a:gd name="connsiteX298" fmla="*/ 2369431 w 4011346"/>
                <a:gd name="connsiteY298" fmla="*/ 263640 h 1852160"/>
                <a:gd name="connsiteX299" fmla="*/ 2379443 w 4011346"/>
                <a:gd name="connsiteY299" fmla="*/ 287000 h 1852160"/>
                <a:gd name="connsiteX300" fmla="*/ 2376106 w 4011346"/>
                <a:gd name="connsiteY300" fmla="*/ 307024 h 1852160"/>
                <a:gd name="connsiteX301" fmla="*/ 2352745 w 4011346"/>
                <a:gd name="connsiteY301" fmla="*/ 283663 h 1852160"/>
                <a:gd name="connsiteX302" fmla="*/ 2316036 w 4011346"/>
                <a:gd name="connsiteY302" fmla="*/ 290338 h 1852160"/>
                <a:gd name="connsiteX303" fmla="*/ 2272652 w 4011346"/>
                <a:gd name="connsiteY303" fmla="*/ 276989 h 1852160"/>
                <a:gd name="connsiteX304" fmla="*/ 2245954 w 4011346"/>
                <a:gd name="connsiteY304" fmla="*/ 236942 h 1852160"/>
                <a:gd name="connsiteX305" fmla="*/ 2209244 w 4011346"/>
                <a:gd name="connsiteY305" fmla="*/ 233605 h 1852160"/>
                <a:gd name="connsiteX306" fmla="*/ 2159186 w 4011346"/>
                <a:gd name="connsiteY306" fmla="*/ 223593 h 1852160"/>
                <a:gd name="connsiteX307" fmla="*/ 2132488 w 4011346"/>
                <a:gd name="connsiteY307" fmla="*/ 240279 h 1852160"/>
                <a:gd name="connsiteX308" fmla="*/ 2115802 w 4011346"/>
                <a:gd name="connsiteY308" fmla="*/ 253628 h 1852160"/>
                <a:gd name="connsiteX309" fmla="*/ 2115802 w 4011346"/>
                <a:gd name="connsiteY309" fmla="*/ 223593 h 1852160"/>
                <a:gd name="connsiteX310" fmla="*/ 2082430 w 4011346"/>
                <a:gd name="connsiteY310" fmla="*/ 220256 h 1852160"/>
                <a:gd name="connsiteX311" fmla="*/ 2045720 w 4011346"/>
                <a:gd name="connsiteY311" fmla="*/ 193558 h 1852160"/>
                <a:gd name="connsiteX312" fmla="*/ 2025697 w 4011346"/>
                <a:gd name="connsiteY312" fmla="*/ 223593 h 1852160"/>
                <a:gd name="connsiteX313" fmla="*/ 2055732 w 4011346"/>
                <a:gd name="connsiteY313" fmla="*/ 220256 h 1852160"/>
                <a:gd name="connsiteX314" fmla="*/ 2045720 w 4011346"/>
                <a:gd name="connsiteY314" fmla="*/ 246954 h 1852160"/>
                <a:gd name="connsiteX315" fmla="*/ 1988987 w 4011346"/>
                <a:gd name="connsiteY315" fmla="*/ 266977 h 1852160"/>
                <a:gd name="connsiteX316" fmla="*/ 1935592 w 4011346"/>
                <a:gd name="connsiteY316" fmla="*/ 276989 h 1852160"/>
                <a:gd name="connsiteX317" fmla="*/ 1995662 w 4011346"/>
                <a:gd name="connsiteY317" fmla="*/ 220256 h 1852160"/>
                <a:gd name="connsiteX318" fmla="*/ 2055732 w 4011346"/>
                <a:gd name="connsiteY318" fmla="*/ 150174 h 1852160"/>
                <a:gd name="connsiteX319" fmla="*/ 2055732 w 4011346"/>
                <a:gd name="connsiteY319" fmla="*/ 150174 h 1852160"/>
                <a:gd name="connsiteX320" fmla="*/ 1615218 w 4011346"/>
                <a:gd name="connsiteY320" fmla="*/ 0 h 1852160"/>
                <a:gd name="connsiteX321" fmla="*/ 1638579 w 4011346"/>
                <a:gd name="connsiteY321" fmla="*/ 30035 h 1852160"/>
                <a:gd name="connsiteX322" fmla="*/ 1528449 w 4011346"/>
                <a:gd name="connsiteY322" fmla="*/ 56731 h 1852160"/>
                <a:gd name="connsiteX323" fmla="*/ 1465043 w 4011346"/>
                <a:gd name="connsiteY323" fmla="*/ 140162 h 1852160"/>
                <a:gd name="connsiteX324" fmla="*/ 1448357 w 4011346"/>
                <a:gd name="connsiteY324" fmla="*/ 166860 h 1852160"/>
                <a:gd name="connsiteX325" fmla="*/ 1481729 w 4011346"/>
                <a:gd name="connsiteY325" fmla="*/ 200233 h 1852160"/>
                <a:gd name="connsiteX326" fmla="*/ 1481729 w 4011346"/>
                <a:gd name="connsiteY326" fmla="*/ 230268 h 1852160"/>
                <a:gd name="connsiteX327" fmla="*/ 1458368 w 4011346"/>
                <a:gd name="connsiteY327" fmla="*/ 233605 h 1852160"/>
                <a:gd name="connsiteX328" fmla="*/ 1458368 w 4011346"/>
                <a:gd name="connsiteY328" fmla="*/ 213581 h 1852160"/>
                <a:gd name="connsiteX329" fmla="*/ 1418322 w 4011346"/>
                <a:gd name="connsiteY329" fmla="*/ 223593 h 1852160"/>
                <a:gd name="connsiteX330" fmla="*/ 1368263 w 4011346"/>
                <a:gd name="connsiteY330" fmla="*/ 230268 h 1852160"/>
                <a:gd name="connsiteX331" fmla="*/ 1321542 w 4011346"/>
                <a:gd name="connsiteY331" fmla="*/ 236942 h 1852160"/>
                <a:gd name="connsiteX332" fmla="*/ 1318205 w 4011346"/>
                <a:gd name="connsiteY332" fmla="*/ 323710 h 1852160"/>
                <a:gd name="connsiteX333" fmla="*/ 1358252 w 4011346"/>
                <a:gd name="connsiteY333" fmla="*/ 347071 h 1852160"/>
                <a:gd name="connsiteX334" fmla="*/ 1374938 w 4011346"/>
                <a:gd name="connsiteY334" fmla="*/ 377106 h 1852160"/>
                <a:gd name="connsiteX335" fmla="*/ 1384949 w 4011346"/>
                <a:gd name="connsiteY335" fmla="*/ 400466 h 1852160"/>
                <a:gd name="connsiteX336" fmla="*/ 1394961 w 4011346"/>
                <a:gd name="connsiteY336" fmla="*/ 450525 h 1852160"/>
                <a:gd name="connsiteX337" fmla="*/ 1384949 w 4011346"/>
                <a:gd name="connsiteY337" fmla="*/ 480560 h 1852160"/>
                <a:gd name="connsiteX338" fmla="*/ 1358252 w 4011346"/>
                <a:gd name="connsiteY338" fmla="*/ 447187 h 1852160"/>
                <a:gd name="connsiteX339" fmla="*/ 1361589 w 4011346"/>
                <a:gd name="connsiteY339" fmla="*/ 417152 h 1852160"/>
                <a:gd name="connsiteX340" fmla="*/ 1351577 w 4011346"/>
                <a:gd name="connsiteY340" fmla="*/ 377106 h 1852160"/>
                <a:gd name="connsiteX341" fmla="*/ 1328217 w 4011346"/>
                <a:gd name="connsiteY341" fmla="*/ 383780 h 1852160"/>
                <a:gd name="connsiteX342" fmla="*/ 1281495 w 4011346"/>
                <a:gd name="connsiteY342" fmla="*/ 347071 h 1852160"/>
                <a:gd name="connsiteX343" fmla="*/ 1241449 w 4011346"/>
                <a:gd name="connsiteY343" fmla="*/ 343733 h 1852160"/>
                <a:gd name="connsiteX344" fmla="*/ 1241449 w 4011346"/>
                <a:gd name="connsiteY344" fmla="*/ 390454 h 1852160"/>
                <a:gd name="connsiteX345" fmla="*/ 1201402 w 4011346"/>
                <a:gd name="connsiteY345" fmla="*/ 370431 h 1852160"/>
                <a:gd name="connsiteX346" fmla="*/ 1228100 w 4011346"/>
                <a:gd name="connsiteY346" fmla="*/ 420489 h 1852160"/>
                <a:gd name="connsiteX347" fmla="*/ 1258135 w 4011346"/>
                <a:gd name="connsiteY347" fmla="*/ 430501 h 1852160"/>
                <a:gd name="connsiteX348" fmla="*/ 1258135 w 4011346"/>
                <a:gd name="connsiteY348" fmla="*/ 450525 h 1852160"/>
                <a:gd name="connsiteX349" fmla="*/ 1198065 w 4011346"/>
                <a:gd name="connsiteY349" fmla="*/ 427164 h 1852160"/>
                <a:gd name="connsiteX350" fmla="*/ 1181379 w 4011346"/>
                <a:gd name="connsiteY350" fmla="*/ 427164 h 1852160"/>
                <a:gd name="connsiteX351" fmla="*/ 1178041 w 4011346"/>
                <a:gd name="connsiteY351" fmla="*/ 383780 h 1852160"/>
                <a:gd name="connsiteX352" fmla="*/ 1171367 w 4011346"/>
                <a:gd name="connsiteY352" fmla="*/ 297012 h 1852160"/>
                <a:gd name="connsiteX353" fmla="*/ 1161355 w 4011346"/>
                <a:gd name="connsiteY353" fmla="*/ 367094 h 1852160"/>
                <a:gd name="connsiteX354" fmla="*/ 1137995 w 4011346"/>
                <a:gd name="connsiteY354" fmla="*/ 397129 h 1852160"/>
                <a:gd name="connsiteX355" fmla="*/ 1158018 w 4011346"/>
                <a:gd name="connsiteY355" fmla="*/ 443850 h 1852160"/>
                <a:gd name="connsiteX356" fmla="*/ 1158018 w 4011346"/>
                <a:gd name="connsiteY356" fmla="*/ 477222 h 1852160"/>
                <a:gd name="connsiteX357" fmla="*/ 1141332 w 4011346"/>
                <a:gd name="connsiteY357" fmla="*/ 527281 h 1852160"/>
                <a:gd name="connsiteX358" fmla="*/ 1154681 w 4011346"/>
                <a:gd name="connsiteY358" fmla="*/ 560653 h 1852160"/>
                <a:gd name="connsiteX359" fmla="*/ 1184716 w 4011346"/>
                <a:gd name="connsiteY359" fmla="*/ 567327 h 1852160"/>
                <a:gd name="connsiteX360" fmla="*/ 1221425 w 4011346"/>
                <a:gd name="connsiteY360" fmla="*/ 574002 h 1852160"/>
                <a:gd name="connsiteX361" fmla="*/ 1241449 w 4011346"/>
                <a:gd name="connsiteY361" fmla="*/ 597362 h 1852160"/>
                <a:gd name="connsiteX362" fmla="*/ 1258135 w 4011346"/>
                <a:gd name="connsiteY362" fmla="*/ 640746 h 1852160"/>
                <a:gd name="connsiteX363" fmla="*/ 1258135 w 4011346"/>
                <a:gd name="connsiteY363" fmla="*/ 640746 h 1852160"/>
                <a:gd name="connsiteX364" fmla="*/ 1254798 w 4011346"/>
                <a:gd name="connsiteY364" fmla="*/ 674119 h 1852160"/>
                <a:gd name="connsiteX365" fmla="*/ 1274821 w 4011346"/>
                <a:gd name="connsiteY365" fmla="*/ 694142 h 1852160"/>
                <a:gd name="connsiteX366" fmla="*/ 1244786 w 4011346"/>
                <a:gd name="connsiteY366" fmla="*/ 700817 h 1852160"/>
                <a:gd name="connsiteX367" fmla="*/ 1224763 w 4011346"/>
                <a:gd name="connsiteY367" fmla="*/ 660770 h 1852160"/>
                <a:gd name="connsiteX368" fmla="*/ 1224763 w 4011346"/>
                <a:gd name="connsiteY368" fmla="*/ 620723 h 1852160"/>
                <a:gd name="connsiteX369" fmla="*/ 1194727 w 4011346"/>
                <a:gd name="connsiteY369" fmla="*/ 584014 h 1852160"/>
                <a:gd name="connsiteX370" fmla="*/ 1164692 w 4011346"/>
                <a:gd name="connsiteY370" fmla="*/ 627398 h 1852160"/>
                <a:gd name="connsiteX371" fmla="*/ 1178041 w 4011346"/>
                <a:gd name="connsiteY371" fmla="*/ 670781 h 1852160"/>
                <a:gd name="connsiteX372" fmla="*/ 1137995 w 4011346"/>
                <a:gd name="connsiteY372" fmla="*/ 727514 h 1852160"/>
                <a:gd name="connsiteX373" fmla="*/ 1097948 w 4011346"/>
                <a:gd name="connsiteY373" fmla="*/ 784247 h 1852160"/>
                <a:gd name="connsiteX374" fmla="*/ 1007843 w 4011346"/>
                <a:gd name="connsiteY374" fmla="*/ 747538 h 1852160"/>
                <a:gd name="connsiteX375" fmla="*/ 1074587 w 4011346"/>
                <a:gd name="connsiteY375" fmla="*/ 744200 h 1852160"/>
                <a:gd name="connsiteX376" fmla="*/ 1107960 w 4011346"/>
                <a:gd name="connsiteY376" fmla="*/ 680793 h 1852160"/>
                <a:gd name="connsiteX377" fmla="*/ 1121309 w 4011346"/>
                <a:gd name="connsiteY377" fmla="*/ 637409 h 1852160"/>
                <a:gd name="connsiteX378" fmla="*/ 1127983 w 4011346"/>
                <a:gd name="connsiteY378" fmla="*/ 604037 h 1852160"/>
                <a:gd name="connsiteX379" fmla="*/ 1117971 w 4011346"/>
                <a:gd name="connsiteY379" fmla="*/ 587351 h 1852160"/>
                <a:gd name="connsiteX380" fmla="*/ 1114634 w 4011346"/>
                <a:gd name="connsiteY380" fmla="*/ 537292 h 1852160"/>
                <a:gd name="connsiteX381" fmla="*/ 1104622 w 4011346"/>
                <a:gd name="connsiteY381" fmla="*/ 457199 h 1852160"/>
                <a:gd name="connsiteX382" fmla="*/ 1101285 w 4011346"/>
                <a:gd name="connsiteY382" fmla="*/ 397129 h 1852160"/>
                <a:gd name="connsiteX383" fmla="*/ 1124646 w 4011346"/>
                <a:gd name="connsiteY383" fmla="*/ 303687 h 1852160"/>
                <a:gd name="connsiteX384" fmla="*/ 1031203 w 4011346"/>
                <a:gd name="connsiteY384" fmla="*/ 293675 h 1852160"/>
                <a:gd name="connsiteX385" fmla="*/ 1014517 w 4011346"/>
                <a:gd name="connsiteY385" fmla="*/ 350408 h 1852160"/>
                <a:gd name="connsiteX386" fmla="*/ 1024529 w 4011346"/>
                <a:gd name="connsiteY386" fmla="*/ 397129 h 1852160"/>
                <a:gd name="connsiteX387" fmla="*/ 981145 w 4011346"/>
                <a:gd name="connsiteY387" fmla="*/ 450525 h 1852160"/>
                <a:gd name="connsiteX388" fmla="*/ 991157 w 4011346"/>
                <a:gd name="connsiteY388" fmla="*/ 487234 h 1852160"/>
                <a:gd name="connsiteX389" fmla="*/ 981145 w 4011346"/>
                <a:gd name="connsiteY389" fmla="*/ 533955 h 1852160"/>
                <a:gd name="connsiteX390" fmla="*/ 1001168 w 4011346"/>
                <a:gd name="connsiteY390" fmla="*/ 557316 h 1852160"/>
                <a:gd name="connsiteX391" fmla="*/ 1017854 w 4011346"/>
                <a:gd name="connsiteY391" fmla="*/ 604037 h 1852160"/>
                <a:gd name="connsiteX392" fmla="*/ 1047890 w 4011346"/>
                <a:gd name="connsiteY392" fmla="*/ 590688 h 1852160"/>
                <a:gd name="connsiteX393" fmla="*/ 1014517 w 4011346"/>
                <a:gd name="connsiteY393" fmla="*/ 644084 h 1852160"/>
                <a:gd name="connsiteX394" fmla="*/ 957784 w 4011346"/>
                <a:gd name="connsiteY394" fmla="*/ 590688 h 1852160"/>
                <a:gd name="connsiteX395" fmla="*/ 884365 w 4011346"/>
                <a:gd name="connsiteY395" fmla="*/ 553979 h 1852160"/>
                <a:gd name="connsiteX396" fmla="*/ 824295 w 4011346"/>
                <a:gd name="connsiteY396" fmla="*/ 530618 h 1852160"/>
                <a:gd name="connsiteX397" fmla="*/ 810946 w 4011346"/>
                <a:gd name="connsiteY397" fmla="*/ 567327 h 1852160"/>
                <a:gd name="connsiteX398" fmla="*/ 827633 w 4011346"/>
                <a:gd name="connsiteY398" fmla="*/ 604037 h 1852160"/>
                <a:gd name="connsiteX399" fmla="*/ 814284 w 4011346"/>
                <a:gd name="connsiteY399" fmla="*/ 627398 h 1852160"/>
                <a:gd name="connsiteX400" fmla="*/ 800935 w 4011346"/>
                <a:gd name="connsiteY400" fmla="*/ 644084 h 1852160"/>
                <a:gd name="connsiteX401" fmla="*/ 770900 w 4011346"/>
                <a:gd name="connsiteY401" fmla="*/ 587351 h 1852160"/>
                <a:gd name="connsiteX402" fmla="*/ 744202 w 4011346"/>
                <a:gd name="connsiteY402" fmla="*/ 624060 h 1852160"/>
                <a:gd name="connsiteX403" fmla="*/ 707492 w 4011346"/>
                <a:gd name="connsiteY403" fmla="*/ 617386 h 1852160"/>
                <a:gd name="connsiteX404" fmla="*/ 654097 w 4011346"/>
                <a:gd name="connsiteY404" fmla="*/ 654095 h 1852160"/>
                <a:gd name="connsiteX405" fmla="*/ 644085 w 4011346"/>
                <a:gd name="connsiteY405" fmla="*/ 630735 h 1852160"/>
                <a:gd name="connsiteX406" fmla="*/ 654097 w 4011346"/>
                <a:gd name="connsiteY406" fmla="*/ 594025 h 1852160"/>
                <a:gd name="connsiteX407" fmla="*/ 614050 w 4011346"/>
                <a:gd name="connsiteY407" fmla="*/ 630735 h 1852160"/>
                <a:gd name="connsiteX408" fmla="*/ 594027 w 4011346"/>
                <a:gd name="connsiteY408" fmla="*/ 630735 h 1852160"/>
                <a:gd name="connsiteX409" fmla="*/ 533957 w 4011346"/>
                <a:gd name="connsiteY409" fmla="*/ 664107 h 1852160"/>
                <a:gd name="connsiteX410" fmla="*/ 510596 w 4011346"/>
                <a:gd name="connsiteY410" fmla="*/ 687468 h 1852160"/>
                <a:gd name="connsiteX411" fmla="*/ 500584 w 4011346"/>
                <a:gd name="connsiteY411" fmla="*/ 734189 h 1852160"/>
                <a:gd name="connsiteX412" fmla="*/ 450526 w 4011346"/>
                <a:gd name="connsiteY412" fmla="*/ 720840 h 1852160"/>
                <a:gd name="connsiteX413" fmla="*/ 433840 w 4011346"/>
                <a:gd name="connsiteY413" fmla="*/ 684130 h 1852160"/>
                <a:gd name="connsiteX414" fmla="*/ 467212 w 4011346"/>
                <a:gd name="connsiteY414" fmla="*/ 654095 h 1852160"/>
                <a:gd name="connsiteX415" fmla="*/ 453863 w 4011346"/>
                <a:gd name="connsiteY415" fmla="*/ 630735 h 1852160"/>
                <a:gd name="connsiteX416" fmla="*/ 390456 w 4011346"/>
                <a:gd name="connsiteY416" fmla="*/ 600700 h 1852160"/>
                <a:gd name="connsiteX417" fmla="*/ 417154 w 4011346"/>
                <a:gd name="connsiteY417" fmla="*/ 650758 h 1852160"/>
                <a:gd name="connsiteX418" fmla="*/ 407142 w 4011346"/>
                <a:gd name="connsiteY418" fmla="*/ 694142 h 1852160"/>
                <a:gd name="connsiteX419" fmla="*/ 413817 w 4011346"/>
                <a:gd name="connsiteY419" fmla="*/ 730852 h 1852160"/>
                <a:gd name="connsiteX420" fmla="*/ 427165 w 4011346"/>
                <a:gd name="connsiteY420" fmla="*/ 754212 h 1852160"/>
                <a:gd name="connsiteX421" fmla="*/ 413817 w 4011346"/>
                <a:gd name="connsiteY421" fmla="*/ 784247 h 1852160"/>
                <a:gd name="connsiteX422" fmla="*/ 390456 w 4011346"/>
                <a:gd name="connsiteY422" fmla="*/ 760887 h 1852160"/>
                <a:gd name="connsiteX423" fmla="*/ 360421 w 4011346"/>
                <a:gd name="connsiteY423" fmla="*/ 757549 h 1852160"/>
                <a:gd name="connsiteX424" fmla="*/ 333723 w 4011346"/>
                <a:gd name="connsiteY424" fmla="*/ 797596 h 1852160"/>
                <a:gd name="connsiteX425" fmla="*/ 307025 w 4011346"/>
                <a:gd name="connsiteY425" fmla="*/ 817619 h 1852160"/>
                <a:gd name="connsiteX426" fmla="*/ 320374 w 4011346"/>
                <a:gd name="connsiteY426" fmla="*/ 844317 h 1852160"/>
                <a:gd name="connsiteX427" fmla="*/ 303688 w 4011346"/>
                <a:gd name="connsiteY427" fmla="*/ 867678 h 1852160"/>
                <a:gd name="connsiteX428" fmla="*/ 233606 w 4011346"/>
                <a:gd name="connsiteY428" fmla="*/ 830968 h 1852160"/>
                <a:gd name="connsiteX429" fmla="*/ 243618 w 4011346"/>
                <a:gd name="connsiteY429" fmla="*/ 881027 h 1852160"/>
                <a:gd name="connsiteX430" fmla="*/ 263641 w 4011346"/>
                <a:gd name="connsiteY430" fmla="*/ 901050 h 1852160"/>
                <a:gd name="connsiteX431" fmla="*/ 250292 w 4011346"/>
                <a:gd name="connsiteY431" fmla="*/ 914399 h 1852160"/>
                <a:gd name="connsiteX432" fmla="*/ 193560 w 4011346"/>
                <a:gd name="connsiteY432" fmla="*/ 877689 h 1852160"/>
                <a:gd name="connsiteX433" fmla="*/ 170199 w 4011346"/>
                <a:gd name="connsiteY433" fmla="*/ 837643 h 1852160"/>
                <a:gd name="connsiteX434" fmla="*/ 170199 w 4011346"/>
                <a:gd name="connsiteY434" fmla="*/ 790922 h 1852160"/>
                <a:gd name="connsiteX435" fmla="*/ 133490 w 4011346"/>
                <a:gd name="connsiteY435" fmla="*/ 714165 h 1852160"/>
                <a:gd name="connsiteX436" fmla="*/ 196897 w 4011346"/>
                <a:gd name="connsiteY436" fmla="*/ 744200 h 1852160"/>
                <a:gd name="connsiteX437" fmla="*/ 256967 w 4011346"/>
                <a:gd name="connsiteY437" fmla="*/ 774235 h 1852160"/>
                <a:gd name="connsiteX438" fmla="*/ 293676 w 4011346"/>
                <a:gd name="connsiteY438" fmla="*/ 777573 h 1852160"/>
                <a:gd name="connsiteX439" fmla="*/ 327049 w 4011346"/>
                <a:gd name="connsiteY439" fmla="*/ 747538 h 1852160"/>
                <a:gd name="connsiteX440" fmla="*/ 343735 w 4011346"/>
                <a:gd name="connsiteY440" fmla="*/ 710828 h 1852160"/>
                <a:gd name="connsiteX441" fmla="*/ 333723 w 4011346"/>
                <a:gd name="connsiteY441" fmla="*/ 660770 h 1852160"/>
                <a:gd name="connsiteX442" fmla="*/ 290339 w 4011346"/>
                <a:gd name="connsiteY442" fmla="*/ 640746 h 1852160"/>
                <a:gd name="connsiteX443" fmla="*/ 236944 w 4011346"/>
                <a:gd name="connsiteY443" fmla="*/ 594025 h 1852160"/>
                <a:gd name="connsiteX444" fmla="*/ 133490 w 4011346"/>
                <a:gd name="connsiteY444" fmla="*/ 537292 h 1852160"/>
                <a:gd name="connsiteX0" fmla="*/ 133490 w 4011346"/>
                <a:gd name="connsiteY0" fmla="*/ 537292 h 1852160"/>
                <a:gd name="connsiteX1" fmla="*/ 46722 w 4011346"/>
                <a:gd name="connsiteY1" fmla="*/ 567327 h 1852160"/>
                <a:gd name="connsiteX2" fmla="*/ 33373 w 4011346"/>
                <a:gd name="connsiteY2" fmla="*/ 597362 h 1852160"/>
                <a:gd name="connsiteX3" fmla="*/ 43384 w 4011346"/>
                <a:gd name="connsiteY3" fmla="*/ 627398 h 1852160"/>
                <a:gd name="connsiteX4" fmla="*/ 60071 w 4011346"/>
                <a:gd name="connsiteY4" fmla="*/ 654095 h 1852160"/>
                <a:gd name="connsiteX5" fmla="*/ 73419 w 4011346"/>
                <a:gd name="connsiteY5" fmla="*/ 684130 h 1852160"/>
                <a:gd name="connsiteX6" fmla="*/ 56733 w 4011346"/>
                <a:gd name="connsiteY6" fmla="*/ 707491 h 1852160"/>
                <a:gd name="connsiteX7" fmla="*/ 76757 w 4011346"/>
                <a:gd name="connsiteY7" fmla="*/ 787584 h 1852160"/>
                <a:gd name="connsiteX8" fmla="*/ 66745 w 4011346"/>
                <a:gd name="connsiteY8" fmla="*/ 804271 h 1852160"/>
                <a:gd name="connsiteX9" fmla="*/ 70082 w 4011346"/>
                <a:gd name="connsiteY9" fmla="*/ 830968 h 1852160"/>
                <a:gd name="connsiteX10" fmla="*/ 70082 w 4011346"/>
                <a:gd name="connsiteY10" fmla="*/ 871015 h 1852160"/>
                <a:gd name="connsiteX11" fmla="*/ 80094 w 4011346"/>
                <a:gd name="connsiteY11" fmla="*/ 891038 h 1852160"/>
                <a:gd name="connsiteX12" fmla="*/ 76757 w 4011346"/>
                <a:gd name="connsiteY12" fmla="*/ 914399 h 1852160"/>
                <a:gd name="connsiteX13" fmla="*/ 106792 w 4011346"/>
                <a:gd name="connsiteY13" fmla="*/ 947771 h 1852160"/>
                <a:gd name="connsiteX14" fmla="*/ 106792 w 4011346"/>
                <a:gd name="connsiteY14" fmla="*/ 977806 h 1852160"/>
                <a:gd name="connsiteX15" fmla="*/ 13349 w 4011346"/>
                <a:gd name="connsiteY15" fmla="*/ 1067911 h 1852160"/>
                <a:gd name="connsiteX16" fmla="*/ 33373 w 4011346"/>
                <a:gd name="connsiteY16" fmla="*/ 1101284 h 1852160"/>
                <a:gd name="connsiteX17" fmla="*/ 33373 w 4011346"/>
                <a:gd name="connsiteY17" fmla="*/ 1101284 h 1852160"/>
                <a:gd name="connsiteX18" fmla="*/ 16687 w 4011346"/>
                <a:gd name="connsiteY18" fmla="*/ 1131319 h 1852160"/>
                <a:gd name="connsiteX19" fmla="*/ 3338 w 4011346"/>
                <a:gd name="connsiteY19" fmla="*/ 1161354 h 1852160"/>
                <a:gd name="connsiteX20" fmla="*/ 0 w 4011346"/>
                <a:gd name="connsiteY20" fmla="*/ 1221424 h 1852160"/>
                <a:gd name="connsiteX21" fmla="*/ 16687 w 4011346"/>
                <a:gd name="connsiteY21" fmla="*/ 1264808 h 1852160"/>
                <a:gd name="connsiteX22" fmla="*/ 20024 w 4011346"/>
                <a:gd name="connsiteY22" fmla="*/ 1298180 h 1852160"/>
                <a:gd name="connsiteX23" fmla="*/ 56733 w 4011346"/>
                <a:gd name="connsiteY23" fmla="*/ 1308192 h 1852160"/>
                <a:gd name="connsiteX24" fmla="*/ 116803 w 4011346"/>
                <a:gd name="connsiteY24" fmla="*/ 1394960 h 1852160"/>
                <a:gd name="connsiteX25" fmla="*/ 96780 w 4011346"/>
                <a:gd name="connsiteY25" fmla="*/ 1418320 h 1852160"/>
                <a:gd name="connsiteX26" fmla="*/ 93443 w 4011346"/>
                <a:gd name="connsiteY26" fmla="*/ 1448355 h 1852160"/>
                <a:gd name="connsiteX27" fmla="*/ 120141 w 4011346"/>
                <a:gd name="connsiteY27" fmla="*/ 1451692 h 1852160"/>
                <a:gd name="connsiteX28" fmla="*/ 160187 w 4011346"/>
                <a:gd name="connsiteY28" fmla="*/ 1465041 h 1852160"/>
                <a:gd name="connsiteX29" fmla="*/ 186885 w 4011346"/>
                <a:gd name="connsiteY29" fmla="*/ 1478390 h 1852160"/>
                <a:gd name="connsiteX30" fmla="*/ 213583 w 4011346"/>
                <a:gd name="connsiteY30" fmla="*/ 1508425 h 1852160"/>
                <a:gd name="connsiteX31" fmla="*/ 243618 w 4011346"/>
                <a:gd name="connsiteY31" fmla="*/ 1511762 h 1852160"/>
                <a:gd name="connsiteX32" fmla="*/ 287002 w 4011346"/>
                <a:gd name="connsiteY32" fmla="*/ 1541798 h 1852160"/>
                <a:gd name="connsiteX33" fmla="*/ 310363 w 4011346"/>
                <a:gd name="connsiteY33" fmla="*/ 1551809 h 1852160"/>
                <a:gd name="connsiteX34" fmla="*/ 310363 w 4011346"/>
                <a:gd name="connsiteY34" fmla="*/ 1588519 h 1852160"/>
                <a:gd name="connsiteX35" fmla="*/ 270316 w 4011346"/>
                <a:gd name="connsiteY35" fmla="*/ 1628565 h 1852160"/>
                <a:gd name="connsiteX36" fmla="*/ 280327 w 4011346"/>
                <a:gd name="connsiteY36" fmla="*/ 1651926 h 1852160"/>
                <a:gd name="connsiteX37" fmla="*/ 273653 w 4011346"/>
                <a:gd name="connsiteY37" fmla="*/ 1671949 h 1852160"/>
                <a:gd name="connsiteX38" fmla="*/ 266979 w 4011346"/>
                <a:gd name="connsiteY38" fmla="*/ 1688635 h 1852160"/>
                <a:gd name="connsiteX39" fmla="*/ 240281 w 4011346"/>
                <a:gd name="connsiteY39" fmla="*/ 1728682 h 1852160"/>
                <a:gd name="connsiteX40" fmla="*/ 307025 w 4011346"/>
                <a:gd name="connsiteY40" fmla="*/ 1765392 h 1852160"/>
                <a:gd name="connsiteX41" fmla="*/ 337060 w 4011346"/>
                <a:gd name="connsiteY41" fmla="*/ 1772066 h 1852160"/>
                <a:gd name="connsiteX42" fmla="*/ 360421 w 4011346"/>
                <a:gd name="connsiteY42" fmla="*/ 1778741 h 1852160"/>
                <a:gd name="connsiteX43" fmla="*/ 380444 w 4011346"/>
                <a:gd name="connsiteY43" fmla="*/ 1785415 h 1852160"/>
                <a:gd name="connsiteX44" fmla="*/ 407142 w 4011346"/>
                <a:gd name="connsiteY44" fmla="*/ 1805438 h 1852160"/>
                <a:gd name="connsiteX45" fmla="*/ 437177 w 4011346"/>
                <a:gd name="connsiteY45" fmla="*/ 1802101 h 1852160"/>
                <a:gd name="connsiteX46" fmla="*/ 507259 w 4011346"/>
                <a:gd name="connsiteY46" fmla="*/ 1852160 h 1852160"/>
                <a:gd name="connsiteX47" fmla="*/ 517271 w 4011346"/>
                <a:gd name="connsiteY47" fmla="*/ 1838811 h 1852160"/>
                <a:gd name="connsiteX48" fmla="*/ 507259 w 4011346"/>
                <a:gd name="connsiteY48" fmla="*/ 1798764 h 1852160"/>
                <a:gd name="connsiteX49" fmla="*/ 500584 w 4011346"/>
                <a:gd name="connsiteY49" fmla="*/ 1765392 h 1852160"/>
                <a:gd name="connsiteX50" fmla="*/ 483898 w 4011346"/>
                <a:gd name="connsiteY50" fmla="*/ 1722008 h 1852160"/>
                <a:gd name="connsiteX51" fmla="*/ 513933 w 4011346"/>
                <a:gd name="connsiteY51" fmla="*/ 1701984 h 1852160"/>
                <a:gd name="connsiteX52" fmla="*/ 547306 w 4011346"/>
                <a:gd name="connsiteY52" fmla="*/ 1678624 h 1852160"/>
                <a:gd name="connsiteX53" fmla="*/ 527282 w 4011346"/>
                <a:gd name="connsiteY53" fmla="*/ 1661938 h 1852160"/>
                <a:gd name="connsiteX54" fmla="*/ 517271 w 4011346"/>
                <a:gd name="connsiteY54" fmla="*/ 1628565 h 1852160"/>
                <a:gd name="connsiteX55" fmla="*/ 480561 w 4011346"/>
                <a:gd name="connsiteY55" fmla="*/ 1611879 h 1852160"/>
                <a:gd name="connsiteX56" fmla="*/ 470549 w 4011346"/>
                <a:gd name="connsiteY56" fmla="*/ 1591856 h 1852160"/>
                <a:gd name="connsiteX57" fmla="*/ 480561 w 4011346"/>
                <a:gd name="connsiteY57" fmla="*/ 1561821 h 1852160"/>
                <a:gd name="connsiteX58" fmla="*/ 490573 w 4011346"/>
                <a:gd name="connsiteY58" fmla="*/ 1521774 h 1852160"/>
                <a:gd name="connsiteX59" fmla="*/ 513933 w 4011346"/>
                <a:gd name="connsiteY59" fmla="*/ 1541798 h 1852160"/>
                <a:gd name="connsiteX60" fmla="*/ 520608 w 4011346"/>
                <a:gd name="connsiteY60" fmla="*/ 1525111 h 1852160"/>
                <a:gd name="connsiteX61" fmla="*/ 543968 w 4011346"/>
                <a:gd name="connsiteY61" fmla="*/ 1488402 h 1852160"/>
                <a:gd name="connsiteX62" fmla="*/ 574003 w 4011346"/>
                <a:gd name="connsiteY62" fmla="*/ 1471716 h 1852160"/>
                <a:gd name="connsiteX63" fmla="*/ 590690 w 4011346"/>
                <a:gd name="connsiteY63" fmla="*/ 1485065 h 1852160"/>
                <a:gd name="connsiteX64" fmla="*/ 610713 w 4011346"/>
                <a:gd name="connsiteY64" fmla="*/ 1458367 h 1852160"/>
                <a:gd name="connsiteX65" fmla="*/ 630736 w 4011346"/>
                <a:gd name="connsiteY65" fmla="*/ 1485065 h 1852160"/>
                <a:gd name="connsiteX66" fmla="*/ 657434 w 4011346"/>
                <a:gd name="connsiteY66" fmla="*/ 1508425 h 1852160"/>
                <a:gd name="connsiteX67" fmla="*/ 674120 w 4011346"/>
                <a:gd name="connsiteY67" fmla="*/ 1515100 h 1852160"/>
                <a:gd name="connsiteX68" fmla="*/ 697481 w 4011346"/>
                <a:gd name="connsiteY68" fmla="*/ 1515100 h 1852160"/>
                <a:gd name="connsiteX69" fmla="*/ 717504 w 4011346"/>
                <a:gd name="connsiteY69" fmla="*/ 1501751 h 1852160"/>
                <a:gd name="connsiteX70" fmla="*/ 744202 w 4011346"/>
                <a:gd name="connsiteY70" fmla="*/ 1501751 h 1852160"/>
                <a:gd name="connsiteX71" fmla="*/ 760888 w 4011346"/>
                <a:gd name="connsiteY71" fmla="*/ 1498414 h 1852160"/>
                <a:gd name="connsiteX72" fmla="*/ 790923 w 4011346"/>
                <a:gd name="connsiteY72" fmla="*/ 1531786 h 1852160"/>
                <a:gd name="connsiteX73" fmla="*/ 797598 w 4011346"/>
                <a:gd name="connsiteY73" fmla="*/ 1505088 h 1852160"/>
                <a:gd name="connsiteX74" fmla="*/ 817621 w 4011346"/>
                <a:gd name="connsiteY74" fmla="*/ 1521774 h 1852160"/>
                <a:gd name="connsiteX75" fmla="*/ 837644 w 4011346"/>
                <a:gd name="connsiteY75" fmla="*/ 1498414 h 1852160"/>
                <a:gd name="connsiteX76" fmla="*/ 827633 w 4011346"/>
                <a:gd name="connsiteY76" fmla="*/ 1478390 h 1852160"/>
                <a:gd name="connsiteX77" fmla="*/ 810946 w 4011346"/>
                <a:gd name="connsiteY77" fmla="*/ 1465041 h 1852160"/>
                <a:gd name="connsiteX78" fmla="*/ 810946 w 4011346"/>
                <a:gd name="connsiteY78" fmla="*/ 1438344 h 1852160"/>
                <a:gd name="connsiteX79" fmla="*/ 810946 w 4011346"/>
                <a:gd name="connsiteY79" fmla="*/ 1424995 h 1852160"/>
                <a:gd name="connsiteX80" fmla="*/ 830970 w 4011346"/>
                <a:gd name="connsiteY80" fmla="*/ 1421657 h 1852160"/>
                <a:gd name="connsiteX81" fmla="*/ 840981 w 4011346"/>
                <a:gd name="connsiteY81" fmla="*/ 1418320 h 1852160"/>
                <a:gd name="connsiteX82" fmla="*/ 820958 w 4011346"/>
                <a:gd name="connsiteY82" fmla="*/ 1381611 h 1852160"/>
                <a:gd name="connsiteX83" fmla="*/ 854330 w 4011346"/>
                <a:gd name="connsiteY83" fmla="*/ 1374936 h 1852160"/>
                <a:gd name="connsiteX84" fmla="*/ 891040 w 4011346"/>
                <a:gd name="connsiteY84" fmla="*/ 1381611 h 1852160"/>
                <a:gd name="connsiteX85" fmla="*/ 964459 w 4011346"/>
                <a:gd name="connsiteY85" fmla="*/ 1338227 h 1852160"/>
                <a:gd name="connsiteX86" fmla="*/ 1001168 w 4011346"/>
                <a:gd name="connsiteY86" fmla="*/ 1338227 h 1852160"/>
                <a:gd name="connsiteX87" fmla="*/ 1027866 w 4011346"/>
                <a:gd name="connsiteY87" fmla="*/ 1314866 h 1852160"/>
                <a:gd name="connsiteX88" fmla="*/ 1047890 w 4011346"/>
                <a:gd name="connsiteY88" fmla="*/ 1324878 h 1852160"/>
                <a:gd name="connsiteX89" fmla="*/ 1067913 w 4011346"/>
                <a:gd name="connsiteY89" fmla="*/ 1334889 h 1852160"/>
                <a:gd name="connsiteX90" fmla="*/ 1087936 w 4011346"/>
                <a:gd name="connsiteY90" fmla="*/ 1361587 h 1852160"/>
                <a:gd name="connsiteX91" fmla="*/ 1074587 w 4011346"/>
                <a:gd name="connsiteY91" fmla="*/ 1374936 h 1852160"/>
                <a:gd name="connsiteX92" fmla="*/ 1104622 w 4011346"/>
                <a:gd name="connsiteY92" fmla="*/ 1374936 h 1852160"/>
                <a:gd name="connsiteX93" fmla="*/ 1107960 w 4011346"/>
                <a:gd name="connsiteY93" fmla="*/ 1391622 h 1852160"/>
                <a:gd name="connsiteX94" fmla="*/ 1121309 w 4011346"/>
                <a:gd name="connsiteY94" fmla="*/ 1374936 h 1852160"/>
                <a:gd name="connsiteX95" fmla="*/ 1134657 w 4011346"/>
                <a:gd name="connsiteY95" fmla="*/ 1388285 h 1852160"/>
                <a:gd name="connsiteX96" fmla="*/ 1134657 w 4011346"/>
                <a:gd name="connsiteY96" fmla="*/ 1408308 h 1852160"/>
                <a:gd name="connsiteX97" fmla="*/ 1148006 w 4011346"/>
                <a:gd name="connsiteY97" fmla="*/ 1404971 h 1852160"/>
                <a:gd name="connsiteX98" fmla="*/ 1208076 w 4011346"/>
                <a:gd name="connsiteY98" fmla="*/ 1358250 h 1852160"/>
                <a:gd name="connsiteX99" fmla="*/ 1211414 w 4011346"/>
                <a:gd name="connsiteY99" fmla="*/ 1378273 h 1852160"/>
                <a:gd name="connsiteX100" fmla="*/ 1244786 w 4011346"/>
                <a:gd name="connsiteY100" fmla="*/ 1398297 h 1852160"/>
                <a:gd name="connsiteX101" fmla="*/ 1264809 w 4011346"/>
                <a:gd name="connsiteY101" fmla="*/ 1428332 h 1852160"/>
                <a:gd name="connsiteX102" fmla="*/ 1298181 w 4011346"/>
                <a:gd name="connsiteY102" fmla="*/ 1535123 h 1852160"/>
                <a:gd name="connsiteX103" fmla="*/ 1308193 w 4011346"/>
                <a:gd name="connsiteY103" fmla="*/ 1491739 h 1852160"/>
                <a:gd name="connsiteX104" fmla="*/ 1344903 w 4011346"/>
                <a:gd name="connsiteY104" fmla="*/ 1511762 h 1852160"/>
                <a:gd name="connsiteX105" fmla="*/ 1388287 w 4011346"/>
                <a:gd name="connsiteY105" fmla="*/ 1511762 h 1852160"/>
                <a:gd name="connsiteX106" fmla="*/ 1394961 w 4011346"/>
                <a:gd name="connsiteY106" fmla="*/ 1535123 h 1852160"/>
                <a:gd name="connsiteX107" fmla="*/ 1435008 w 4011346"/>
                <a:gd name="connsiteY107" fmla="*/ 1558484 h 1852160"/>
                <a:gd name="connsiteX108" fmla="*/ 1465043 w 4011346"/>
                <a:gd name="connsiteY108" fmla="*/ 1558484 h 1852160"/>
                <a:gd name="connsiteX109" fmla="*/ 1491741 w 4011346"/>
                <a:gd name="connsiteY109" fmla="*/ 1571833 h 1852160"/>
                <a:gd name="connsiteX110" fmla="*/ 1535125 w 4011346"/>
                <a:gd name="connsiteY110" fmla="*/ 1528449 h 1852160"/>
                <a:gd name="connsiteX111" fmla="*/ 1571834 w 4011346"/>
                <a:gd name="connsiteY111" fmla="*/ 1508425 h 1852160"/>
                <a:gd name="connsiteX112" fmla="*/ 1608544 w 4011346"/>
                <a:gd name="connsiteY112" fmla="*/ 1511762 h 1852160"/>
                <a:gd name="connsiteX113" fmla="*/ 1655265 w 4011346"/>
                <a:gd name="connsiteY113" fmla="*/ 1525111 h 1852160"/>
                <a:gd name="connsiteX114" fmla="*/ 1681963 w 4011346"/>
                <a:gd name="connsiteY114" fmla="*/ 1541798 h 1852160"/>
                <a:gd name="connsiteX115" fmla="*/ 1735358 w 4011346"/>
                <a:gd name="connsiteY115" fmla="*/ 1535123 h 1852160"/>
                <a:gd name="connsiteX116" fmla="*/ 1745370 w 4011346"/>
                <a:gd name="connsiteY116" fmla="*/ 1515100 h 1852160"/>
                <a:gd name="connsiteX117" fmla="*/ 1738695 w 4011346"/>
                <a:gd name="connsiteY117" fmla="*/ 1495076 h 1852160"/>
                <a:gd name="connsiteX118" fmla="*/ 1765393 w 4011346"/>
                <a:gd name="connsiteY118" fmla="*/ 1468379 h 1852160"/>
                <a:gd name="connsiteX119" fmla="*/ 1778742 w 4011346"/>
                <a:gd name="connsiteY119" fmla="*/ 1465041 h 1852160"/>
                <a:gd name="connsiteX120" fmla="*/ 1812114 w 4011346"/>
                <a:gd name="connsiteY120" fmla="*/ 1481727 h 1852160"/>
                <a:gd name="connsiteX121" fmla="*/ 1852161 w 4011346"/>
                <a:gd name="connsiteY121" fmla="*/ 1495076 h 1852160"/>
                <a:gd name="connsiteX122" fmla="*/ 1858836 w 4011346"/>
                <a:gd name="connsiteY122" fmla="*/ 1521774 h 1852160"/>
                <a:gd name="connsiteX123" fmla="*/ 1872184 w 4011346"/>
                <a:gd name="connsiteY123" fmla="*/ 1528449 h 1852160"/>
                <a:gd name="connsiteX124" fmla="*/ 1902219 w 4011346"/>
                <a:gd name="connsiteY124" fmla="*/ 1531786 h 1852160"/>
                <a:gd name="connsiteX125" fmla="*/ 1932254 w 4011346"/>
                <a:gd name="connsiteY125" fmla="*/ 1515100 h 1852160"/>
                <a:gd name="connsiteX126" fmla="*/ 1962290 w 4011346"/>
                <a:gd name="connsiteY126" fmla="*/ 1528449 h 1852160"/>
                <a:gd name="connsiteX127" fmla="*/ 1985650 w 4011346"/>
                <a:gd name="connsiteY127" fmla="*/ 1541798 h 1852160"/>
                <a:gd name="connsiteX128" fmla="*/ 1995662 w 4011346"/>
                <a:gd name="connsiteY128" fmla="*/ 1551809 h 1852160"/>
                <a:gd name="connsiteX129" fmla="*/ 2032371 w 4011346"/>
                <a:gd name="connsiteY129" fmla="*/ 1571833 h 1852160"/>
                <a:gd name="connsiteX130" fmla="*/ 2069081 w 4011346"/>
                <a:gd name="connsiteY130" fmla="*/ 1568495 h 1852160"/>
                <a:gd name="connsiteX131" fmla="*/ 2142500 w 4011346"/>
                <a:gd name="connsiteY131" fmla="*/ 1525111 h 1852160"/>
                <a:gd name="connsiteX132" fmla="*/ 2195895 w 4011346"/>
                <a:gd name="connsiteY132" fmla="*/ 1538460 h 1852160"/>
                <a:gd name="connsiteX133" fmla="*/ 2225930 w 4011346"/>
                <a:gd name="connsiteY133" fmla="*/ 1548472 h 1852160"/>
                <a:gd name="connsiteX134" fmla="*/ 2259303 w 4011346"/>
                <a:gd name="connsiteY134" fmla="*/ 1535123 h 1852160"/>
                <a:gd name="connsiteX135" fmla="*/ 2262640 w 4011346"/>
                <a:gd name="connsiteY135" fmla="*/ 1508425 h 1852160"/>
                <a:gd name="connsiteX136" fmla="*/ 2282663 w 4011346"/>
                <a:gd name="connsiteY136" fmla="*/ 1478390 h 1852160"/>
                <a:gd name="connsiteX137" fmla="*/ 2299349 w 4011346"/>
                <a:gd name="connsiteY137" fmla="*/ 1424995 h 1852160"/>
                <a:gd name="connsiteX138" fmla="*/ 2282663 w 4011346"/>
                <a:gd name="connsiteY138" fmla="*/ 1428332 h 1852160"/>
                <a:gd name="connsiteX139" fmla="*/ 2312698 w 4011346"/>
                <a:gd name="connsiteY139" fmla="*/ 1401634 h 1852160"/>
                <a:gd name="connsiteX140" fmla="*/ 2339396 w 4011346"/>
                <a:gd name="connsiteY140" fmla="*/ 1398297 h 1852160"/>
                <a:gd name="connsiteX141" fmla="*/ 2396129 w 4011346"/>
                <a:gd name="connsiteY141" fmla="*/ 1408308 h 1852160"/>
                <a:gd name="connsiteX142" fmla="*/ 2436176 w 4011346"/>
                <a:gd name="connsiteY142" fmla="*/ 1435006 h 1852160"/>
                <a:gd name="connsiteX143" fmla="*/ 2462873 w 4011346"/>
                <a:gd name="connsiteY143" fmla="*/ 1465041 h 1852160"/>
                <a:gd name="connsiteX144" fmla="*/ 2469548 w 4011346"/>
                <a:gd name="connsiteY144" fmla="*/ 1501751 h 1852160"/>
                <a:gd name="connsiteX145" fmla="*/ 2476222 w 4011346"/>
                <a:gd name="connsiteY145" fmla="*/ 1541798 h 1852160"/>
                <a:gd name="connsiteX146" fmla="*/ 2486234 w 4011346"/>
                <a:gd name="connsiteY146" fmla="*/ 1561821 h 1852160"/>
                <a:gd name="connsiteX147" fmla="*/ 2529618 w 4011346"/>
                <a:gd name="connsiteY147" fmla="*/ 1575170 h 1852160"/>
                <a:gd name="connsiteX148" fmla="*/ 2549641 w 4011346"/>
                <a:gd name="connsiteY148" fmla="*/ 1595193 h 1852160"/>
                <a:gd name="connsiteX149" fmla="*/ 2562990 w 4011346"/>
                <a:gd name="connsiteY149" fmla="*/ 1628565 h 1852160"/>
                <a:gd name="connsiteX150" fmla="*/ 2586351 w 4011346"/>
                <a:gd name="connsiteY150" fmla="*/ 1621891 h 1852160"/>
                <a:gd name="connsiteX151" fmla="*/ 2606374 w 4011346"/>
                <a:gd name="connsiteY151" fmla="*/ 1611879 h 1852160"/>
                <a:gd name="connsiteX152" fmla="*/ 2639746 w 4011346"/>
                <a:gd name="connsiteY152" fmla="*/ 1595193 h 1852160"/>
                <a:gd name="connsiteX153" fmla="*/ 2643084 w 4011346"/>
                <a:gd name="connsiteY153" fmla="*/ 1611879 h 1852160"/>
                <a:gd name="connsiteX154" fmla="*/ 2626398 w 4011346"/>
                <a:gd name="connsiteY154" fmla="*/ 1641914 h 1852160"/>
                <a:gd name="connsiteX155" fmla="*/ 2616386 w 4011346"/>
                <a:gd name="connsiteY155" fmla="*/ 1678624 h 1852160"/>
                <a:gd name="connsiteX156" fmla="*/ 2603037 w 4011346"/>
                <a:gd name="connsiteY156" fmla="*/ 1732019 h 1852160"/>
                <a:gd name="connsiteX157" fmla="*/ 2579676 w 4011346"/>
                <a:gd name="connsiteY157" fmla="*/ 1705322 h 1852160"/>
                <a:gd name="connsiteX158" fmla="*/ 2552979 w 4011346"/>
                <a:gd name="connsiteY158" fmla="*/ 1728682 h 1852160"/>
                <a:gd name="connsiteX159" fmla="*/ 2559653 w 4011346"/>
                <a:gd name="connsiteY159" fmla="*/ 1755380 h 1852160"/>
                <a:gd name="connsiteX160" fmla="*/ 2559653 w 4011346"/>
                <a:gd name="connsiteY160" fmla="*/ 1792089 h 1852160"/>
                <a:gd name="connsiteX161" fmla="*/ 2549641 w 4011346"/>
                <a:gd name="connsiteY161" fmla="*/ 1812113 h 1852160"/>
                <a:gd name="connsiteX162" fmla="*/ 2589688 w 4011346"/>
                <a:gd name="connsiteY162" fmla="*/ 1792089 h 1852160"/>
                <a:gd name="connsiteX163" fmla="*/ 2626398 w 4011346"/>
                <a:gd name="connsiteY163" fmla="*/ 1802101 h 1852160"/>
                <a:gd name="connsiteX164" fmla="*/ 2653095 w 4011346"/>
                <a:gd name="connsiteY164" fmla="*/ 1778741 h 1852160"/>
                <a:gd name="connsiteX165" fmla="*/ 2683130 w 4011346"/>
                <a:gd name="connsiteY165" fmla="*/ 1725345 h 1852160"/>
                <a:gd name="connsiteX166" fmla="*/ 2753212 w 4011346"/>
                <a:gd name="connsiteY166" fmla="*/ 1638577 h 1852160"/>
                <a:gd name="connsiteX167" fmla="*/ 2783247 w 4011346"/>
                <a:gd name="connsiteY167" fmla="*/ 1568495 h 1852160"/>
                <a:gd name="connsiteX168" fmla="*/ 2803271 w 4011346"/>
                <a:gd name="connsiteY168" fmla="*/ 1465041 h 1852160"/>
                <a:gd name="connsiteX169" fmla="*/ 2793259 w 4011346"/>
                <a:gd name="connsiteY169" fmla="*/ 1414983 h 1852160"/>
                <a:gd name="connsiteX170" fmla="*/ 2769898 w 4011346"/>
                <a:gd name="connsiteY170" fmla="*/ 1381611 h 1852160"/>
                <a:gd name="connsiteX171" fmla="*/ 2726514 w 4011346"/>
                <a:gd name="connsiteY171" fmla="*/ 1381611 h 1852160"/>
                <a:gd name="connsiteX172" fmla="*/ 2699817 w 4011346"/>
                <a:gd name="connsiteY172" fmla="*/ 1381611 h 1852160"/>
                <a:gd name="connsiteX173" fmla="*/ 2683130 w 4011346"/>
                <a:gd name="connsiteY173" fmla="*/ 1361587 h 1852160"/>
                <a:gd name="connsiteX174" fmla="*/ 2669781 w 4011346"/>
                <a:gd name="connsiteY174" fmla="*/ 1341564 h 1852160"/>
                <a:gd name="connsiteX175" fmla="*/ 2763224 w 4011346"/>
                <a:gd name="connsiteY175" fmla="*/ 1224761 h 1852160"/>
                <a:gd name="connsiteX176" fmla="*/ 2846654 w 4011346"/>
                <a:gd name="connsiteY176" fmla="*/ 1158017 h 1852160"/>
                <a:gd name="connsiteX177" fmla="*/ 2890038 w 4011346"/>
                <a:gd name="connsiteY177" fmla="*/ 1134656 h 1852160"/>
                <a:gd name="connsiteX178" fmla="*/ 2933422 w 4011346"/>
                <a:gd name="connsiteY178" fmla="*/ 1154679 h 1852160"/>
                <a:gd name="connsiteX179" fmla="*/ 2950109 w 4011346"/>
                <a:gd name="connsiteY179" fmla="*/ 1137993 h 1852160"/>
                <a:gd name="connsiteX180" fmla="*/ 2993492 w 4011346"/>
                <a:gd name="connsiteY180" fmla="*/ 1154679 h 1852160"/>
                <a:gd name="connsiteX181" fmla="*/ 3006841 w 4011346"/>
                <a:gd name="connsiteY181" fmla="*/ 1121307 h 1852160"/>
                <a:gd name="connsiteX182" fmla="*/ 3053563 w 4011346"/>
                <a:gd name="connsiteY182" fmla="*/ 1131319 h 1852160"/>
                <a:gd name="connsiteX183" fmla="*/ 3070249 w 4011346"/>
                <a:gd name="connsiteY183" fmla="*/ 1148005 h 1852160"/>
                <a:gd name="connsiteX184" fmla="*/ 3060237 w 4011346"/>
                <a:gd name="connsiteY184" fmla="*/ 1168028 h 1852160"/>
                <a:gd name="connsiteX185" fmla="*/ 3123644 w 4011346"/>
                <a:gd name="connsiteY185" fmla="*/ 1151342 h 1852160"/>
                <a:gd name="connsiteX186" fmla="*/ 3140330 w 4011346"/>
                <a:gd name="connsiteY186" fmla="*/ 1137993 h 1852160"/>
                <a:gd name="connsiteX187" fmla="*/ 3123644 w 4011346"/>
                <a:gd name="connsiteY187" fmla="*/ 1124644 h 1852160"/>
                <a:gd name="connsiteX188" fmla="*/ 3143668 w 4011346"/>
                <a:gd name="connsiteY188" fmla="*/ 1084598 h 1852160"/>
                <a:gd name="connsiteX189" fmla="*/ 3190389 w 4011346"/>
                <a:gd name="connsiteY189" fmla="*/ 1014516 h 1852160"/>
                <a:gd name="connsiteX190" fmla="*/ 3233773 w 4011346"/>
                <a:gd name="connsiteY190" fmla="*/ 1011179 h 1852160"/>
                <a:gd name="connsiteX191" fmla="*/ 3273819 w 4011346"/>
                <a:gd name="connsiteY191" fmla="*/ 1021190 h 1852160"/>
                <a:gd name="connsiteX192" fmla="*/ 3277157 w 4011346"/>
                <a:gd name="connsiteY192" fmla="*/ 1077923 h 1852160"/>
                <a:gd name="connsiteX193" fmla="*/ 3320541 w 4011346"/>
                <a:gd name="connsiteY193" fmla="*/ 1034539 h 1852160"/>
                <a:gd name="connsiteX194" fmla="*/ 3343901 w 4011346"/>
                <a:gd name="connsiteY194" fmla="*/ 1017853 h 1852160"/>
                <a:gd name="connsiteX195" fmla="*/ 3350576 w 4011346"/>
                <a:gd name="connsiteY195" fmla="*/ 984481 h 1852160"/>
                <a:gd name="connsiteX196" fmla="*/ 3377273 w 4011346"/>
                <a:gd name="connsiteY196" fmla="*/ 967795 h 1852160"/>
                <a:gd name="connsiteX197" fmla="*/ 3407309 w 4011346"/>
                <a:gd name="connsiteY197" fmla="*/ 977806 h 1852160"/>
                <a:gd name="connsiteX198" fmla="*/ 3373936 w 4011346"/>
                <a:gd name="connsiteY198" fmla="*/ 1007841 h 1852160"/>
                <a:gd name="connsiteX199" fmla="*/ 3360587 w 4011346"/>
                <a:gd name="connsiteY199" fmla="*/ 1057900 h 1852160"/>
                <a:gd name="connsiteX200" fmla="*/ 3323878 w 4011346"/>
                <a:gd name="connsiteY200" fmla="*/ 1097946 h 1852160"/>
                <a:gd name="connsiteX201" fmla="*/ 3210412 w 4011346"/>
                <a:gd name="connsiteY201" fmla="*/ 1194726 h 1852160"/>
                <a:gd name="connsiteX202" fmla="*/ 3163691 w 4011346"/>
                <a:gd name="connsiteY202" fmla="*/ 1264808 h 1852160"/>
                <a:gd name="connsiteX203" fmla="*/ 3160354 w 4011346"/>
                <a:gd name="connsiteY203" fmla="*/ 1338227 h 1852160"/>
                <a:gd name="connsiteX204" fmla="*/ 3170365 w 4011346"/>
                <a:gd name="connsiteY204" fmla="*/ 1428332 h 1852160"/>
                <a:gd name="connsiteX205" fmla="*/ 3190389 w 4011346"/>
                <a:gd name="connsiteY205" fmla="*/ 1491739 h 1852160"/>
                <a:gd name="connsiteX206" fmla="*/ 3217087 w 4011346"/>
                <a:gd name="connsiteY206" fmla="*/ 1481727 h 1852160"/>
                <a:gd name="connsiteX207" fmla="*/ 3240447 w 4011346"/>
                <a:gd name="connsiteY207" fmla="*/ 1414983 h 1852160"/>
                <a:gd name="connsiteX208" fmla="*/ 3270482 w 4011346"/>
                <a:gd name="connsiteY208" fmla="*/ 1411646 h 1852160"/>
                <a:gd name="connsiteX209" fmla="*/ 3287168 w 4011346"/>
                <a:gd name="connsiteY209" fmla="*/ 1351576 h 1852160"/>
                <a:gd name="connsiteX210" fmla="*/ 3313866 w 4011346"/>
                <a:gd name="connsiteY210" fmla="*/ 1341564 h 1852160"/>
                <a:gd name="connsiteX211" fmla="*/ 3313866 w 4011346"/>
                <a:gd name="connsiteY211" fmla="*/ 1311529 h 1852160"/>
                <a:gd name="connsiteX212" fmla="*/ 3337227 w 4011346"/>
                <a:gd name="connsiteY212" fmla="*/ 1274819 h 1852160"/>
                <a:gd name="connsiteX213" fmla="*/ 3330552 w 4011346"/>
                <a:gd name="connsiteY213" fmla="*/ 1231435 h 1852160"/>
                <a:gd name="connsiteX214" fmla="*/ 3333890 w 4011346"/>
                <a:gd name="connsiteY214" fmla="*/ 1201400 h 1852160"/>
                <a:gd name="connsiteX215" fmla="*/ 3323878 w 4011346"/>
                <a:gd name="connsiteY215" fmla="*/ 1191389 h 1852160"/>
                <a:gd name="connsiteX216" fmla="*/ 3363925 w 4011346"/>
                <a:gd name="connsiteY216" fmla="*/ 1104621 h 1852160"/>
                <a:gd name="connsiteX217" fmla="*/ 3383948 w 4011346"/>
                <a:gd name="connsiteY217" fmla="*/ 1114633 h 1852160"/>
                <a:gd name="connsiteX218" fmla="*/ 3410646 w 4011346"/>
                <a:gd name="connsiteY218" fmla="*/ 1087935 h 1852160"/>
                <a:gd name="connsiteX219" fmla="*/ 3420657 w 4011346"/>
                <a:gd name="connsiteY219" fmla="*/ 1114633 h 1852160"/>
                <a:gd name="connsiteX220" fmla="*/ 3447355 w 4011346"/>
                <a:gd name="connsiteY220" fmla="*/ 1097946 h 1852160"/>
                <a:gd name="connsiteX221" fmla="*/ 3477390 w 4011346"/>
                <a:gd name="connsiteY221" fmla="*/ 1087935 h 1852160"/>
                <a:gd name="connsiteX222" fmla="*/ 3514100 w 4011346"/>
                <a:gd name="connsiteY222" fmla="*/ 1114633 h 1852160"/>
                <a:gd name="connsiteX223" fmla="*/ 3574170 w 4011346"/>
                <a:gd name="connsiteY223" fmla="*/ 1047888 h 1852160"/>
                <a:gd name="connsiteX224" fmla="*/ 3637577 w 4011346"/>
                <a:gd name="connsiteY224" fmla="*/ 1001167 h 1852160"/>
                <a:gd name="connsiteX225" fmla="*/ 3690973 w 4011346"/>
                <a:gd name="connsiteY225" fmla="*/ 964457 h 1852160"/>
                <a:gd name="connsiteX226" fmla="*/ 3741031 w 4011346"/>
                <a:gd name="connsiteY226" fmla="*/ 991155 h 1852160"/>
                <a:gd name="connsiteX227" fmla="*/ 3751043 w 4011346"/>
                <a:gd name="connsiteY227" fmla="*/ 964457 h 1852160"/>
                <a:gd name="connsiteX228" fmla="*/ 3727682 w 4011346"/>
                <a:gd name="connsiteY228" fmla="*/ 897713 h 1852160"/>
                <a:gd name="connsiteX229" fmla="*/ 3700984 w 4011346"/>
                <a:gd name="connsiteY229" fmla="*/ 881027 h 1852160"/>
                <a:gd name="connsiteX230" fmla="*/ 3697647 w 4011346"/>
                <a:gd name="connsiteY230" fmla="*/ 850992 h 1852160"/>
                <a:gd name="connsiteX231" fmla="*/ 3751043 w 4011346"/>
                <a:gd name="connsiteY231" fmla="*/ 857666 h 1852160"/>
                <a:gd name="connsiteX232" fmla="*/ 3774403 w 4011346"/>
                <a:gd name="connsiteY232" fmla="*/ 814282 h 1852160"/>
                <a:gd name="connsiteX233" fmla="*/ 3767729 w 4011346"/>
                <a:gd name="connsiteY233" fmla="*/ 787584 h 1852160"/>
                <a:gd name="connsiteX234" fmla="*/ 3794427 w 4011346"/>
                <a:gd name="connsiteY234" fmla="*/ 754212 h 1852160"/>
                <a:gd name="connsiteX235" fmla="*/ 3804438 w 4011346"/>
                <a:gd name="connsiteY235" fmla="*/ 797596 h 1852160"/>
                <a:gd name="connsiteX236" fmla="*/ 3827799 w 4011346"/>
                <a:gd name="connsiteY236" fmla="*/ 814282 h 1852160"/>
                <a:gd name="connsiteX237" fmla="*/ 3874520 w 4011346"/>
                <a:gd name="connsiteY237" fmla="*/ 834306 h 1852160"/>
                <a:gd name="connsiteX238" fmla="*/ 3894544 w 4011346"/>
                <a:gd name="connsiteY238" fmla="*/ 861003 h 1852160"/>
                <a:gd name="connsiteX239" fmla="*/ 3941265 w 4011346"/>
                <a:gd name="connsiteY239" fmla="*/ 884364 h 1852160"/>
                <a:gd name="connsiteX240" fmla="*/ 3947939 w 4011346"/>
                <a:gd name="connsiteY240" fmla="*/ 871015 h 1852160"/>
                <a:gd name="connsiteX241" fmla="*/ 3957951 w 4011346"/>
                <a:gd name="connsiteY241" fmla="*/ 807608 h 1852160"/>
                <a:gd name="connsiteX242" fmla="*/ 4004672 w 4011346"/>
                <a:gd name="connsiteY242" fmla="*/ 800933 h 1852160"/>
                <a:gd name="connsiteX243" fmla="*/ 4011346 w 4011346"/>
                <a:gd name="connsiteY243" fmla="*/ 767561 h 1852160"/>
                <a:gd name="connsiteX244" fmla="*/ 3967963 w 4011346"/>
                <a:gd name="connsiteY244" fmla="*/ 730852 h 1852160"/>
                <a:gd name="connsiteX245" fmla="*/ 3921241 w 4011346"/>
                <a:gd name="connsiteY245" fmla="*/ 714165 h 1852160"/>
                <a:gd name="connsiteX246" fmla="*/ 3907892 w 4011346"/>
                <a:gd name="connsiteY246" fmla="*/ 717503 h 1852160"/>
                <a:gd name="connsiteX247" fmla="*/ 3907892 w 4011346"/>
                <a:gd name="connsiteY247" fmla="*/ 750875 h 1852160"/>
                <a:gd name="connsiteX248" fmla="*/ 3887869 w 4011346"/>
                <a:gd name="connsiteY248" fmla="*/ 744200 h 1852160"/>
                <a:gd name="connsiteX249" fmla="*/ 3874520 w 4011346"/>
                <a:gd name="connsiteY249" fmla="*/ 690805 h 1852160"/>
                <a:gd name="connsiteX250" fmla="*/ 3817787 w 4011346"/>
                <a:gd name="connsiteY250" fmla="*/ 627398 h 1852160"/>
                <a:gd name="connsiteX251" fmla="*/ 3717671 w 4011346"/>
                <a:gd name="connsiteY251" fmla="*/ 550641 h 1852160"/>
                <a:gd name="connsiteX252" fmla="*/ 3664275 w 4011346"/>
                <a:gd name="connsiteY252" fmla="*/ 530618 h 1852160"/>
                <a:gd name="connsiteX253" fmla="*/ 3584181 w 4011346"/>
                <a:gd name="connsiteY253" fmla="*/ 523944 h 1852160"/>
                <a:gd name="connsiteX254" fmla="*/ 3520774 w 4011346"/>
                <a:gd name="connsiteY254" fmla="*/ 507257 h 1852160"/>
                <a:gd name="connsiteX255" fmla="*/ 3530786 w 4011346"/>
                <a:gd name="connsiteY255" fmla="*/ 547304 h 1852160"/>
                <a:gd name="connsiteX256" fmla="*/ 3537460 w 4011346"/>
                <a:gd name="connsiteY256" fmla="*/ 574002 h 1852160"/>
                <a:gd name="connsiteX257" fmla="*/ 3507425 w 4011346"/>
                <a:gd name="connsiteY257" fmla="*/ 597362 h 1852160"/>
                <a:gd name="connsiteX258" fmla="*/ 3477390 w 4011346"/>
                <a:gd name="connsiteY258" fmla="*/ 570665 h 1852160"/>
                <a:gd name="connsiteX259" fmla="*/ 3477390 w 4011346"/>
                <a:gd name="connsiteY259" fmla="*/ 550641 h 1852160"/>
                <a:gd name="connsiteX260" fmla="*/ 3504088 w 4011346"/>
                <a:gd name="connsiteY260" fmla="*/ 530618 h 1852160"/>
                <a:gd name="connsiteX261" fmla="*/ 3467379 w 4011346"/>
                <a:gd name="connsiteY261" fmla="*/ 517269 h 1852160"/>
                <a:gd name="connsiteX262" fmla="*/ 3450692 w 4011346"/>
                <a:gd name="connsiteY262" fmla="*/ 543967 h 1852160"/>
                <a:gd name="connsiteX263" fmla="*/ 3440681 w 4011346"/>
                <a:gd name="connsiteY263" fmla="*/ 557316 h 1852160"/>
                <a:gd name="connsiteX264" fmla="*/ 3357250 w 4011346"/>
                <a:gd name="connsiteY264" fmla="*/ 543967 h 1852160"/>
                <a:gd name="connsiteX265" fmla="*/ 3297180 w 4011346"/>
                <a:gd name="connsiteY265" fmla="*/ 550641 h 1852160"/>
                <a:gd name="connsiteX266" fmla="*/ 3267145 w 4011346"/>
                <a:gd name="connsiteY266" fmla="*/ 527281 h 1852160"/>
                <a:gd name="connsiteX267" fmla="*/ 3267145 w 4011346"/>
                <a:gd name="connsiteY267" fmla="*/ 490571 h 1852160"/>
                <a:gd name="connsiteX268" fmla="*/ 3203738 w 4011346"/>
                <a:gd name="connsiteY268" fmla="*/ 433838 h 1852160"/>
                <a:gd name="connsiteX269" fmla="*/ 3076923 w 4011346"/>
                <a:gd name="connsiteY269" fmla="*/ 440513 h 1852160"/>
                <a:gd name="connsiteX270" fmla="*/ 3043551 w 4011346"/>
                <a:gd name="connsiteY270" fmla="*/ 417152 h 1852160"/>
                <a:gd name="connsiteX271" fmla="*/ 3000167 w 4011346"/>
                <a:gd name="connsiteY271" fmla="*/ 370431 h 1852160"/>
                <a:gd name="connsiteX272" fmla="*/ 3013516 w 4011346"/>
                <a:gd name="connsiteY272" fmla="*/ 363757 h 1852160"/>
                <a:gd name="connsiteX273" fmla="*/ 3000167 w 4011346"/>
                <a:gd name="connsiteY273" fmla="*/ 343733 h 1852160"/>
                <a:gd name="connsiteX274" fmla="*/ 2970132 w 4011346"/>
                <a:gd name="connsiteY274" fmla="*/ 340396 h 1852160"/>
                <a:gd name="connsiteX275" fmla="*/ 2920073 w 4011346"/>
                <a:gd name="connsiteY275" fmla="*/ 387117 h 1852160"/>
                <a:gd name="connsiteX276" fmla="*/ 2920073 w 4011346"/>
                <a:gd name="connsiteY276" fmla="*/ 387117 h 1852160"/>
                <a:gd name="connsiteX277" fmla="*/ 2916736 w 4011346"/>
                <a:gd name="connsiteY277" fmla="*/ 337059 h 1852160"/>
                <a:gd name="connsiteX278" fmla="*/ 2936760 w 4011346"/>
                <a:gd name="connsiteY278" fmla="*/ 333722 h 1852160"/>
                <a:gd name="connsiteX279" fmla="*/ 2866678 w 4011346"/>
                <a:gd name="connsiteY279" fmla="*/ 303687 h 1852160"/>
                <a:gd name="connsiteX280" fmla="*/ 2813282 w 4011346"/>
                <a:gd name="connsiteY280" fmla="*/ 300349 h 1852160"/>
                <a:gd name="connsiteX281" fmla="*/ 2793259 w 4011346"/>
                <a:gd name="connsiteY281" fmla="*/ 323710 h 1852160"/>
                <a:gd name="connsiteX282" fmla="*/ 2743200 w 4011346"/>
                <a:gd name="connsiteY282" fmla="*/ 333722 h 1852160"/>
                <a:gd name="connsiteX283" fmla="*/ 2786584 w 4011346"/>
                <a:gd name="connsiteY283" fmla="*/ 343733 h 1852160"/>
                <a:gd name="connsiteX284" fmla="*/ 2763224 w 4011346"/>
                <a:gd name="connsiteY284" fmla="*/ 363757 h 1852160"/>
                <a:gd name="connsiteX285" fmla="*/ 2769898 w 4011346"/>
                <a:gd name="connsiteY285" fmla="*/ 413815 h 1852160"/>
                <a:gd name="connsiteX286" fmla="*/ 2749875 w 4011346"/>
                <a:gd name="connsiteY286" fmla="*/ 397129 h 1852160"/>
                <a:gd name="connsiteX287" fmla="*/ 2733189 w 4011346"/>
                <a:gd name="connsiteY287" fmla="*/ 410478 h 1852160"/>
                <a:gd name="connsiteX288" fmla="*/ 2666444 w 4011346"/>
                <a:gd name="connsiteY288" fmla="*/ 400466 h 1852160"/>
                <a:gd name="connsiteX289" fmla="*/ 2636409 w 4011346"/>
                <a:gd name="connsiteY289" fmla="*/ 410478 h 1852160"/>
                <a:gd name="connsiteX290" fmla="*/ 2603037 w 4011346"/>
                <a:gd name="connsiteY290" fmla="*/ 370431 h 1852160"/>
                <a:gd name="connsiteX291" fmla="*/ 2569665 w 4011346"/>
                <a:gd name="connsiteY291" fmla="*/ 453862 h 1852160"/>
                <a:gd name="connsiteX292" fmla="*/ 2552979 w 4011346"/>
                <a:gd name="connsiteY292" fmla="*/ 473885 h 1852160"/>
                <a:gd name="connsiteX293" fmla="*/ 2469548 w 4011346"/>
                <a:gd name="connsiteY293" fmla="*/ 337059 h 1852160"/>
                <a:gd name="connsiteX294" fmla="*/ 2446187 w 4011346"/>
                <a:gd name="connsiteY294" fmla="*/ 353745 h 1852160"/>
                <a:gd name="connsiteX295" fmla="*/ 2442850 w 4011346"/>
                <a:gd name="connsiteY295" fmla="*/ 320373 h 1852160"/>
                <a:gd name="connsiteX296" fmla="*/ 2449525 w 4011346"/>
                <a:gd name="connsiteY296" fmla="*/ 250291 h 1852160"/>
                <a:gd name="connsiteX297" fmla="*/ 2386117 w 4011346"/>
                <a:gd name="connsiteY297" fmla="*/ 223593 h 1852160"/>
                <a:gd name="connsiteX298" fmla="*/ 2369431 w 4011346"/>
                <a:gd name="connsiteY298" fmla="*/ 263640 h 1852160"/>
                <a:gd name="connsiteX299" fmla="*/ 2379443 w 4011346"/>
                <a:gd name="connsiteY299" fmla="*/ 287000 h 1852160"/>
                <a:gd name="connsiteX300" fmla="*/ 2376106 w 4011346"/>
                <a:gd name="connsiteY300" fmla="*/ 307024 h 1852160"/>
                <a:gd name="connsiteX301" fmla="*/ 2352745 w 4011346"/>
                <a:gd name="connsiteY301" fmla="*/ 283663 h 1852160"/>
                <a:gd name="connsiteX302" fmla="*/ 2316036 w 4011346"/>
                <a:gd name="connsiteY302" fmla="*/ 290338 h 1852160"/>
                <a:gd name="connsiteX303" fmla="*/ 2272652 w 4011346"/>
                <a:gd name="connsiteY303" fmla="*/ 276989 h 1852160"/>
                <a:gd name="connsiteX304" fmla="*/ 2245954 w 4011346"/>
                <a:gd name="connsiteY304" fmla="*/ 236942 h 1852160"/>
                <a:gd name="connsiteX305" fmla="*/ 2209244 w 4011346"/>
                <a:gd name="connsiteY305" fmla="*/ 233605 h 1852160"/>
                <a:gd name="connsiteX306" fmla="*/ 2159186 w 4011346"/>
                <a:gd name="connsiteY306" fmla="*/ 223593 h 1852160"/>
                <a:gd name="connsiteX307" fmla="*/ 2132488 w 4011346"/>
                <a:gd name="connsiteY307" fmla="*/ 240279 h 1852160"/>
                <a:gd name="connsiteX308" fmla="*/ 2115802 w 4011346"/>
                <a:gd name="connsiteY308" fmla="*/ 253628 h 1852160"/>
                <a:gd name="connsiteX309" fmla="*/ 2115802 w 4011346"/>
                <a:gd name="connsiteY309" fmla="*/ 223593 h 1852160"/>
                <a:gd name="connsiteX310" fmla="*/ 2082430 w 4011346"/>
                <a:gd name="connsiteY310" fmla="*/ 220256 h 1852160"/>
                <a:gd name="connsiteX311" fmla="*/ 2045720 w 4011346"/>
                <a:gd name="connsiteY311" fmla="*/ 193558 h 1852160"/>
                <a:gd name="connsiteX312" fmla="*/ 2025697 w 4011346"/>
                <a:gd name="connsiteY312" fmla="*/ 223593 h 1852160"/>
                <a:gd name="connsiteX313" fmla="*/ 2055732 w 4011346"/>
                <a:gd name="connsiteY313" fmla="*/ 220256 h 1852160"/>
                <a:gd name="connsiteX314" fmla="*/ 2045720 w 4011346"/>
                <a:gd name="connsiteY314" fmla="*/ 246954 h 1852160"/>
                <a:gd name="connsiteX315" fmla="*/ 1988987 w 4011346"/>
                <a:gd name="connsiteY315" fmla="*/ 266977 h 1852160"/>
                <a:gd name="connsiteX316" fmla="*/ 1935592 w 4011346"/>
                <a:gd name="connsiteY316" fmla="*/ 276989 h 1852160"/>
                <a:gd name="connsiteX317" fmla="*/ 1995662 w 4011346"/>
                <a:gd name="connsiteY317" fmla="*/ 220256 h 1852160"/>
                <a:gd name="connsiteX318" fmla="*/ 2055732 w 4011346"/>
                <a:gd name="connsiteY318" fmla="*/ 150174 h 1852160"/>
                <a:gd name="connsiteX319" fmla="*/ 2055732 w 4011346"/>
                <a:gd name="connsiteY319" fmla="*/ 150174 h 1852160"/>
                <a:gd name="connsiteX320" fmla="*/ 1688637 w 4011346"/>
                <a:gd name="connsiteY320" fmla="*/ 33372 h 1852160"/>
                <a:gd name="connsiteX321" fmla="*/ 1615218 w 4011346"/>
                <a:gd name="connsiteY321" fmla="*/ 0 h 1852160"/>
                <a:gd name="connsiteX322" fmla="*/ 1638579 w 4011346"/>
                <a:gd name="connsiteY322" fmla="*/ 30035 h 1852160"/>
                <a:gd name="connsiteX323" fmla="*/ 1528449 w 4011346"/>
                <a:gd name="connsiteY323" fmla="*/ 56731 h 1852160"/>
                <a:gd name="connsiteX324" fmla="*/ 1465043 w 4011346"/>
                <a:gd name="connsiteY324" fmla="*/ 140162 h 1852160"/>
                <a:gd name="connsiteX325" fmla="*/ 1448357 w 4011346"/>
                <a:gd name="connsiteY325" fmla="*/ 166860 h 1852160"/>
                <a:gd name="connsiteX326" fmla="*/ 1481729 w 4011346"/>
                <a:gd name="connsiteY326" fmla="*/ 200233 h 1852160"/>
                <a:gd name="connsiteX327" fmla="*/ 1481729 w 4011346"/>
                <a:gd name="connsiteY327" fmla="*/ 230268 h 1852160"/>
                <a:gd name="connsiteX328" fmla="*/ 1458368 w 4011346"/>
                <a:gd name="connsiteY328" fmla="*/ 233605 h 1852160"/>
                <a:gd name="connsiteX329" fmla="*/ 1458368 w 4011346"/>
                <a:gd name="connsiteY329" fmla="*/ 213581 h 1852160"/>
                <a:gd name="connsiteX330" fmla="*/ 1418322 w 4011346"/>
                <a:gd name="connsiteY330" fmla="*/ 223593 h 1852160"/>
                <a:gd name="connsiteX331" fmla="*/ 1368263 w 4011346"/>
                <a:gd name="connsiteY331" fmla="*/ 230268 h 1852160"/>
                <a:gd name="connsiteX332" fmla="*/ 1321542 w 4011346"/>
                <a:gd name="connsiteY332" fmla="*/ 236942 h 1852160"/>
                <a:gd name="connsiteX333" fmla="*/ 1318205 w 4011346"/>
                <a:gd name="connsiteY333" fmla="*/ 323710 h 1852160"/>
                <a:gd name="connsiteX334" fmla="*/ 1358252 w 4011346"/>
                <a:gd name="connsiteY334" fmla="*/ 347071 h 1852160"/>
                <a:gd name="connsiteX335" fmla="*/ 1374938 w 4011346"/>
                <a:gd name="connsiteY335" fmla="*/ 377106 h 1852160"/>
                <a:gd name="connsiteX336" fmla="*/ 1384949 w 4011346"/>
                <a:gd name="connsiteY336" fmla="*/ 400466 h 1852160"/>
                <a:gd name="connsiteX337" fmla="*/ 1394961 w 4011346"/>
                <a:gd name="connsiteY337" fmla="*/ 450525 h 1852160"/>
                <a:gd name="connsiteX338" fmla="*/ 1384949 w 4011346"/>
                <a:gd name="connsiteY338" fmla="*/ 480560 h 1852160"/>
                <a:gd name="connsiteX339" fmla="*/ 1358252 w 4011346"/>
                <a:gd name="connsiteY339" fmla="*/ 447187 h 1852160"/>
                <a:gd name="connsiteX340" fmla="*/ 1361589 w 4011346"/>
                <a:gd name="connsiteY340" fmla="*/ 417152 h 1852160"/>
                <a:gd name="connsiteX341" fmla="*/ 1351577 w 4011346"/>
                <a:gd name="connsiteY341" fmla="*/ 377106 h 1852160"/>
                <a:gd name="connsiteX342" fmla="*/ 1328217 w 4011346"/>
                <a:gd name="connsiteY342" fmla="*/ 383780 h 1852160"/>
                <a:gd name="connsiteX343" fmla="*/ 1281495 w 4011346"/>
                <a:gd name="connsiteY343" fmla="*/ 347071 h 1852160"/>
                <a:gd name="connsiteX344" fmla="*/ 1241449 w 4011346"/>
                <a:gd name="connsiteY344" fmla="*/ 343733 h 1852160"/>
                <a:gd name="connsiteX345" fmla="*/ 1241449 w 4011346"/>
                <a:gd name="connsiteY345" fmla="*/ 390454 h 1852160"/>
                <a:gd name="connsiteX346" fmla="*/ 1201402 w 4011346"/>
                <a:gd name="connsiteY346" fmla="*/ 370431 h 1852160"/>
                <a:gd name="connsiteX347" fmla="*/ 1228100 w 4011346"/>
                <a:gd name="connsiteY347" fmla="*/ 420489 h 1852160"/>
                <a:gd name="connsiteX348" fmla="*/ 1258135 w 4011346"/>
                <a:gd name="connsiteY348" fmla="*/ 430501 h 1852160"/>
                <a:gd name="connsiteX349" fmla="*/ 1258135 w 4011346"/>
                <a:gd name="connsiteY349" fmla="*/ 450525 h 1852160"/>
                <a:gd name="connsiteX350" fmla="*/ 1198065 w 4011346"/>
                <a:gd name="connsiteY350" fmla="*/ 427164 h 1852160"/>
                <a:gd name="connsiteX351" fmla="*/ 1181379 w 4011346"/>
                <a:gd name="connsiteY351" fmla="*/ 427164 h 1852160"/>
                <a:gd name="connsiteX352" fmla="*/ 1178041 w 4011346"/>
                <a:gd name="connsiteY352" fmla="*/ 383780 h 1852160"/>
                <a:gd name="connsiteX353" fmla="*/ 1171367 w 4011346"/>
                <a:gd name="connsiteY353" fmla="*/ 297012 h 1852160"/>
                <a:gd name="connsiteX354" fmla="*/ 1161355 w 4011346"/>
                <a:gd name="connsiteY354" fmla="*/ 367094 h 1852160"/>
                <a:gd name="connsiteX355" fmla="*/ 1137995 w 4011346"/>
                <a:gd name="connsiteY355" fmla="*/ 397129 h 1852160"/>
                <a:gd name="connsiteX356" fmla="*/ 1158018 w 4011346"/>
                <a:gd name="connsiteY356" fmla="*/ 443850 h 1852160"/>
                <a:gd name="connsiteX357" fmla="*/ 1158018 w 4011346"/>
                <a:gd name="connsiteY357" fmla="*/ 477222 h 1852160"/>
                <a:gd name="connsiteX358" fmla="*/ 1141332 w 4011346"/>
                <a:gd name="connsiteY358" fmla="*/ 527281 h 1852160"/>
                <a:gd name="connsiteX359" fmla="*/ 1154681 w 4011346"/>
                <a:gd name="connsiteY359" fmla="*/ 560653 h 1852160"/>
                <a:gd name="connsiteX360" fmla="*/ 1184716 w 4011346"/>
                <a:gd name="connsiteY360" fmla="*/ 567327 h 1852160"/>
                <a:gd name="connsiteX361" fmla="*/ 1221425 w 4011346"/>
                <a:gd name="connsiteY361" fmla="*/ 574002 h 1852160"/>
                <a:gd name="connsiteX362" fmla="*/ 1241449 w 4011346"/>
                <a:gd name="connsiteY362" fmla="*/ 597362 h 1852160"/>
                <a:gd name="connsiteX363" fmla="*/ 1258135 w 4011346"/>
                <a:gd name="connsiteY363" fmla="*/ 640746 h 1852160"/>
                <a:gd name="connsiteX364" fmla="*/ 1258135 w 4011346"/>
                <a:gd name="connsiteY364" fmla="*/ 640746 h 1852160"/>
                <a:gd name="connsiteX365" fmla="*/ 1254798 w 4011346"/>
                <a:gd name="connsiteY365" fmla="*/ 674119 h 1852160"/>
                <a:gd name="connsiteX366" fmla="*/ 1274821 w 4011346"/>
                <a:gd name="connsiteY366" fmla="*/ 694142 h 1852160"/>
                <a:gd name="connsiteX367" fmla="*/ 1244786 w 4011346"/>
                <a:gd name="connsiteY367" fmla="*/ 700817 h 1852160"/>
                <a:gd name="connsiteX368" fmla="*/ 1224763 w 4011346"/>
                <a:gd name="connsiteY368" fmla="*/ 660770 h 1852160"/>
                <a:gd name="connsiteX369" fmla="*/ 1224763 w 4011346"/>
                <a:gd name="connsiteY369" fmla="*/ 620723 h 1852160"/>
                <a:gd name="connsiteX370" fmla="*/ 1194727 w 4011346"/>
                <a:gd name="connsiteY370" fmla="*/ 584014 h 1852160"/>
                <a:gd name="connsiteX371" fmla="*/ 1164692 w 4011346"/>
                <a:gd name="connsiteY371" fmla="*/ 627398 h 1852160"/>
                <a:gd name="connsiteX372" fmla="*/ 1178041 w 4011346"/>
                <a:gd name="connsiteY372" fmla="*/ 670781 h 1852160"/>
                <a:gd name="connsiteX373" fmla="*/ 1137995 w 4011346"/>
                <a:gd name="connsiteY373" fmla="*/ 727514 h 1852160"/>
                <a:gd name="connsiteX374" fmla="*/ 1097948 w 4011346"/>
                <a:gd name="connsiteY374" fmla="*/ 784247 h 1852160"/>
                <a:gd name="connsiteX375" fmla="*/ 1007843 w 4011346"/>
                <a:gd name="connsiteY375" fmla="*/ 747538 h 1852160"/>
                <a:gd name="connsiteX376" fmla="*/ 1074587 w 4011346"/>
                <a:gd name="connsiteY376" fmla="*/ 744200 h 1852160"/>
                <a:gd name="connsiteX377" fmla="*/ 1107960 w 4011346"/>
                <a:gd name="connsiteY377" fmla="*/ 680793 h 1852160"/>
                <a:gd name="connsiteX378" fmla="*/ 1121309 w 4011346"/>
                <a:gd name="connsiteY378" fmla="*/ 637409 h 1852160"/>
                <a:gd name="connsiteX379" fmla="*/ 1127983 w 4011346"/>
                <a:gd name="connsiteY379" fmla="*/ 604037 h 1852160"/>
                <a:gd name="connsiteX380" fmla="*/ 1117971 w 4011346"/>
                <a:gd name="connsiteY380" fmla="*/ 587351 h 1852160"/>
                <a:gd name="connsiteX381" fmla="*/ 1114634 w 4011346"/>
                <a:gd name="connsiteY381" fmla="*/ 537292 h 1852160"/>
                <a:gd name="connsiteX382" fmla="*/ 1104622 w 4011346"/>
                <a:gd name="connsiteY382" fmla="*/ 457199 h 1852160"/>
                <a:gd name="connsiteX383" fmla="*/ 1101285 w 4011346"/>
                <a:gd name="connsiteY383" fmla="*/ 397129 h 1852160"/>
                <a:gd name="connsiteX384" fmla="*/ 1124646 w 4011346"/>
                <a:gd name="connsiteY384" fmla="*/ 303687 h 1852160"/>
                <a:gd name="connsiteX385" fmla="*/ 1031203 w 4011346"/>
                <a:gd name="connsiteY385" fmla="*/ 293675 h 1852160"/>
                <a:gd name="connsiteX386" fmla="*/ 1014517 w 4011346"/>
                <a:gd name="connsiteY386" fmla="*/ 350408 h 1852160"/>
                <a:gd name="connsiteX387" fmla="*/ 1024529 w 4011346"/>
                <a:gd name="connsiteY387" fmla="*/ 397129 h 1852160"/>
                <a:gd name="connsiteX388" fmla="*/ 981145 w 4011346"/>
                <a:gd name="connsiteY388" fmla="*/ 450525 h 1852160"/>
                <a:gd name="connsiteX389" fmla="*/ 991157 w 4011346"/>
                <a:gd name="connsiteY389" fmla="*/ 487234 h 1852160"/>
                <a:gd name="connsiteX390" fmla="*/ 981145 w 4011346"/>
                <a:gd name="connsiteY390" fmla="*/ 533955 h 1852160"/>
                <a:gd name="connsiteX391" fmla="*/ 1001168 w 4011346"/>
                <a:gd name="connsiteY391" fmla="*/ 557316 h 1852160"/>
                <a:gd name="connsiteX392" fmla="*/ 1017854 w 4011346"/>
                <a:gd name="connsiteY392" fmla="*/ 604037 h 1852160"/>
                <a:gd name="connsiteX393" fmla="*/ 1047890 w 4011346"/>
                <a:gd name="connsiteY393" fmla="*/ 590688 h 1852160"/>
                <a:gd name="connsiteX394" fmla="*/ 1014517 w 4011346"/>
                <a:gd name="connsiteY394" fmla="*/ 644084 h 1852160"/>
                <a:gd name="connsiteX395" fmla="*/ 957784 w 4011346"/>
                <a:gd name="connsiteY395" fmla="*/ 590688 h 1852160"/>
                <a:gd name="connsiteX396" fmla="*/ 884365 w 4011346"/>
                <a:gd name="connsiteY396" fmla="*/ 553979 h 1852160"/>
                <a:gd name="connsiteX397" fmla="*/ 824295 w 4011346"/>
                <a:gd name="connsiteY397" fmla="*/ 530618 h 1852160"/>
                <a:gd name="connsiteX398" fmla="*/ 810946 w 4011346"/>
                <a:gd name="connsiteY398" fmla="*/ 567327 h 1852160"/>
                <a:gd name="connsiteX399" fmla="*/ 827633 w 4011346"/>
                <a:gd name="connsiteY399" fmla="*/ 604037 h 1852160"/>
                <a:gd name="connsiteX400" fmla="*/ 814284 w 4011346"/>
                <a:gd name="connsiteY400" fmla="*/ 627398 h 1852160"/>
                <a:gd name="connsiteX401" fmla="*/ 800935 w 4011346"/>
                <a:gd name="connsiteY401" fmla="*/ 644084 h 1852160"/>
                <a:gd name="connsiteX402" fmla="*/ 770900 w 4011346"/>
                <a:gd name="connsiteY402" fmla="*/ 587351 h 1852160"/>
                <a:gd name="connsiteX403" fmla="*/ 744202 w 4011346"/>
                <a:gd name="connsiteY403" fmla="*/ 624060 h 1852160"/>
                <a:gd name="connsiteX404" fmla="*/ 707492 w 4011346"/>
                <a:gd name="connsiteY404" fmla="*/ 617386 h 1852160"/>
                <a:gd name="connsiteX405" fmla="*/ 654097 w 4011346"/>
                <a:gd name="connsiteY405" fmla="*/ 654095 h 1852160"/>
                <a:gd name="connsiteX406" fmla="*/ 644085 w 4011346"/>
                <a:gd name="connsiteY406" fmla="*/ 630735 h 1852160"/>
                <a:gd name="connsiteX407" fmla="*/ 654097 w 4011346"/>
                <a:gd name="connsiteY407" fmla="*/ 594025 h 1852160"/>
                <a:gd name="connsiteX408" fmla="*/ 614050 w 4011346"/>
                <a:gd name="connsiteY408" fmla="*/ 630735 h 1852160"/>
                <a:gd name="connsiteX409" fmla="*/ 594027 w 4011346"/>
                <a:gd name="connsiteY409" fmla="*/ 630735 h 1852160"/>
                <a:gd name="connsiteX410" fmla="*/ 533957 w 4011346"/>
                <a:gd name="connsiteY410" fmla="*/ 664107 h 1852160"/>
                <a:gd name="connsiteX411" fmla="*/ 510596 w 4011346"/>
                <a:gd name="connsiteY411" fmla="*/ 687468 h 1852160"/>
                <a:gd name="connsiteX412" fmla="*/ 500584 w 4011346"/>
                <a:gd name="connsiteY412" fmla="*/ 734189 h 1852160"/>
                <a:gd name="connsiteX413" fmla="*/ 450526 w 4011346"/>
                <a:gd name="connsiteY413" fmla="*/ 720840 h 1852160"/>
                <a:gd name="connsiteX414" fmla="*/ 433840 w 4011346"/>
                <a:gd name="connsiteY414" fmla="*/ 684130 h 1852160"/>
                <a:gd name="connsiteX415" fmla="*/ 467212 w 4011346"/>
                <a:gd name="connsiteY415" fmla="*/ 654095 h 1852160"/>
                <a:gd name="connsiteX416" fmla="*/ 453863 w 4011346"/>
                <a:gd name="connsiteY416" fmla="*/ 630735 h 1852160"/>
                <a:gd name="connsiteX417" fmla="*/ 390456 w 4011346"/>
                <a:gd name="connsiteY417" fmla="*/ 600700 h 1852160"/>
                <a:gd name="connsiteX418" fmla="*/ 417154 w 4011346"/>
                <a:gd name="connsiteY418" fmla="*/ 650758 h 1852160"/>
                <a:gd name="connsiteX419" fmla="*/ 407142 w 4011346"/>
                <a:gd name="connsiteY419" fmla="*/ 694142 h 1852160"/>
                <a:gd name="connsiteX420" fmla="*/ 413817 w 4011346"/>
                <a:gd name="connsiteY420" fmla="*/ 730852 h 1852160"/>
                <a:gd name="connsiteX421" fmla="*/ 427165 w 4011346"/>
                <a:gd name="connsiteY421" fmla="*/ 754212 h 1852160"/>
                <a:gd name="connsiteX422" fmla="*/ 413817 w 4011346"/>
                <a:gd name="connsiteY422" fmla="*/ 784247 h 1852160"/>
                <a:gd name="connsiteX423" fmla="*/ 390456 w 4011346"/>
                <a:gd name="connsiteY423" fmla="*/ 760887 h 1852160"/>
                <a:gd name="connsiteX424" fmla="*/ 360421 w 4011346"/>
                <a:gd name="connsiteY424" fmla="*/ 757549 h 1852160"/>
                <a:gd name="connsiteX425" fmla="*/ 333723 w 4011346"/>
                <a:gd name="connsiteY425" fmla="*/ 797596 h 1852160"/>
                <a:gd name="connsiteX426" fmla="*/ 307025 w 4011346"/>
                <a:gd name="connsiteY426" fmla="*/ 817619 h 1852160"/>
                <a:gd name="connsiteX427" fmla="*/ 320374 w 4011346"/>
                <a:gd name="connsiteY427" fmla="*/ 844317 h 1852160"/>
                <a:gd name="connsiteX428" fmla="*/ 303688 w 4011346"/>
                <a:gd name="connsiteY428" fmla="*/ 867678 h 1852160"/>
                <a:gd name="connsiteX429" fmla="*/ 233606 w 4011346"/>
                <a:gd name="connsiteY429" fmla="*/ 830968 h 1852160"/>
                <a:gd name="connsiteX430" fmla="*/ 243618 w 4011346"/>
                <a:gd name="connsiteY430" fmla="*/ 881027 h 1852160"/>
                <a:gd name="connsiteX431" fmla="*/ 263641 w 4011346"/>
                <a:gd name="connsiteY431" fmla="*/ 901050 h 1852160"/>
                <a:gd name="connsiteX432" fmla="*/ 250292 w 4011346"/>
                <a:gd name="connsiteY432" fmla="*/ 914399 h 1852160"/>
                <a:gd name="connsiteX433" fmla="*/ 193560 w 4011346"/>
                <a:gd name="connsiteY433" fmla="*/ 877689 h 1852160"/>
                <a:gd name="connsiteX434" fmla="*/ 170199 w 4011346"/>
                <a:gd name="connsiteY434" fmla="*/ 837643 h 1852160"/>
                <a:gd name="connsiteX435" fmla="*/ 170199 w 4011346"/>
                <a:gd name="connsiteY435" fmla="*/ 790922 h 1852160"/>
                <a:gd name="connsiteX436" fmla="*/ 133490 w 4011346"/>
                <a:gd name="connsiteY436" fmla="*/ 714165 h 1852160"/>
                <a:gd name="connsiteX437" fmla="*/ 196897 w 4011346"/>
                <a:gd name="connsiteY437" fmla="*/ 744200 h 1852160"/>
                <a:gd name="connsiteX438" fmla="*/ 256967 w 4011346"/>
                <a:gd name="connsiteY438" fmla="*/ 774235 h 1852160"/>
                <a:gd name="connsiteX439" fmla="*/ 293676 w 4011346"/>
                <a:gd name="connsiteY439" fmla="*/ 777573 h 1852160"/>
                <a:gd name="connsiteX440" fmla="*/ 327049 w 4011346"/>
                <a:gd name="connsiteY440" fmla="*/ 747538 h 1852160"/>
                <a:gd name="connsiteX441" fmla="*/ 343735 w 4011346"/>
                <a:gd name="connsiteY441" fmla="*/ 710828 h 1852160"/>
                <a:gd name="connsiteX442" fmla="*/ 333723 w 4011346"/>
                <a:gd name="connsiteY442" fmla="*/ 660770 h 1852160"/>
                <a:gd name="connsiteX443" fmla="*/ 290339 w 4011346"/>
                <a:gd name="connsiteY443" fmla="*/ 640746 h 1852160"/>
                <a:gd name="connsiteX444" fmla="*/ 236944 w 4011346"/>
                <a:gd name="connsiteY444" fmla="*/ 594025 h 1852160"/>
                <a:gd name="connsiteX445" fmla="*/ 133490 w 4011346"/>
                <a:gd name="connsiteY445" fmla="*/ 537292 h 1852160"/>
                <a:gd name="connsiteX0" fmla="*/ 133490 w 4011346"/>
                <a:gd name="connsiteY0" fmla="*/ 540630 h 1855498"/>
                <a:gd name="connsiteX1" fmla="*/ 46722 w 4011346"/>
                <a:gd name="connsiteY1" fmla="*/ 570665 h 1855498"/>
                <a:gd name="connsiteX2" fmla="*/ 33373 w 4011346"/>
                <a:gd name="connsiteY2" fmla="*/ 600700 h 1855498"/>
                <a:gd name="connsiteX3" fmla="*/ 43384 w 4011346"/>
                <a:gd name="connsiteY3" fmla="*/ 630736 h 1855498"/>
                <a:gd name="connsiteX4" fmla="*/ 60071 w 4011346"/>
                <a:gd name="connsiteY4" fmla="*/ 657433 h 1855498"/>
                <a:gd name="connsiteX5" fmla="*/ 73419 w 4011346"/>
                <a:gd name="connsiteY5" fmla="*/ 687468 h 1855498"/>
                <a:gd name="connsiteX6" fmla="*/ 56733 w 4011346"/>
                <a:gd name="connsiteY6" fmla="*/ 710829 h 1855498"/>
                <a:gd name="connsiteX7" fmla="*/ 76757 w 4011346"/>
                <a:gd name="connsiteY7" fmla="*/ 790922 h 1855498"/>
                <a:gd name="connsiteX8" fmla="*/ 66745 w 4011346"/>
                <a:gd name="connsiteY8" fmla="*/ 807609 h 1855498"/>
                <a:gd name="connsiteX9" fmla="*/ 70082 w 4011346"/>
                <a:gd name="connsiteY9" fmla="*/ 834306 h 1855498"/>
                <a:gd name="connsiteX10" fmla="*/ 70082 w 4011346"/>
                <a:gd name="connsiteY10" fmla="*/ 874353 h 1855498"/>
                <a:gd name="connsiteX11" fmla="*/ 80094 w 4011346"/>
                <a:gd name="connsiteY11" fmla="*/ 894376 h 1855498"/>
                <a:gd name="connsiteX12" fmla="*/ 76757 w 4011346"/>
                <a:gd name="connsiteY12" fmla="*/ 917737 h 1855498"/>
                <a:gd name="connsiteX13" fmla="*/ 106792 w 4011346"/>
                <a:gd name="connsiteY13" fmla="*/ 951109 h 1855498"/>
                <a:gd name="connsiteX14" fmla="*/ 106792 w 4011346"/>
                <a:gd name="connsiteY14" fmla="*/ 981144 h 1855498"/>
                <a:gd name="connsiteX15" fmla="*/ 13349 w 4011346"/>
                <a:gd name="connsiteY15" fmla="*/ 1071249 h 1855498"/>
                <a:gd name="connsiteX16" fmla="*/ 33373 w 4011346"/>
                <a:gd name="connsiteY16" fmla="*/ 1104622 h 1855498"/>
                <a:gd name="connsiteX17" fmla="*/ 33373 w 4011346"/>
                <a:gd name="connsiteY17" fmla="*/ 1104622 h 1855498"/>
                <a:gd name="connsiteX18" fmla="*/ 16687 w 4011346"/>
                <a:gd name="connsiteY18" fmla="*/ 1134657 h 1855498"/>
                <a:gd name="connsiteX19" fmla="*/ 3338 w 4011346"/>
                <a:gd name="connsiteY19" fmla="*/ 1164692 h 1855498"/>
                <a:gd name="connsiteX20" fmla="*/ 0 w 4011346"/>
                <a:gd name="connsiteY20" fmla="*/ 1224762 h 1855498"/>
                <a:gd name="connsiteX21" fmla="*/ 16687 w 4011346"/>
                <a:gd name="connsiteY21" fmla="*/ 1268146 h 1855498"/>
                <a:gd name="connsiteX22" fmla="*/ 20024 w 4011346"/>
                <a:gd name="connsiteY22" fmla="*/ 1301518 h 1855498"/>
                <a:gd name="connsiteX23" fmla="*/ 56733 w 4011346"/>
                <a:gd name="connsiteY23" fmla="*/ 1311530 h 1855498"/>
                <a:gd name="connsiteX24" fmla="*/ 116803 w 4011346"/>
                <a:gd name="connsiteY24" fmla="*/ 1398298 h 1855498"/>
                <a:gd name="connsiteX25" fmla="*/ 96780 w 4011346"/>
                <a:gd name="connsiteY25" fmla="*/ 1421658 h 1855498"/>
                <a:gd name="connsiteX26" fmla="*/ 93443 w 4011346"/>
                <a:gd name="connsiteY26" fmla="*/ 1451693 h 1855498"/>
                <a:gd name="connsiteX27" fmla="*/ 120141 w 4011346"/>
                <a:gd name="connsiteY27" fmla="*/ 1455030 h 1855498"/>
                <a:gd name="connsiteX28" fmla="*/ 160187 w 4011346"/>
                <a:gd name="connsiteY28" fmla="*/ 1468379 h 1855498"/>
                <a:gd name="connsiteX29" fmla="*/ 186885 w 4011346"/>
                <a:gd name="connsiteY29" fmla="*/ 1481728 h 1855498"/>
                <a:gd name="connsiteX30" fmla="*/ 213583 w 4011346"/>
                <a:gd name="connsiteY30" fmla="*/ 1511763 h 1855498"/>
                <a:gd name="connsiteX31" fmla="*/ 243618 w 4011346"/>
                <a:gd name="connsiteY31" fmla="*/ 1515100 h 1855498"/>
                <a:gd name="connsiteX32" fmla="*/ 287002 w 4011346"/>
                <a:gd name="connsiteY32" fmla="*/ 1545136 h 1855498"/>
                <a:gd name="connsiteX33" fmla="*/ 310363 w 4011346"/>
                <a:gd name="connsiteY33" fmla="*/ 1555147 h 1855498"/>
                <a:gd name="connsiteX34" fmla="*/ 310363 w 4011346"/>
                <a:gd name="connsiteY34" fmla="*/ 1591857 h 1855498"/>
                <a:gd name="connsiteX35" fmla="*/ 270316 w 4011346"/>
                <a:gd name="connsiteY35" fmla="*/ 1631903 h 1855498"/>
                <a:gd name="connsiteX36" fmla="*/ 280327 w 4011346"/>
                <a:gd name="connsiteY36" fmla="*/ 1655264 h 1855498"/>
                <a:gd name="connsiteX37" fmla="*/ 273653 w 4011346"/>
                <a:gd name="connsiteY37" fmla="*/ 1675287 h 1855498"/>
                <a:gd name="connsiteX38" fmla="*/ 266979 w 4011346"/>
                <a:gd name="connsiteY38" fmla="*/ 1691973 h 1855498"/>
                <a:gd name="connsiteX39" fmla="*/ 240281 w 4011346"/>
                <a:gd name="connsiteY39" fmla="*/ 1732020 h 1855498"/>
                <a:gd name="connsiteX40" fmla="*/ 307025 w 4011346"/>
                <a:gd name="connsiteY40" fmla="*/ 1768730 h 1855498"/>
                <a:gd name="connsiteX41" fmla="*/ 337060 w 4011346"/>
                <a:gd name="connsiteY41" fmla="*/ 1775404 h 1855498"/>
                <a:gd name="connsiteX42" fmla="*/ 360421 w 4011346"/>
                <a:gd name="connsiteY42" fmla="*/ 1782079 h 1855498"/>
                <a:gd name="connsiteX43" fmla="*/ 380444 w 4011346"/>
                <a:gd name="connsiteY43" fmla="*/ 1788753 h 1855498"/>
                <a:gd name="connsiteX44" fmla="*/ 407142 w 4011346"/>
                <a:gd name="connsiteY44" fmla="*/ 1808776 h 1855498"/>
                <a:gd name="connsiteX45" fmla="*/ 437177 w 4011346"/>
                <a:gd name="connsiteY45" fmla="*/ 1805439 h 1855498"/>
                <a:gd name="connsiteX46" fmla="*/ 507259 w 4011346"/>
                <a:gd name="connsiteY46" fmla="*/ 1855498 h 1855498"/>
                <a:gd name="connsiteX47" fmla="*/ 517271 w 4011346"/>
                <a:gd name="connsiteY47" fmla="*/ 1842149 h 1855498"/>
                <a:gd name="connsiteX48" fmla="*/ 507259 w 4011346"/>
                <a:gd name="connsiteY48" fmla="*/ 1802102 h 1855498"/>
                <a:gd name="connsiteX49" fmla="*/ 500584 w 4011346"/>
                <a:gd name="connsiteY49" fmla="*/ 1768730 h 1855498"/>
                <a:gd name="connsiteX50" fmla="*/ 483898 w 4011346"/>
                <a:gd name="connsiteY50" fmla="*/ 1725346 h 1855498"/>
                <a:gd name="connsiteX51" fmla="*/ 513933 w 4011346"/>
                <a:gd name="connsiteY51" fmla="*/ 1705322 h 1855498"/>
                <a:gd name="connsiteX52" fmla="*/ 547306 w 4011346"/>
                <a:gd name="connsiteY52" fmla="*/ 1681962 h 1855498"/>
                <a:gd name="connsiteX53" fmla="*/ 527282 w 4011346"/>
                <a:gd name="connsiteY53" fmla="*/ 1665276 h 1855498"/>
                <a:gd name="connsiteX54" fmla="*/ 517271 w 4011346"/>
                <a:gd name="connsiteY54" fmla="*/ 1631903 h 1855498"/>
                <a:gd name="connsiteX55" fmla="*/ 480561 w 4011346"/>
                <a:gd name="connsiteY55" fmla="*/ 1615217 h 1855498"/>
                <a:gd name="connsiteX56" fmla="*/ 470549 w 4011346"/>
                <a:gd name="connsiteY56" fmla="*/ 1595194 h 1855498"/>
                <a:gd name="connsiteX57" fmla="*/ 480561 w 4011346"/>
                <a:gd name="connsiteY57" fmla="*/ 1565159 h 1855498"/>
                <a:gd name="connsiteX58" fmla="*/ 490573 w 4011346"/>
                <a:gd name="connsiteY58" fmla="*/ 1525112 h 1855498"/>
                <a:gd name="connsiteX59" fmla="*/ 513933 w 4011346"/>
                <a:gd name="connsiteY59" fmla="*/ 1545136 h 1855498"/>
                <a:gd name="connsiteX60" fmla="*/ 520608 w 4011346"/>
                <a:gd name="connsiteY60" fmla="*/ 1528449 h 1855498"/>
                <a:gd name="connsiteX61" fmla="*/ 543968 w 4011346"/>
                <a:gd name="connsiteY61" fmla="*/ 1491740 h 1855498"/>
                <a:gd name="connsiteX62" fmla="*/ 574003 w 4011346"/>
                <a:gd name="connsiteY62" fmla="*/ 1475054 h 1855498"/>
                <a:gd name="connsiteX63" fmla="*/ 590690 w 4011346"/>
                <a:gd name="connsiteY63" fmla="*/ 1488403 h 1855498"/>
                <a:gd name="connsiteX64" fmla="*/ 610713 w 4011346"/>
                <a:gd name="connsiteY64" fmla="*/ 1461705 h 1855498"/>
                <a:gd name="connsiteX65" fmla="*/ 630736 w 4011346"/>
                <a:gd name="connsiteY65" fmla="*/ 1488403 h 1855498"/>
                <a:gd name="connsiteX66" fmla="*/ 657434 w 4011346"/>
                <a:gd name="connsiteY66" fmla="*/ 1511763 h 1855498"/>
                <a:gd name="connsiteX67" fmla="*/ 674120 w 4011346"/>
                <a:gd name="connsiteY67" fmla="*/ 1518438 h 1855498"/>
                <a:gd name="connsiteX68" fmla="*/ 697481 w 4011346"/>
                <a:gd name="connsiteY68" fmla="*/ 1518438 h 1855498"/>
                <a:gd name="connsiteX69" fmla="*/ 717504 w 4011346"/>
                <a:gd name="connsiteY69" fmla="*/ 1505089 h 1855498"/>
                <a:gd name="connsiteX70" fmla="*/ 744202 w 4011346"/>
                <a:gd name="connsiteY70" fmla="*/ 1505089 h 1855498"/>
                <a:gd name="connsiteX71" fmla="*/ 760888 w 4011346"/>
                <a:gd name="connsiteY71" fmla="*/ 1501752 h 1855498"/>
                <a:gd name="connsiteX72" fmla="*/ 790923 w 4011346"/>
                <a:gd name="connsiteY72" fmla="*/ 1535124 h 1855498"/>
                <a:gd name="connsiteX73" fmla="*/ 797598 w 4011346"/>
                <a:gd name="connsiteY73" fmla="*/ 1508426 h 1855498"/>
                <a:gd name="connsiteX74" fmla="*/ 817621 w 4011346"/>
                <a:gd name="connsiteY74" fmla="*/ 1525112 h 1855498"/>
                <a:gd name="connsiteX75" fmla="*/ 837644 w 4011346"/>
                <a:gd name="connsiteY75" fmla="*/ 1501752 h 1855498"/>
                <a:gd name="connsiteX76" fmla="*/ 827633 w 4011346"/>
                <a:gd name="connsiteY76" fmla="*/ 1481728 h 1855498"/>
                <a:gd name="connsiteX77" fmla="*/ 810946 w 4011346"/>
                <a:gd name="connsiteY77" fmla="*/ 1468379 h 1855498"/>
                <a:gd name="connsiteX78" fmla="*/ 810946 w 4011346"/>
                <a:gd name="connsiteY78" fmla="*/ 1441682 h 1855498"/>
                <a:gd name="connsiteX79" fmla="*/ 810946 w 4011346"/>
                <a:gd name="connsiteY79" fmla="*/ 1428333 h 1855498"/>
                <a:gd name="connsiteX80" fmla="*/ 830970 w 4011346"/>
                <a:gd name="connsiteY80" fmla="*/ 1424995 h 1855498"/>
                <a:gd name="connsiteX81" fmla="*/ 840981 w 4011346"/>
                <a:gd name="connsiteY81" fmla="*/ 1421658 h 1855498"/>
                <a:gd name="connsiteX82" fmla="*/ 820958 w 4011346"/>
                <a:gd name="connsiteY82" fmla="*/ 1384949 h 1855498"/>
                <a:gd name="connsiteX83" fmla="*/ 854330 w 4011346"/>
                <a:gd name="connsiteY83" fmla="*/ 1378274 h 1855498"/>
                <a:gd name="connsiteX84" fmla="*/ 891040 w 4011346"/>
                <a:gd name="connsiteY84" fmla="*/ 1384949 h 1855498"/>
                <a:gd name="connsiteX85" fmla="*/ 964459 w 4011346"/>
                <a:gd name="connsiteY85" fmla="*/ 1341565 h 1855498"/>
                <a:gd name="connsiteX86" fmla="*/ 1001168 w 4011346"/>
                <a:gd name="connsiteY86" fmla="*/ 1341565 h 1855498"/>
                <a:gd name="connsiteX87" fmla="*/ 1027866 w 4011346"/>
                <a:gd name="connsiteY87" fmla="*/ 1318204 h 1855498"/>
                <a:gd name="connsiteX88" fmla="*/ 1047890 w 4011346"/>
                <a:gd name="connsiteY88" fmla="*/ 1328216 h 1855498"/>
                <a:gd name="connsiteX89" fmla="*/ 1067913 w 4011346"/>
                <a:gd name="connsiteY89" fmla="*/ 1338227 h 1855498"/>
                <a:gd name="connsiteX90" fmla="*/ 1087936 w 4011346"/>
                <a:gd name="connsiteY90" fmla="*/ 1364925 h 1855498"/>
                <a:gd name="connsiteX91" fmla="*/ 1074587 w 4011346"/>
                <a:gd name="connsiteY91" fmla="*/ 1378274 h 1855498"/>
                <a:gd name="connsiteX92" fmla="*/ 1104622 w 4011346"/>
                <a:gd name="connsiteY92" fmla="*/ 1378274 h 1855498"/>
                <a:gd name="connsiteX93" fmla="*/ 1107960 w 4011346"/>
                <a:gd name="connsiteY93" fmla="*/ 1394960 h 1855498"/>
                <a:gd name="connsiteX94" fmla="*/ 1121309 w 4011346"/>
                <a:gd name="connsiteY94" fmla="*/ 1378274 h 1855498"/>
                <a:gd name="connsiteX95" fmla="*/ 1134657 w 4011346"/>
                <a:gd name="connsiteY95" fmla="*/ 1391623 h 1855498"/>
                <a:gd name="connsiteX96" fmla="*/ 1134657 w 4011346"/>
                <a:gd name="connsiteY96" fmla="*/ 1411646 h 1855498"/>
                <a:gd name="connsiteX97" fmla="*/ 1148006 w 4011346"/>
                <a:gd name="connsiteY97" fmla="*/ 1408309 h 1855498"/>
                <a:gd name="connsiteX98" fmla="*/ 1208076 w 4011346"/>
                <a:gd name="connsiteY98" fmla="*/ 1361588 h 1855498"/>
                <a:gd name="connsiteX99" fmla="*/ 1211414 w 4011346"/>
                <a:gd name="connsiteY99" fmla="*/ 1381611 h 1855498"/>
                <a:gd name="connsiteX100" fmla="*/ 1244786 w 4011346"/>
                <a:gd name="connsiteY100" fmla="*/ 1401635 h 1855498"/>
                <a:gd name="connsiteX101" fmla="*/ 1264809 w 4011346"/>
                <a:gd name="connsiteY101" fmla="*/ 1431670 h 1855498"/>
                <a:gd name="connsiteX102" fmla="*/ 1298181 w 4011346"/>
                <a:gd name="connsiteY102" fmla="*/ 1538461 h 1855498"/>
                <a:gd name="connsiteX103" fmla="*/ 1308193 w 4011346"/>
                <a:gd name="connsiteY103" fmla="*/ 1495077 h 1855498"/>
                <a:gd name="connsiteX104" fmla="*/ 1344903 w 4011346"/>
                <a:gd name="connsiteY104" fmla="*/ 1515100 h 1855498"/>
                <a:gd name="connsiteX105" fmla="*/ 1388287 w 4011346"/>
                <a:gd name="connsiteY105" fmla="*/ 1515100 h 1855498"/>
                <a:gd name="connsiteX106" fmla="*/ 1394961 w 4011346"/>
                <a:gd name="connsiteY106" fmla="*/ 1538461 h 1855498"/>
                <a:gd name="connsiteX107" fmla="*/ 1435008 w 4011346"/>
                <a:gd name="connsiteY107" fmla="*/ 1561822 h 1855498"/>
                <a:gd name="connsiteX108" fmla="*/ 1465043 w 4011346"/>
                <a:gd name="connsiteY108" fmla="*/ 1561822 h 1855498"/>
                <a:gd name="connsiteX109" fmla="*/ 1491741 w 4011346"/>
                <a:gd name="connsiteY109" fmla="*/ 1575171 h 1855498"/>
                <a:gd name="connsiteX110" fmla="*/ 1535125 w 4011346"/>
                <a:gd name="connsiteY110" fmla="*/ 1531787 h 1855498"/>
                <a:gd name="connsiteX111" fmla="*/ 1571834 w 4011346"/>
                <a:gd name="connsiteY111" fmla="*/ 1511763 h 1855498"/>
                <a:gd name="connsiteX112" fmla="*/ 1608544 w 4011346"/>
                <a:gd name="connsiteY112" fmla="*/ 1515100 h 1855498"/>
                <a:gd name="connsiteX113" fmla="*/ 1655265 w 4011346"/>
                <a:gd name="connsiteY113" fmla="*/ 1528449 h 1855498"/>
                <a:gd name="connsiteX114" fmla="*/ 1681963 w 4011346"/>
                <a:gd name="connsiteY114" fmla="*/ 1545136 h 1855498"/>
                <a:gd name="connsiteX115" fmla="*/ 1735358 w 4011346"/>
                <a:gd name="connsiteY115" fmla="*/ 1538461 h 1855498"/>
                <a:gd name="connsiteX116" fmla="*/ 1745370 w 4011346"/>
                <a:gd name="connsiteY116" fmla="*/ 1518438 h 1855498"/>
                <a:gd name="connsiteX117" fmla="*/ 1738695 w 4011346"/>
                <a:gd name="connsiteY117" fmla="*/ 1498414 h 1855498"/>
                <a:gd name="connsiteX118" fmla="*/ 1765393 w 4011346"/>
                <a:gd name="connsiteY118" fmla="*/ 1471717 h 1855498"/>
                <a:gd name="connsiteX119" fmla="*/ 1778742 w 4011346"/>
                <a:gd name="connsiteY119" fmla="*/ 1468379 h 1855498"/>
                <a:gd name="connsiteX120" fmla="*/ 1812114 w 4011346"/>
                <a:gd name="connsiteY120" fmla="*/ 1485065 h 1855498"/>
                <a:gd name="connsiteX121" fmla="*/ 1852161 w 4011346"/>
                <a:gd name="connsiteY121" fmla="*/ 1498414 h 1855498"/>
                <a:gd name="connsiteX122" fmla="*/ 1858836 w 4011346"/>
                <a:gd name="connsiteY122" fmla="*/ 1525112 h 1855498"/>
                <a:gd name="connsiteX123" fmla="*/ 1872184 w 4011346"/>
                <a:gd name="connsiteY123" fmla="*/ 1531787 h 1855498"/>
                <a:gd name="connsiteX124" fmla="*/ 1902219 w 4011346"/>
                <a:gd name="connsiteY124" fmla="*/ 1535124 h 1855498"/>
                <a:gd name="connsiteX125" fmla="*/ 1932254 w 4011346"/>
                <a:gd name="connsiteY125" fmla="*/ 1518438 h 1855498"/>
                <a:gd name="connsiteX126" fmla="*/ 1962290 w 4011346"/>
                <a:gd name="connsiteY126" fmla="*/ 1531787 h 1855498"/>
                <a:gd name="connsiteX127" fmla="*/ 1985650 w 4011346"/>
                <a:gd name="connsiteY127" fmla="*/ 1545136 h 1855498"/>
                <a:gd name="connsiteX128" fmla="*/ 1995662 w 4011346"/>
                <a:gd name="connsiteY128" fmla="*/ 1555147 h 1855498"/>
                <a:gd name="connsiteX129" fmla="*/ 2032371 w 4011346"/>
                <a:gd name="connsiteY129" fmla="*/ 1575171 h 1855498"/>
                <a:gd name="connsiteX130" fmla="*/ 2069081 w 4011346"/>
                <a:gd name="connsiteY130" fmla="*/ 1571833 h 1855498"/>
                <a:gd name="connsiteX131" fmla="*/ 2142500 w 4011346"/>
                <a:gd name="connsiteY131" fmla="*/ 1528449 h 1855498"/>
                <a:gd name="connsiteX132" fmla="*/ 2195895 w 4011346"/>
                <a:gd name="connsiteY132" fmla="*/ 1541798 h 1855498"/>
                <a:gd name="connsiteX133" fmla="*/ 2225930 w 4011346"/>
                <a:gd name="connsiteY133" fmla="*/ 1551810 h 1855498"/>
                <a:gd name="connsiteX134" fmla="*/ 2259303 w 4011346"/>
                <a:gd name="connsiteY134" fmla="*/ 1538461 h 1855498"/>
                <a:gd name="connsiteX135" fmla="*/ 2262640 w 4011346"/>
                <a:gd name="connsiteY135" fmla="*/ 1511763 h 1855498"/>
                <a:gd name="connsiteX136" fmla="*/ 2282663 w 4011346"/>
                <a:gd name="connsiteY136" fmla="*/ 1481728 h 1855498"/>
                <a:gd name="connsiteX137" fmla="*/ 2299349 w 4011346"/>
                <a:gd name="connsiteY137" fmla="*/ 1428333 h 1855498"/>
                <a:gd name="connsiteX138" fmla="*/ 2282663 w 4011346"/>
                <a:gd name="connsiteY138" fmla="*/ 1431670 h 1855498"/>
                <a:gd name="connsiteX139" fmla="*/ 2312698 w 4011346"/>
                <a:gd name="connsiteY139" fmla="*/ 1404972 h 1855498"/>
                <a:gd name="connsiteX140" fmla="*/ 2339396 w 4011346"/>
                <a:gd name="connsiteY140" fmla="*/ 1401635 h 1855498"/>
                <a:gd name="connsiteX141" fmla="*/ 2396129 w 4011346"/>
                <a:gd name="connsiteY141" fmla="*/ 1411646 h 1855498"/>
                <a:gd name="connsiteX142" fmla="*/ 2436176 w 4011346"/>
                <a:gd name="connsiteY142" fmla="*/ 1438344 h 1855498"/>
                <a:gd name="connsiteX143" fmla="*/ 2462873 w 4011346"/>
                <a:gd name="connsiteY143" fmla="*/ 1468379 h 1855498"/>
                <a:gd name="connsiteX144" fmla="*/ 2469548 w 4011346"/>
                <a:gd name="connsiteY144" fmla="*/ 1505089 h 1855498"/>
                <a:gd name="connsiteX145" fmla="*/ 2476222 w 4011346"/>
                <a:gd name="connsiteY145" fmla="*/ 1545136 h 1855498"/>
                <a:gd name="connsiteX146" fmla="*/ 2486234 w 4011346"/>
                <a:gd name="connsiteY146" fmla="*/ 1565159 h 1855498"/>
                <a:gd name="connsiteX147" fmla="*/ 2529618 w 4011346"/>
                <a:gd name="connsiteY147" fmla="*/ 1578508 h 1855498"/>
                <a:gd name="connsiteX148" fmla="*/ 2549641 w 4011346"/>
                <a:gd name="connsiteY148" fmla="*/ 1598531 h 1855498"/>
                <a:gd name="connsiteX149" fmla="*/ 2562990 w 4011346"/>
                <a:gd name="connsiteY149" fmla="*/ 1631903 h 1855498"/>
                <a:gd name="connsiteX150" fmla="*/ 2586351 w 4011346"/>
                <a:gd name="connsiteY150" fmla="*/ 1625229 h 1855498"/>
                <a:gd name="connsiteX151" fmla="*/ 2606374 w 4011346"/>
                <a:gd name="connsiteY151" fmla="*/ 1615217 h 1855498"/>
                <a:gd name="connsiteX152" fmla="*/ 2639746 w 4011346"/>
                <a:gd name="connsiteY152" fmla="*/ 1598531 h 1855498"/>
                <a:gd name="connsiteX153" fmla="*/ 2643084 w 4011346"/>
                <a:gd name="connsiteY153" fmla="*/ 1615217 h 1855498"/>
                <a:gd name="connsiteX154" fmla="*/ 2626398 w 4011346"/>
                <a:gd name="connsiteY154" fmla="*/ 1645252 h 1855498"/>
                <a:gd name="connsiteX155" fmla="*/ 2616386 w 4011346"/>
                <a:gd name="connsiteY155" fmla="*/ 1681962 h 1855498"/>
                <a:gd name="connsiteX156" fmla="*/ 2603037 w 4011346"/>
                <a:gd name="connsiteY156" fmla="*/ 1735357 h 1855498"/>
                <a:gd name="connsiteX157" fmla="*/ 2579676 w 4011346"/>
                <a:gd name="connsiteY157" fmla="*/ 1708660 h 1855498"/>
                <a:gd name="connsiteX158" fmla="*/ 2552979 w 4011346"/>
                <a:gd name="connsiteY158" fmla="*/ 1732020 h 1855498"/>
                <a:gd name="connsiteX159" fmla="*/ 2559653 w 4011346"/>
                <a:gd name="connsiteY159" fmla="*/ 1758718 h 1855498"/>
                <a:gd name="connsiteX160" fmla="*/ 2559653 w 4011346"/>
                <a:gd name="connsiteY160" fmla="*/ 1795427 h 1855498"/>
                <a:gd name="connsiteX161" fmla="*/ 2549641 w 4011346"/>
                <a:gd name="connsiteY161" fmla="*/ 1815451 h 1855498"/>
                <a:gd name="connsiteX162" fmla="*/ 2589688 w 4011346"/>
                <a:gd name="connsiteY162" fmla="*/ 1795427 h 1855498"/>
                <a:gd name="connsiteX163" fmla="*/ 2626398 w 4011346"/>
                <a:gd name="connsiteY163" fmla="*/ 1805439 h 1855498"/>
                <a:gd name="connsiteX164" fmla="*/ 2653095 w 4011346"/>
                <a:gd name="connsiteY164" fmla="*/ 1782079 h 1855498"/>
                <a:gd name="connsiteX165" fmla="*/ 2683130 w 4011346"/>
                <a:gd name="connsiteY165" fmla="*/ 1728683 h 1855498"/>
                <a:gd name="connsiteX166" fmla="*/ 2753212 w 4011346"/>
                <a:gd name="connsiteY166" fmla="*/ 1641915 h 1855498"/>
                <a:gd name="connsiteX167" fmla="*/ 2783247 w 4011346"/>
                <a:gd name="connsiteY167" fmla="*/ 1571833 h 1855498"/>
                <a:gd name="connsiteX168" fmla="*/ 2803271 w 4011346"/>
                <a:gd name="connsiteY168" fmla="*/ 1468379 h 1855498"/>
                <a:gd name="connsiteX169" fmla="*/ 2793259 w 4011346"/>
                <a:gd name="connsiteY169" fmla="*/ 1418321 h 1855498"/>
                <a:gd name="connsiteX170" fmla="*/ 2769898 w 4011346"/>
                <a:gd name="connsiteY170" fmla="*/ 1384949 h 1855498"/>
                <a:gd name="connsiteX171" fmla="*/ 2726514 w 4011346"/>
                <a:gd name="connsiteY171" fmla="*/ 1384949 h 1855498"/>
                <a:gd name="connsiteX172" fmla="*/ 2699817 w 4011346"/>
                <a:gd name="connsiteY172" fmla="*/ 1384949 h 1855498"/>
                <a:gd name="connsiteX173" fmla="*/ 2683130 w 4011346"/>
                <a:gd name="connsiteY173" fmla="*/ 1364925 h 1855498"/>
                <a:gd name="connsiteX174" fmla="*/ 2669781 w 4011346"/>
                <a:gd name="connsiteY174" fmla="*/ 1344902 h 1855498"/>
                <a:gd name="connsiteX175" fmla="*/ 2763224 w 4011346"/>
                <a:gd name="connsiteY175" fmla="*/ 1228099 h 1855498"/>
                <a:gd name="connsiteX176" fmla="*/ 2846654 w 4011346"/>
                <a:gd name="connsiteY176" fmla="*/ 1161355 h 1855498"/>
                <a:gd name="connsiteX177" fmla="*/ 2890038 w 4011346"/>
                <a:gd name="connsiteY177" fmla="*/ 1137994 h 1855498"/>
                <a:gd name="connsiteX178" fmla="*/ 2933422 w 4011346"/>
                <a:gd name="connsiteY178" fmla="*/ 1158017 h 1855498"/>
                <a:gd name="connsiteX179" fmla="*/ 2950109 w 4011346"/>
                <a:gd name="connsiteY179" fmla="*/ 1141331 h 1855498"/>
                <a:gd name="connsiteX180" fmla="*/ 2993492 w 4011346"/>
                <a:gd name="connsiteY180" fmla="*/ 1158017 h 1855498"/>
                <a:gd name="connsiteX181" fmla="*/ 3006841 w 4011346"/>
                <a:gd name="connsiteY181" fmla="*/ 1124645 h 1855498"/>
                <a:gd name="connsiteX182" fmla="*/ 3053563 w 4011346"/>
                <a:gd name="connsiteY182" fmla="*/ 1134657 h 1855498"/>
                <a:gd name="connsiteX183" fmla="*/ 3070249 w 4011346"/>
                <a:gd name="connsiteY183" fmla="*/ 1151343 h 1855498"/>
                <a:gd name="connsiteX184" fmla="*/ 3060237 w 4011346"/>
                <a:gd name="connsiteY184" fmla="*/ 1171366 h 1855498"/>
                <a:gd name="connsiteX185" fmla="*/ 3123644 w 4011346"/>
                <a:gd name="connsiteY185" fmla="*/ 1154680 h 1855498"/>
                <a:gd name="connsiteX186" fmla="*/ 3140330 w 4011346"/>
                <a:gd name="connsiteY186" fmla="*/ 1141331 h 1855498"/>
                <a:gd name="connsiteX187" fmla="*/ 3123644 w 4011346"/>
                <a:gd name="connsiteY187" fmla="*/ 1127982 h 1855498"/>
                <a:gd name="connsiteX188" fmla="*/ 3143668 w 4011346"/>
                <a:gd name="connsiteY188" fmla="*/ 1087936 h 1855498"/>
                <a:gd name="connsiteX189" fmla="*/ 3190389 w 4011346"/>
                <a:gd name="connsiteY189" fmla="*/ 1017854 h 1855498"/>
                <a:gd name="connsiteX190" fmla="*/ 3233773 w 4011346"/>
                <a:gd name="connsiteY190" fmla="*/ 1014517 h 1855498"/>
                <a:gd name="connsiteX191" fmla="*/ 3273819 w 4011346"/>
                <a:gd name="connsiteY191" fmla="*/ 1024528 h 1855498"/>
                <a:gd name="connsiteX192" fmla="*/ 3277157 w 4011346"/>
                <a:gd name="connsiteY192" fmla="*/ 1081261 h 1855498"/>
                <a:gd name="connsiteX193" fmla="*/ 3320541 w 4011346"/>
                <a:gd name="connsiteY193" fmla="*/ 1037877 h 1855498"/>
                <a:gd name="connsiteX194" fmla="*/ 3343901 w 4011346"/>
                <a:gd name="connsiteY194" fmla="*/ 1021191 h 1855498"/>
                <a:gd name="connsiteX195" fmla="*/ 3350576 w 4011346"/>
                <a:gd name="connsiteY195" fmla="*/ 987819 h 1855498"/>
                <a:gd name="connsiteX196" fmla="*/ 3377273 w 4011346"/>
                <a:gd name="connsiteY196" fmla="*/ 971133 h 1855498"/>
                <a:gd name="connsiteX197" fmla="*/ 3407309 w 4011346"/>
                <a:gd name="connsiteY197" fmla="*/ 981144 h 1855498"/>
                <a:gd name="connsiteX198" fmla="*/ 3373936 w 4011346"/>
                <a:gd name="connsiteY198" fmla="*/ 1011179 h 1855498"/>
                <a:gd name="connsiteX199" fmla="*/ 3360587 w 4011346"/>
                <a:gd name="connsiteY199" fmla="*/ 1061238 h 1855498"/>
                <a:gd name="connsiteX200" fmla="*/ 3323878 w 4011346"/>
                <a:gd name="connsiteY200" fmla="*/ 1101284 h 1855498"/>
                <a:gd name="connsiteX201" fmla="*/ 3210412 w 4011346"/>
                <a:gd name="connsiteY201" fmla="*/ 1198064 h 1855498"/>
                <a:gd name="connsiteX202" fmla="*/ 3163691 w 4011346"/>
                <a:gd name="connsiteY202" fmla="*/ 1268146 h 1855498"/>
                <a:gd name="connsiteX203" fmla="*/ 3160354 w 4011346"/>
                <a:gd name="connsiteY203" fmla="*/ 1341565 h 1855498"/>
                <a:gd name="connsiteX204" fmla="*/ 3170365 w 4011346"/>
                <a:gd name="connsiteY204" fmla="*/ 1431670 h 1855498"/>
                <a:gd name="connsiteX205" fmla="*/ 3190389 w 4011346"/>
                <a:gd name="connsiteY205" fmla="*/ 1495077 h 1855498"/>
                <a:gd name="connsiteX206" fmla="*/ 3217087 w 4011346"/>
                <a:gd name="connsiteY206" fmla="*/ 1485065 h 1855498"/>
                <a:gd name="connsiteX207" fmla="*/ 3240447 w 4011346"/>
                <a:gd name="connsiteY207" fmla="*/ 1418321 h 1855498"/>
                <a:gd name="connsiteX208" fmla="*/ 3270482 w 4011346"/>
                <a:gd name="connsiteY208" fmla="*/ 1414984 h 1855498"/>
                <a:gd name="connsiteX209" fmla="*/ 3287168 w 4011346"/>
                <a:gd name="connsiteY209" fmla="*/ 1354914 h 1855498"/>
                <a:gd name="connsiteX210" fmla="*/ 3313866 w 4011346"/>
                <a:gd name="connsiteY210" fmla="*/ 1344902 h 1855498"/>
                <a:gd name="connsiteX211" fmla="*/ 3313866 w 4011346"/>
                <a:gd name="connsiteY211" fmla="*/ 1314867 h 1855498"/>
                <a:gd name="connsiteX212" fmla="*/ 3337227 w 4011346"/>
                <a:gd name="connsiteY212" fmla="*/ 1278157 h 1855498"/>
                <a:gd name="connsiteX213" fmla="*/ 3330552 w 4011346"/>
                <a:gd name="connsiteY213" fmla="*/ 1234773 h 1855498"/>
                <a:gd name="connsiteX214" fmla="*/ 3333890 w 4011346"/>
                <a:gd name="connsiteY214" fmla="*/ 1204738 h 1855498"/>
                <a:gd name="connsiteX215" fmla="*/ 3323878 w 4011346"/>
                <a:gd name="connsiteY215" fmla="*/ 1194727 h 1855498"/>
                <a:gd name="connsiteX216" fmla="*/ 3363925 w 4011346"/>
                <a:gd name="connsiteY216" fmla="*/ 1107959 h 1855498"/>
                <a:gd name="connsiteX217" fmla="*/ 3383948 w 4011346"/>
                <a:gd name="connsiteY217" fmla="*/ 1117971 h 1855498"/>
                <a:gd name="connsiteX218" fmla="*/ 3410646 w 4011346"/>
                <a:gd name="connsiteY218" fmla="*/ 1091273 h 1855498"/>
                <a:gd name="connsiteX219" fmla="*/ 3420657 w 4011346"/>
                <a:gd name="connsiteY219" fmla="*/ 1117971 h 1855498"/>
                <a:gd name="connsiteX220" fmla="*/ 3447355 w 4011346"/>
                <a:gd name="connsiteY220" fmla="*/ 1101284 h 1855498"/>
                <a:gd name="connsiteX221" fmla="*/ 3477390 w 4011346"/>
                <a:gd name="connsiteY221" fmla="*/ 1091273 h 1855498"/>
                <a:gd name="connsiteX222" fmla="*/ 3514100 w 4011346"/>
                <a:gd name="connsiteY222" fmla="*/ 1117971 h 1855498"/>
                <a:gd name="connsiteX223" fmla="*/ 3574170 w 4011346"/>
                <a:gd name="connsiteY223" fmla="*/ 1051226 h 1855498"/>
                <a:gd name="connsiteX224" fmla="*/ 3637577 w 4011346"/>
                <a:gd name="connsiteY224" fmla="*/ 1004505 h 1855498"/>
                <a:gd name="connsiteX225" fmla="*/ 3690973 w 4011346"/>
                <a:gd name="connsiteY225" fmla="*/ 967795 h 1855498"/>
                <a:gd name="connsiteX226" fmla="*/ 3741031 w 4011346"/>
                <a:gd name="connsiteY226" fmla="*/ 994493 h 1855498"/>
                <a:gd name="connsiteX227" fmla="*/ 3751043 w 4011346"/>
                <a:gd name="connsiteY227" fmla="*/ 967795 h 1855498"/>
                <a:gd name="connsiteX228" fmla="*/ 3727682 w 4011346"/>
                <a:gd name="connsiteY228" fmla="*/ 901051 h 1855498"/>
                <a:gd name="connsiteX229" fmla="*/ 3700984 w 4011346"/>
                <a:gd name="connsiteY229" fmla="*/ 884365 h 1855498"/>
                <a:gd name="connsiteX230" fmla="*/ 3697647 w 4011346"/>
                <a:gd name="connsiteY230" fmla="*/ 854330 h 1855498"/>
                <a:gd name="connsiteX231" fmla="*/ 3751043 w 4011346"/>
                <a:gd name="connsiteY231" fmla="*/ 861004 h 1855498"/>
                <a:gd name="connsiteX232" fmla="*/ 3774403 w 4011346"/>
                <a:gd name="connsiteY232" fmla="*/ 817620 h 1855498"/>
                <a:gd name="connsiteX233" fmla="*/ 3767729 w 4011346"/>
                <a:gd name="connsiteY233" fmla="*/ 790922 h 1855498"/>
                <a:gd name="connsiteX234" fmla="*/ 3794427 w 4011346"/>
                <a:gd name="connsiteY234" fmla="*/ 757550 h 1855498"/>
                <a:gd name="connsiteX235" fmla="*/ 3804438 w 4011346"/>
                <a:gd name="connsiteY235" fmla="*/ 800934 h 1855498"/>
                <a:gd name="connsiteX236" fmla="*/ 3827799 w 4011346"/>
                <a:gd name="connsiteY236" fmla="*/ 817620 h 1855498"/>
                <a:gd name="connsiteX237" fmla="*/ 3874520 w 4011346"/>
                <a:gd name="connsiteY237" fmla="*/ 837644 h 1855498"/>
                <a:gd name="connsiteX238" fmla="*/ 3894544 w 4011346"/>
                <a:gd name="connsiteY238" fmla="*/ 864341 h 1855498"/>
                <a:gd name="connsiteX239" fmla="*/ 3941265 w 4011346"/>
                <a:gd name="connsiteY239" fmla="*/ 887702 h 1855498"/>
                <a:gd name="connsiteX240" fmla="*/ 3947939 w 4011346"/>
                <a:gd name="connsiteY240" fmla="*/ 874353 h 1855498"/>
                <a:gd name="connsiteX241" fmla="*/ 3957951 w 4011346"/>
                <a:gd name="connsiteY241" fmla="*/ 810946 h 1855498"/>
                <a:gd name="connsiteX242" fmla="*/ 4004672 w 4011346"/>
                <a:gd name="connsiteY242" fmla="*/ 804271 h 1855498"/>
                <a:gd name="connsiteX243" fmla="*/ 4011346 w 4011346"/>
                <a:gd name="connsiteY243" fmla="*/ 770899 h 1855498"/>
                <a:gd name="connsiteX244" fmla="*/ 3967963 w 4011346"/>
                <a:gd name="connsiteY244" fmla="*/ 734190 h 1855498"/>
                <a:gd name="connsiteX245" fmla="*/ 3921241 w 4011346"/>
                <a:gd name="connsiteY245" fmla="*/ 717503 h 1855498"/>
                <a:gd name="connsiteX246" fmla="*/ 3907892 w 4011346"/>
                <a:gd name="connsiteY246" fmla="*/ 720841 h 1855498"/>
                <a:gd name="connsiteX247" fmla="*/ 3907892 w 4011346"/>
                <a:gd name="connsiteY247" fmla="*/ 754213 h 1855498"/>
                <a:gd name="connsiteX248" fmla="*/ 3887869 w 4011346"/>
                <a:gd name="connsiteY248" fmla="*/ 747538 h 1855498"/>
                <a:gd name="connsiteX249" fmla="*/ 3874520 w 4011346"/>
                <a:gd name="connsiteY249" fmla="*/ 694143 h 1855498"/>
                <a:gd name="connsiteX250" fmla="*/ 3817787 w 4011346"/>
                <a:gd name="connsiteY250" fmla="*/ 630736 h 1855498"/>
                <a:gd name="connsiteX251" fmla="*/ 3717671 w 4011346"/>
                <a:gd name="connsiteY251" fmla="*/ 553979 h 1855498"/>
                <a:gd name="connsiteX252" fmla="*/ 3664275 w 4011346"/>
                <a:gd name="connsiteY252" fmla="*/ 533956 h 1855498"/>
                <a:gd name="connsiteX253" fmla="*/ 3584181 w 4011346"/>
                <a:gd name="connsiteY253" fmla="*/ 527282 h 1855498"/>
                <a:gd name="connsiteX254" fmla="*/ 3520774 w 4011346"/>
                <a:gd name="connsiteY254" fmla="*/ 510595 h 1855498"/>
                <a:gd name="connsiteX255" fmla="*/ 3530786 w 4011346"/>
                <a:gd name="connsiteY255" fmla="*/ 550642 h 1855498"/>
                <a:gd name="connsiteX256" fmla="*/ 3537460 w 4011346"/>
                <a:gd name="connsiteY256" fmla="*/ 577340 h 1855498"/>
                <a:gd name="connsiteX257" fmla="*/ 3507425 w 4011346"/>
                <a:gd name="connsiteY257" fmla="*/ 600700 h 1855498"/>
                <a:gd name="connsiteX258" fmla="*/ 3477390 w 4011346"/>
                <a:gd name="connsiteY258" fmla="*/ 574003 h 1855498"/>
                <a:gd name="connsiteX259" fmla="*/ 3477390 w 4011346"/>
                <a:gd name="connsiteY259" fmla="*/ 553979 h 1855498"/>
                <a:gd name="connsiteX260" fmla="*/ 3504088 w 4011346"/>
                <a:gd name="connsiteY260" fmla="*/ 533956 h 1855498"/>
                <a:gd name="connsiteX261" fmla="*/ 3467379 w 4011346"/>
                <a:gd name="connsiteY261" fmla="*/ 520607 h 1855498"/>
                <a:gd name="connsiteX262" fmla="*/ 3450692 w 4011346"/>
                <a:gd name="connsiteY262" fmla="*/ 547305 h 1855498"/>
                <a:gd name="connsiteX263" fmla="*/ 3440681 w 4011346"/>
                <a:gd name="connsiteY263" fmla="*/ 560654 h 1855498"/>
                <a:gd name="connsiteX264" fmla="*/ 3357250 w 4011346"/>
                <a:gd name="connsiteY264" fmla="*/ 547305 h 1855498"/>
                <a:gd name="connsiteX265" fmla="*/ 3297180 w 4011346"/>
                <a:gd name="connsiteY265" fmla="*/ 553979 h 1855498"/>
                <a:gd name="connsiteX266" fmla="*/ 3267145 w 4011346"/>
                <a:gd name="connsiteY266" fmla="*/ 530619 h 1855498"/>
                <a:gd name="connsiteX267" fmla="*/ 3267145 w 4011346"/>
                <a:gd name="connsiteY267" fmla="*/ 493909 h 1855498"/>
                <a:gd name="connsiteX268" fmla="*/ 3203738 w 4011346"/>
                <a:gd name="connsiteY268" fmla="*/ 437176 h 1855498"/>
                <a:gd name="connsiteX269" fmla="*/ 3076923 w 4011346"/>
                <a:gd name="connsiteY269" fmla="*/ 443851 h 1855498"/>
                <a:gd name="connsiteX270" fmla="*/ 3043551 w 4011346"/>
                <a:gd name="connsiteY270" fmla="*/ 420490 h 1855498"/>
                <a:gd name="connsiteX271" fmla="*/ 3000167 w 4011346"/>
                <a:gd name="connsiteY271" fmla="*/ 373769 h 1855498"/>
                <a:gd name="connsiteX272" fmla="*/ 3013516 w 4011346"/>
                <a:gd name="connsiteY272" fmla="*/ 367095 h 1855498"/>
                <a:gd name="connsiteX273" fmla="*/ 3000167 w 4011346"/>
                <a:gd name="connsiteY273" fmla="*/ 347071 h 1855498"/>
                <a:gd name="connsiteX274" fmla="*/ 2970132 w 4011346"/>
                <a:gd name="connsiteY274" fmla="*/ 343734 h 1855498"/>
                <a:gd name="connsiteX275" fmla="*/ 2920073 w 4011346"/>
                <a:gd name="connsiteY275" fmla="*/ 390455 h 1855498"/>
                <a:gd name="connsiteX276" fmla="*/ 2920073 w 4011346"/>
                <a:gd name="connsiteY276" fmla="*/ 390455 h 1855498"/>
                <a:gd name="connsiteX277" fmla="*/ 2916736 w 4011346"/>
                <a:gd name="connsiteY277" fmla="*/ 340397 h 1855498"/>
                <a:gd name="connsiteX278" fmla="*/ 2936760 w 4011346"/>
                <a:gd name="connsiteY278" fmla="*/ 337060 h 1855498"/>
                <a:gd name="connsiteX279" fmla="*/ 2866678 w 4011346"/>
                <a:gd name="connsiteY279" fmla="*/ 307025 h 1855498"/>
                <a:gd name="connsiteX280" fmla="*/ 2813282 w 4011346"/>
                <a:gd name="connsiteY280" fmla="*/ 303687 h 1855498"/>
                <a:gd name="connsiteX281" fmla="*/ 2793259 w 4011346"/>
                <a:gd name="connsiteY281" fmla="*/ 327048 h 1855498"/>
                <a:gd name="connsiteX282" fmla="*/ 2743200 w 4011346"/>
                <a:gd name="connsiteY282" fmla="*/ 337060 h 1855498"/>
                <a:gd name="connsiteX283" fmla="*/ 2786584 w 4011346"/>
                <a:gd name="connsiteY283" fmla="*/ 347071 h 1855498"/>
                <a:gd name="connsiteX284" fmla="*/ 2763224 w 4011346"/>
                <a:gd name="connsiteY284" fmla="*/ 367095 h 1855498"/>
                <a:gd name="connsiteX285" fmla="*/ 2769898 w 4011346"/>
                <a:gd name="connsiteY285" fmla="*/ 417153 h 1855498"/>
                <a:gd name="connsiteX286" fmla="*/ 2749875 w 4011346"/>
                <a:gd name="connsiteY286" fmla="*/ 400467 h 1855498"/>
                <a:gd name="connsiteX287" fmla="*/ 2733189 w 4011346"/>
                <a:gd name="connsiteY287" fmla="*/ 413816 h 1855498"/>
                <a:gd name="connsiteX288" fmla="*/ 2666444 w 4011346"/>
                <a:gd name="connsiteY288" fmla="*/ 403804 h 1855498"/>
                <a:gd name="connsiteX289" fmla="*/ 2636409 w 4011346"/>
                <a:gd name="connsiteY289" fmla="*/ 413816 h 1855498"/>
                <a:gd name="connsiteX290" fmla="*/ 2603037 w 4011346"/>
                <a:gd name="connsiteY290" fmla="*/ 373769 h 1855498"/>
                <a:gd name="connsiteX291" fmla="*/ 2569665 w 4011346"/>
                <a:gd name="connsiteY291" fmla="*/ 457200 h 1855498"/>
                <a:gd name="connsiteX292" fmla="*/ 2552979 w 4011346"/>
                <a:gd name="connsiteY292" fmla="*/ 477223 h 1855498"/>
                <a:gd name="connsiteX293" fmla="*/ 2469548 w 4011346"/>
                <a:gd name="connsiteY293" fmla="*/ 340397 h 1855498"/>
                <a:gd name="connsiteX294" fmla="*/ 2446187 w 4011346"/>
                <a:gd name="connsiteY294" fmla="*/ 357083 h 1855498"/>
                <a:gd name="connsiteX295" fmla="*/ 2442850 w 4011346"/>
                <a:gd name="connsiteY295" fmla="*/ 323711 h 1855498"/>
                <a:gd name="connsiteX296" fmla="*/ 2449525 w 4011346"/>
                <a:gd name="connsiteY296" fmla="*/ 253629 h 1855498"/>
                <a:gd name="connsiteX297" fmla="*/ 2386117 w 4011346"/>
                <a:gd name="connsiteY297" fmla="*/ 226931 h 1855498"/>
                <a:gd name="connsiteX298" fmla="*/ 2369431 w 4011346"/>
                <a:gd name="connsiteY298" fmla="*/ 266978 h 1855498"/>
                <a:gd name="connsiteX299" fmla="*/ 2379443 w 4011346"/>
                <a:gd name="connsiteY299" fmla="*/ 290338 h 1855498"/>
                <a:gd name="connsiteX300" fmla="*/ 2376106 w 4011346"/>
                <a:gd name="connsiteY300" fmla="*/ 310362 h 1855498"/>
                <a:gd name="connsiteX301" fmla="*/ 2352745 w 4011346"/>
                <a:gd name="connsiteY301" fmla="*/ 287001 h 1855498"/>
                <a:gd name="connsiteX302" fmla="*/ 2316036 w 4011346"/>
                <a:gd name="connsiteY302" fmla="*/ 293676 h 1855498"/>
                <a:gd name="connsiteX303" fmla="*/ 2272652 w 4011346"/>
                <a:gd name="connsiteY303" fmla="*/ 280327 h 1855498"/>
                <a:gd name="connsiteX304" fmla="*/ 2245954 w 4011346"/>
                <a:gd name="connsiteY304" fmla="*/ 240280 h 1855498"/>
                <a:gd name="connsiteX305" fmla="*/ 2209244 w 4011346"/>
                <a:gd name="connsiteY305" fmla="*/ 236943 h 1855498"/>
                <a:gd name="connsiteX306" fmla="*/ 2159186 w 4011346"/>
                <a:gd name="connsiteY306" fmla="*/ 226931 h 1855498"/>
                <a:gd name="connsiteX307" fmla="*/ 2132488 w 4011346"/>
                <a:gd name="connsiteY307" fmla="*/ 243617 h 1855498"/>
                <a:gd name="connsiteX308" fmla="*/ 2115802 w 4011346"/>
                <a:gd name="connsiteY308" fmla="*/ 256966 h 1855498"/>
                <a:gd name="connsiteX309" fmla="*/ 2115802 w 4011346"/>
                <a:gd name="connsiteY309" fmla="*/ 226931 h 1855498"/>
                <a:gd name="connsiteX310" fmla="*/ 2082430 w 4011346"/>
                <a:gd name="connsiteY310" fmla="*/ 223594 h 1855498"/>
                <a:gd name="connsiteX311" fmla="*/ 2045720 w 4011346"/>
                <a:gd name="connsiteY311" fmla="*/ 196896 h 1855498"/>
                <a:gd name="connsiteX312" fmla="*/ 2025697 w 4011346"/>
                <a:gd name="connsiteY312" fmla="*/ 226931 h 1855498"/>
                <a:gd name="connsiteX313" fmla="*/ 2055732 w 4011346"/>
                <a:gd name="connsiteY313" fmla="*/ 223594 h 1855498"/>
                <a:gd name="connsiteX314" fmla="*/ 2045720 w 4011346"/>
                <a:gd name="connsiteY314" fmla="*/ 250292 h 1855498"/>
                <a:gd name="connsiteX315" fmla="*/ 1988987 w 4011346"/>
                <a:gd name="connsiteY315" fmla="*/ 270315 h 1855498"/>
                <a:gd name="connsiteX316" fmla="*/ 1935592 w 4011346"/>
                <a:gd name="connsiteY316" fmla="*/ 280327 h 1855498"/>
                <a:gd name="connsiteX317" fmla="*/ 1995662 w 4011346"/>
                <a:gd name="connsiteY317" fmla="*/ 223594 h 1855498"/>
                <a:gd name="connsiteX318" fmla="*/ 2055732 w 4011346"/>
                <a:gd name="connsiteY318" fmla="*/ 153512 h 1855498"/>
                <a:gd name="connsiteX319" fmla="*/ 2055732 w 4011346"/>
                <a:gd name="connsiteY319" fmla="*/ 153512 h 1855498"/>
                <a:gd name="connsiteX320" fmla="*/ 1685300 w 4011346"/>
                <a:gd name="connsiteY320" fmla="*/ 0 h 1855498"/>
                <a:gd name="connsiteX321" fmla="*/ 1615218 w 4011346"/>
                <a:gd name="connsiteY321" fmla="*/ 3338 h 1855498"/>
                <a:gd name="connsiteX322" fmla="*/ 1638579 w 4011346"/>
                <a:gd name="connsiteY322" fmla="*/ 33373 h 1855498"/>
                <a:gd name="connsiteX323" fmla="*/ 1528449 w 4011346"/>
                <a:gd name="connsiteY323" fmla="*/ 60069 h 1855498"/>
                <a:gd name="connsiteX324" fmla="*/ 1465043 w 4011346"/>
                <a:gd name="connsiteY324" fmla="*/ 143500 h 1855498"/>
                <a:gd name="connsiteX325" fmla="*/ 1448357 w 4011346"/>
                <a:gd name="connsiteY325" fmla="*/ 170198 h 1855498"/>
                <a:gd name="connsiteX326" fmla="*/ 1481729 w 4011346"/>
                <a:gd name="connsiteY326" fmla="*/ 203571 h 1855498"/>
                <a:gd name="connsiteX327" fmla="*/ 1481729 w 4011346"/>
                <a:gd name="connsiteY327" fmla="*/ 233606 h 1855498"/>
                <a:gd name="connsiteX328" fmla="*/ 1458368 w 4011346"/>
                <a:gd name="connsiteY328" fmla="*/ 236943 h 1855498"/>
                <a:gd name="connsiteX329" fmla="*/ 1458368 w 4011346"/>
                <a:gd name="connsiteY329" fmla="*/ 216919 h 1855498"/>
                <a:gd name="connsiteX330" fmla="*/ 1418322 w 4011346"/>
                <a:gd name="connsiteY330" fmla="*/ 226931 h 1855498"/>
                <a:gd name="connsiteX331" fmla="*/ 1368263 w 4011346"/>
                <a:gd name="connsiteY331" fmla="*/ 233606 h 1855498"/>
                <a:gd name="connsiteX332" fmla="*/ 1321542 w 4011346"/>
                <a:gd name="connsiteY332" fmla="*/ 240280 h 1855498"/>
                <a:gd name="connsiteX333" fmla="*/ 1318205 w 4011346"/>
                <a:gd name="connsiteY333" fmla="*/ 327048 h 1855498"/>
                <a:gd name="connsiteX334" fmla="*/ 1358252 w 4011346"/>
                <a:gd name="connsiteY334" fmla="*/ 350409 h 1855498"/>
                <a:gd name="connsiteX335" fmla="*/ 1374938 w 4011346"/>
                <a:gd name="connsiteY335" fmla="*/ 380444 h 1855498"/>
                <a:gd name="connsiteX336" fmla="*/ 1384949 w 4011346"/>
                <a:gd name="connsiteY336" fmla="*/ 403804 h 1855498"/>
                <a:gd name="connsiteX337" fmla="*/ 1394961 w 4011346"/>
                <a:gd name="connsiteY337" fmla="*/ 453863 h 1855498"/>
                <a:gd name="connsiteX338" fmla="*/ 1384949 w 4011346"/>
                <a:gd name="connsiteY338" fmla="*/ 483898 h 1855498"/>
                <a:gd name="connsiteX339" fmla="*/ 1358252 w 4011346"/>
                <a:gd name="connsiteY339" fmla="*/ 450525 h 1855498"/>
                <a:gd name="connsiteX340" fmla="*/ 1361589 w 4011346"/>
                <a:gd name="connsiteY340" fmla="*/ 420490 h 1855498"/>
                <a:gd name="connsiteX341" fmla="*/ 1351577 w 4011346"/>
                <a:gd name="connsiteY341" fmla="*/ 380444 h 1855498"/>
                <a:gd name="connsiteX342" fmla="*/ 1328217 w 4011346"/>
                <a:gd name="connsiteY342" fmla="*/ 387118 h 1855498"/>
                <a:gd name="connsiteX343" fmla="*/ 1281495 w 4011346"/>
                <a:gd name="connsiteY343" fmla="*/ 350409 h 1855498"/>
                <a:gd name="connsiteX344" fmla="*/ 1241449 w 4011346"/>
                <a:gd name="connsiteY344" fmla="*/ 347071 h 1855498"/>
                <a:gd name="connsiteX345" fmla="*/ 1241449 w 4011346"/>
                <a:gd name="connsiteY345" fmla="*/ 393792 h 1855498"/>
                <a:gd name="connsiteX346" fmla="*/ 1201402 w 4011346"/>
                <a:gd name="connsiteY346" fmla="*/ 373769 h 1855498"/>
                <a:gd name="connsiteX347" fmla="*/ 1228100 w 4011346"/>
                <a:gd name="connsiteY347" fmla="*/ 423827 h 1855498"/>
                <a:gd name="connsiteX348" fmla="*/ 1258135 w 4011346"/>
                <a:gd name="connsiteY348" fmla="*/ 433839 h 1855498"/>
                <a:gd name="connsiteX349" fmla="*/ 1258135 w 4011346"/>
                <a:gd name="connsiteY349" fmla="*/ 453863 h 1855498"/>
                <a:gd name="connsiteX350" fmla="*/ 1198065 w 4011346"/>
                <a:gd name="connsiteY350" fmla="*/ 430502 h 1855498"/>
                <a:gd name="connsiteX351" fmla="*/ 1181379 w 4011346"/>
                <a:gd name="connsiteY351" fmla="*/ 430502 h 1855498"/>
                <a:gd name="connsiteX352" fmla="*/ 1178041 w 4011346"/>
                <a:gd name="connsiteY352" fmla="*/ 387118 h 1855498"/>
                <a:gd name="connsiteX353" fmla="*/ 1171367 w 4011346"/>
                <a:gd name="connsiteY353" fmla="*/ 300350 h 1855498"/>
                <a:gd name="connsiteX354" fmla="*/ 1161355 w 4011346"/>
                <a:gd name="connsiteY354" fmla="*/ 370432 h 1855498"/>
                <a:gd name="connsiteX355" fmla="*/ 1137995 w 4011346"/>
                <a:gd name="connsiteY355" fmla="*/ 400467 h 1855498"/>
                <a:gd name="connsiteX356" fmla="*/ 1158018 w 4011346"/>
                <a:gd name="connsiteY356" fmla="*/ 447188 h 1855498"/>
                <a:gd name="connsiteX357" fmla="*/ 1158018 w 4011346"/>
                <a:gd name="connsiteY357" fmla="*/ 480560 h 1855498"/>
                <a:gd name="connsiteX358" fmla="*/ 1141332 w 4011346"/>
                <a:gd name="connsiteY358" fmla="*/ 530619 h 1855498"/>
                <a:gd name="connsiteX359" fmla="*/ 1154681 w 4011346"/>
                <a:gd name="connsiteY359" fmla="*/ 563991 h 1855498"/>
                <a:gd name="connsiteX360" fmla="*/ 1184716 w 4011346"/>
                <a:gd name="connsiteY360" fmla="*/ 570665 h 1855498"/>
                <a:gd name="connsiteX361" fmla="*/ 1221425 w 4011346"/>
                <a:gd name="connsiteY361" fmla="*/ 577340 h 1855498"/>
                <a:gd name="connsiteX362" fmla="*/ 1241449 w 4011346"/>
                <a:gd name="connsiteY362" fmla="*/ 600700 h 1855498"/>
                <a:gd name="connsiteX363" fmla="*/ 1258135 w 4011346"/>
                <a:gd name="connsiteY363" fmla="*/ 644084 h 1855498"/>
                <a:gd name="connsiteX364" fmla="*/ 1258135 w 4011346"/>
                <a:gd name="connsiteY364" fmla="*/ 644084 h 1855498"/>
                <a:gd name="connsiteX365" fmla="*/ 1254798 w 4011346"/>
                <a:gd name="connsiteY365" fmla="*/ 677457 h 1855498"/>
                <a:gd name="connsiteX366" fmla="*/ 1274821 w 4011346"/>
                <a:gd name="connsiteY366" fmla="*/ 697480 h 1855498"/>
                <a:gd name="connsiteX367" fmla="*/ 1244786 w 4011346"/>
                <a:gd name="connsiteY367" fmla="*/ 704155 h 1855498"/>
                <a:gd name="connsiteX368" fmla="*/ 1224763 w 4011346"/>
                <a:gd name="connsiteY368" fmla="*/ 664108 h 1855498"/>
                <a:gd name="connsiteX369" fmla="*/ 1224763 w 4011346"/>
                <a:gd name="connsiteY369" fmla="*/ 624061 h 1855498"/>
                <a:gd name="connsiteX370" fmla="*/ 1194727 w 4011346"/>
                <a:gd name="connsiteY370" fmla="*/ 587352 h 1855498"/>
                <a:gd name="connsiteX371" fmla="*/ 1164692 w 4011346"/>
                <a:gd name="connsiteY371" fmla="*/ 630736 h 1855498"/>
                <a:gd name="connsiteX372" fmla="*/ 1178041 w 4011346"/>
                <a:gd name="connsiteY372" fmla="*/ 674119 h 1855498"/>
                <a:gd name="connsiteX373" fmla="*/ 1137995 w 4011346"/>
                <a:gd name="connsiteY373" fmla="*/ 730852 h 1855498"/>
                <a:gd name="connsiteX374" fmla="*/ 1097948 w 4011346"/>
                <a:gd name="connsiteY374" fmla="*/ 787585 h 1855498"/>
                <a:gd name="connsiteX375" fmla="*/ 1007843 w 4011346"/>
                <a:gd name="connsiteY375" fmla="*/ 750876 h 1855498"/>
                <a:gd name="connsiteX376" fmla="*/ 1074587 w 4011346"/>
                <a:gd name="connsiteY376" fmla="*/ 747538 h 1855498"/>
                <a:gd name="connsiteX377" fmla="*/ 1107960 w 4011346"/>
                <a:gd name="connsiteY377" fmla="*/ 684131 h 1855498"/>
                <a:gd name="connsiteX378" fmla="*/ 1121309 w 4011346"/>
                <a:gd name="connsiteY378" fmla="*/ 640747 h 1855498"/>
                <a:gd name="connsiteX379" fmla="*/ 1127983 w 4011346"/>
                <a:gd name="connsiteY379" fmla="*/ 607375 h 1855498"/>
                <a:gd name="connsiteX380" fmla="*/ 1117971 w 4011346"/>
                <a:gd name="connsiteY380" fmla="*/ 590689 h 1855498"/>
                <a:gd name="connsiteX381" fmla="*/ 1114634 w 4011346"/>
                <a:gd name="connsiteY381" fmla="*/ 540630 h 1855498"/>
                <a:gd name="connsiteX382" fmla="*/ 1104622 w 4011346"/>
                <a:gd name="connsiteY382" fmla="*/ 460537 h 1855498"/>
                <a:gd name="connsiteX383" fmla="*/ 1101285 w 4011346"/>
                <a:gd name="connsiteY383" fmla="*/ 400467 h 1855498"/>
                <a:gd name="connsiteX384" fmla="*/ 1124646 w 4011346"/>
                <a:gd name="connsiteY384" fmla="*/ 307025 h 1855498"/>
                <a:gd name="connsiteX385" fmla="*/ 1031203 w 4011346"/>
                <a:gd name="connsiteY385" fmla="*/ 297013 h 1855498"/>
                <a:gd name="connsiteX386" fmla="*/ 1014517 w 4011346"/>
                <a:gd name="connsiteY386" fmla="*/ 353746 h 1855498"/>
                <a:gd name="connsiteX387" fmla="*/ 1024529 w 4011346"/>
                <a:gd name="connsiteY387" fmla="*/ 400467 h 1855498"/>
                <a:gd name="connsiteX388" fmla="*/ 981145 w 4011346"/>
                <a:gd name="connsiteY388" fmla="*/ 453863 h 1855498"/>
                <a:gd name="connsiteX389" fmla="*/ 991157 w 4011346"/>
                <a:gd name="connsiteY389" fmla="*/ 490572 h 1855498"/>
                <a:gd name="connsiteX390" fmla="*/ 981145 w 4011346"/>
                <a:gd name="connsiteY390" fmla="*/ 537293 h 1855498"/>
                <a:gd name="connsiteX391" fmla="*/ 1001168 w 4011346"/>
                <a:gd name="connsiteY391" fmla="*/ 560654 h 1855498"/>
                <a:gd name="connsiteX392" fmla="*/ 1017854 w 4011346"/>
                <a:gd name="connsiteY392" fmla="*/ 607375 h 1855498"/>
                <a:gd name="connsiteX393" fmla="*/ 1047890 w 4011346"/>
                <a:gd name="connsiteY393" fmla="*/ 594026 h 1855498"/>
                <a:gd name="connsiteX394" fmla="*/ 1014517 w 4011346"/>
                <a:gd name="connsiteY394" fmla="*/ 647422 h 1855498"/>
                <a:gd name="connsiteX395" fmla="*/ 957784 w 4011346"/>
                <a:gd name="connsiteY395" fmla="*/ 594026 h 1855498"/>
                <a:gd name="connsiteX396" fmla="*/ 884365 w 4011346"/>
                <a:gd name="connsiteY396" fmla="*/ 557317 h 1855498"/>
                <a:gd name="connsiteX397" fmla="*/ 824295 w 4011346"/>
                <a:gd name="connsiteY397" fmla="*/ 533956 h 1855498"/>
                <a:gd name="connsiteX398" fmla="*/ 810946 w 4011346"/>
                <a:gd name="connsiteY398" fmla="*/ 570665 h 1855498"/>
                <a:gd name="connsiteX399" fmla="*/ 827633 w 4011346"/>
                <a:gd name="connsiteY399" fmla="*/ 607375 h 1855498"/>
                <a:gd name="connsiteX400" fmla="*/ 814284 w 4011346"/>
                <a:gd name="connsiteY400" fmla="*/ 630736 h 1855498"/>
                <a:gd name="connsiteX401" fmla="*/ 800935 w 4011346"/>
                <a:gd name="connsiteY401" fmla="*/ 647422 h 1855498"/>
                <a:gd name="connsiteX402" fmla="*/ 770900 w 4011346"/>
                <a:gd name="connsiteY402" fmla="*/ 590689 h 1855498"/>
                <a:gd name="connsiteX403" fmla="*/ 744202 w 4011346"/>
                <a:gd name="connsiteY403" fmla="*/ 627398 h 1855498"/>
                <a:gd name="connsiteX404" fmla="*/ 707492 w 4011346"/>
                <a:gd name="connsiteY404" fmla="*/ 620724 h 1855498"/>
                <a:gd name="connsiteX405" fmla="*/ 654097 w 4011346"/>
                <a:gd name="connsiteY405" fmla="*/ 657433 h 1855498"/>
                <a:gd name="connsiteX406" fmla="*/ 644085 w 4011346"/>
                <a:gd name="connsiteY406" fmla="*/ 634073 h 1855498"/>
                <a:gd name="connsiteX407" fmla="*/ 654097 w 4011346"/>
                <a:gd name="connsiteY407" fmla="*/ 597363 h 1855498"/>
                <a:gd name="connsiteX408" fmla="*/ 614050 w 4011346"/>
                <a:gd name="connsiteY408" fmla="*/ 634073 h 1855498"/>
                <a:gd name="connsiteX409" fmla="*/ 594027 w 4011346"/>
                <a:gd name="connsiteY409" fmla="*/ 634073 h 1855498"/>
                <a:gd name="connsiteX410" fmla="*/ 533957 w 4011346"/>
                <a:gd name="connsiteY410" fmla="*/ 667445 h 1855498"/>
                <a:gd name="connsiteX411" fmla="*/ 510596 w 4011346"/>
                <a:gd name="connsiteY411" fmla="*/ 690806 h 1855498"/>
                <a:gd name="connsiteX412" fmla="*/ 500584 w 4011346"/>
                <a:gd name="connsiteY412" fmla="*/ 737527 h 1855498"/>
                <a:gd name="connsiteX413" fmla="*/ 450526 w 4011346"/>
                <a:gd name="connsiteY413" fmla="*/ 724178 h 1855498"/>
                <a:gd name="connsiteX414" fmla="*/ 433840 w 4011346"/>
                <a:gd name="connsiteY414" fmla="*/ 687468 h 1855498"/>
                <a:gd name="connsiteX415" fmla="*/ 467212 w 4011346"/>
                <a:gd name="connsiteY415" fmla="*/ 657433 h 1855498"/>
                <a:gd name="connsiteX416" fmla="*/ 453863 w 4011346"/>
                <a:gd name="connsiteY416" fmla="*/ 634073 h 1855498"/>
                <a:gd name="connsiteX417" fmla="*/ 390456 w 4011346"/>
                <a:gd name="connsiteY417" fmla="*/ 604038 h 1855498"/>
                <a:gd name="connsiteX418" fmla="*/ 417154 w 4011346"/>
                <a:gd name="connsiteY418" fmla="*/ 654096 h 1855498"/>
                <a:gd name="connsiteX419" fmla="*/ 407142 w 4011346"/>
                <a:gd name="connsiteY419" fmla="*/ 697480 h 1855498"/>
                <a:gd name="connsiteX420" fmla="*/ 413817 w 4011346"/>
                <a:gd name="connsiteY420" fmla="*/ 734190 h 1855498"/>
                <a:gd name="connsiteX421" fmla="*/ 427165 w 4011346"/>
                <a:gd name="connsiteY421" fmla="*/ 757550 h 1855498"/>
                <a:gd name="connsiteX422" fmla="*/ 413817 w 4011346"/>
                <a:gd name="connsiteY422" fmla="*/ 787585 h 1855498"/>
                <a:gd name="connsiteX423" fmla="*/ 390456 w 4011346"/>
                <a:gd name="connsiteY423" fmla="*/ 764225 h 1855498"/>
                <a:gd name="connsiteX424" fmla="*/ 360421 w 4011346"/>
                <a:gd name="connsiteY424" fmla="*/ 760887 h 1855498"/>
                <a:gd name="connsiteX425" fmla="*/ 333723 w 4011346"/>
                <a:gd name="connsiteY425" fmla="*/ 800934 h 1855498"/>
                <a:gd name="connsiteX426" fmla="*/ 307025 w 4011346"/>
                <a:gd name="connsiteY426" fmla="*/ 820957 h 1855498"/>
                <a:gd name="connsiteX427" fmla="*/ 320374 w 4011346"/>
                <a:gd name="connsiteY427" fmla="*/ 847655 h 1855498"/>
                <a:gd name="connsiteX428" fmla="*/ 303688 w 4011346"/>
                <a:gd name="connsiteY428" fmla="*/ 871016 h 1855498"/>
                <a:gd name="connsiteX429" fmla="*/ 233606 w 4011346"/>
                <a:gd name="connsiteY429" fmla="*/ 834306 h 1855498"/>
                <a:gd name="connsiteX430" fmla="*/ 243618 w 4011346"/>
                <a:gd name="connsiteY430" fmla="*/ 884365 h 1855498"/>
                <a:gd name="connsiteX431" fmla="*/ 263641 w 4011346"/>
                <a:gd name="connsiteY431" fmla="*/ 904388 h 1855498"/>
                <a:gd name="connsiteX432" fmla="*/ 250292 w 4011346"/>
                <a:gd name="connsiteY432" fmla="*/ 917737 h 1855498"/>
                <a:gd name="connsiteX433" fmla="*/ 193560 w 4011346"/>
                <a:gd name="connsiteY433" fmla="*/ 881027 h 1855498"/>
                <a:gd name="connsiteX434" fmla="*/ 170199 w 4011346"/>
                <a:gd name="connsiteY434" fmla="*/ 840981 h 1855498"/>
                <a:gd name="connsiteX435" fmla="*/ 170199 w 4011346"/>
                <a:gd name="connsiteY435" fmla="*/ 794260 h 1855498"/>
                <a:gd name="connsiteX436" fmla="*/ 133490 w 4011346"/>
                <a:gd name="connsiteY436" fmla="*/ 717503 h 1855498"/>
                <a:gd name="connsiteX437" fmla="*/ 196897 w 4011346"/>
                <a:gd name="connsiteY437" fmla="*/ 747538 h 1855498"/>
                <a:gd name="connsiteX438" fmla="*/ 256967 w 4011346"/>
                <a:gd name="connsiteY438" fmla="*/ 777573 h 1855498"/>
                <a:gd name="connsiteX439" fmla="*/ 293676 w 4011346"/>
                <a:gd name="connsiteY439" fmla="*/ 780911 h 1855498"/>
                <a:gd name="connsiteX440" fmla="*/ 327049 w 4011346"/>
                <a:gd name="connsiteY440" fmla="*/ 750876 h 1855498"/>
                <a:gd name="connsiteX441" fmla="*/ 343735 w 4011346"/>
                <a:gd name="connsiteY441" fmla="*/ 714166 h 1855498"/>
                <a:gd name="connsiteX442" fmla="*/ 333723 w 4011346"/>
                <a:gd name="connsiteY442" fmla="*/ 664108 h 1855498"/>
                <a:gd name="connsiteX443" fmla="*/ 290339 w 4011346"/>
                <a:gd name="connsiteY443" fmla="*/ 644084 h 1855498"/>
                <a:gd name="connsiteX444" fmla="*/ 236944 w 4011346"/>
                <a:gd name="connsiteY444" fmla="*/ 597363 h 1855498"/>
                <a:gd name="connsiteX445" fmla="*/ 133490 w 4011346"/>
                <a:gd name="connsiteY445" fmla="*/ 540630 h 1855498"/>
                <a:gd name="connsiteX0" fmla="*/ 133490 w 4011346"/>
                <a:gd name="connsiteY0" fmla="*/ 540630 h 1855498"/>
                <a:gd name="connsiteX1" fmla="*/ 46722 w 4011346"/>
                <a:gd name="connsiteY1" fmla="*/ 570665 h 1855498"/>
                <a:gd name="connsiteX2" fmla="*/ 33373 w 4011346"/>
                <a:gd name="connsiteY2" fmla="*/ 600700 h 1855498"/>
                <a:gd name="connsiteX3" fmla="*/ 43384 w 4011346"/>
                <a:gd name="connsiteY3" fmla="*/ 630736 h 1855498"/>
                <a:gd name="connsiteX4" fmla="*/ 60071 w 4011346"/>
                <a:gd name="connsiteY4" fmla="*/ 657433 h 1855498"/>
                <a:gd name="connsiteX5" fmla="*/ 73419 w 4011346"/>
                <a:gd name="connsiteY5" fmla="*/ 687468 h 1855498"/>
                <a:gd name="connsiteX6" fmla="*/ 56733 w 4011346"/>
                <a:gd name="connsiteY6" fmla="*/ 710829 h 1855498"/>
                <a:gd name="connsiteX7" fmla="*/ 76757 w 4011346"/>
                <a:gd name="connsiteY7" fmla="*/ 790922 h 1855498"/>
                <a:gd name="connsiteX8" fmla="*/ 66745 w 4011346"/>
                <a:gd name="connsiteY8" fmla="*/ 807609 h 1855498"/>
                <a:gd name="connsiteX9" fmla="*/ 70082 w 4011346"/>
                <a:gd name="connsiteY9" fmla="*/ 834306 h 1855498"/>
                <a:gd name="connsiteX10" fmla="*/ 70082 w 4011346"/>
                <a:gd name="connsiteY10" fmla="*/ 874353 h 1855498"/>
                <a:gd name="connsiteX11" fmla="*/ 80094 w 4011346"/>
                <a:gd name="connsiteY11" fmla="*/ 894376 h 1855498"/>
                <a:gd name="connsiteX12" fmla="*/ 76757 w 4011346"/>
                <a:gd name="connsiteY12" fmla="*/ 917737 h 1855498"/>
                <a:gd name="connsiteX13" fmla="*/ 106792 w 4011346"/>
                <a:gd name="connsiteY13" fmla="*/ 951109 h 1855498"/>
                <a:gd name="connsiteX14" fmla="*/ 106792 w 4011346"/>
                <a:gd name="connsiteY14" fmla="*/ 981144 h 1855498"/>
                <a:gd name="connsiteX15" fmla="*/ 13349 w 4011346"/>
                <a:gd name="connsiteY15" fmla="*/ 1071249 h 1855498"/>
                <a:gd name="connsiteX16" fmla="*/ 33373 w 4011346"/>
                <a:gd name="connsiteY16" fmla="*/ 1104622 h 1855498"/>
                <a:gd name="connsiteX17" fmla="*/ 33373 w 4011346"/>
                <a:gd name="connsiteY17" fmla="*/ 1104622 h 1855498"/>
                <a:gd name="connsiteX18" fmla="*/ 16687 w 4011346"/>
                <a:gd name="connsiteY18" fmla="*/ 1134657 h 1855498"/>
                <a:gd name="connsiteX19" fmla="*/ 3338 w 4011346"/>
                <a:gd name="connsiteY19" fmla="*/ 1164692 h 1855498"/>
                <a:gd name="connsiteX20" fmla="*/ 0 w 4011346"/>
                <a:gd name="connsiteY20" fmla="*/ 1224762 h 1855498"/>
                <a:gd name="connsiteX21" fmla="*/ 16687 w 4011346"/>
                <a:gd name="connsiteY21" fmla="*/ 1268146 h 1855498"/>
                <a:gd name="connsiteX22" fmla="*/ 20024 w 4011346"/>
                <a:gd name="connsiteY22" fmla="*/ 1301518 h 1855498"/>
                <a:gd name="connsiteX23" fmla="*/ 56733 w 4011346"/>
                <a:gd name="connsiteY23" fmla="*/ 1311530 h 1855498"/>
                <a:gd name="connsiteX24" fmla="*/ 116803 w 4011346"/>
                <a:gd name="connsiteY24" fmla="*/ 1398298 h 1855498"/>
                <a:gd name="connsiteX25" fmla="*/ 96780 w 4011346"/>
                <a:gd name="connsiteY25" fmla="*/ 1421658 h 1855498"/>
                <a:gd name="connsiteX26" fmla="*/ 93443 w 4011346"/>
                <a:gd name="connsiteY26" fmla="*/ 1451693 h 1855498"/>
                <a:gd name="connsiteX27" fmla="*/ 120141 w 4011346"/>
                <a:gd name="connsiteY27" fmla="*/ 1455030 h 1855498"/>
                <a:gd name="connsiteX28" fmla="*/ 160187 w 4011346"/>
                <a:gd name="connsiteY28" fmla="*/ 1468379 h 1855498"/>
                <a:gd name="connsiteX29" fmla="*/ 186885 w 4011346"/>
                <a:gd name="connsiteY29" fmla="*/ 1481728 h 1855498"/>
                <a:gd name="connsiteX30" fmla="*/ 213583 w 4011346"/>
                <a:gd name="connsiteY30" fmla="*/ 1511763 h 1855498"/>
                <a:gd name="connsiteX31" fmla="*/ 243618 w 4011346"/>
                <a:gd name="connsiteY31" fmla="*/ 1515100 h 1855498"/>
                <a:gd name="connsiteX32" fmla="*/ 287002 w 4011346"/>
                <a:gd name="connsiteY32" fmla="*/ 1545136 h 1855498"/>
                <a:gd name="connsiteX33" fmla="*/ 310363 w 4011346"/>
                <a:gd name="connsiteY33" fmla="*/ 1555147 h 1855498"/>
                <a:gd name="connsiteX34" fmla="*/ 310363 w 4011346"/>
                <a:gd name="connsiteY34" fmla="*/ 1591857 h 1855498"/>
                <a:gd name="connsiteX35" fmla="*/ 270316 w 4011346"/>
                <a:gd name="connsiteY35" fmla="*/ 1631903 h 1855498"/>
                <a:gd name="connsiteX36" fmla="*/ 280327 w 4011346"/>
                <a:gd name="connsiteY36" fmla="*/ 1655264 h 1855498"/>
                <a:gd name="connsiteX37" fmla="*/ 273653 w 4011346"/>
                <a:gd name="connsiteY37" fmla="*/ 1675287 h 1855498"/>
                <a:gd name="connsiteX38" fmla="*/ 266979 w 4011346"/>
                <a:gd name="connsiteY38" fmla="*/ 1691973 h 1855498"/>
                <a:gd name="connsiteX39" fmla="*/ 240281 w 4011346"/>
                <a:gd name="connsiteY39" fmla="*/ 1732020 h 1855498"/>
                <a:gd name="connsiteX40" fmla="*/ 307025 w 4011346"/>
                <a:gd name="connsiteY40" fmla="*/ 1768730 h 1855498"/>
                <a:gd name="connsiteX41" fmla="*/ 337060 w 4011346"/>
                <a:gd name="connsiteY41" fmla="*/ 1775404 h 1855498"/>
                <a:gd name="connsiteX42" fmla="*/ 360421 w 4011346"/>
                <a:gd name="connsiteY42" fmla="*/ 1782079 h 1855498"/>
                <a:gd name="connsiteX43" fmla="*/ 380444 w 4011346"/>
                <a:gd name="connsiteY43" fmla="*/ 1788753 h 1855498"/>
                <a:gd name="connsiteX44" fmla="*/ 407142 w 4011346"/>
                <a:gd name="connsiteY44" fmla="*/ 1808776 h 1855498"/>
                <a:gd name="connsiteX45" fmla="*/ 437177 w 4011346"/>
                <a:gd name="connsiteY45" fmla="*/ 1805439 h 1855498"/>
                <a:gd name="connsiteX46" fmla="*/ 507259 w 4011346"/>
                <a:gd name="connsiteY46" fmla="*/ 1855498 h 1855498"/>
                <a:gd name="connsiteX47" fmla="*/ 517271 w 4011346"/>
                <a:gd name="connsiteY47" fmla="*/ 1842149 h 1855498"/>
                <a:gd name="connsiteX48" fmla="*/ 507259 w 4011346"/>
                <a:gd name="connsiteY48" fmla="*/ 1802102 h 1855498"/>
                <a:gd name="connsiteX49" fmla="*/ 500584 w 4011346"/>
                <a:gd name="connsiteY49" fmla="*/ 1768730 h 1855498"/>
                <a:gd name="connsiteX50" fmla="*/ 483898 w 4011346"/>
                <a:gd name="connsiteY50" fmla="*/ 1725346 h 1855498"/>
                <a:gd name="connsiteX51" fmla="*/ 513933 w 4011346"/>
                <a:gd name="connsiteY51" fmla="*/ 1705322 h 1855498"/>
                <a:gd name="connsiteX52" fmla="*/ 547306 w 4011346"/>
                <a:gd name="connsiteY52" fmla="*/ 1681962 h 1855498"/>
                <a:gd name="connsiteX53" fmla="*/ 527282 w 4011346"/>
                <a:gd name="connsiteY53" fmla="*/ 1665276 h 1855498"/>
                <a:gd name="connsiteX54" fmla="*/ 517271 w 4011346"/>
                <a:gd name="connsiteY54" fmla="*/ 1631903 h 1855498"/>
                <a:gd name="connsiteX55" fmla="*/ 480561 w 4011346"/>
                <a:gd name="connsiteY55" fmla="*/ 1615217 h 1855498"/>
                <a:gd name="connsiteX56" fmla="*/ 470549 w 4011346"/>
                <a:gd name="connsiteY56" fmla="*/ 1595194 h 1855498"/>
                <a:gd name="connsiteX57" fmla="*/ 480561 w 4011346"/>
                <a:gd name="connsiteY57" fmla="*/ 1565159 h 1855498"/>
                <a:gd name="connsiteX58" fmla="*/ 490573 w 4011346"/>
                <a:gd name="connsiteY58" fmla="*/ 1525112 h 1855498"/>
                <a:gd name="connsiteX59" fmla="*/ 513933 w 4011346"/>
                <a:gd name="connsiteY59" fmla="*/ 1545136 h 1855498"/>
                <a:gd name="connsiteX60" fmla="*/ 520608 w 4011346"/>
                <a:gd name="connsiteY60" fmla="*/ 1528449 h 1855498"/>
                <a:gd name="connsiteX61" fmla="*/ 543968 w 4011346"/>
                <a:gd name="connsiteY61" fmla="*/ 1491740 h 1855498"/>
                <a:gd name="connsiteX62" fmla="*/ 574003 w 4011346"/>
                <a:gd name="connsiteY62" fmla="*/ 1475054 h 1855498"/>
                <a:gd name="connsiteX63" fmla="*/ 590690 w 4011346"/>
                <a:gd name="connsiteY63" fmla="*/ 1488403 h 1855498"/>
                <a:gd name="connsiteX64" fmla="*/ 610713 w 4011346"/>
                <a:gd name="connsiteY64" fmla="*/ 1461705 h 1855498"/>
                <a:gd name="connsiteX65" fmla="*/ 630736 w 4011346"/>
                <a:gd name="connsiteY65" fmla="*/ 1488403 h 1855498"/>
                <a:gd name="connsiteX66" fmla="*/ 657434 w 4011346"/>
                <a:gd name="connsiteY66" fmla="*/ 1511763 h 1855498"/>
                <a:gd name="connsiteX67" fmla="*/ 674120 w 4011346"/>
                <a:gd name="connsiteY67" fmla="*/ 1518438 h 1855498"/>
                <a:gd name="connsiteX68" fmla="*/ 697481 w 4011346"/>
                <a:gd name="connsiteY68" fmla="*/ 1518438 h 1855498"/>
                <a:gd name="connsiteX69" fmla="*/ 717504 w 4011346"/>
                <a:gd name="connsiteY69" fmla="*/ 1505089 h 1855498"/>
                <a:gd name="connsiteX70" fmla="*/ 744202 w 4011346"/>
                <a:gd name="connsiteY70" fmla="*/ 1505089 h 1855498"/>
                <a:gd name="connsiteX71" fmla="*/ 760888 w 4011346"/>
                <a:gd name="connsiteY71" fmla="*/ 1501752 h 1855498"/>
                <a:gd name="connsiteX72" fmla="*/ 790923 w 4011346"/>
                <a:gd name="connsiteY72" fmla="*/ 1535124 h 1855498"/>
                <a:gd name="connsiteX73" fmla="*/ 797598 w 4011346"/>
                <a:gd name="connsiteY73" fmla="*/ 1508426 h 1855498"/>
                <a:gd name="connsiteX74" fmla="*/ 817621 w 4011346"/>
                <a:gd name="connsiteY74" fmla="*/ 1525112 h 1855498"/>
                <a:gd name="connsiteX75" fmla="*/ 837644 w 4011346"/>
                <a:gd name="connsiteY75" fmla="*/ 1501752 h 1855498"/>
                <a:gd name="connsiteX76" fmla="*/ 827633 w 4011346"/>
                <a:gd name="connsiteY76" fmla="*/ 1481728 h 1855498"/>
                <a:gd name="connsiteX77" fmla="*/ 810946 w 4011346"/>
                <a:gd name="connsiteY77" fmla="*/ 1468379 h 1855498"/>
                <a:gd name="connsiteX78" fmla="*/ 810946 w 4011346"/>
                <a:gd name="connsiteY78" fmla="*/ 1441682 h 1855498"/>
                <a:gd name="connsiteX79" fmla="*/ 810946 w 4011346"/>
                <a:gd name="connsiteY79" fmla="*/ 1428333 h 1855498"/>
                <a:gd name="connsiteX80" fmla="*/ 830970 w 4011346"/>
                <a:gd name="connsiteY80" fmla="*/ 1424995 h 1855498"/>
                <a:gd name="connsiteX81" fmla="*/ 840981 w 4011346"/>
                <a:gd name="connsiteY81" fmla="*/ 1421658 h 1855498"/>
                <a:gd name="connsiteX82" fmla="*/ 820958 w 4011346"/>
                <a:gd name="connsiteY82" fmla="*/ 1384949 h 1855498"/>
                <a:gd name="connsiteX83" fmla="*/ 854330 w 4011346"/>
                <a:gd name="connsiteY83" fmla="*/ 1378274 h 1855498"/>
                <a:gd name="connsiteX84" fmla="*/ 891040 w 4011346"/>
                <a:gd name="connsiteY84" fmla="*/ 1384949 h 1855498"/>
                <a:gd name="connsiteX85" fmla="*/ 964459 w 4011346"/>
                <a:gd name="connsiteY85" fmla="*/ 1341565 h 1855498"/>
                <a:gd name="connsiteX86" fmla="*/ 1001168 w 4011346"/>
                <a:gd name="connsiteY86" fmla="*/ 1341565 h 1855498"/>
                <a:gd name="connsiteX87" fmla="*/ 1027866 w 4011346"/>
                <a:gd name="connsiteY87" fmla="*/ 1318204 h 1855498"/>
                <a:gd name="connsiteX88" fmla="*/ 1047890 w 4011346"/>
                <a:gd name="connsiteY88" fmla="*/ 1328216 h 1855498"/>
                <a:gd name="connsiteX89" fmla="*/ 1067913 w 4011346"/>
                <a:gd name="connsiteY89" fmla="*/ 1338227 h 1855498"/>
                <a:gd name="connsiteX90" fmla="*/ 1087936 w 4011346"/>
                <a:gd name="connsiteY90" fmla="*/ 1364925 h 1855498"/>
                <a:gd name="connsiteX91" fmla="*/ 1074587 w 4011346"/>
                <a:gd name="connsiteY91" fmla="*/ 1378274 h 1855498"/>
                <a:gd name="connsiteX92" fmla="*/ 1104622 w 4011346"/>
                <a:gd name="connsiteY92" fmla="*/ 1378274 h 1855498"/>
                <a:gd name="connsiteX93" fmla="*/ 1107960 w 4011346"/>
                <a:gd name="connsiteY93" fmla="*/ 1394960 h 1855498"/>
                <a:gd name="connsiteX94" fmla="*/ 1121309 w 4011346"/>
                <a:gd name="connsiteY94" fmla="*/ 1378274 h 1855498"/>
                <a:gd name="connsiteX95" fmla="*/ 1134657 w 4011346"/>
                <a:gd name="connsiteY95" fmla="*/ 1391623 h 1855498"/>
                <a:gd name="connsiteX96" fmla="*/ 1134657 w 4011346"/>
                <a:gd name="connsiteY96" fmla="*/ 1411646 h 1855498"/>
                <a:gd name="connsiteX97" fmla="*/ 1148006 w 4011346"/>
                <a:gd name="connsiteY97" fmla="*/ 1408309 h 1855498"/>
                <a:gd name="connsiteX98" fmla="*/ 1208076 w 4011346"/>
                <a:gd name="connsiteY98" fmla="*/ 1361588 h 1855498"/>
                <a:gd name="connsiteX99" fmla="*/ 1211414 w 4011346"/>
                <a:gd name="connsiteY99" fmla="*/ 1381611 h 1855498"/>
                <a:gd name="connsiteX100" fmla="*/ 1244786 w 4011346"/>
                <a:gd name="connsiteY100" fmla="*/ 1401635 h 1855498"/>
                <a:gd name="connsiteX101" fmla="*/ 1264809 w 4011346"/>
                <a:gd name="connsiteY101" fmla="*/ 1431670 h 1855498"/>
                <a:gd name="connsiteX102" fmla="*/ 1298181 w 4011346"/>
                <a:gd name="connsiteY102" fmla="*/ 1538461 h 1855498"/>
                <a:gd name="connsiteX103" fmla="*/ 1308193 w 4011346"/>
                <a:gd name="connsiteY103" fmla="*/ 1495077 h 1855498"/>
                <a:gd name="connsiteX104" fmla="*/ 1344903 w 4011346"/>
                <a:gd name="connsiteY104" fmla="*/ 1515100 h 1855498"/>
                <a:gd name="connsiteX105" fmla="*/ 1388287 w 4011346"/>
                <a:gd name="connsiteY105" fmla="*/ 1515100 h 1855498"/>
                <a:gd name="connsiteX106" fmla="*/ 1394961 w 4011346"/>
                <a:gd name="connsiteY106" fmla="*/ 1538461 h 1855498"/>
                <a:gd name="connsiteX107" fmla="*/ 1435008 w 4011346"/>
                <a:gd name="connsiteY107" fmla="*/ 1561822 h 1855498"/>
                <a:gd name="connsiteX108" fmla="*/ 1465043 w 4011346"/>
                <a:gd name="connsiteY108" fmla="*/ 1561822 h 1855498"/>
                <a:gd name="connsiteX109" fmla="*/ 1491741 w 4011346"/>
                <a:gd name="connsiteY109" fmla="*/ 1575171 h 1855498"/>
                <a:gd name="connsiteX110" fmla="*/ 1535125 w 4011346"/>
                <a:gd name="connsiteY110" fmla="*/ 1531787 h 1855498"/>
                <a:gd name="connsiteX111" fmla="*/ 1571834 w 4011346"/>
                <a:gd name="connsiteY111" fmla="*/ 1511763 h 1855498"/>
                <a:gd name="connsiteX112" fmla="*/ 1608544 w 4011346"/>
                <a:gd name="connsiteY112" fmla="*/ 1515100 h 1855498"/>
                <a:gd name="connsiteX113" fmla="*/ 1655265 w 4011346"/>
                <a:gd name="connsiteY113" fmla="*/ 1528449 h 1855498"/>
                <a:gd name="connsiteX114" fmla="*/ 1681963 w 4011346"/>
                <a:gd name="connsiteY114" fmla="*/ 1545136 h 1855498"/>
                <a:gd name="connsiteX115" fmla="*/ 1735358 w 4011346"/>
                <a:gd name="connsiteY115" fmla="*/ 1538461 h 1855498"/>
                <a:gd name="connsiteX116" fmla="*/ 1745370 w 4011346"/>
                <a:gd name="connsiteY116" fmla="*/ 1518438 h 1855498"/>
                <a:gd name="connsiteX117" fmla="*/ 1738695 w 4011346"/>
                <a:gd name="connsiteY117" fmla="*/ 1498414 h 1855498"/>
                <a:gd name="connsiteX118" fmla="*/ 1765393 w 4011346"/>
                <a:gd name="connsiteY118" fmla="*/ 1471717 h 1855498"/>
                <a:gd name="connsiteX119" fmla="*/ 1778742 w 4011346"/>
                <a:gd name="connsiteY119" fmla="*/ 1468379 h 1855498"/>
                <a:gd name="connsiteX120" fmla="*/ 1812114 w 4011346"/>
                <a:gd name="connsiteY120" fmla="*/ 1485065 h 1855498"/>
                <a:gd name="connsiteX121" fmla="*/ 1852161 w 4011346"/>
                <a:gd name="connsiteY121" fmla="*/ 1498414 h 1855498"/>
                <a:gd name="connsiteX122" fmla="*/ 1858836 w 4011346"/>
                <a:gd name="connsiteY122" fmla="*/ 1525112 h 1855498"/>
                <a:gd name="connsiteX123" fmla="*/ 1872184 w 4011346"/>
                <a:gd name="connsiteY123" fmla="*/ 1531787 h 1855498"/>
                <a:gd name="connsiteX124" fmla="*/ 1902219 w 4011346"/>
                <a:gd name="connsiteY124" fmla="*/ 1535124 h 1855498"/>
                <a:gd name="connsiteX125" fmla="*/ 1932254 w 4011346"/>
                <a:gd name="connsiteY125" fmla="*/ 1518438 h 1855498"/>
                <a:gd name="connsiteX126" fmla="*/ 1962290 w 4011346"/>
                <a:gd name="connsiteY126" fmla="*/ 1531787 h 1855498"/>
                <a:gd name="connsiteX127" fmla="*/ 1985650 w 4011346"/>
                <a:gd name="connsiteY127" fmla="*/ 1545136 h 1855498"/>
                <a:gd name="connsiteX128" fmla="*/ 1995662 w 4011346"/>
                <a:gd name="connsiteY128" fmla="*/ 1555147 h 1855498"/>
                <a:gd name="connsiteX129" fmla="*/ 2032371 w 4011346"/>
                <a:gd name="connsiteY129" fmla="*/ 1575171 h 1855498"/>
                <a:gd name="connsiteX130" fmla="*/ 2069081 w 4011346"/>
                <a:gd name="connsiteY130" fmla="*/ 1571833 h 1855498"/>
                <a:gd name="connsiteX131" fmla="*/ 2142500 w 4011346"/>
                <a:gd name="connsiteY131" fmla="*/ 1528449 h 1855498"/>
                <a:gd name="connsiteX132" fmla="*/ 2195895 w 4011346"/>
                <a:gd name="connsiteY132" fmla="*/ 1541798 h 1855498"/>
                <a:gd name="connsiteX133" fmla="*/ 2225930 w 4011346"/>
                <a:gd name="connsiteY133" fmla="*/ 1551810 h 1855498"/>
                <a:gd name="connsiteX134" fmla="*/ 2259303 w 4011346"/>
                <a:gd name="connsiteY134" fmla="*/ 1538461 h 1855498"/>
                <a:gd name="connsiteX135" fmla="*/ 2262640 w 4011346"/>
                <a:gd name="connsiteY135" fmla="*/ 1511763 h 1855498"/>
                <a:gd name="connsiteX136" fmla="*/ 2282663 w 4011346"/>
                <a:gd name="connsiteY136" fmla="*/ 1481728 h 1855498"/>
                <a:gd name="connsiteX137" fmla="*/ 2299349 w 4011346"/>
                <a:gd name="connsiteY137" fmla="*/ 1428333 h 1855498"/>
                <a:gd name="connsiteX138" fmla="*/ 2282663 w 4011346"/>
                <a:gd name="connsiteY138" fmla="*/ 1431670 h 1855498"/>
                <a:gd name="connsiteX139" fmla="*/ 2312698 w 4011346"/>
                <a:gd name="connsiteY139" fmla="*/ 1404972 h 1855498"/>
                <a:gd name="connsiteX140" fmla="*/ 2339396 w 4011346"/>
                <a:gd name="connsiteY140" fmla="*/ 1401635 h 1855498"/>
                <a:gd name="connsiteX141" fmla="*/ 2396129 w 4011346"/>
                <a:gd name="connsiteY141" fmla="*/ 1411646 h 1855498"/>
                <a:gd name="connsiteX142" fmla="*/ 2436176 w 4011346"/>
                <a:gd name="connsiteY142" fmla="*/ 1438344 h 1855498"/>
                <a:gd name="connsiteX143" fmla="*/ 2462873 w 4011346"/>
                <a:gd name="connsiteY143" fmla="*/ 1468379 h 1855498"/>
                <a:gd name="connsiteX144" fmla="*/ 2469548 w 4011346"/>
                <a:gd name="connsiteY144" fmla="*/ 1505089 h 1855498"/>
                <a:gd name="connsiteX145" fmla="*/ 2476222 w 4011346"/>
                <a:gd name="connsiteY145" fmla="*/ 1545136 h 1855498"/>
                <a:gd name="connsiteX146" fmla="*/ 2486234 w 4011346"/>
                <a:gd name="connsiteY146" fmla="*/ 1565159 h 1855498"/>
                <a:gd name="connsiteX147" fmla="*/ 2529618 w 4011346"/>
                <a:gd name="connsiteY147" fmla="*/ 1578508 h 1855498"/>
                <a:gd name="connsiteX148" fmla="*/ 2549641 w 4011346"/>
                <a:gd name="connsiteY148" fmla="*/ 1598531 h 1855498"/>
                <a:gd name="connsiteX149" fmla="*/ 2562990 w 4011346"/>
                <a:gd name="connsiteY149" fmla="*/ 1631903 h 1855498"/>
                <a:gd name="connsiteX150" fmla="*/ 2586351 w 4011346"/>
                <a:gd name="connsiteY150" fmla="*/ 1625229 h 1855498"/>
                <a:gd name="connsiteX151" fmla="*/ 2606374 w 4011346"/>
                <a:gd name="connsiteY151" fmla="*/ 1615217 h 1855498"/>
                <a:gd name="connsiteX152" fmla="*/ 2639746 w 4011346"/>
                <a:gd name="connsiteY152" fmla="*/ 1598531 h 1855498"/>
                <a:gd name="connsiteX153" fmla="*/ 2643084 w 4011346"/>
                <a:gd name="connsiteY153" fmla="*/ 1615217 h 1855498"/>
                <a:gd name="connsiteX154" fmla="*/ 2626398 w 4011346"/>
                <a:gd name="connsiteY154" fmla="*/ 1645252 h 1855498"/>
                <a:gd name="connsiteX155" fmla="*/ 2616386 w 4011346"/>
                <a:gd name="connsiteY155" fmla="*/ 1681962 h 1855498"/>
                <a:gd name="connsiteX156" fmla="*/ 2603037 w 4011346"/>
                <a:gd name="connsiteY156" fmla="*/ 1735357 h 1855498"/>
                <a:gd name="connsiteX157" fmla="*/ 2579676 w 4011346"/>
                <a:gd name="connsiteY157" fmla="*/ 1708660 h 1855498"/>
                <a:gd name="connsiteX158" fmla="*/ 2552979 w 4011346"/>
                <a:gd name="connsiteY158" fmla="*/ 1732020 h 1855498"/>
                <a:gd name="connsiteX159" fmla="*/ 2559653 w 4011346"/>
                <a:gd name="connsiteY159" fmla="*/ 1758718 h 1855498"/>
                <a:gd name="connsiteX160" fmla="*/ 2559653 w 4011346"/>
                <a:gd name="connsiteY160" fmla="*/ 1795427 h 1855498"/>
                <a:gd name="connsiteX161" fmla="*/ 2549641 w 4011346"/>
                <a:gd name="connsiteY161" fmla="*/ 1815451 h 1855498"/>
                <a:gd name="connsiteX162" fmla="*/ 2589688 w 4011346"/>
                <a:gd name="connsiteY162" fmla="*/ 1795427 h 1855498"/>
                <a:gd name="connsiteX163" fmla="*/ 2626398 w 4011346"/>
                <a:gd name="connsiteY163" fmla="*/ 1805439 h 1855498"/>
                <a:gd name="connsiteX164" fmla="*/ 2653095 w 4011346"/>
                <a:gd name="connsiteY164" fmla="*/ 1782079 h 1855498"/>
                <a:gd name="connsiteX165" fmla="*/ 2683130 w 4011346"/>
                <a:gd name="connsiteY165" fmla="*/ 1728683 h 1855498"/>
                <a:gd name="connsiteX166" fmla="*/ 2753212 w 4011346"/>
                <a:gd name="connsiteY166" fmla="*/ 1641915 h 1855498"/>
                <a:gd name="connsiteX167" fmla="*/ 2783247 w 4011346"/>
                <a:gd name="connsiteY167" fmla="*/ 1571833 h 1855498"/>
                <a:gd name="connsiteX168" fmla="*/ 2803271 w 4011346"/>
                <a:gd name="connsiteY168" fmla="*/ 1468379 h 1855498"/>
                <a:gd name="connsiteX169" fmla="*/ 2793259 w 4011346"/>
                <a:gd name="connsiteY169" fmla="*/ 1418321 h 1855498"/>
                <a:gd name="connsiteX170" fmla="*/ 2769898 w 4011346"/>
                <a:gd name="connsiteY170" fmla="*/ 1384949 h 1855498"/>
                <a:gd name="connsiteX171" fmla="*/ 2726514 w 4011346"/>
                <a:gd name="connsiteY171" fmla="*/ 1384949 h 1855498"/>
                <a:gd name="connsiteX172" fmla="*/ 2699817 w 4011346"/>
                <a:gd name="connsiteY172" fmla="*/ 1384949 h 1855498"/>
                <a:gd name="connsiteX173" fmla="*/ 2683130 w 4011346"/>
                <a:gd name="connsiteY173" fmla="*/ 1364925 h 1855498"/>
                <a:gd name="connsiteX174" fmla="*/ 2669781 w 4011346"/>
                <a:gd name="connsiteY174" fmla="*/ 1344902 h 1855498"/>
                <a:gd name="connsiteX175" fmla="*/ 2763224 w 4011346"/>
                <a:gd name="connsiteY175" fmla="*/ 1228099 h 1855498"/>
                <a:gd name="connsiteX176" fmla="*/ 2846654 w 4011346"/>
                <a:gd name="connsiteY176" fmla="*/ 1161355 h 1855498"/>
                <a:gd name="connsiteX177" fmla="*/ 2890038 w 4011346"/>
                <a:gd name="connsiteY177" fmla="*/ 1137994 h 1855498"/>
                <a:gd name="connsiteX178" fmla="*/ 2933422 w 4011346"/>
                <a:gd name="connsiteY178" fmla="*/ 1158017 h 1855498"/>
                <a:gd name="connsiteX179" fmla="*/ 2950109 w 4011346"/>
                <a:gd name="connsiteY179" fmla="*/ 1141331 h 1855498"/>
                <a:gd name="connsiteX180" fmla="*/ 2993492 w 4011346"/>
                <a:gd name="connsiteY180" fmla="*/ 1158017 h 1855498"/>
                <a:gd name="connsiteX181" fmla="*/ 3006841 w 4011346"/>
                <a:gd name="connsiteY181" fmla="*/ 1124645 h 1855498"/>
                <a:gd name="connsiteX182" fmla="*/ 3053563 w 4011346"/>
                <a:gd name="connsiteY182" fmla="*/ 1134657 h 1855498"/>
                <a:gd name="connsiteX183" fmla="*/ 3070249 w 4011346"/>
                <a:gd name="connsiteY183" fmla="*/ 1151343 h 1855498"/>
                <a:gd name="connsiteX184" fmla="*/ 3060237 w 4011346"/>
                <a:gd name="connsiteY184" fmla="*/ 1171366 h 1855498"/>
                <a:gd name="connsiteX185" fmla="*/ 3123644 w 4011346"/>
                <a:gd name="connsiteY185" fmla="*/ 1154680 h 1855498"/>
                <a:gd name="connsiteX186" fmla="*/ 3140330 w 4011346"/>
                <a:gd name="connsiteY186" fmla="*/ 1141331 h 1855498"/>
                <a:gd name="connsiteX187" fmla="*/ 3123644 w 4011346"/>
                <a:gd name="connsiteY187" fmla="*/ 1127982 h 1855498"/>
                <a:gd name="connsiteX188" fmla="*/ 3143668 w 4011346"/>
                <a:gd name="connsiteY188" fmla="*/ 1087936 h 1855498"/>
                <a:gd name="connsiteX189" fmla="*/ 3190389 w 4011346"/>
                <a:gd name="connsiteY189" fmla="*/ 1017854 h 1855498"/>
                <a:gd name="connsiteX190" fmla="*/ 3233773 w 4011346"/>
                <a:gd name="connsiteY190" fmla="*/ 1014517 h 1855498"/>
                <a:gd name="connsiteX191" fmla="*/ 3273819 w 4011346"/>
                <a:gd name="connsiteY191" fmla="*/ 1024528 h 1855498"/>
                <a:gd name="connsiteX192" fmla="*/ 3277157 w 4011346"/>
                <a:gd name="connsiteY192" fmla="*/ 1081261 h 1855498"/>
                <a:gd name="connsiteX193" fmla="*/ 3320541 w 4011346"/>
                <a:gd name="connsiteY193" fmla="*/ 1037877 h 1855498"/>
                <a:gd name="connsiteX194" fmla="*/ 3343901 w 4011346"/>
                <a:gd name="connsiteY194" fmla="*/ 1021191 h 1855498"/>
                <a:gd name="connsiteX195" fmla="*/ 3350576 w 4011346"/>
                <a:gd name="connsiteY195" fmla="*/ 987819 h 1855498"/>
                <a:gd name="connsiteX196" fmla="*/ 3377273 w 4011346"/>
                <a:gd name="connsiteY196" fmla="*/ 971133 h 1855498"/>
                <a:gd name="connsiteX197" fmla="*/ 3407309 w 4011346"/>
                <a:gd name="connsiteY197" fmla="*/ 981144 h 1855498"/>
                <a:gd name="connsiteX198" fmla="*/ 3373936 w 4011346"/>
                <a:gd name="connsiteY198" fmla="*/ 1011179 h 1855498"/>
                <a:gd name="connsiteX199" fmla="*/ 3360587 w 4011346"/>
                <a:gd name="connsiteY199" fmla="*/ 1061238 h 1855498"/>
                <a:gd name="connsiteX200" fmla="*/ 3323878 w 4011346"/>
                <a:gd name="connsiteY200" fmla="*/ 1101284 h 1855498"/>
                <a:gd name="connsiteX201" fmla="*/ 3210412 w 4011346"/>
                <a:gd name="connsiteY201" fmla="*/ 1198064 h 1855498"/>
                <a:gd name="connsiteX202" fmla="*/ 3163691 w 4011346"/>
                <a:gd name="connsiteY202" fmla="*/ 1268146 h 1855498"/>
                <a:gd name="connsiteX203" fmla="*/ 3160354 w 4011346"/>
                <a:gd name="connsiteY203" fmla="*/ 1341565 h 1855498"/>
                <a:gd name="connsiteX204" fmla="*/ 3170365 w 4011346"/>
                <a:gd name="connsiteY204" fmla="*/ 1431670 h 1855498"/>
                <a:gd name="connsiteX205" fmla="*/ 3190389 w 4011346"/>
                <a:gd name="connsiteY205" fmla="*/ 1495077 h 1855498"/>
                <a:gd name="connsiteX206" fmla="*/ 3217087 w 4011346"/>
                <a:gd name="connsiteY206" fmla="*/ 1485065 h 1855498"/>
                <a:gd name="connsiteX207" fmla="*/ 3240447 w 4011346"/>
                <a:gd name="connsiteY207" fmla="*/ 1418321 h 1855498"/>
                <a:gd name="connsiteX208" fmla="*/ 3270482 w 4011346"/>
                <a:gd name="connsiteY208" fmla="*/ 1414984 h 1855498"/>
                <a:gd name="connsiteX209" fmla="*/ 3287168 w 4011346"/>
                <a:gd name="connsiteY209" fmla="*/ 1354914 h 1855498"/>
                <a:gd name="connsiteX210" fmla="*/ 3313866 w 4011346"/>
                <a:gd name="connsiteY210" fmla="*/ 1344902 h 1855498"/>
                <a:gd name="connsiteX211" fmla="*/ 3313866 w 4011346"/>
                <a:gd name="connsiteY211" fmla="*/ 1314867 h 1855498"/>
                <a:gd name="connsiteX212" fmla="*/ 3337227 w 4011346"/>
                <a:gd name="connsiteY212" fmla="*/ 1278157 h 1855498"/>
                <a:gd name="connsiteX213" fmla="*/ 3330552 w 4011346"/>
                <a:gd name="connsiteY213" fmla="*/ 1234773 h 1855498"/>
                <a:gd name="connsiteX214" fmla="*/ 3333890 w 4011346"/>
                <a:gd name="connsiteY214" fmla="*/ 1204738 h 1855498"/>
                <a:gd name="connsiteX215" fmla="*/ 3323878 w 4011346"/>
                <a:gd name="connsiteY215" fmla="*/ 1194727 h 1855498"/>
                <a:gd name="connsiteX216" fmla="*/ 3363925 w 4011346"/>
                <a:gd name="connsiteY216" fmla="*/ 1107959 h 1855498"/>
                <a:gd name="connsiteX217" fmla="*/ 3383948 w 4011346"/>
                <a:gd name="connsiteY217" fmla="*/ 1117971 h 1855498"/>
                <a:gd name="connsiteX218" fmla="*/ 3410646 w 4011346"/>
                <a:gd name="connsiteY218" fmla="*/ 1091273 h 1855498"/>
                <a:gd name="connsiteX219" fmla="*/ 3420657 w 4011346"/>
                <a:gd name="connsiteY219" fmla="*/ 1117971 h 1855498"/>
                <a:gd name="connsiteX220" fmla="*/ 3447355 w 4011346"/>
                <a:gd name="connsiteY220" fmla="*/ 1101284 h 1855498"/>
                <a:gd name="connsiteX221" fmla="*/ 3477390 w 4011346"/>
                <a:gd name="connsiteY221" fmla="*/ 1091273 h 1855498"/>
                <a:gd name="connsiteX222" fmla="*/ 3514100 w 4011346"/>
                <a:gd name="connsiteY222" fmla="*/ 1117971 h 1855498"/>
                <a:gd name="connsiteX223" fmla="*/ 3574170 w 4011346"/>
                <a:gd name="connsiteY223" fmla="*/ 1051226 h 1855498"/>
                <a:gd name="connsiteX224" fmla="*/ 3637577 w 4011346"/>
                <a:gd name="connsiteY224" fmla="*/ 1004505 h 1855498"/>
                <a:gd name="connsiteX225" fmla="*/ 3690973 w 4011346"/>
                <a:gd name="connsiteY225" fmla="*/ 967795 h 1855498"/>
                <a:gd name="connsiteX226" fmla="*/ 3741031 w 4011346"/>
                <a:gd name="connsiteY226" fmla="*/ 994493 h 1855498"/>
                <a:gd name="connsiteX227" fmla="*/ 3751043 w 4011346"/>
                <a:gd name="connsiteY227" fmla="*/ 967795 h 1855498"/>
                <a:gd name="connsiteX228" fmla="*/ 3727682 w 4011346"/>
                <a:gd name="connsiteY228" fmla="*/ 901051 h 1855498"/>
                <a:gd name="connsiteX229" fmla="*/ 3700984 w 4011346"/>
                <a:gd name="connsiteY229" fmla="*/ 884365 h 1855498"/>
                <a:gd name="connsiteX230" fmla="*/ 3697647 w 4011346"/>
                <a:gd name="connsiteY230" fmla="*/ 854330 h 1855498"/>
                <a:gd name="connsiteX231" fmla="*/ 3751043 w 4011346"/>
                <a:gd name="connsiteY231" fmla="*/ 861004 h 1855498"/>
                <a:gd name="connsiteX232" fmla="*/ 3774403 w 4011346"/>
                <a:gd name="connsiteY232" fmla="*/ 817620 h 1855498"/>
                <a:gd name="connsiteX233" fmla="*/ 3767729 w 4011346"/>
                <a:gd name="connsiteY233" fmla="*/ 790922 h 1855498"/>
                <a:gd name="connsiteX234" fmla="*/ 3794427 w 4011346"/>
                <a:gd name="connsiteY234" fmla="*/ 757550 h 1855498"/>
                <a:gd name="connsiteX235" fmla="*/ 3804438 w 4011346"/>
                <a:gd name="connsiteY235" fmla="*/ 800934 h 1855498"/>
                <a:gd name="connsiteX236" fmla="*/ 3827799 w 4011346"/>
                <a:gd name="connsiteY236" fmla="*/ 817620 h 1855498"/>
                <a:gd name="connsiteX237" fmla="*/ 3874520 w 4011346"/>
                <a:gd name="connsiteY237" fmla="*/ 837644 h 1855498"/>
                <a:gd name="connsiteX238" fmla="*/ 3894544 w 4011346"/>
                <a:gd name="connsiteY238" fmla="*/ 864341 h 1855498"/>
                <a:gd name="connsiteX239" fmla="*/ 3941265 w 4011346"/>
                <a:gd name="connsiteY239" fmla="*/ 887702 h 1855498"/>
                <a:gd name="connsiteX240" fmla="*/ 3947939 w 4011346"/>
                <a:gd name="connsiteY240" fmla="*/ 874353 h 1855498"/>
                <a:gd name="connsiteX241" fmla="*/ 3957951 w 4011346"/>
                <a:gd name="connsiteY241" fmla="*/ 810946 h 1855498"/>
                <a:gd name="connsiteX242" fmla="*/ 4004672 w 4011346"/>
                <a:gd name="connsiteY242" fmla="*/ 804271 h 1855498"/>
                <a:gd name="connsiteX243" fmla="*/ 4011346 w 4011346"/>
                <a:gd name="connsiteY243" fmla="*/ 770899 h 1855498"/>
                <a:gd name="connsiteX244" fmla="*/ 3967963 w 4011346"/>
                <a:gd name="connsiteY244" fmla="*/ 734190 h 1855498"/>
                <a:gd name="connsiteX245" fmla="*/ 3921241 w 4011346"/>
                <a:gd name="connsiteY245" fmla="*/ 717503 h 1855498"/>
                <a:gd name="connsiteX246" fmla="*/ 3907892 w 4011346"/>
                <a:gd name="connsiteY246" fmla="*/ 720841 h 1855498"/>
                <a:gd name="connsiteX247" fmla="*/ 3907892 w 4011346"/>
                <a:gd name="connsiteY247" fmla="*/ 754213 h 1855498"/>
                <a:gd name="connsiteX248" fmla="*/ 3887869 w 4011346"/>
                <a:gd name="connsiteY248" fmla="*/ 747538 h 1855498"/>
                <a:gd name="connsiteX249" fmla="*/ 3874520 w 4011346"/>
                <a:gd name="connsiteY249" fmla="*/ 694143 h 1855498"/>
                <a:gd name="connsiteX250" fmla="*/ 3817787 w 4011346"/>
                <a:gd name="connsiteY250" fmla="*/ 630736 h 1855498"/>
                <a:gd name="connsiteX251" fmla="*/ 3717671 w 4011346"/>
                <a:gd name="connsiteY251" fmla="*/ 553979 h 1855498"/>
                <a:gd name="connsiteX252" fmla="*/ 3664275 w 4011346"/>
                <a:gd name="connsiteY252" fmla="*/ 533956 h 1855498"/>
                <a:gd name="connsiteX253" fmla="*/ 3584181 w 4011346"/>
                <a:gd name="connsiteY253" fmla="*/ 527282 h 1855498"/>
                <a:gd name="connsiteX254" fmla="*/ 3520774 w 4011346"/>
                <a:gd name="connsiteY254" fmla="*/ 510595 h 1855498"/>
                <a:gd name="connsiteX255" fmla="*/ 3530786 w 4011346"/>
                <a:gd name="connsiteY255" fmla="*/ 550642 h 1855498"/>
                <a:gd name="connsiteX256" fmla="*/ 3537460 w 4011346"/>
                <a:gd name="connsiteY256" fmla="*/ 577340 h 1855498"/>
                <a:gd name="connsiteX257" fmla="*/ 3507425 w 4011346"/>
                <a:gd name="connsiteY257" fmla="*/ 600700 h 1855498"/>
                <a:gd name="connsiteX258" fmla="*/ 3477390 w 4011346"/>
                <a:gd name="connsiteY258" fmla="*/ 574003 h 1855498"/>
                <a:gd name="connsiteX259" fmla="*/ 3477390 w 4011346"/>
                <a:gd name="connsiteY259" fmla="*/ 553979 h 1855498"/>
                <a:gd name="connsiteX260" fmla="*/ 3504088 w 4011346"/>
                <a:gd name="connsiteY260" fmla="*/ 533956 h 1855498"/>
                <a:gd name="connsiteX261" fmla="*/ 3467379 w 4011346"/>
                <a:gd name="connsiteY261" fmla="*/ 520607 h 1855498"/>
                <a:gd name="connsiteX262" fmla="*/ 3450692 w 4011346"/>
                <a:gd name="connsiteY262" fmla="*/ 547305 h 1855498"/>
                <a:gd name="connsiteX263" fmla="*/ 3440681 w 4011346"/>
                <a:gd name="connsiteY263" fmla="*/ 560654 h 1855498"/>
                <a:gd name="connsiteX264" fmla="*/ 3357250 w 4011346"/>
                <a:gd name="connsiteY264" fmla="*/ 547305 h 1855498"/>
                <a:gd name="connsiteX265" fmla="*/ 3297180 w 4011346"/>
                <a:gd name="connsiteY265" fmla="*/ 553979 h 1855498"/>
                <a:gd name="connsiteX266" fmla="*/ 3267145 w 4011346"/>
                <a:gd name="connsiteY266" fmla="*/ 530619 h 1855498"/>
                <a:gd name="connsiteX267" fmla="*/ 3267145 w 4011346"/>
                <a:gd name="connsiteY267" fmla="*/ 493909 h 1855498"/>
                <a:gd name="connsiteX268" fmla="*/ 3203738 w 4011346"/>
                <a:gd name="connsiteY268" fmla="*/ 437176 h 1855498"/>
                <a:gd name="connsiteX269" fmla="*/ 3076923 w 4011346"/>
                <a:gd name="connsiteY269" fmla="*/ 443851 h 1855498"/>
                <a:gd name="connsiteX270" fmla="*/ 3043551 w 4011346"/>
                <a:gd name="connsiteY270" fmla="*/ 420490 h 1855498"/>
                <a:gd name="connsiteX271" fmla="*/ 3000167 w 4011346"/>
                <a:gd name="connsiteY271" fmla="*/ 373769 h 1855498"/>
                <a:gd name="connsiteX272" fmla="*/ 3013516 w 4011346"/>
                <a:gd name="connsiteY272" fmla="*/ 367095 h 1855498"/>
                <a:gd name="connsiteX273" fmla="*/ 3000167 w 4011346"/>
                <a:gd name="connsiteY273" fmla="*/ 347071 h 1855498"/>
                <a:gd name="connsiteX274" fmla="*/ 2970132 w 4011346"/>
                <a:gd name="connsiteY274" fmla="*/ 343734 h 1855498"/>
                <a:gd name="connsiteX275" fmla="*/ 2920073 w 4011346"/>
                <a:gd name="connsiteY275" fmla="*/ 390455 h 1855498"/>
                <a:gd name="connsiteX276" fmla="*/ 2920073 w 4011346"/>
                <a:gd name="connsiteY276" fmla="*/ 390455 h 1855498"/>
                <a:gd name="connsiteX277" fmla="*/ 2916736 w 4011346"/>
                <a:gd name="connsiteY277" fmla="*/ 340397 h 1855498"/>
                <a:gd name="connsiteX278" fmla="*/ 2936760 w 4011346"/>
                <a:gd name="connsiteY278" fmla="*/ 337060 h 1855498"/>
                <a:gd name="connsiteX279" fmla="*/ 2866678 w 4011346"/>
                <a:gd name="connsiteY279" fmla="*/ 307025 h 1855498"/>
                <a:gd name="connsiteX280" fmla="*/ 2813282 w 4011346"/>
                <a:gd name="connsiteY280" fmla="*/ 303687 h 1855498"/>
                <a:gd name="connsiteX281" fmla="*/ 2793259 w 4011346"/>
                <a:gd name="connsiteY281" fmla="*/ 327048 h 1855498"/>
                <a:gd name="connsiteX282" fmla="*/ 2743200 w 4011346"/>
                <a:gd name="connsiteY282" fmla="*/ 337060 h 1855498"/>
                <a:gd name="connsiteX283" fmla="*/ 2786584 w 4011346"/>
                <a:gd name="connsiteY283" fmla="*/ 347071 h 1855498"/>
                <a:gd name="connsiteX284" fmla="*/ 2763224 w 4011346"/>
                <a:gd name="connsiteY284" fmla="*/ 367095 h 1855498"/>
                <a:gd name="connsiteX285" fmla="*/ 2769898 w 4011346"/>
                <a:gd name="connsiteY285" fmla="*/ 417153 h 1855498"/>
                <a:gd name="connsiteX286" fmla="*/ 2749875 w 4011346"/>
                <a:gd name="connsiteY286" fmla="*/ 400467 h 1855498"/>
                <a:gd name="connsiteX287" fmla="*/ 2733189 w 4011346"/>
                <a:gd name="connsiteY287" fmla="*/ 413816 h 1855498"/>
                <a:gd name="connsiteX288" fmla="*/ 2666444 w 4011346"/>
                <a:gd name="connsiteY288" fmla="*/ 403804 h 1855498"/>
                <a:gd name="connsiteX289" fmla="*/ 2636409 w 4011346"/>
                <a:gd name="connsiteY289" fmla="*/ 413816 h 1855498"/>
                <a:gd name="connsiteX290" fmla="*/ 2603037 w 4011346"/>
                <a:gd name="connsiteY290" fmla="*/ 373769 h 1855498"/>
                <a:gd name="connsiteX291" fmla="*/ 2569665 w 4011346"/>
                <a:gd name="connsiteY291" fmla="*/ 457200 h 1855498"/>
                <a:gd name="connsiteX292" fmla="*/ 2552979 w 4011346"/>
                <a:gd name="connsiteY292" fmla="*/ 477223 h 1855498"/>
                <a:gd name="connsiteX293" fmla="*/ 2469548 w 4011346"/>
                <a:gd name="connsiteY293" fmla="*/ 340397 h 1855498"/>
                <a:gd name="connsiteX294" fmla="*/ 2446187 w 4011346"/>
                <a:gd name="connsiteY294" fmla="*/ 357083 h 1855498"/>
                <a:gd name="connsiteX295" fmla="*/ 2442850 w 4011346"/>
                <a:gd name="connsiteY295" fmla="*/ 323711 h 1855498"/>
                <a:gd name="connsiteX296" fmla="*/ 2449525 w 4011346"/>
                <a:gd name="connsiteY296" fmla="*/ 253629 h 1855498"/>
                <a:gd name="connsiteX297" fmla="*/ 2386117 w 4011346"/>
                <a:gd name="connsiteY297" fmla="*/ 226931 h 1855498"/>
                <a:gd name="connsiteX298" fmla="*/ 2369431 w 4011346"/>
                <a:gd name="connsiteY298" fmla="*/ 266978 h 1855498"/>
                <a:gd name="connsiteX299" fmla="*/ 2379443 w 4011346"/>
                <a:gd name="connsiteY299" fmla="*/ 290338 h 1855498"/>
                <a:gd name="connsiteX300" fmla="*/ 2376106 w 4011346"/>
                <a:gd name="connsiteY300" fmla="*/ 310362 h 1855498"/>
                <a:gd name="connsiteX301" fmla="*/ 2352745 w 4011346"/>
                <a:gd name="connsiteY301" fmla="*/ 287001 h 1855498"/>
                <a:gd name="connsiteX302" fmla="*/ 2316036 w 4011346"/>
                <a:gd name="connsiteY302" fmla="*/ 293676 h 1855498"/>
                <a:gd name="connsiteX303" fmla="*/ 2272652 w 4011346"/>
                <a:gd name="connsiteY303" fmla="*/ 280327 h 1855498"/>
                <a:gd name="connsiteX304" fmla="*/ 2245954 w 4011346"/>
                <a:gd name="connsiteY304" fmla="*/ 240280 h 1855498"/>
                <a:gd name="connsiteX305" fmla="*/ 2209244 w 4011346"/>
                <a:gd name="connsiteY305" fmla="*/ 236943 h 1855498"/>
                <a:gd name="connsiteX306" fmla="*/ 2159186 w 4011346"/>
                <a:gd name="connsiteY306" fmla="*/ 226931 h 1855498"/>
                <a:gd name="connsiteX307" fmla="*/ 2132488 w 4011346"/>
                <a:gd name="connsiteY307" fmla="*/ 243617 h 1855498"/>
                <a:gd name="connsiteX308" fmla="*/ 2115802 w 4011346"/>
                <a:gd name="connsiteY308" fmla="*/ 256966 h 1855498"/>
                <a:gd name="connsiteX309" fmla="*/ 2115802 w 4011346"/>
                <a:gd name="connsiteY309" fmla="*/ 226931 h 1855498"/>
                <a:gd name="connsiteX310" fmla="*/ 2082430 w 4011346"/>
                <a:gd name="connsiteY310" fmla="*/ 223594 h 1855498"/>
                <a:gd name="connsiteX311" fmla="*/ 2045720 w 4011346"/>
                <a:gd name="connsiteY311" fmla="*/ 196896 h 1855498"/>
                <a:gd name="connsiteX312" fmla="*/ 2025697 w 4011346"/>
                <a:gd name="connsiteY312" fmla="*/ 226931 h 1855498"/>
                <a:gd name="connsiteX313" fmla="*/ 2055732 w 4011346"/>
                <a:gd name="connsiteY313" fmla="*/ 223594 h 1855498"/>
                <a:gd name="connsiteX314" fmla="*/ 2045720 w 4011346"/>
                <a:gd name="connsiteY314" fmla="*/ 250292 h 1855498"/>
                <a:gd name="connsiteX315" fmla="*/ 1988987 w 4011346"/>
                <a:gd name="connsiteY315" fmla="*/ 270315 h 1855498"/>
                <a:gd name="connsiteX316" fmla="*/ 1935592 w 4011346"/>
                <a:gd name="connsiteY316" fmla="*/ 280327 h 1855498"/>
                <a:gd name="connsiteX317" fmla="*/ 1995662 w 4011346"/>
                <a:gd name="connsiteY317" fmla="*/ 223594 h 1855498"/>
                <a:gd name="connsiteX318" fmla="*/ 2055732 w 4011346"/>
                <a:gd name="connsiteY318" fmla="*/ 153512 h 1855498"/>
                <a:gd name="connsiteX319" fmla="*/ 2055732 w 4011346"/>
                <a:gd name="connsiteY319" fmla="*/ 153512 h 1855498"/>
                <a:gd name="connsiteX320" fmla="*/ 1748707 w 4011346"/>
                <a:gd name="connsiteY320" fmla="*/ 16687 h 1855498"/>
                <a:gd name="connsiteX321" fmla="*/ 1685300 w 4011346"/>
                <a:gd name="connsiteY321" fmla="*/ 0 h 1855498"/>
                <a:gd name="connsiteX322" fmla="*/ 1615218 w 4011346"/>
                <a:gd name="connsiteY322" fmla="*/ 3338 h 1855498"/>
                <a:gd name="connsiteX323" fmla="*/ 1638579 w 4011346"/>
                <a:gd name="connsiteY323" fmla="*/ 33373 h 1855498"/>
                <a:gd name="connsiteX324" fmla="*/ 1528449 w 4011346"/>
                <a:gd name="connsiteY324" fmla="*/ 60069 h 1855498"/>
                <a:gd name="connsiteX325" fmla="*/ 1465043 w 4011346"/>
                <a:gd name="connsiteY325" fmla="*/ 143500 h 1855498"/>
                <a:gd name="connsiteX326" fmla="*/ 1448357 w 4011346"/>
                <a:gd name="connsiteY326" fmla="*/ 170198 h 1855498"/>
                <a:gd name="connsiteX327" fmla="*/ 1481729 w 4011346"/>
                <a:gd name="connsiteY327" fmla="*/ 203571 h 1855498"/>
                <a:gd name="connsiteX328" fmla="*/ 1481729 w 4011346"/>
                <a:gd name="connsiteY328" fmla="*/ 233606 h 1855498"/>
                <a:gd name="connsiteX329" fmla="*/ 1458368 w 4011346"/>
                <a:gd name="connsiteY329" fmla="*/ 236943 h 1855498"/>
                <a:gd name="connsiteX330" fmla="*/ 1458368 w 4011346"/>
                <a:gd name="connsiteY330" fmla="*/ 216919 h 1855498"/>
                <a:gd name="connsiteX331" fmla="*/ 1418322 w 4011346"/>
                <a:gd name="connsiteY331" fmla="*/ 226931 h 1855498"/>
                <a:gd name="connsiteX332" fmla="*/ 1368263 w 4011346"/>
                <a:gd name="connsiteY332" fmla="*/ 233606 h 1855498"/>
                <a:gd name="connsiteX333" fmla="*/ 1321542 w 4011346"/>
                <a:gd name="connsiteY333" fmla="*/ 240280 h 1855498"/>
                <a:gd name="connsiteX334" fmla="*/ 1318205 w 4011346"/>
                <a:gd name="connsiteY334" fmla="*/ 327048 h 1855498"/>
                <a:gd name="connsiteX335" fmla="*/ 1358252 w 4011346"/>
                <a:gd name="connsiteY335" fmla="*/ 350409 h 1855498"/>
                <a:gd name="connsiteX336" fmla="*/ 1374938 w 4011346"/>
                <a:gd name="connsiteY336" fmla="*/ 380444 h 1855498"/>
                <a:gd name="connsiteX337" fmla="*/ 1384949 w 4011346"/>
                <a:gd name="connsiteY337" fmla="*/ 403804 h 1855498"/>
                <a:gd name="connsiteX338" fmla="*/ 1394961 w 4011346"/>
                <a:gd name="connsiteY338" fmla="*/ 453863 h 1855498"/>
                <a:gd name="connsiteX339" fmla="*/ 1384949 w 4011346"/>
                <a:gd name="connsiteY339" fmla="*/ 483898 h 1855498"/>
                <a:gd name="connsiteX340" fmla="*/ 1358252 w 4011346"/>
                <a:gd name="connsiteY340" fmla="*/ 450525 h 1855498"/>
                <a:gd name="connsiteX341" fmla="*/ 1361589 w 4011346"/>
                <a:gd name="connsiteY341" fmla="*/ 420490 h 1855498"/>
                <a:gd name="connsiteX342" fmla="*/ 1351577 w 4011346"/>
                <a:gd name="connsiteY342" fmla="*/ 380444 h 1855498"/>
                <a:gd name="connsiteX343" fmla="*/ 1328217 w 4011346"/>
                <a:gd name="connsiteY343" fmla="*/ 387118 h 1855498"/>
                <a:gd name="connsiteX344" fmla="*/ 1281495 w 4011346"/>
                <a:gd name="connsiteY344" fmla="*/ 350409 h 1855498"/>
                <a:gd name="connsiteX345" fmla="*/ 1241449 w 4011346"/>
                <a:gd name="connsiteY345" fmla="*/ 347071 h 1855498"/>
                <a:gd name="connsiteX346" fmla="*/ 1241449 w 4011346"/>
                <a:gd name="connsiteY346" fmla="*/ 393792 h 1855498"/>
                <a:gd name="connsiteX347" fmla="*/ 1201402 w 4011346"/>
                <a:gd name="connsiteY347" fmla="*/ 373769 h 1855498"/>
                <a:gd name="connsiteX348" fmla="*/ 1228100 w 4011346"/>
                <a:gd name="connsiteY348" fmla="*/ 423827 h 1855498"/>
                <a:gd name="connsiteX349" fmla="*/ 1258135 w 4011346"/>
                <a:gd name="connsiteY349" fmla="*/ 433839 h 1855498"/>
                <a:gd name="connsiteX350" fmla="*/ 1258135 w 4011346"/>
                <a:gd name="connsiteY350" fmla="*/ 453863 h 1855498"/>
                <a:gd name="connsiteX351" fmla="*/ 1198065 w 4011346"/>
                <a:gd name="connsiteY351" fmla="*/ 430502 h 1855498"/>
                <a:gd name="connsiteX352" fmla="*/ 1181379 w 4011346"/>
                <a:gd name="connsiteY352" fmla="*/ 430502 h 1855498"/>
                <a:gd name="connsiteX353" fmla="*/ 1178041 w 4011346"/>
                <a:gd name="connsiteY353" fmla="*/ 387118 h 1855498"/>
                <a:gd name="connsiteX354" fmla="*/ 1171367 w 4011346"/>
                <a:gd name="connsiteY354" fmla="*/ 300350 h 1855498"/>
                <a:gd name="connsiteX355" fmla="*/ 1161355 w 4011346"/>
                <a:gd name="connsiteY355" fmla="*/ 370432 h 1855498"/>
                <a:gd name="connsiteX356" fmla="*/ 1137995 w 4011346"/>
                <a:gd name="connsiteY356" fmla="*/ 400467 h 1855498"/>
                <a:gd name="connsiteX357" fmla="*/ 1158018 w 4011346"/>
                <a:gd name="connsiteY357" fmla="*/ 447188 h 1855498"/>
                <a:gd name="connsiteX358" fmla="*/ 1158018 w 4011346"/>
                <a:gd name="connsiteY358" fmla="*/ 480560 h 1855498"/>
                <a:gd name="connsiteX359" fmla="*/ 1141332 w 4011346"/>
                <a:gd name="connsiteY359" fmla="*/ 530619 h 1855498"/>
                <a:gd name="connsiteX360" fmla="*/ 1154681 w 4011346"/>
                <a:gd name="connsiteY360" fmla="*/ 563991 h 1855498"/>
                <a:gd name="connsiteX361" fmla="*/ 1184716 w 4011346"/>
                <a:gd name="connsiteY361" fmla="*/ 570665 h 1855498"/>
                <a:gd name="connsiteX362" fmla="*/ 1221425 w 4011346"/>
                <a:gd name="connsiteY362" fmla="*/ 577340 h 1855498"/>
                <a:gd name="connsiteX363" fmla="*/ 1241449 w 4011346"/>
                <a:gd name="connsiteY363" fmla="*/ 600700 h 1855498"/>
                <a:gd name="connsiteX364" fmla="*/ 1258135 w 4011346"/>
                <a:gd name="connsiteY364" fmla="*/ 644084 h 1855498"/>
                <a:gd name="connsiteX365" fmla="*/ 1258135 w 4011346"/>
                <a:gd name="connsiteY365" fmla="*/ 644084 h 1855498"/>
                <a:gd name="connsiteX366" fmla="*/ 1254798 w 4011346"/>
                <a:gd name="connsiteY366" fmla="*/ 677457 h 1855498"/>
                <a:gd name="connsiteX367" fmla="*/ 1274821 w 4011346"/>
                <a:gd name="connsiteY367" fmla="*/ 697480 h 1855498"/>
                <a:gd name="connsiteX368" fmla="*/ 1244786 w 4011346"/>
                <a:gd name="connsiteY368" fmla="*/ 704155 h 1855498"/>
                <a:gd name="connsiteX369" fmla="*/ 1224763 w 4011346"/>
                <a:gd name="connsiteY369" fmla="*/ 664108 h 1855498"/>
                <a:gd name="connsiteX370" fmla="*/ 1224763 w 4011346"/>
                <a:gd name="connsiteY370" fmla="*/ 624061 h 1855498"/>
                <a:gd name="connsiteX371" fmla="*/ 1194727 w 4011346"/>
                <a:gd name="connsiteY371" fmla="*/ 587352 h 1855498"/>
                <a:gd name="connsiteX372" fmla="*/ 1164692 w 4011346"/>
                <a:gd name="connsiteY372" fmla="*/ 630736 h 1855498"/>
                <a:gd name="connsiteX373" fmla="*/ 1178041 w 4011346"/>
                <a:gd name="connsiteY373" fmla="*/ 674119 h 1855498"/>
                <a:gd name="connsiteX374" fmla="*/ 1137995 w 4011346"/>
                <a:gd name="connsiteY374" fmla="*/ 730852 h 1855498"/>
                <a:gd name="connsiteX375" fmla="*/ 1097948 w 4011346"/>
                <a:gd name="connsiteY375" fmla="*/ 787585 h 1855498"/>
                <a:gd name="connsiteX376" fmla="*/ 1007843 w 4011346"/>
                <a:gd name="connsiteY376" fmla="*/ 750876 h 1855498"/>
                <a:gd name="connsiteX377" fmla="*/ 1074587 w 4011346"/>
                <a:gd name="connsiteY377" fmla="*/ 747538 h 1855498"/>
                <a:gd name="connsiteX378" fmla="*/ 1107960 w 4011346"/>
                <a:gd name="connsiteY378" fmla="*/ 684131 h 1855498"/>
                <a:gd name="connsiteX379" fmla="*/ 1121309 w 4011346"/>
                <a:gd name="connsiteY379" fmla="*/ 640747 h 1855498"/>
                <a:gd name="connsiteX380" fmla="*/ 1127983 w 4011346"/>
                <a:gd name="connsiteY380" fmla="*/ 607375 h 1855498"/>
                <a:gd name="connsiteX381" fmla="*/ 1117971 w 4011346"/>
                <a:gd name="connsiteY381" fmla="*/ 590689 h 1855498"/>
                <a:gd name="connsiteX382" fmla="*/ 1114634 w 4011346"/>
                <a:gd name="connsiteY382" fmla="*/ 540630 h 1855498"/>
                <a:gd name="connsiteX383" fmla="*/ 1104622 w 4011346"/>
                <a:gd name="connsiteY383" fmla="*/ 460537 h 1855498"/>
                <a:gd name="connsiteX384" fmla="*/ 1101285 w 4011346"/>
                <a:gd name="connsiteY384" fmla="*/ 400467 h 1855498"/>
                <a:gd name="connsiteX385" fmla="*/ 1124646 w 4011346"/>
                <a:gd name="connsiteY385" fmla="*/ 307025 h 1855498"/>
                <a:gd name="connsiteX386" fmla="*/ 1031203 w 4011346"/>
                <a:gd name="connsiteY386" fmla="*/ 297013 h 1855498"/>
                <a:gd name="connsiteX387" fmla="*/ 1014517 w 4011346"/>
                <a:gd name="connsiteY387" fmla="*/ 353746 h 1855498"/>
                <a:gd name="connsiteX388" fmla="*/ 1024529 w 4011346"/>
                <a:gd name="connsiteY388" fmla="*/ 400467 h 1855498"/>
                <a:gd name="connsiteX389" fmla="*/ 981145 w 4011346"/>
                <a:gd name="connsiteY389" fmla="*/ 453863 h 1855498"/>
                <a:gd name="connsiteX390" fmla="*/ 991157 w 4011346"/>
                <a:gd name="connsiteY390" fmla="*/ 490572 h 1855498"/>
                <a:gd name="connsiteX391" fmla="*/ 981145 w 4011346"/>
                <a:gd name="connsiteY391" fmla="*/ 537293 h 1855498"/>
                <a:gd name="connsiteX392" fmla="*/ 1001168 w 4011346"/>
                <a:gd name="connsiteY392" fmla="*/ 560654 h 1855498"/>
                <a:gd name="connsiteX393" fmla="*/ 1017854 w 4011346"/>
                <a:gd name="connsiteY393" fmla="*/ 607375 h 1855498"/>
                <a:gd name="connsiteX394" fmla="*/ 1047890 w 4011346"/>
                <a:gd name="connsiteY394" fmla="*/ 594026 h 1855498"/>
                <a:gd name="connsiteX395" fmla="*/ 1014517 w 4011346"/>
                <a:gd name="connsiteY395" fmla="*/ 647422 h 1855498"/>
                <a:gd name="connsiteX396" fmla="*/ 957784 w 4011346"/>
                <a:gd name="connsiteY396" fmla="*/ 594026 h 1855498"/>
                <a:gd name="connsiteX397" fmla="*/ 884365 w 4011346"/>
                <a:gd name="connsiteY397" fmla="*/ 557317 h 1855498"/>
                <a:gd name="connsiteX398" fmla="*/ 824295 w 4011346"/>
                <a:gd name="connsiteY398" fmla="*/ 533956 h 1855498"/>
                <a:gd name="connsiteX399" fmla="*/ 810946 w 4011346"/>
                <a:gd name="connsiteY399" fmla="*/ 570665 h 1855498"/>
                <a:gd name="connsiteX400" fmla="*/ 827633 w 4011346"/>
                <a:gd name="connsiteY400" fmla="*/ 607375 h 1855498"/>
                <a:gd name="connsiteX401" fmla="*/ 814284 w 4011346"/>
                <a:gd name="connsiteY401" fmla="*/ 630736 h 1855498"/>
                <a:gd name="connsiteX402" fmla="*/ 800935 w 4011346"/>
                <a:gd name="connsiteY402" fmla="*/ 647422 h 1855498"/>
                <a:gd name="connsiteX403" fmla="*/ 770900 w 4011346"/>
                <a:gd name="connsiteY403" fmla="*/ 590689 h 1855498"/>
                <a:gd name="connsiteX404" fmla="*/ 744202 w 4011346"/>
                <a:gd name="connsiteY404" fmla="*/ 627398 h 1855498"/>
                <a:gd name="connsiteX405" fmla="*/ 707492 w 4011346"/>
                <a:gd name="connsiteY405" fmla="*/ 620724 h 1855498"/>
                <a:gd name="connsiteX406" fmla="*/ 654097 w 4011346"/>
                <a:gd name="connsiteY406" fmla="*/ 657433 h 1855498"/>
                <a:gd name="connsiteX407" fmla="*/ 644085 w 4011346"/>
                <a:gd name="connsiteY407" fmla="*/ 634073 h 1855498"/>
                <a:gd name="connsiteX408" fmla="*/ 654097 w 4011346"/>
                <a:gd name="connsiteY408" fmla="*/ 597363 h 1855498"/>
                <a:gd name="connsiteX409" fmla="*/ 614050 w 4011346"/>
                <a:gd name="connsiteY409" fmla="*/ 634073 h 1855498"/>
                <a:gd name="connsiteX410" fmla="*/ 594027 w 4011346"/>
                <a:gd name="connsiteY410" fmla="*/ 634073 h 1855498"/>
                <a:gd name="connsiteX411" fmla="*/ 533957 w 4011346"/>
                <a:gd name="connsiteY411" fmla="*/ 667445 h 1855498"/>
                <a:gd name="connsiteX412" fmla="*/ 510596 w 4011346"/>
                <a:gd name="connsiteY412" fmla="*/ 690806 h 1855498"/>
                <a:gd name="connsiteX413" fmla="*/ 500584 w 4011346"/>
                <a:gd name="connsiteY413" fmla="*/ 737527 h 1855498"/>
                <a:gd name="connsiteX414" fmla="*/ 450526 w 4011346"/>
                <a:gd name="connsiteY414" fmla="*/ 724178 h 1855498"/>
                <a:gd name="connsiteX415" fmla="*/ 433840 w 4011346"/>
                <a:gd name="connsiteY415" fmla="*/ 687468 h 1855498"/>
                <a:gd name="connsiteX416" fmla="*/ 467212 w 4011346"/>
                <a:gd name="connsiteY416" fmla="*/ 657433 h 1855498"/>
                <a:gd name="connsiteX417" fmla="*/ 453863 w 4011346"/>
                <a:gd name="connsiteY417" fmla="*/ 634073 h 1855498"/>
                <a:gd name="connsiteX418" fmla="*/ 390456 w 4011346"/>
                <a:gd name="connsiteY418" fmla="*/ 604038 h 1855498"/>
                <a:gd name="connsiteX419" fmla="*/ 417154 w 4011346"/>
                <a:gd name="connsiteY419" fmla="*/ 654096 h 1855498"/>
                <a:gd name="connsiteX420" fmla="*/ 407142 w 4011346"/>
                <a:gd name="connsiteY420" fmla="*/ 697480 h 1855498"/>
                <a:gd name="connsiteX421" fmla="*/ 413817 w 4011346"/>
                <a:gd name="connsiteY421" fmla="*/ 734190 h 1855498"/>
                <a:gd name="connsiteX422" fmla="*/ 427165 w 4011346"/>
                <a:gd name="connsiteY422" fmla="*/ 757550 h 1855498"/>
                <a:gd name="connsiteX423" fmla="*/ 413817 w 4011346"/>
                <a:gd name="connsiteY423" fmla="*/ 787585 h 1855498"/>
                <a:gd name="connsiteX424" fmla="*/ 390456 w 4011346"/>
                <a:gd name="connsiteY424" fmla="*/ 764225 h 1855498"/>
                <a:gd name="connsiteX425" fmla="*/ 360421 w 4011346"/>
                <a:gd name="connsiteY425" fmla="*/ 760887 h 1855498"/>
                <a:gd name="connsiteX426" fmla="*/ 333723 w 4011346"/>
                <a:gd name="connsiteY426" fmla="*/ 800934 h 1855498"/>
                <a:gd name="connsiteX427" fmla="*/ 307025 w 4011346"/>
                <a:gd name="connsiteY427" fmla="*/ 820957 h 1855498"/>
                <a:gd name="connsiteX428" fmla="*/ 320374 w 4011346"/>
                <a:gd name="connsiteY428" fmla="*/ 847655 h 1855498"/>
                <a:gd name="connsiteX429" fmla="*/ 303688 w 4011346"/>
                <a:gd name="connsiteY429" fmla="*/ 871016 h 1855498"/>
                <a:gd name="connsiteX430" fmla="*/ 233606 w 4011346"/>
                <a:gd name="connsiteY430" fmla="*/ 834306 h 1855498"/>
                <a:gd name="connsiteX431" fmla="*/ 243618 w 4011346"/>
                <a:gd name="connsiteY431" fmla="*/ 884365 h 1855498"/>
                <a:gd name="connsiteX432" fmla="*/ 263641 w 4011346"/>
                <a:gd name="connsiteY432" fmla="*/ 904388 h 1855498"/>
                <a:gd name="connsiteX433" fmla="*/ 250292 w 4011346"/>
                <a:gd name="connsiteY433" fmla="*/ 917737 h 1855498"/>
                <a:gd name="connsiteX434" fmla="*/ 193560 w 4011346"/>
                <a:gd name="connsiteY434" fmla="*/ 881027 h 1855498"/>
                <a:gd name="connsiteX435" fmla="*/ 170199 w 4011346"/>
                <a:gd name="connsiteY435" fmla="*/ 840981 h 1855498"/>
                <a:gd name="connsiteX436" fmla="*/ 170199 w 4011346"/>
                <a:gd name="connsiteY436" fmla="*/ 794260 h 1855498"/>
                <a:gd name="connsiteX437" fmla="*/ 133490 w 4011346"/>
                <a:gd name="connsiteY437" fmla="*/ 717503 h 1855498"/>
                <a:gd name="connsiteX438" fmla="*/ 196897 w 4011346"/>
                <a:gd name="connsiteY438" fmla="*/ 747538 h 1855498"/>
                <a:gd name="connsiteX439" fmla="*/ 256967 w 4011346"/>
                <a:gd name="connsiteY439" fmla="*/ 777573 h 1855498"/>
                <a:gd name="connsiteX440" fmla="*/ 293676 w 4011346"/>
                <a:gd name="connsiteY440" fmla="*/ 780911 h 1855498"/>
                <a:gd name="connsiteX441" fmla="*/ 327049 w 4011346"/>
                <a:gd name="connsiteY441" fmla="*/ 750876 h 1855498"/>
                <a:gd name="connsiteX442" fmla="*/ 343735 w 4011346"/>
                <a:gd name="connsiteY442" fmla="*/ 714166 h 1855498"/>
                <a:gd name="connsiteX443" fmla="*/ 333723 w 4011346"/>
                <a:gd name="connsiteY443" fmla="*/ 664108 h 1855498"/>
                <a:gd name="connsiteX444" fmla="*/ 290339 w 4011346"/>
                <a:gd name="connsiteY444" fmla="*/ 644084 h 1855498"/>
                <a:gd name="connsiteX445" fmla="*/ 236944 w 4011346"/>
                <a:gd name="connsiteY445" fmla="*/ 597363 h 1855498"/>
                <a:gd name="connsiteX446" fmla="*/ 133490 w 4011346"/>
                <a:gd name="connsiteY446" fmla="*/ 540630 h 1855498"/>
                <a:gd name="connsiteX0" fmla="*/ 133490 w 4011346"/>
                <a:gd name="connsiteY0" fmla="*/ 540630 h 1855498"/>
                <a:gd name="connsiteX1" fmla="*/ 46722 w 4011346"/>
                <a:gd name="connsiteY1" fmla="*/ 570665 h 1855498"/>
                <a:gd name="connsiteX2" fmla="*/ 33373 w 4011346"/>
                <a:gd name="connsiteY2" fmla="*/ 600700 h 1855498"/>
                <a:gd name="connsiteX3" fmla="*/ 43384 w 4011346"/>
                <a:gd name="connsiteY3" fmla="*/ 630736 h 1855498"/>
                <a:gd name="connsiteX4" fmla="*/ 60071 w 4011346"/>
                <a:gd name="connsiteY4" fmla="*/ 657433 h 1855498"/>
                <a:gd name="connsiteX5" fmla="*/ 73419 w 4011346"/>
                <a:gd name="connsiteY5" fmla="*/ 687468 h 1855498"/>
                <a:gd name="connsiteX6" fmla="*/ 56733 w 4011346"/>
                <a:gd name="connsiteY6" fmla="*/ 710829 h 1855498"/>
                <a:gd name="connsiteX7" fmla="*/ 76757 w 4011346"/>
                <a:gd name="connsiteY7" fmla="*/ 790922 h 1855498"/>
                <a:gd name="connsiteX8" fmla="*/ 66745 w 4011346"/>
                <a:gd name="connsiteY8" fmla="*/ 807609 h 1855498"/>
                <a:gd name="connsiteX9" fmla="*/ 70082 w 4011346"/>
                <a:gd name="connsiteY9" fmla="*/ 834306 h 1855498"/>
                <a:gd name="connsiteX10" fmla="*/ 70082 w 4011346"/>
                <a:gd name="connsiteY10" fmla="*/ 874353 h 1855498"/>
                <a:gd name="connsiteX11" fmla="*/ 80094 w 4011346"/>
                <a:gd name="connsiteY11" fmla="*/ 894376 h 1855498"/>
                <a:gd name="connsiteX12" fmla="*/ 76757 w 4011346"/>
                <a:gd name="connsiteY12" fmla="*/ 917737 h 1855498"/>
                <a:gd name="connsiteX13" fmla="*/ 106792 w 4011346"/>
                <a:gd name="connsiteY13" fmla="*/ 951109 h 1855498"/>
                <a:gd name="connsiteX14" fmla="*/ 106792 w 4011346"/>
                <a:gd name="connsiteY14" fmla="*/ 981144 h 1855498"/>
                <a:gd name="connsiteX15" fmla="*/ 13349 w 4011346"/>
                <a:gd name="connsiteY15" fmla="*/ 1071249 h 1855498"/>
                <a:gd name="connsiteX16" fmla="*/ 33373 w 4011346"/>
                <a:gd name="connsiteY16" fmla="*/ 1104622 h 1855498"/>
                <a:gd name="connsiteX17" fmla="*/ 33373 w 4011346"/>
                <a:gd name="connsiteY17" fmla="*/ 1104622 h 1855498"/>
                <a:gd name="connsiteX18" fmla="*/ 16687 w 4011346"/>
                <a:gd name="connsiteY18" fmla="*/ 1134657 h 1855498"/>
                <a:gd name="connsiteX19" fmla="*/ 3338 w 4011346"/>
                <a:gd name="connsiteY19" fmla="*/ 1164692 h 1855498"/>
                <a:gd name="connsiteX20" fmla="*/ 0 w 4011346"/>
                <a:gd name="connsiteY20" fmla="*/ 1224762 h 1855498"/>
                <a:gd name="connsiteX21" fmla="*/ 16687 w 4011346"/>
                <a:gd name="connsiteY21" fmla="*/ 1268146 h 1855498"/>
                <a:gd name="connsiteX22" fmla="*/ 20024 w 4011346"/>
                <a:gd name="connsiteY22" fmla="*/ 1301518 h 1855498"/>
                <a:gd name="connsiteX23" fmla="*/ 56733 w 4011346"/>
                <a:gd name="connsiteY23" fmla="*/ 1311530 h 1855498"/>
                <a:gd name="connsiteX24" fmla="*/ 116803 w 4011346"/>
                <a:gd name="connsiteY24" fmla="*/ 1398298 h 1855498"/>
                <a:gd name="connsiteX25" fmla="*/ 96780 w 4011346"/>
                <a:gd name="connsiteY25" fmla="*/ 1421658 h 1855498"/>
                <a:gd name="connsiteX26" fmla="*/ 93443 w 4011346"/>
                <a:gd name="connsiteY26" fmla="*/ 1451693 h 1855498"/>
                <a:gd name="connsiteX27" fmla="*/ 120141 w 4011346"/>
                <a:gd name="connsiteY27" fmla="*/ 1455030 h 1855498"/>
                <a:gd name="connsiteX28" fmla="*/ 160187 w 4011346"/>
                <a:gd name="connsiteY28" fmla="*/ 1468379 h 1855498"/>
                <a:gd name="connsiteX29" fmla="*/ 186885 w 4011346"/>
                <a:gd name="connsiteY29" fmla="*/ 1481728 h 1855498"/>
                <a:gd name="connsiteX30" fmla="*/ 213583 w 4011346"/>
                <a:gd name="connsiteY30" fmla="*/ 1511763 h 1855498"/>
                <a:gd name="connsiteX31" fmla="*/ 243618 w 4011346"/>
                <a:gd name="connsiteY31" fmla="*/ 1515100 h 1855498"/>
                <a:gd name="connsiteX32" fmla="*/ 287002 w 4011346"/>
                <a:gd name="connsiteY32" fmla="*/ 1545136 h 1855498"/>
                <a:gd name="connsiteX33" fmla="*/ 310363 w 4011346"/>
                <a:gd name="connsiteY33" fmla="*/ 1555147 h 1855498"/>
                <a:gd name="connsiteX34" fmla="*/ 310363 w 4011346"/>
                <a:gd name="connsiteY34" fmla="*/ 1591857 h 1855498"/>
                <a:gd name="connsiteX35" fmla="*/ 270316 w 4011346"/>
                <a:gd name="connsiteY35" fmla="*/ 1631903 h 1855498"/>
                <a:gd name="connsiteX36" fmla="*/ 280327 w 4011346"/>
                <a:gd name="connsiteY36" fmla="*/ 1655264 h 1855498"/>
                <a:gd name="connsiteX37" fmla="*/ 273653 w 4011346"/>
                <a:gd name="connsiteY37" fmla="*/ 1675287 h 1855498"/>
                <a:gd name="connsiteX38" fmla="*/ 266979 w 4011346"/>
                <a:gd name="connsiteY38" fmla="*/ 1691973 h 1855498"/>
                <a:gd name="connsiteX39" fmla="*/ 240281 w 4011346"/>
                <a:gd name="connsiteY39" fmla="*/ 1732020 h 1855498"/>
                <a:gd name="connsiteX40" fmla="*/ 307025 w 4011346"/>
                <a:gd name="connsiteY40" fmla="*/ 1768730 h 1855498"/>
                <a:gd name="connsiteX41" fmla="*/ 337060 w 4011346"/>
                <a:gd name="connsiteY41" fmla="*/ 1775404 h 1855498"/>
                <a:gd name="connsiteX42" fmla="*/ 360421 w 4011346"/>
                <a:gd name="connsiteY42" fmla="*/ 1782079 h 1855498"/>
                <a:gd name="connsiteX43" fmla="*/ 380444 w 4011346"/>
                <a:gd name="connsiteY43" fmla="*/ 1788753 h 1855498"/>
                <a:gd name="connsiteX44" fmla="*/ 407142 w 4011346"/>
                <a:gd name="connsiteY44" fmla="*/ 1808776 h 1855498"/>
                <a:gd name="connsiteX45" fmla="*/ 437177 w 4011346"/>
                <a:gd name="connsiteY45" fmla="*/ 1805439 h 1855498"/>
                <a:gd name="connsiteX46" fmla="*/ 507259 w 4011346"/>
                <a:gd name="connsiteY46" fmla="*/ 1855498 h 1855498"/>
                <a:gd name="connsiteX47" fmla="*/ 517271 w 4011346"/>
                <a:gd name="connsiteY47" fmla="*/ 1842149 h 1855498"/>
                <a:gd name="connsiteX48" fmla="*/ 507259 w 4011346"/>
                <a:gd name="connsiteY48" fmla="*/ 1802102 h 1855498"/>
                <a:gd name="connsiteX49" fmla="*/ 500584 w 4011346"/>
                <a:gd name="connsiteY49" fmla="*/ 1768730 h 1855498"/>
                <a:gd name="connsiteX50" fmla="*/ 483898 w 4011346"/>
                <a:gd name="connsiteY50" fmla="*/ 1725346 h 1855498"/>
                <a:gd name="connsiteX51" fmla="*/ 513933 w 4011346"/>
                <a:gd name="connsiteY51" fmla="*/ 1705322 h 1855498"/>
                <a:gd name="connsiteX52" fmla="*/ 547306 w 4011346"/>
                <a:gd name="connsiteY52" fmla="*/ 1681962 h 1855498"/>
                <a:gd name="connsiteX53" fmla="*/ 527282 w 4011346"/>
                <a:gd name="connsiteY53" fmla="*/ 1665276 h 1855498"/>
                <a:gd name="connsiteX54" fmla="*/ 517271 w 4011346"/>
                <a:gd name="connsiteY54" fmla="*/ 1631903 h 1855498"/>
                <a:gd name="connsiteX55" fmla="*/ 480561 w 4011346"/>
                <a:gd name="connsiteY55" fmla="*/ 1615217 h 1855498"/>
                <a:gd name="connsiteX56" fmla="*/ 470549 w 4011346"/>
                <a:gd name="connsiteY56" fmla="*/ 1595194 h 1855498"/>
                <a:gd name="connsiteX57" fmla="*/ 480561 w 4011346"/>
                <a:gd name="connsiteY57" fmla="*/ 1565159 h 1855498"/>
                <a:gd name="connsiteX58" fmla="*/ 490573 w 4011346"/>
                <a:gd name="connsiteY58" fmla="*/ 1525112 h 1855498"/>
                <a:gd name="connsiteX59" fmla="*/ 513933 w 4011346"/>
                <a:gd name="connsiteY59" fmla="*/ 1545136 h 1855498"/>
                <a:gd name="connsiteX60" fmla="*/ 520608 w 4011346"/>
                <a:gd name="connsiteY60" fmla="*/ 1528449 h 1855498"/>
                <a:gd name="connsiteX61" fmla="*/ 543968 w 4011346"/>
                <a:gd name="connsiteY61" fmla="*/ 1491740 h 1855498"/>
                <a:gd name="connsiteX62" fmla="*/ 574003 w 4011346"/>
                <a:gd name="connsiteY62" fmla="*/ 1475054 h 1855498"/>
                <a:gd name="connsiteX63" fmla="*/ 590690 w 4011346"/>
                <a:gd name="connsiteY63" fmla="*/ 1488403 h 1855498"/>
                <a:gd name="connsiteX64" fmla="*/ 610713 w 4011346"/>
                <a:gd name="connsiteY64" fmla="*/ 1461705 h 1855498"/>
                <a:gd name="connsiteX65" fmla="*/ 630736 w 4011346"/>
                <a:gd name="connsiteY65" fmla="*/ 1488403 h 1855498"/>
                <a:gd name="connsiteX66" fmla="*/ 657434 w 4011346"/>
                <a:gd name="connsiteY66" fmla="*/ 1511763 h 1855498"/>
                <a:gd name="connsiteX67" fmla="*/ 674120 w 4011346"/>
                <a:gd name="connsiteY67" fmla="*/ 1518438 h 1855498"/>
                <a:gd name="connsiteX68" fmla="*/ 697481 w 4011346"/>
                <a:gd name="connsiteY68" fmla="*/ 1518438 h 1855498"/>
                <a:gd name="connsiteX69" fmla="*/ 717504 w 4011346"/>
                <a:gd name="connsiteY69" fmla="*/ 1505089 h 1855498"/>
                <a:gd name="connsiteX70" fmla="*/ 744202 w 4011346"/>
                <a:gd name="connsiteY70" fmla="*/ 1505089 h 1855498"/>
                <a:gd name="connsiteX71" fmla="*/ 760888 w 4011346"/>
                <a:gd name="connsiteY71" fmla="*/ 1501752 h 1855498"/>
                <a:gd name="connsiteX72" fmla="*/ 790923 w 4011346"/>
                <a:gd name="connsiteY72" fmla="*/ 1535124 h 1855498"/>
                <a:gd name="connsiteX73" fmla="*/ 797598 w 4011346"/>
                <a:gd name="connsiteY73" fmla="*/ 1508426 h 1855498"/>
                <a:gd name="connsiteX74" fmla="*/ 817621 w 4011346"/>
                <a:gd name="connsiteY74" fmla="*/ 1525112 h 1855498"/>
                <a:gd name="connsiteX75" fmla="*/ 837644 w 4011346"/>
                <a:gd name="connsiteY75" fmla="*/ 1501752 h 1855498"/>
                <a:gd name="connsiteX76" fmla="*/ 827633 w 4011346"/>
                <a:gd name="connsiteY76" fmla="*/ 1481728 h 1855498"/>
                <a:gd name="connsiteX77" fmla="*/ 810946 w 4011346"/>
                <a:gd name="connsiteY77" fmla="*/ 1468379 h 1855498"/>
                <a:gd name="connsiteX78" fmla="*/ 810946 w 4011346"/>
                <a:gd name="connsiteY78" fmla="*/ 1441682 h 1855498"/>
                <a:gd name="connsiteX79" fmla="*/ 810946 w 4011346"/>
                <a:gd name="connsiteY79" fmla="*/ 1428333 h 1855498"/>
                <a:gd name="connsiteX80" fmla="*/ 830970 w 4011346"/>
                <a:gd name="connsiteY80" fmla="*/ 1424995 h 1855498"/>
                <a:gd name="connsiteX81" fmla="*/ 840981 w 4011346"/>
                <a:gd name="connsiteY81" fmla="*/ 1421658 h 1855498"/>
                <a:gd name="connsiteX82" fmla="*/ 820958 w 4011346"/>
                <a:gd name="connsiteY82" fmla="*/ 1384949 h 1855498"/>
                <a:gd name="connsiteX83" fmla="*/ 854330 w 4011346"/>
                <a:gd name="connsiteY83" fmla="*/ 1378274 h 1855498"/>
                <a:gd name="connsiteX84" fmla="*/ 891040 w 4011346"/>
                <a:gd name="connsiteY84" fmla="*/ 1384949 h 1855498"/>
                <a:gd name="connsiteX85" fmla="*/ 964459 w 4011346"/>
                <a:gd name="connsiteY85" fmla="*/ 1341565 h 1855498"/>
                <a:gd name="connsiteX86" fmla="*/ 1001168 w 4011346"/>
                <a:gd name="connsiteY86" fmla="*/ 1341565 h 1855498"/>
                <a:gd name="connsiteX87" fmla="*/ 1027866 w 4011346"/>
                <a:gd name="connsiteY87" fmla="*/ 1318204 h 1855498"/>
                <a:gd name="connsiteX88" fmla="*/ 1047890 w 4011346"/>
                <a:gd name="connsiteY88" fmla="*/ 1328216 h 1855498"/>
                <a:gd name="connsiteX89" fmla="*/ 1067913 w 4011346"/>
                <a:gd name="connsiteY89" fmla="*/ 1338227 h 1855498"/>
                <a:gd name="connsiteX90" fmla="*/ 1087936 w 4011346"/>
                <a:gd name="connsiteY90" fmla="*/ 1364925 h 1855498"/>
                <a:gd name="connsiteX91" fmla="*/ 1074587 w 4011346"/>
                <a:gd name="connsiteY91" fmla="*/ 1378274 h 1855498"/>
                <a:gd name="connsiteX92" fmla="*/ 1104622 w 4011346"/>
                <a:gd name="connsiteY92" fmla="*/ 1378274 h 1855498"/>
                <a:gd name="connsiteX93" fmla="*/ 1107960 w 4011346"/>
                <a:gd name="connsiteY93" fmla="*/ 1394960 h 1855498"/>
                <a:gd name="connsiteX94" fmla="*/ 1121309 w 4011346"/>
                <a:gd name="connsiteY94" fmla="*/ 1378274 h 1855498"/>
                <a:gd name="connsiteX95" fmla="*/ 1134657 w 4011346"/>
                <a:gd name="connsiteY95" fmla="*/ 1391623 h 1855498"/>
                <a:gd name="connsiteX96" fmla="*/ 1134657 w 4011346"/>
                <a:gd name="connsiteY96" fmla="*/ 1411646 h 1855498"/>
                <a:gd name="connsiteX97" fmla="*/ 1148006 w 4011346"/>
                <a:gd name="connsiteY97" fmla="*/ 1408309 h 1855498"/>
                <a:gd name="connsiteX98" fmla="*/ 1208076 w 4011346"/>
                <a:gd name="connsiteY98" fmla="*/ 1361588 h 1855498"/>
                <a:gd name="connsiteX99" fmla="*/ 1211414 w 4011346"/>
                <a:gd name="connsiteY99" fmla="*/ 1381611 h 1855498"/>
                <a:gd name="connsiteX100" fmla="*/ 1244786 w 4011346"/>
                <a:gd name="connsiteY100" fmla="*/ 1401635 h 1855498"/>
                <a:gd name="connsiteX101" fmla="*/ 1264809 w 4011346"/>
                <a:gd name="connsiteY101" fmla="*/ 1431670 h 1855498"/>
                <a:gd name="connsiteX102" fmla="*/ 1298181 w 4011346"/>
                <a:gd name="connsiteY102" fmla="*/ 1538461 h 1855498"/>
                <a:gd name="connsiteX103" fmla="*/ 1308193 w 4011346"/>
                <a:gd name="connsiteY103" fmla="*/ 1495077 h 1855498"/>
                <a:gd name="connsiteX104" fmla="*/ 1344903 w 4011346"/>
                <a:gd name="connsiteY104" fmla="*/ 1515100 h 1855498"/>
                <a:gd name="connsiteX105" fmla="*/ 1388287 w 4011346"/>
                <a:gd name="connsiteY105" fmla="*/ 1515100 h 1855498"/>
                <a:gd name="connsiteX106" fmla="*/ 1394961 w 4011346"/>
                <a:gd name="connsiteY106" fmla="*/ 1538461 h 1855498"/>
                <a:gd name="connsiteX107" fmla="*/ 1435008 w 4011346"/>
                <a:gd name="connsiteY107" fmla="*/ 1561822 h 1855498"/>
                <a:gd name="connsiteX108" fmla="*/ 1465043 w 4011346"/>
                <a:gd name="connsiteY108" fmla="*/ 1561822 h 1855498"/>
                <a:gd name="connsiteX109" fmla="*/ 1491741 w 4011346"/>
                <a:gd name="connsiteY109" fmla="*/ 1575171 h 1855498"/>
                <a:gd name="connsiteX110" fmla="*/ 1535125 w 4011346"/>
                <a:gd name="connsiteY110" fmla="*/ 1531787 h 1855498"/>
                <a:gd name="connsiteX111" fmla="*/ 1571834 w 4011346"/>
                <a:gd name="connsiteY111" fmla="*/ 1511763 h 1855498"/>
                <a:gd name="connsiteX112" fmla="*/ 1608544 w 4011346"/>
                <a:gd name="connsiteY112" fmla="*/ 1515100 h 1855498"/>
                <a:gd name="connsiteX113" fmla="*/ 1655265 w 4011346"/>
                <a:gd name="connsiteY113" fmla="*/ 1528449 h 1855498"/>
                <a:gd name="connsiteX114" fmla="*/ 1681963 w 4011346"/>
                <a:gd name="connsiteY114" fmla="*/ 1545136 h 1855498"/>
                <a:gd name="connsiteX115" fmla="*/ 1735358 w 4011346"/>
                <a:gd name="connsiteY115" fmla="*/ 1538461 h 1855498"/>
                <a:gd name="connsiteX116" fmla="*/ 1745370 w 4011346"/>
                <a:gd name="connsiteY116" fmla="*/ 1518438 h 1855498"/>
                <a:gd name="connsiteX117" fmla="*/ 1738695 w 4011346"/>
                <a:gd name="connsiteY117" fmla="*/ 1498414 h 1855498"/>
                <a:gd name="connsiteX118" fmla="*/ 1765393 w 4011346"/>
                <a:gd name="connsiteY118" fmla="*/ 1471717 h 1855498"/>
                <a:gd name="connsiteX119" fmla="*/ 1778742 w 4011346"/>
                <a:gd name="connsiteY119" fmla="*/ 1468379 h 1855498"/>
                <a:gd name="connsiteX120" fmla="*/ 1812114 w 4011346"/>
                <a:gd name="connsiteY120" fmla="*/ 1485065 h 1855498"/>
                <a:gd name="connsiteX121" fmla="*/ 1852161 w 4011346"/>
                <a:gd name="connsiteY121" fmla="*/ 1498414 h 1855498"/>
                <a:gd name="connsiteX122" fmla="*/ 1858836 w 4011346"/>
                <a:gd name="connsiteY122" fmla="*/ 1525112 h 1855498"/>
                <a:gd name="connsiteX123" fmla="*/ 1872184 w 4011346"/>
                <a:gd name="connsiteY123" fmla="*/ 1531787 h 1855498"/>
                <a:gd name="connsiteX124" fmla="*/ 1902219 w 4011346"/>
                <a:gd name="connsiteY124" fmla="*/ 1535124 h 1855498"/>
                <a:gd name="connsiteX125" fmla="*/ 1932254 w 4011346"/>
                <a:gd name="connsiteY125" fmla="*/ 1518438 h 1855498"/>
                <a:gd name="connsiteX126" fmla="*/ 1962290 w 4011346"/>
                <a:gd name="connsiteY126" fmla="*/ 1531787 h 1855498"/>
                <a:gd name="connsiteX127" fmla="*/ 1985650 w 4011346"/>
                <a:gd name="connsiteY127" fmla="*/ 1545136 h 1855498"/>
                <a:gd name="connsiteX128" fmla="*/ 1995662 w 4011346"/>
                <a:gd name="connsiteY128" fmla="*/ 1555147 h 1855498"/>
                <a:gd name="connsiteX129" fmla="*/ 2032371 w 4011346"/>
                <a:gd name="connsiteY129" fmla="*/ 1575171 h 1855498"/>
                <a:gd name="connsiteX130" fmla="*/ 2069081 w 4011346"/>
                <a:gd name="connsiteY130" fmla="*/ 1571833 h 1855498"/>
                <a:gd name="connsiteX131" fmla="*/ 2142500 w 4011346"/>
                <a:gd name="connsiteY131" fmla="*/ 1528449 h 1855498"/>
                <a:gd name="connsiteX132" fmla="*/ 2195895 w 4011346"/>
                <a:gd name="connsiteY132" fmla="*/ 1541798 h 1855498"/>
                <a:gd name="connsiteX133" fmla="*/ 2225930 w 4011346"/>
                <a:gd name="connsiteY133" fmla="*/ 1551810 h 1855498"/>
                <a:gd name="connsiteX134" fmla="*/ 2259303 w 4011346"/>
                <a:gd name="connsiteY134" fmla="*/ 1538461 h 1855498"/>
                <a:gd name="connsiteX135" fmla="*/ 2262640 w 4011346"/>
                <a:gd name="connsiteY135" fmla="*/ 1511763 h 1855498"/>
                <a:gd name="connsiteX136" fmla="*/ 2282663 w 4011346"/>
                <a:gd name="connsiteY136" fmla="*/ 1481728 h 1855498"/>
                <a:gd name="connsiteX137" fmla="*/ 2299349 w 4011346"/>
                <a:gd name="connsiteY137" fmla="*/ 1428333 h 1855498"/>
                <a:gd name="connsiteX138" fmla="*/ 2282663 w 4011346"/>
                <a:gd name="connsiteY138" fmla="*/ 1431670 h 1855498"/>
                <a:gd name="connsiteX139" fmla="*/ 2312698 w 4011346"/>
                <a:gd name="connsiteY139" fmla="*/ 1404972 h 1855498"/>
                <a:gd name="connsiteX140" fmla="*/ 2339396 w 4011346"/>
                <a:gd name="connsiteY140" fmla="*/ 1401635 h 1855498"/>
                <a:gd name="connsiteX141" fmla="*/ 2396129 w 4011346"/>
                <a:gd name="connsiteY141" fmla="*/ 1411646 h 1855498"/>
                <a:gd name="connsiteX142" fmla="*/ 2436176 w 4011346"/>
                <a:gd name="connsiteY142" fmla="*/ 1438344 h 1855498"/>
                <a:gd name="connsiteX143" fmla="*/ 2462873 w 4011346"/>
                <a:gd name="connsiteY143" fmla="*/ 1468379 h 1855498"/>
                <a:gd name="connsiteX144" fmla="*/ 2469548 w 4011346"/>
                <a:gd name="connsiteY144" fmla="*/ 1505089 h 1855498"/>
                <a:gd name="connsiteX145" fmla="*/ 2476222 w 4011346"/>
                <a:gd name="connsiteY145" fmla="*/ 1545136 h 1855498"/>
                <a:gd name="connsiteX146" fmla="*/ 2486234 w 4011346"/>
                <a:gd name="connsiteY146" fmla="*/ 1565159 h 1855498"/>
                <a:gd name="connsiteX147" fmla="*/ 2529618 w 4011346"/>
                <a:gd name="connsiteY147" fmla="*/ 1578508 h 1855498"/>
                <a:gd name="connsiteX148" fmla="*/ 2549641 w 4011346"/>
                <a:gd name="connsiteY148" fmla="*/ 1598531 h 1855498"/>
                <a:gd name="connsiteX149" fmla="*/ 2562990 w 4011346"/>
                <a:gd name="connsiteY149" fmla="*/ 1631903 h 1855498"/>
                <a:gd name="connsiteX150" fmla="*/ 2586351 w 4011346"/>
                <a:gd name="connsiteY150" fmla="*/ 1625229 h 1855498"/>
                <a:gd name="connsiteX151" fmla="*/ 2606374 w 4011346"/>
                <a:gd name="connsiteY151" fmla="*/ 1615217 h 1855498"/>
                <a:gd name="connsiteX152" fmla="*/ 2639746 w 4011346"/>
                <a:gd name="connsiteY152" fmla="*/ 1598531 h 1855498"/>
                <a:gd name="connsiteX153" fmla="*/ 2643084 w 4011346"/>
                <a:gd name="connsiteY153" fmla="*/ 1615217 h 1855498"/>
                <a:gd name="connsiteX154" fmla="*/ 2626398 w 4011346"/>
                <a:gd name="connsiteY154" fmla="*/ 1645252 h 1855498"/>
                <a:gd name="connsiteX155" fmla="*/ 2616386 w 4011346"/>
                <a:gd name="connsiteY155" fmla="*/ 1681962 h 1855498"/>
                <a:gd name="connsiteX156" fmla="*/ 2603037 w 4011346"/>
                <a:gd name="connsiteY156" fmla="*/ 1735357 h 1855498"/>
                <a:gd name="connsiteX157" fmla="*/ 2579676 w 4011346"/>
                <a:gd name="connsiteY157" fmla="*/ 1708660 h 1855498"/>
                <a:gd name="connsiteX158" fmla="*/ 2552979 w 4011346"/>
                <a:gd name="connsiteY158" fmla="*/ 1732020 h 1855498"/>
                <a:gd name="connsiteX159" fmla="*/ 2559653 w 4011346"/>
                <a:gd name="connsiteY159" fmla="*/ 1758718 h 1855498"/>
                <a:gd name="connsiteX160" fmla="*/ 2559653 w 4011346"/>
                <a:gd name="connsiteY160" fmla="*/ 1795427 h 1855498"/>
                <a:gd name="connsiteX161" fmla="*/ 2549641 w 4011346"/>
                <a:gd name="connsiteY161" fmla="*/ 1815451 h 1855498"/>
                <a:gd name="connsiteX162" fmla="*/ 2589688 w 4011346"/>
                <a:gd name="connsiteY162" fmla="*/ 1795427 h 1855498"/>
                <a:gd name="connsiteX163" fmla="*/ 2626398 w 4011346"/>
                <a:gd name="connsiteY163" fmla="*/ 1805439 h 1855498"/>
                <a:gd name="connsiteX164" fmla="*/ 2653095 w 4011346"/>
                <a:gd name="connsiteY164" fmla="*/ 1782079 h 1855498"/>
                <a:gd name="connsiteX165" fmla="*/ 2683130 w 4011346"/>
                <a:gd name="connsiteY165" fmla="*/ 1728683 h 1855498"/>
                <a:gd name="connsiteX166" fmla="*/ 2753212 w 4011346"/>
                <a:gd name="connsiteY166" fmla="*/ 1641915 h 1855498"/>
                <a:gd name="connsiteX167" fmla="*/ 2783247 w 4011346"/>
                <a:gd name="connsiteY167" fmla="*/ 1571833 h 1855498"/>
                <a:gd name="connsiteX168" fmla="*/ 2803271 w 4011346"/>
                <a:gd name="connsiteY168" fmla="*/ 1468379 h 1855498"/>
                <a:gd name="connsiteX169" fmla="*/ 2793259 w 4011346"/>
                <a:gd name="connsiteY169" fmla="*/ 1418321 h 1855498"/>
                <a:gd name="connsiteX170" fmla="*/ 2769898 w 4011346"/>
                <a:gd name="connsiteY170" fmla="*/ 1384949 h 1855498"/>
                <a:gd name="connsiteX171" fmla="*/ 2726514 w 4011346"/>
                <a:gd name="connsiteY171" fmla="*/ 1384949 h 1855498"/>
                <a:gd name="connsiteX172" fmla="*/ 2699817 w 4011346"/>
                <a:gd name="connsiteY172" fmla="*/ 1384949 h 1855498"/>
                <a:gd name="connsiteX173" fmla="*/ 2683130 w 4011346"/>
                <a:gd name="connsiteY173" fmla="*/ 1364925 h 1855498"/>
                <a:gd name="connsiteX174" fmla="*/ 2669781 w 4011346"/>
                <a:gd name="connsiteY174" fmla="*/ 1344902 h 1855498"/>
                <a:gd name="connsiteX175" fmla="*/ 2763224 w 4011346"/>
                <a:gd name="connsiteY175" fmla="*/ 1228099 h 1855498"/>
                <a:gd name="connsiteX176" fmla="*/ 2846654 w 4011346"/>
                <a:gd name="connsiteY176" fmla="*/ 1161355 h 1855498"/>
                <a:gd name="connsiteX177" fmla="*/ 2890038 w 4011346"/>
                <a:gd name="connsiteY177" fmla="*/ 1137994 h 1855498"/>
                <a:gd name="connsiteX178" fmla="*/ 2933422 w 4011346"/>
                <a:gd name="connsiteY178" fmla="*/ 1158017 h 1855498"/>
                <a:gd name="connsiteX179" fmla="*/ 2950109 w 4011346"/>
                <a:gd name="connsiteY179" fmla="*/ 1141331 h 1855498"/>
                <a:gd name="connsiteX180" fmla="*/ 2993492 w 4011346"/>
                <a:gd name="connsiteY180" fmla="*/ 1158017 h 1855498"/>
                <a:gd name="connsiteX181" fmla="*/ 3006841 w 4011346"/>
                <a:gd name="connsiteY181" fmla="*/ 1124645 h 1855498"/>
                <a:gd name="connsiteX182" fmla="*/ 3053563 w 4011346"/>
                <a:gd name="connsiteY182" fmla="*/ 1134657 h 1855498"/>
                <a:gd name="connsiteX183" fmla="*/ 3070249 w 4011346"/>
                <a:gd name="connsiteY183" fmla="*/ 1151343 h 1855498"/>
                <a:gd name="connsiteX184" fmla="*/ 3060237 w 4011346"/>
                <a:gd name="connsiteY184" fmla="*/ 1171366 h 1855498"/>
                <a:gd name="connsiteX185" fmla="*/ 3123644 w 4011346"/>
                <a:gd name="connsiteY185" fmla="*/ 1154680 h 1855498"/>
                <a:gd name="connsiteX186" fmla="*/ 3140330 w 4011346"/>
                <a:gd name="connsiteY186" fmla="*/ 1141331 h 1855498"/>
                <a:gd name="connsiteX187" fmla="*/ 3123644 w 4011346"/>
                <a:gd name="connsiteY187" fmla="*/ 1127982 h 1855498"/>
                <a:gd name="connsiteX188" fmla="*/ 3143668 w 4011346"/>
                <a:gd name="connsiteY188" fmla="*/ 1087936 h 1855498"/>
                <a:gd name="connsiteX189" fmla="*/ 3190389 w 4011346"/>
                <a:gd name="connsiteY189" fmla="*/ 1017854 h 1855498"/>
                <a:gd name="connsiteX190" fmla="*/ 3233773 w 4011346"/>
                <a:gd name="connsiteY190" fmla="*/ 1014517 h 1855498"/>
                <a:gd name="connsiteX191" fmla="*/ 3273819 w 4011346"/>
                <a:gd name="connsiteY191" fmla="*/ 1024528 h 1855498"/>
                <a:gd name="connsiteX192" fmla="*/ 3277157 w 4011346"/>
                <a:gd name="connsiteY192" fmla="*/ 1081261 h 1855498"/>
                <a:gd name="connsiteX193" fmla="*/ 3320541 w 4011346"/>
                <a:gd name="connsiteY193" fmla="*/ 1037877 h 1855498"/>
                <a:gd name="connsiteX194" fmla="*/ 3343901 w 4011346"/>
                <a:gd name="connsiteY194" fmla="*/ 1021191 h 1855498"/>
                <a:gd name="connsiteX195" fmla="*/ 3350576 w 4011346"/>
                <a:gd name="connsiteY195" fmla="*/ 987819 h 1855498"/>
                <a:gd name="connsiteX196" fmla="*/ 3377273 w 4011346"/>
                <a:gd name="connsiteY196" fmla="*/ 971133 h 1855498"/>
                <a:gd name="connsiteX197" fmla="*/ 3407309 w 4011346"/>
                <a:gd name="connsiteY197" fmla="*/ 981144 h 1855498"/>
                <a:gd name="connsiteX198" fmla="*/ 3373936 w 4011346"/>
                <a:gd name="connsiteY198" fmla="*/ 1011179 h 1855498"/>
                <a:gd name="connsiteX199" fmla="*/ 3360587 w 4011346"/>
                <a:gd name="connsiteY199" fmla="*/ 1061238 h 1855498"/>
                <a:gd name="connsiteX200" fmla="*/ 3323878 w 4011346"/>
                <a:gd name="connsiteY200" fmla="*/ 1101284 h 1855498"/>
                <a:gd name="connsiteX201" fmla="*/ 3210412 w 4011346"/>
                <a:gd name="connsiteY201" fmla="*/ 1198064 h 1855498"/>
                <a:gd name="connsiteX202" fmla="*/ 3163691 w 4011346"/>
                <a:gd name="connsiteY202" fmla="*/ 1268146 h 1855498"/>
                <a:gd name="connsiteX203" fmla="*/ 3160354 w 4011346"/>
                <a:gd name="connsiteY203" fmla="*/ 1341565 h 1855498"/>
                <a:gd name="connsiteX204" fmla="*/ 3170365 w 4011346"/>
                <a:gd name="connsiteY204" fmla="*/ 1431670 h 1855498"/>
                <a:gd name="connsiteX205" fmla="*/ 3190389 w 4011346"/>
                <a:gd name="connsiteY205" fmla="*/ 1495077 h 1855498"/>
                <a:gd name="connsiteX206" fmla="*/ 3217087 w 4011346"/>
                <a:gd name="connsiteY206" fmla="*/ 1485065 h 1855498"/>
                <a:gd name="connsiteX207" fmla="*/ 3240447 w 4011346"/>
                <a:gd name="connsiteY207" fmla="*/ 1418321 h 1855498"/>
                <a:gd name="connsiteX208" fmla="*/ 3270482 w 4011346"/>
                <a:gd name="connsiteY208" fmla="*/ 1414984 h 1855498"/>
                <a:gd name="connsiteX209" fmla="*/ 3287168 w 4011346"/>
                <a:gd name="connsiteY209" fmla="*/ 1354914 h 1855498"/>
                <a:gd name="connsiteX210" fmla="*/ 3313866 w 4011346"/>
                <a:gd name="connsiteY210" fmla="*/ 1344902 h 1855498"/>
                <a:gd name="connsiteX211" fmla="*/ 3313866 w 4011346"/>
                <a:gd name="connsiteY211" fmla="*/ 1314867 h 1855498"/>
                <a:gd name="connsiteX212" fmla="*/ 3337227 w 4011346"/>
                <a:gd name="connsiteY212" fmla="*/ 1278157 h 1855498"/>
                <a:gd name="connsiteX213" fmla="*/ 3330552 w 4011346"/>
                <a:gd name="connsiteY213" fmla="*/ 1234773 h 1855498"/>
                <a:gd name="connsiteX214" fmla="*/ 3333890 w 4011346"/>
                <a:gd name="connsiteY214" fmla="*/ 1204738 h 1855498"/>
                <a:gd name="connsiteX215" fmla="*/ 3323878 w 4011346"/>
                <a:gd name="connsiteY215" fmla="*/ 1194727 h 1855498"/>
                <a:gd name="connsiteX216" fmla="*/ 3363925 w 4011346"/>
                <a:gd name="connsiteY216" fmla="*/ 1107959 h 1855498"/>
                <a:gd name="connsiteX217" fmla="*/ 3383948 w 4011346"/>
                <a:gd name="connsiteY217" fmla="*/ 1117971 h 1855498"/>
                <a:gd name="connsiteX218" fmla="*/ 3410646 w 4011346"/>
                <a:gd name="connsiteY218" fmla="*/ 1091273 h 1855498"/>
                <a:gd name="connsiteX219" fmla="*/ 3420657 w 4011346"/>
                <a:gd name="connsiteY219" fmla="*/ 1117971 h 1855498"/>
                <a:gd name="connsiteX220" fmla="*/ 3447355 w 4011346"/>
                <a:gd name="connsiteY220" fmla="*/ 1101284 h 1855498"/>
                <a:gd name="connsiteX221" fmla="*/ 3477390 w 4011346"/>
                <a:gd name="connsiteY221" fmla="*/ 1091273 h 1855498"/>
                <a:gd name="connsiteX222" fmla="*/ 3514100 w 4011346"/>
                <a:gd name="connsiteY222" fmla="*/ 1117971 h 1855498"/>
                <a:gd name="connsiteX223" fmla="*/ 3574170 w 4011346"/>
                <a:gd name="connsiteY223" fmla="*/ 1051226 h 1855498"/>
                <a:gd name="connsiteX224" fmla="*/ 3637577 w 4011346"/>
                <a:gd name="connsiteY224" fmla="*/ 1004505 h 1855498"/>
                <a:gd name="connsiteX225" fmla="*/ 3690973 w 4011346"/>
                <a:gd name="connsiteY225" fmla="*/ 967795 h 1855498"/>
                <a:gd name="connsiteX226" fmla="*/ 3741031 w 4011346"/>
                <a:gd name="connsiteY226" fmla="*/ 994493 h 1855498"/>
                <a:gd name="connsiteX227" fmla="*/ 3751043 w 4011346"/>
                <a:gd name="connsiteY227" fmla="*/ 967795 h 1855498"/>
                <a:gd name="connsiteX228" fmla="*/ 3727682 w 4011346"/>
                <a:gd name="connsiteY228" fmla="*/ 901051 h 1855498"/>
                <a:gd name="connsiteX229" fmla="*/ 3700984 w 4011346"/>
                <a:gd name="connsiteY229" fmla="*/ 884365 h 1855498"/>
                <a:gd name="connsiteX230" fmla="*/ 3697647 w 4011346"/>
                <a:gd name="connsiteY230" fmla="*/ 854330 h 1855498"/>
                <a:gd name="connsiteX231" fmla="*/ 3751043 w 4011346"/>
                <a:gd name="connsiteY231" fmla="*/ 861004 h 1855498"/>
                <a:gd name="connsiteX232" fmla="*/ 3774403 w 4011346"/>
                <a:gd name="connsiteY232" fmla="*/ 817620 h 1855498"/>
                <a:gd name="connsiteX233" fmla="*/ 3767729 w 4011346"/>
                <a:gd name="connsiteY233" fmla="*/ 790922 h 1855498"/>
                <a:gd name="connsiteX234" fmla="*/ 3794427 w 4011346"/>
                <a:gd name="connsiteY234" fmla="*/ 757550 h 1855498"/>
                <a:gd name="connsiteX235" fmla="*/ 3804438 w 4011346"/>
                <a:gd name="connsiteY235" fmla="*/ 800934 h 1855498"/>
                <a:gd name="connsiteX236" fmla="*/ 3827799 w 4011346"/>
                <a:gd name="connsiteY236" fmla="*/ 817620 h 1855498"/>
                <a:gd name="connsiteX237" fmla="*/ 3874520 w 4011346"/>
                <a:gd name="connsiteY237" fmla="*/ 837644 h 1855498"/>
                <a:gd name="connsiteX238" fmla="*/ 3894544 w 4011346"/>
                <a:gd name="connsiteY238" fmla="*/ 864341 h 1855498"/>
                <a:gd name="connsiteX239" fmla="*/ 3941265 w 4011346"/>
                <a:gd name="connsiteY239" fmla="*/ 887702 h 1855498"/>
                <a:gd name="connsiteX240" fmla="*/ 3947939 w 4011346"/>
                <a:gd name="connsiteY240" fmla="*/ 874353 h 1855498"/>
                <a:gd name="connsiteX241" fmla="*/ 3957951 w 4011346"/>
                <a:gd name="connsiteY241" fmla="*/ 810946 h 1855498"/>
                <a:gd name="connsiteX242" fmla="*/ 4004672 w 4011346"/>
                <a:gd name="connsiteY242" fmla="*/ 804271 h 1855498"/>
                <a:gd name="connsiteX243" fmla="*/ 4011346 w 4011346"/>
                <a:gd name="connsiteY243" fmla="*/ 770899 h 1855498"/>
                <a:gd name="connsiteX244" fmla="*/ 3967963 w 4011346"/>
                <a:gd name="connsiteY244" fmla="*/ 734190 h 1855498"/>
                <a:gd name="connsiteX245" fmla="*/ 3921241 w 4011346"/>
                <a:gd name="connsiteY245" fmla="*/ 717503 h 1855498"/>
                <a:gd name="connsiteX246" fmla="*/ 3907892 w 4011346"/>
                <a:gd name="connsiteY246" fmla="*/ 720841 h 1855498"/>
                <a:gd name="connsiteX247" fmla="*/ 3907892 w 4011346"/>
                <a:gd name="connsiteY247" fmla="*/ 754213 h 1855498"/>
                <a:gd name="connsiteX248" fmla="*/ 3887869 w 4011346"/>
                <a:gd name="connsiteY248" fmla="*/ 747538 h 1855498"/>
                <a:gd name="connsiteX249" fmla="*/ 3874520 w 4011346"/>
                <a:gd name="connsiteY249" fmla="*/ 694143 h 1855498"/>
                <a:gd name="connsiteX250" fmla="*/ 3817787 w 4011346"/>
                <a:gd name="connsiteY250" fmla="*/ 630736 h 1855498"/>
                <a:gd name="connsiteX251" fmla="*/ 3717671 w 4011346"/>
                <a:gd name="connsiteY251" fmla="*/ 553979 h 1855498"/>
                <a:gd name="connsiteX252" fmla="*/ 3664275 w 4011346"/>
                <a:gd name="connsiteY252" fmla="*/ 533956 h 1855498"/>
                <a:gd name="connsiteX253" fmla="*/ 3584181 w 4011346"/>
                <a:gd name="connsiteY253" fmla="*/ 527282 h 1855498"/>
                <a:gd name="connsiteX254" fmla="*/ 3520774 w 4011346"/>
                <a:gd name="connsiteY254" fmla="*/ 510595 h 1855498"/>
                <a:gd name="connsiteX255" fmla="*/ 3530786 w 4011346"/>
                <a:gd name="connsiteY255" fmla="*/ 550642 h 1855498"/>
                <a:gd name="connsiteX256" fmla="*/ 3537460 w 4011346"/>
                <a:gd name="connsiteY256" fmla="*/ 577340 h 1855498"/>
                <a:gd name="connsiteX257" fmla="*/ 3507425 w 4011346"/>
                <a:gd name="connsiteY257" fmla="*/ 600700 h 1855498"/>
                <a:gd name="connsiteX258" fmla="*/ 3477390 w 4011346"/>
                <a:gd name="connsiteY258" fmla="*/ 574003 h 1855498"/>
                <a:gd name="connsiteX259" fmla="*/ 3477390 w 4011346"/>
                <a:gd name="connsiteY259" fmla="*/ 553979 h 1855498"/>
                <a:gd name="connsiteX260" fmla="*/ 3504088 w 4011346"/>
                <a:gd name="connsiteY260" fmla="*/ 533956 h 1855498"/>
                <a:gd name="connsiteX261" fmla="*/ 3467379 w 4011346"/>
                <a:gd name="connsiteY261" fmla="*/ 520607 h 1855498"/>
                <a:gd name="connsiteX262" fmla="*/ 3450692 w 4011346"/>
                <a:gd name="connsiteY262" fmla="*/ 547305 h 1855498"/>
                <a:gd name="connsiteX263" fmla="*/ 3440681 w 4011346"/>
                <a:gd name="connsiteY263" fmla="*/ 560654 h 1855498"/>
                <a:gd name="connsiteX264" fmla="*/ 3357250 w 4011346"/>
                <a:gd name="connsiteY264" fmla="*/ 547305 h 1855498"/>
                <a:gd name="connsiteX265" fmla="*/ 3297180 w 4011346"/>
                <a:gd name="connsiteY265" fmla="*/ 553979 h 1855498"/>
                <a:gd name="connsiteX266" fmla="*/ 3267145 w 4011346"/>
                <a:gd name="connsiteY266" fmla="*/ 530619 h 1855498"/>
                <a:gd name="connsiteX267" fmla="*/ 3267145 w 4011346"/>
                <a:gd name="connsiteY267" fmla="*/ 493909 h 1855498"/>
                <a:gd name="connsiteX268" fmla="*/ 3203738 w 4011346"/>
                <a:gd name="connsiteY268" fmla="*/ 437176 h 1855498"/>
                <a:gd name="connsiteX269" fmla="*/ 3076923 w 4011346"/>
                <a:gd name="connsiteY269" fmla="*/ 443851 h 1855498"/>
                <a:gd name="connsiteX270" fmla="*/ 3043551 w 4011346"/>
                <a:gd name="connsiteY270" fmla="*/ 420490 h 1855498"/>
                <a:gd name="connsiteX271" fmla="*/ 3000167 w 4011346"/>
                <a:gd name="connsiteY271" fmla="*/ 373769 h 1855498"/>
                <a:gd name="connsiteX272" fmla="*/ 3013516 w 4011346"/>
                <a:gd name="connsiteY272" fmla="*/ 367095 h 1855498"/>
                <a:gd name="connsiteX273" fmla="*/ 3000167 w 4011346"/>
                <a:gd name="connsiteY273" fmla="*/ 347071 h 1855498"/>
                <a:gd name="connsiteX274" fmla="*/ 2970132 w 4011346"/>
                <a:gd name="connsiteY274" fmla="*/ 343734 h 1855498"/>
                <a:gd name="connsiteX275" fmla="*/ 2920073 w 4011346"/>
                <a:gd name="connsiteY275" fmla="*/ 390455 h 1855498"/>
                <a:gd name="connsiteX276" fmla="*/ 2920073 w 4011346"/>
                <a:gd name="connsiteY276" fmla="*/ 390455 h 1855498"/>
                <a:gd name="connsiteX277" fmla="*/ 2916736 w 4011346"/>
                <a:gd name="connsiteY277" fmla="*/ 340397 h 1855498"/>
                <a:gd name="connsiteX278" fmla="*/ 2936760 w 4011346"/>
                <a:gd name="connsiteY278" fmla="*/ 337060 h 1855498"/>
                <a:gd name="connsiteX279" fmla="*/ 2866678 w 4011346"/>
                <a:gd name="connsiteY279" fmla="*/ 307025 h 1855498"/>
                <a:gd name="connsiteX280" fmla="*/ 2813282 w 4011346"/>
                <a:gd name="connsiteY280" fmla="*/ 303687 h 1855498"/>
                <a:gd name="connsiteX281" fmla="*/ 2793259 w 4011346"/>
                <a:gd name="connsiteY281" fmla="*/ 327048 h 1855498"/>
                <a:gd name="connsiteX282" fmla="*/ 2743200 w 4011346"/>
                <a:gd name="connsiteY282" fmla="*/ 337060 h 1855498"/>
                <a:gd name="connsiteX283" fmla="*/ 2786584 w 4011346"/>
                <a:gd name="connsiteY283" fmla="*/ 347071 h 1855498"/>
                <a:gd name="connsiteX284" fmla="*/ 2763224 w 4011346"/>
                <a:gd name="connsiteY284" fmla="*/ 367095 h 1855498"/>
                <a:gd name="connsiteX285" fmla="*/ 2769898 w 4011346"/>
                <a:gd name="connsiteY285" fmla="*/ 417153 h 1855498"/>
                <a:gd name="connsiteX286" fmla="*/ 2749875 w 4011346"/>
                <a:gd name="connsiteY286" fmla="*/ 400467 h 1855498"/>
                <a:gd name="connsiteX287" fmla="*/ 2733189 w 4011346"/>
                <a:gd name="connsiteY287" fmla="*/ 413816 h 1855498"/>
                <a:gd name="connsiteX288" fmla="*/ 2666444 w 4011346"/>
                <a:gd name="connsiteY288" fmla="*/ 403804 h 1855498"/>
                <a:gd name="connsiteX289" fmla="*/ 2636409 w 4011346"/>
                <a:gd name="connsiteY289" fmla="*/ 413816 h 1855498"/>
                <a:gd name="connsiteX290" fmla="*/ 2603037 w 4011346"/>
                <a:gd name="connsiteY290" fmla="*/ 373769 h 1855498"/>
                <a:gd name="connsiteX291" fmla="*/ 2569665 w 4011346"/>
                <a:gd name="connsiteY291" fmla="*/ 457200 h 1855498"/>
                <a:gd name="connsiteX292" fmla="*/ 2552979 w 4011346"/>
                <a:gd name="connsiteY292" fmla="*/ 477223 h 1855498"/>
                <a:gd name="connsiteX293" fmla="*/ 2469548 w 4011346"/>
                <a:gd name="connsiteY293" fmla="*/ 340397 h 1855498"/>
                <a:gd name="connsiteX294" fmla="*/ 2446187 w 4011346"/>
                <a:gd name="connsiteY294" fmla="*/ 357083 h 1855498"/>
                <a:gd name="connsiteX295" fmla="*/ 2442850 w 4011346"/>
                <a:gd name="connsiteY295" fmla="*/ 323711 h 1855498"/>
                <a:gd name="connsiteX296" fmla="*/ 2449525 w 4011346"/>
                <a:gd name="connsiteY296" fmla="*/ 253629 h 1855498"/>
                <a:gd name="connsiteX297" fmla="*/ 2386117 w 4011346"/>
                <a:gd name="connsiteY297" fmla="*/ 226931 h 1855498"/>
                <a:gd name="connsiteX298" fmla="*/ 2369431 w 4011346"/>
                <a:gd name="connsiteY298" fmla="*/ 266978 h 1855498"/>
                <a:gd name="connsiteX299" fmla="*/ 2379443 w 4011346"/>
                <a:gd name="connsiteY299" fmla="*/ 290338 h 1855498"/>
                <a:gd name="connsiteX300" fmla="*/ 2376106 w 4011346"/>
                <a:gd name="connsiteY300" fmla="*/ 310362 h 1855498"/>
                <a:gd name="connsiteX301" fmla="*/ 2352745 w 4011346"/>
                <a:gd name="connsiteY301" fmla="*/ 287001 h 1855498"/>
                <a:gd name="connsiteX302" fmla="*/ 2316036 w 4011346"/>
                <a:gd name="connsiteY302" fmla="*/ 293676 h 1855498"/>
                <a:gd name="connsiteX303" fmla="*/ 2272652 w 4011346"/>
                <a:gd name="connsiteY303" fmla="*/ 280327 h 1855498"/>
                <a:gd name="connsiteX304" fmla="*/ 2245954 w 4011346"/>
                <a:gd name="connsiteY304" fmla="*/ 240280 h 1855498"/>
                <a:gd name="connsiteX305" fmla="*/ 2209244 w 4011346"/>
                <a:gd name="connsiteY305" fmla="*/ 236943 h 1855498"/>
                <a:gd name="connsiteX306" fmla="*/ 2159186 w 4011346"/>
                <a:gd name="connsiteY306" fmla="*/ 226931 h 1855498"/>
                <a:gd name="connsiteX307" fmla="*/ 2132488 w 4011346"/>
                <a:gd name="connsiteY307" fmla="*/ 243617 h 1855498"/>
                <a:gd name="connsiteX308" fmla="*/ 2115802 w 4011346"/>
                <a:gd name="connsiteY308" fmla="*/ 256966 h 1855498"/>
                <a:gd name="connsiteX309" fmla="*/ 2115802 w 4011346"/>
                <a:gd name="connsiteY309" fmla="*/ 226931 h 1855498"/>
                <a:gd name="connsiteX310" fmla="*/ 2082430 w 4011346"/>
                <a:gd name="connsiteY310" fmla="*/ 223594 h 1855498"/>
                <a:gd name="connsiteX311" fmla="*/ 2045720 w 4011346"/>
                <a:gd name="connsiteY311" fmla="*/ 196896 h 1855498"/>
                <a:gd name="connsiteX312" fmla="*/ 2025697 w 4011346"/>
                <a:gd name="connsiteY312" fmla="*/ 226931 h 1855498"/>
                <a:gd name="connsiteX313" fmla="*/ 2055732 w 4011346"/>
                <a:gd name="connsiteY313" fmla="*/ 223594 h 1855498"/>
                <a:gd name="connsiteX314" fmla="*/ 2045720 w 4011346"/>
                <a:gd name="connsiteY314" fmla="*/ 250292 h 1855498"/>
                <a:gd name="connsiteX315" fmla="*/ 1988987 w 4011346"/>
                <a:gd name="connsiteY315" fmla="*/ 270315 h 1855498"/>
                <a:gd name="connsiteX316" fmla="*/ 1935592 w 4011346"/>
                <a:gd name="connsiteY316" fmla="*/ 280327 h 1855498"/>
                <a:gd name="connsiteX317" fmla="*/ 1995662 w 4011346"/>
                <a:gd name="connsiteY317" fmla="*/ 223594 h 1855498"/>
                <a:gd name="connsiteX318" fmla="*/ 2055732 w 4011346"/>
                <a:gd name="connsiteY318" fmla="*/ 153512 h 1855498"/>
                <a:gd name="connsiteX319" fmla="*/ 2055732 w 4011346"/>
                <a:gd name="connsiteY319" fmla="*/ 153512 h 1855498"/>
                <a:gd name="connsiteX320" fmla="*/ 1698648 w 4011346"/>
                <a:gd name="connsiteY320" fmla="*/ 40047 h 1855498"/>
                <a:gd name="connsiteX321" fmla="*/ 1685300 w 4011346"/>
                <a:gd name="connsiteY321" fmla="*/ 0 h 1855498"/>
                <a:gd name="connsiteX322" fmla="*/ 1615218 w 4011346"/>
                <a:gd name="connsiteY322" fmla="*/ 3338 h 1855498"/>
                <a:gd name="connsiteX323" fmla="*/ 1638579 w 4011346"/>
                <a:gd name="connsiteY323" fmla="*/ 33373 h 1855498"/>
                <a:gd name="connsiteX324" fmla="*/ 1528449 w 4011346"/>
                <a:gd name="connsiteY324" fmla="*/ 60069 h 1855498"/>
                <a:gd name="connsiteX325" fmla="*/ 1465043 w 4011346"/>
                <a:gd name="connsiteY325" fmla="*/ 143500 h 1855498"/>
                <a:gd name="connsiteX326" fmla="*/ 1448357 w 4011346"/>
                <a:gd name="connsiteY326" fmla="*/ 170198 h 1855498"/>
                <a:gd name="connsiteX327" fmla="*/ 1481729 w 4011346"/>
                <a:gd name="connsiteY327" fmla="*/ 203571 h 1855498"/>
                <a:gd name="connsiteX328" fmla="*/ 1481729 w 4011346"/>
                <a:gd name="connsiteY328" fmla="*/ 233606 h 1855498"/>
                <a:gd name="connsiteX329" fmla="*/ 1458368 w 4011346"/>
                <a:gd name="connsiteY329" fmla="*/ 236943 h 1855498"/>
                <a:gd name="connsiteX330" fmla="*/ 1458368 w 4011346"/>
                <a:gd name="connsiteY330" fmla="*/ 216919 h 1855498"/>
                <a:gd name="connsiteX331" fmla="*/ 1418322 w 4011346"/>
                <a:gd name="connsiteY331" fmla="*/ 226931 h 1855498"/>
                <a:gd name="connsiteX332" fmla="*/ 1368263 w 4011346"/>
                <a:gd name="connsiteY332" fmla="*/ 233606 h 1855498"/>
                <a:gd name="connsiteX333" fmla="*/ 1321542 w 4011346"/>
                <a:gd name="connsiteY333" fmla="*/ 240280 h 1855498"/>
                <a:gd name="connsiteX334" fmla="*/ 1318205 w 4011346"/>
                <a:gd name="connsiteY334" fmla="*/ 327048 h 1855498"/>
                <a:gd name="connsiteX335" fmla="*/ 1358252 w 4011346"/>
                <a:gd name="connsiteY335" fmla="*/ 350409 h 1855498"/>
                <a:gd name="connsiteX336" fmla="*/ 1374938 w 4011346"/>
                <a:gd name="connsiteY336" fmla="*/ 380444 h 1855498"/>
                <a:gd name="connsiteX337" fmla="*/ 1384949 w 4011346"/>
                <a:gd name="connsiteY337" fmla="*/ 403804 h 1855498"/>
                <a:gd name="connsiteX338" fmla="*/ 1394961 w 4011346"/>
                <a:gd name="connsiteY338" fmla="*/ 453863 h 1855498"/>
                <a:gd name="connsiteX339" fmla="*/ 1384949 w 4011346"/>
                <a:gd name="connsiteY339" fmla="*/ 483898 h 1855498"/>
                <a:gd name="connsiteX340" fmla="*/ 1358252 w 4011346"/>
                <a:gd name="connsiteY340" fmla="*/ 450525 h 1855498"/>
                <a:gd name="connsiteX341" fmla="*/ 1361589 w 4011346"/>
                <a:gd name="connsiteY341" fmla="*/ 420490 h 1855498"/>
                <a:gd name="connsiteX342" fmla="*/ 1351577 w 4011346"/>
                <a:gd name="connsiteY342" fmla="*/ 380444 h 1855498"/>
                <a:gd name="connsiteX343" fmla="*/ 1328217 w 4011346"/>
                <a:gd name="connsiteY343" fmla="*/ 387118 h 1855498"/>
                <a:gd name="connsiteX344" fmla="*/ 1281495 w 4011346"/>
                <a:gd name="connsiteY344" fmla="*/ 350409 h 1855498"/>
                <a:gd name="connsiteX345" fmla="*/ 1241449 w 4011346"/>
                <a:gd name="connsiteY345" fmla="*/ 347071 h 1855498"/>
                <a:gd name="connsiteX346" fmla="*/ 1241449 w 4011346"/>
                <a:gd name="connsiteY346" fmla="*/ 393792 h 1855498"/>
                <a:gd name="connsiteX347" fmla="*/ 1201402 w 4011346"/>
                <a:gd name="connsiteY347" fmla="*/ 373769 h 1855498"/>
                <a:gd name="connsiteX348" fmla="*/ 1228100 w 4011346"/>
                <a:gd name="connsiteY348" fmla="*/ 423827 h 1855498"/>
                <a:gd name="connsiteX349" fmla="*/ 1258135 w 4011346"/>
                <a:gd name="connsiteY349" fmla="*/ 433839 h 1855498"/>
                <a:gd name="connsiteX350" fmla="*/ 1258135 w 4011346"/>
                <a:gd name="connsiteY350" fmla="*/ 453863 h 1855498"/>
                <a:gd name="connsiteX351" fmla="*/ 1198065 w 4011346"/>
                <a:gd name="connsiteY351" fmla="*/ 430502 h 1855498"/>
                <a:gd name="connsiteX352" fmla="*/ 1181379 w 4011346"/>
                <a:gd name="connsiteY352" fmla="*/ 430502 h 1855498"/>
                <a:gd name="connsiteX353" fmla="*/ 1178041 w 4011346"/>
                <a:gd name="connsiteY353" fmla="*/ 387118 h 1855498"/>
                <a:gd name="connsiteX354" fmla="*/ 1171367 w 4011346"/>
                <a:gd name="connsiteY354" fmla="*/ 300350 h 1855498"/>
                <a:gd name="connsiteX355" fmla="*/ 1161355 w 4011346"/>
                <a:gd name="connsiteY355" fmla="*/ 370432 h 1855498"/>
                <a:gd name="connsiteX356" fmla="*/ 1137995 w 4011346"/>
                <a:gd name="connsiteY356" fmla="*/ 400467 h 1855498"/>
                <a:gd name="connsiteX357" fmla="*/ 1158018 w 4011346"/>
                <a:gd name="connsiteY357" fmla="*/ 447188 h 1855498"/>
                <a:gd name="connsiteX358" fmla="*/ 1158018 w 4011346"/>
                <a:gd name="connsiteY358" fmla="*/ 480560 h 1855498"/>
                <a:gd name="connsiteX359" fmla="*/ 1141332 w 4011346"/>
                <a:gd name="connsiteY359" fmla="*/ 530619 h 1855498"/>
                <a:gd name="connsiteX360" fmla="*/ 1154681 w 4011346"/>
                <a:gd name="connsiteY360" fmla="*/ 563991 h 1855498"/>
                <a:gd name="connsiteX361" fmla="*/ 1184716 w 4011346"/>
                <a:gd name="connsiteY361" fmla="*/ 570665 h 1855498"/>
                <a:gd name="connsiteX362" fmla="*/ 1221425 w 4011346"/>
                <a:gd name="connsiteY362" fmla="*/ 577340 h 1855498"/>
                <a:gd name="connsiteX363" fmla="*/ 1241449 w 4011346"/>
                <a:gd name="connsiteY363" fmla="*/ 600700 h 1855498"/>
                <a:gd name="connsiteX364" fmla="*/ 1258135 w 4011346"/>
                <a:gd name="connsiteY364" fmla="*/ 644084 h 1855498"/>
                <a:gd name="connsiteX365" fmla="*/ 1258135 w 4011346"/>
                <a:gd name="connsiteY365" fmla="*/ 644084 h 1855498"/>
                <a:gd name="connsiteX366" fmla="*/ 1254798 w 4011346"/>
                <a:gd name="connsiteY366" fmla="*/ 677457 h 1855498"/>
                <a:gd name="connsiteX367" fmla="*/ 1274821 w 4011346"/>
                <a:gd name="connsiteY367" fmla="*/ 697480 h 1855498"/>
                <a:gd name="connsiteX368" fmla="*/ 1244786 w 4011346"/>
                <a:gd name="connsiteY368" fmla="*/ 704155 h 1855498"/>
                <a:gd name="connsiteX369" fmla="*/ 1224763 w 4011346"/>
                <a:gd name="connsiteY369" fmla="*/ 664108 h 1855498"/>
                <a:gd name="connsiteX370" fmla="*/ 1224763 w 4011346"/>
                <a:gd name="connsiteY370" fmla="*/ 624061 h 1855498"/>
                <a:gd name="connsiteX371" fmla="*/ 1194727 w 4011346"/>
                <a:gd name="connsiteY371" fmla="*/ 587352 h 1855498"/>
                <a:gd name="connsiteX372" fmla="*/ 1164692 w 4011346"/>
                <a:gd name="connsiteY372" fmla="*/ 630736 h 1855498"/>
                <a:gd name="connsiteX373" fmla="*/ 1178041 w 4011346"/>
                <a:gd name="connsiteY373" fmla="*/ 674119 h 1855498"/>
                <a:gd name="connsiteX374" fmla="*/ 1137995 w 4011346"/>
                <a:gd name="connsiteY374" fmla="*/ 730852 h 1855498"/>
                <a:gd name="connsiteX375" fmla="*/ 1097948 w 4011346"/>
                <a:gd name="connsiteY375" fmla="*/ 787585 h 1855498"/>
                <a:gd name="connsiteX376" fmla="*/ 1007843 w 4011346"/>
                <a:gd name="connsiteY376" fmla="*/ 750876 h 1855498"/>
                <a:gd name="connsiteX377" fmla="*/ 1074587 w 4011346"/>
                <a:gd name="connsiteY377" fmla="*/ 747538 h 1855498"/>
                <a:gd name="connsiteX378" fmla="*/ 1107960 w 4011346"/>
                <a:gd name="connsiteY378" fmla="*/ 684131 h 1855498"/>
                <a:gd name="connsiteX379" fmla="*/ 1121309 w 4011346"/>
                <a:gd name="connsiteY379" fmla="*/ 640747 h 1855498"/>
                <a:gd name="connsiteX380" fmla="*/ 1127983 w 4011346"/>
                <a:gd name="connsiteY380" fmla="*/ 607375 h 1855498"/>
                <a:gd name="connsiteX381" fmla="*/ 1117971 w 4011346"/>
                <a:gd name="connsiteY381" fmla="*/ 590689 h 1855498"/>
                <a:gd name="connsiteX382" fmla="*/ 1114634 w 4011346"/>
                <a:gd name="connsiteY382" fmla="*/ 540630 h 1855498"/>
                <a:gd name="connsiteX383" fmla="*/ 1104622 w 4011346"/>
                <a:gd name="connsiteY383" fmla="*/ 460537 h 1855498"/>
                <a:gd name="connsiteX384" fmla="*/ 1101285 w 4011346"/>
                <a:gd name="connsiteY384" fmla="*/ 400467 h 1855498"/>
                <a:gd name="connsiteX385" fmla="*/ 1124646 w 4011346"/>
                <a:gd name="connsiteY385" fmla="*/ 307025 h 1855498"/>
                <a:gd name="connsiteX386" fmla="*/ 1031203 w 4011346"/>
                <a:gd name="connsiteY386" fmla="*/ 297013 h 1855498"/>
                <a:gd name="connsiteX387" fmla="*/ 1014517 w 4011346"/>
                <a:gd name="connsiteY387" fmla="*/ 353746 h 1855498"/>
                <a:gd name="connsiteX388" fmla="*/ 1024529 w 4011346"/>
                <a:gd name="connsiteY388" fmla="*/ 400467 h 1855498"/>
                <a:gd name="connsiteX389" fmla="*/ 981145 w 4011346"/>
                <a:gd name="connsiteY389" fmla="*/ 453863 h 1855498"/>
                <a:gd name="connsiteX390" fmla="*/ 991157 w 4011346"/>
                <a:gd name="connsiteY390" fmla="*/ 490572 h 1855498"/>
                <a:gd name="connsiteX391" fmla="*/ 981145 w 4011346"/>
                <a:gd name="connsiteY391" fmla="*/ 537293 h 1855498"/>
                <a:gd name="connsiteX392" fmla="*/ 1001168 w 4011346"/>
                <a:gd name="connsiteY392" fmla="*/ 560654 h 1855498"/>
                <a:gd name="connsiteX393" fmla="*/ 1017854 w 4011346"/>
                <a:gd name="connsiteY393" fmla="*/ 607375 h 1855498"/>
                <a:gd name="connsiteX394" fmla="*/ 1047890 w 4011346"/>
                <a:gd name="connsiteY394" fmla="*/ 594026 h 1855498"/>
                <a:gd name="connsiteX395" fmla="*/ 1014517 w 4011346"/>
                <a:gd name="connsiteY395" fmla="*/ 647422 h 1855498"/>
                <a:gd name="connsiteX396" fmla="*/ 957784 w 4011346"/>
                <a:gd name="connsiteY396" fmla="*/ 594026 h 1855498"/>
                <a:gd name="connsiteX397" fmla="*/ 884365 w 4011346"/>
                <a:gd name="connsiteY397" fmla="*/ 557317 h 1855498"/>
                <a:gd name="connsiteX398" fmla="*/ 824295 w 4011346"/>
                <a:gd name="connsiteY398" fmla="*/ 533956 h 1855498"/>
                <a:gd name="connsiteX399" fmla="*/ 810946 w 4011346"/>
                <a:gd name="connsiteY399" fmla="*/ 570665 h 1855498"/>
                <a:gd name="connsiteX400" fmla="*/ 827633 w 4011346"/>
                <a:gd name="connsiteY400" fmla="*/ 607375 h 1855498"/>
                <a:gd name="connsiteX401" fmla="*/ 814284 w 4011346"/>
                <a:gd name="connsiteY401" fmla="*/ 630736 h 1855498"/>
                <a:gd name="connsiteX402" fmla="*/ 800935 w 4011346"/>
                <a:gd name="connsiteY402" fmla="*/ 647422 h 1855498"/>
                <a:gd name="connsiteX403" fmla="*/ 770900 w 4011346"/>
                <a:gd name="connsiteY403" fmla="*/ 590689 h 1855498"/>
                <a:gd name="connsiteX404" fmla="*/ 744202 w 4011346"/>
                <a:gd name="connsiteY404" fmla="*/ 627398 h 1855498"/>
                <a:gd name="connsiteX405" fmla="*/ 707492 w 4011346"/>
                <a:gd name="connsiteY405" fmla="*/ 620724 h 1855498"/>
                <a:gd name="connsiteX406" fmla="*/ 654097 w 4011346"/>
                <a:gd name="connsiteY406" fmla="*/ 657433 h 1855498"/>
                <a:gd name="connsiteX407" fmla="*/ 644085 w 4011346"/>
                <a:gd name="connsiteY407" fmla="*/ 634073 h 1855498"/>
                <a:gd name="connsiteX408" fmla="*/ 654097 w 4011346"/>
                <a:gd name="connsiteY408" fmla="*/ 597363 h 1855498"/>
                <a:gd name="connsiteX409" fmla="*/ 614050 w 4011346"/>
                <a:gd name="connsiteY409" fmla="*/ 634073 h 1855498"/>
                <a:gd name="connsiteX410" fmla="*/ 594027 w 4011346"/>
                <a:gd name="connsiteY410" fmla="*/ 634073 h 1855498"/>
                <a:gd name="connsiteX411" fmla="*/ 533957 w 4011346"/>
                <a:gd name="connsiteY411" fmla="*/ 667445 h 1855498"/>
                <a:gd name="connsiteX412" fmla="*/ 510596 w 4011346"/>
                <a:gd name="connsiteY412" fmla="*/ 690806 h 1855498"/>
                <a:gd name="connsiteX413" fmla="*/ 500584 w 4011346"/>
                <a:gd name="connsiteY413" fmla="*/ 737527 h 1855498"/>
                <a:gd name="connsiteX414" fmla="*/ 450526 w 4011346"/>
                <a:gd name="connsiteY414" fmla="*/ 724178 h 1855498"/>
                <a:gd name="connsiteX415" fmla="*/ 433840 w 4011346"/>
                <a:gd name="connsiteY415" fmla="*/ 687468 h 1855498"/>
                <a:gd name="connsiteX416" fmla="*/ 467212 w 4011346"/>
                <a:gd name="connsiteY416" fmla="*/ 657433 h 1855498"/>
                <a:gd name="connsiteX417" fmla="*/ 453863 w 4011346"/>
                <a:gd name="connsiteY417" fmla="*/ 634073 h 1855498"/>
                <a:gd name="connsiteX418" fmla="*/ 390456 w 4011346"/>
                <a:gd name="connsiteY418" fmla="*/ 604038 h 1855498"/>
                <a:gd name="connsiteX419" fmla="*/ 417154 w 4011346"/>
                <a:gd name="connsiteY419" fmla="*/ 654096 h 1855498"/>
                <a:gd name="connsiteX420" fmla="*/ 407142 w 4011346"/>
                <a:gd name="connsiteY420" fmla="*/ 697480 h 1855498"/>
                <a:gd name="connsiteX421" fmla="*/ 413817 w 4011346"/>
                <a:gd name="connsiteY421" fmla="*/ 734190 h 1855498"/>
                <a:gd name="connsiteX422" fmla="*/ 427165 w 4011346"/>
                <a:gd name="connsiteY422" fmla="*/ 757550 h 1855498"/>
                <a:gd name="connsiteX423" fmla="*/ 413817 w 4011346"/>
                <a:gd name="connsiteY423" fmla="*/ 787585 h 1855498"/>
                <a:gd name="connsiteX424" fmla="*/ 390456 w 4011346"/>
                <a:gd name="connsiteY424" fmla="*/ 764225 h 1855498"/>
                <a:gd name="connsiteX425" fmla="*/ 360421 w 4011346"/>
                <a:gd name="connsiteY425" fmla="*/ 760887 h 1855498"/>
                <a:gd name="connsiteX426" fmla="*/ 333723 w 4011346"/>
                <a:gd name="connsiteY426" fmla="*/ 800934 h 1855498"/>
                <a:gd name="connsiteX427" fmla="*/ 307025 w 4011346"/>
                <a:gd name="connsiteY427" fmla="*/ 820957 h 1855498"/>
                <a:gd name="connsiteX428" fmla="*/ 320374 w 4011346"/>
                <a:gd name="connsiteY428" fmla="*/ 847655 h 1855498"/>
                <a:gd name="connsiteX429" fmla="*/ 303688 w 4011346"/>
                <a:gd name="connsiteY429" fmla="*/ 871016 h 1855498"/>
                <a:gd name="connsiteX430" fmla="*/ 233606 w 4011346"/>
                <a:gd name="connsiteY430" fmla="*/ 834306 h 1855498"/>
                <a:gd name="connsiteX431" fmla="*/ 243618 w 4011346"/>
                <a:gd name="connsiteY431" fmla="*/ 884365 h 1855498"/>
                <a:gd name="connsiteX432" fmla="*/ 263641 w 4011346"/>
                <a:gd name="connsiteY432" fmla="*/ 904388 h 1855498"/>
                <a:gd name="connsiteX433" fmla="*/ 250292 w 4011346"/>
                <a:gd name="connsiteY433" fmla="*/ 917737 h 1855498"/>
                <a:gd name="connsiteX434" fmla="*/ 193560 w 4011346"/>
                <a:gd name="connsiteY434" fmla="*/ 881027 h 1855498"/>
                <a:gd name="connsiteX435" fmla="*/ 170199 w 4011346"/>
                <a:gd name="connsiteY435" fmla="*/ 840981 h 1855498"/>
                <a:gd name="connsiteX436" fmla="*/ 170199 w 4011346"/>
                <a:gd name="connsiteY436" fmla="*/ 794260 h 1855498"/>
                <a:gd name="connsiteX437" fmla="*/ 133490 w 4011346"/>
                <a:gd name="connsiteY437" fmla="*/ 717503 h 1855498"/>
                <a:gd name="connsiteX438" fmla="*/ 196897 w 4011346"/>
                <a:gd name="connsiteY438" fmla="*/ 747538 h 1855498"/>
                <a:gd name="connsiteX439" fmla="*/ 256967 w 4011346"/>
                <a:gd name="connsiteY439" fmla="*/ 777573 h 1855498"/>
                <a:gd name="connsiteX440" fmla="*/ 293676 w 4011346"/>
                <a:gd name="connsiteY440" fmla="*/ 780911 h 1855498"/>
                <a:gd name="connsiteX441" fmla="*/ 327049 w 4011346"/>
                <a:gd name="connsiteY441" fmla="*/ 750876 h 1855498"/>
                <a:gd name="connsiteX442" fmla="*/ 343735 w 4011346"/>
                <a:gd name="connsiteY442" fmla="*/ 714166 h 1855498"/>
                <a:gd name="connsiteX443" fmla="*/ 333723 w 4011346"/>
                <a:gd name="connsiteY443" fmla="*/ 664108 h 1855498"/>
                <a:gd name="connsiteX444" fmla="*/ 290339 w 4011346"/>
                <a:gd name="connsiteY444" fmla="*/ 644084 h 1855498"/>
                <a:gd name="connsiteX445" fmla="*/ 236944 w 4011346"/>
                <a:gd name="connsiteY445" fmla="*/ 597363 h 1855498"/>
                <a:gd name="connsiteX446" fmla="*/ 133490 w 4011346"/>
                <a:gd name="connsiteY446" fmla="*/ 540630 h 1855498"/>
                <a:gd name="connsiteX0" fmla="*/ 133490 w 4011346"/>
                <a:gd name="connsiteY0" fmla="*/ 540630 h 1855498"/>
                <a:gd name="connsiteX1" fmla="*/ 46722 w 4011346"/>
                <a:gd name="connsiteY1" fmla="*/ 570665 h 1855498"/>
                <a:gd name="connsiteX2" fmla="*/ 33373 w 4011346"/>
                <a:gd name="connsiteY2" fmla="*/ 600700 h 1855498"/>
                <a:gd name="connsiteX3" fmla="*/ 43384 w 4011346"/>
                <a:gd name="connsiteY3" fmla="*/ 630736 h 1855498"/>
                <a:gd name="connsiteX4" fmla="*/ 60071 w 4011346"/>
                <a:gd name="connsiteY4" fmla="*/ 657433 h 1855498"/>
                <a:gd name="connsiteX5" fmla="*/ 73419 w 4011346"/>
                <a:gd name="connsiteY5" fmla="*/ 687468 h 1855498"/>
                <a:gd name="connsiteX6" fmla="*/ 56733 w 4011346"/>
                <a:gd name="connsiteY6" fmla="*/ 710829 h 1855498"/>
                <a:gd name="connsiteX7" fmla="*/ 76757 w 4011346"/>
                <a:gd name="connsiteY7" fmla="*/ 790922 h 1855498"/>
                <a:gd name="connsiteX8" fmla="*/ 66745 w 4011346"/>
                <a:gd name="connsiteY8" fmla="*/ 807609 h 1855498"/>
                <a:gd name="connsiteX9" fmla="*/ 70082 w 4011346"/>
                <a:gd name="connsiteY9" fmla="*/ 834306 h 1855498"/>
                <a:gd name="connsiteX10" fmla="*/ 70082 w 4011346"/>
                <a:gd name="connsiteY10" fmla="*/ 874353 h 1855498"/>
                <a:gd name="connsiteX11" fmla="*/ 80094 w 4011346"/>
                <a:gd name="connsiteY11" fmla="*/ 894376 h 1855498"/>
                <a:gd name="connsiteX12" fmla="*/ 76757 w 4011346"/>
                <a:gd name="connsiteY12" fmla="*/ 917737 h 1855498"/>
                <a:gd name="connsiteX13" fmla="*/ 106792 w 4011346"/>
                <a:gd name="connsiteY13" fmla="*/ 951109 h 1855498"/>
                <a:gd name="connsiteX14" fmla="*/ 106792 w 4011346"/>
                <a:gd name="connsiteY14" fmla="*/ 981144 h 1855498"/>
                <a:gd name="connsiteX15" fmla="*/ 13349 w 4011346"/>
                <a:gd name="connsiteY15" fmla="*/ 1071249 h 1855498"/>
                <a:gd name="connsiteX16" fmla="*/ 33373 w 4011346"/>
                <a:gd name="connsiteY16" fmla="*/ 1104622 h 1855498"/>
                <a:gd name="connsiteX17" fmla="*/ 33373 w 4011346"/>
                <a:gd name="connsiteY17" fmla="*/ 1104622 h 1855498"/>
                <a:gd name="connsiteX18" fmla="*/ 16687 w 4011346"/>
                <a:gd name="connsiteY18" fmla="*/ 1134657 h 1855498"/>
                <a:gd name="connsiteX19" fmla="*/ 3338 w 4011346"/>
                <a:gd name="connsiteY19" fmla="*/ 1164692 h 1855498"/>
                <a:gd name="connsiteX20" fmla="*/ 0 w 4011346"/>
                <a:gd name="connsiteY20" fmla="*/ 1224762 h 1855498"/>
                <a:gd name="connsiteX21" fmla="*/ 16687 w 4011346"/>
                <a:gd name="connsiteY21" fmla="*/ 1268146 h 1855498"/>
                <a:gd name="connsiteX22" fmla="*/ 20024 w 4011346"/>
                <a:gd name="connsiteY22" fmla="*/ 1301518 h 1855498"/>
                <a:gd name="connsiteX23" fmla="*/ 56733 w 4011346"/>
                <a:gd name="connsiteY23" fmla="*/ 1311530 h 1855498"/>
                <a:gd name="connsiteX24" fmla="*/ 116803 w 4011346"/>
                <a:gd name="connsiteY24" fmla="*/ 1398298 h 1855498"/>
                <a:gd name="connsiteX25" fmla="*/ 96780 w 4011346"/>
                <a:gd name="connsiteY25" fmla="*/ 1421658 h 1855498"/>
                <a:gd name="connsiteX26" fmla="*/ 93443 w 4011346"/>
                <a:gd name="connsiteY26" fmla="*/ 1451693 h 1855498"/>
                <a:gd name="connsiteX27" fmla="*/ 120141 w 4011346"/>
                <a:gd name="connsiteY27" fmla="*/ 1455030 h 1855498"/>
                <a:gd name="connsiteX28" fmla="*/ 160187 w 4011346"/>
                <a:gd name="connsiteY28" fmla="*/ 1468379 h 1855498"/>
                <a:gd name="connsiteX29" fmla="*/ 186885 w 4011346"/>
                <a:gd name="connsiteY29" fmla="*/ 1481728 h 1855498"/>
                <a:gd name="connsiteX30" fmla="*/ 213583 w 4011346"/>
                <a:gd name="connsiteY30" fmla="*/ 1511763 h 1855498"/>
                <a:gd name="connsiteX31" fmla="*/ 243618 w 4011346"/>
                <a:gd name="connsiteY31" fmla="*/ 1515100 h 1855498"/>
                <a:gd name="connsiteX32" fmla="*/ 287002 w 4011346"/>
                <a:gd name="connsiteY32" fmla="*/ 1545136 h 1855498"/>
                <a:gd name="connsiteX33" fmla="*/ 310363 w 4011346"/>
                <a:gd name="connsiteY33" fmla="*/ 1555147 h 1855498"/>
                <a:gd name="connsiteX34" fmla="*/ 310363 w 4011346"/>
                <a:gd name="connsiteY34" fmla="*/ 1591857 h 1855498"/>
                <a:gd name="connsiteX35" fmla="*/ 270316 w 4011346"/>
                <a:gd name="connsiteY35" fmla="*/ 1631903 h 1855498"/>
                <a:gd name="connsiteX36" fmla="*/ 280327 w 4011346"/>
                <a:gd name="connsiteY36" fmla="*/ 1655264 h 1855498"/>
                <a:gd name="connsiteX37" fmla="*/ 273653 w 4011346"/>
                <a:gd name="connsiteY37" fmla="*/ 1675287 h 1855498"/>
                <a:gd name="connsiteX38" fmla="*/ 266979 w 4011346"/>
                <a:gd name="connsiteY38" fmla="*/ 1691973 h 1855498"/>
                <a:gd name="connsiteX39" fmla="*/ 240281 w 4011346"/>
                <a:gd name="connsiteY39" fmla="*/ 1732020 h 1855498"/>
                <a:gd name="connsiteX40" fmla="*/ 307025 w 4011346"/>
                <a:gd name="connsiteY40" fmla="*/ 1768730 h 1855498"/>
                <a:gd name="connsiteX41" fmla="*/ 337060 w 4011346"/>
                <a:gd name="connsiteY41" fmla="*/ 1775404 h 1855498"/>
                <a:gd name="connsiteX42" fmla="*/ 360421 w 4011346"/>
                <a:gd name="connsiteY42" fmla="*/ 1782079 h 1855498"/>
                <a:gd name="connsiteX43" fmla="*/ 380444 w 4011346"/>
                <a:gd name="connsiteY43" fmla="*/ 1788753 h 1855498"/>
                <a:gd name="connsiteX44" fmla="*/ 407142 w 4011346"/>
                <a:gd name="connsiteY44" fmla="*/ 1808776 h 1855498"/>
                <a:gd name="connsiteX45" fmla="*/ 437177 w 4011346"/>
                <a:gd name="connsiteY45" fmla="*/ 1805439 h 1855498"/>
                <a:gd name="connsiteX46" fmla="*/ 507259 w 4011346"/>
                <a:gd name="connsiteY46" fmla="*/ 1855498 h 1855498"/>
                <a:gd name="connsiteX47" fmla="*/ 517271 w 4011346"/>
                <a:gd name="connsiteY47" fmla="*/ 1842149 h 1855498"/>
                <a:gd name="connsiteX48" fmla="*/ 507259 w 4011346"/>
                <a:gd name="connsiteY48" fmla="*/ 1802102 h 1855498"/>
                <a:gd name="connsiteX49" fmla="*/ 500584 w 4011346"/>
                <a:gd name="connsiteY49" fmla="*/ 1768730 h 1855498"/>
                <a:gd name="connsiteX50" fmla="*/ 483898 w 4011346"/>
                <a:gd name="connsiteY50" fmla="*/ 1725346 h 1855498"/>
                <a:gd name="connsiteX51" fmla="*/ 513933 w 4011346"/>
                <a:gd name="connsiteY51" fmla="*/ 1705322 h 1855498"/>
                <a:gd name="connsiteX52" fmla="*/ 547306 w 4011346"/>
                <a:gd name="connsiteY52" fmla="*/ 1681962 h 1855498"/>
                <a:gd name="connsiteX53" fmla="*/ 527282 w 4011346"/>
                <a:gd name="connsiteY53" fmla="*/ 1665276 h 1855498"/>
                <a:gd name="connsiteX54" fmla="*/ 517271 w 4011346"/>
                <a:gd name="connsiteY54" fmla="*/ 1631903 h 1855498"/>
                <a:gd name="connsiteX55" fmla="*/ 480561 w 4011346"/>
                <a:gd name="connsiteY55" fmla="*/ 1615217 h 1855498"/>
                <a:gd name="connsiteX56" fmla="*/ 470549 w 4011346"/>
                <a:gd name="connsiteY56" fmla="*/ 1595194 h 1855498"/>
                <a:gd name="connsiteX57" fmla="*/ 480561 w 4011346"/>
                <a:gd name="connsiteY57" fmla="*/ 1565159 h 1855498"/>
                <a:gd name="connsiteX58" fmla="*/ 490573 w 4011346"/>
                <a:gd name="connsiteY58" fmla="*/ 1525112 h 1855498"/>
                <a:gd name="connsiteX59" fmla="*/ 513933 w 4011346"/>
                <a:gd name="connsiteY59" fmla="*/ 1545136 h 1855498"/>
                <a:gd name="connsiteX60" fmla="*/ 520608 w 4011346"/>
                <a:gd name="connsiteY60" fmla="*/ 1528449 h 1855498"/>
                <a:gd name="connsiteX61" fmla="*/ 543968 w 4011346"/>
                <a:gd name="connsiteY61" fmla="*/ 1491740 h 1855498"/>
                <a:gd name="connsiteX62" fmla="*/ 574003 w 4011346"/>
                <a:gd name="connsiteY62" fmla="*/ 1475054 h 1855498"/>
                <a:gd name="connsiteX63" fmla="*/ 590690 w 4011346"/>
                <a:gd name="connsiteY63" fmla="*/ 1488403 h 1855498"/>
                <a:gd name="connsiteX64" fmla="*/ 610713 w 4011346"/>
                <a:gd name="connsiteY64" fmla="*/ 1461705 h 1855498"/>
                <a:gd name="connsiteX65" fmla="*/ 630736 w 4011346"/>
                <a:gd name="connsiteY65" fmla="*/ 1488403 h 1855498"/>
                <a:gd name="connsiteX66" fmla="*/ 657434 w 4011346"/>
                <a:gd name="connsiteY66" fmla="*/ 1511763 h 1855498"/>
                <a:gd name="connsiteX67" fmla="*/ 674120 w 4011346"/>
                <a:gd name="connsiteY67" fmla="*/ 1518438 h 1855498"/>
                <a:gd name="connsiteX68" fmla="*/ 697481 w 4011346"/>
                <a:gd name="connsiteY68" fmla="*/ 1518438 h 1855498"/>
                <a:gd name="connsiteX69" fmla="*/ 717504 w 4011346"/>
                <a:gd name="connsiteY69" fmla="*/ 1505089 h 1855498"/>
                <a:gd name="connsiteX70" fmla="*/ 744202 w 4011346"/>
                <a:gd name="connsiteY70" fmla="*/ 1505089 h 1855498"/>
                <a:gd name="connsiteX71" fmla="*/ 760888 w 4011346"/>
                <a:gd name="connsiteY71" fmla="*/ 1501752 h 1855498"/>
                <a:gd name="connsiteX72" fmla="*/ 790923 w 4011346"/>
                <a:gd name="connsiteY72" fmla="*/ 1535124 h 1855498"/>
                <a:gd name="connsiteX73" fmla="*/ 797598 w 4011346"/>
                <a:gd name="connsiteY73" fmla="*/ 1508426 h 1855498"/>
                <a:gd name="connsiteX74" fmla="*/ 817621 w 4011346"/>
                <a:gd name="connsiteY74" fmla="*/ 1525112 h 1855498"/>
                <a:gd name="connsiteX75" fmla="*/ 837644 w 4011346"/>
                <a:gd name="connsiteY75" fmla="*/ 1501752 h 1855498"/>
                <a:gd name="connsiteX76" fmla="*/ 827633 w 4011346"/>
                <a:gd name="connsiteY76" fmla="*/ 1481728 h 1855498"/>
                <a:gd name="connsiteX77" fmla="*/ 810946 w 4011346"/>
                <a:gd name="connsiteY77" fmla="*/ 1468379 h 1855498"/>
                <a:gd name="connsiteX78" fmla="*/ 810946 w 4011346"/>
                <a:gd name="connsiteY78" fmla="*/ 1441682 h 1855498"/>
                <a:gd name="connsiteX79" fmla="*/ 810946 w 4011346"/>
                <a:gd name="connsiteY79" fmla="*/ 1428333 h 1855498"/>
                <a:gd name="connsiteX80" fmla="*/ 830970 w 4011346"/>
                <a:gd name="connsiteY80" fmla="*/ 1424995 h 1855498"/>
                <a:gd name="connsiteX81" fmla="*/ 840981 w 4011346"/>
                <a:gd name="connsiteY81" fmla="*/ 1421658 h 1855498"/>
                <a:gd name="connsiteX82" fmla="*/ 820958 w 4011346"/>
                <a:gd name="connsiteY82" fmla="*/ 1384949 h 1855498"/>
                <a:gd name="connsiteX83" fmla="*/ 854330 w 4011346"/>
                <a:gd name="connsiteY83" fmla="*/ 1378274 h 1855498"/>
                <a:gd name="connsiteX84" fmla="*/ 891040 w 4011346"/>
                <a:gd name="connsiteY84" fmla="*/ 1384949 h 1855498"/>
                <a:gd name="connsiteX85" fmla="*/ 964459 w 4011346"/>
                <a:gd name="connsiteY85" fmla="*/ 1341565 h 1855498"/>
                <a:gd name="connsiteX86" fmla="*/ 1001168 w 4011346"/>
                <a:gd name="connsiteY86" fmla="*/ 1341565 h 1855498"/>
                <a:gd name="connsiteX87" fmla="*/ 1027866 w 4011346"/>
                <a:gd name="connsiteY87" fmla="*/ 1318204 h 1855498"/>
                <a:gd name="connsiteX88" fmla="*/ 1047890 w 4011346"/>
                <a:gd name="connsiteY88" fmla="*/ 1328216 h 1855498"/>
                <a:gd name="connsiteX89" fmla="*/ 1067913 w 4011346"/>
                <a:gd name="connsiteY89" fmla="*/ 1338227 h 1855498"/>
                <a:gd name="connsiteX90" fmla="*/ 1087936 w 4011346"/>
                <a:gd name="connsiteY90" fmla="*/ 1364925 h 1855498"/>
                <a:gd name="connsiteX91" fmla="*/ 1074587 w 4011346"/>
                <a:gd name="connsiteY91" fmla="*/ 1378274 h 1855498"/>
                <a:gd name="connsiteX92" fmla="*/ 1104622 w 4011346"/>
                <a:gd name="connsiteY92" fmla="*/ 1378274 h 1855498"/>
                <a:gd name="connsiteX93" fmla="*/ 1107960 w 4011346"/>
                <a:gd name="connsiteY93" fmla="*/ 1394960 h 1855498"/>
                <a:gd name="connsiteX94" fmla="*/ 1121309 w 4011346"/>
                <a:gd name="connsiteY94" fmla="*/ 1378274 h 1855498"/>
                <a:gd name="connsiteX95" fmla="*/ 1134657 w 4011346"/>
                <a:gd name="connsiteY95" fmla="*/ 1391623 h 1855498"/>
                <a:gd name="connsiteX96" fmla="*/ 1134657 w 4011346"/>
                <a:gd name="connsiteY96" fmla="*/ 1411646 h 1855498"/>
                <a:gd name="connsiteX97" fmla="*/ 1148006 w 4011346"/>
                <a:gd name="connsiteY97" fmla="*/ 1408309 h 1855498"/>
                <a:gd name="connsiteX98" fmla="*/ 1208076 w 4011346"/>
                <a:gd name="connsiteY98" fmla="*/ 1361588 h 1855498"/>
                <a:gd name="connsiteX99" fmla="*/ 1211414 w 4011346"/>
                <a:gd name="connsiteY99" fmla="*/ 1381611 h 1855498"/>
                <a:gd name="connsiteX100" fmla="*/ 1244786 w 4011346"/>
                <a:gd name="connsiteY100" fmla="*/ 1401635 h 1855498"/>
                <a:gd name="connsiteX101" fmla="*/ 1264809 w 4011346"/>
                <a:gd name="connsiteY101" fmla="*/ 1431670 h 1855498"/>
                <a:gd name="connsiteX102" fmla="*/ 1298181 w 4011346"/>
                <a:gd name="connsiteY102" fmla="*/ 1538461 h 1855498"/>
                <a:gd name="connsiteX103" fmla="*/ 1308193 w 4011346"/>
                <a:gd name="connsiteY103" fmla="*/ 1495077 h 1855498"/>
                <a:gd name="connsiteX104" fmla="*/ 1344903 w 4011346"/>
                <a:gd name="connsiteY104" fmla="*/ 1515100 h 1855498"/>
                <a:gd name="connsiteX105" fmla="*/ 1388287 w 4011346"/>
                <a:gd name="connsiteY105" fmla="*/ 1515100 h 1855498"/>
                <a:gd name="connsiteX106" fmla="*/ 1394961 w 4011346"/>
                <a:gd name="connsiteY106" fmla="*/ 1538461 h 1855498"/>
                <a:gd name="connsiteX107" fmla="*/ 1435008 w 4011346"/>
                <a:gd name="connsiteY107" fmla="*/ 1561822 h 1855498"/>
                <a:gd name="connsiteX108" fmla="*/ 1465043 w 4011346"/>
                <a:gd name="connsiteY108" fmla="*/ 1561822 h 1855498"/>
                <a:gd name="connsiteX109" fmla="*/ 1491741 w 4011346"/>
                <a:gd name="connsiteY109" fmla="*/ 1575171 h 1855498"/>
                <a:gd name="connsiteX110" fmla="*/ 1535125 w 4011346"/>
                <a:gd name="connsiteY110" fmla="*/ 1531787 h 1855498"/>
                <a:gd name="connsiteX111" fmla="*/ 1571834 w 4011346"/>
                <a:gd name="connsiteY111" fmla="*/ 1511763 h 1855498"/>
                <a:gd name="connsiteX112" fmla="*/ 1608544 w 4011346"/>
                <a:gd name="connsiteY112" fmla="*/ 1515100 h 1855498"/>
                <a:gd name="connsiteX113" fmla="*/ 1655265 w 4011346"/>
                <a:gd name="connsiteY113" fmla="*/ 1528449 h 1855498"/>
                <a:gd name="connsiteX114" fmla="*/ 1681963 w 4011346"/>
                <a:gd name="connsiteY114" fmla="*/ 1545136 h 1855498"/>
                <a:gd name="connsiteX115" fmla="*/ 1735358 w 4011346"/>
                <a:gd name="connsiteY115" fmla="*/ 1538461 h 1855498"/>
                <a:gd name="connsiteX116" fmla="*/ 1745370 w 4011346"/>
                <a:gd name="connsiteY116" fmla="*/ 1518438 h 1855498"/>
                <a:gd name="connsiteX117" fmla="*/ 1738695 w 4011346"/>
                <a:gd name="connsiteY117" fmla="*/ 1498414 h 1855498"/>
                <a:gd name="connsiteX118" fmla="*/ 1765393 w 4011346"/>
                <a:gd name="connsiteY118" fmla="*/ 1471717 h 1855498"/>
                <a:gd name="connsiteX119" fmla="*/ 1778742 w 4011346"/>
                <a:gd name="connsiteY119" fmla="*/ 1468379 h 1855498"/>
                <a:gd name="connsiteX120" fmla="*/ 1812114 w 4011346"/>
                <a:gd name="connsiteY120" fmla="*/ 1485065 h 1855498"/>
                <a:gd name="connsiteX121" fmla="*/ 1852161 w 4011346"/>
                <a:gd name="connsiteY121" fmla="*/ 1498414 h 1855498"/>
                <a:gd name="connsiteX122" fmla="*/ 1858836 w 4011346"/>
                <a:gd name="connsiteY122" fmla="*/ 1525112 h 1855498"/>
                <a:gd name="connsiteX123" fmla="*/ 1872184 w 4011346"/>
                <a:gd name="connsiteY123" fmla="*/ 1531787 h 1855498"/>
                <a:gd name="connsiteX124" fmla="*/ 1902219 w 4011346"/>
                <a:gd name="connsiteY124" fmla="*/ 1535124 h 1855498"/>
                <a:gd name="connsiteX125" fmla="*/ 1932254 w 4011346"/>
                <a:gd name="connsiteY125" fmla="*/ 1518438 h 1855498"/>
                <a:gd name="connsiteX126" fmla="*/ 1962290 w 4011346"/>
                <a:gd name="connsiteY126" fmla="*/ 1531787 h 1855498"/>
                <a:gd name="connsiteX127" fmla="*/ 1985650 w 4011346"/>
                <a:gd name="connsiteY127" fmla="*/ 1545136 h 1855498"/>
                <a:gd name="connsiteX128" fmla="*/ 1995662 w 4011346"/>
                <a:gd name="connsiteY128" fmla="*/ 1555147 h 1855498"/>
                <a:gd name="connsiteX129" fmla="*/ 2032371 w 4011346"/>
                <a:gd name="connsiteY129" fmla="*/ 1575171 h 1855498"/>
                <a:gd name="connsiteX130" fmla="*/ 2069081 w 4011346"/>
                <a:gd name="connsiteY130" fmla="*/ 1571833 h 1855498"/>
                <a:gd name="connsiteX131" fmla="*/ 2142500 w 4011346"/>
                <a:gd name="connsiteY131" fmla="*/ 1528449 h 1855498"/>
                <a:gd name="connsiteX132" fmla="*/ 2195895 w 4011346"/>
                <a:gd name="connsiteY132" fmla="*/ 1541798 h 1855498"/>
                <a:gd name="connsiteX133" fmla="*/ 2225930 w 4011346"/>
                <a:gd name="connsiteY133" fmla="*/ 1551810 h 1855498"/>
                <a:gd name="connsiteX134" fmla="*/ 2259303 w 4011346"/>
                <a:gd name="connsiteY134" fmla="*/ 1538461 h 1855498"/>
                <a:gd name="connsiteX135" fmla="*/ 2262640 w 4011346"/>
                <a:gd name="connsiteY135" fmla="*/ 1511763 h 1855498"/>
                <a:gd name="connsiteX136" fmla="*/ 2282663 w 4011346"/>
                <a:gd name="connsiteY136" fmla="*/ 1481728 h 1855498"/>
                <a:gd name="connsiteX137" fmla="*/ 2299349 w 4011346"/>
                <a:gd name="connsiteY137" fmla="*/ 1428333 h 1855498"/>
                <a:gd name="connsiteX138" fmla="*/ 2282663 w 4011346"/>
                <a:gd name="connsiteY138" fmla="*/ 1431670 h 1855498"/>
                <a:gd name="connsiteX139" fmla="*/ 2312698 w 4011346"/>
                <a:gd name="connsiteY139" fmla="*/ 1404972 h 1855498"/>
                <a:gd name="connsiteX140" fmla="*/ 2339396 w 4011346"/>
                <a:gd name="connsiteY140" fmla="*/ 1401635 h 1855498"/>
                <a:gd name="connsiteX141" fmla="*/ 2396129 w 4011346"/>
                <a:gd name="connsiteY141" fmla="*/ 1411646 h 1855498"/>
                <a:gd name="connsiteX142" fmla="*/ 2436176 w 4011346"/>
                <a:gd name="connsiteY142" fmla="*/ 1438344 h 1855498"/>
                <a:gd name="connsiteX143" fmla="*/ 2462873 w 4011346"/>
                <a:gd name="connsiteY143" fmla="*/ 1468379 h 1855498"/>
                <a:gd name="connsiteX144" fmla="*/ 2469548 w 4011346"/>
                <a:gd name="connsiteY144" fmla="*/ 1505089 h 1855498"/>
                <a:gd name="connsiteX145" fmla="*/ 2476222 w 4011346"/>
                <a:gd name="connsiteY145" fmla="*/ 1545136 h 1855498"/>
                <a:gd name="connsiteX146" fmla="*/ 2486234 w 4011346"/>
                <a:gd name="connsiteY146" fmla="*/ 1565159 h 1855498"/>
                <a:gd name="connsiteX147" fmla="*/ 2529618 w 4011346"/>
                <a:gd name="connsiteY147" fmla="*/ 1578508 h 1855498"/>
                <a:gd name="connsiteX148" fmla="*/ 2549641 w 4011346"/>
                <a:gd name="connsiteY148" fmla="*/ 1598531 h 1855498"/>
                <a:gd name="connsiteX149" fmla="*/ 2562990 w 4011346"/>
                <a:gd name="connsiteY149" fmla="*/ 1631903 h 1855498"/>
                <a:gd name="connsiteX150" fmla="*/ 2586351 w 4011346"/>
                <a:gd name="connsiteY150" fmla="*/ 1625229 h 1855498"/>
                <a:gd name="connsiteX151" fmla="*/ 2606374 w 4011346"/>
                <a:gd name="connsiteY151" fmla="*/ 1615217 h 1855498"/>
                <a:gd name="connsiteX152" fmla="*/ 2639746 w 4011346"/>
                <a:gd name="connsiteY152" fmla="*/ 1598531 h 1855498"/>
                <a:gd name="connsiteX153" fmla="*/ 2643084 w 4011346"/>
                <a:gd name="connsiteY153" fmla="*/ 1615217 h 1855498"/>
                <a:gd name="connsiteX154" fmla="*/ 2626398 w 4011346"/>
                <a:gd name="connsiteY154" fmla="*/ 1645252 h 1855498"/>
                <a:gd name="connsiteX155" fmla="*/ 2616386 w 4011346"/>
                <a:gd name="connsiteY155" fmla="*/ 1681962 h 1855498"/>
                <a:gd name="connsiteX156" fmla="*/ 2603037 w 4011346"/>
                <a:gd name="connsiteY156" fmla="*/ 1735357 h 1855498"/>
                <a:gd name="connsiteX157" fmla="*/ 2579676 w 4011346"/>
                <a:gd name="connsiteY157" fmla="*/ 1708660 h 1855498"/>
                <a:gd name="connsiteX158" fmla="*/ 2552979 w 4011346"/>
                <a:gd name="connsiteY158" fmla="*/ 1732020 h 1855498"/>
                <a:gd name="connsiteX159" fmla="*/ 2559653 w 4011346"/>
                <a:gd name="connsiteY159" fmla="*/ 1758718 h 1855498"/>
                <a:gd name="connsiteX160" fmla="*/ 2559653 w 4011346"/>
                <a:gd name="connsiteY160" fmla="*/ 1795427 h 1855498"/>
                <a:gd name="connsiteX161" fmla="*/ 2549641 w 4011346"/>
                <a:gd name="connsiteY161" fmla="*/ 1815451 h 1855498"/>
                <a:gd name="connsiteX162" fmla="*/ 2589688 w 4011346"/>
                <a:gd name="connsiteY162" fmla="*/ 1795427 h 1855498"/>
                <a:gd name="connsiteX163" fmla="*/ 2626398 w 4011346"/>
                <a:gd name="connsiteY163" fmla="*/ 1805439 h 1855498"/>
                <a:gd name="connsiteX164" fmla="*/ 2653095 w 4011346"/>
                <a:gd name="connsiteY164" fmla="*/ 1782079 h 1855498"/>
                <a:gd name="connsiteX165" fmla="*/ 2683130 w 4011346"/>
                <a:gd name="connsiteY165" fmla="*/ 1728683 h 1855498"/>
                <a:gd name="connsiteX166" fmla="*/ 2753212 w 4011346"/>
                <a:gd name="connsiteY166" fmla="*/ 1641915 h 1855498"/>
                <a:gd name="connsiteX167" fmla="*/ 2783247 w 4011346"/>
                <a:gd name="connsiteY167" fmla="*/ 1571833 h 1855498"/>
                <a:gd name="connsiteX168" fmla="*/ 2803271 w 4011346"/>
                <a:gd name="connsiteY168" fmla="*/ 1468379 h 1855498"/>
                <a:gd name="connsiteX169" fmla="*/ 2793259 w 4011346"/>
                <a:gd name="connsiteY169" fmla="*/ 1418321 h 1855498"/>
                <a:gd name="connsiteX170" fmla="*/ 2769898 w 4011346"/>
                <a:gd name="connsiteY170" fmla="*/ 1384949 h 1855498"/>
                <a:gd name="connsiteX171" fmla="*/ 2726514 w 4011346"/>
                <a:gd name="connsiteY171" fmla="*/ 1384949 h 1855498"/>
                <a:gd name="connsiteX172" fmla="*/ 2699817 w 4011346"/>
                <a:gd name="connsiteY172" fmla="*/ 1384949 h 1855498"/>
                <a:gd name="connsiteX173" fmla="*/ 2683130 w 4011346"/>
                <a:gd name="connsiteY173" fmla="*/ 1364925 h 1855498"/>
                <a:gd name="connsiteX174" fmla="*/ 2669781 w 4011346"/>
                <a:gd name="connsiteY174" fmla="*/ 1344902 h 1855498"/>
                <a:gd name="connsiteX175" fmla="*/ 2763224 w 4011346"/>
                <a:gd name="connsiteY175" fmla="*/ 1228099 h 1855498"/>
                <a:gd name="connsiteX176" fmla="*/ 2846654 w 4011346"/>
                <a:gd name="connsiteY176" fmla="*/ 1161355 h 1855498"/>
                <a:gd name="connsiteX177" fmla="*/ 2890038 w 4011346"/>
                <a:gd name="connsiteY177" fmla="*/ 1137994 h 1855498"/>
                <a:gd name="connsiteX178" fmla="*/ 2933422 w 4011346"/>
                <a:gd name="connsiteY178" fmla="*/ 1158017 h 1855498"/>
                <a:gd name="connsiteX179" fmla="*/ 2950109 w 4011346"/>
                <a:gd name="connsiteY179" fmla="*/ 1141331 h 1855498"/>
                <a:gd name="connsiteX180" fmla="*/ 2993492 w 4011346"/>
                <a:gd name="connsiteY180" fmla="*/ 1158017 h 1855498"/>
                <a:gd name="connsiteX181" fmla="*/ 3006841 w 4011346"/>
                <a:gd name="connsiteY181" fmla="*/ 1124645 h 1855498"/>
                <a:gd name="connsiteX182" fmla="*/ 3053563 w 4011346"/>
                <a:gd name="connsiteY182" fmla="*/ 1134657 h 1855498"/>
                <a:gd name="connsiteX183" fmla="*/ 3070249 w 4011346"/>
                <a:gd name="connsiteY183" fmla="*/ 1151343 h 1855498"/>
                <a:gd name="connsiteX184" fmla="*/ 3060237 w 4011346"/>
                <a:gd name="connsiteY184" fmla="*/ 1171366 h 1855498"/>
                <a:gd name="connsiteX185" fmla="*/ 3123644 w 4011346"/>
                <a:gd name="connsiteY185" fmla="*/ 1154680 h 1855498"/>
                <a:gd name="connsiteX186" fmla="*/ 3140330 w 4011346"/>
                <a:gd name="connsiteY186" fmla="*/ 1141331 h 1855498"/>
                <a:gd name="connsiteX187" fmla="*/ 3123644 w 4011346"/>
                <a:gd name="connsiteY187" fmla="*/ 1127982 h 1855498"/>
                <a:gd name="connsiteX188" fmla="*/ 3143668 w 4011346"/>
                <a:gd name="connsiteY188" fmla="*/ 1087936 h 1855498"/>
                <a:gd name="connsiteX189" fmla="*/ 3190389 w 4011346"/>
                <a:gd name="connsiteY189" fmla="*/ 1017854 h 1855498"/>
                <a:gd name="connsiteX190" fmla="*/ 3233773 w 4011346"/>
                <a:gd name="connsiteY190" fmla="*/ 1014517 h 1855498"/>
                <a:gd name="connsiteX191" fmla="*/ 3273819 w 4011346"/>
                <a:gd name="connsiteY191" fmla="*/ 1024528 h 1855498"/>
                <a:gd name="connsiteX192" fmla="*/ 3277157 w 4011346"/>
                <a:gd name="connsiteY192" fmla="*/ 1081261 h 1855498"/>
                <a:gd name="connsiteX193" fmla="*/ 3320541 w 4011346"/>
                <a:gd name="connsiteY193" fmla="*/ 1037877 h 1855498"/>
                <a:gd name="connsiteX194" fmla="*/ 3343901 w 4011346"/>
                <a:gd name="connsiteY194" fmla="*/ 1021191 h 1855498"/>
                <a:gd name="connsiteX195" fmla="*/ 3350576 w 4011346"/>
                <a:gd name="connsiteY195" fmla="*/ 987819 h 1855498"/>
                <a:gd name="connsiteX196" fmla="*/ 3377273 w 4011346"/>
                <a:gd name="connsiteY196" fmla="*/ 971133 h 1855498"/>
                <a:gd name="connsiteX197" fmla="*/ 3407309 w 4011346"/>
                <a:gd name="connsiteY197" fmla="*/ 981144 h 1855498"/>
                <a:gd name="connsiteX198" fmla="*/ 3373936 w 4011346"/>
                <a:gd name="connsiteY198" fmla="*/ 1011179 h 1855498"/>
                <a:gd name="connsiteX199" fmla="*/ 3360587 w 4011346"/>
                <a:gd name="connsiteY199" fmla="*/ 1061238 h 1855498"/>
                <a:gd name="connsiteX200" fmla="*/ 3323878 w 4011346"/>
                <a:gd name="connsiteY200" fmla="*/ 1101284 h 1855498"/>
                <a:gd name="connsiteX201" fmla="*/ 3210412 w 4011346"/>
                <a:gd name="connsiteY201" fmla="*/ 1198064 h 1855498"/>
                <a:gd name="connsiteX202" fmla="*/ 3163691 w 4011346"/>
                <a:gd name="connsiteY202" fmla="*/ 1268146 h 1855498"/>
                <a:gd name="connsiteX203" fmla="*/ 3160354 w 4011346"/>
                <a:gd name="connsiteY203" fmla="*/ 1341565 h 1855498"/>
                <a:gd name="connsiteX204" fmla="*/ 3170365 w 4011346"/>
                <a:gd name="connsiteY204" fmla="*/ 1431670 h 1855498"/>
                <a:gd name="connsiteX205" fmla="*/ 3190389 w 4011346"/>
                <a:gd name="connsiteY205" fmla="*/ 1495077 h 1855498"/>
                <a:gd name="connsiteX206" fmla="*/ 3217087 w 4011346"/>
                <a:gd name="connsiteY206" fmla="*/ 1485065 h 1855498"/>
                <a:gd name="connsiteX207" fmla="*/ 3240447 w 4011346"/>
                <a:gd name="connsiteY207" fmla="*/ 1418321 h 1855498"/>
                <a:gd name="connsiteX208" fmla="*/ 3270482 w 4011346"/>
                <a:gd name="connsiteY208" fmla="*/ 1414984 h 1855498"/>
                <a:gd name="connsiteX209" fmla="*/ 3287168 w 4011346"/>
                <a:gd name="connsiteY209" fmla="*/ 1354914 h 1855498"/>
                <a:gd name="connsiteX210" fmla="*/ 3313866 w 4011346"/>
                <a:gd name="connsiteY210" fmla="*/ 1344902 h 1855498"/>
                <a:gd name="connsiteX211" fmla="*/ 3313866 w 4011346"/>
                <a:gd name="connsiteY211" fmla="*/ 1314867 h 1855498"/>
                <a:gd name="connsiteX212" fmla="*/ 3337227 w 4011346"/>
                <a:gd name="connsiteY212" fmla="*/ 1278157 h 1855498"/>
                <a:gd name="connsiteX213" fmla="*/ 3330552 w 4011346"/>
                <a:gd name="connsiteY213" fmla="*/ 1234773 h 1855498"/>
                <a:gd name="connsiteX214" fmla="*/ 3333890 w 4011346"/>
                <a:gd name="connsiteY214" fmla="*/ 1204738 h 1855498"/>
                <a:gd name="connsiteX215" fmla="*/ 3323878 w 4011346"/>
                <a:gd name="connsiteY215" fmla="*/ 1194727 h 1855498"/>
                <a:gd name="connsiteX216" fmla="*/ 3363925 w 4011346"/>
                <a:gd name="connsiteY216" fmla="*/ 1107959 h 1855498"/>
                <a:gd name="connsiteX217" fmla="*/ 3383948 w 4011346"/>
                <a:gd name="connsiteY217" fmla="*/ 1117971 h 1855498"/>
                <a:gd name="connsiteX218" fmla="*/ 3410646 w 4011346"/>
                <a:gd name="connsiteY218" fmla="*/ 1091273 h 1855498"/>
                <a:gd name="connsiteX219" fmla="*/ 3420657 w 4011346"/>
                <a:gd name="connsiteY219" fmla="*/ 1117971 h 1855498"/>
                <a:gd name="connsiteX220" fmla="*/ 3447355 w 4011346"/>
                <a:gd name="connsiteY220" fmla="*/ 1101284 h 1855498"/>
                <a:gd name="connsiteX221" fmla="*/ 3477390 w 4011346"/>
                <a:gd name="connsiteY221" fmla="*/ 1091273 h 1855498"/>
                <a:gd name="connsiteX222" fmla="*/ 3514100 w 4011346"/>
                <a:gd name="connsiteY222" fmla="*/ 1117971 h 1855498"/>
                <a:gd name="connsiteX223" fmla="*/ 3574170 w 4011346"/>
                <a:gd name="connsiteY223" fmla="*/ 1051226 h 1855498"/>
                <a:gd name="connsiteX224" fmla="*/ 3637577 w 4011346"/>
                <a:gd name="connsiteY224" fmla="*/ 1004505 h 1855498"/>
                <a:gd name="connsiteX225" fmla="*/ 3690973 w 4011346"/>
                <a:gd name="connsiteY225" fmla="*/ 967795 h 1855498"/>
                <a:gd name="connsiteX226" fmla="*/ 3741031 w 4011346"/>
                <a:gd name="connsiteY226" fmla="*/ 994493 h 1855498"/>
                <a:gd name="connsiteX227" fmla="*/ 3751043 w 4011346"/>
                <a:gd name="connsiteY227" fmla="*/ 967795 h 1855498"/>
                <a:gd name="connsiteX228" fmla="*/ 3727682 w 4011346"/>
                <a:gd name="connsiteY228" fmla="*/ 901051 h 1855498"/>
                <a:gd name="connsiteX229" fmla="*/ 3700984 w 4011346"/>
                <a:gd name="connsiteY229" fmla="*/ 884365 h 1855498"/>
                <a:gd name="connsiteX230" fmla="*/ 3697647 w 4011346"/>
                <a:gd name="connsiteY230" fmla="*/ 854330 h 1855498"/>
                <a:gd name="connsiteX231" fmla="*/ 3751043 w 4011346"/>
                <a:gd name="connsiteY231" fmla="*/ 861004 h 1855498"/>
                <a:gd name="connsiteX232" fmla="*/ 3774403 w 4011346"/>
                <a:gd name="connsiteY232" fmla="*/ 817620 h 1855498"/>
                <a:gd name="connsiteX233" fmla="*/ 3767729 w 4011346"/>
                <a:gd name="connsiteY233" fmla="*/ 790922 h 1855498"/>
                <a:gd name="connsiteX234" fmla="*/ 3794427 w 4011346"/>
                <a:gd name="connsiteY234" fmla="*/ 757550 h 1855498"/>
                <a:gd name="connsiteX235" fmla="*/ 3804438 w 4011346"/>
                <a:gd name="connsiteY235" fmla="*/ 800934 h 1855498"/>
                <a:gd name="connsiteX236" fmla="*/ 3827799 w 4011346"/>
                <a:gd name="connsiteY236" fmla="*/ 817620 h 1855498"/>
                <a:gd name="connsiteX237" fmla="*/ 3874520 w 4011346"/>
                <a:gd name="connsiteY237" fmla="*/ 837644 h 1855498"/>
                <a:gd name="connsiteX238" fmla="*/ 3894544 w 4011346"/>
                <a:gd name="connsiteY238" fmla="*/ 864341 h 1855498"/>
                <a:gd name="connsiteX239" fmla="*/ 3941265 w 4011346"/>
                <a:gd name="connsiteY239" fmla="*/ 887702 h 1855498"/>
                <a:gd name="connsiteX240" fmla="*/ 3947939 w 4011346"/>
                <a:gd name="connsiteY240" fmla="*/ 874353 h 1855498"/>
                <a:gd name="connsiteX241" fmla="*/ 3957951 w 4011346"/>
                <a:gd name="connsiteY241" fmla="*/ 810946 h 1855498"/>
                <a:gd name="connsiteX242" fmla="*/ 4004672 w 4011346"/>
                <a:gd name="connsiteY242" fmla="*/ 804271 h 1855498"/>
                <a:gd name="connsiteX243" fmla="*/ 4011346 w 4011346"/>
                <a:gd name="connsiteY243" fmla="*/ 770899 h 1855498"/>
                <a:gd name="connsiteX244" fmla="*/ 3967963 w 4011346"/>
                <a:gd name="connsiteY244" fmla="*/ 734190 h 1855498"/>
                <a:gd name="connsiteX245" fmla="*/ 3921241 w 4011346"/>
                <a:gd name="connsiteY245" fmla="*/ 717503 h 1855498"/>
                <a:gd name="connsiteX246" fmla="*/ 3907892 w 4011346"/>
                <a:gd name="connsiteY246" fmla="*/ 720841 h 1855498"/>
                <a:gd name="connsiteX247" fmla="*/ 3907892 w 4011346"/>
                <a:gd name="connsiteY247" fmla="*/ 754213 h 1855498"/>
                <a:gd name="connsiteX248" fmla="*/ 3887869 w 4011346"/>
                <a:gd name="connsiteY248" fmla="*/ 747538 h 1855498"/>
                <a:gd name="connsiteX249" fmla="*/ 3874520 w 4011346"/>
                <a:gd name="connsiteY249" fmla="*/ 694143 h 1855498"/>
                <a:gd name="connsiteX250" fmla="*/ 3817787 w 4011346"/>
                <a:gd name="connsiteY250" fmla="*/ 630736 h 1855498"/>
                <a:gd name="connsiteX251" fmla="*/ 3717671 w 4011346"/>
                <a:gd name="connsiteY251" fmla="*/ 553979 h 1855498"/>
                <a:gd name="connsiteX252" fmla="*/ 3664275 w 4011346"/>
                <a:gd name="connsiteY252" fmla="*/ 533956 h 1855498"/>
                <a:gd name="connsiteX253" fmla="*/ 3584181 w 4011346"/>
                <a:gd name="connsiteY253" fmla="*/ 527282 h 1855498"/>
                <a:gd name="connsiteX254" fmla="*/ 3520774 w 4011346"/>
                <a:gd name="connsiteY254" fmla="*/ 510595 h 1855498"/>
                <a:gd name="connsiteX255" fmla="*/ 3530786 w 4011346"/>
                <a:gd name="connsiteY255" fmla="*/ 550642 h 1855498"/>
                <a:gd name="connsiteX256" fmla="*/ 3537460 w 4011346"/>
                <a:gd name="connsiteY256" fmla="*/ 577340 h 1855498"/>
                <a:gd name="connsiteX257" fmla="*/ 3507425 w 4011346"/>
                <a:gd name="connsiteY257" fmla="*/ 600700 h 1855498"/>
                <a:gd name="connsiteX258" fmla="*/ 3477390 w 4011346"/>
                <a:gd name="connsiteY258" fmla="*/ 574003 h 1855498"/>
                <a:gd name="connsiteX259" fmla="*/ 3477390 w 4011346"/>
                <a:gd name="connsiteY259" fmla="*/ 553979 h 1855498"/>
                <a:gd name="connsiteX260" fmla="*/ 3504088 w 4011346"/>
                <a:gd name="connsiteY260" fmla="*/ 533956 h 1855498"/>
                <a:gd name="connsiteX261" fmla="*/ 3467379 w 4011346"/>
                <a:gd name="connsiteY261" fmla="*/ 520607 h 1855498"/>
                <a:gd name="connsiteX262" fmla="*/ 3450692 w 4011346"/>
                <a:gd name="connsiteY262" fmla="*/ 547305 h 1855498"/>
                <a:gd name="connsiteX263" fmla="*/ 3440681 w 4011346"/>
                <a:gd name="connsiteY263" fmla="*/ 560654 h 1855498"/>
                <a:gd name="connsiteX264" fmla="*/ 3357250 w 4011346"/>
                <a:gd name="connsiteY264" fmla="*/ 547305 h 1855498"/>
                <a:gd name="connsiteX265" fmla="*/ 3297180 w 4011346"/>
                <a:gd name="connsiteY265" fmla="*/ 553979 h 1855498"/>
                <a:gd name="connsiteX266" fmla="*/ 3267145 w 4011346"/>
                <a:gd name="connsiteY266" fmla="*/ 530619 h 1855498"/>
                <a:gd name="connsiteX267" fmla="*/ 3267145 w 4011346"/>
                <a:gd name="connsiteY267" fmla="*/ 493909 h 1855498"/>
                <a:gd name="connsiteX268" fmla="*/ 3203738 w 4011346"/>
                <a:gd name="connsiteY268" fmla="*/ 437176 h 1855498"/>
                <a:gd name="connsiteX269" fmla="*/ 3076923 w 4011346"/>
                <a:gd name="connsiteY269" fmla="*/ 443851 h 1855498"/>
                <a:gd name="connsiteX270" fmla="*/ 3043551 w 4011346"/>
                <a:gd name="connsiteY270" fmla="*/ 420490 h 1855498"/>
                <a:gd name="connsiteX271" fmla="*/ 3000167 w 4011346"/>
                <a:gd name="connsiteY271" fmla="*/ 373769 h 1855498"/>
                <a:gd name="connsiteX272" fmla="*/ 3013516 w 4011346"/>
                <a:gd name="connsiteY272" fmla="*/ 367095 h 1855498"/>
                <a:gd name="connsiteX273" fmla="*/ 3000167 w 4011346"/>
                <a:gd name="connsiteY273" fmla="*/ 347071 h 1855498"/>
                <a:gd name="connsiteX274" fmla="*/ 2970132 w 4011346"/>
                <a:gd name="connsiteY274" fmla="*/ 343734 h 1855498"/>
                <a:gd name="connsiteX275" fmla="*/ 2920073 w 4011346"/>
                <a:gd name="connsiteY275" fmla="*/ 390455 h 1855498"/>
                <a:gd name="connsiteX276" fmla="*/ 2920073 w 4011346"/>
                <a:gd name="connsiteY276" fmla="*/ 390455 h 1855498"/>
                <a:gd name="connsiteX277" fmla="*/ 2916736 w 4011346"/>
                <a:gd name="connsiteY277" fmla="*/ 340397 h 1855498"/>
                <a:gd name="connsiteX278" fmla="*/ 2936760 w 4011346"/>
                <a:gd name="connsiteY278" fmla="*/ 337060 h 1855498"/>
                <a:gd name="connsiteX279" fmla="*/ 2866678 w 4011346"/>
                <a:gd name="connsiteY279" fmla="*/ 307025 h 1855498"/>
                <a:gd name="connsiteX280" fmla="*/ 2813282 w 4011346"/>
                <a:gd name="connsiteY280" fmla="*/ 303687 h 1855498"/>
                <a:gd name="connsiteX281" fmla="*/ 2793259 w 4011346"/>
                <a:gd name="connsiteY281" fmla="*/ 327048 h 1855498"/>
                <a:gd name="connsiteX282" fmla="*/ 2743200 w 4011346"/>
                <a:gd name="connsiteY282" fmla="*/ 337060 h 1855498"/>
                <a:gd name="connsiteX283" fmla="*/ 2786584 w 4011346"/>
                <a:gd name="connsiteY283" fmla="*/ 347071 h 1855498"/>
                <a:gd name="connsiteX284" fmla="*/ 2763224 w 4011346"/>
                <a:gd name="connsiteY284" fmla="*/ 367095 h 1855498"/>
                <a:gd name="connsiteX285" fmla="*/ 2769898 w 4011346"/>
                <a:gd name="connsiteY285" fmla="*/ 417153 h 1855498"/>
                <a:gd name="connsiteX286" fmla="*/ 2749875 w 4011346"/>
                <a:gd name="connsiteY286" fmla="*/ 400467 h 1855498"/>
                <a:gd name="connsiteX287" fmla="*/ 2733189 w 4011346"/>
                <a:gd name="connsiteY287" fmla="*/ 413816 h 1855498"/>
                <a:gd name="connsiteX288" fmla="*/ 2666444 w 4011346"/>
                <a:gd name="connsiteY288" fmla="*/ 403804 h 1855498"/>
                <a:gd name="connsiteX289" fmla="*/ 2636409 w 4011346"/>
                <a:gd name="connsiteY289" fmla="*/ 413816 h 1855498"/>
                <a:gd name="connsiteX290" fmla="*/ 2603037 w 4011346"/>
                <a:gd name="connsiteY290" fmla="*/ 373769 h 1855498"/>
                <a:gd name="connsiteX291" fmla="*/ 2569665 w 4011346"/>
                <a:gd name="connsiteY291" fmla="*/ 457200 h 1855498"/>
                <a:gd name="connsiteX292" fmla="*/ 2552979 w 4011346"/>
                <a:gd name="connsiteY292" fmla="*/ 477223 h 1855498"/>
                <a:gd name="connsiteX293" fmla="*/ 2469548 w 4011346"/>
                <a:gd name="connsiteY293" fmla="*/ 340397 h 1855498"/>
                <a:gd name="connsiteX294" fmla="*/ 2446187 w 4011346"/>
                <a:gd name="connsiteY294" fmla="*/ 357083 h 1855498"/>
                <a:gd name="connsiteX295" fmla="*/ 2442850 w 4011346"/>
                <a:gd name="connsiteY295" fmla="*/ 323711 h 1855498"/>
                <a:gd name="connsiteX296" fmla="*/ 2449525 w 4011346"/>
                <a:gd name="connsiteY296" fmla="*/ 253629 h 1855498"/>
                <a:gd name="connsiteX297" fmla="*/ 2386117 w 4011346"/>
                <a:gd name="connsiteY297" fmla="*/ 226931 h 1855498"/>
                <a:gd name="connsiteX298" fmla="*/ 2369431 w 4011346"/>
                <a:gd name="connsiteY298" fmla="*/ 266978 h 1855498"/>
                <a:gd name="connsiteX299" fmla="*/ 2379443 w 4011346"/>
                <a:gd name="connsiteY299" fmla="*/ 290338 h 1855498"/>
                <a:gd name="connsiteX300" fmla="*/ 2376106 w 4011346"/>
                <a:gd name="connsiteY300" fmla="*/ 310362 h 1855498"/>
                <a:gd name="connsiteX301" fmla="*/ 2352745 w 4011346"/>
                <a:gd name="connsiteY301" fmla="*/ 287001 h 1855498"/>
                <a:gd name="connsiteX302" fmla="*/ 2316036 w 4011346"/>
                <a:gd name="connsiteY302" fmla="*/ 293676 h 1855498"/>
                <a:gd name="connsiteX303" fmla="*/ 2272652 w 4011346"/>
                <a:gd name="connsiteY303" fmla="*/ 280327 h 1855498"/>
                <a:gd name="connsiteX304" fmla="*/ 2245954 w 4011346"/>
                <a:gd name="connsiteY304" fmla="*/ 240280 h 1855498"/>
                <a:gd name="connsiteX305" fmla="*/ 2209244 w 4011346"/>
                <a:gd name="connsiteY305" fmla="*/ 236943 h 1855498"/>
                <a:gd name="connsiteX306" fmla="*/ 2159186 w 4011346"/>
                <a:gd name="connsiteY306" fmla="*/ 226931 h 1855498"/>
                <a:gd name="connsiteX307" fmla="*/ 2132488 w 4011346"/>
                <a:gd name="connsiteY307" fmla="*/ 243617 h 1855498"/>
                <a:gd name="connsiteX308" fmla="*/ 2115802 w 4011346"/>
                <a:gd name="connsiteY308" fmla="*/ 256966 h 1855498"/>
                <a:gd name="connsiteX309" fmla="*/ 2115802 w 4011346"/>
                <a:gd name="connsiteY309" fmla="*/ 226931 h 1855498"/>
                <a:gd name="connsiteX310" fmla="*/ 2082430 w 4011346"/>
                <a:gd name="connsiteY310" fmla="*/ 223594 h 1855498"/>
                <a:gd name="connsiteX311" fmla="*/ 2045720 w 4011346"/>
                <a:gd name="connsiteY311" fmla="*/ 196896 h 1855498"/>
                <a:gd name="connsiteX312" fmla="*/ 2025697 w 4011346"/>
                <a:gd name="connsiteY312" fmla="*/ 226931 h 1855498"/>
                <a:gd name="connsiteX313" fmla="*/ 2055732 w 4011346"/>
                <a:gd name="connsiteY313" fmla="*/ 223594 h 1855498"/>
                <a:gd name="connsiteX314" fmla="*/ 2045720 w 4011346"/>
                <a:gd name="connsiteY314" fmla="*/ 250292 h 1855498"/>
                <a:gd name="connsiteX315" fmla="*/ 1988987 w 4011346"/>
                <a:gd name="connsiteY315" fmla="*/ 270315 h 1855498"/>
                <a:gd name="connsiteX316" fmla="*/ 1935592 w 4011346"/>
                <a:gd name="connsiteY316" fmla="*/ 280327 h 1855498"/>
                <a:gd name="connsiteX317" fmla="*/ 1995662 w 4011346"/>
                <a:gd name="connsiteY317" fmla="*/ 223594 h 1855498"/>
                <a:gd name="connsiteX318" fmla="*/ 2055732 w 4011346"/>
                <a:gd name="connsiteY318" fmla="*/ 153512 h 1855498"/>
                <a:gd name="connsiteX319" fmla="*/ 2055732 w 4011346"/>
                <a:gd name="connsiteY319" fmla="*/ 153512 h 1855498"/>
                <a:gd name="connsiteX320" fmla="*/ 1982313 w 4011346"/>
                <a:gd name="connsiteY320" fmla="*/ 136827 h 1855498"/>
                <a:gd name="connsiteX321" fmla="*/ 1698648 w 4011346"/>
                <a:gd name="connsiteY321" fmla="*/ 40047 h 1855498"/>
                <a:gd name="connsiteX322" fmla="*/ 1685300 w 4011346"/>
                <a:gd name="connsiteY322" fmla="*/ 0 h 1855498"/>
                <a:gd name="connsiteX323" fmla="*/ 1615218 w 4011346"/>
                <a:gd name="connsiteY323" fmla="*/ 3338 h 1855498"/>
                <a:gd name="connsiteX324" fmla="*/ 1638579 w 4011346"/>
                <a:gd name="connsiteY324" fmla="*/ 33373 h 1855498"/>
                <a:gd name="connsiteX325" fmla="*/ 1528449 w 4011346"/>
                <a:gd name="connsiteY325" fmla="*/ 60069 h 1855498"/>
                <a:gd name="connsiteX326" fmla="*/ 1465043 w 4011346"/>
                <a:gd name="connsiteY326" fmla="*/ 143500 h 1855498"/>
                <a:gd name="connsiteX327" fmla="*/ 1448357 w 4011346"/>
                <a:gd name="connsiteY327" fmla="*/ 170198 h 1855498"/>
                <a:gd name="connsiteX328" fmla="*/ 1481729 w 4011346"/>
                <a:gd name="connsiteY328" fmla="*/ 203571 h 1855498"/>
                <a:gd name="connsiteX329" fmla="*/ 1481729 w 4011346"/>
                <a:gd name="connsiteY329" fmla="*/ 233606 h 1855498"/>
                <a:gd name="connsiteX330" fmla="*/ 1458368 w 4011346"/>
                <a:gd name="connsiteY330" fmla="*/ 236943 h 1855498"/>
                <a:gd name="connsiteX331" fmla="*/ 1458368 w 4011346"/>
                <a:gd name="connsiteY331" fmla="*/ 216919 h 1855498"/>
                <a:gd name="connsiteX332" fmla="*/ 1418322 w 4011346"/>
                <a:gd name="connsiteY332" fmla="*/ 226931 h 1855498"/>
                <a:gd name="connsiteX333" fmla="*/ 1368263 w 4011346"/>
                <a:gd name="connsiteY333" fmla="*/ 233606 h 1855498"/>
                <a:gd name="connsiteX334" fmla="*/ 1321542 w 4011346"/>
                <a:gd name="connsiteY334" fmla="*/ 240280 h 1855498"/>
                <a:gd name="connsiteX335" fmla="*/ 1318205 w 4011346"/>
                <a:gd name="connsiteY335" fmla="*/ 327048 h 1855498"/>
                <a:gd name="connsiteX336" fmla="*/ 1358252 w 4011346"/>
                <a:gd name="connsiteY336" fmla="*/ 350409 h 1855498"/>
                <a:gd name="connsiteX337" fmla="*/ 1374938 w 4011346"/>
                <a:gd name="connsiteY337" fmla="*/ 380444 h 1855498"/>
                <a:gd name="connsiteX338" fmla="*/ 1384949 w 4011346"/>
                <a:gd name="connsiteY338" fmla="*/ 403804 h 1855498"/>
                <a:gd name="connsiteX339" fmla="*/ 1394961 w 4011346"/>
                <a:gd name="connsiteY339" fmla="*/ 453863 h 1855498"/>
                <a:gd name="connsiteX340" fmla="*/ 1384949 w 4011346"/>
                <a:gd name="connsiteY340" fmla="*/ 483898 h 1855498"/>
                <a:gd name="connsiteX341" fmla="*/ 1358252 w 4011346"/>
                <a:gd name="connsiteY341" fmla="*/ 450525 h 1855498"/>
                <a:gd name="connsiteX342" fmla="*/ 1361589 w 4011346"/>
                <a:gd name="connsiteY342" fmla="*/ 420490 h 1855498"/>
                <a:gd name="connsiteX343" fmla="*/ 1351577 w 4011346"/>
                <a:gd name="connsiteY343" fmla="*/ 380444 h 1855498"/>
                <a:gd name="connsiteX344" fmla="*/ 1328217 w 4011346"/>
                <a:gd name="connsiteY344" fmla="*/ 387118 h 1855498"/>
                <a:gd name="connsiteX345" fmla="*/ 1281495 w 4011346"/>
                <a:gd name="connsiteY345" fmla="*/ 350409 h 1855498"/>
                <a:gd name="connsiteX346" fmla="*/ 1241449 w 4011346"/>
                <a:gd name="connsiteY346" fmla="*/ 347071 h 1855498"/>
                <a:gd name="connsiteX347" fmla="*/ 1241449 w 4011346"/>
                <a:gd name="connsiteY347" fmla="*/ 393792 h 1855498"/>
                <a:gd name="connsiteX348" fmla="*/ 1201402 w 4011346"/>
                <a:gd name="connsiteY348" fmla="*/ 373769 h 1855498"/>
                <a:gd name="connsiteX349" fmla="*/ 1228100 w 4011346"/>
                <a:gd name="connsiteY349" fmla="*/ 423827 h 1855498"/>
                <a:gd name="connsiteX350" fmla="*/ 1258135 w 4011346"/>
                <a:gd name="connsiteY350" fmla="*/ 433839 h 1855498"/>
                <a:gd name="connsiteX351" fmla="*/ 1258135 w 4011346"/>
                <a:gd name="connsiteY351" fmla="*/ 453863 h 1855498"/>
                <a:gd name="connsiteX352" fmla="*/ 1198065 w 4011346"/>
                <a:gd name="connsiteY352" fmla="*/ 430502 h 1855498"/>
                <a:gd name="connsiteX353" fmla="*/ 1181379 w 4011346"/>
                <a:gd name="connsiteY353" fmla="*/ 430502 h 1855498"/>
                <a:gd name="connsiteX354" fmla="*/ 1178041 w 4011346"/>
                <a:gd name="connsiteY354" fmla="*/ 387118 h 1855498"/>
                <a:gd name="connsiteX355" fmla="*/ 1171367 w 4011346"/>
                <a:gd name="connsiteY355" fmla="*/ 300350 h 1855498"/>
                <a:gd name="connsiteX356" fmla="*/ 1161355 w 4011346"/>
                <a:gd name="connsiteY356" fmla="*/ 370432 h 1855498"/>
                <a:gd name="connsiteX357" fmla="*/ 1137995 w 4011346"/>
                <a:gd name="connsiteY357" fmla="*/ 400467 h 1855498"/>
                <a:gd name="connsiteX358" fmla="*/ 1158018 w 4011346"/>
                <a:gd name="connsiteY358" fmla="*/ 447188 h 1855498"/>
                <a:gd name="connsiteX359" fmla="*/ 1158018 w 4011346"/>
                <a:gd name="connsiteY359" fmla="*/ 480560 h 1855498"/>
                <a:gd name="connsiteX360" fmla="*/ 1141332 w 4011346"/>
                <a:gd name="connsiteY360" fmla="*/ 530619 h 1855498"/>
                <a:gd name="connsiteX361" fmla="*/ 1154681 w 4011346"/>
                <a:gd name="connsiteY361" fmla="*/ 563991 h 1855498"/>
                <a:gd name="connsiteX362" fmla="*/ 1184716 w 4011346"/>
                <a:gd name="connsiteY362" fmla="*/ 570665 h 1855498"/>
                <a:gd name="connsiteX363" fmla="*/ 1221425 w 4011346"/>
                <a:gd name="connsiteY363" fmla="*/ 577340 h 1855498"/>
                <a:gd name="connsiteX364" fmla="*/ 1241449 w 4011346"/>
                <a:gd name="connsiteY364" fmla="*/ 600700 h 1855498"/>
                <a:gd name="connsiteX365" fmla="*/ 1258135 w 4011346"/>
                <a:gd name="connsiteY365" fmla="*/ 644084 h 1855498"/>
                <a:gd name="connsiteX366" fmla="*/ 1258135 w 4011346"/>
                <a:gd name="connsiteY366" fmla="*/ 644084 h 1855498"/>
                <a:gd name="connsiteX367" fmla="*/ 1254798 w 4011346"/>
                <a:gd name="connsiteY367" fmla="*/ 677457 h 1855498"/>
                <a:gd name="connsiteX368" fmla="*/ 1274821 w 4011346"/>
                <a:gd name="connsiteY368" fmla="*/ 697480 h 1855498"/>
                <a:gd name="connsiteX369" fmla="*/ 1244786 w 4011346"/>
                <a:gd name="connsiteY369" fmla="*/ 704155 h 1855498"/>
                <a:gd name="connsiteX370" fmla="*/ 1224763 w 4011346"/>
                <a:gd name="connsiteY370" fmla="*/ 664108 h 1855498"/>
                <a:gd name="connsiteX371" fmla="*/ 1224763 w 4011346"/>
                <a:gd name="connsiteY371" fmla="*/ 624061 h 1855498"/>
                <a:gd name="connsiteX372" fmla="*/ 1194727 w 4011346"/>
                <a:gd name="connsiteY372" fmla="*/ 587352 h 1855498"/>
                <a:gd name="connsiteX373" fmla="*/ 1164692 w 4011346"/>
                <a:gd name="connsiteY373" fmla="*/ 630736 h 1855498"/>
                <a:gd name="connsiteX374" fmla="*/ 1178041 w 4011346"/>
                <a:gd name="connsiteY374" fmla="*/ 674119 h 1855498"/>
                <a:gd name="connsiteX375" fmla="*/ 1137995 w 4011346"/>
                <a:gd name="connsiteY375" fmla="*/ 730852 h 1855498"/>
                <a:gd name="connsiteX376" fmla="*/ 1097948 w 4011346"/>
                <a:gd name="connsiteY376" fmla="*/ 787585 h 1855498"/>
                <a:gd name="connsiteX377" fmla="*/ 1007843 w 4011346"/>
                <a:gd name="connsiteY377" fmla="*/ 750876 h 1855498"/>
                <a:gd name="connsiteX378" fmla="*/ 1074587 w 4011346"/>
                <a:gd name="connsiteY378" fmla="*/ 747538 h 1855498"/>
                <a:gd name="connsiteX379" fmla="*/ 1107960 w 4011346"/>
                <a:gd name="connsiteY379" fmla="*/ 684131 h 1855498"/>
                <a:gd name="connsiteX380" fmla="*/ 1121309 w 4011346"/>
                <a:gd name="connsiteY380" fmla="*/ 640747 h 1855498"/>
                <a:gd name="connsiteX381" fmla="*/ 1127983 w 4011346"/>
                <a:gd name="connsiteY381" fmla="*/ 607375 h 1855498"/>
                <a:gd name="connsiteX382" fmla="*/ 1117971 w 4011346"/>
                <a:gd name="connsiteY382" fmla="*/ 590689 h 1855498"/>
                <a:gd name="connsiteX383" fmla="*/ 1114634 w 4011346"/>
                <a:gd name="connsiteY383" fmla="*/ 540630 h 1855498"/>
                <a:gd name="connsiteX384" fmla="*/ 1104622 w 4011346"/>
                <a:gd name="connsiteY384" fmla="*/ 460537 h 1855498"/>
                <a:gd name="connsiteX385" fmla="*/ 1101285 w 4011346"/>
                <a:gd name="connsiteY385" fmla="*/ 400467 h 1855498"/>
                <a:gd name="connsiteX386" fmla="*/ 1124646 w 4011346"/>
                <a:gd name="connsiteY386" fmla="*/ 307025 h 1855498"/>
                <a:gd name="connsiteX387" fmla="*/ 1031203 w 4011346"/>
                <a:gd name="connsiteY387" fmla="*/ 297013 h 1855498"/>
                <a:gd name="connsiteX388" fmla="*/ 1014517 w 4011346"/>
                <a:gd name="connsiteY388" fmla="*/ 353746 h 1855498"/>
                <a:gd name="connsiteX389" fmla="*/ 1024529 w 4011346"/>
                <a:gd name="connsiteY389" fmla="*/ 400467 h 1855498"/>
                <a:gd name="connsiteX390" fmla="*/ 981145 w 4011346"/>
                <a:gd name="connsiteY390" fmla="*/ 453863 h 1855498"/>
                <a:gd name="connsiteX391" fmla="*/ 991157 w 4011346"/>
                <a:gd name="connsiteY391" fmla="*/ 490572 h 1855498"/>
                <a:gd name="connsiteX392" fmla="*/ 981145 w 4011346"/>
                <a:gd name="connsiteY392" fmla="*/ 537293 h 1855498"/>
                <a:gd name="connsiteX393" fmla="*/ 1001168 w 4011346"/>
                <a:gd name="connsiteY393" fmla="*/ 560654 h 1855498"/>
                <a:gd name="connsiteX394" fmla="*/ 1017854 w 4011346"/>
                <a:gd name="connsiteY394" fmla="*/ 607375 h 1855498"/>
                <a:gd name="connsiteX395" fmla="*/ 1047890 w 4011346"/>
                <a:gd name="connsiteY395" fmla="*/ 594026 h 1855498"/>
                <a:gd name="connsiteX396" fmla="*/ 1014517 w 4011346"/>
                <a:gd name="connsiteY396" fmla="*/ 647422 h 1855498"/>
                <a:gd name="connsiteX397" fmla="*/ 957784 w 4011346"/>
                <a:gd name="connsiteY397" fmla="*/ 594026 h 1855498"/>
                <a:gd name="connsiteX398" fmla="*/ 884365 w 4011346"/>
                <a:gd name="connsiteY398" fmla="*/ 557317 h 1855498"/>
                <a:gd name="connsiteX399" fmla="*/ 824295 w 4011346"/>
                <a:gd name="connsiteY399" fmla="*/ 533956 h 1855498"/>
                <a:gd name="connsiteX400" fmla="*/ 810946 w 4011346"/>
                <a:gd name="connsiteY400" fmla="*/ 570665 h 1855498"/>
                <a:gd name="connsiteX401" fmla="*/ 827633 w 4011346"/>
                <a:gd name="connsiteY401" fmla="*/ 607375 h 1855498"/>
                <a:gd name="connsiteX402" fmla="*/ 814284 w 4011346"/>
                <a:gd name="connsiteY402" fmla="*/ 630736 h 1855498"/>
                <a:gd name="connsiteX403" fmla="*/ 800935 w 4011346"/>
                <a:gd name="connsiteY403" fmla="*/ 647422 h 1855498"/>
                <a:gd name="connsiteX404" fmla="*/ 770900 w 4011346"/>
                <a:gd name="connsiteY404" fmla="*/ 590689 h 1855498"/>
                <a:gd name="connsiteX405" fmla="*/ 744202 w 4011346"/>
                <a:gd name="connsiteY405" fmla="*/ 627398 h 1855498"/>
                <a:gd name="connsiteX406" fmla="*/ 707492 w 4011346"/>
                <a:gd name="connsiteY406" fmla="*/ 620724 h 1855498"/>
                <a:gd name="connsiteX407" fmla="*/ 654097 w 4011346"/>
                <a:gd name="connsiteY407" fmla="*/ 657433 h 1855498"/>
                <a:gd name="connsiteX408" fmla="*/ 644085 w 4011346"/>
                <a:gd name="connsiteY408" fmla="*/ 634073 h 1855498"/>
                <a:gd name="connsiteX409" fmla="*/ 654097 w 4011346"/>
                <a:gd name="connsiteY409" fmla="*/ 597363 h 1855498"/>
                <a:gd name="connsiteX410" fmla="*/ 614050 w 4011346"/>
                <a:gd name="connsiteY410" fmla="*/ 634073 h 1855498"/>
                <a:gd name="connsiteX411" fmla="*/ 594027 w 4011346"/>
                <a:gd name="connsiteY411" fmla="*/ 634073 h 1855498"/>
                <a:gd name="connsiteX412" fmla="*/ 533957 w 4011346"/>
                <a:gd name="connsiteY412" fmla="*/ 667445 h 1855498"/>
                <a:gd name="connsiteX413" fmla="*/ 510596 w 4011346"/>
                <a:gd name="connsiteY413" fmla="*/ 690806 h 1855498"/>
                <a:gd name="connsiteX414" fmla="*/ 500584 w 4011346"/>
                <a:gd name="connsiteY414" fmla="*/ 737527 h 1855498"/>
                <a:gd name="connsiteX415" fmla="*/ 450526 w 4011346"/>
                <a:gd name="connsiteY415" fmla="*/ 724178 h 1855498"/>
                <a:gd name="connsiteX416" fmla="*/ 433840 w 4011346"/>
                <a:gd name="connsiteY416" fmla="*/ 687468 h 1855498"/>
                <a:gd name="connsiteX417" fmla="*/ 467212 w 4011346"/>
                <a:gd name="connsiteY417" fmla="*/ 657433 h 1855498"/>
                <a:gd name="connsiteX418" fmla="*/ 453863 w 4011346"/>
                <a:gd name="connsiteY418" fmla="*/ 634073 h 1855498"/>
                <a:gd name="connsiteX419" fmla="*/ 390456 w 4011346"/>
                <a:gd name="connsiteY419" fmla="*/ 604038 h 1855498"/>
                <a:gd name="connsiteX420" fmla="*/ 417154 w 4011346"/>
                <a:gd name="connsiteY420" fmla="*/ 654096 h 1855498"/>
                <a:gd name="connsiteX421" fmla="*/ 407142 w 4011346"/>
                <a:gd name="connsiteY421" fmla="*/ 697480 h 1855498"/>
                <a:gd name="connsiteX422" fmla="*/ 413817 w 4011346"/>
                <a:gd name="connsiteY422" fmla="*/ 734190 h 1855498"/>
                <a:gd name="connsiteX423" fmla="*/ 427165 w 4011346"/>
                <a:gd name="connsiteY423" fmla="*/ 757550 h 1855498"/>
                <a:gd name="connsiteX424" fmla="*/ 413817 w 4011346"/>
                <a:gd name="connsiteY424" fmla="*/ 787585 h 1855498"/>
                <a:gd name="connsiteX425" fmla="*/ 390456 w 4011346"/>
                <a:gd name="connsiteY425" fmla="*/ 764225 h 1855498"/>
                <a:gd name="connsiteX426" fmla="*/ 360421 w 4011346"/>
                <a:gd name="connsiteY426" fmla="*/ 760887 h 1855498"/>
                <a:gd name="connsiteX427" fmla="*/ 333723 w 4011346"/>
                <a:gd name="connsiteY427" fmla="*/ 800934 h 1855498"/>
                <a:gd name="connsiteX428" fmla="*/ 307025 w 4011346"/>
                <a:gd name="connsiteY428" fmla="*/ 820957 h 1855498"/>
                <a:gd name="connsiteX429" fmla="*/ 320374 w 4011346"/>
                <a:gd name="connsiteY429" fmla="*/ 847655 h 1855498"/>
                <a:gd name="connsiteX430" fmla="*/ 303688 w 4011346"/>
                <a:gd name="connsiteY430" fmla="*/ 871016 h 1855498"/>
                <a:gd name="connsiteX431" fmla="*/ 233606 w 4011346"/>
                <a:gd name="connsiteY431" fmla="*/ 834306 h 1855498"/>
                <a:gd name="connsiteX432" fmla="*/ 243618 w 4011346"/>
                <a:gd name="connsiteY432" fmla="*/ 884365 h 1855498"/>
                <a:gd name="connsiteX433" fmla="*/ 263641 w 4011346"/>
                <a:gd name="connsiteY433" fmla="*/ 904388 h 1855498"/>
                <a:gd name="connsiteX434" fmla="*/ 250292 w 4011346"/>
                <a:gd name="connsiteY434" fmla="*/ 917737 h 1855498"/>
                <a:gd name="connsiteX435" fmla="*/ 193560 w 4011346"/>
                <a:gd name="connsiteY435" fmla="*/ 881027 h 1855498"/>
                <a:gd name="connsiteX436" fmla="*/ 170199 w 4011346"/>
                <a:gd name="connsiteY436" fmla="*/ 840981 h 1855498"/>
                <a:gd name="connsiteX437" fmla="*/ 170199 w 4011346"/>
                <a:gd name="connsiteY437" fmla="*/ 794260 h 1855498"/>
                <a:gd name="connsiteX438" fmla="*/ 133490 w 4011346"/>
                <a:gd name="connsiteY438" fmla="*/ 717503 h 1855498"/>
                <a:gd name="connsiteX439" fmla="*/ 196897 w 4011346"/>
                <a:gd name="connsiteY439" fmla="*/ 747538 h 1855498"/>
                <a:gd name="connsiteX440" fmla="*/ 256967 w 4011346"/>
                <a:gd name="connsiteY440" fmla="*/ 777573 h 1855498"/>
                <a:gd name="connsiteX441" fmla="*/ 293676 w 4011346"/>
                <a:gd name="connsiteY441" fmla="*/ 780911 h 1855498"/>
                <a:gd name="connsiteX442" fmla="*/ 327049 w 4011346"/>
                <a:gd name="connsiteY442" fmla="*/ 750876 h 1855498"/>
                <a:gd name="connsiteX443" fmla="*/ 343735 w 4011346"/>
                <a:gd name="connsiteY443" fmla="*/ 714166 h 1855498"/>
                <a:gd name="connsiteX444" fmla="*/ 333723 w 4011346"/>
                <a:gd name="connsiteY444" fmla="*/ 664108 h 1855498"/>
                <a:gd name="connsiteX445" fmla="*/ 290339 w 4011346"/>
                <a:gd name="connsiteY445" fmla="*/ 644084 h 1855498"/>
                <a:gd name="connsiteX446" fmla="*/ 236944 w 4011346"/>
                <a:gd name="connsiteY446" fmla="*/ 597363 h 1855498"/>
                <a:gd name="connsiteX447" fmla="*/ 133490 w 4011346"/>
                <a:gd name="connsiteY447" fmla="*/ 540630 h 1855498"/>
                <a:gd name="connsiteX0" fmla="*/ 133490 w 4011346"/>
                <a:gd name="connsiteY0" fmla="*/ 540630 h 1855498"/>
                <a:gd name="connsiteX1" fmla="*/ 46722 w 4011346"/>
                <a:gd name="connsiteY1" fmla="*/ 570665 h 1855498"/>
                <a:gd name="connsiteX2" fmla="*/ 33373 w 4011346"/>
                <a:gd name="connsiteY2" fmla="*/ 600700 h 1855498"/>
                <a:gd name="connsiteX3" fmla="*/ 43384 w 4011346"/>
                <a:gd name="connsiteY3" fmla="*/ 630736 h 1855498"/>
                <a:gd name="connsiteX4" fmla="*/ 60071 w 4011346"/>
                <a:gd name="connsiteY4" fmla="*/ 657433 h 1855498"/>
                <a:gd name="connsiteX5" fmla="*/ 73419 w 4011346"/>
                <a:gd name="connsiteY5" fmla="*/ 687468 h 1855498"/>
                <a:gd name="connsiteX6" fmla="*/ 56733 w 4011346"/>
                <a:gd name="connsiteY6" fmla="*/ 710829 h 1855498"/>
                <a:gd name="connsiteX7" fmla="*/ 76757 w 4011346"/>
                <a:gd name="connsiteY7" fmla="*/ 790922 h 1855498"/>
                <a:gd name="connsiteX8" fmla="*/ 66745 w 4011346"/>
                <a:gd name="connsiteY8" fmla="*/ 807609 h 1855498"/>
                <a:gd name="connsiteX9" fmla="*/ 70082 w 4011346"/>
                <a:gd name="connsiteY9" fmla="*/ 834306 h 1855498"/>
                <a:gd name="connsiteX10" fmla="*/ 70082 w 4011346"/>
                <a:gd name="connsiteY10" fmla="*/ 874353 h 1855498"/>
                <a:gd name="connsiteX11" fmla="*/ 80094 w 4011346"/>
                <a:gd name="connsiteY11" fmla="*/ 894376 h 1855498"/>
                <a:gd name="connsiteX12" fmla="*/ 76757 w 4011346"/>
                <a:gd name="connsiteY12" fmla="*/ 917737 h 1855498"/>
                <a:gd name="connsiteX13" fmla="*/ 106792 w 4011346"/>
                <a:gd name="connsiteY13" fmla="*/ 951109 h 1855498"/>
                <a:gd name="connsiteX14" fmla="*/ 106792 w 4011346"/>
                <a:gd name="connsiteY14" fmla="*/ 981144 h 1855498"/>
                <a:gd name="connsiteX15" fmla="*/ 13349 w 4011346"/>
                <a:gd name="connsiteY15" fmla="*/ 1071249 h 1855498"/>
                <a:gd name="connsiteX16" fmla="*/ 33373 w 4011346"/>
                <a:gd name="connsiteY16" fmla="*/ 1104622 h 1855498"/>
                <a:gd name="connsiteX17" fmla="*/ 33373 w 4011346"/>
                <a:gd name="connsiteY17" fmla="*/ 1104622 h 1855498"/>
                <a:gd name="connsiteX18" fmla="*/ 16687 w 4011346"/>
                <a:gd name="connsiteY18" fmla="*/ 1134657 h 1855498"/>
                <a:gd name="connsiteX19" fmla="*/ 3338 w 4011346"/>
                <a:gd name="connsiteY19" fmla="*/ 1164692 h 1855498"/>
                <a:gd name="connsiteX20" fmla="*/ 0 w 4011346"/>
                <a:gd name="connsiteY20" fmla="*/ 1224762 h 1855498"/>
                <a:gd name="connsiteX21" fmla="*/ 16687 w 4011346"/>
                <a:gd name="connsiteY21" fmla="*/ 1268146 h 1855498"/>
                <a:gd name="connsiteX22" fmla="*/ 20024 w 4011346"/>
                <a:gd name="connsiteY22" fmla="*/ 1301518 h 1855498"/>
                <a:gd name="connsiteX23" fmla="*/ 56733 w 4011346"/>
                <a:gd name="connsiteY23" fmla="*/ 1311530 h 1855498"/>
                <a:gd name="connsiteX24" fmla="*/ 116803 w 4011346"/>
                <a:gd name="connsiteY24" fmla="*/ 1398298 h 1855498"/>
                <a:gd name="connsiteX25" fmla="*/ 96780 w 4011346"/>
                <a:gd name="connsiteY25" fmla="*/ 1421658 h 1855498"/>
                <a:gd name="connsiteX26" fmla="*/ 93443 w 4011346"/>
                <a:gd name="connsiteY26" fmla="*/ 1451693 h 1855498"/>
                <a:gd name="connsiteX27" fmla="*/ 120141 w 4011346"/>
                <a:gd name="connsiteY27" fmla="*/ 1455030 h 1855498"/>
                <a:gd name="connsiteX28" fmla="*/ 160187 w 4011346"/>
                <a:gd name="connsiteY28" fmla="*/ 1468379 h 1855498"/>
                <a:gd name="connsiteX29" fmla="*/ 186885 w 4011346"/>
                <a:gd name="connsiteY29" fmla="*/ 1481728 h 1855498"/>
                <a:gd name="connsiteX30" fmla="*/ 213583 w 4011346"/>
                <a:gd name="connsiteY30" fmla="*/ 1511763 h 1855498"/>
                <a:gd name="connsiteX31" fmla="*/ 243618 w 4011346"/>
                <a:gd name="connsiteY31" fmla="*/ 1515100 h 1855498"/>
                <a:gd name="connsiteX32" fmla="*/ 287002 w 4011346"/>
                <a:gd name="connsiteY32" fmla="*/ 1545136 h 1855498"/>
                <a:gd name="connsiteX33" fmla="*/ 310363 w 4011346"/>
                <a:gd name="connsiteY33" fmla="*/ 1555147 h 1855498"/>
                <a:gd name="connsiteX34" fmla="*/ 310363 w 4011346"/>
                <a:gd name="connsiteY34" fmla="*/ 1591857 h 1855498"/>
                <a:gd name="connsiteX35" fmla="*/ 270316 w 4011346"/>
                <a:gd name="connsiteY35" fmla="*/ 1631903 h 1855498"/>
                <a:gd name="connsiteX36" fmla="*/ 280327 w 4011346"/>
                <a:gd name="connsiteY36" fmla="*/ 1655264 h 1855498"/>
                <a:gd name="connsiteX37" fmla="*/ 273653 w 4011346"/>
                <a:gd name="connsiteY37" fmla="*/ 1675287 h 1855498"/>
                <a:gd name="connsiteX38" fmla="*/ 266979 w 4011346"/>
                <a:gd name="connsiteY38" fmla="*/ 1691973 h 1855498"/>
                <a:gd name="connsiteX39" fmla="*/ 240281 w 4011346"/>
                <a:gd name="connsiteY39" fmla="*/ 1732020 h 1855498"/>
                <a:gd name="connsiteX40" fmla="*/ 307025 w 4011346"/>
                <a:gd name="connsiteY40" fmla="*/ 1768730 h 1855498"/>
                <a:gd name="connsiteX41" fmla="*/ 337060 w 4011346"/>
                <a:gd name="connsiteY41" fmla="*/ 1775404 h 1855498"/>
                <a:gd name="connsiteX42" fmla="*/ 360421 w 4011346"/>
                <a:gd name="connsiteY42" fmla="*/ 1782079 h 1855498"/>
                <a:gd name="connsiteX43" fmla="*/ 380444 w 4011346"/>
                <a:gd name="connsiteY43" fmla="*/ 1788753 h 1855498"/>
                <a:gd name="connsiteX44" fmla="*/ 407142 w 4011346"/>
                <a:gd name="connsiteY44" fmla="*/ 1808776 h 1855498"/>
                <a:gd name="connsiteX45" fmla="*/ 437177 w 4011346"/>
                <a:gd name="connsiteY45" fmla="*/ 1805439 h 1855498"/>
                <a:gd name="connsiteX46" fmla="*/ 507259 w 4011346"/>
                <a:gd name="connsiteY46" fmla="*/ 1855498 h 1855498"/>
                <a:gd name="connsiteX47" fmla="*/ 517271 w 4011346"/>
                <a:gd name="connsiteY47" fmla="*/ 1842149 h 1855498"/>
                <a:gd name="connsiteX48" fmla="*/ 507259 w 4011346"/>
                <a:gd name="connsiteY48" fmla="*/ 1802102 h 1855498"/>
                <a:gd name="connsiteX49" fmla="*/ 500584 w 4011346"/>
                <a:gd name="connsiteY49" fmla="*/ 1768730 h 1855498"/>
                <a:gd name="connsiteX50" fmla="*/ 483898 w 4011346"/>
                <a:gd name="connsiteY50" fmla="*/ 1725346 h 1855498"/>
                <a:gd name="connsiteX51" fmla="*/ 513933 w 4011346"/>
                <a:gd name="connsiteY51" fmla="*/ 1705322 h 1855498"/>
                <a:gd name="connsiteX52" fmla="*/ 547306 w 4011346"/>
                <a:gd name="connsiteY52" fmla="*/ 1681962 h 1855498"/>
                <a:gd name="connsiteX53" fmla="*/ 527282 w 4011346"/>
                <a:gd name="connsiteY53" fmla="*/ 1665276 h 1855498"/>
                <a:gd name="connsiteX54" fmla="*/ 517271 w 4011346"/>
                <a:gd name="connsiteY54" fmla="*/ 1631903 h 1855498"/>
                <a:gd name="connsiteX55" fmla="*/ 480561 w 4011346"/>
                <a:gd name="connsiteY55" fmla="*/ 1615217 h 1855498"/>
                <a:gd name="connsiteX56" fmla="*/ 470549 w 4011346"/>
                <a:gd name="connsiteY56" fmla="*/ 1595194 h 1855498"/>
                <a:gd name="connsiteX57" fmla="*/ 480561 w 4011346"/>
                <a:gd name="connsiteY57" fmla="*/ 1565159 h 1855498"/>
                <a:gd name="connsiteX58" fmla="*/ 490573 w 4011346"/>
                <a:gd name="connsiteY58" fmla="*/ 1525112 h 1855498"/>
                <a:gd name="connsiteX59" fmla="*/ 513933 w 4011346"/>
                <a:gd name="connsiteY59" fmla="*/ 1545136 h 1855498"/>
                <a:gd name="connsiteX60" fmla="*/ 520608 w 4011346"/>
                <a:gd name="connsiteY60" fmla="*/ 1528449 h 1855498"/>
                <a:gd name="connsiteX61" fmla="*/ 543968 w 4011346"/>
                <a:gd name="connsiteY61" fmla="*/ 1491740 h 1855498"/>
                <a:gd name="connsiteX62" fmla="*/ 574003 w 4011346"/>
                <a:gd name="connsiteY62" fmla="*/ 1475054 h 1855498"/>
                <a:gd name="connsiteX63" fmla="*/ 590690 w 4011346"/>
                <a:gd name="connsiteY63" fmla="*/ 1488403 h 1855498"/>
                <a:gd name="connsiteX64" fmla="*/ 610713 w 4011346"/>
                <a:gd name="connsiteY64" fmla="*/ 1461705 h 1855498"/>
                <a:gd name="connsiteX65" fmla="*/ 630736 w 4011346"/>
                <a:gd name="connsiteY65" fmla="*/ 1488403 h 1855498"/>
                <a:gd name="connsiteX66" fmla="*/ 657434 w 4011346"/>
                <a:gd name="connsiteY66" fmla="*/ 1511763 h 1855498"/>
                <a:gd name="connsiteX67" fmla="*/ 674120 w 4011346"/>
                <a:gd name="connsiteY67" fmla="*/ 1518438 h 1855498"/>
                <a:gd name="connsiteX68" fmla="*/ 697481 w 4011346"/>
                <a:gd name="connsiteY68" fmla="*/ 1518438 h 1855498"/>
                <a:gd name="connsiteX69" fmla="*/ 717504 w 4011346"/>
                <a:gd name="connsiteY69" fmla="*/ 1505089 h 1855498"/>
                <a:gd name="connsiteX70" fmla="*/ 744202 w 4011346"/>
                <a:gd name="connsiteY70" fmla="*/ 1505089 h 1855498"/>
                <a:gd name="connsiteX71" fmla="*/ 760888 w 4011346"/>
                <a:gd name="connsiteY71" fmla="*/ 1501752 h 1855498"/>
                <a:gd name="connsiteX72" fmla="*/ 790923 w 4011346"/>
                <a:gd name="connsiteY72" fmla="*/ 1535124 h 1855498"/>
                <a:gd name="connsiteX73" fmla="*/ 797598 w 4011346"/>
                <a:gd name="connsiteY73" fmla="*/ 1508426 h 1855498"/>
                <a:gd name="connsiteX74" fmla="*/ 817621 w 4011346"/>
                <a:gd name="connsiteY74" fmla="*/ 1525112 h 1855498"/>
                <a:gd name="connsiteX75" fmla="*/ 837644 w 4011346"/>
                <a:gd name="connsiteY75" fmla="*/ 1501752 h 1855498"/>
                <a:gd name="connsiteX76" fmla="*/ 827633 w 4011346"/>
                <a:gd name="connsiteY76" fmla="*/ 1481728 h 1855498"/>
                <a:gd name="connsiteX77" fmla="*/ 810946 w 4011346"/>
                <a:gd name="connsiteY77" fmla="*/ 1468379 h 1855498"/>
                <a:gd name="connsiteX78" fmla="*/ 810946 w 4011346"/>
                <a:gd name="connsiteY78" fmla="*/ 1441682 h 1855498"/>
                <a:gd name="connsiteX79" fmla="*/ 810946 w 4011346"/>
                <a:gd name="connsiteY79" fmla="*/ 1428333 h 1855498"/>
                <a:gd name="connsiteX80" fmla="*/ 830970 w 4011346"/>
                <a:gd name="connsiteY80" fmla="*/ 1424995 h 1855498"/>
                <a:gd name="connsiteX81" fmla="*/ 840981 w 4011346"/>
                <a:gd name="connsiteY81" fmla="*/ 1421658 h 1855498"/>
                <a:gd name="connsiteX82" fmla="*/ 820958 w 4011346"/>
                <a:gd name="connsiteY82" fmla="*/ 1384949 h 1855498"/>
                <a:gd name="connsiteX83" fmla="*/ 854330 w 4011346"/>
                <a:gd name="connsiteY83" fmla="*/ 1378274 h 1855498"/>
                <a:gd name="connsiteX84" fmla="*/ 891040 w 4011346"/>
                <a:gd name="connsiteY84" fmla="*/ 1384949 h 1855498"/>
                <a:gd name="connsiteX85" fmla="*/ 964459 w 4011346"/>
                <a:gd name="connsiteY85" fmla="*/ 1341565 h 1855498"/>
                <a:gd name="connsiteX86" fmla="*/ 1001168 w 4011346"/>
                <a:gd name="connsiteY86" fmla="*/ 1341565 h 1855498"/>
                <a:gd name="connsiteX87" fmla="*/ 1027866 w 4011346"/>
                <a:gd name="connsiteY87" fmla="*/ 1318204 h 1855498"/>
                <a:gd name="connsiteX88" fmla="*/ 1047890 w 4011346"/>
                <a:gd name="connsiteY88" fmla="*/ 1328216 h 1855498"/>
                <a:gd name="connsiteX89" fmla="*/ 1067913 w 4011346"/>
                <a:gd name="connsiteY89" fmla="*/ 1338227 h 1855498"/>
                <a:gd name="connsiteX90" fmla="*/ 1087936 w 4011346"/>
                <a:gd name="connsiteY90" fmla="*/ 1364925 h 1855498"/>
                <a:gd name="connsiteX91" fmla="*/ 1074587 w 4011346"/>
                <a:gd name="connsiteY91" fmla="*/ 1378274 h 1855498"/>
                <a:gd name="connsiteX92" fmla="*/ 1104622 w 4011346"/>
                <a:gd name="connsiteY92" fmla="*/ 1378274 h 1855498"/>
                <a:gd name="connsiteX93" fmla="*/ 1107960 w 4011346"/>
                <a:gd name="connsiteY93" fmla="*/ 1394960 h 1855498"/>
                <a:gd name="connsiteX94" fmla="*/ 1121309 w 4011346"/>
                <a:gd name="connsiteY94" fmla="*/ 1378274 h 1855498"/>
                <a:gd name="connsiteX95" fmla="*/ 1134657 w 4011346"/>
                <a:gd name="connsiteY95" fmla="*/ 1391623 h 1855498"/>
                <a:gd name="connsiteX96" fmla="*/ 1134657 w 4011346"/>
                <a:gd name="connsiteY96" fmla="*/ 1411646 h 1855498"/>
                <a:gd name="connsiteX97" fmla="*/ 1148006 w 4011346"/>
                <a:gd name="connsiteY97" fmla="*/ 1408309 h 1855498"/>
                <a:gd name="connsiteX98" fmla="*/ 1208076 w 4011346"/>
                <a:gd name="connsiteY98" fmla="*/ 1361588 h 1855498"/>
                <a:gd name="connsiteX99" fmla="*/ 1211414 w 4011346"/>
                <a:gd name="connsiteY99" fmla="*/ 1381611 h 1855498"/>
                <a:gd name="connsiteX100" fmla="*/ 1244786 w 4011346"/>
                <a:gd name="connsiteY100" fmla="*/ 1401635 h 1855498"/>
                <a:gd name="connsiteX101" fmla="*/ 1264809 w 4011346"/>
                <a:gd name="connsiteY101" fmla="*/ 1431670 h 1855498"/>
                <a:gd name="connsiteX102" fmla="*/ 1298181 w 4011346"/>
                <a:gd name="connsiteY102" fmla="*/ 1538461 h 1855498"/>
                <a:gd name="connsiteX103" fmla="*/ 1308193 w 4011346"/>
                <a:gd name="connsiteY103" fmla="*/ 1495077 h 1855498"/>
                <a:gd name="connsiteX104" fmla="*/ 1344903 w 4011346"/>
                <a:gd name="connsiteY104" fmla="*/ 1515100 h 1855498"/>
                <a:gd name="connsiteX105" fmla="*/ 1388287 w 4011346"/>
                <a:gd name="connsiteY105" fmla="*/ 1515100 h 1855498"/>
                <a:gd name="connsiteX106" fmla="*/ 1394961 w 4011346"/>
                <a:gd name="connsiteY106" fmla="*/ 1538461 h 1855498"/>
                <a:gd name="connsiteX107" fmla="*/ 1435008 w 4011346"/>
                <a:gd name="connsiteY107" fmla="*/ 1561822 h 1855498"/>
                <a:gd name="connsiteX108" fmla="*/ 1465043 w 4011346"/>
                <a:gd name="connsiteY108" fmla="*/ 1561822 h 1855498"/>
                <a:gd name="connsiteX109" fmla="*/ 1491741 w 4011346"/>
                <a:gd name="connsiteY109" fmla="*/ 1575171 h 1855498"/>
                <a:gd name="connsiteX110" fmla="*/ 1535125 w 4011346"/>
                <a:gd name="connsiteY110" fmla="*/ 1531787 h 1855498"/>
                <a:gd name="connsiteX111" fmla="*/ 1571834 w 4011346"/>
                <a:gd name="connsiteY111" fmla="*/ 1511763 h 1855498"/>
                <a:gd name="connsiteX112" fmla="*/ 1608544 w 4011346"/>
                <a:gd name="connsiteY112" fmla="*/ 1515100 h 1855498"/>
                <a:gd name="connsiteX113" fmla="*/ 1655265 w 4011346"/>
                <a:gd name="connsiteY113" fmla="*/ 1528449 h 1855498"/>
                <a:gd name="connsiteX114" fmla="*/ 1681963 w 4011346"/>
                <a:gd name="connsiteY114" fmla="*/ 1545136 h 1855498"/>
                <a:gd name="connsiteX115" fmla="*/ 1735358 w 4011346"/>
                <a:gd name="connsiteY115" fmla="*/ 1538461 h 1855498"/>
                <a:gd name="connsiteX116" fmla="*/ 1745370 w 4011346"/>
                <a:gd name="connsiteY116" fmla="*/ 1518438 h 1855498"/>
                <a:gd name="connsiteX117" fmla="*/ 1738695 w 4011346"/>
                <a:gd name="connsiteY117" fmla="*/ 1498414 h 1855498"/>
                <a:gd name="connsiteX118" fmla="*/ 1765393 w 4011346"/>
                <a:gd name="connsiteY118" fmla="*/ 1471717 h 1855498"/>
                <a:gd name="connsiteX119" fmla="*/ 1778742 w 4011346"/>
                <a:gd name="connsiteY119" fmla="*/ 1468379 h 1855498"/>
                <a:gd name="connsiteX120" fmla="*/ 1812114 w 4011346"/>
                <a:gd name="connsiteY120" fmla="*/ 1485065 h 1855498"/>
                <a:gd name="connsiteX121" fmla="*/ 1852161 w 4011346"/>
                <a:gd name="connsiteY121" fmla="*/ 1498414 h 1855498"/>
                <a:gd name="connsiteX122" fmla="*/ 1858836 w 4011346"/>
                <a:gd name="connsiteY122" fmla="*/ 1525112 h 1855498"/>
                <a:gd name="connsiteX123" fmla="*/ 1872184 w 4011346"/>
                <a:gd name="connsiteY123" fmla="*/ 1531787 h 1855498"/>
                <a:gd name="connsiteX124" fmla="*/ 1902219 w 4011346"/>
                <a:gd name="connsiteY124" fmla="*/ 1535124 h 1855498"/>
                <a:gd name="connsiteX125" fmla="*/ 1932254 w 4011346"/>
                <a:gd name="connsiteY125" fmla="*/ 1518438 h 1855498"/>
                <a:gd name="connsiteX126" fmla="*/ 1962290 w 4011346"/>
                <a:gd name="connsiteY126" fmla="*/ 1531787 h 1855498"/>
                <a:gd name="connsiteX127" fmla="*/ 1985650 w 4011346"/>
                <a:gd name="connsiteY127" fmla="*/ 1545136 h 1855498"/>
                <a:gd name="connsiteX128" fmla="*/ 1995662 w 4011346"/>
                <a:gd name="connsiteY128" fmla="*/ 1555147 h 1855498"/>
                <a:gd name="connsiteX129" fmla="*/ 2032371 w 4011346"/>
                <a:gd name="connsiteY129" fmla="*/ 1575171 h 1855498"/>
                <a:gd name="connsiteX130" fmla="*/ 2069081 w 4011346"/>
                <a:gd name="connsiteY130" fmla="*/ 1571833 h 1855498"/>
                <a:gd name="connsiteX131" fmla="*/ 2142500 w 4011346"/>
                <a:gd name="connsiteY131" fmla="*/ 1528449 h 1855498"/>
                <a:gd name="connsiteX132" fmla="*/ 2195895 w 4011346"/>
                <a:gd name="connsiteY132" fmla="*/ 1541798 h 1855498"/>
                <a:gd name="connsiteX133" fmla="*/ 2225930 w 4011346"/>
                <a:gd name="connsiteY133" fmla="*/ 1551810 h 1855498"/>
                <a:gd name="connsiteX134" fmla="*/ 2259303 w 4011346"/>
                <a:gd name="connsiteY134" fmla="*/ 1538461 h 1855498"/>
                <a:gd name="connsiteX135" fmla="*/ 2262640 w 4011346"/>
                <a:gd name="connsiteY135" fmla="*/ 1511763 h 1855498"/>
                <a:gd name="connsiteX136" fmla="*/ 2282663 w 4011346"/>
                <a:gd name="connsiteY136" fmla="*/ 1481728 h 1855498"/>
                <a:gd name="connsiteX137" fmla="*/ 2299349 w 4011346"/>
                <a:gd name="connsiteY137" fmla="*/ 1428333 h 1855498"/>
                <a:gd name="connsiteX138" fmla="*/ 2282663 w 4011346"/>
                <a:gd name="connsiteY138" fmla="*/ 1431670 h 1855498"/>
                <a:gd name="connsiteX139" fmla="*/ 2312698 w 4011346"/>
                <a:gd name="connsiteY139" fmla="*/ 1404972 h 1855498"/>
                <a:gd name="connsiteX140" fmla="*/ 2339396 w 4011346"/>
                <a:gd name="connsiteY140" fmla="*/ 1401635 h 1855498"/>
                <a:gd name="connsiteX141" fmla="*/ 2396129 w 4011346"/>
                <a:gd name="connsiteY141" fmla="*/ 1411646 h 1855498"/>
                <a:gd name="connsiteX142" fmla="*/ 2436176 w 4011346"/>
                <a:gd name="connsiteY142" fmla="*/ 1438344 h 1855498"/>
                <a:gd name="connsiteX143" fmla="*/ 2462873 w 4011346"/>
                <a:gd name="connsiteY143" fmla="*/ 1468379 h 1855498"/>
                <a:gd name="connsiteX144" fmla="*/ 2469548 w 4011346"/>
                <a:gd name="connsiteY144" fmla="*/ 1505089 h 1855498"/>
                <a:gd name="connsiteX145" fmla="*/ 2476222 w 4011346"/>
                <a:gd name="connsiteY145" fmla="*/ 1545136 h 1855498"/>
                <a:gd name="connsiteX146" fmla="*/ 2486234 w 4011346"/>
                <a:gd name="connsiteY146" fmla="*/ 1565159 h 1855498"/>
                <a:gd name="connsiteX147" fmla="*/ 2529618 w 4011346"/>
                <a:gd name="connsiteY147" fmla="*/ 1578508 h 1855498"/>
                <a:gd name="connsiteX148" fmla="*/ 2549641 w 4011346"/>
                <a:gd name="connsiteY148" fmla="*/ 1598531 h 1855498"/>
                <a:gd name="connsiteX149" fmla="*/ 2562990 w 4011346"/>
                <a:gd name="connsiteY149" fmla="*/ 1631903 h 1855498"/>
                <a:gd name="connsiteX150" fmla="*/ 2586351 w 4011346"/>
                <a:gd name="connsiteY150" fmla="*/ 1625229 h 1855498"/>
                <a:gd name="connsiteX151" fmla="*/ 2606374 w 4011346"/>
                <a:gd name="connsiteY151" fmla="*/ 1615217 h 1855498"/>
                <a:gd name="connsiteX152" fmla="*/ 2639746 w 4011346"/>
                <a:gd name="connsiteY152" fmla="*/ 1598531 h 1855498"/>
                <a:gd name="connsiteX153" fmla="*/ 2643084 w 4011346"/>
                <a:gd name="connsiteY153" fmla="*/ 1615217 h 1855498"/>
                <a:gd name="connsiteX154" fmla="*/ 2626398 w 4011346"/>
                <a:gd name="connsiteY154" fmla="*/ 1645252 h 1855498"/>
                <a:gd name="connsiteX155" fmla="*/ 2616386 w 4011346"/>
                <a:gd name="connsiteY155" fmla="*/ 1681962 h 1855498"/>
                <a:gd name="connsiteX156" fmla="*/ 2603037 w 4011346"/>
                <a:gd name="connsiteY156" fmla="*/ 1735357 h 1855498"/>
                <a:gd name="connsiteX157" fmla="*/ 2579676 w 4011346"/>
                <a:gd name="connsiteY157" fmla="*/ 1708660 h 1855498"/>
                <a:gd name="connsiteX158" fmla="*/ 2552979 w 4011346"/>
                <a:gd name="connsiteY158" fmla="*/ 1732020 h 1855498"/>
                <a:gd name="connsiteX159" fmla="*/ 2559653 w 4011346"/>
                <a:gd name="connsiteY159" fmla="*/ 1758718 h 1855498"/>
                <a:gd name="connsiteX160" fmla="*/ 2559653 w 4011346"/>
                <a:gd name="connsiteY160" fmla="*/ 1795427 h 1855498"/>
                <a:gd name="connsiteX161" fmla="*/ 2549641 w 4011346"/>
                <a:gd name="connsiteY161" fmla="*/ 1815451 h 1855498"/>
                <a:gd name="connsiteX162" fmla="*/ 2589688 w 4011346"/>
                <a:gd name="connsiteY162" fmla="*/ 1795427 h 1855498"/>
                <a:gd name="connsiteX163" fmla="*/ 2626398 w 4011346"/>
                <a:gd name="connsiteY163" fmla="*/ 1805439 h 1855498"/>
                <a:gd name="connsiteX164" fmla="*/ 2653095 w 4011346"/>
                <a:gd name="connsiteY164" fmla="*/ 1782079 h 1855498"/>
                <a:gd name="connsiteX165" fmla="*/ 2683130 w 4011346"/>
                <a:gd name="connsiteY165" fmla="*/ 1728683 h 1855498"/>
                <a:gd name="connsiteX166" fmla="*/ 2753212 w 4011346"/>
                <a:gd name="connsiteY166" fmla="*/ 1641915 h 1855498"/>
                <a:gd name="connsiteX167" fmla="*/ 2783247 w 4011346"/>
                <a:gd name="connsiteY167" fmla="*/ 1571833 h 1855498"/>
                <a:gd name="connsiteX168" fmla="*/ 2803271 w 4011346"/>
                <a:gd name="connsiteY168" fmla="*/ 1468379 h 1855498"/>
                <a:gd name="connsiteX169" fmla="*/ 2793259 w 4011346"/>
                <a:gd name="connsiteY169" fmla="*/ 1418321 h 1855498"/>
                <a:gd name="connsiteX170" fmla="*/ 2769898 w 4011346"/>
                <a:gd name="connsiteY170" fmla="*/ 1384949 h 1855498"/>
                <a:gd name="connsiteX171" fmla="*/ 2726514 w 4011346"/>
                <a:gd name="connsiteY171" fmla="*/ 1384949 h 1855498"/>
                <a:gd name="connsiteX172" fmla="*/ 2699817 w 4011346"/>
                <a:gd name="connsiteY172" fmla="*/ 1384949 h 1855498"/>
                <a:gd name="connsiteX173" fmla="*/ 2683130 w 4011346"/>
                <a:gd name="connsiteY173" fmla="*/ 1364925 h 1855498"/>
                <a:gd name="connsiteX174" fmla="*/ 2669781 w 4011346"/>
                <a:gd name="connsiteY174" fmla="*/ 1344902 h 1855498"/>
                <a:gd name="connsiteX175" fmla="*/ 2763224 w 4011346"/>
                <a:gd name="connsiteY175" fmla="*/ 1228099 h 1855498"/>
                <a:gd name="connsiteX176" fmla="*/ 2846654 w 4011346"/>
                <a:gd name="connsiteY176" fmla="*/ 1161355 h 1855498"/>
                <a:gd name="connsiteX177" fmla="*/ 2890038 w 4011346"/>
                <a:gd name="connsiteY177" fmla="*/ 1137994 h 1855498"/>
                <a:gd name="connsiteX178" fmla="*/ 2933422 w 4011346"/>
                <a:gd name="connsiteY178" fmla="*/ 1158017 h 1855498"/>
                <a:gd name="connsiteX179" fmla="*/ 2950109 w 4011346"/>
                <a:gd name="connsiteY179" fmla="*/ 1141331 h 1855498"/>
                <a:gd name="connsiteX180" fmla="*/ 2993492 w 4011346"/>
                <a:gd name="connsiteY180" fmla="*/ 1158017 h 1855498"/>
                <a:gd name="connsiteX181" fmla="*/ 3006841 w 4011346"/>
                <a:gd name="connsiteY181" fmla="*/ 1124645 h 1855498"/>
                <a:gd name="connsiteX182" fmla="*/ 3053563 w 4011346"/>
                <a:gd name="connsiteY182" fmla="*/ 1134657 h 1855498"/>
                <a:gd name="connsiteX183" fmla="*/ 3070249 w 4011346"/>
                <a:gd name="connsiteY183" fmla="*/ 1151343 h 1855498"/>
                <a:gd name="connsiteX184" fmla="*/ 3060237 w 4011346"/>
                <a:gd name="connsiteY184" fmla="*/ 1171366 h 1855498"/>
                <a:gd name="connsiteX185" fmla="*/ 3123644 w 4011346"/>
                <a:gd name="connsiteY185" fmla="*/ 1154680 h 1855498"/>
                <a:gd name="connsiteX186" fmla="*/ 3140330 w 4011346"/>
                <a:gd name="connsiteY186" fmla="*/ 1141331 h 1855498"/>
                <a:gd name="connsiteX187" fmla="*/ 3123644 w 4011346"/>
                <a:gd name="connsiteY187" fmla="*/ 1127982 h 1855498"/>
                <a:gd name="connsiteX188" fmla="*/ 3143668 w 4011346"/>
                <a:gd name="connsiteY188" fmla="*/ 1087936 h 1855498"/>
                <a:gd name="connsiteX189" fmla="*/ 3190389 w 4011346"/>
                <a:gd name="connsiteY189" fmla="*/ 1017854 h 1855498"/>
                <a:gd name="connsiteX190" fmla="*/ 3233773 w 4011346"/>
                <a:gd name="connsiteY190" fmla="*/ 1014517 h 1855498"/>
                <a:gd name="connsiteX191" fmla="*/ 3273819 w 4011346"/>
                <a:gd name="connsiteY191" fmla="*/ 1024528 h 1855498"/>
                <a:gd name="connsiteX192" fmla="*/ 3277157 w 4011346"/>
                <a:gd name="connsiteY192" fmla="*/ 1081261 h 1855498"/>
                <a:gd name="connsiteX193" fmla="*/ 3320541 w 4011346"/>
                <a:gd name="connsiteY193" fmla="*/ 1037877 h 1855498"/>
                <a:gd name="connsiteX194" fmla="*/ 3343901 w 4011346"/>
                <a:gd name="connsiteY194" fmla="*/ 1021191 h 1855498"/>
                <a:gd name="connsiteX195" fmla="*/ 3350576 w 4011346"/>
                <a:gd name="connsiteY195" fmla="*/ 987819 h 1855498"/>
                <a:gd name="connsiteX196" fmla="*/ 3377273 w 4011346"/>
                <a:gd name="connsiteY196" fmla="*/ 971133 h 1855498"/>
                <a:gd name="connsiteX197" fmla="*/ 3407309 w 4011346"/>
                <a:gd name="connsiteY197" fmla="*/ 981144 h 1855498"/>
                <a:gd name="connsiteX198" fmla="*/ 3373936 w 4011346"/>
                <a:gd name="connsiteY198" fmla="*/ 1011179 h 1855498"/>
                <a:gd name="connsiteX199" fmla="*/ 3360587 w 4011346"/>
                <a:gd name="connsiteY199" fmla="*/ 1061238 h 1855498"/>
                <a:gd name="connsiteX200" fmla="*/ 3323878 w 4011346"/>
                <a:gd name="connsiteY200" fmla="*/ 1101284 h 1855498"/>
                <a:gd name="connsiteX201" fmla="*/ 3210412 w 4011346"/>
                <a:gd name="connsiteY201" fmla="*/ 1198064 h 1855498"/>
                <a:gd name="connsiteX202" fmla="*/ 3163691 w 4011346"/>
                <a:gd name="connsiteY202" fmla="*/ 1268146 h 1855498"/>
                <a:gd name="connsiteX203" fmla="*/ 3160354 w 4011346"/>
                <a:gd name="connsiteY203" fmla="*/ 1341565 h 1855498"/>
                <a:gd name="connsiteX204" fmla="*/ 3170365 w 4011346"/>
                <a:gd name="connsiteY204" fmla="*/ 1431670 h 1855498"/>
                <a:gd name="connsiteX205" fmla="*/ 3190389 w 4011346"/>
                <a:gd name="connsiteY205" fmla="*/ 1495077 h 1855498"/>
                <a:gd name="connsiteX206" fmla="*/ 3217087 w 4011346"/>
                <a:gd name="connsiteY206" fmla="*/ 1485065 h 1855498"/>
                <a:gd name="connsiteX207" fmla="*/ 3240447 w 4011346"/>
                <a:gd name="connsiteY207" fmla="*/ 1418321 h 1855498"/>
                <a:gd name="connsiteX208" fmla="*/ 3270482 w 4011346"/>
                <a:gd name="connsiteY208" fmla="*/ 1414984 h 1855498"/>
                <a:gd name="connsiteX209" fmla="*/ 3287168 w 4011346"/>
                <a:gd name="connsiteY209" fmla="*/ 1354914 h 1855498"/>
                <a:gd name="connsiteX210" fmla="*/ 3313866 w 4011346"/>
                <a:gd name="connsiteY210" fmla="*/ 1344902 h 1855498"/>
                <a:gd name="connsiteX211" fmla="*/ 3313866 w 4011346"/>
                <a:gd name="connsiteY211" fmla="*/ 1314867 h 1855498"/>
                <a:gd name="connsiteX212" fmla="*/ 3337227 w 4011346"/>
                <a:gd name="connsiteY212" fmla="*/ 1278157 h 1855498"/>
                <a:gd name="connsiteX213" fmla="*/ 3330552 w 4011346"/>
                <a:gd name="connsiteY213" fmla="*/ 1234773 h 1855498"/>
                <a:gd name="connsiteX214" fmla="*/ 3333890 w 4011346"/>
                <a:gd name="connsiteY214" fmla="*/ 1204738 h 1855498"/>
                <a:gd name="connsiteX215" fmla="*/ 3323878 w 4011346"/>
                <a:gd name="connsiteY215" fmla="*/ 1194727 h 1855498"/>
                <a:gd name="connsiteX216" fmla="*/ 3363925 w 4011346"/>
                <a:gd name="connsiteY216" fmla="*/ 1107959 h 1855498"/>
                <a:gd name="connsiteX217" fmla="*/ 3383948 w 4011346"/>
                <a:gd name="connsiteY217" fmla="*/ 1117971 h 1855498"/>
                <a:gd name="connsiteX218" fmla="*/ 3410646 w 4011346"/>
                <a:gd name="connsiteY218" fmla="*/ 1091273 h 1855498"/>
                <a:gd name="connsiteX219" fmla="*/ 3420657 w 4011346"/>
                <a:gd name="connsiteY219" fmla="*/ 1117971 h 1855498"/>
                <a:gd name="connsiteX220" fmla="*/ 3447355 w 4011346"/>
                <a:gd name="connsiteY220" fmla="*/ 1101284 h 1855498"/>
                <a:gd name="connsiteX221" fmla="*/ 3477390 w 4011346"/>
                <a:gd name="connsiteY221" fmla="*/ 1091273 h 1855498"/>
                <a:gd name="connsiteX222" fmla="*/ 3514100 w 4011346"/>
                <a:gd name="connsiteY222" fmla="*/ 1117971 h 1855498"/>
                <a:gd name="connsiteX223" fmla="*/ 3574170 w 4011346"/>
                <a:gd name="connsiteY223" fmla="*/ 1051226 h 1855498"/>
                <a:gd name="connsiteX224" fmla="*/ 3637577 w 4011346"/>
                <a:gd name="connsiteY224" fmla="*/ 1004505 h 1855498"/>
                <a:gd name="connsiteX225" fmla="*/ 3690973 w 4011346"/>
                <a:gd name="connsiteY225" fmla="*/ 967795 h 1855498"/>
                <a:gd name="connsiteX226" fmla="*/ 3741031 w 4011346"/>
                <a:gd name="connsiteY226" fmla="*/ 994493 h 1855498"/>
                <a:gd name="connsiteX227" fmla="*/ 3751043 w 4011346"/>
                <a:gd name="connsiteY227" fmla="*/ 967795 h 1855498"/>
                <a:gd name="connsiteX228" fmla="*/ 3727682 w 4011346"/>
                <a:gd name="connsiteY228" fmla="*/ 901051 h 1855498"/>
                <a:gd name="connsiteX229" fmla="*/ 3700984 w 4011346"/>
                <a:gd name="connsiteY229" fmla="*/ 884365 h 1855498"/>
                <a:gd name="connsiteX230" fmla="*/ 3697647 w 4011346"/>
                <a:gd name="connsiteY230" fmla="*/ 854330 h 1855498"/>
                <a:gd name="connsiteX231" fmla="*/ 3751043 w 4011346"/>
                <a:gd name="connsiteY231" fmla="*/ 861004 h 1855498"/>
                <a:gd name="connsiteX232" fmla="*/ 3774403 w 4011346"/>
                <a:gd name="connsiteY232" fmla="*/ 817620 h 1855498"/>
                <a:gd name="connsiteX233" fmla="*/ 3767729 w 4011346"/>
                <a:gd name="connsiteY233" fmla="*/ 790922 h 1855498"/>
                <a:gd name="connsiteX234" fmla="*/ 3794427 w 4011346"/>
                <a:gd name="connsiteY234" fmla="*/ 757550 h 1855498"/>
                <a:gd name="connsiteX235" fmla="*/ 3804438 w 4011346"/>
                <a:gd name="connsiteY235" fmla="*/ 800934 h 1855498"/>
                <a:gd name="connsiteX236" fmla="*/ 3827799 w 4011346"/>
                <a:gd name="connsiteY236" fmla="*/ 817620 h 1855498"/>
                <a:gd name="connsiteX237" fmla="*/ 3874520 w 4011346"/>
                <a:gd name="connsiteY237" fmla="*/ 837644 h 1855498"/>
                <a:gd name="connsiteX238" fmla="*/ 3894544 w 4011346"/>
                <a:gd name="connsiteY238" fmla="*/ 864341 h 1855498"/>
                <a:gd name="connsiteX239" fmla="*/ 3941265 w 4011346"/>
                <a:gd name="connsiteY239" fmla="*/ 887702 h 1855498"/>
                <a:gd name="connsiteX240" fmla="*/ 3947939 w 4011346"/>
                <a:gd name="connsiteY240" fmla="*/ 874353 h 1855498"/>
                <a:gd name="connsiteX241" fmla="*/ 3957951 w 4011346"/>
                <a:gd name="connsiteY241" fmla="*/ 810946 h 1855498"/>
                <a:gd name="connsiteX242" fmla="*/ 4004672 w 4011346"/>
                <a:gd name="connsiteY242" fmla="*/ 804271 h 1855498"/>
                <a:gd name="connsiteX243" fmla="*/ 4011346 w 4011346"/>
                <a:gd name="connsiteY243" fmla="*/ 770899 h 1855498"/>
                <a:gd name="connsiteX244" fmla="*/ 3967963 w 4011346"/>
                <a:gd name="connsiteY244" fmla="*/ 734190 h 1855498"/>
                <a:gd name="connsiteX245" fmla="*/ 3921241 w 4011346"/>
                <a:gd name="connsiteY245" fmla="*/ 717503 h 1855498"/>
                <a:gd name="connsiteX246" fmla="*/ 3907892 w 4011346"/>
                <a:gd name="connsiteY246" fmla="*/ 720841 h 1855498"/>
                <a:gd name="connsiteX247" fmla="*/ 3907892 w 4011346"/>
                <a:gd name="connsiteY247" fmla="*/ 754213 h 1855498"/>
                <a:gd name="connsiteX248" fmla="*/ 3887869 w 4011346"/>
                <a:gd name="connsiteY248" fmla="*/ 747538 h 1855498"/>
                <a:gd name="connsiteX249" fmla="*/ 3874520 w 4011346"/>
                <a:gd name="connsiteY249" fmla="*/ 694143 h 1855498"/>
                <a:gd name="connsiteX250" fmla="*/ 3817787 w 4011346"/>
                <a:gd name="connsiteY250" fmla="*/ 630736 h 1855498"/>
                <a:gd name="connsiteX251" fmla="*/ 3717671 w 4011346"/>
                <a:gd name="connsiteY251" fmla="*/ 553979 h 1855498"/>
                <a:gd name="connsiteX252" fmla="*/ 3664275 w 4011346"/>
                <a:gd name="connsiteY252" fmla="*/ 533956 h 1855498"/>
                <a:gd name="connsiteX253" fmla="*/ 3584181 w 4011346"/>
                <a:gd name="connsiteY253" fmla="*/ 527282 h 1855498"/>
                <a:gd name="connsiteX254" fmla="*/ 3520774 w 4011346"/>
                <a:gd name="connsiteY254" fmla="*/ 510595 h 1855498"/>
                <a:gd name="connsiteX255" fmla="*/ 3530786 w 4011346"/>
                <a:gd name="connsiteY255" fmla="*/ 550642 h 1855498"/>
                <a:gd name="connsiteX256" fmla="*/ 3537460 w 4011346"/>
                <a:gd name="connsiteY256" fmla="*/ 577340 h 1855498"/>
                <a:gd name="connsiteX257" fmla="*/ 3507425 w 4011346"/>
                <a:gd name="connsiteY257" fmla="*/ 600700 h 1855498"/>
                <a:gd name="connsiteX258" fmla="*/ 3477390 w 4011346"/>
                <a:gd name="connsiteY258" fmla="*/ 574003 h 1855498"/>
                <a:gd name="connsiteX259" fmla="*/ 3477390 w 4011346"/>
                <a:gd name="connsiteY259" fmla="*/ 553979 h 1855498"/>
                <a:gd name="connsiteX260" fmla="*/ 3504088 w 4011346"/>
                <a:gd name="connsiteY260" fmla="*/ 533956 h 1855498"/>
                <a:gd name="connsiteX261" fmla="*/ 3467379 w 4011346"/>
                <a:gd name="connsiteY261" fmla="*/ 520607 h 1855498"/>
                <a:gd name="connsiteX262" fmla="*/ 3450692 w 4011346"/>
                <a:gd name="connsiteY262" fmla="*/ 547305 h 1855498"/>
                <a:gd name="connsiteX263" fmla="*/ 3440681 w 4011346"/>
                <a:gd name="connsiteY263" fmla="*/ 560654 h 1855498"/>
                <a:gd name="connsiteX264" fmla="*/ 3357250 w 4011346"/>
                <a:gd name="connsiteY264" fmla="*/ 547305 h 1855498"/>
                <a:gd name="connsiteX265" fmla="*/ 3297180 w 4011346"/>
                <a:gd name="connsiteY265" fmla="*/ 553979 h 1855498"/>
                <a:gd name="connsiteX266" fmla="*/ 3267145 w 4011346"/>
                <a:gd name="connsiteY266" fmla="*/ 530619 h 1855498"/>
                <a:gd name="connsiteX267" fmla="*/ 3267145 w 4011346"/>
                <a:gd name="connsiteY267" fmla="*/ 493909 h 1855498"/>
                <a:gd name="connsiteX268" fmla="*/ 3203738 w 4011346"/>
                <a:gd name="connsiteY268" fmla="*/ 437176 h 1855498"/>
                <a:gd name="connsiteX269" fmla="*/ 3076923 w 4011346"/>
                <a:gd name="connsiteY269" fmla="*/ 443851 h 1855498"/>
                <a:gd name="connsiteX270" fmla="*/ 3043551 w 4011346"/>
                <a:gd name="connsiteY270" fmla="*/ 420490 h 1855498"/>
                <a:gd name="connsiteX271" fmla="*/ 3000167 w 4011346"/>
                <a:gd name="connsiteY271" fmla="*/ 373769 h 1855498"/>
                <a:gd name="connsiteX272" fmla="*/ 3013516 w 4011346"/>
                <a:gd name="connsiteY272" fmla="*/ 367095 h 1855498"/>
                <a:gd name="connsiteX273" fmla="*/ 3000167 w 4011346"/>
                <a:gd name="connsiteY273" fmla="*/ 347071 h 1855498"/>
                <a:gd name="connsiteX274" fmla="*/ 2970132 w 4011346"/>
                <a:gd name="connsiteY274" fmla="*/ 343734 h 1855498"/>
                <a:gd name="connsiteX275" fmla="*/ 2920073 w 4011346"/>
                <a:gd name="connsiteY275" fmla="*/ 390455 h 1855498"/>
                <a:gd name="connsiteX276" fmla="*/ 2920073 w 4011346"/>
                <a:gd name="connsiteY276" fmla="*/ 390455 h 1855498"/>
                <a:gd name="connsiteX277" fmla="*/ 2916736 w 4011346"/>
                <a:gd name="connsiteY277" fmla="*/ 340397 h 1855498"/>
                <a:gd name="connsiteX278" fmla="*/ 2936760 w 4011346"/>
                <a:gd name="connsiteY278" fmla="*/ 337060 h 1855498"/>
                <a:gd name="connsiteX279" fmla="*/ 2866678 w 4011346"/>
                <a:gd name="connsiteY279" fmla="*/ 307025 h 1855498"/>
                <a:gd name="connsiteX280" fmla="*/ 2813282 w 4011346"/>
                <a:gd name="connsiteY280" fmla="*/ 303687 h 1855498"/>
                <a:gd name="connsiteX281" fmla="*/ 2793259 w 4011346"/>
                <a:gd name="connsiteY281" fmla="*/ 327048 h 1855498"/>
                <a:gd name="connsiteX282" fmla="*/ 2743200 w 4011346"/>
                <a:gd name="connsiteY282" fmla="*/ 337060 h 1855498"/>
                <a:gd name="connsiteX283" fmla="*/ 2786584 w 4011346"/>
                <a:gd name="connsiteY283" fmla="*/ 347071 h 1855498"/>
                <a:gd name="connsiteX284" fmla="*/ 2763224 w 4011346"/>
                <a:gd name="connsiteY284" fmla="*/ 367095 h 1855498"/>
                <a:gd name="connsiteX285" fmla="*/ 2769898 w 4011346"/>
                <a:gd name="connsiteY285" fmla="*/ 417153 h 1855498"/>
                <a:gd name="connsiteX286" fmla="*/ 2749875 w 4011346"/>
                <a:gd name="connsiteY286" fmla="*/ 400467 h 1855498"/>
                <a:gd name="connsiteX287" fmla="*/ 2733189 w 4011346"/>
                <a:gd name="connsiteY287" fmla="*/ 413816 h 1855498"/>
                <a:gd name="connsiteX288" fmla="*/ 2666444 w 4011346"/>
                <a:gd name="connsiteY288" fmla="*/ 403804 h 1855498"/>
                <a:gd name="connsiteX289" fmla="*/ 2636409 w 4011346"/>
                <a:gd name="connsiteY289" fmla="*/ 413816 h 1855498"/>
                <a:gd name="connsiteX290" fmla="*/ 2603037 w 4011346"/>
                <a:gd name="connsiteY290" fmla="*/ 373769 h 1855498"/>
                <a:gd name="connsiteX291" fmla="*/ 2569665 w 4011346"/>
                <a:gd name="connsiteY291" fmla="*/ 457200 h 1855498"/>
                <a:gd name="connsiteX292" fmla="*/ 2552979 w 4011346"/>
                <a:gd name="connsiteY292" fmla="*/ 477223 h 1855498"/>
                <a:gd name="connsiteX293" fmla="*/ 2469548 w 4011346"/>
                <a:gd name="connsiteY293" fmla="*/ 340397 h 1855498"/>
                <a:gd name="connsiteX294" fmla="*/ 2446187 w 4011346"/>
                <a:gd name="connsiteY294" fmla="*/ 357083 h 1855498"/>
                <a:gd name="connsiteX295" fmla="*/ 2442850 w 4011346"/>
                <a:gd name="connsiteY295" fmla="*/ 323711 h 1855498"/>
                <a:gd name="connsiteX296" fmla="*/ 2449525 w 4011346"/>
                <a:gd name="connsiteY296" fmla="*/ 253629 h 1855498"/>
                <a:gd name="connsiteX297" fmla="*/ 2386117 w 4011346"/>
                <a:gd name="connsiteY297" fmla="*/ 226931 h 1855498"/>
                <a:gd name="connsiteX298" fmla="*/ 2369431 w 4011346"/>
                <a:gd name="connsiteY298" fmla="*/ 266978 h 1855498"/>
                <a:gd name="connsiteX299" fmla="*/ 2379443 w 4011346"/>
                <a:gd name="connsiteY299" fmla="*/ 290338 h 1855498"/>
                <a:gd name="connsiteX300" fmla="*/ 2376106 w 4011346"/>
                <a:gd name="connsiteY300" fmla="*/ 310362 h 1855498"/>
                <a:gd name="connsiteX301" fmla="*/ 2352745 w 4011346"/>
                <a:gd name="connsiteY301" fmla="*/ 287001 h 1855498"/>
                <a:gd name="connsiteX302" fmla="*/ 2316036 w 4011346"/>
                <a:gd name="connsiteY302" fmla="*/ 293676 h 1855498"/>
                <a:gd name="connsiteX303" fmla="*/ 2272652 w 4011346"/>
                <a:gd name="connsiteY303" fmla="*/ 280327 h 1855498"/>
                <a:gd name="connsiteX304" fmla="*/ 2245954 w 4011346"/>
                <a:gd name="connsiteY304" fmla="*/ 240280 h 1855498"/>
                <a:gd name="connsiteX305" fmla="*/ 2209244 w 4011346"/>
                <a:gd name="connsiteY305" fmla="*/ 236943 h 1855498"/>
                <a:gd name="connsiteX306" fmla="*/ 2159186 w 4011346"/>
                <a:gd name="connsiteY306" fmla="*/ 226931 h 1855498"/>
                <a:gd name="connsiteX307" fmla="*/ 2132488 w 4011346"/>
                <a:gd name="connsiteY307" fmla="*/ 243617 h 1855498"/>
                <a:gd name="connsiteX308" fmla="*/ 2115802 w 4011346"/>
                <a:gd name="connsiteY308" fmla="*/ 256966 h 1855498"/>
                <a:gd name="connsiteX309" fmla="*/ 2115802 w 4011346"/>
                <a:gd name="connsiteY309" fmla="*/ 226931 h 1855498"/>
                <a:gd name="connsiteX310" fmla="*/ 2082430 w 4011346"/>
                <a:gd name="connsiteY310" fmla="*/ 223594 h 1855498"/>
                <a:gd name="connsiteX311" fmla="*/ 2045720 w 4011346"/>
                <a:gd name="connsiteY311" fmla="*/ 196896 h 1855498"/>
                <a:gd name="connsiteX312" fmla="*/ 2025697 w 4011346"/>
                <a:gd name="connsiteY312" fmla="*/ 226931 h 1855498"/>
                <a:gd name="connsiteX313" fmla="*/ 2055732 w 4011346"/>
                <a:gd name="connsiteY313" fmla="*/ 223594 h 1855498"/>
                <a:gd name="connsiteX314" fmla="*/ 2045720 w 4011346"/>
                <a:gd name="connsiteY314" fmla="*/ 250292 h 1855498"/>
                <a:gd name="connsiteX315" fmla="*/ 1988987 w 4011346"/>
                <a:gd name="connsiteY315" fmla="*/ 270315 h 1855498"/>
                <a:gd name="connsiteX316" fmla="*/ 1935592 w 4011346"/>
                <a:gd name="connsiteY316" fmla="*/ 280327 h 1855498"/>
                <a:gd name="connsiteX317" fmla="*/ 1995662 w 4011346"/>
                <a:gd name="connsiteY317" fmla="*/ 223594 h 1855498"/>
                <a:gd name="connsiteX318" fmla="*/ 2055732 w 4011346"/>
                <a:gd name="connsiteY318" fmla="*/ 153512 h 1855498"/>
                <a:gd name="connsiteX319" fmla="*/ 2055732 w 4011346"/>
                <a:gd name="connsiteY319" fmla="*/ 153512 h 1855498"/>
                <a:gd name="connsiteX320" fmla="*/ 1768731 w 4011346"/>
                <a:gd name="connsiteY320" fmla="*/ 3338 h 1855498"/>
                <a:gd name="connsiteX321" fmla="*/ 1698648 w 4011346"/>
                <a:gd name="connsiteY321" fmla="*/ 40047 h 1855498"/>
                <a:gd name="connsiteX322" fmla="*/ 1685300 w 4011346"/>
                <a:gd name="connsiteY322" fmla="*/ 0 h 1855498"/>
                <a:gd name="connsiteX323" fmla="*/ 1615218 w 4011346"/>
                <a:gd name="connsiteY323" fmla="*/ 3338 h 1855498"/>
                <a:gd name="connsiteX324" fmla="*/ 1638579 w 4011346"/>
                <a:gd name="connsiteY324" fmla="*/ 33373 h 1855498"/>
                <a:gd name="connsiteX325" fmla="*/ 1528449 w 4011346"/>
                <a:gd name="connsiteY325" fmla="*/ 60069 h 1855498"/>
                <a:gd name="connsiteX326" fmla="*/ 1465043 w 4011346"/>
                <a:gd name="connsiteY326" fmla="*/ 143500 h 1855498"/>
                <a:gd name="connsiteX327" fmla="*/ 1448357 w 4011346"/>
                <a:gd name="connsiteY327" fmla="*/ 170198 h 1855498"/>
                <a:gd name="connsiteX328" fmla="*/ 1481729 w 4011346"/>
                <a:gd name="connsiteY328" fmla="*/ 203571 h 1855498"/>
                <a:gd name="connsiteX329" fmla="*/ 1481729 w 4011346"/>
                <a:gd name="connsiteY329" fmla="*/ 233606 h 1855498"/>
                <a:gd name="connsiteX330" fmla="*/ 1458368 w 4011346"/>
                <a:gd name="connsiteY330" fmla="*/ 236943 h 1855498"/>
                <a:gd name="connsiteX331" fmla="*/ 1458368 w 4011346"/>
                <a:gd name="connsiteY331" fmla="*/ 216919 h 1855498"/>
                <a:gd name="connsiteX332" fmla="*/ 1418322 w 4011346"/>
                <a:gd name="connsiteY332" fmla="*/ 226931 h 1855498"/>
                <a:gd name="connsiteX333" fmla="*/ 1368263 w 4011346"/>
                <a:gd name="connsiteY333" fmla="*/ 233606 h 1855498"/>
                <a:gd name="connsiteX334" fmla="*/ 1321542 w 4011346"/>
                <a:gd name="connsiteY334" fmla="*/ 240280 h 1855498"/>
                <a:gd name="connsiteX335" fmla="*/ 1318205 w 4011346"/>
                <a:gd name="connsiteY335" fmla="*/ 327048 h 1855498"/>
                <a:gd name="connsiteX336" fmla="*/ 1358252 w 4011346"/>
                <a:gd name="connsiteY336" fmla="*/ 350409 h 1855498"/>
                <a:gd name="connsiteX337" fmla="*/ 1374938 w 4011346"/>
                <a:gd name="connsiteY337" fmla="*/ 380444 h 1855498"/>
                <a:gd name="connsiteX338" fmla="*/ 1384949 w 4011346"/>
                <a:gd name="connsiteY338" fmla="*/ 403804 h 1855498"/>
                <a:gd name="connsiteX339" fmla="*/ 1394961 w 4011346"/>
                <a:gd name="connsiteY339" fmla="*/ 453863 h 1855498"/>
                <a:gd name="connsiteX340" fmla="*/ 1384949 w 4011346"/>
                <a:gd name="connsiteY340" fmla="*/ 483898 h 1855498"/>
                <a:gd name="connsiteX341" fmla="*/ 1358252 w 4011346"/>
                <a:gd name="connsiteY341" fmla="*/ 450525 h 1855498"/>
                <a:gd name="connsiteX342" fmla="*/ 1361589 w 4011346"/>
                <a:gd name="connsiteY342" fmla="*/ 420490 h 1855498"/>
                <a:gd name="connsiteX343" fmla="*/ 1351577 w 4011346"/>
                <a:gd name="connsiteY343" fmla="*/ 380444 h 1855498"/>
                <a:gd name="connsiteX344" fmla="*/ 1328217 w 4011346"/>
                <a:gd name="connsiteY344" fmla="*/ 387118 h 1855498"/>
                <a:gd name="connsiteX345" fmla="*/ 1281495 w 4011346"/>
                <a:gd name="connsiteY345" fmla="*/ 350409 h 1855498"/>
                <a:gd name="connsiteX346" fmla="*/ 1241449 w 4011346"/>
                <a:gd name="connsiteY346" fmla="*/ 347071 h 1855498"/>
                <a:gd name="connsiteX347" fmla="*/ 1241449 w 4011346"/>
                <a:gd name="connsiteY347" fmla="*/ 393792 h 1855498"/>
                <a:gd name="connsiteX348" fmla="*/ 1201402 w 4011346"/>
                <a:gd name="connsiteY348" fmla="*/ 373769 h 1855498"/>
                <a:gd name="connsiteX349" fmla="*/ 1228100 w 4011346"/>
                <a:gd name="connsiteY349" fmla="*/ 423827 h 1855498"/>
                <a:gd name="connsiteX350" fmla="*/ 1258135 w 4011346"/>
                <a:gd name="connsiteY350" fmla="*/ 433839 h 1855498"/>
                <a:gd name="connsiteX351" fmla="*/ 1258135 w 4011346"/>
                <a:gd name="connsiteY351" fmla="*/ 453863 h 1855498"/>
                <a:gd name="connsiteX352" fmla="*/ 1198065 w 4011346"/>
                <a:gd name="connsiteY352" fmla="*/ 430502 h 1855498"/>
                <a:gd name="connsiteX353" fmla="*/ 1181379 w 4011346"/>
                <a:gd name="connsiteY353" fmla="*/ 430502 h 1855498"/>
                <a:gd name="connsiteX354" fmla="*/ 1178041 w 4011346"/>
                <a:gd name="connsiteY354" fmla="*/ 387118 h 1855498"/>
                <a:gd name="connsiteX355" fmla="*/ 1171367 w 4011346"/>
                <a:gd name="connsiteY355" fmla="*/ 300350 h 1855498"/>
                <a:gd name="connsiteX356" fmla="*/ 1161355 w 4011346"/>
                <a:gd name="connsiteY356" fmla="*/ 370432 h 1855498"/>
                <a:gd name="connsiteX357" fmla="*/ 1137995 w 4011346"/>
                <a:gd name="connsiteY357" fmla="*/ 400467 h 1855498"/>
                <a:gd name="connsiteX358" fmla="*/ 1158018 w 4011346"/>
                <a:gd name="connsiteY358" fmla="*/ 447188 h 1855498"/>
                <a:gd name="connsiteX359" fmla="*/ 1158018 w 4011346"/>
                <a:gd name="connsiteY359" fmla="*/ 480560 h 1855498"/>
                <a:gd name="connsiteX360" fmla="*/ 1141332 w 4011346"/>
                <a:gd name="connsiteY360" fmla="*/ 530619 h 1855498"/>
                <a:gd name="connsiteX361" fmla="*/ 1154681 w 4011346"/>
                <a:gd name="connsiteY361" fmla="*/ 563991 h 1855498"/>
                <a:gd name="connsiteX362" fmla="*/ 1184716 w 4011346"/>
                <a:gd name="connsiteY362" fmla="*/ 570665 h 1855498"/>
                <a:gd name="connsiteX363" fmla="*/ 1221425 w 4011346"/>
                <a:gd name="connsiteY363" fmla="*/ 577340 h 1855498"/>
                <a:gd name="connsiteX364" fmla="*/ 1241449 w 4011346"/>
                <a:gd name="connsiteY364" fmla="*/ 600700 h 1855498"/>
                <a:gd name="connsiteX365" fmla="*/ 1258135 w 4011346"/>
                <a:gd name="connsiteY365" fmla="*/ 644084 h 1855498"/>
                <a:gd name="connsiteX366" fmla="*/ 1258135 w 4011346"/>
                <a:gd name="connsiteY366" fmla="*/ 644084 h 1855498"/>
                <a:gd name="connsiteX367" fmla="*/ 1254798 w 4011346"/>
                <a:gd name="connsiteY367" fmla="*/ 677457 h 1855498"/>
                <a:gd name="connsiteX368" fmla="*/ 1274821 w 4011346"/>
                <a:gd name="connsiteY368" fmla="*/ 697480 h 1855498"/>
                <a:gd name="connsiteX369" fmla="*/ 1244786 w 4011346"/>
                <a:gd name="connsiteY369" fmla="*/ 704155 h 1855498"/>
                <a:gd name="connsiteX370" fmla="*/ 1224763 w 4011346"/>
                <a:gd name="connsiteY370" fmla="*/ 664108 h 1855498"/>
                <a:gd name="connsiteX371" fmla="*/ 1224763 w 4011346"/>
                <a:gd name="connsiteY371" fmla="*/ 624061 h 1855498"/>
                <a:gd name="connsiteX372" fmla="*/ 1194727 w 4011346"/>
                <a:gd name="connsiteY372" fmla="*/ 587352 h 1855498"/>
                <a:gd name="connsiteX373" fmla="*/ 1164692 w 4011346"/>
                <a:gd name="connsiteY373" fmla="*/ 630736 h 1855498"/>
                <a:gd name="connsiteX374" fmla="*/ 1178041 w 4011346"/>
                <a:gd name="connsiteY374" fmla="*/ 674119 h 1855498"/>
                <a:gd name="connsiteX375" fmla="*/ 1137995 w 4011346"/>
                <a:gd name="connsiteY375" fmla="*/ 730852 h 1855498"/>
                <a:gd name="connsiteX376" fmla="*/ 1097948 w 4011346"/>
                <a:gd name="connsiteY376" fmla="*/ 787585 h 1855498"/>
                <a:gd name="connsiteX377" fmla="*/ 1007843 w 4011346"/>
                <a:gd name="connsiteY377" fmla="*/ 750876 h 1855498"/>
                <a:gd name="connsiteX378" fmla="*/ 1074587 w 4011346"/>
                <a:gd name="connsiteY378" fmla="*/ 747538 h 1855498"/>
                <a:gd name="connsiteX379" fmla="*/ 1107960 w 4011346"/>
                <a:gd name="connsiteY379" fmla="*/ 684131 h 1855498"/>
                <a:gd name="connsiteX380" fmla="*/ 1121309 w 4011346"/>
                <a:gd name="connsiteY380" fmla="*/ 640747 h 1855498"/>
                <a:gd name="connsiteX381" fmla="*/ 1127983 w 4011346"/>
                <a:gd name="connsiteY381" fmla="*/ 607375 h 1855498"/>
                <a:gd name="connsiteX382" fmla="*/ 1117971 w 4011346"/>
                <a:gd name="connsiteY382" fmla="*/ 590689 h 1855498"/>
                <a:gd name="connsiteX383" fmla="*/ 1114634 w 4011346"/>
                <a:gd name="connsiteY383" fmla="*/ 540630 h 1855498"/>
                <a:gd name="connsiteX384" fmla="*/ 1104622 w 4011346"/>
                <a:gd name="connsiteY384" fmla="*/ 460537 h 1855498"/>
                <a:gd name="connsiteX385" fmla="*/ 1101285 w 4011346"/>
                <a:gd name="connsiteY385" fmla="*/ 400467 h 1855498"/>
                <a:gd name="connsiteX386" fmla="*/ 1124646 w 4011346"/>
                <a:gd name="connsiteY386" fmla="*/ 307025 h 1855498"/>
                <a:gd name="connsiteX387" fmla="*/ 1031203 w 4011346"/>
                <a:gd name="connsiteY387" fmla="*/ 297013 h 1855498"/>
                <a:gd name="connsiteX388" fmla="*/ 1014517 w 4011346"/>
                <a:gd name="connsiteY388" fmla="*/ 353746 h 1855498"/>
                <a:gd name="connsiteX389" fmla="*/ 1024529 w 4011346"/>
                <a:gd name="connsiteY389" fmla="*/ 400467 h 1855498"/>
                <a:gd name="connsiteX390" fmla="*/ 981145 w 4011346"/>
                <a:gd name="connsiteY390" fmla="*/ 453863 h 1855498"/>
                <a:gd name="connsiteX391" fmla="*/ 991157 w 4011346"/>
                <a:gd name="connsiteY391" fmla="*/ 490572 h 1855498"/>
                <a:gd name="connsiteX392" fmla="*/ 981145 w 4011346"/>
                <a:gd name="connsiteY392" fmla="*/ 537293 h 1855498"/>
                <a:gd name="connsiteX393" fmla="*/ 1001168 w 4011346"/>
                <a:gd name="connsiteY393" fmla="*/ 560654 h 1855498"/>
                <a:gd name="connsiteX394" fmla="*/ 1017854 w 4011346"/>
                <a:gd name="connsiteY394" fmla="*/ 607375 h 1855498"/>
                <a:gd name="connsiteX395" fmla="*/ 1047890 w 4011346"/>
                <a:gd name="connsiteY395" fmla="*/ 594026 h 1855498"/>
                <a:gd name="connsiteX396" fmla="*/ 1014517 w 4011346"/>
                <a:gd name="connsiteY396" fmla="*/ 647422 h 1855498"/>
                <a:gd name="connsiteX397" fmla="*/ 957784 w 4011346"/>
                <a:gd name="connsiteY397" fmla="*/ 594026 h 1855498"/>
                <a:gd name="connsiteX398" fmla="*/ 884365 w 4011346"/>
                <a:gd name="connsiteY398" fmla="*/ 557317 h 1855498"/>
                <a:gd name="connsiteX399" fmla="*/ 824295 w 4011346"/>
                <a:gd name="connsiteY399" fmla="*/ 533956 h 1855498"/>
                <a:gd name="connsiteX400" fmla="*/ 810946 w 4011346"/>
                <a:gd name="connsiteY400" fmla="*/ 570665 h 1855498"/>
                <a:gd name="connsiteX401" fmla="*/ 827633 w 4011346"/>
                <a:gd name="connsiteY401" fmla="*/ 607375 h 1855498"/>
                <a:gd name="connsiteX402" fmla="*/ 814284 w 4011346"/>
                <a:gd name="connsiteY402" fmla="*/ 630736 h 1855498"/>
                <a:gd name="connsiteX403" fmla="*/ 800935 w 4011346"/>
                <a:gd name="connsiteY403" fmla="*/ 647422 h 1855498"/>
                <a:gd name="connsiteX404" fmla="*/ 770900 w 4011346"/>
                <a:gd name="connsiteY404" fmla="*/ 590689 h 1855498"/>
                <a:gd name="connsiteX405" fmla="*/ 744202 w 4011346"/>
                <a:gd name="connsiteY405" fmla="*/ 627398 h 1855498"/>
                <a:gd name="connsiteX406" fmla="*/ 707492 w 4011346"/>
                <a:gd name="connsiteY406" fmla="*/ 620724 h 1855498"/>
                <a:gd name="connsiteX407" fmla="*/ 654097 w 4011346"/>
                <a:gd name="connsiteY407" fmla="*/ 657433 h 1855498"/>
                <a:gd name="connsiteX408" fmla="*/ 644085 w 4011346"/>
                <a:gd name="connsiteY408" fmla="*/ 634073 h 1855498"/>
                <a:gd name="connsiteX409" fmla="*/ 654097 w 4011346"/>
                <a:gd name="connsiteY409" fmla="*/ 597363 h 1855498"/>
                <a:gd name="connsiteX410" fmla="*/ 614050 w 4011346"/>
                <a:gd name="connsiteY410" fmla="*/ 634073 h 1855498"/>
                <a:gd name="connsiteX411" fmla="*/ 594027 w 4011346"/>
                <a:gd name="connsiteY411" fmla="*/ 634073 h 1855498"/>
                <a:gd name="connsiteX412" fmla="*/ 533957 w 4011346"/>
                <a:gd name="connsiteY412" fmla="*/ 667445 h 1855498"/>
                <a:gd name="connsiteX413" fmla="*/ 510596 w 4011346"/>
                <a:gd name="connsiteY413" fmla="*/ 690806 h 1855498"/>
                <a:gd name="connsiteX414" fmla="*/ 500584 w 4011346"/>
                <a:gd name="connsiteY414" fmla="*/ 737527 h 1855498"/>
                <a:gd name="connsiteX415" fmla="*/ 450526 w 4011346"/>
                <a:gd name="connsiteY415" fmla="*/ 724178 h 1855498"/>
                <a:gd name="connsiteX416" fmla="*/ 433840 w 4011346"/>
                <a:gd name="connsiteY416" fmla="*/ 687468 h 1855498"/>
                <a:gd name="connsiteX417" fmla="*/ 467212 w 4011346"/>
                <a:gd name="connsiteY417" fmla="*/ 657433 h 1855498"/>
                <a:gd name="connsiteX418" fmla="*/ 453863 w 4011346"/>
                <a:gd name="connsiteY418" fmla="*/ 634073 h 1855498"/>
                <a:gd name="connsiteX419" fmla="*/ 390456 w 4011346"/>
                <a:gd name="connsiteY419" fmla="*/ 604038 h 1855498"/>
                <a:gd name="connsiteX420" fmla="*/ 417154 w 4011346"/>
                <a:gd name="connsiteY420" fmla="*/ 654096 h 1855498"/>
                <a:gd name="connsiteX421" fmla="*/ 407142 w 4011346"/>
                <a:gd name="connsiteY421" fmla="*/ 697480 h 1855498"/>
                <a:gd name="connsiteX422" fmla="*/ 413817 w 4011346"/>
                <a:gd name="connsiteY422" fmla="*/ 734190 h 1855498"/>
                <a:gd name="connsiteX423" fmla="*/ 427165 w 4011346"/>
                <a:gd name="connsiteY423" fmla="*/ 757550 h 1855498"/>
                <a:gd name="connsiteX424" fmla="*/ 413817 w 4011346"/>
                <a:gd name="connsiteY424" fmla="*/ 787585 h 1855498"/>
                <a:gd name="connsiteX425" fmla="*/ 390456 w 4011346"/>
                <a:gd name="connsiteY425" fmla="*/ 764225 h 1855498"/>
                <a:gd name="connsiteX426" fmla="*/ 360421 w 4011346"/>
                <a:gd name="connsiteY426" fmla="*/ 760887 h 1855498"/>
                <a:gd name="connsiteX427" fmla="*/ 333723 w 4011346"/>
                <a:gd name="connsiteY427" fmla="*/ 800934 h 1855498"/>
                <a:gd name="connsiteX428" fmla="*/ 307025 w 4011346"/>
                <a:gd name="connsiteY428" fmla="*/ 820957 h 1855498"/>
                <a:gd name="connsiteX429" fmla="*/ 320374 w 4011346"/>
                <a:gd name="connsiteY429" fmla="*/ 847655 h 1855498"/>
                <a:gd name="connsiteX430" fmla="*/ 303688 w 4011346"/>
                <a:gd name="connsiteY430" fmla="*/ 871016 h 1855498"/>
                <a:gd name="connsiteX431" fmla="*/ 233606 w 4011346"/>
                <a:gd name="connsiteY431" fmla="*/ 834306 h 1855498"/>
                <a:gd name="connsiteX432" fmla="*/ 243618 w 4011346"/>
                <a:gd name="connsiteY432" fmla="*/ 884365 h 1855498"/>
                <a:gd name="connsiteX433" fmla="*/ 263641 w 4011346"/>
                <a:gd name="connsiteY433" fmla="*/ 904388 h 1855498"/>
                <a:gd name="connsiteX434" fmla="*/ 250292 w 4011346"/>
                <a:gd name="connsiteY434" fmla="*/ 917737 h 1855498"/>
                <a:gd name="connsiteX435" fmla="*/ 193560 w 4011346"/>
                <a:gd name="connsiteY435" fmla="*/ 881027 h 1855498"/>
                <a:gd name="connsiteX436" fmla="*/ 170199 w 4011346"/>
                <a:gd name="connsiteY436" fmla="*/ 840981 h 1855498"/>
                <a:gd name="connsiteX437" fmla="*/ 170199 w 4011346"/>
                <a:gd name="connsiteY437" fmla="*/ 794260 h 1855498"/>
                <a:gd name="connsiteX438" fmla="*/ 133490 w 4011346"/>
                <a:gd name="connsiteY438" fmla="*/ 717503 h 1855498"/>
                <a:gd name="connsiteX439" fmla="*/ 196897 w 4011346"/>
                <a:gd name="connsiteY439" fmla="*/ 747538 h 1855498"/>
                <a:gd name="connsiteX440" fmla="*/ 256967 w 4011346"/>
                <a:gd name="connsiteY440" fmla="*/ 777573 h 1855498"/>
                <a:gd name="connsiteX441" fmla="*/ 293676 w 4011346"/>
                <a:gd name="connsiteY441" fmla="*/ 780911 h 1855498"/>
                <a:gd name="connsiteX442" fmla="*/ 327049 w 4011346"/>
                <a:gd name="connsiteY442" fmla="*/ 750876 h 1855498"/>
                <a:gd name="connsiteX443" fmla="*/ 343735 w 4011346"/>
                <a:gd name="connsiteY443" fmla="*/ 714166 h 1855498"/>
                <a:gd name="connsiteX444" fmla="*/ 333723 w 4011346"/>
                <a:gd name="connsiteY444" fmla="*/ 664108 h 1855498"/>
                <a:gd name="connsiteX445" fmla="*/ 290339 w 4011346"/>
                <a:gd name="connsiteY445" fmla="*/ 644084 h 1855498"/>
                <a:gd name="connsiteX446" fmla="*/ 236944 w 4011346"/>
                <a:gd name="connsiteY446" fmla="*/ 597363 h 1855498"/>
                <a:gd name="connsiteX447" fmla="*/ 133490 w 4011346"/>
                <a:gd name="connsiteY447" fmla="*/ 540630 h 1855498"/>
                <a:gd name="connsiteX0" fmla="*/ 133490 w 4011346"/>
                <a:gd name="connsiteY0" fmla="*/ 540630 h 1855498"/>
                <a:gd name="connsiteX1" fmla="*/ 46722 w 4011346"/>
                <a:gd name="connsiteY1" fmla="*/ 570665 h 1855498"/>
                <a:gd name="connsiteX2" fmla="*/ 33373 w 4011346"/>
                <a:gd name="connsiteY2" fmla="*/ 600700 h 1855498"/>
                <a:gd name="connsiteX3" fmla="*/ 43384 w 4011346"/>
                <a:gd name="connsiteY3" fmla="*/ 630736 h 1855498"/>
                <a:gd name="connsiteX4" fmla="*/ 60071 w 4011346"/>
                <a:gd name="connsiteY4" fmla="*/ 657433 h 1855498"/>
                <a:gd name="connsiteX5" fmla="*/ 73419 w 4011346"/>
                <a:gd name="connsiteY5" fmla="*/ 687468 h 1855498"/>
                <a:gd name="connsiteX6" fmla="*/ 56733 w 4011346"/>
                <a:gd name="connsiteY6" fmla="*/ 710829 h 1855498"/>
                <a:gd name="connsiteX7" fmla="*/ 76757 w 4011346"/>
                <a:gd name="connsiteY7" fmla="*/ 790922 h 1855498"/>
                <a:gd name="connsiteX8" fmla="*/ 66745 w 4011346"/>
                <a:gd name="connsiteY8" fmla="*/ 807609 h 1855498"/>
                <a:gd name="connsiteX9" fmla="*/ 70082 w 4011346"/>
                <a:gd name="connsiteY9" fmla="*/ 834306 h 1855498"/>
                <a:gd name="connsiteX10" fmla="*/ 70082 w 4011346"/>
                <a:gd name="connsiteY10" fmla="*/ 874353 h 1855498"/>
                <a:gd name="connsiteX11" fmla="*/ 80094 w 4011346"/>
                <a:gd name="connsiteY11" fmla="*/ 894376 h 1855498"/>
                <a:gd name="connsiteX12" fmla="*/ 76757 w 4011346"/>
                <a:gd name="connsiteY12" fmla="*/ 917737 h 1855498"/>
                <a:gd name="connsiteX13" fmla="*/ 106792 w 4011346"/>
                <a:gd name="connsiteY13" fmla="*/ 951109 h 1855498"/>
                <a:gd name="connsiteX14" fmla="*/ 106792 w 4011346"/>
                <a:gd name="connsiteY14" fmla="*/ 981144 h 1855498"/>
                <a:gd name="connsiteX15" fmla="*/ 13349 w 4011346"/>
                <a:gd name="connsiteY15" fmla="*/ 1071249 h 1855498"/>
                <a:gd name="connsiteX16" fmla="*/ 33373 w 4011346"/>
                <a:gd name="connsiteY16" fmla="*/ 1104622 h 1855498"/>
                <a:gd name="connsiteX17" fmla="*/ 33373 w 4011346"/>
                <a:gd name="connsiteY17" fmla="*/ 1104622 h 1855498"/>
                <a:gd name="connsiteX18" fmla="*/ 16687 w 4011346"/>
                <a:gd name="connsiteY18" fmla="*/ 1134657 h 1855498"/>
                <a:gd name="connsiteX19" fmla="*/ 3338 w 4011346"/>
                <a:gd name="connsiteY19" fmla="*/ 1164692 h 1855498"/>
                <a:gd name="connsiteX20" fmla="*/ 0 w 4011346"/>
                <a:gd name="connsiteY20" fmla="*/ 1224762 h 1855498"/>
                <a:gd name="connsiteX21" fmla="*/ 16687 w 4011346"/>
                <a:gd name="connsiteY21" fmla="*/ 1268146 h 1855498"/>
                <a:gd name="connsiteX22" fmla="*/ 20024 w 4011346"/>
                <a:gd name="connsiteY22" fmla="*/ 1301518 h 1855498"/>
                <a:gd name="connsiteX23" fmla="*/ 56733 w 4011346"/>
                <a:gd name="connsiteY23" fmla="*/ 1311530 h 1855498"/>
                <a:gd name="connsiteX24" fmla="*/ 116803 w 4011346"/>
                <a:gd name="connsiteY24" fmla="*/ 1398298 h 1855498"/>
                <a:gd name="connsiteX25" fmla="*/ 96780 w 4011346"/>
                <a:gd name="connsiteY25" fmla="*/ 1421658 h 1855498"/>
                <a:gd name="connsiteX26" fmla="*/ 93443 w 4011346"/>
                <a:gd name="connsiteY26" fmla="*/ 1451693 h 1855498"/>
                <a:gd name="connsiteX27" fmla="*/ 120141 w 4011346"/>
                <a:gd name="connsiteY27" fmla="*/ 1455030 h 1855498"/>
                <a:gd name="connsiteX28" fmla="*/ 160187 w 4011346"/>
                <a:gd name="connsiteY28" fmla="*/ 1468379 h 1855498"/>
                <a:gd name="connsiteX29" fmla="*/ 186885 w 4011346"/>
                <a:gd name="connsiteY29" fmla="*/ 1481728 h 1855498"/>
                <a:gd name="connsiteX30" fmla="*/ 213583 w 4011346"/>
                <a:gd name="connsiteY30" fmla="*/ 1511763 h 1855498"/>
                <a:gd name="connsiteX31" fmla="*/ 243618 w 4011346"/>
                <a:gd name="connsiteY31" fmla="*/ 1515100 h 1855498"/>
                <a:gd name="connsiteX32" fmla="*/ 287002 w 4011346"/>
                <a:gd name="connsiteY32" fmla="*/ 1545136 h 1855498"/>
                <a:gd name="connsiteX33" fmla="*/ 310363 w 4011346"/>
                <a:gd name="connsiteY33" fmla="*/ 1555147 h 1855498"/>
                <a:gd name="connsiteX34" fmla="*/ 310363 w 4011346"/>
                <a:gd name="connsiteY34" fmla="*/ 1591857 h 1855498"/>
                <a:gd name="connsiteX35" fmla="*/ 270316 w 4011346"/>
                <a:gd name="connsiteY35" fmla="*/ 1631903 h 1855498"/>
                <a:gd name="connsiteX36" fmla="*/ 280327 w 4011346"/>
                <a:gd name="connsiteY36" fmla="*/ 1655264 h 1855498"/>
                <a:gd name="connsiteX37" fmla="*/ 273653 w 4011346"/>
                <a:gd name="connsiteY37" fmla="*/ 1675287 h 1855498"/>
                <a:gd name="connsiteX38" fmla="*/ 266979 w 4011346"/>
                <a:gd name="connsiteY38" fmla="*/ 1691973 h 1855498"/>
                <a:gd name="connsiteX39" fmla="*/ 240281 w 4011346"/>
                <a:gd name="connsiteY39" fmla="*/ 1732020 h 1855498"/>
                <a:gd name="connsiteX40" fmla="*/ 307025 w 4011346"/>
                <a:gd name="connsiteY40" fmla="*/ 1768730 h 1855498"/>
                <a:gd name="connsiteX41" fmla="*/ 337060 w 4011346"/>
                <a:gd name="connsiteY41" fmla="*/ 1775404 h 1855498"/>
                <a:gd name="connsiteX42" fmla="*/ 360421 w 4011346"/>
                <a:gd name="connsiteY42" fmla="*/ 1782079 h 1855498"/>
                <a:gd name="connsiteX43" fmla="*/ 380444 w 4011346"/>
                <a:gd name="connsiteY43" fmla="*/ 1788753 h 1855498"/>
                <a:gd name="connsiteX44" fmla="*/ 407142 w 4011346"/>
                <a:gd name="connsiteY44" fmla="*/ 1808776 h 1855498"/>
                <a:gd name="connsiteX45" fmla="*/ 437177 w 4011346"/>
                <a:gd name="connsiteY45" fmla="*/ 1805439 h 1855498"/>
                <a:gd name="connsiteX46" fmla="*/ 507259 w 4011346"/>
                <a:gd name="connsiteY46" fmla="*/ 1855498 h 1855498"/>
                <a:gd name="connsiteX47" fmla="*/ 517271 w 4011346"/>
                <a:gd name="connsiteY47" fmla="*/ 1842149 h 1855498"/>
                <a:gd name="connsiteX48" fmla="*/ 507259 w 4011346"/>
                <a:gd name="connsiteY48" fmla="*/ 1802102 h 1855498"/>
                <a:gd name="connsiteX49" fmla="*/ 500584 w 4011346"/>
                <a:gd name="connsiteY49" fmla="*/ 1768730 h 1855498"/>
                <a:gd name="connsiteX50" fmla="*/ 483898 w 4011346"/>
                <a:gd name="connsiteY50" fmla="*/ 1725346 h 1855498"/>
                <a:gd name="connsiteX51" fmla="*/ 513933 w 4011346"/>
                <a:gd name="connsiteY51" fmla="*/ 1705322 h 1855498"/>
                <a:gd name="connsiteX52" fmla="*/ 547306 w 4011346"/>
                <a:gd name="connsiteY52" fmla="*/ 1681962 h 1855498"/>
                <a:gd name="connsiteX53" fmla="*/ 527282 w 4011346"/>
                <a:gd name="connsiteY53" fmla="*/ 1665276 h 1855498"/>
                <a:gd name="connsiteX54" fmla="*/ 517271 w 4011346"/>
                <a:gd name="connsiteY54" fmla="*/ 1631903 h 1855498"/>
                <a:gd name="connsiteX55" fmla="*/ 480561 w 4011346"/>
                <a:gd name="connsiteY55" fmla="*/ 1615217 h 1855498"/>
                <a:gd name="connsiteX56" fmla="*/ 470549 w 4011346"/>
                <a:gd name="connsiteY56" fmla="*/ 1595194 h 1855498"/>
                <a:gd name="connsiteX57" fmla="*/ 480561 w 4011346"/>
                <a:gd name="connsiteY57" fmla="*/ 1565159 h 1855498"/>
                <a:gd name="connsiteX58" fmla="*/ 490573 w 4011346"/>
                <a:gd name="connsiteY58" fmla="*/ 1525112 h 1855498"/>
                <a:gd name="connsiteX59" fmla="*/ 513933 w 4011346"/>
                <a:gd name="connsiteY59" fmla="*/ 1545136 h 1855498"/>
                <a:gd name="connsiteX60" fmla="*/ 520608 w 4011346"/>
                <a:gd name="connsiteY60" fmla="*/ 1528449 h 1855498"/>
                <a:gd name="connsiteX61" fmla="*/ 543968 w 4011346"/>
                <a:gd name="connsiteY61" fmla="*/ 1491740 h 1855498"/>
                <a:gd name="connsiteX62" fmla="*/ 574003 w 4011346"/>
                <a:gd name="connsiteY62" fmla="*/ 1475054 h 1855498"/>
                <a:gd name="connsiteX63" fmla="*/ 590690 w 4011346"/>
                <a:gd name="connsiteY63" fmla="*/ 1488403 h 1855498"/>
                <a:gd name="connsiteX64" fmla="*/ 610713 w 4011346"/>
                <a:gd name="connsiteY64" fmla="*/ 1461705 h 1855498"/>
                <a:gd name="connsiteX65" fmla="*/ 630736 w 4011346"/>
                <a:gd name="connsiteY65" fmla="*/ 1488403 h 1855498"/>
                <a:gd name="connsiteX66" fmla="*/ 657434 w 4011346"/>
                <a:gd name="connsiteY66" fmla="*/ 1511763 h 1855498"/>
                <a:gd name="connsiteX67" fmla="*/ 674120 w 4011346"/>
                <a:gd name="connsiteY67" fmla="*/ 1518438 h 1855498"/>
                <a:gd name="connsiteX68" fmla="*/ 697481 w 4011346"/>
                <a:gd name="connsiteY68" fmla="*/ 1518438 h 1855498"/>
                <a:gd name="connsiteX69" fmla="*/ 717504 w 4011346"/>
                <a:gd name="connsiteY69" fmla="*/ 1505089 h 1855498"/>
                <a:gd name="connsiteX70" fmla="*/ 744202 w 4011346"/>
                <a:gd name="connsiteY70" fmla="*/ 1505089 h 1855498"/>
                <a:gd name="connsiteX71" fmla="*/ 760888 w 4011346"/>
                <a:gd name="connsiteY71" fmla="*/ 1501752 h 1855498"/>
                <a:gd name="connsiteX72" fmla="*/ 790923 w 4011346"/>
                <a:gd name="connsiteY72" fmla="*/ 1535124 h 1855498"/>
                <a:gd name="connsiteX73" fmla="*/ 797598 w 4011346"/>
                <a:gd name="connsiteY73" fmla="*/ 1508426 h 1855498"/>
                <a:gd name="connsiteX74" fmla="*/ 817621 w 4011346"/>
                <a:gd name="connsiteY74" fmla="*/ 1525112 h 1855498"/>
                <a:gd name="connsiteX75" fmla="*/ 837644 w 4011346"/>
                <a:gd name="connsiteY75" fmla="*/ 1501752 h 1855498"/>
                <a:gd name="connsiteX76" fmla="*/ 827633 w 4011346"/>
                <a:gd name="connsiteY76" fmla="*/ 1481728 h 1855498"/>
                <a:gd name="connsiteX77" fmla="*/ 810946 w 4011346"/>
                <a:gd name="connsiteY77" fmla="*/ 1468379 h 1855498"/>
                <a:gd name="connsiteX78" fmla="*/ 810946 w 4011346"/>
                <a:gd name="connsiteY78" fmla="*/ 1441682 h 1855498"/>
                <a:gd name="connsiteX79" fmla="*/ 810946 w 4011346"/>
                <a:gd name="connsiteY79" fmla="*/ 1428333 h 1855498"/>
                <a:gd name="connsiteX80" fmla="*/ 830970 w 4011346"/>
                <a:gd name="connsiteY80" fmla="*/ 1424995 h 1855498"/>
                <a:gd name="connsiteX81" fmla="*/ 840981 w 4011346"/>
                <a:gd name="connsiteY81" fmla="*/ 1421658 h 1855498"/>
                <a:gd name="connsiteX82" fmla="*/ 820958 w 4011346"/>
                <a:gd name="connsiteY82" fmla="*/ 1384949 h 1855498"/>
                <a:gd name="connsiteX83" fmla="*/ 854330 w 4011346"/>
                <a:gd name="connsiteY83" fmla="*/ 1378274 h 1855498"/>
                <a:gd name="connsiteX84" fmla="*/ 891040 w 4011346"/>
                <a:gd name="connsiteY84" fmla="*/ 1384949 h 1855498"/>
                <a:gd name="connsiteX85" fmla="*/ 964459 w 4011346"/>
                <a:gd name="connsiteY85" fmla="*/ 1341565 h 1855498"/>
                <a:gd name="connsiteX86" fmla="*/ 1001168 w 4011346"/>
                <a:gd name="connsiteY86" fmla="*/ 1341565 h 1855498"/>
                <a:gd name="connsiteX87" fmla="*/ 1027866 w 4011346"/>
                <a:gd name="connsiteY87" fmla="*/ 1318204 h 1855498"/>
                <a:gd name="connsiteX88" fmla="*/ 1047890 w 4011346"/>
                <a:gd name="connsiteY88" fmla="*/ 1328216 h 1855498"/>
                <a:gd name="connsiteX89" fmla="*/ 1067913 w 4011346"/>
                <a:gd name="connsiteY89" fmla="*/ 1338227 h 1855498"/>
                <a:gd name="connsiteX90" fmla="*/ 1087936 w 4011346"/>
                <a:gd name="connsiteY90" fmla="*/ 1364925 h 1855498"/>
                <a:gd name="connsiteX91" fmla="*/ 1074587 w 4011346"/>
                <a:gd name="connsiteY91" fmla="*/ 1378274 h 1855498"/>
                <a:gd name="connsiteX92" fmla="*/ 1104622 w 4011346"/>
                <a:gd name="connsiteY92" fmla="*/ 1378274 h 1855498"/>
                <a:gd name="connsiteX93" fmla="*/ 1107960 w 4011346"/>
                <a:gd name="connsiteY93" fmla="*/ 1394960 h 1855498"/>
                <a:gd name="connsiteX94" fmla="*/ 1121309 w 4011346"/>
                <a:gd name="connsiteY94" fmla="*/ 1378274 h 1855498"/>
                <a:gd name="connsiteX95" fmla="*/ 1134657 w 4011346"/>
                <a:gd name="connsiteY95" fmla="*/ 1391623 h 1855498"/>
                <a:gd name="connsiteX96" fmla="*/ 1134657 w 4011346"/>
                <a:gd name="connsiteY96" fmla="*/ 1411646 h 1855498"/>
                <a:gd name="connsiteX97" fmla="*/ 1148006 w 4011346"/>
                <a:gd name="connsiteY97" fmla="*/ 1408309 h 1855498"/>
                <a:gd name="connsiteX98" fmla="*/ 1208076 w 4011346"/>
                <a:gd name="connsiteY98" fmla="*/ 1361588 h 1855498"/>
                <a:gd name="connsiteX99" fmla="*/ 1211414 w 4011346"/>
                <a:gd name="connsiteY99" fmla="*/ 1381611 h 1855498"/>
                <a:gd name="connsiteX100" fmla="*/ 1244786 w 4011346"/>
                <a:gd name="connsiteY100" fmla="*/ 1401635 h 1855498"/>
                <a:gd name="connsiteX101" fmla="*/ 1264809 w 4011346"/>
                <a:gd name="connsiteY101" fmla="*/ 1431670 h 1855498"/>
                <a:gd name="connsiteX102" fmla="*/ 1298181 w 4011346"/>
                <a:gd name="connsiteY102" fmla="*/ 1538461 h 1855498"/>
                <a:gd name="connsiteX103" fmla="*/ 1308193 w 4011346"/>
                <a:gd name="connsiteY103" fmla="*/ 1495077 h 1855498"/>
                <a:gd name="connsiteX104" fmla="*/ 1344903 w 4011346"/>
                <a:gd name="connsiteY104" fmla="*/ 1515100 h 1855498"/>
                <a:gd name="connsiteX105" fmla="*/ 1388287 w 4011346"/>
                <a:gd name="connsiteY105" fmla="*/ 1515100 h 1855498"/>
                <a:gd name="connsiteX106" fmla="*/ 1394961 w 4011346"/>
                <a:gd name="connsiteY106" fmla="*/ 1538461 h 1855498"/>
                <a:gd name="connsiteX107" fmla="*/ 1435008 w 4011346"/>
                <a:gd name="connsiteY107" fmla="*/ 1561822 h 1855498"/>
                <a:gd name="connsiteX108" fmla="*/ 1465043 w 4011346"/>
                <a:gd name="connsiteY108" fmla="*/ 1561822 h 1855498"/>
                <a:gd name="connsiteX109" fmla="*/ 1491741 w 4011346"/>
                <a:gd name="connsiteY109" fmla="*/ 1575171 h 1855498"/>
                <a:gd name="connsiteX110" fmla="*/ 1535125 w 4011346"/>
                <a:gd name="connsiteY110" fmla="*/ 1531787 h 1855498"/>
                <a:gd name="connsiteX111" fmla="*/ 1571834 w 4011346"/>
                <a:gd name="connsiteY111" fmla="*/ 1511763 h 1855498"/>
                <a:gd name="connsiteX112" fmla="*/ 1608544 w 4011346"/>
                <a:gd name="connsiteY112" fmla="*/ 1515100 h 1855498"/>
                <a:gd name="connsiteX113" fmla="*/ 1655265 w 4011346"/>
                <a:gd name="connsiteY113" fmla="*/ 1528449 h 1855498"/>
                <a:gd name="connsiteX114" fmla="*/ 1681963 w 4011346"/>
                <a:gd name="connsiteY114" fmla="*/ 1545136 h 1855498"/>
                <a:gd name="connsiteX115" fmla="*/ 1735358 w 4011346"/>
                <a:gd name="connsiteY115" fmla="*/ 1538461 h 1855498"/>
                <a:gd name="connsiteX116" fmla="*/ 1745370 w 4011346"/>
                <a:gd name="connsiteY116" fmla="*/ 1518438 h 1855498"/>
                <a:gd name="connsiteX117" fmla="*/ 1738695 w 4011346"/>
                <a:gd name="connsiteY117" fmla="*/ 1498414 h 1855498"/>
                <a:gd name="connsiteX118" fmla="*/ 1765393 w 4011346"/>
                <a:gd name="connsiteY118" fmla="*/ 1471717 h 1855498"/>
                <a:gd name="connsiteX119" fmla="*/ 1778742 w 4011346"/>
                <a:gd name="connsiteY119" fmla="*/ 1468379 h 1855498"/>
                <a:gd name="connsiteX120" fmla="*/ 1812114 w 4011346"/>
                <a:gd name="connsiteY120" fmla="*/ 1485065 h 1855498"/>
                <a:gd name="connsiteX121" fmla="*/ 1852161 w 4011346"/>
                <a:gd name="connsiteY121" fmla="*/ 1498414 h 1855498"/>
                <a:gd name="connsiteX122" fmla="*/ 1858836 w 4011346"/>
                <a:gd name="connsiteY122" fmla="*/ 1525112 h 1855498"/>
                <a:gd name="connsiteX123" fmla="*/ 1872184 w 4011346"/>
                <a:gd name="connsiteY123" fmla="*/ 1531787 h 1855498"/>
                <a:gd name="connsiteX124" fmla="*/ 1902219 w 4011346"/>
                <a:gd name="connsiteY124" fmla="*/ 1535124 h 1855498"/>
                <a:gd name="connsiteX125" fmla="*/ 1932254 w 4011346"/>
                <a:gd name="connsiteY125" fmla="*/ 1518438 h 1855498"/>
                <a:gd name="connsiteX126" fmla="*/ 1962290 w 4011346"/>
                <a:gd name="connsiteY126" fmla="*/ 1531787 h 1855498"/>
                <a:gd name="connsiteX127" fmla="*/ 1985650 w 4011346"/>
                <a:gd name="connsiteY127" fmla="*/ 1545136 h 1855498"/>
                <a:gd name="connsiteX128" fmla="*/ 1995662 w 4011346"/>
                <a:gd name="connsiteY128" fmla="*/ 1555147 h 1855498"/>
                <a:gd name="connsiteX129" fmla="*/ 2032371 w 4011346"/>
                <a:gd name="connsiteY129" fmla="*/ 1575171 h 1855498"/>
                <a:gd name="connsiteX130" fmla="*/ 2069081 w 4011346"/>
                <a:gd name="connsiteY130" fmla="*/ 1571833 h 1855498"/>
                <a:gd name="connsiteX131" fmla="*/ 2142500 w 4011346"/>
                <a:gd name="connsiteY131" fmla="*/ 1528449 h 1855498"/>
                <a:gd name="connsiteX132" fmla="*/ 2195895 w 4011346"/>
                <a:gd name="connsiteY132" fmla="*/ 1541798 h 1855498"/>
                <a:gd name="connsiteX133" fmla="*/ 2225930 w 4011346"/>
                <a:gd name="connsiteY133" fmla="*/ 1551810 h 1855498"/>
                <a:gd name="connsiteX134" fmla="*/ 2259303 w 4011346"/>
                <a:gd name="connsiteY134" fmla="*/ 1538461 h 1855498"/>
                <a:gd name="connsiteX135" fmla="*/ 2262640 w 4011346"/>
                <a:gd name="connsiteY135" fmla="*/ 1511763 h 1855498"/>
                <a:gd name="connsiteX136" fmla="*/ 2282663 w 4011346"/>
                <a:gd name="connsiteY136" fmla="*/ 1481728 h 1855498"/>
                <a:gd name="connsiteX137" fmla="*/ 2299349 w 4011346"/>
                <a:gd name="connsiteY137" fmla="*/ 1428333 h 1855498"/>
                <a:gd name="connsiteX138" fmla="*/ 2282663 w 4011346"/>
                <a:gd name="connsiteY138" fmla="*/ 1431670 h 1855498"/>
                <a:gd name="connsiteX139" fmla="*/ 2312698 w 4011346"/>
                <a:gd name="connsiteY139" fmla="*/ 1404972 h 1855498"/>
                <a:gd name="connsiteX140" fmla="*/ 2339396 w 4011346"/>
                <a:gd name="connsiteY140" fmla="*/ 1401635 h 1855498"/>
                <a:gd name="connsiteX141" fmla="*/ 2396129 w 4011346"/>
                <a:gd name="connsiteY141" fmla="*/ 1411646 h 1855498"/>
                <a:gd name="connsiteX142" fmla="*/ 2436176 w 4011346"/>
                <a:gd name="connsiteY142" fmla="*/ 1438344 h 1855498"/>
                <a:gd name="connsiteX143" fmla="*/ 2462873 w 4011346"/>
                <a:gd name="connsiteY143" fmla="*/ 1468379 h 1855498"/>
                <a:gd name="connsiteX144" fmla="*/ 2469548 w 4011346"/>
                <a:gd name="connsiteY144" fmla="*/ 1505089 h 1855498"/>
                <a:gd name="connsiteX145" fmla="*/ 2476222 w 4011346"/>
                <a:gd name="connsiteY145" fmla="*/ 1545136 h 1855498"/>
                <a:gd name="connsiteX146" fmla="*/ 2486234 w 4011346"/>
                <a:gd name="connsiteY146" fmla="*/ 1565159 h 1855498"/>
                <a:gd name="connsiteX147" fmla="*/ 2529618 w 4011346"/>
                <a:gd name="connsiteY147" fmla="*/ 1578508 h 1855498"/>
                <a:gd name="connsiteX148" fmla="*/ 2549641 w 4011346"/>
                <a:gd name="connsiteY148" fmla="*/ 1598531 h 1855498"/>
                <a:gd name="connsiteX149" fmla="*/ 2562990 w 4011346"/>
                <a:gd name="connsiteY149" fmla="*/ 1631903 h 1855498"/>
                <a:gd name="connsiteX150" fmla="*/ 2586351 w 4011346"/>
                <a:gd name="connsiteY150" fmla="*/ 1625229 h 1855498"/>
                <a:gd name="connsiteX151" fmla="*/ 2606374 w 4011346"/>
                <a:gd name="connsiteY151" fmla="*/ 1615217 h 1855498"/>
                <a:gd name="connsiteX152" fmla="*/ 2639746 w 4011346"/>
                <a:gd name="connsiteY152" fmla="*/ 1598531 h 1855498"/>
                <a:gd name="connsiteX153" fmla="*/ 2643084 w 4011346"/>
                <a:gd name="connsiteY153" fmla="*/ 1615217 h 1855498"/>
                <a:gd name="connsiteX154" fmla="*/ 2626398 w 4011346"/>
                <a:gd name="connsiteY154" fmla="*/ 1645252 h 1855498"/>
                <a:gd name="connsiteX155" fmla="*/ 2616386 w 4011346"/>
                <a:gd name="connsiteY155" fmla="*/ 1681962 h 1855498"/>
                <a:gd name="connsiteX156" fmla="*/ 2603037 w 4011346"/>
                <a:gd name="connsiteY156" fmla="*/ 1735357 h 1855498"/>
                <a:gd name="connsiteX157" fmla="*/ 2579676 w 4011346"/>
                <a:gd name="connsiteY157" fmla="*/ 1708660 h 1855498"/>
                <a:gd name="connsiteX158" fmla="*/ 2552979 w 4011346"/>
                <a:gd name="connsiteY158" fmla="*/ 1732020 h 1855498"/>
                <a:gd name="connsiteX159" fmla="*/ 2559653 w 4011346"/>
                <a:gd name="connsiteY159" fmla="*/ 1758718 h 1855498"/>
                <a:gd name="connsiteX160" fmla="*/ 2559653 w 4011346"/>
                <a:gd name="connsiteY160" fmla="*/ 1795427 h 1855498"/>
                <a:gd name="connsiteX161" fmla="*/ 2549641 w 4011346"/>
                <a:gd name="connsiteY161" fmla="*/ 1815451 h 1855498"/>
                <a:gd name="connsiteX162" fmla="*/ 2589688 w 4011346"/>
                <a:gd name="connsiteY162" fmla="*/ 1795427 h 1855498"/>
                <a:gd name="connsiteX163" fmla="*/ 2626398 w 4011346"/>
                <a:gd name="connsiteY163" fmla="*/ 1805439 h 1855498"/>
                <a:gd name="connsiteX164" fmla="*/ 2653095 w 4011346"/>
                <a:gd name="connsiteY164" fmla="*/ 1782079 h 1855498"/>
                <a:gd name="connsiteX165" fmla="*/ 2683130 w 4011346"/>
                <a:gd name="connsiteY165" fmla="*/ 1728683 h 1855498"/>
                <a:gd name="connsiteX166" fmla="*/ 2753212 w 4011346"/>
                <a:gd name="connsiteY166" fmla="*/ 1641915 h 1855498"/>
                <a:gd name="connsiteX167" fmla="*/ 2783247 w 4011346"/>
                <a:gd name="connsiteY167" fmla="*/ 1571833 h 1855498"/>
                <a:gd name="connsiteX168" fmla="*/ 2803271 w 4011346"/>
                <a:gd name="connsiteY168" fmla="*/ 1468379 h 1855498"/>
                <a:gd name="connsiteX169" fmla="*/ 2793259 w 4011346"/>
                <a:gd name="connsiteY169" fmla="*/ 1418321 h 1855498"/>
                <a:gd name="connsiteX170" fmla="*/ 2769898 w 4011346"/>
                <a:gd name="connsiteY170" fmla="*/ 1384949 h 1855498"/>
                <a:gd name="connsiteX171" fmla="*/ 2726514 w 4011346"/>
                <a:gd name="connsiteY171" fmla="*/ 1384949 h 1855498"/>
                <a:gd name="connsiteX172" fmla="*/ 2699817 w 4011346"/>
                <a:gd name="connsiteY172" fmla="*/ 1384949 h 1855498"/>
                <a:gd name="connsiteX173" fmla="*/ 2683130 w 4011346"/>
                <a:gd name="connsiteY173" fmla="*/ 1364925 h 1855498"/>
                <a:gd name="connsiteX174" fmla="*/ 2669781 w 4011346"/>
                <a:gd name="connsiteY174" fmla="*/ 1344902 h 1855498"/>
                <a:gd name="connsiteX175" fmla="*/ 2763224 w 4011346"/>
                <a:gd name="connsiteY175" fmla="*/ 1228099 h 1855498"/>
                <a:gd name="connsiteX176" fmla="*/ 2846654 w 4011346"/>
                <a:gd name="connsiteY176" fmla="*/ 1161355 h 1855498"/>
                <a:gd name="connsiteX177" fmla="*/ 2890038 w 4011346"/>
                <a:gd name="connsiteY177" fmla="*/ 1137994 h 1855498"/>
                <a:gd name="connsiteX178" fmla="*/ 2933422 w 4011346"/>
                <a:gd name="connsiteY178" fmla="*/ 1158017 h 1855498"/>
                <a:gd name="connsiteX179" fmla="*/ 2950109 w 4011346"/>
                <a:gd name="connsiteY179" fmla="*/ 1141331 h 1855498"/>
                <a:gd name="connsiteX180" fmla="*/ 2993492 w 4011346"/>
                <a:gd name="connsiteY180" fmla="*/ 1158017 h 1855498"/>
                <a:gd name="connsiteX181" fmla="*/ 3006841 w 4011346"/>
                <a:gd name="connsiteY181" fmla="*/ 1124645 h 1855498"/>
                <a:gd name="connsiteX182" fmla="*/ 3053563 w 4011346"/>
                <a:gd name="connsiteY182" fmla="*/ 1134657 h 1855498"/>
                <a:gd name="connsiteX183" fmla="*/ 3070249 w 4011346"/>
                <a:gd name="connsiteY183" fmla="*/ 1151343 h 1855498"/>
                <a:gd name="connsiteX184" fmla="*/ 3060237 w 4011346"/>
                <a:gd name="connsiteY184" fmla="*/ 1171366 h 1855498"/>
                <a:gd name="connsiteX185" fmla="*/ 3123644 w 4011346"/>
                <a:gd name="connsiteY185" fmla="*/ 1154680 h 1855498"/>
                <a:gd name="connsiteX186" fmla="*/ 3140330 w 4011346"/>
                <a:gd name="connsiteY186" fmla="*/ 1141331 h 1855498"/>
                <a:gd name="connsiteX187" fmla="*/ 3123644 w 4011346"/>
                <a:gd name="connsiteY187" fmla="*/ 1127982 h 1855498"/>
                <a:gd name="connsiteX188" fmla="*/ 3143668 w 4011346"/>
                <a:gd name="connsiteY188" fmla="*/ 1087936 h 1855498"/>
                <a:gd name="connsiteX189" fmla="*/ 3190389 w 4011346"/>
                <a:gd name="connsiteY189" fmla="*/ 1017854 h 1855498"/>
                <a:gd name="connsiteX190" fmla="*/ 3233773 w 4011346"/>
                <a:gd name="connsiteY190" fmla="*/ 1014517 h 1855498"/>
                <a:gd name="connsiteX191" fmla="*/ 3273819 w 4011346"/>
                <a:gd name="connsiteY191" fmla="*/ 1024528 h 1855498"/>
                <a:gd name="connsiteX192" fmla="*/ 3277157 w 4011346"/>
                <a:gd name="connsiteY192" fmla="*/ 1081261 h 1855498"/>
                <a:gd name="connsiteX193" fmla="*/ 3320541 w 4011346"/>
                <a:gd name="connsiteY193" fmla="*/ 1037877 h 1855498"/>
                <a:gd name="connsiteX194" fmla="*/ 3343901 w 4011346"/>
                <a:gd name="connsiteY194" fmla="*/ 1021191 h 1855498"/>
                <a:gd name="connsiteX195" fmla="*/ 3350576 w 4011346"/>
                <a:gd name="connsiteY195" fmla="*/ 987819 h 1855498"/>
                <a:gd name="connsiteX196" fmla="*/ 3377273 w 4011346"/>
                <a:gd name="connsiteY196" fmla="*/ 971133 h 1855498"/>
                <a:gd name="connsiteX197" fmla="*/ 3407309 w 4011346"/>
                <a:gd name="connsiteY197" fmla="*/ 981144 h 1855498"/>
                <a:gd name="connsiteX198" fmla="*/ 3373936 w 4011346"/>
                <a:gd name="connsiteY198" fmla="*/ 1011179 h 1855498"/>
                <a:gd name="connsiteX199" fmla="*/ 3360587 w 4011346"/>
                <a:gd name="connsiteY199" fmla="*/ 1061238 h 1855498"/>
                <a:gd name="connsiteX200" fmla="*/ 3323878 w 4011346"/>
                <a:gd name="connsiteY200" fmla="*/ 1101284 h 1855498"/>
                <a:gd name="connsiteX201" fmla="*/ 3210412 w 4011346"/>
                <a:gd name="connsiteY201" fmla="*/ 1198064 h 1855498"/>
                <a:gd name="connsiteX202" fmla="*/ 3163691 w 4011346"/>
                <a:gd name="connsiteY202" fmla="*/ 1268146 h 1855498"/>
                <a:gd name="connsiteX203" fmla="*/ 3160354 w 4011346"/>
                <a:gd name="connsiteY203" fmla="*/ 1341565 h 1855498"/>
                <a:gd name="connsiteX204" fmla="*/ 3170365 w 4011346"/>
                <a:gd name="connsiteY204" fmla="*/ 1431670 h 1855498"/>
                <a:gd name="connsiteX205" fmla="*/ 3190389 w 4011346"/>
                <a:gd name="connsiteY205" fmla="*/ 1495077 h 1855498"/>
                <a:gd name="connsiteX206" fmla="*/ 3217087 w 4011346"/>
                <a:gd name="connsiteY206" fmla="*/ 1485065 h 1855498"/>
                <a:gd name="connsiteX207" fmla="*/ 3240447 w 4011346"/>
                <a:gd name="connsiteY207" fmla="*/ 1418321 h 1855498"/>
                <a:gd name="connsiteX208" fmla="*/ 3270482 w 4011346"/>
                <a:gd name="connsiteY208" fmla="*/ 1414984 h 1855498"/>
                <a:gd name="connsiteX209" fmla="*/ 3287168 w 4011346"/>
                <a:gd name="connsiteY209" fmla="*/ 1354914 h 1855498"/>
                <a:gd name="connsiteX210" fmla="*/ 3313866 w 4011346"/>
                <a:gd name="connsiteY210" fmla="*/ 1344902 h 1855498"/>
                <a:gd name="connsiteX211" fmla="*/ 3313866 w 4011346"/>
                <a:gd name="connsiteY211" fmla="*/ 1314867 h 1855498"/>
                <a:gd name="connsiteX212" fmla="*/ 3337227 w 4011346"/>
                <a:gd name="connsiteY212" fmla="*/ 1278157 h 1855498"/>
                <a:gd name="connsiteX213" fmla="*/ 3330552 w 4011346"/>
                <a:gd name="connsiteY213" fmla="*/ 1234773 h 1855498"/>
                <a:gd name="connsiteX214" fmla="*/ 3333890 w 4011346"/>
                <a:gd name="connsiteY214" fmla="*/ 1204738 h 1855498"/>
                <a:gd name="connsiteX215" fmla="*/ 3323878 w 4011346"/>
                <a:gd name="connsiteY215" fmla="*/ 1194727 h 1855498"/>
                <a:gd name="connsiteX216" fmla="*/ 3363925 w 4011346"/>
                <a:gd name="connsiteY216" fmla="*/ 1107959 h 1855498"/>
                <a:gd name="connsiteX217" fmla="*/ 3383948 w 4011346"/>
                <a:gd name="connsiteY217" fmla="*/ 1117971 h 1855498"/>
                <a:gd name="connsiteX218" fmla="*/ 3410646 w 4011346"/>
                <a:gd name="connsiteY218" fmla="*/ 1091273 h 1855498"/>
                <a:gd name="connsiteX219" fmla="*/ 3420657 w 4011346"/>
                <a:gd name="connsiteY219" fmla="*/ 1117971 h 1855498"/>
                <a:gd name="connsiteX220" fmla="*/ 3447355 w 4011346"/>
                <a:gd name="connsiteY220" fmla="*/ 1101284 h 1855498"/>
                <a:gd name="connsiteX221" fmla="*/ 3477390 w 4011346"/>
                <a:gd name="connsiteY221" fmla="*/ 1091273 h 1855498"/>
                <a:gd name="connsiteX222" fmla="*/ 3514100 w 4011346"/>
                <a:gd name="connsiteY222" fmla="*/ 1117971 h 1855498"/>
                <a:gd name="connsiteX223" fmla="*/ 3574170 w 4011346"/>
                <a:gd name="connsiteY223" fmla="*/ 1051226 h 1855498"/>
                <a:gd name="connsiteX224" fmla="*/ 3637577 w 4011346"/>
                <a:gd name="connsiteY224" fmla="*/ 1004505 h 1855498"/>
                <a:gd name="connsiteX225" fmla="*/ 3690973 w 4011346"/>
                <a:gd name="connsiteY225" fmla="*/ 967795 h 1855498"/>
                <a:gd name="connsiteX226" fmla="*/ 3741031 w 4011346"/>
                <a:gd name="connsiteY226" fmla="*/ 994493 h 1855498"/>
                <a:gd name="connsiteX227" fmla="*/ 3751043 w 4011346"/>
                <a:gd name="connsiteY227" fmla="*/ 967795 h 1855498"/>
                <a:gd name="connsiteX228" fmla="*/ 3727682 w 4011346"/>
                <a:gd name="connsiteY228" fmla="*/ 901051 h 1855498"/>
                <a:gd name="connsiteX229" fmla="*/ 3700984 w 4011346"/>
                <a:gd name="connsiteY229" fmla="*/ 884365 h 1855498"/>
                <a:gd name="connsiteX230" fmla="*/ 3697647 w 4011346"/>
                <a:gd name="connsiteY230" fmla="*/ 854330 h 1855498"/>
                <a:gd name="connsiteX231" fmla="*/ 3751043 w 4011346"/>
                <a:gd name="connsiteY231" fmla="*/ 861004 h 1855498"/>
                <a:gd name="connsiteX232" fmla="*/ 3774403 w 4011346"/>
                <a:gd name="connsiteY232" fmla="*/ 817620 h 1855498"/>
                <a:gd name="connsiteX233" fmla="*/ 3767729 w 4011346"/>
                <a:gd name="connsiteY233" fmla="*/ 790922 h 1855498"/>
                <a:gd name="connsiteX234" fmla="*/ 3794427 w 4011346"/>
                <a:gd name="connsiteY234" fmla="*/ 757550 h 1855498"/>
                <a:gd name="connsiteX235" fmla="*/ 3804438 w 4011346"/>
                <a:gd name="connsiteY235" fmla="*/ 800934 h 1855498"/>
                <a:gd name="connsiteX236" fmla="*/ 3827799 w 4011346"/>
                <a:gd name="connsiteY236" fmla="*/ 817620 h 1855498"/>
                <a:gd name="connsiteX237" fmla="*/ 3874520 w 4011346"/>
                <a:gd name="connsiteY237" fmla="*/ 837644 h 1855498"/>
                <a:gd name="connsiteX238" fmla="*/ 3894544 w 4011346"/>
                <a:gd name="connsiteY238" fmla="*/ 864341 h 1855498"/>
                <a:gd name="connsiteX239" fmla="*/ 3941265 w 4011346"/>
                <a:gd name="connsiteY239" fmla="*/ 887702 h 1855498"/>
                <a:gd name="connsiteX240" fmla="*/ 3947939 w 4011346"/>
                <a:gd name="connsiteY240" fmla="*/ 874353 h 1855498"/>
                <a:gd name="connsiteX241" fmla="*/ 3957951 w 4011346"/>
                <a:gd name="connsiteY241" fmla="*/ 810946 h 1855498"/>
                <a:gd name="connsiteX242" fmla="*/ 4004672 w 4011346"/>
                <a:gd name="connsiteY242" fmla="*/ 804271 h 1855498"/>
                <a:gd name="connsiteX243" fmla="*/ 4011346 w 4011346"/>
                <a:gd name="connsiteY243" fmla="*/ 770899 h 1855498"/>
                <a:gd name="connsiteX244" fmla="*/ 3967963 w 4011346"/>
                <a:gd name="connsiteY244" fmla="*/ 734190 h 1855498"/>
                <a:gd name="connsiteX245" fmla="*/ 3921241 w 4011346"/>
                <a:gd name="connsiteY245" fmla="*/ 717503 h 1855498"/>
                <a:gd name="connsiteX246" fmla="*/ 3907892 w 4011346"/>
                <a:gd name="connsiteY246" fmla="*/ 720841 h 1855498"/>
                <a:gd name="connsiteX247" fmla="*/ 3907892 w 4011346"/>
                <a:gd name="connsiteY247" fmla="*/ 754213 h 1855498"/>
                <a:gd name="connsiteX248" fmla="*/ 3887869 w 4011346"/>
                <a:gd name="connsiteY248" fmla="*/ 747538 h 1855498"/>
                <a:gd name="connsiteX249" fmla="*/ 3874520 w 4011346"/>
                <a:gd name="connsiteY249" fmla="*/ 694143 h 1855498"/>
                <a:gd name="connsiteX250" fmla="*/ 3817787 w 4011346"/>
                <a:gd name="connsiteY250" fmla="*/ 630736 h 1855498"/>
                <a:gd name="connsiteX251" fmla="*/ 3717671 w 4011346"/>
                <a:gd name="connsiteY251" fmla="*/ 553979 h 1855498"/>
                <a:gd name="connsiteX252" fmla="*/ 3664275 w 4011346"/>
                <a:gd name="connsiteY252" fmla="*/ 533956 h 1855498"/>
                <a:gd name="connsiteX253" fmla="*/ 3584181 w 4011346"/>
                <a:gd name="connsiteY253" fmla="*/ 527282 h 1855498"/>
                <a:gd name="connsiteX254" fmla="*/ 3520774 w 4011346"/>
                <a:gd name="connsiteY254" fmla="*/ 510595 h 1855498"/>
                <a:gd name="connsiteX255" fmla="*/ 3530786 w 4011346"/>
                <a:gd name="connsiteY255" fmla="*/ 550642 h 1855498"/>
                <a:gd name="connsiteX256" fmla="*/ 3537460 w 4011346"/>
                <a:gd name="connsiteY256" fmla="*/ 577340 h 1855498"/>
                <a:gd name="connsiteX257" fmla="*/ 3507425 w 4011346"/>
                <a:gd name="connsiteY257" fmla="*/ 600700 h 1855498"/>
                <a:gd name="connsiteX258" fmla="*/ 3477390 w 4011346"/>
                <a:gd name="connsiteY258" fmla="*/ 574003 h 1855498"/>
                <a:gd name="connsiteX259" fmla="*/ 3477390 w 4011346"/>
                <a:gd name="connsiteY259" fmla="*/ 553979 h 1855498"/>
                <a:gd name="connsiteX260" fmla="*/ 3504088 w 4011346"/>
                <a:gd name="connsiteY260" fmla="*/ 533956 h 1855498"/>
                <a:gd name="connsiteX261" fmla="*/ 3467379 w 4011346"/>
                <a:gd name="connsiteY261" fmla="*/ 520607 h 1855498"/>
                <a:gd name="connsiteX262" fmla="*/ 3450692 w 4011346"/>
                <a:gd name="connsiteY262" fmla="*/ 547305 h 1855498"/>
                <a:gd name="connsiteX263" fmla="*/ 3440681 w 4011346"/>
                <a:gd name="connsiteY263" fmla="*/ 560654 h 1855498"/>
                <a:gd name="connsiteX264" fmla="*/ 3357250 w 4011346"/>
                <a:gd name="connsiteY264" fmla="*/ 547305 h 1855498"/>
                <a:gd name="connsiteX265" fmla="*/ 3297180 w 4011346"/>
                <a:gd name="connsiteY265" fmla="*/ 553979 h 1855498"/>
                <a:gd name="connsiteX266" fmla="*/ 3267145 w 4011346"/>
                <a:gd name="connsiteY266" fmla="*/ 530619 h 1855498"/>
                <a:gd name="connsiteX267" fmla="*/ 3267145 w 4011346"/>
                <a:gd name="connsiteY267" fmla="*/ 493909 h 1855498"/>
                <a:gd name="connsiteX268" fmla="*/ 3203738 w 4011346"/>
                <a:gd name="connsiteY268" fmla="*/ 437176 h 1855498"/>
                <a:gd name="connsiteX269" fmla="*/ 3076923 w 4011346"/>
                <a:gd name="connsiteY269" fmla="*/ 443851 h 1855498"/>
                <a:gd name="connsiteX270" fmla="*/ 3043551 w 4011346"/>
                <a:gd name="connsiteY270" fmla="*/ 420490 h 1855498"/>
                <a:gd name="connsiteX271" fmla="*/ 3000167 w 4011346"/>
                <a:gd name="connsiteY271" fmla="*/ 373769 h 1855498"/>
                <a:gd name="connsiteX272" fmla="*/ 3013516 w 4011346"/>
                <a:gd name="connsiteY272" fmla="*/ 367095 h 1855498"/>
                <a:gd name="connsiteX273" fmla="*/ 3000167 w 4011346"/>
                <a:gd name="connsiteY273" fmla="*/ 347071 h 1855498"/>
                <a:gd name="connsiteX274" fmla="*/ 2970132 w 4011346"/>
                <a:gd name="connsiteY274" fmla="*/ 343734 h 1855498"/>
                <a:gd name="connsiteX275" fmla="*/ 2920073 w 4011346"/>
                <a:gd name="connsiteY275" fmla="*/ 390455 h 1855498"/>
                <a:gd name="connsiteX276" fmla="*/ 2920073 w 4011346"/>
                <a:gd name="connsiteY276" fmla="*/ 390455 h 1855498"/>
                <a:gd name="connsiteX277" fmla="*/ 2916736 w 4011346"/>
                <a:gd name="connsiteY277" fmla="*/ 340397 h 1855498"/>
                <a:gd name="connsiteX278" fmla="*/ 2936760 w 4011346"/>
                <a:gd name="connsiteY278" fmla="*/ 337060 h 1855498"/>
                <a:gd name="connsiteX279" fmla="*/ 2866678 w 4011346"/>
                <a:gd name="connsiteY279" fmla="*/ 307025 h 1855498"/>
                <a:gd name="connsiteX280" fmla="*/ 2813282 w 4011346"/>
                <a:gd name="connsiteY280" fmla="*/ 303687 h 1855498"/>
                <a:gd name="connsiteX281" fmla="*/ 2793259 w 4011346"/>
                <a:gd name="connsiteY281" fmla="*/ 327048 h 1855498"/>
                <a:gd name="connsiteX282" fmla="*/ 2743200 w 4011346"/>
                <a:gd name="connsiteY282" fmla="*/ 337060 h 1855498"/>
                <a:gd name="connsiteX283" fmla="*/ 2786584 w 4011346"/>
                <a:gd name="connsiteY283" fmla="*/ 347071 h 1855498"/>
                <a:gd name="connsiteX284" fmla="*/ 2763224 w 4011346"/>
                <a:gd name="connsiteY284" fmla="*/ 367095 h 1855498"/>
                <a:gd name="connsiteX285" fmla="*/ 2769898 w 4011346"/>
                <a:gd name="connsiteY285" fmla="*/ 417153 h 1855498"/>
                <a:gd name="connsiteX286" fmla="*/ 2749875 w 4011346"/>
                <a:gd name="connsiteY286" fmla="*/ 400467 h 1855498"/>
                <a:gd name="connsiteX287" fmla="*/ 2733189 w 4011346"/>
                <a:gd name="connsiteY287" fmla="*/ 413816 h 1855498"/>
                <a:gd name="connsiteX288" fmla="*/ 2666444 w 4011346"/>
                <a:gd name="connsiteY288" fmla="*/ 403804 h 1855498"/>
                <a:gd name="connsiteX289" fmla="*/ 2636409 w 4011346"/>
                <a:gd name="connsiteY289" fmla="*/ 413816 h 1855498"/>
                <a:gd name="connsiteX290" fmla="*/ 2603037 w 4011346"/>
                <a:gd name="connsiteY290" fmla="*/ 373769 h 1855498"/>
                <a:gd name="connsiteX291" fmla="*/ 2569665 w 4011346"/>
                <a:gd name="connsiteY291" fmla="*/ 457200 h 1855498"/>
                <a:gd name="connsiteX292" fmla="*/ 2552979 w 4011346"/>
                <a:gd name="connsiteY292" fmla="*/ 477223 h 1855498"/>
                <a:gd name="connsiteX293" fmla="*/ 2469548 w 4011346"/>
                <a:gd name="connsiteY293" fmla="*/ 340397 h 1855498"/>
                <a:gd name="connsiteX294" fmla="*/ 2446187 w 4011346"/>
                <a:gd name="connsiteY294" fmla="*/ 357083 h 1855498"/>
                <a:gd name="connsiteX295" fmla="*/ 2442850 w 4011346"/>
                <a:gd name="connsiteY295" fmla="*/ 323711 h 1855498"/>
                <a:gd name="connsiteX296" fmla="*/ 2449525 w 4011346"/>
                <a:gd name="connsiteY296" fmla="*/ 253629 h 1855498"/>
                <a:gd name="connsiteX297" fmla="*/ 2386117 w 4011346"/>
                <a:gd name="connsiteY297" fmla="*/ 226931 h 1855498"/>
                <a:gd name="connsiteX298" fmla="*/ 2369431 w 4011346"/>
                <a:gd name="connsiteY298" fmla="*/ 266978 h 1855498"/>
                <a:gd name="connsiteX299" fmla="*/ 2379443 w 4011346"/>
                <a:gd name="connsiteY299" fmla="*/ 290338 h 1855498"/>
                <a:gd name="connsiteX300" fmla="*/ 2376106 w 4011346"/>
                <a:gd name="connsiteY300" fmla="*/ 310362 h 1855498"/>
                <a:gd name="connsiteX301" fmla="*/ 2352745 w 4011346"/>
                <a:gd name="connsiteY301" fmla="*/ 287001 h 1855498"/>
                <a:gd name="connsiteX302" fmla="*/ 2316036 w 4011346"/>
                <a:gd name="connsiteY302" fmla="*/ 293676 h 1855498"/>
                <a:gd name="connsiteX303" fmla="*/ 2272652 w 4011346"/>
                <a:gd name="connsiteY303" fmla="*/ 280327 h 1855498"/>
                <a:gd name="connsiteX304" fmla="*/ 2245954 w 4011346"/>
                <a:gd name="connsiteY304" fmla="*/ 240280 h 1855498"/>
                <a:gd name="connsiteX305" fmla="*/ 2209244 w 4011346"/>
                <a:gd name="connsiteY305" fmla="*/ 236943 h 1855498"/>
                <a:gd name="connsiteX306" fmla="*/ 2159186 w 4011346"/>
                <a:gd name="connsiteY306" fmla="*/ 226931 h 1855498"/>
                <a:gd name="connsiteX307" fmla="*/ 2132488 w 4011346"/>
                <a:gd name="connsiteY307" fmla="*/ 243617 h 1855498"/>
                <a:gd name="connsiteX308" fmla="*/ 2115802 w 4011346"/>
                <a:gd name="connsiteY308" fmla="*/ 256966 h 1855498"/>
                <a:gd name="connsiteX309" fmla="*/ 2115802 w 4011346"/>
                <a:gd name="connsiteY309" fmla="*/ 226931 h 1855498"/>
                <a:gd name="connsiteX310" fmla="*/ 2082430 w 4011346"/>
                <a:gd name="connsiteY310" fmla="*/ 223594 h 1855498"/>
                <a:gd name="connsiteX311" fmla="*/ 2045720 w 4011346"/>
                <a:gd name="connsiteY311" fmla="*/ 196896 h 1855498"/>
                <a:gd name="connsiteX312" fmla="*/ 2025697 w 4011346"/>
                <a:gd name="connsiteY312" fmla="*/ 226931 h 1855498"/>
                <a:gd name="connsiteX313" fmla="*/ 2055732 w 4011346"/>
                <a:gd name="connsiteY313" fmla="*/ 223594 h 1855498"/>
                <a:gd name="connsiteX314" fmla="*/ 2045720 w 4011346"/>
                <a:gd name="connsiteY314" fmla="*/ 250292 h 1855498"/>
                <a:gd name="connsiteX315" fmla="*/ 1988987 w 4011346"/>
                <a:gd name="connsiteY315" fmla="*/ 270315 h 1855498"/>
                <a:gd name="connsiteX316" fmla="*/ 1935592 w 4011346"/>
                <a:gd name="connsiteY316" fmla="*/ 280327 h 1855498"/>
                <a:gd name="connsiteX317" fmla="*/ 1995662 w 4011346"/>
                <a:gd name="connsiteY317" fmla="*/ 223594 h 1855498"/>
                <a:gd name="connsiteX318" fmla="*/ 2055732 w 4011346"/>
                <a:gd name="connsiteY318" fmla="*/ 153512 h 1855498"/>
                <a:gd name="connsiteX319" fmla="*/ 2055732 w 4011346"/>
                <a:gd name="connsiteY319" fmla="*/ 153512 h 1855498"/>
                <a:gd name="connsiteX320" fmla="*/ 1768731 w 4011346"/>
                <a:gd name="connsiteY320" fmla="*/ 3338 h 1855498"/>
                <a:gd name="connsiteX321" fmla="*/ 1705322 w 4011346"/>
                <a:gd name="connsiteY321" fmla="*/ 26698 h 1855498"/>
                <a:gd name="connsiteX322" fmla="*/ 1685300 w 4011346"/>
                <a:gd name="connsiteY322" fmla="*/ 0 h 1855498"/>
                <a:gd name="connsiteX323" fmla="*/ 1615218 w 4011346"/>
                <a:gd name="connsiteY323" fmla="*/ 3338 h 1855498"/>
                <a:gd name="connsiteX324" fmla="*/ 1638579 w 4011346"/>
                <a:gd name="connsiteY324" fmla="*/ 33373 h 1855498"/>
                <a:gd name="connsiteX325" fmla="*/ 1528449 w 4011346"/>
                <a:gd name="connsiteY325" fmla="*/ 60069 h 1855498"/>
                <a:gd name="connsiteX326" fmla="*/ 1465043 w 4011346"/>
                <a:gd name="connsiteY326" fmla="*/ 143500 h 1855498"/>
                <a:gd name="connsiteX327" fmla="*/ 1448357 w 4011346"/>
                <a:gd name="connsiteY327" fmla="*/ 170198 h 1855498"/>
                <a:gd name="connsiteX328" fmla="*/ 1481729 w 4011346"/>
                <a:gd name="connsiteY328" fmla="*/ 203571 h 1855498"/>
                <a:gd name="connsiteX329" fmla="*/ 1481729 w 4011346"/>
                <a:gd name="connsiteY329" fmla="*/ 233606 h 1855498"/>
                <a:gd name="connsiteX330" fmla="*/ 1458368 w 4011346"/>
                <a:gd name="connsiteY330" fmla="*/ 236943 h 1855498"/>
                <a:gd name="connsiteX331" fmla="*/ 1458368 w 4011346"/>
                <a:gd name="connsiteY331" fmla="*/ 216919 h 1855498"/>
                <a:gd name="connsiteX332" fmla="*/ 1418322 w 4011346"/>
                <a:gd name="connsiteY332" fmla="*/ 226931 h 1855498"/>
                <a:gd name="connsiteX333" fmla="*/ 1368263 w 4011346"/>
                <a:gd name="connsiteY333" fmla="*/ 233606 h 1855498"/>
                <a:gd name="connsiteX334" fmla="*/ 1321542 w 4011346"/>
                <a:gd name="connsiteY334" fmla="*/ 240280 h 1855498"/>
                <a:gd name="connsiteX335" fmla="*/ 1318205 w 4011346"/>
                <a:gd name="connsiteY335" fmla="*/ 327048 h 1855498"/>
                <a:gd name="connsiteX336" fmla="*/ 1358252 w 4011346"/>
                <a:gd name="connsiteY336" fmla="*/ 350409 h 1855498"/>
                <a:gd name="connsiteX337" fmla="*/ 1374938 w 4011346"/>
                <a:gd name="connsiteY337" fmla="*/ 380444 h 1855498"/>
                <a:gd name="connsiteX338" fmla="*/ 1384949 w 4011346"/>
                <a:gd name="connsiteY338" fmla="*/ 403804 h 1855498"/>
                <a:gd name="connsiteX339" fmla="*/ 1394961 w 4011346"/>
                <a:gd name="connsiteY339" fmla="*/ 453863 h 1855498"/>
                <a:gd name="connsiteX340" fmla="*/ 1384949 w 4011346"/>
                <a:gd name="connsiteY340" fmla="*/ 483898 h 1855498"/>
                <a:gd name="connsiteX341" fmla="*/ 1358252 w 4011346"/>
                <a:gd name="connsiteY341" fmla="*/ 450525 h 1855498"/>
                <a:gd name="connsiteX342" fmla="*/ 1361589 w 4011346"/>
                <a:gd name="connsiteY342" fmla="*/ 420490 h 1855498"/>
                <a:gd name="connsiteX343" fmla="*/ 1351577 w 4011346"/>
                <a:gd name="connsiteY343" fmla="*/ 380444 h 1855498"/>
                <a:gd name="connsiteX344" fmla="*/ 1328217 w 4011346"/>
                <a:gd name="connsiteY344" fmla="*/ 387118 h 1855498"/>
                <a:gd name="connsiteX345" fmla="*/ 1281495 w 4011346"/>
                <a:gd name="connsiteY345" fmla="*/ 350409 h 1855498"/>
                <a:gd name="connsiteX346" fmla="*/ 1241449 w 4011346"/>
                <a:gd name="connsiteY346" fmla="*/ 347071 h 1855498"/>
                <a:gd name="connsiteX347" fmla="*/ 1241449 w 4011346"/>
                <a:gd name="connsiteY347" fmla="*/ 393792 h 1855498"/>
                <a:gd name="connsiteX348" fmla="*/ 1201402 w 4011346"/>
                <a:gd name="connsiteY348" fmla="*/ 373769 h 1855498"/>
                <a:gd name="connsiteX349" fmla="*/ 1228100 w 4011346"/>
                <a:gd name="connsiteY349" fmla="*/ 423827 h 1855498"/>
                <a:gd name="connsiteX350" fmla="*/ 1258135 w 4011346"/>
                <a:gd name="connsiteY350" fmla="*/ 433839 h 1855498"/>
                <a:gd name="connsiteX351" fmla="*/ 1258135 w 4011346"/>
                <a:gd name="connsiteY351" fmla="*/ 453863 h 1855498"/>
                <a:gd name="connsiteX352" fmla="*/ 1198065 w 4011346"/>
                <a:gd name="connsiteY352" fmla="*/ 430502 h 1855498"/>
                <a:gd name="connsiteX353" fmla="*/ 1181379 w 4011346"/>
                <a:gd name="connsiteY353" fmla="*/ 430502 h 1855498"/>
                <a:gd name="connsiteX354" fmla="*/ 1178041 w 4011346"/>
                <a:gd name="connsiteY354" fmla="*/ 387118 h 1855498"/>
                <a:gd name="connsiteX355" fmla="*/ 1171367 w 4011346"/>
                <a:gd name="connsiteY355" fmla="*/ 300350 h 1855498"/>
                <a:gd name="connsiteX356" fmla="*/ 1161355 w 4011346"/>
                <a:gd name="connsiteY356" fmla="*/ 370432 h 1855498"/>
                <a:gd name="connsiteX357" fmla="*/ 1137995 w 4011346"/>
                <a:gd name="connsiteY357" fmla="*/ 400467 h 1855498"/>
                <a:gd name="connsiteX358" fmla="*/ 1158018 w 4011346"/>
                <a:gd name="connsiteY358" fmla="*/ 447188 h 1855498"/>
                <a:gd name="connsiteX359" fmla="*/ 1158018 w 4011346"/>
                <a:gd name="connsiteY359" fmla="*/ 480560 h 1855498"/>
                <a:gd name="connsiteX360" fmla="*/ 1141332 w 4011346"/>
                <a:gd name="connsiteY360" fmla="*/ 530619 h 1855498"/>
                <a:gd name="connsiteX361" fmla="*/ 1154681 w 4011346"/>
                <a:gd name="connsiteY361" fmla="*/ 563991 h 1855498"/>
                <a:gd name="connsiteX362" fmla="*/ 1184716 w 4011346"/>
                <a:gd name="connsiteY362" fmla="*/ 570665 h 1855498"/>
                <a:gd name="connsiteX363" fmla="*/ 1221425 w 4011346"/>
                <a:gd name="connsiteY363" fmla="*/ 577340 h 1855498"/>
                <a:gd name="connsiteX364" fmla="*/ 1241449 w 4011346"/>
                <a:gd name="connsiteY364" fmla="*/ 600700 h 1855498"/>
                <a:gd name="connsiteX365" fmla="*/ 1258135 w 4011346"/>
                <a:gd name="connsiteY365" fmla="*/ 644084 h 1855498"/>
                <a:gd name="connsiteX366" fmla="*/ 1258135 w 4011346"/>
                <a:gd name="connsiteY366" fmla="*/ 644084 h 1855498"/>
                <a:gd name="connsiteX367" fmla="*/ 1254798 w 4011346"/>
                <a:gd name="connsiteY367" fmla="*/ 677457 h 1855498"/>
                <a:gd name="connsiteX368" fmla="*/ 1274821 w 4011346"/>
                <a:gd name="connsiteY368" fmla="*/ 697480 h 1855498"/>
                <a:gd name="connsiteX369" fmla="*/ 1244786 w 4011346"/>
                <a:gd name="connsiteY369" fmla="*/ 704155 h 1855498"/>
                <a:gd name="connsiteX370" fmla="*/ 1224763 w 4011346"/>
                <a:gd name="connsiteY370" fmla="*/ 664108 h 1855498"/>
                <a:gd name="connsiteX371" fmla="*/ 1224763 w 4011346"/>
                <a:gd name="connsiteY371" fmla="*/ 624061 h 1855498"/>
                <a:gd name="connsiteX372" fmla="*/ 1194727 w 4011346"/>
                <a:gd name="connsiteY372" fmla="*/ 587352 h 1855498"/>
                <a:gd name="connsiteX373" fmla="*/ 1164692 w 4011346"/>
                <a:gd name="connsiteY373" fmla="*/ 630736 h 1855498"/>
                <a:gd name="connsiteX374" fmla="*/ 1178041 w 4011346"/>
                <a:gd name="connsiteY374" fmla="*/ 674119 h 1855498"/>
                <a:gd name="connsiteX375" fmla="*/ 1137995 w 4011346"/>
                <a:gd name="connsiteY375" fmla="*/ 730852 h 1855498"/>
                <a:gd name="connsiteX376" fmla="*/ 1097948 w 4011346"/>
                <a:gd name="connsiteY376" fmla="*/ 787585 h 1855498"/>
                <a:gd name="connsiteX377" fmla="*/ 1007843 w 4011346"/>
                <a:gd name="connsiteY377" fmla="*/ 750876 h 1855498"/>
                <a:gd name="connsiteX378" fmla="*/ 1074587 w 4011346"/>
                <a:gd name="connsiteY378" fmla="*/ 747538 h 1855498"/>
                <a:gd name="connsiteX379" fmla="*/ 1107960 w 4011346"/>
                <a:gd name="connsiteY379" fmla="*/ 684131 h 1855498"/>
                <a:gd name="connsiteX380" fmla="*/ 1121309 w 4011346"/>
                <a:gd name="connsiteY380" fmla="*/ 640747 h 1855498"/>
                <a:gd name="connsiteX381" fmla="*/ 1127983 w 4011346"/>
                <a:gd name="connsiteY381" fmla="*/ 607375 h 1855498"/>
                <a:gd name="connsiteX382" fmla="*/ 1117971 w 4011346"/>
                <a:gd name="connsiteY382" fmla="*/ 590689 h 1855498"/>
                <a:gd name="connsiteX383" fmla="*/ 1114634 w 4011346"/>
                <a:gd name="connsiteY383" fmla="*/ 540630 h 1855498"/>
                <a:gd name="connsiteX384" fmla="*/ 1104622 w 4011346"/>
                <a:gd name="connsiteY384" fmla="*/ 460537 h 1855498"/>
                <a:gd name="connsiteX385" fmla="*/ 1101285 w 4011346"/>
                <a:gd name="connsiteY385" fmla="*/ 400467 h 1855498"/>
                <a:gd name="connsiteX386" fmla="*/ 1124646 w 4011346"/>
                <a:gd name="connsiteY386" fmla="*/ 307025 h 1855498"/>
                <a:gd name="connsiteX387" fmla="*/ 1031203 w 4011346"/>
                <a:gd name="connsiteY387" fmla="*/ 297013 h 1855498"/>
                <a:gd name="connsiteX388" fmla="*/ 1014517 w 4011346"/>
                <a:gd name="connsiteY388" fmla="*/ 353746 h 1855498"/>
                <a:gd name="connsiteX389" fmla="*/ 1024529 w 4011346"/>
                <a:gd name="connsiteY389" fmla="*/ 400467 h 1855498"/>
                <a:gd name="connsiteX390" fmla="*/ 981145 w 4011346"/>
                <a:gd name="connsiteY390" fmla="*/ 453863 h 1855498"/>
                <a:gd name="connsiteX391" fmla="*/ 991157 w 4011346"/>
                <a:gd name="connsiteY391" fmla="*/ 490572 h 1855498"/>
                <a:gd name="connsiteX392" fmla="*/ 981145 w 4011346"/>
                <a:gd name="connsiteY392" fmla="*/ 537293 h 1855498"/>
                <a:gd name="connsiteX393" fmla="*/ 1001168 w 4011346"/>
                <a:gd name="connsiteY393" fmla="*/ 560654 h 1855498"/>
                <a:gd name="connsiteX394" fmla="*/ 1017854 w 4011346"/>
                <a:gd name="connsiteY394" fmla="*/ 607375 h 1855498"/>
                <a:gd name="connsiteX395" fmla="*/ 1047890 w 4011346"/>
                <a:gd name="connsiteY395" fmla="*/ 594026 h 1855498"/>
                <a:gd name="connsiteX396" fmla="*/ 1014517 w 4011346"/>
                <a:gd name="connsiteY396" fmla="*/ 647422 h 1855498"/>
                <a:gd name="connsiteX397" fmla="*/ 957784 w 4011346"/>
                <a:gd name="connsiteY397" fmla="*/ 594026 h 1855498"/>
                <a:gd name="connsiteX398" fmla="*/ 884365 w 4011346"/>
                <a:gd name="connsiteY398" fmla="*/ 557317 h 1855498"/>
                <a:gd name="connsiteX399" fmla="*/ 824295 w 4011346"/>
                <a:gd name="connsiteY399" fmla="*/ 533956 h 1855498"/>
                <a:gd name="connsiteX400" fmla="*/ 810946 w 4011346"/>
                <a:gd name="connsiteY400" fmla="*/ 570665 h 1855498"/>
                <a:gd name="connsiteX401" fmla="*/ 827633 w 4011346"/>
                <a:gd name="connsiteY401" fmla="*/ 607375 h 1855498"/>
                <a:gd name="connsiteX402" fmla="*/ 814284 w 4011346"/>
                <a:gd name="connsiteY402" fmla="*/ 630736 h 1855498"/>
                <a:gd name="connsiteX403" fmla="*/ 800935 w 4011346"/>
                <a:gd name="connsiteY403" fmla="*/ 647422 h 1855498"/>
                <a:gd name="connsiteX404" fmla="*/ 770900 w 4011346"/>
                <a:gd name="connsiteY404" fmla="*/ 590689 h 1855498"/>
                <a:gd name="connsiteX405" fmla="*/ 744202 w 4011346"/>
                <a:gd name="connsiteY405" fmla="*/ 627398 h 1855498"/>
                <a:gd name="connsiteX406" fmla="*/ 707492 w 4011346"/>
                <a:gd name="connsiteY406" fmla="*/ 620724 h 1855498"/>
                <a:gd name="connsiteX407" fmla="*/ 654097 w 4011346"/>
                <a:gd name="connsiteY407" fmla="*/ 657433 h 1855498"/>
                <a:gd name="connsiteX408" fmla="*/ 644085 w 4011346"/>
                <a:gd name="connsiteY408" fmla="*/ 634073 h 1855498"/>
                <a:gd name="connsiteX409" fmla="*/ 654097 w 4011346"/>
                <a:gd name="connsiteY409" fmla="*/ 597363 h 1855498"/>
                <a:gd name="connsiteX410" fmla="*/ 614050 w 4011346"/>
                <a:gd name="connsiteY410" fmla="*/ 634073 h 1855498"/>
                <a:gd name="connsiteX411" fmla="*/ 594027 w 4011346"/>
                <a:gd name="connsiteY411" fmla="*/ 634073 h 1855498"/>
                <a:gd name="connsiteX412" fmla="*/ 533957 w 4011346"/>
                <a:gd name="connsiteY412" fmla="*/ 667445 h 1855498"/>
                <a:gd name="connsiteX413" fmla="*/ 510596 w 4011346"/>
                <a:gd name="connsiteY413" fmla="*/ 690806 h 1855498"/>
                <a:gd name="connsiteX414" fmla="*/ 500584 w 4011346"/>
                <a:gd name="connsiteY414" fmla="*/ 737527 h 1855498"/>
                <a:gd name="connsiteX415" fmla="*/ 450526 w 4011346"/>
                <a:gd name="connsiteY415" fmla="*/ 724178 h 1855498"/>
                <a:gd name="connsiteX416" fmla="*/ 433840 w 4011346"/>
                <a:gd name="connsiteY416" fmla="*/ 687468 h 1855498"/>
                <a:gd name="connsiteX417" fmla="*/ 467212 w 4011346"/>
                <a:gd name="connsiteY417" fmla="*/ 657433 h 1855498"/>
                <a:gd name="connsiteX418" fmla="*/ 453863 w 4011346"/>
                <a:gd name="connsiteY418" fmla="*/ 634073 h 1855498"/>
                <a:gd name="connsiteX419" fmla="*/ 390456 w 4011346"/>
                <a:gd name="connsiteY419" fmla="*/ 604038 h 1855498"/>
                <a:gd name="connsiteX420" fmla="*/ 417154 w 4011346"/>
                <a:gd name="connsiteY420" fmla="*/ 654096 h 1855498"/>
                <a:gd name="connsiteX421" fmla="*/ 407142 w 4011346"/>
                <a:gd name="connsiteY421" fmla="*/ 697480 h 1855498"/>
                <a:gd name="connsiteX422" fmla="*/ 413817 w 4011346"/>
                <a:gd name="connsiteY422" fmla="*/ 734190 h 1855498"/>
                <a:gd name="connsiteX423" fmla="*/ 427165 w 4011346"/>
                <a:gd name="connsiteY423" fmla="*/ 757550 h 1855498"/>
                <a:gd name="connsiteX424" fmla="*/ 413817 w 4011346"/>
                <a:gd name="connsiteY424" fmla="*/ 787585 h 1855498"/>
                <a:gd name="connsiteX425" fmla="*/ 390456 w 4011346"/>
                <a:gd name="connsiteY425" fmla="*/ 764225 h 1855498"/>
                <a:gd name="connsiteX426" fmla="*/ 360421 w 4011346"/>
                <a:gd name="connsiteY426" fmla="*/ 760887 h 1855498"/>
                <a:gd name="connsiteX427" fmla="*/ 333723 w 4011346"/>
                <a:gd name="connsiteY427" fmla="*/ 800934 h 1855498"/>
                <a:gd name="connsiteX428" fmla="*/ 307025 w 4011346"/>
                <a:gd name="connsiteY428" fmla="*/ 820957 h 1855498"/>
                <a:gd name="connsiteX429" fmla="*/ 320374 w 4011346"/>
                <a:gd name="connsiteY429" fmla="*/ 847655 h 1855498"/>
                <a:gd name="connsiteX430" fmla="*/ 303688 w 4011346"/>
                <a:gd name="connsiteY430" fmla="*/ 871016 h 1855498"/>
                <a:gd name="connsiteX431" fmla="*/ 233606 w 4011346"/>
                <a:gd name="connsiteY431" fmla="*/ 834306 h 1855498"/>
                <a:gd name="connsiteX432" fmla="*/ 243618 w 4011346"/>
                <a:gd name="connsiteY432" fmla="*/ 884365 h 1855498"/>
                <a:gd name="connsiteX433" fmla="*/ 263641 w 4011346"/>
                <a:gd name="connsiteY433" fmla="*/ 904388 h 1855498"/>
                <a:gd name="connsiteX434" fmla="*/ 250292 w 4011346"/>
                <a:gd name="connsiteY434" fmla="*/ 917737 h 1855498"/>
                <a:gd name="connsiteX435" fmla="*/ 193560 w 4011346"/>
                <a:gd name="connsiteY435" fmla="*/ 881027 h 1855498"/>
                <a:gd name="connsiteX436" fmla="*/ 170199 w 4011346"/>
                <a:gd name="connsiteY436" fmla="*/ 840981 h 1855498"/>
                <a:gd name="connsiteX437" fmla="*/ 170199 w 4011346"/>
                <a:gd name="connsiteY437" fmla="*/ 794260 h 1855498"/>
                <a:gd name="connsiteX438" fmla="*/ 133490 w 4011346"/>
                <a:gd name="connsiteY438" fmla="*/ 717503 h 1855498"/>
                <a:gd name="connsiteX439" fmla="*/ 196897 w 4011346"/>
                <a:gd name="connsiteY439" fmla="*/ 747538 h 1855498"/>
                <a:gd name="connsiteX440" fmla="*/ 256967 w 4011346"/>
                <a:gd name="connsiteY440" fmla="*/ 777573 h 1855498"/>
                <a:gd name="connsiteX441" fmla="*/ 293676 w 4011346"/>
                <a:gd name="connsiteY441" fmla="*/ 780911 h 1855498"/>
                <a:gd name="connsiteX442" fmla="*/ 327049 w 4011346"/>
                <a:gd name="connsiteY442" fmla="*/ 750876 h 1855498"/>
                <a:gd name="connsiteX443" fmla="*/ 343735 w 4011346"/>
                <a:gd name="connsiteY443" fmla="*/ 714166 h 1855498"/>
                <a:gd name="connsiteX444" fmla="*/ 333723 w 4011346"/>
                <a:gd name="connsiteY444" fmla="*/ 664108 h 1855498"/>
                <a:gd name="connsiteX445" fmla="*/ 290339 w 4011346"/>
                <a:gd name="connsiteY445" fmla="*/ 644084 h 1855498"/>
                <a:gd name="connsiteX446" fmla="*/ 236944 w 4011346"/>
                <a:gd name="connsiteY446" fmla="*/ 597363 h 1855498"/>
                <a:gd name="connsiteX447" fmla="*/ 133490 w 4011346"/>
                <a:gd name="connsiteY447" fmla="*/ 540630 h 1855498"/>
                <a:gd name="connsiteX0" fmla="*/ 133490 w 4011346"/>
                <a:gd name="connsiteY0" fmla="*/ 540630 h 1855498"/>
                <a:gd name="connsiteX1" fmla="*/ 46722 w 4011346"/>
                <a:gd name="connsiteY1" fmla="*/ 570665 h 1855498"/>
                <a:gd name="connsiteX2" fmla="*/ 33373 w 4011346"/>
                <a:gd name="connsiteY2" fmla="*/ 600700 h 1855498"/>
                <a:gd name="connsiteX3" fmla="*/ 43384 w 4011346"/>
                <a:gd name="connsiteY3" fmla="*/ 630736 h 1855498"/>
                <a:gd name="connsiteX4" fmla="*/ 60071 w 4011346"/>
                <a:gd name="connsiteY4" fmla="*/ 657433 h 1855498"/>
                <a:gd name="connsiteX5" fmla="*/ 73419 w 4011346"/>
                <a:gd name="connsiteY5" fmla="*/ 687468 h 1855498"/>
                <a:gd name="connsiteX6" fmla="*/ 56733 w 4011346"/>
                <a:gd name="connsiteY6" fmla="*/ 710829 h 1855498"/>
                <a:gd name="connsiteX7" fmla="*/ 76757 w 4011346"/>
                <a:gd name="connsiteY7" fmla="*/ 790922 h 1855498"/>
                <a:gd name="connsiteX8" fmla="*/ 66745 w 4011346"/>
                <a:gd name="connsiteY8" fmla="*/ 807609 h 1855498"/>
                <a:gd name="connsiteX9" fmla="*/ 70082 w 4011346"/>
                <a:gd name="connsiteY9" fmla="*/ 834306 h 1855498"/>
                <a:gd name="connsiteX10" fmla="*/ 70082 w 4011346"/>
                <a:gd name="connsiteY10" fmla="*/ 874353 h 1855498"/>
                <a:gd name="connsiteX11" fmla="*/ 80094 w 4011346"/>
                <a:gd name="connsiteY11" fmla="*/ 894376 h 1855498"/>
                <a:gd name="connsiteX12" fmla="*/ 76757 w 4011346"/>
                <a:gd name="connsiteY12" fmla="*/ 917737 h 1855498"/>
                <a:gd name="connsiteX13" fmla="*/ 106792 w 4011346"/>
                <a:gd name="connsiteY13" fmla="*/ 951109 h 1855498"/>
                <a:gd name="connsiteX14" fmla="*/ 106792 w 4011346"/>
                <a:gd name="connsiteY14" fmla="*/ 981144 h 1855498"/>
                <a:gd name="connsiteX15" fmla="*/ 13349 w 4011346"/>
                <a:gd name="connsiteY15" fmla="*/ 1071249 h 1855498"/>
                <a:gd name="connsiteX16" fmla="*/ 33373 w 4011346"/>
                <a:gd name="connsiteY16" fmla="*/ 1104622 h 1855498"/>
                <a:gd name="connsiteX17" fmla="*/ 33373 w 4011346"/>
                <a:gd name="connsiteY17" fmla="*/ 1104622 h 1855498"/>
                <a:gd name="connsiteX18" fmla="*/ 16687 w 4011346"/>
                <a:gd name="connsiteY18" fmla="*/ 1134657 h 1855498"/>
                <a:gd name="connsiteX19" fmla="*/ 3338 w 4011346"/>
                <a:gd name="connsiteY19" fmla="*/ 1164692 h 1855498"/>
                <a:gd name="connsiteX20" fmla="*/ 0 w 4011346"/>
                <a:gd name="connsiteY20" fmla="*/ 1224762 h 1855498"/>
                <a:gd name="connsiteX21" fmla="*/ 16687 w 4011346"/>
                <a:gd name="connsiteY21" fmla="*/ 1268146 h 1855498"/>
                <a:gd name="connsiteX22" fmla="*/ 20024 w 4011346"/>
                <a:gd name="connsiteY22" fmla="*/ 1301518 h 1855498"/>
                <a:gd name="connsiteX23" fmla="*/ 56733 w 4011346"/>
                <a:gd name="connsiteY23" fmla="*/ 1311530 h 1855498"/>
                <a:gd name="connsiteX24" fmla="*/ 116803 w 4011346"/>
                <a:gd name="connsiteY24" fmla="*/ 1398298 h 1855498"/>
                <a:gd name="connsiteX25" fmla="*/ 96780 w 4011346"/>
                <a:gd name="connsiteY25" fmla="*/ 1421658 h 1855498"/>
                <a:gd name="connsiteX26" fmla="*/ 93443 w 4011346"/>
                <a:gd name="connsiteY26" fmla="*/ 1451693 h 1855498"/>
                <a:gd name="connsiteX27" fmla="*/ 120141 w 4011346"/>
                <a:gd name="connsiteY27" fmla="*/ 1455030 h 1855498"/>
                <a:gd name="connsiteX28" fmla="*/ 160187 w 4011346"/>
                <a:gd name="connsiteY28" fmla="*/ 1468379 h 1855498"/>
                <a:gd name="connsiteX29" fmla="*/ 186885 w 4011346"/>
                <a:gd name="connsiteY29" fmla="*/ 1481728 h 1855498"/>
                <a:gd name="connsiteX30" fmla="*/ 213583 w 4011346"/>
                <a:gd name="connsiteY30" fmla="*/ 1511763 h 1855498"/>
                <a:gd name="connsiteX31" fmla="*/ 243618 w 4011346"/>
                <a:gd name="connsiteY31" fmla="*/ 1515100 h 1855498"/>
                <a:gd name="connsiteX32" fmla="*/ 287002 w 4011346"/>
                <a:gd name="connsiteY32" fmla="*/ 1545136 h 1855498"/>
                <a:gd name="connsiteX33" fmla="*/ 310363 w 4011346"/>
                <a:gd name="connsiteY33" fmla="*/ 1555147 h 1855498"/>
                <a:gd name="connsiteX34" fmla="*/ 310363 w 4011346"/>
                <a:gd name="connsiteY34" fmla="*/ 1591857 h 1855498"/>
                <a:gd name="connsiteX35" fmla="*/ 270316 w 4011346"/>
                <a:gd name="connsiteY35" fmla="*/ 1631903 h 1855498"/>
                <a:gd name="connsiteX36" fmla="*/ 280327 w 4011346"/>
                <a:gd name="connsiteY36" fmla="*/ 1655264 h 1855498"/>
                <a:gd name="connsiteX37" fmla="*/ 273653 w 4011346"/>
                <a:gd name="connsiteY37" fmla="*/ 1675287 h 1855498"/>
                <a:gd name="connsiteX38" fmla="*/ 266979 w 4011346"/>
                <a:gd name="connsiteY38" fmla="*/ 1691973 h 1855498"/>
                <a:gd name="connsiteX39" fmla="*/ 240281 w 4011346"/>
                <a:gd name="connsiteY39" fmla="*/ 1732020 h 1855498"/>
                <a:gd name="connsiteX40" fmla="*/ 307025 w 4011346"/>
                <a:gd name="connsiteY40" fmla="*/ 1768730 h 1855498"/>
                <a:gd name="connsiteX41" fmla="*/ 337060 w 4011346"/>
                <a:gd name="connsiteY41" fmla="*/ 1775404 h 1855498"/>
                <a:gd name="connsiteX42" fmla="*/ 360421 w 4011346"/>
                <a:gd name="connsiteY42" fmla="*/ 1782079 h 1855498"/>
                <a:gd name="connsiteX43" fmla="*/ 380444 w 4011346"/>
                <a:gd name="connsiteY43" fmla="*/ 1788753 h 1855498"/>
                <a:gd name="connsiteX44" fmla="*/ 407142 w 4011346"/>
                <a:gd name="connsiteY44" fmla="*/ 1808776 h 1855498"/>
                <a:gd name="connsiteX45" fmla="*/ 437177 w 4011346"/>
                <a:gd name="connsiteY45" fmla="*/ 1805439 h 1855498"/>
                <a:gd name="connsiteX46" fmla="*/ 507259 w 4011346"/>
                <a:gd name="connsiteY46" fmla="*/ 1855498 h 1855498"/>
                <a:gd name="connsiteX47" fmla="*/ 517271 w 4011346"/>
                <a:gd name="connsiteY47" fmla="*/ 1842149 h 1855498"/>
                <a:gd name="connsiteX48" fmla="*/ 507259 w 4011346"/>
                <a:gd name="connsiteY48" fmla="*/ 1802102 h 1855498"/>
                <a:gd name="connsiteX49" fmla="*/ 500584 w 4011346"/>
                <a:gd name="connsiteY49" fmla="*/ 1768730 h 1855498"/>
                <a:gd name="connsiteX50" fmla="*/ 483898 w 4011346"/>
                <a:gd name="connsiteY50" fmla="*/ 1725346 h 1855498"/>
                <a:gd name="connsiteX51" fmla="*/ 513933 w 4011346"/>
                <a:gd name="connsiteY51" fmla="*/ 1705322 h 1855498"/>
                <a:gd name="connsiteX52" fmla="*/ 547306 w 4011346"/>
                <a:gd name="connsiteY52" fmla="*/ 1681962 h 1855498"/>
                <a:gd name="connsiteX53" fmla="*/ 527282 w 4011346"/>
                <a:gd name="connsiteY53" fmla="*/ 1665276 h 1855498"/>
                <a:gd name="connsiteX54" fmla="*/ 517271 w 4011346"/>
                <a:gd name="connsiteY54" fmla="*/ 1631903 h 1855498"/>
                <a:gd name="connsiteX55" fmla="*/ 480561 w 4011346"/>
                <a:gd name="connsiteY55" fmla="*/ 1615217 h 1855498"/>
                <a:gd name="connsiteX56" fmla="*/ 470549 w 4011346"/>
                <a:gd name="connsiteY56" fmla="*/ 1595194 h 1855498"/>
                <a:gd name="connsiteX57" fmla="*/ 480561 w 4011346"/>
                <a:gd name="connsiteY57" fmla="*/ 1565159 h 1855498"/>
                <a:gd name="connsiteX58" fmla="*/ 490573 w 4011346"/>
                <a:gd name="connsiteY58" fmla="*/ 1525112 h 1855498"/>
                <a:gd name="connsiteX59" fmla="*/ 513933 w 4011346"/>
                <a:gd name="connsiteY59" fmla="*/ 1545136 h 1855498"/>
                <a:gd name="connsiteX60" fmla="*/ 520608 w 4011346"/>
                <a:gd name="connsiteY60" fmla="*/ 1528449 h 1855498"/>
                <a:gd name="connsiteX61" fmla="*/ 543968 w 4011346"/>
                <a:gd name="connsiteY61" fmla="*/ 1491740 h 1855498"/>
                <a:gd name="connsiteX62" fmla="*/ 574003 w 4011346"/>
                <a:gd name="connsiteY62" fmla="*/ 1475054 h 1855498"/>
                <a:gd name="connsiteX63" fmla="*/ 590690 w 4011346"/>
                <a:gd name="connsiteY63" fmla="*/ 1488403 h 1855498"/>
                <a:gd name="connsiteX64" fmla="*/ 610713 w 4011346"/>
                <a:gd name="connsiteY64" fmla="*/ 1461705 h 1855498"/>
                <a:gd name="connsiteX65" fmla="*/ 630736 w 4011346"/>
                <a:gd name="connsiteY65" fmla="*/ 1488403 h 1855498"/>
                <a:gd name="connsiteX66" fmla="*/ 657434 w 4011346"/>
                <a:gd name="connsiteY66" fmla="*/ 1511763 h 1855498"/>
                <a:gd name="connsiteX67" fmla="*/ 674120 w 4011346"/>
                <a:gd name="connsiteY67" fmla="*/ 1518438 h 1855498"/>
                <a:gd name="connsiteX68" fmla="*/ 697481 w 4011346"/>
                <a:gd name="connsiteY68" fmla="*/ 1518438 h 1855498"/>
                <a:gd name="connsiteX69" fmla="*/ 717504 w 4011346"/>
                <a:gd name="connsiteY69" fmla="*/ 1505089 h 1855498"/>
                <a:gd name="connsiteX70" fmla="*/ 744202 w 4011346"/>
                <a:gd name="connsiteY70" fmla="*/ 1505089 h 1855498"/>
                <a:gd name="connsiteX71" fmla="*/ 760888 w 4011346"/>
                <a:gd name="connsiteY71" fmla="*/ 1501752 h 1855498"/>
                <a:gd name="connsiteX72" fmla="*/ 790923 w 4011346"/>
                <a:gd name="connsiteY72" fmla="*/ 1535124 h 1855498"/>
                <a:gd name="connsiteX73" fmla="*/ 797598 w 4011346"/>
                <a:gd name="connsiteY73" fmla="*/ 1508426 h 1855498"/>
                <a:gd name="connsiteX74" fmla="*/ 817621 w 4011346"/>
                <a:gd name="connsiteY74" fmla="*/ 1525112 h 1855498"/>
                <a:gd name="connsiteX75" fmla="*/ 837644 w 4011346"/>
                <a:gd name="connsiteY75" fmla="*/ 1501752 h 1855498"/>
                <a:gd name="connsiteX76" fmla="*/ 827633 w 4011346"/>
                <a:gd name="connsiteY76" fmla="*/ 1481728 h 1855498"/>
                <a:gd name="connsiteX77" fmla="*/ 810946 w 4011346"/>
                <a:gd name="connsiteY77" fmla="*/ 1468379 h 1855498"/>
                <a:gd name="connsiteX78" fmla="*/ 810946 w 4011346"/>
                <a:gd name="connsiteY78" fmla="*/ 1441682 h 1855498"/>
                <a:gd name="connsiteX79" fmla="*/ 810946 w 4011346"/>
                <a:gd name="connsiteY79" fmla="*/ 1428333 h 1855498"/>
                <a:gd name="connsiteX80" fmla="*/ 830970 w 4011346"/>
                <a:gd name="connsiteY80" fmla="*/ 1424995 h 1855498"/>
                <a:gd name="connsiteX81" fmla="*/ 840981 w 4011346"/>
                <a:gd name="connsiteY81" fmla="*/ 1421658 h 1855498"/>
                <a:gd name="connsiteX82" fmla="*/ 820958 w 4011346"/>
                <a:gd name="connsiteY82" fmla="*/ 1384949 h 1855498"/>
                <a:gd name="connsiteX83" fmla="*/ 854330 w 4011346"/>
                <a:gd name="connsiteY83" fmla="*/ 1378274 h 1855498"/>
                <a:gd name="connsiteX84" fmla="*/ 891040 w 4011346"/>
                <a:gd name="connsiteY84" fmla="*/ 1384949 h 1855498"/>
                <a:gd name="connsiteX85" fmla="*/ 964459 w 4011346"/>
                <a:gd name="connsiteY85" fmla="*/ 1341565 h 1855498"/>
                <a:gd name="connsiteX86" fmla="*/ 1001168 w 4011346"/>
                <a:gd name="connsiteY86" fmla="*/ 1341565 h 1855498"/>
                <a:gd name="connsiteX87" fmla="*/ 1027866 w 4011346"/>
                <a:gd name="connsiteY87" fmla="*/ 1318204 h 1855498"/>
                <a:gd name="connsiteX88" fmla="*/ 1047890 w 4011346"/>
                <a:gd name="connsiteY88" fmla="*/ 1328216 h 1855498"/>
                <a:gd name="connsiteX89" fmla="*/ 1067913 w 4011346"/>
                <a:gd name="connsiteY89" fmla="*/ 1338227 h 1855498"/>
                <a:gd name="connsiteX90" fmla="*/ 1087936 w 4011346"/>
                <a:gd name="connsiteY90" fmla="*/ 1364925 h 1855498"/>
                <a:gd name="connsiteX91" fmla="*/ 1074587 w 4011346"/>
                <a:gd name="connsiteY91" fmla="*/ 1378274 h 1855498"/>
                <a:gd name="connsiteX92" fmla="*/ 1104622 w 4011346"/>
                <a:gd name="connsiteY92" fmla="*/ 1378274 h 1855498"/>
                <a:gd name="connsiteX93" fmla="*/ 1107960 w 4011346"/>
                <a:gd name="connsiteY93" fmla="*/ 1394960 h 1855498"/>
                <a:gd name="connsiteX94" fmla="*/ 1121309 w 4011346"/>
                <a:gd name="connsiteY94" fmla="*/ 1378274 h 1855498"/>
                <a:gd name="connsiteX95" fmla="*/ 1134657 w 4011346"/>
                <a:gd name="connsiteY95" fmla="*/ 1391623 h 1855498"/>
                <a:gd name="connsiteX96" fmla="*/ 1134657 w 4011346"/>
                <a:gd name="connsiteY96" fmla="*/ 1411646 h 1855498"/>
                <a:gd name="connsiteX97" fmla="*/ 1148006 w 4011346"/>
                <a:gd name="connsiteY97" fmla="*/ 1408309 h 1855498"/>
                <a:gd name="connsiteX98" fmla="*/ 1208076 w 4011346"/>
                <a:gd name="connsiteY98" fmla="*/ 1361588 h 1855498"/>
                <a:gd name="connsiteX99" fmla="*/ 1211414 w 4011346"/>
                <a:gd name="connsiteY99" fmla="*/ 1381611 h 1855498"/>
                <a:gd name="connsiteX100" fmla="*/ 1244786 w 4011346"/>
                <a:gd name="connsiteY100" fmla="*/ 1401635 h 1855498"/>
                <a:gd name="connsiteX101" fmla="*/ 1264809 w 4011346"/>
                <a:gd name="connsiteY101" fmla="*/ 1431670 h 1855498"/>
                <a:gd name="connsiteX102" fmla="*/ 1298181 w 4011346"/>
                <a:gd name="connsiteY102" fmla="*/ 1538461 h 1855498"/>
                <a:gd name="connsiteX103" fmla="*/ 1308193 w 4011346"/>
                <a:gd name="connsiteY103" fmla="*/ 1495077 h 1855498"/>
                <a:gd name="connsiteX104" fmla="*/ 1344903 w 4011346"/>
                <a:gd name="connsiteY104" fmla="*/ 1515100 h 1855498"/>
                <a:gd name="connsiteX105" fmla="*/ 1388287 w 4011346"/>
                <a:gd name="connsiteY105" fmla="*/ 1515100 h 1855498"/>
                <a:gd name="connsiteX106" fmla="*/ 1394961 w 4011346"/>
                <a:gd name="connsiteY106" fmla="*/ 1538461 h 1855498"/>
                <a:gd name="connsiteX107" fmla="*/ 1435008 w 4011346"/>
                <a:gd name="connsiteY107" fmla="*/ 1561822 h 1855498"/>
                <a:gd name="connsiteX108" fmla="*/ 1465043 w 4011346"/>
                <a:gd name="connsiteY108" fmla="*/ 1561822 h 1855498"/>
                <a:gd name="connsiteX109" fmla="*/ 1491741 w 4011346"/>
                <a:gd name="connsiteY109" fmla="*/ 1575171 h 1855498"/>
                <a:gd name="connsiteX110" fmla="*/ 1535125 w 4011346"/>
                <a:gd name="connsiteY110" fmla="*/ 1531787 h 1855498"/>
                <a:gd name="connsiteX111" fmla="*/ 1571834 w 4011346"/>
                <a:gd name="connsiteY111" fmla="*/ 1511763 h 1855498"/>
                <a:gd name="connsiteX112" fmla="*/ 1608544 w 4011346"/>
                <a:gd name="connsiteY112" fmla="*/ 1515100 h 1855498"/>
                <a:gd name="connsiteX113" fmla="*/ 1655265 w 4011346"/>
                <a:gd name="connsiteY113" fmla="*/ 1528449 h 1855498"/>
                <a:gd name="connsiteX114" fmla="*/ 1681963 w 4011346"/>
                <a:gd name="connsiteY114" fmla="*/ 1545136 h 1855498"/>
                <a:gd name="connsiteX115" fmla="*/ 1735358 w 4011346"/>
                <a:gd name="connsiteY115" fmla="*/ 1538461 h 1855498"/>
                <a:gd name="connsiteX116" fmla="*/ 1745370 w 4011346"/>
                <a:gd name="connsiteY116" fmla="*/ 1518438 h 1855498"/>
                <a:gd name="connsiteX117" fmla="*/ 1738695 w 4011346"/>
                <a:gd name="connsiteY117" fmla="*/ 1498414 h 1855498"/>
                <a:gd name="connsiteX118" fmla="*/ 1765393 w 4011346"/>
                <a:gd name="connsiteY118" fmla="*/ 1471717 h 1855498"/>
                <a:gd name="connsiteX119" fmla="*/ 1778742 w 4011346"/>
                <a:gd name="connsiteY119" fmla="*/ 1468379 h 1855498"/>
                <a:gd name="connsiteX120" fmla="*/ 1812114 w 4011346"/>
                <a:gd name="connsiteY120" fmla="*/ 1485065 h 1855498"/>
                <a:gd name="connsiteX121" fmla="*/ 1852161 w 4011346"/>
                <a:gd name="connsiteY121" fmla="*/ 1498414 h 1855498"/>
                <a:gd name="connsiteX122" fmla="*/ 1858836 w 4011346"/>
                <a:gd name="connsiteY122" fmla="*/ 1525112 h 1855498"/>
                <a:gd name="connsiteX123" fmla="*/ 1872184 w 4011346"/>
                <a:gd name="connsiteY123" fmla="*/ 1531787 h 1855498"/>
                <a:gd name="connsiteX124" fmla="*/ 1902219 w 4011346"/>
                <a:gd name="connsiteY124" fmla="*/ 1535124 h 1855498"/>
                <a:gd name="connsiteX125" fmla="*/ 1932254 w 4011346"/>
                <a:gd name="connsiteY125" fmla="*/ 1518438 h 1855498"/>
                <a:gd name="connsiteX126" fmla="*/ 1962290 w 4011346"/>
                <a:gd name="connsiteY126" fmla="*/ 1531787 h 1855498"/>
                <a:gd name="connsiteX127" fmla="*/ 1985650 w 4011346"/>
                <a:gd name="connsiteY127" fmla="*/ 1545136 h 1855498"/>
                <a:gd name="connsiteX128" fmla="*/ 1995662 w 4011346"/>
                <a:gd name="connsiteY128" fmla="*/ 1555147 h 1855498"/>
                <a:gd name="connsiteX129" fmla="*/ 2032371 w 4011346"/>
                <a:gd name="connsiteY129" fmla="*/ 1575171 h 1855498"/>
                <a:gd name="connsiteX130" fmla="*/ 2069081 w 4011346"/>
                <a:gd name="connsiteY130" fmla="*/ 1571833 h 1855498"/>
                <a:gd name="connsiteX131" fmla="*/ 2142500 w 4011346"/>
                <a:gd name="connsiteY131" fmla="*/ 1528449 h 1855498"/>
                <a:gd name="connsiteX132" fmla="*/ 2195895 w 4011346"/>
                <a:gd name="connsiteY132" fmla="*/ 1541798 h 1855498"/>
                <a:gd name="connsiteX133" fmla="*/ 2225930 w 4011346"/>
                <a:gd name="connsiteY133" fmla="*/ 1551810 h 1855498"/>
                <a:gd name="connsiteX134" fmla="*/ 2259303 w 4011346"/>
                <a:gd name="connsiteY134" fmla="*/ 1538461 h 1855498"/>
                <a:gd name="connsiteX135" fmla="*/ 2262640 w 4011346"/>
                <a:gd name="connsiteY135" fmla="*/ 1511763 h 1855498"/>
                <a:gd name="connsiteX136" fmla="*/ 2282663 w 4011346"/>
                <a:gd name="connsiteY136" fmla="*/ 1481728 h 1855498"/>
                <a:gd name="connsiteX137" fmla="*/ 2299349 w 4011346"/>
                <a:gd name="connsiteY137" fmla="*/ 1428333 h 1855498"/>
                <a:gd name="connsiteX138" fmla="*/ 2282663 w 4011346"/>
                <a:gd name="connsiteY138" fmla="*/ 1431670 h 1855498"/>
                <a:gd name="connsiteX139" fmla="*/ 2312698 w 4011346"/>
                <a:gd name="connsiteY139" fmla="*/ 1404972 h 1855498"/>
                <a:gd name="connsiteX140" fmla="*/ 2339396 w 4011346"/>
                <a:gd name="connsiteY140" fmla="*/ 1401635 h 1855498"/>
                <a:gd name="connsiteX141" fmla="*/ 2396129 w 4011346"/>
                <a:gd name="connsiteY141" fmla="*/ 1411646 h 1855498"/>
                <a:gd name="connsiteX142" fmla="*/ 2436176 w 4011346"/>
                <a:gd name="connsiteY142" fmla="*/ 1438344 h 1855498"/>
                <a:gd name="connsiteX143" fmla="*/ 2462873 w 4011346"/>
                <a:gd name="connsiteY143" fmla="*/ 1468379 h 1855498"/>
                <a:gd name="connsiteX144" fmla="*/ 2469548 w 4011346"/>
                <a:gd name="connsiteY144" fmla="*/ 1505089 h 1855498"/>
                <a:gd name="connsiteX145" fmla="*/ 2476222 w 4011346"/>
                <a:gd name="connsiteY145" fmla="*/ 1545136 h 1855498"/>
                <a:gd name="connsiteX146" fmla="*/ 2486234 w 4011346"/>
                <a:gd name="connsiteY146" fmla="*/ 1565159 h 1855498"/>
                <a:gd name="connsiteX147" fmla="*/ 2529618 w 4011346"/>
                <a:gd name="connsiteY147" fmla="*/ 1578508 h 1855498"/>
                <a:gd name="connsiteX148" fmla="*/ 2549641 w 4011346"/>
                <a:gd name="connsiteY148" fmla="*/ 1598531 h 1855498"/>
                <a:gd name="connsiteX149" fmla="*/ 2562990 w 4011346"/>
                <a:gd name="connsiteY149" fmla="*/ 1631903 h 1855498"/>
                <a:gd name="connsiteX150" fmla="*/ 2586351 w 4011346"/>
                <a:gd name="connsiteY150" fmla="*/ 1625229 h 1855498"/>
                <a:gd name="connsiteX151" fmla="*/ 2606374 w 4011346"/>
                <a:gd name="connsiteY151" fmla="*/ 1615217 h 1855498"/>
                <a:gd name="connsiteX152" fmla="*/ 2639746 w 4011346"/>
                <a:gd name="connsiteY152" fmla="*/ 1598531 h 1855498"/>
                <a:gd name="connsiteX153" fmla="*/ 2643084 w 4011346"/>
                <a:gd name="connsiteY153" fmla="*/ 1615217 h 1855498"/>
                <a:gd name="connsiteX154" fmla="*/ 2626398 w 4011346"/>
                <a:gd name="connsiteY154" fmla="*/ 1645252 h 1855498"/>
                <a:gd name="connsiteX155" fmla="*/ 2616386 w 4011346"/>
                <a:gd name="connsiteY155" fmla="*/ 1681962 h 1855498"/>
                <a:gd name="connsiteX156" fmla="*/ 2603037 w 4011346"/>
                <a:gd name="connsiteY156" fmla="*/ 1735357 h 1855498"/>
                <a:gd name="connsiteX157" fmla="*/ 2579676 w 4011346"/>
                <a:gd name="connsiteY157" fmla="*/ 1708660 h 1855498"/>
                <a:gd name="connsiteX158" fmla="*/ 2552979 w 4011346"/>
                <a:gd name="connsiteY158" fmla="*/ 1732020 h 1855498"/>
                <a:gd name="connsiteX159" fmla="*/ 2559653 w 4011346"/>
                <a:gd name="connsiteY159" fmla="*/ 1758718 h 1855498"/>
                <a:gd name="connsiteX160" fmla="*/ 2559653 w 4011346"/>
                <a:gd name="connsiteY160" fmla="*/ 1795427 h 1855498"/>
                <a:gd name="connsiteX161" fmla="*/ 2549641 w 4011346"/>
                <a:gd name="connsiteY161" fmla="*/ 1815451 h 1855498"/>
                <a:gd name="connsiteX162" fmla="*/ 2589688 w 4011346"/>
                <a:gd name="connsiteY162" fmla="*/ 1795427 h 1855498"/>
                <a:gd name="connsiteX163" fmla="*/ 2626398 w 4011346"/>
                <a:gd name="connsiteY163" fmla="*/ 1805439 h 1855498"/>
                <a:gd name="connsiteX164" fmla="*/ 2653095 w 4011346"/>
                <a:gd name="connsiteY164" fmla="*/ 1782079 h 1855498"/>
                <a:gd name="connsiteX165" fmla="*/ 2683130 w 4011346"/>
                <a:gd name="connsiteY165" fmla="*/ 1728683 h 1855498"/>
                <a:gd name="connsiteX166" fmla="*/ 2753212 w 4011346"/>
                <a:gd name="connsiteY166" fmla="*/ 1641915 h 1855498"/>
                <a:gd name="connsiteX167" fmla="*/ 2783247 w 4011346"/>
                <a:gd name="connsiteY167" fmla="*/ 1571833 h 1855498"/>
                <a:gd name="connsiteX168" fmla="*/ 2803271 w 4011346"/>
                <a:gd name="connsiteY168" fmla="*/ 1468379 h 1855498"/>
                <a:gd name="connsiteX169" fmla="*/ 2793259 w 4011346"/>
                <a:gd name="connsiteY169" fmla="*/ 1418321 h 1855498"/>
                <a:gd name="connsiteX170" fmla="*/ 2769898 w 4011346"/>
                <a:gd name="connsiteY170" fmla="*/ 1384949 h 1855498"/>
                <a:gd name="connsiteX171" fmla="*/ 2726514 w 4011346"/>
                <a:gd name="connsiteY171" fmla="*/ 1384949 h 1855498"/>
                <a:gd name="connsiteX172" fmla="*/ 2699817 w 4011346"/>
                <a:gd name="connsiteY172" fmla="*/ 1384949 h 1855498"/>
                <a:gd name="connsiteX173" fmla="*/ 2683130 w 4011346"/>
                <a:gd name="connsiteY173" fmla="*/ 1364925 h 1855498"/>
                <a:gd name="connsiteX174" fmla="*/ 2669781 w 4011346"/>
                <a:gd name="connsiteY174" fmla="*/ 1344902 h 1855498"/>
                <a:gd name="connsiteX175" fmla="*/ 2763224 w 4011346"/>
                <a:gd name="connsiteY175" fmla="*/ 1228099 h 1855498"/>
                <a:gd name="connsiteX176" fmla="*/ 2846654 w 4011346"/>
                <a:gd name="connsiteY176" fmla="*/ 1161355 h 1855498"/>
                <a:gd name="connsiteX177" fmla="*/ 2890038 w 4011346"/>
                <a:gd name="connsiteY177" fmla="*/ 1137994 h 1855498"/>
                <a:gd name="connsiteX178" fmla="*/ 2933422 w 4011346"/>
                <a:gd name="connsiteY178" fmla="*/ 1158017 h 1855498"/>
                <a:gd name="connsiteX179" fmla="*/ 2950109 w 4011346"/>
                <a:gd name="connsiteY179" fmla="*/ 1141331 h 1855498"/>
                <a:gd name="connsiteX180" fmla="*/ 2993492 w 4011346"/>
                <a:gd name="connsiteY180" fmla="*/ 1158017 h 1855498"/>
                <a:gd name="connsiteX181" fmla="*/ 3006841 w 4011346"/>
                <a:gd name="connsiteY181" fmla="*/ 1124645 h 1855498"/>
                <a:gd name="connsiteX182" fmla="*/ 3053563 w 4011346"/>
                <a:gd name="connsiteY182" fmla="*/ 1134657 h 1855498"/>
                <a:gd name="connsiteX183" fmla="*/ 3070249 w 4011346"/>
                <a:gd name="connsiteY183" fmla="*/ 1151343 h 1855498"/>
                <a:gd name="connsiteX184" fmla="*/ 3060237 w 4011346"/>
                <a:gd name="connsiteY184" fmla="*/ 1171366 h 1855498"/>
                <a:gd name="connsiteX185" fmla="*/ 3123644 w 4011346"/>
                <a:gd name="connsiteY185" fmla="*/ 1154680 h 1855498"/>
                <a:gd name="connsiteX186" fmla="*/ 3140330 w 4011346"/>
                <a:gd name="connsiteY186" fmla="*/ 1141331 h 1855498"/>
                <a:gd name="connsiteX187" fmla="*/ 3123644 w 4011346"/>
                <a:gd name="connsiteY187" fmla="*/ 1127982 h 1855498"/>
                <a:gd name="connsiteX188" fmla="*/ 3143668 w 4011346"/>
                <a:gd name="connsiteY188" fmla="*/ 1087936 h 1855498"/>
                <a:gd name="connsiteX189" fmla="*/ 3190389 w 4011346"/>
                <a:gd name="connsiteY189" fmla="*/ 1017854 h 1855498"/>
                <a:gd name="connsiteX190" fmla="*/ 3233773 w 4011346"/>
                <a:gd name="connsiteY190" fmla="*/ 1014517 h 1855498"/>
                <a:gd name="connsiteX191" fmla="*/ 3273819 w 4011346"/>
                <a:gd name="connsiteY191" fmla="*/ 1024528 h 1855498"/>
                <a:gd name="connsiteX192" fmla="*/ 3277157 w 4011346"/>
                <a:gd name="connsiteY192" fmla="*/ 1081261 h 1855498"/>
                <a:gd name="connsiteX193" fmla="*/ 3320541 w 4011346"/>
                <a:gd name="connsiteY193" fmla="*/ 1037877 h 1855498"/>
                <a:gd name="connsiteX194" fmla="*/ 3343901 w 4011346"/>
                <a:gd name="connsiteY194" fmla="*/ 1021191 h 1855498"/>
                <a:gd name="connsiteX195" fmla="*/ 3350576 w 4011346"/>
                <a:gd name="connsiteY195" fmla="*/ 987819 h 1855498"/>
                <a:gd name="connsiteX196" fmla="*/ 3377273 w 4011346"/>
                <a:gd name="connsiteY196" fmla="*/ 971133 h 1855498"/>
                <a:gd name="connsiteX197" fmla="*/ 3407309 w 4011346"/>
                <a:gd name="connsiteY197" fmla="*/ 981144 h 1855498"/>
                <a:gd name="connsiteX198" fmla="*/ 3373936 w 4011346"/>
                <a:gd name="connsiteY198" fmla="*/ 1011179 h 1855498"/>
                <a:gd name="connsiteX199" fmla="*/ 3360587 w 4011346"/>
                <a:gd name="connsiteY199" fmla="*/ 1061238 h 1855498"/>
                <a:gd name="connsiteX200" fmla="*/ 3323878 w 4011346"/>
                <a:gd name="connsiteY200" fmla="*/ 1101284 h 1855498"/>
                <a:gd name="connsiteX201" fmla="*/ 3210412 w 4011346"/>
                <a:gd name="connsiteY201" fmla="*/ 1198064 h 1855498"/>
                <a:gd name="connsiteX202" fmla="*/ 3163691 w 4011346"/>
                <a:gd name="connsiteY202" fmla="*/ 1268146 h 1855498"/>
                <a:gd name="connsiteX203" fmla="*/ 3160354 w 4011346"/>
                <a:gd name="connsiteY203" fmla="*/ 1341565 h 1855498"/>
                <a:gd name="connsiteX204" fmla="*/ 3170365 w 4011346"/>
                <a:gd name="connsiteY204" fmla="*/ 1431670 h 1855498"/>
                <a:gd name="connsiteX205" fmla="*/ 3190389 w 4011346"/>
                <a:gd name="connsiteY205" fmla="*/ 1495077 h 1855498"/>
                <a:gd name="connsiteX206" fmla="*/ 3217087 w 4011346"/>
                <a:gd name="connsiteY206" fmla="*/ 1485065 h 1855498"/>
                <a:gd name="connsiteX207" fmla="*/ 3240447 w 4011346"/>
                <a:gd name="connsiteY207" fmla="*/ 1418321 h 1855498"/>
                <a:gd name="connsiteX208" fmla="*/ 3270482 w 4011346"/>
                <a:gd name="connsiteY208" fmla="*/ 1414984 h 1855498"/>
                <a:gd name="connsiteX209" fmla="*/ 3287168 w 4011346"/>
                <a:gd name="connsiteY209" fmla="*/ 1354914 h 1855498"/>
                <a:gd name="connsiteX210" fmla="*/ 3313866 w 4011346"/>
                <a:gd name="connsiteY210" fmla="*/ 1344902 h 1855498"/>
                <a:gd name="connsiteX211" fmla="*/ 3313866 w 4011346"/>
                <a:gd name="connsiteY211" fmla="*/ 1314867 h 1855498"/>
                <a:gd name="connsiteX212" fmla="*/ 3337227 w 4011346"/>
                <a:gd name="connsiteY212" fmla="*/ 1278157 h 1855498"/>
                <a:gd name="connsiteX213" fmla="*/ 3330552 w 4011346"/>
                <a:gd name="connsiteY213" fmla="*/ 1234773 h 1855498"/>
                <a:gd name="connsiteX214" fmla="*/ 3333890 w 4011346"/>
                <a:gd name="connsiteY214" fmla="*/ 1204738 h 1855498"/>
                <a:gd name="connsiteX215" fmla="*/ 3323878 w 4011346"/>
                <a:gd name="connsiteY215" fmla="*/ 1194727 h 1855498"/>
                <a:gd name="connsiteX216" fmla="*/ 3363925 w 4011346"/>
                <a:gd name="connsiteY216" fmla="*/ 1107959 h 1855498"/>
                <a:gd name="connsiteX217" fmla="*/ 3383948 w 4011346"/>
                <a:gd name="connsiteY217" fmla="*/ 1117971 h 1855498"/>
                <a:gd name="connsiteX218" fmla="*/ 3410646 w 4011346"/>
                <a:gd name="connsiteY218" fmla="*/ 1091273 h 1855498"/>
                <a:gd name="connsiteX219" fmla="*/ 3420657 w 4011346"/>
                <a:gd name="connsiteY219" fmla="*/ 1117971 h 1855498"/>
                <a:gd name="connsiteX220" fmla="*/ 3447355 w 4011346"/>
                <a:gd name="connsiteY220" fmla="*/ 1101284 h 1855498"/>
                <a:gd name="connsiteX221" fmla="*/ 3477390 w 4011346"/>
                <a:gd name="connsiteY221" fmla="*/ 1091273 h 1855498"/>
                <a:gd name="connsiteX222" fmla="*/ 3514100 w 4011346"/>
                <a:gd name="connsiteY222" fmla="*/ 1117971 h 1855498"/>
                <a:gd name="connsiteX223" fmla="*/ 3574170 w 4011346"/>
                <a:gd name="connsiteY223" fmla="*/ 1051226 h 1855498"/>
                <a:gd name="connsiteX224" fmla="*/ 3637577 w 4011346"/>
                <a:gd name="connsiteY224" fmla="*/ 1004505 h 1855498"/>
                <a:gd name="connsiteX225" fmla="*/ 3690973 w 4011346"/>
                <a:gd name="connsiteY225" fmla="*/ 967795 h 1855498"/>
                <a:gd name="connsiteX226" fmla="*/ 3741031 w 4011346"/>
                <a:gd name="connsiteY226" fmla="*/ 994493 h 1855498"/>
                <a:gd name="connsiteX227" fmla="*/ 3751043 w 4011346"/>
                <a:gd name="connsiteY227" fmla="*/ 967795 h 1855498"/>
                <a:gd name="connsiteX228" fmla="*/ 3727682 w 4011346"/>
                <a:gd name="connsiteY228" fmla="*/ 901051 h 1855498"/>
                <a:gd name="connsiteX229" fmla="*/ 3700984 w 4011346"/>
                <a:gd name="connsiteY229" fmla="*/ 884365 h 1855498"/>
                <a:gd name="connsiteX230" fmla="*/ 3697647 w 4011346"/>
                <a:gd name="connsiteY230" fmla="*/ 854330 h 1855498"/>
                <a:gd name="connsiteX231" fmla="*/ 3751043 w 4011346"/>
                <a:gd name="connsiteY231" fmla="*/ 861004 h 1855498"/>
                <a:gd name="connsiteX232" fmla="*/ 3774403 w 4011346"/>
                <a:gd name="connsiteY232" fmla="*/ 817620 h 1855498"/>
                <a:gd name="connsiteX233" fmla="*/ 3767729 w 4011346"/>
                <a:gd name="connsiteY233" fmla="*/ 790922 h 1855498"/>
                <a:gd name="connsiteX234" fmla="*/ 3794427 w 4011346"/>
                <a:gd name="connsiteY234" fmla="*/ 757550 h 1855498"/>
                <a:gd name="connsiteX235" fmla="*/ 3804438 w 4011346"/>
                <a:gd name="connsiteY235" fmla="*/ 800934 h 1855498"/>
                <a:gd name="connsiteX236" fmla="*/ 3827799 w 4011346"/>
                <a:gd name="connsiteY236" fmla="*/ 817620 h 1855498"/>
                <a:gd name="connsiteX237" fmla="*/ 3874520 w 4011346"/>
                <a:gd name="connsiteY237" fmla="*/ 837644 h 1855498"/>
                <a:gd name="connsiteX238" fmla="*/ 3894544 w 4011346"/>
                <a:gd name="connsiteY238" fmla="*/ 864341 h 1855498"/>
                <a:gd name="connsiteX239" fmla="*/ 3941265 w 4011346"/>
                <a:gd name="connsiteY239" fmla="*/ 887702 h 1855498"/>
                <a:gd name="connsiteX240" fmla="*/ 3947939 w 4011346"/>
                <a:gd name="connsiteY240" fmla="*/ 874353 h 1855498"/>
                <a:gd name="connsiteX241" fmla="*/ 3957951 w 4011346"/>
                <a:gd name="connsiteY241" fmla="*/ 810946 h 1855498"/>
                <a:gd name="connsiteX242" fmla="*/ 4004672 w 4011346"/>
                <a:gd name="connsiteY242" fmla="*/ 804271 h 1855498"/>
                <a:gd name="connsiteX243" fmla="*/ 4011346 w 4011346"/>
                <a:gd name="connsiteY243" fmla="*/ 770899 h 1855498"/>
                <a:gd name="connsiteX244" fmla="*/ 3967963 w 4011346"/>
                <a:gd name="connsiteY244" fmla="*/ 734190 h 1855498"/>
                <a:gd name="connsiteX245" fmla="*/ 3921241 w 4011346"/>
                <a:gd name="connsiteY245" fmla="*/ 717503 h 1855498"/>
                <a:gd name="connsiteX246" fmla="*/ 3907892 w 4011346"/>
                <a:gd name="connsiteY246" fmla="*/ 720841 h 1855498"/>
                <a:gd name="connsiteX247" fmla="*/ 3907892 w 4011346"/>
                <a:gd name="connsiteY247" fmla="*/ 754213 h 1855498"/>
                <a:gd name="connsiteX248" fmla="*/ 3887869 w 4011346"/>
                <a:gd name="connsiteY248" fmla="*/ 747538 h 1855498"/>
                <a:gd name="connsiteX249" fmla="*/ 3874520 w 4011346"/>
                <a:gd name="connsiteY249" fmla="*/ 694143 h 1855498"/>
                <a:gd name="connsiteX250" fmla="*/ 3817787 w 4011346"/>
                <a:gd name="connsiteY250" fmla="*/ 630736 h 1855498"/>
                <a:gd name="connsiteX251" fmla="*/ 3717671 w 4011346"/>
                <a:gd name="connsiteY251" fmla="*/ 553979 h 1855498"/>
                <a:gd name="connsiteX252" fmla="*/ 3664275 w 4011346"/>
                <a:gd name="connsiteY252" fmla="*/ 533956 h 1855498"/>
                <a:gd name="connsiteX253" fmla="*/ 3584181 w 4011346"/>
                <a:gd name="connsiteY253" fmla="*/ 527282 h 1855498"/>
                <a:gd name="connsiteX254" fmla="*/ 3520774 w 4011346"/>
                <a:gd name="connsiteY254" fmla="*/ 510595 h 1855498"/>
                <a:gd name="connsiteX255" fmla="*/ 3530786 w 4011346"/>
                <a:gd name="connsiteY255" fmla="*/ 550642 h 1855498"/>
                <a:gd name="connsiteX256" fmla="*/ 3537460 w 4011346"/>
                <a:gd name="connsiteY256" fmla="*/ 577340 h 1855498"/>
                <a:gd name="connsiteX257" fmla="*/ 3507425 w 4011346"/>
                <a:gd name="connsiteY257" fmla="*/ 600700 h 1855498"/>
                <a:gd name="connsiteX258" fmla="*/ 3477390 w 4011346"/>
                <a:gd name="connsiteY258" fmla="*/ 574003 h 1855498"/>
                <a:gd name="connsiteX259" fmla="*/ 3477390 w 4011346"/>
                <a:gd name="connsiteY259" fmla="*/ 553979 h 1855498"/>
                <a:gd name="connsiteX260" fmla="*/ 3504088 w 4011346"/>
                <a:gd name="connsiteY260" fmla="*/ 533956 h 1855498"/>
                <a:gd name="connsiteX261" fmla="*/ 3467379 w 4011346"/>
                <a:gd name="connsiteY261" fmla="*/ 520607 h 1855498"/>
                <a:gd name="connsiteX262" fmla="*/ 3450692 w 4011346"/>
                <a:gd name="connsiteY262" fmla="*/ 547305 h 1855498"/>
                <a:gd name="connsiteX263" fmla="*/ 3440681 w 4011346"/>
                <a:gd name="connsiteY263" fmla="*/ 560654 h 1855498"/>
                <a:gd name="connsiteX264" fmla="*/ 3357250 w 4011346"/>
                <a:gd name="connsiteY264" fmla="*/ 547305 h 1855498"/>
                <a:gd name="connsiteX265" fmla="*/ 3297180 w 4011346"/>
                <a:gd name="connsiteY265" fmla="*/ 553979 h 1855498"/>
                <a:gd name="connsiteX266" fmla="*/ 3267145 w 4011346"/>
                <a:gd name="connsiteY266" fmla="*/ 530619 h 1855498"/>
                <a:gd name="connsiteX267" fmla="*/ 3267145 w 4011346"/>
                <a:gd name="connsiteY267" fmla="*/ 493909 h 1855498"/>
                <a:gd name="connsiteX268" fmla="*/ 3203738 w 4011346"/>
                <a:gd name="connsiteY268" fmla="*/ 437176 h 1855498"/>
                <a:gd name="connsiteX269" fmla="*/ 3076923 w 4011346"/>
                <a:gd name="connsiteY269" fmla="*/ 443851 h 1855498"/>
                <a:gd name="connsiteX270" fmla="*/ 3043551 w 4011346"/>
                <a:gd name="connsiteY270" fmla="*/ 420490 h 1855498"/>
                <a:gd name="connsiteX271" fmla="*/ 3000167 w 4011346"/>
                <a:gd name="connsiteY271" fmla="*/ 373769 h 1855498"/>
                <a:gd name="connsiteX272" fmla="*/ 3013516 w 4011346"/>
                <a:gd name="connsiteY272" fmla="*/ 367095 h 1855498"/>
                <a:gd name="connsiteX273" fmla="*/ 3000167 w 4011346"/>
                <a:gd name="connsiteY273" fmla="*/ 347071 h 1855498"/>
                <a:gd name="connsiteX274" fmla="*/ 2970132 w 4011346"/>
                <a:gd name="connsiteY274" fmla="*/ 343734 h 1855498"/>
                <a:gd name="connsiteX275" fmla="*/ 2920073 w 4011346"/>
                <a:gd name="connsiteY275" fmla="*/ 390455 h 1855498"/>
                <a:gd name="connsiteX276" fmla="*/ 2920073 w 4011346"/>
                <a:gd name="connsiteY276" fmla="*/ 390455 h 1855498"/>
                <a:gd name="connsiteX277" fmla="*/ 2916736 w 4011346"/>
                <a:gd name="connsiteY277" fmla="*/ 340397 h 1855498"/>
                <a:gd name="connsiteX278" fmla="*/ 2936760 w 4011346"/>
                <a:gd name="connsiteY278" fmla="*/ 337060 h 1855498"/>
                <a:gd name="connsiteX279" fmla="*/ 2866678 w 4011346"/>
                <a:gd name="connsiteY279" fmla="*/ 307025 h 1855498"/>
                <a:gd name="connsiteX280" fmla="*/ 2813282 w 4011346"/>
                <a:gd name="connsiteY280" fmla="*/ 303687 h 1855498"/>
                <a:gd name="connsiteX281" fmla="*/ 2793259 w 4011346"/>
                <a:gd name="connsiteY281" fmla="*/ 327048 h 1855498"/>
                <a:gd name="connsiteX282" fmla="*/ 2743200 w 4011346"/>
                <a:gd name="connsiteY282" fmla="*/ 337060 h 1855498"/>
                <a:gd name="connsiteX283" fmla="*/ 2786584 w 4011346"/>
                <a:gd name="connsiteY283" fmla="*/ 347071 h 1855498"/>
                <a:gd name="connsiteX284" fmla="*/ 2763224 w 4011346"/>
                <a:gd name="connsiteY284" fmla="*/ 367095 h 1855498"/>
                <a:gd name="connsiteX285" fmla="*/ 2769898 w 4011346"/>
                <a:gd name="connsiteY285" fmla="*/ 417153 h 1855498"/>
                <a:gd name="connsiteX286" fmla="*/ 2749875 w 4011346"/>
                <a:gd name="connsiteY286" fmla="*/ 400467 h 1855498"/>
                <a:gd name="connsiteX287" fmla="*/ 2733189 w 4011346"/>
                <a:gd name="connsiteY287" fmla="*/ 413816 h 1855498"/>
                <a:gd name="connsiteX288" fmla="*/ 2666444 w 4011346"/>
                <a:gd name="connsiteY288" fmla="*/ 403804 h 1855498"/>
                <a:gd name="connsiteX289" fmla="*/ 2636409 w 4011346"/>
                <a:gd name="connsiteY289" fmla="*/ 413816 h 1855498"/>
                <a:gd name="connsiteX290" fmla="*/ 2603037 w 4011346"/>
                <a:gd name="connsiteY290" fmla="*/ 373769 h 1855498"/>
                <a:gd name="connsiteX291" fmla="*/ 2569665 w 4011346"/>
                <a:gd name="connsiteY291" fmla="*/ 457200 h 1855498"/>
                <a:gd name="connsiteX292" fmla="*/ 2552979 w 4011346"/>
                <a:gd name="connsiteY292" fmla="*/ 477223 h 1855498"/>
                <a:gd name="connsiteX293" fmla="*/ 2469548 w 4011346"/>
                <a:gd name="connsiteY293" fmla="*/ 340397 h 1855498"/>
                <a:gd name="connsiteX294" fmla="*/ 2446187 w 4011346"/>
                <a:gd name="connsiteY294" fmla="*/ 357083 h 1855498"/>
                <a:gd name="connsiteX295" fmla="*/ 2442850 w 4011346"/>
                <a:gd name="connsiteY295" fmla="*/ 323711 h 1855498"/>
                <a:gd name="connsiteX296" fmla="*/ 2449525 w 4011346"/>
                <a:gd name="connsiteY296" fmla="*/ 253629 h 1855498"/>
                <a:gd name="connsiteX297" fmla="*/ 2386117 w 4011346"/>
                <a:gd name="connsiteY297" fmla="*/ 226931 h 1855498"/>
                <a:gd name="connsiteX298" fmla="*/ 2369431 w 4011346"/>
                <a:gd name="connsiteY298" fmla="*/ 266978 h 1855498"/>
                <a:gd name="connsiteX299" fmla="*/ 2379443 w 4011346"/>
                <a:gd name="connsiteY299" fmla="*/ 290338 h 1855498"/>
                <a:gd name="connsiteX300" fmla="*/ 2376106 w 4011346"/>
                <a:gd name="connsiteY300" fmla="*/ 310362 h 1855498"/>
                <a:gd name="connsiteX301" fmla="*/ 2352745 w 4011346"/>
                <a:gd name="connsiteY301" fmla="*/ 287001 h 1855498"/>
                <a:gd name="connsiteX302" fmla="*/ 2316036 w 4011346"/>
                <a:gd name="connsiteY302" fmla="*/ 293676 h 1855498"/>
                <a:gd name="connsiteX303" fmla="*/ 2272652 w 4011346"/>
                <a:gd name="connsiteY303" fmla="*/ 280327 h 1855498"/>
                <a:gd name="connsiteX304" fmla="*/ 2245954 w 4011346"/>
                <a:gd name="connsiteY304" fmla="*/ 240280 h 1855498"/>
                <a:gd name="connsiteX305" fmla="*/ 2209244 w 4011346"/>
                <a:gd name="connsiteY305" fmla="*/ 236943 h 1855498"/>
                <a:gd name="connsiteX306" fmla="*/ 2159186 w 4011346"/>
                <a:gd name="connsiteY306" fmla="*/ 226931 h 1855498"/>
                <a:gd name="connsiteX307" fmla="*/ 2132488 w 4011346"/>
                <a:gd name="connsiteY307" fmla="*/ 243617 h 1855498"/>
                <a:gd name="connsiteX308" fmla="*/ 2115802 w 4011346"/>
                <a:gd name="connsiteY308" fmla="*/ 256966 h 1855498"/>
                <a:gd name="connsiteX309" fmla="*/ 2115802 w 4011346"/>
                <a:gd name="connsiteY309" fmla="*/ 226931 h 1855498"/>
                <a:gd name="connsiteX310" fmla="*/ 2082430 w 4011346"/>
                <a:gd name="connsiteY310" fmla="*/ 223594 h 1855498"/>
                <a:gd name="connsiteX311" fmla="*/ 2045720 w 4011346"/>
                <a:gd name="connsiteY311" fmla="*/ 196896 h 1855498"/>
                <a:gd name="connsiteX312" fmla="*/ 2025697 w 4011346"/>
                <a:gd name="connsiteY312" fmla="*/ 226931 h 1855498"/>
                <a:gd name="connsiteX313" fmla="*/ 2055732 w 4011346"/>
                <a:gd name="connsiteY313" fmla="*/ 223594 h 1855498"/>
                <a:gd name="connsiteX314" fmla="*/ 2045720 w 4011346"/>
                <a:gd name="connsiteY314" fmla="*/ 250292 h 1855498"/>
                <a:gd name="connsiteX315" fmla="*/ 1988987 w 4011346"/>
                <a:gd name="connsiteY315" fmla="*/ 270315 h 1855498"/>
                <a:gd name="connsiteX316" fmla="*/ 1935592 w 4011346"/>
                <a:gd name="connsiteY316" fmla="*/ 280327 h 1855498"/>
                <a:gd name="connsiteX317" fmla="*/ 1995662 w 4011346"/>
                <a:gd name="connsiteY317" fmla="*/ 223594 h 1855498"/>
                <a:gd name="connsiteX318" fmla="*/ 2055732 w 4011346"/>
                <a:gd name="connsiteY318" fmla="*/ 153512 h 1855498"/>
                <a:gd name="connsiteX319" fmla="*/ 2055732 w 4011346"/>
                <a:gd name="connsiteY319" fmla="*/ 153512 h 1855498"/>
                <a:gd name="connsiteX320" fmla="*/ 1862173 w 4011346"/>
                <a:gd name="connsiteY320" fmla="*/ 53396 h 1855498"/>
                <a:gd name="connsiteX321" fmla="*/ 1768731 w 4011346"/>
                <a:gd name="connsiteY321" fmla="*/ 3338 h 1855498"/>
                <a:gd name="connsiteX322" fmla="*/ 1705322 w 4011346"/>
                <a:gd name="connsiteY322" fmla="*/ 26698 h 1855498"/>
                <a:gd name="connsiteX323" fmla="*/ 1685300 w 4011346"/>
                <a:gd name="connsiteY323" fmla="*/ 0 h 1855498"/>
                <a:gd name="connsiteX324" fmla="*/ 1615218 w 4011346"/>
                <a:gd name="connsiteY324" fmla="*/ 3338 h 1855498"/>
                <a:gd name="connsiteX325" fmla="*/ 1638579 w 4011346"/>
                <a:gd name="connsiteY325" fmla="*/ 33373 h 1855498"/>
                <a:gd name="connsiteX326" fmla="*/ 1528449 w 4011346"/>
                <a:gd name="connsiteY326" fmla="*/ 60069 h 1855498"/>
                <a:gd name="connsiteX327" fmla="*/ 1465043 w 4011346"/>
                <a:gd name="connsiteY327" fmla="*/ 143500 h 1855498"/>
                <a:gd name="connsiteX328" fmla="*/ 1448357 w 4011346"/>
                <a:gd name="connsiteY328" fmla="*/ 170198 h 1855498"/>
                <a:gd name="connsiteX329" fmla="*/ 1481729 w 4011346"/>
                <a:gd name="connsiteY329" fmla="*/ 203571 h 1855498"/>
                <a:gd name="connsiteX330" fmla="*/ 1481729 w 4011346"/>
                <a:gd name="connsiteY330" fmla="*/ 233606 h 1855498"/>
                <a:gd name="connsiteX331" fmla="*/ 1458368 w 4011346"/>
                <a:gd name="connsiteY331" fmla="*/ 236943 h 1855498"/>
                <a:gd name="connsiteX332" fmla="*/ 1458368 w 4011346"/>
                <a:gd name="connsiteY332" fmla="*/ 216919 h 1855498"/>
                <a:gd name="connsiteX333" fmla="*/ 1418322 w 4011346"/>
                <a:gd name="connsiteY333" fmla="*/ 226931 h 1855498"/>
                <a:gd name="connsiteX334" fmla="*/ 1368263 w 4011346"/>
                <a:gd name="connsiteY334" fmla="*/ 233606 h 1855498"/>
                <a:gd name="connsiteX335" fmla="*/ 1321542 w 4011346"/>
                <a:gd name="connsiteY335" fmla="*/ 240280 h 1855498"/>
                <a:gd name="connsiteX336" fmla="*/ 1318205 w 4011346"/>
                <a:gd name="connsiteY336" fmla="*/ 327048 h 1855498"/>
                <a:gd name="connsiteX337" fmla="*/ 1358252 w 4011346"/>
                <a:gd name="connsiteY337" fmla="*/ 350409 h 1855498"/>
                <a:gd name="connsiteX338" fmla="*/ 1374938 w 4011346"/>
                <a:gd name="connsiteY338" fmla="*/ 380444 h 1855498"/>
                <a:gd name="connsiteX339" fmla="*/ 1384949 w 4011346"/>
                <a:gd name="connsiteY339" fmla="*/ 403804 h 1855498"/>
                <a:gd name="connsiteX340" fmla="*/ 1394961 w 4011346"/>
                <a:gd name="connsiteY340" fmla="*/ 453863 h 1855498"/>
                <a:gd name="connsiteX341" fmla="*/ 1384949 w 4011346"/>
                <a:gd name="connsiteY341" fmla="*/ 483898 h 1855498"/>
                <a:gd name="connsiteX342" fmla="*/ 1358252 w 4011346"/>
                <a:gd name="connsiteY342" fmla="*/ 450525 h 1855498"/>
                <a:gd name="connsiteX343" fmla="*/ 1361589 w 4011346"/>
                <a:gd name="connsiteY343" fmla="*/ 420490 h 1855498"/>
                <a:gd name="connsiteX344" fmla="*/ 1351577 w 4011346"/>
                <a:gd name="connsiteY344" fmla="*/ 380444 h 1855498"/>
                <a:gd name="connsiteX345" fmla="*/ 1328217 w 4011346"/>
                <a:gd name="connsiteY345" fmla="*/ 387118 h 1855498"/>
                <a:gd name="connsiteX346" fmla="*/ 1281495 w 4011346"/>
                <a:gd name="connsiteY346" fmla="*/ 350409 h 1855498"/>
                <a:gd name="connsiteX347" fmla="*/ 1241449 w 4011346"/>
                <a:gd name="connsiteY347" fmla="*/ 347071 h 1855498"/>
                <a:gd name="connsiteX348" fmla="*/ 1241449 w 4011346"/>
                <a:gd name="connsiteY348" fmla="*/ 393792 h 1855498"/>
                <a:gd name="connsiteX349" fmla="*/ 1201402 w 4011346"/>
                <a:gd name="connsiteY349" fmla="*/ 373769 h 1855498"/>
                <a:gd name="connsiteX350" fmla="*/ 1228100 w 4011346"/>
                <a:gd name="connsiteY350" fmla="*/ 423827 h 1855498"/>
                <a:gd name="connsiteX351" fmla="*/ 1258135 w 4011346"/>
                <a:gd name="connsiteY351" fmla="*/ 433839 h 1855498"/>
                <a:gd name="connsiteX352" fmla="*/ 1258135 w 4011346"/>
                <a:gd name="connsiteY352" fmla="*/ 453863 h 1855498"/>
                <a:gd name="connsiteX353" fmla="*/ 1198065 w 4011346"/>
                <a:gd name="connsiteY353" fmla="*/ 430502 h 1855498"/>
                <a:gd name="connsiteX354" fmla="*/ 1181379 w 4011346"/>
                <a:gd name="connsiteY354" fmla="*/ 430502 h 1855498"/>
                <a:gd name="connsiteX355" fmla="*/ 1178041 w 4011346"/>
                <a:gd name="connsiteY355" fmla="*/ 387118 h 1855498"/>
                <a:gd name="connsiteX356" fmla="*/ 1171367 w 4011346"/>
                <a:gd name="connsiteY356" fmla="*/ 300350 h 1855498"/>
                <a:gd name="connsiteX357" fmla="*/ 1161355 w 4011346"/>
                <a:gd name="connsiteY357" fmla="*/ 370432 h 1855498"/>
                <a:gd name="connsiteX358" fmla="*/ 1137995 w 4011346"/>
                <a:gd name="connsiteY358" fmla="*/ 400467 h 1855498"/>
                <a:gd name="connsiteX359" fmla="*/ 1158018 w 4011346"/>
                <a:gd name="connsiteY359" fmla="*/ 447188 h 1855498"/>
                <a:gd name="connsiteX360" fmla="*/ 1158018 w 4011346"/>
                <a:gd name="connsiteY360" fmla="*/ 480560 h 1855498"/>
                <a:gd name="connsiteX361" fmla="*/ 1141332 w 4011346"/>
                <a:gd name="connsiteY361" fmla="*/ 530619 h 1855498"/>
                <a:gd name="connsiteX362" fmla="*/ 1154681 w 4011346"/>
                <a:gd name="connsiteY362" fmla="*/ 563991 h 1855498"/>
                <a:gd name="connsiteX363" fmla="*/ 1184716 w 4011346"/>
                <a:gd name="connsiteY363" fmla="*/ 570665 h 1855498"/>
                <a:gd name="connsiteX364" fmla="*/ 1221425 w 4011346"/>
                <a:gd name="connsiteY364" fmla="*/ 577340 h 1855498"/>
                <a:gd name="connsiteX365" fmla="*/ 1241449 w 4011346"/>
                <a:gd name="connsiteY365" fmla="*/ 600700 h 1855498"/>
                <a:gd name="connsiteX366" fmla="*/ 1258135 w 4011346"/>
                <a:gd name="connsiteY366" fmla="*/ 644084 h 1855498"/>
                <a:gd name="connsiteX367" fmla="*/ 1258135 w 4011346"/>
                <a:gd name="connsiteY367" fmla="*/ 644084 h 1855498"/>
                <a:gd name="connsiteX368" fmla="*/ 1254798 w 4011346"/>
                <a:gd name="connsiteY368" fmla="*/ 677457 h 1855498"/>
                <a:gd name="connsiteX369" fmla="*/ 1274821 w 4011346"/>
                <a:gd name="connsiteY369" fmla="*/ 697480 h 1855498"/>
                <a:gd name="connsiteX370" fmla="*/ 1244786 w 4011346"/>
                <a:gd name="connsiteY370" fmla="*/ 704155 h 1855498"/>
                <a:gd name="connsiteX371" fmla="*/ 1224763 w 4011346"/>
                <a:gd name="connsiteY371" fmla="*/ 664108 h 1855498"/>
                <a:gd name="connsiteX372" fmla="*/ 1224763 w 4011346"/>
                <a:gd name="connsiteY372" fmla="*/ 624061 h 1855498"/>
                <a:gd name="connsiteX373" fmla="*/ 1194727 w 4011346"/>
                <a:gd name="connsiteY373" fmla="*/ 587352 h 1855498"/>
                <a:gd name="connsiteX374" fmla="*/ 1164692 w 4011346"/>
                <a:gd name="connsiteY374" fmla="*/ 630736 h 1855498"/>
                <a:gd name="connsiteX375" fmla="*/ 1178041 w 4011346"/>
                <a:gd name="connsiteY375" fmla="*/ 674119 h 1855498"/>
                <a:gd name="connsiteX376" fmla="*/ 1137995 w 4011346"/>
                <a:gd name="connsiteY376" fmla="*/ 730852 h 1855498"/>
                <a:gd name="connsiteX377" fmla="*/ 1097948 w 4011346"/>
                <a:gd name="connsiteY377" fmla="*/ 787585 h 1855498"/>
                <a:gd name="connsiteX378" fmla="*/ 1007843 w 4011346"/>
                <a:gd name="connsiteY378" fmla="*/ 750876 h 1855498"/>
                <a:gd name="connsiteX379" fmla="*/ 1074587 w 4011346"/>
                <a:gd name="connsiteY379" fmla="*/ 747538 h 1855498"/>
                <a:gd name="connsiteX380" fmla="*/ 1107960 w 4011346"/>
                <a:gd name="connsiteY380" fmla="*/ 684131 h 1855498"/>
                <a:gd name="connsiteX381" fmla="*/ 1121309 w 4011346"/>
                <a:gd name="connsiteY381" fmla="*/ 640747 h 1855498"/>
                <a:gd name="connsiteX382" fmla="*/ 1127983 w 4011346"/>
                <a:gd name="connsiteY382" fmla="*/ 607375 h 1855498"/>
                <a:gd name="connsiteX383" fmla="*/ 1117971 w 4011346"/>
                <a:gd name="connsiteY383" fmla="*/ 590689 h 1855498"/>
                <a:gd name="connsiteX384" fmla="*/ 1114634 w 4011346"/>
                <a:gd name="connsiteY384" fmla="*/ 540630 h 1855498"/>
                <a:gd name="connsiteX385" fmla="*/ 1104622 w 4011346"/>
                <a:gd name="connsiteY385" fmla="*/ 460537 h 1855498"/>
                <a:gd name="connsiteX386" fmla="*/ 1101285 w 4011346"/>
                <a:gd name="connsiteY386" fmla="*/ 400467 h 1855498"/>
                <a:gd name="connsiteX387" fmla="*/ 1124646 w 4011346"/>
                <a:gd name="connsiteY387" fmla="*/ 307025 h 1855498"/>
                <a:gd name="connsiteX388" fmla="*/ 1031203 w 4011346"/>
                <a:gd name="connsiteY388" fmla="*/ 297013 h 1855498"/>
                <a:gd name="connsiteX389" fmla="*/ 1014517 w 4011346"/>
                <a:gd name="connsiteY389" fmla="*/ 353746 h 1855498"/>
                <a:gd name="connsiteX390" fmla="*/ 1024529 w 4011346"/>
                <a:gd name="connsiteY390" fmla="*/ 400467 h 1855498"/>
                <a:gd name="connsiteX391" fmla="*/ 981145 w 4011346"/>
                <a:gd name="connsiteY391" fmla="*/ 453863 h 1855498"/>
                <a:gd name="connsiteX392" fmla="*/ 991157 w 4011346"/>
                <a:gd name="connsiteY392" fmla="*/ 490572 h 1855498"/>
                <a:gd name="connsiteX393" fmla="*/ 981145 w 4011346"/>
                <a:gd name="connsiteY393" fmla="*/ 537293 h 1855498"/>
                <a:gd name="connsiteX394" fmla="*/ 1001168 w 4011346"/>
                <a:gd name="connsiteY394" fmla="*/ 560654 h 1855498"/>
                <a:gd name="connsiteX395" fmla="*/ 1017854 w 4011346"/>
                <a:gd name="connsiteY395" fmla="*/ 607375 h 1855498"/>
                <a:gd name="connsiteX396" fmla="*/ 1047890 w 4011346"/>
                <a:gd name="connsiteY396" fmla="*/ 594026 h 1855498"/>
                <a:gd name="connsiteX397" fmla="*/ 1014517 w 4011346"/>
                <a:gd name="connsiteY397" fmla="*/ 647422 h 1855498"/>
                <a:gd name="connsiteX398" fmla="*/ 957784 w 4011346"/>
                <a:gd name="connsiteY398" fmla="*/ 594026 h 1855498"/>
                <a:gd name="connsiteX399" fmla="*/ 884365 w 4011346"/>
                <a:gd name="connsiteY399" fmla="*/ 557317 h 1855498"/>
                <a:gd name="connsiteX400" fmla="*/ 824295 w 4011346"/>
                <a:gd name="connsiteY400" fmla="*/ 533956 h 1855498"/>
                <a:gd name="connsiteX401" fmla="*/ 810946 w 4011346"/>
                <a:gd name="connsiteY401" fmla="*/ 570665 h 1855498"/>
                <a:gd name="connsiteX402" fmla="*/ 827633 w 4011346"/>
                <a:gd name="connsiteY402" fmla="*/ 607375 h 1855498"/>
                <a:gd name="connsiteX403" fmla="*/ 814284 w 4011346"/>
                <a:gd name="connsiteY403" fmla="*/ 630736 h 1855498"/>
                <a:gd name="connsiteX404" fmla="*/ 800935 w 4011346"/>
                <a:gd name="connsiteY404" fmla="*/ 647422 h 1855498"/>
                <a:gd name="connsiteX405" fmla="*/ 770900 w 4011346"/>
                <a:gd name="connsiteY405" fmla="*/ 590689 h 1855498"/>
                <a:gd name="connsiteX406" fmla="*/ 744202 w 4011346"/>
                <a:gd name="connsiteY406" fmla="*/ 627398 h 1855498"/>
                <a:gd name="connsiteX407" fmla="*/ 707492 w 4011346"/>
                <a:gd name="connsiteY407" fmla="*/ 620724 h 1855498"/>
                <a:gd name="connsiteX408" fmla="*/ 654097 w 4011346"/>
                <a:gd name="connsiteY408" fmla="*/ 657433 h 1855498"/>
                <a:gd name="connsiteX409" fmla="*/ 644085 w 4011346"/>
                <a:gd name="connsiteY409" fmla="*/ 634073 h 1855498"/>
                <a:gd name="connsiteX410" fmla="*/ 654097 w 4011346"/>
                <a:gd name="connsiteY410" fmla="*/ 597363 h 1855498"/>
                <a:gd name="connsiteX411" fmla="*/ 614050 w 4011346"/>
                <a:gd name="connsiteY411" fmla="*/ 634073 h 1855498"/>
                <a:gd name="connsiteX412" fmla="*/ 594027 w 4011346"/>
                <a:gd name="connsiteY412" fmla="*/ 634073 h 1855498"/>
                <a:gd name="connsiteX413" fmla="*/ 533957 w 4011346"/>
                <a:gd name="connsiteY413" fmla="*/ 667445 h 1855498"/>
                <a:gd name="connsiteX414" fmla="*/ 510596 w 4011346"/>
                <a:gd name="connsiteY414" fmla="*/ 690806 h 1855498"/>
                <a:gd name="connsiteX415" fmla="*/ 500584 w 4011346"/>
                <a:gd name="connsiteY415" fmla="*/ 737527 h 1855498"/>
                <a:gd name="connsiteX416" fmla="*/ 450526 w 4011346"/>
                <a:gd name="connsiteY416" fmla="*/ 724178 h 1855498"/>
                <a:gd name="connsiteX417" fmla="*/ 433840 w 4011346"/>
                <a:gd name="connsiteY417" fmla="*/ 687468 h 1855498"/>
                <a:gd name="connsiteX418" fmla="*/ 467212 w 4011346"/>
                <a:gd name="connsiteY418" fmla="*/ 657433 h 1855498"/>
                <a:gd name="connsiteX419" fmla="*/ 453863 w 4011346"/>
                <a:gd name="connsiteY419" fmla="*/ 634073 h 1855498"/>
                <a:gd name="connsiteX420" fmla="*/ 390456 w 4011346"/>
                <a:gd name="connsiteY420" fmla="*/ 604038 h 1855498"/>
                <a:gd name="connsiteX421" fmla="*/ 417154 w 4011346"/>
                <a:gd name="connsiteY421" fmla="*/ 654096 h 1855498"/>
                <a:gd name="connsiteX422" fmla="*/ 407142 w 4011346"/>
                <a:gd name="connsiteY422" fmla="*/ 697480 h 1855498"/>
                <a:gd name="connsiteX423" fmla="*/ 413817 w 4011346"/>
                <a:gd name="connsiteY423" fmla="*/ 734190 h 1855498"/>
                <a:gd name="connsiteX424" fmla="*/ 427165 w 4011346"/>
                <a:gd name="connsiteY424" fmla="*/ 757550 h 1855498"/>
                <a:gd name="connsiteX425" fmla="*/ 413817 w 4011346"/>
                <a:gd name="connsiteY425" fmla="*/ 787585 h 1855498"/>
                <a:gd name="connsiteX426" fmla="*/ 390456 w 4011346"/>
                <a:gd name="connsiteY426" fmla="*/ 764225 h 1855498"/>
                <a:gd name="connsiteX427" fmla="*/ 360421 w 4011346"/>
                <a:gd name="connsiteY427" fmla="*/ 760887 h 1855498"/>
                <a:gd name="connsiteX428" fmla="*/ 333723 w 4011346"/>
                <a:gd name="connsiteY428" fmla="*/ 800934 h 1855498"/>
                <a:gd name="connsiteX429" fmla="*/ 307025 w 4011346"/>
                <a:gd name="connsiteY429" fmla="*/ 820957 h 1855498"/>
                <a:gd name="connsiteX430" fmla="*/ 320374 w 4011346"/>
                <a:gd name="connsiteY430" fmla="*/ 847655 h 1855498"/>
                <a:gd name="connsiteX431" fmla="*/ 303688 w 4011346"/>
                <a:gd name="connsiteY431" fmla="*/ 871016 h 1855498"/>
                <a:gd name="connsiteX432" fmla="*/ 233606 w 4011346"/>
                <a:gd name="connsiteY432" fmla="*/ 834306 h 1855498"/>
                <a:gd name="connsiteX433" fmla="*/ 243618 w 4011346"/>
                <a:gd name="connsiteY433" fmla="*/ 884365 h 1855498"/>
                <a:gd name="connsiteX434" fmla="*/ 263641 w 4011346"/>
                <a:gd name="connsiteY434" fmla="*/ 904388 h 1855498"/>
                <a:gd name="connsiteX435" fmla="*/ 250292 w 4011346"/>
                <a:gd name="connsiteY435" fmla="*/ 917737 h 1855498"/>
                <a:gd name="connsiteX436" fmla="*/ 193560 w 4011346"/>
                <a:gd name="connsiteY436" fmla="*/ 881027 h 1855498"/>
                <a:gd name="connsiteX437" fmla="*/ 170199 w 4011346"/>
                <a:gd name="connsiteY437" fmla="*/ 840981 h 1855498"/>
                <a:gd name="connsiteX438" fmla="*/ 170199 w 4011346"/>
                <a:gd name="connsiteY438" fmla="*/ 794260 h 1855498"/>
                <a:gd name="connsiteX439" fmla="*/ 133490 w 4011346"/>
                <a:gd name="connsiteY439" fmla="*/ 717503 h 1855498"/>
                <a:gd name="connsiteX440" fmla="*/ 196897 w 4011346"/>
                <a:gd name="connsiteY440" fmla="*/ 747538 h 1855498"/>
                <a:gd name="connsiteX441" fmla="*/ 256967 w 4011346"/>
                <a:gd name="connsiteY441" fmla="*/ 777573 h 1855498"/>
                <a:gd name="connsiteX442" fmla="*/ 293676 w 4011346"/>
                <a:gd name="connsiteY442" fmla="*/ 780911 h 1855498"/>
                <a:gd name="connsiteX443" fmla="*/ 327049 w 4011346"/>
                <a:gd name="connsiteY443" fmla="*/ 750876 h 1855498"/>
                <a:gd name="connsiteX444" fmla="*/ 343735 w 4011346"/>
                <a:gd name="connsiteY444" fmla="*/ 714166 h 1855498"/>
                <a:gd name="connsiteX445" fmla="*/ 333723 w 4011346"/>
                <a:gd name="connsiteY445" fmla="*/ 664108 h 1855498"/>
                <a:gd name="connsiteX446" fmla="*/ 290339 w 4011346"/>
                <a:gd name="connsiteY446" fmla="*/ 644084 h 1855498"/>
                <a:gd name="connsiteX447" fmla="*/ 236944 w 4011346"/>
                <a:gd name="connsiteY447" fmla="*/ 597363 h 1855498"/>
                <a:gd name="connsiteX448" fmla="*/ 133490 w 4011346"/>
                <a:gd name="connsiteY448" fmla="*/ 540630 h 1855498"/>
                <a:gd name="connsiteX0" fmla="*/ 133490 w 4011346"/>
                <a:gd name="connsiteY0" fmla="*/ 584014 h 1898882"/>
                <a:gd name="connsiteX1" fmla="*/ 46722 w 4011346"/>
                <a:gd name="connsiteY1" fmla="*/ 614049 h 1898882"/>
                <a:gd name="connsiteX2" fmla="*/ 33373 w 4011346"/>
                <a:gd name="connsiteY2" fmla="*/ 644084 h 1898882"/>
                <a:gd name="connsiteX3" fmla="*/ 43384 w 4011346"/>
                <a:gd name="connsiteY3" fmla="*/ 674120 h 1898882"/>
                <a:gd name="connsiteX4" fmla="*/ 60071 w 4011346"/>
                <a:gd name="connsiteY4" fmla="*/ 700817 h 1898882"/>
                <a:gd name="connsiteX5" fmla="*/ 73419 w 4011346"/>
                <a:gd name="connsiteY5" fmla="*/ 730852 h 1898882"/>
                <a:gd name="connsiteX6" fmla="*/ 56733 w 4011346"/>
                <a:gd name="connsiteY6" fmla="*/ 754213 h 1898882"/>
                <a:gd name="connsiteX7" fmla="*/ 76757 w 4011346"/>
                <a:gd name="connsiteY7" fmla="*/ 834306 h 1898882"/>
                <a:gd name="connsiteX8" fmla="*/ 66745 w 4011346"/>
                <a:gd name="connsiteY8" fmla="*/ 850993 h 1898882"/>
                <a:gd name="connsiteX9" fmla="*/ 70082 w 4011346"/>
                <a:gd name="connsiteY9" fmla="*/ 877690 h 1898882"/>
                <a:gd name="connsiteX10" fmla="*/ 70082 w 4011346"/>
                <a:gd name="connsiteY10" fmla="*/ 917737 h 1898882"/>
                <a:gd name="connsiteX11" fmla="*/ 80094 w 4011346"/>
                <a:gd name="connsiteY11" fmla="*/ 937760 h 1898882"/>
                <a:gd name="connsiteX12" fmla="*/ 76757 w 4011346"/>
                <a:gd name="connsiteY12" fmla="*/ 961121 h 1898882"/>
                <a:gd name="connsiteX13" fmla="*/ 106792 w 4011346"/>
                <a:gd name="connsiteY13" fmla="*/ 994493 h 1898882"/>
                <a:gd name="connsiteX14" fmla="*/ 106792 w 4011346"/>
                <a:gd name="connsiteY14" fmla="*/ 1024528 h 1898882"/>
                <a:gd name="connsiteX15" fmla="*/ 13349 w 4011346"/>
                <a:gd name="connsiteY15" fmla="*/ 1114633 h 1898882"/>
                <a:gd name="connsiteX16" fmla="*/ 33373 w 4011346"/>
                <a:gd name="connsiteY16" fmla="*/ 1148006 h 1898882"/>
                <a:gd name="connsiteX17" fmla="*/ 33373 w 4011346"/>
                <a:gd name="connsiteY17" fmla="*/ 1148006 h 1898882"/>
                <a:gd name="connsiteX18" fmla="*/ 16687 w 4011346"/>
                <a:gd name="connsiteY18" fmla="*/ 1178041 h 1898882"/>
                <a:gd name="connsiteX19" fmla="*/ 3338 w 4011346"/>
                <a:gd name="connsiteY19" fmla="*/ 1208076 h 1898882"/>
                <a:gd name="connsiteX20" fmla="*/ 0 w 4011346"/>
                <a:gd name="connsiteY20" fmla="*/ 1268146 h 1898882"/>
                <a:gd name="connsiteX21" fmla="*/ 16687 w 4011346"/>
                <a:gd name="connsiteY21" fmla="*/ 1311530 h 1898882"/>
                <a:gd name="connsiteX22" fmla="*/ 20024 w 4011346"/>
                <a:gd name="connsiteY22" fmla="*/ 1344902 h 1898882"/>
                <a:gd name="connsiteX23" fmla="*/ 56733 w 4011346"/>
                <a:gd name="connsiteY23" fmla="*/ 1354914 h 1898882"/>
                <a:gd name="connsiteX24" fmla="*/ 116803 w 4011346"/>
                <a:gd name="connsiteY24" fmla="*/ 1441682 h 1898882"/>
                <a:gd name="connsiteX25" fmla="*/ 96780 w 4011346"/>
                <a:gd name="connsiteY25" fmla="*/ 1465042 h 1898882"/>
                <a:gd name="connsiteX26" fmla="*/ 93443 w 4011346"/>
                <a:gd name="connsiteY26" fmla="*/ 1495077 h 1898882"/>
                <a:gd name="connsiteX27" fmla="*/ 120141 w 4011346"/>
                <a:gd name="connsiteY27" fmla="*/ 1498414 h 1898882"/>
                <a:gd name="connsiteX28" fmla="*/ 160187 w 4011346"/>
                <a:gd name="connsiteY28" fmla="*/ 1511763 h 1898882"/>
                <a:gd name="connsiteX29" fmla="*/ 186885 w 4011346"/>
                <a:gd name="connsiteY29" fmla="*/ 1525112 h 1898882"/>
                <a:gd name="connsiteX30" fmla="*/ 213583 w 4011346"/>
                <a:gd name="connsiteY30" fmla="*/ 1555147 h 1898882"/>
                <a:gd name="connsiteX31" fmla="*/ 243618 w 4011346"/>
                <a:gd name="connsiteY31" fmla="*/ 1558484 h 1898882"/>
                <a:gd name="connsiteX32" fmla="*/ 287002 w 4011346"/>
                <a:gd name="connsiteY32" fmla="*/ 1588520 h 1898882"/>
                <a:gd name="connsiteX33" fmla="*/ 310363 w 4011346"/>
                <a:gd name="connsiteY33" fmla="*/ 1598531 h 1898882"/>
                <a:gd name="connsiteX34" fmla="*/ 310363 w 4011346"/>
                <a:gd name="connsiteY34" fmla="*/ 1635241 h 1898882"/>
                <a:gd name="connsiteX35" fmla="*/ 270316 w 4011346"/>
                <a:gd name="connsiteY35" fmla="*/ 1675287 h 1898882"/>
                <a:gd name="connsiteX36" fmla="*/ 280327 w 4011346"/>
                <a:gd name="connsiteY36" fmla="*/ 1698648 h 1898882"/>
                <a:gd name="connsiteX37" fmla="*/ 273653 w 4011346"/>
                <a:gd name="connsiteY37" fmla="*/ 1718671 h 1898882"/>
                <a:gd name="connsiteX38" fmla="*/ 266979 w 4011346"/>
                <a:gd name="connsiteY38" fmla="*/ 1735357 h 1898882"/>
                <a:gd name="connsiteX39" fmla="*/ 240281 w 4011346"/>
                <a:gd name="connsiteY39" fmla="*/ 1775404 h 1898882"/>
                <a:gd name="connsiteX40" fmla="*/ 307025 w 4011346"/>
                <a:gd name="connsiteY40" fmla="*/ 1812114 h 1898882"/>
                <a:gd name="connsiteX41" fmla="*/ 337060 w 4011346"/>
                <a:gd name="connsiteY41" fmla="*/ 1818788 h 1898882"/>
                <a:gd name="connsiteX42" fmla="*/ 360421 w 4011346"/>
                <a:gd name="connsiteY42" fmla="*/ 1825463 h 1898882"/>
                <a:gd name="connsiteX43" fmla="*/ 380444 w 4011346"/>
                <a:gd name="connsiteY43" fmla="*/ 1832137 h 1898882"/>
                <a:gd name="connsiteX44" fmla="*/ 407142 w 4011346"/>
                <a:gd name="connsiteY44" fmla="*/ 1852160 h 1898882"/>
                <a:gd name="connsiteX45" fmla="*/ 437177 w 4011346"/>
                <a:gd name="connsiteY45" fmla="*/ 1848823 h 1898882"/>
                <a:gd name="connsiteX46" fmla="*/ 507259 w 4011346"/>
                <a:gd name="connsiteY46" fmla="*/ 1898882 h 1898882"/>
                <a:gd name="connsiteX47" fmla="*/ 517271 w 4011346"/>
                <a:gd name="connsiteY47" fmla="*/ 1885533 h 1898882"/>
                <a:gd name="connsiteX48" fmla="*/ 507259 w 4011346"/>
                <a:gd name="connsiteY48" fmla="*/ 1845486 h 1898882"/>
                <a:gd name="connsiteX49" fmla="*/ 500584 w 4011346"/>
                <a:gd name="connsiteY49" fmla="*/ 1812114 h 1898882"/>
                <a:gd name="connsiteX50" fmla="*/ 483898 w 4011346"/>
                <a:gd name="connsiteY50" fmla="*/ 1768730 h 1898882"/>
                <a:gd name="connsiteX51" fmla="*/ 513933 w 4011346"/>
                <a:gd name="connsiteY51" fmla="*/ 1748706 h 1898882"/>
                <a:gd name="connsiteX52" fmla="*/ 547306 w 4011346"/>
                <a:gd name="connsiteY52" fmla="*/ 1725346 h 1898882"/>
                <a:gd name="connsiteX53" fmla="*/ 527282 w 4011346"/>
                <a:gd name="connsiteY53" fmla="*/ 1708660 h 1898882"/>
                <a:gd name="connsiteX54" fmla="*/ 517271 w 4011346"/>
                <a:gd name="connsiteY54" fmla="*/ 1675287 h 1898882"/>
                <a:gd name="connsiteX55" fmla="*/ 480561 w 4011346"/>
                <a:gd name="connsiteY55" fmla="*/ 1658601 h 1898882"/>
                <a:gd name="connsiteX56" fmla="*/ 470549 w 4011346"/>
                <a:gd name="connsiteY56" fmla="*/ 1638578 h 1898882"/>
                <a:gd name="connsiteX57" fmla="*/ 480561 w 4011346"/>
                <a:gd name="connsiteY57" fmla="*/ 1608543 h 1898882"/>
                <a:gd name="connsiteX58" fmla="*/ 490573 w 4011346"/>
                <a:gd name="connsiteY58" fmla="*/ 1568496 h 1898882"/>
                <a:gd name="connsiteX59" fmla="*/ 513933 w 4011346"/>
                <a:gd name="connsiteY59" fmla="*/ 1588520 h 1898882"/>
                <a:gd name="connsiteX60" fmla="*/ 520608 w 4011346"/>
                <a:gd name="connsiteY60" fmla="*/ 1571833 h 1898882"/>
                <a:gd name="connsiteX61" fmla="*/ 543968 w 4011346"/>
                <a:gd name="connsiteY61" fmla="*/ 1535124 h 1898882"/>
                <a:gd name="connsiteX62" fmla="*/ 574003 w 4011346"/>
                <a:gd name="connsiteY62" fmla="*/ 1518438 h 1898882"/>
                <a:gd name="connsiteX63" fmla="*/ 590690 w 4011346"/>
                <a:gd name="connsiteY63" fmla="*/ 1531787 h 1898882"/>
                <a:gd name="connsiteX64" fmla="*/ 610713 w 4011346"/>
                <a:gd name="connsiteY64" fmla="*/ 1505089 h 1898882"/>
                <a:gd name="connsiteX65" fmla="*/ 630736 w 4011346"/>
                <a:gd name="connsiteY65" fmla="*/ 1531787 h 1898882"/>
                <a:gd name="connsiteX66" fmla="*/ 657434 w 4011346"/>
                <a:gd name="connsiteY66" fmla="*/ 1555147 h 1898882"/>
                <a:gd name="connsiteX67" fmla="*/ 674120 w 4011346"/>
                <a:gd name="connsiteY67" fmla="*/ 1561822 h 1898882"/>
                <a:gd name="connsiteX68" fmla="*/ 697481 w 4011346"/>
                <a:gd name="connsiteY68" fmla="*/ 1561822 h 1898882"/>
                <a:gd name="connsiteX69" fmla="*/ 717504 w 4011346"/>
                <a:gd name="connsiteY69" fmla="*/ 1548473 h 1898882"/>
                <a:gd name="connsiteX70" fmla="*/ 744202 w 4011346"/>
                <a:gd name="connsiteY70" fmla="*/ 1548473 h 1898882"/>
                <a:gd name="connsiteX71" fmla="*/ 760888 w 4011346"/>
                <a:gd name="connsiteY71" fmla="*/ 1545136 h 1898882"/>
                <a:gd name="connsiteX72" fmla="*/ 790923 w 4011346"/>
                <a:gd name="connsiteY72" fmla="*/ 1578508 h 1898882"/>
                <a:gd name="connsiteX73" fmla="*/ 797598 w 4011346"/>
                <a:gd name="connsiteY73" fmla="*/ 1551810 h 1898882"/>
                <a:gd name="connsiteX74" fmla="*/ 817621 w 4011346"/>
                <a:gd name="connsiteY74" fmla="*/ 1568496 h 1898882"/>
                <a:gd name="connsiteX75" fmla="*/ 837644 w 4011346"/>
                <a:gd name="connsiteY75" fmla="*/ 1545136 h 1898882"/>
                <a:gd name="connsiteX76" fmla="*/ 827633 w 4011346"/>
                <a:gd name="connsiteY76" fmla="*/ 1525112 h 1898882"/>
                <a:gd name="connsiteX77" fmla="*/ 810946 w 4011346"/>
                <a:gd name="connsiteY77" fmla="*/ 1511763 h 1898882"/>
                <a:gd name="connsiteX78" fmla="*/ 810946 w 4011346"/>
                <a:gd name="connsiteY78" fmla="*/ 1485066 h 1898882"/>
                <a:gd name="connsiteX79" fmla="*/ 810946 w 4011346"/>
                <a:gd name="connsiteY79" fmla="*/ 1471717 h 1898882"/>
                <a:gd name="connsiteX80" fmla="*/ 830970 w 4011346"/>
                <a:gd name="connsiteY80" fmla="*/ 1468379 h 1898882"/>
                <a:gd name="connsiteX81" fmla="*/ 840981 w 4011346"/>
                <a:gd name="connsiteY81" fmla="*/ 1465042 h 1898882"/>
                <a:gd name="connsiteX82" fmla="*/ 820958 w 4011346"/>
                <a:gd name="connsiteY82" fmla="*/ 1428333 h 1898882"/>
                <a:gd name="connsiteX83" fmla="*/ 854330 w 4011346"/>
                <a:gd name="connsiteY83" fmla="*/ 1421658 h 1898882"/>
                <a:gd name="connsiteX84" fmla="*/ 891040 w 4011346"/>
                <a:gd name="connsiteY84" fmla="*/ 1428333 h 1898882"/>
                <a:gd name="connsiteX85" fmla="*/ 964459 w 4011346"/>
                <a:gd name="connsiteY85" fmla="*/ 1384949 h 1898882"/>
                <a:gd name="connsiteX86" fmla="*/ 1001168 w 4011346"/>
                <a:gd name="connsiteY86" fmla="*/ 1384949 h 1898882"/>
                <a:gd name="connsiteX87" fmla="*/ 1027866 w 4011346"/>
                <a:gd name="connsiteY87" fmla="*/ 1361588 h 1898882"/>
                <a:gd name="connsiteX88" fmla="*/ 1047890 w 4011346"/>
                <a:gd name="connsiteY88" fmla="*/ 1371600 h 1898882"/>
                <a:gd name="connsiteX89" fmla="*/ 1067913 w 4011346"/>
                <a:gd name="connsiteY89" fmla="*/ 1381611 h 1898882"/>
                <a:gd name="connsiteX90" fmla="*/ 1087936 w 4011346"/>
                <a:gd name="connsiteY90" fmla="*/ 1408309 h 1898882"/>
                <a:gd name="connsiteX91" fmla="*/ 1074587 w 4011346"/>
                <a:gd name="connsiteY91" fmla="*/ 1421658 h 1898882"/>
                <a:gd name="connsiteX92" fmla="*/ 1104622 w 4011346"/>
                <a:gd name="connsiteY92" fmla="*/ 1421658 h 1898882"/>
                <a:gd name="connsiteX93" fmla="*/ 1107960 w 4011346"/>
                <a:gd name="connsiteY93" fmla="*/ 1438344 h 1898882"/>
                <a:gd name="connsiteX94" fmla="*/ 1121309 w 4011346"/>
                <a:gd name="connsiteY94" fmla="*/ 1421658 h 1898882"/>
                <a:gd name="connsiteX95" fmla="*/ 1134657 w 4011346"/>
                <a:gd name="connsiteY95" fmla="*/ 1435007 h 1898882"/>
                <a:gd name="connsiteX96" fmla="*/ 1134657 w 4011346"/>
                <a:gd name="connsiteY96" fmla="*/ 1455030 h 1898882"/>
                <a:gd name="connsiteX97" fmla="*/ 1148006 w 4011346"/>
                <a:gd name="connsiteY97" fmla="*/ 1451693 h 1898882"/>
                <a:gd name="connsiteX98" fmla="*/ 1208076 w 4011346"/>
                <a:gd name="connsiteY98" fmla="*/ 1404972 h 1898882"/>
                <a:gd name="connsiteX99" fmla="*/ 1211414 w 4011346"/>
                <a:gd name="connsiteY99" fmla="*/ 1424995 h 1898882"/>
                <a:gd name="connsiteX100" fmla="*/ 1244786 w 4011346"/>
                <a:gd name="connsiteY100" fmla="*/ 1445019 h 1898882"/>
                <a:gd name="connsiteX101" fmla="*/ 1264809 w 4011346"/>
                <a:gd name="connsiteY101" fmla="*/ 1475054 h 1898882"/>
                <a:gd name="connsiteX102" fmla="*/ 1298181 w 4011346"/>
                <a:gd name="connsiteY102" fmla="*/ 1581845 h 1898882"/>
                <a:gd name="connsiteX103" fmla="*/ 1308193 w 4011346"/>
                <a:gd name="connsiteY103" fmla="*/ 1538461 h 1898882"/>
                <a:gd name="connsiteX104" fmla="*/ 1344903 w 4011346"/>
                <a:gd name="connsiteY104" fmla="*/ 1558484 h 1898882"/>
                <a:gd name="connsiteX105" fmla="*/ 1388287 w 4011346"/>
                <a:gd name="connsiteY105" fmla="*/ 1558484 h 1898882"/>
                <a:gd name="connsiteX106" fmla="*/ 1394961 w 4011346"/>
                <a:gd name="connsiteY106" fmla="*/ 1581845 h 1898882"/>
                <a:gd name="connsiteX107" fmla="*/ 1435008 w 4011346"/>
                <a:gd name="connsiteY107" fmla="*/ 1605206 h 1898882"/>
                <a:gd name="connsiteX108" fmla="*/ 1465043 w 4011346"/>
                <a:gd name="connsiteY108" fmla="*/ 1605206 h 1898882"/>
                <a:gd name="connsiteX109" fmla="*/ 1491741 w 4011346"/>
                <a:gd name="connsiteY109" fmla="*/ 1618555 h 1898882"/>
                <a:gd name="connsiteX110" fmla="*/ 1535125 w 4011346"/>
                <a:gd name="connsiteY110" fmla="*/ 1575171 h 1898882"/>
                <a:gd name="connsiteX111" fmla="*/ 1571834 w 4011346"/>
                <a:gd name="connsiteY111" fmla="*/ 1555147 h 1898882"/>
                <a:gd name="connsiteX112" fmla="*/ 1608544 w 4011346"/>
                <a:gd name="connsiteY112" fmla="*/ 1558484 h 1898882"/>
                <a:gd name="connsiteX113" fmla="*/ 1655265 w 4011346"/>
                <a:gd name="connsiteY113" fmla="*/ 1571833 h 1898882"/>
                <a:gd name="connsiteX114" fmla="*/ 1681963 w 4011346"/>
                <a:gd name="connsiteY114" fmla="*/ 1588520 h 1898882"/>
                <a:gd name="connsiteX115" fmla="*/ 1735358 w 4011346"/>
                <a:gd name="connsiteY115" fmla="*/ 1581845 h 1898882"/>
                <a:gd name="connsiteX116" fmla="*/ 1745370 w 4011346"/>
                <a:gd name="connsiteY116" fmla="*/ 1561822 h 1898882"/>
                <a:gd name="connsiteX117" fmla="*/ 1738695 w 4011346"/>
                <a:gd name="connsiteY117" fmla="*/ 1541798 h 1898882"/>
                <a:gd name="connsiteX118" fmla="*/ 1765393 w 4011346"/>
                <a:gd name="connsiteY118" fmla="*/ 1515101 h 1898882"/>
                <a:gd name="connsiteX119" fmla="*/ 1778742 w 4011346"/>
                <a:gd name="connsiteY119" fmla="*/ 1511763 h 1898882"/>
                <a:gd name="connsiteX120" fmla="*/ 1812114 w 4011346"/>
                <a:gd name="connsiteY120" fmla="*/ 1528449 h 1898882"/>
                <a:gd name="connsiteX121" fmla="*/ 1852161 w 4011346"/>
                <a:gd name="connsiteY121" fmla="*/ 1541798 h 1898882"/>
                <a:gd name="connsiteX122" fmla="*/ 1858836 w 4011346"/>
                <a:gd name="connsiteY122" fmla="*/ 1568496 h 1898882"/>
                <a:gd name="connsiteX123" fmla="*/ 1872184 w 4011346"/>
                <a:gd name="connsiteY123" fmla="*/ 1575171 h 1898882"/>
                <a:gd name="connsiteX124" fmla="*/ 1902219 w 4011346"/>
                <a:gd name="connsiteY124" fmla="*/ 1578508 h 1898882"/>
                <a:gd name="connsiteX125" fmla="*/ 1932254 w 4011346"/>
                <a:gd name="connsiteY125" fmla="*/ 1561822 h 1898882"/>
                <a:gd name="connsiteX126" fmla="*/ 1962290 w 4011346"/>
                <a:gd name="connsiteY126" fmla="*/ 1575171 h 1898882"/>
                <a:gd name="connsiteX127" fmla="*/ 1985650 w 4011346"/>
                <a:gd name="connsiteY127" fmla="*/ 1588520 h 1898882"/>
                <a:gd name="connsiteX128" fmla="*/ 1995662 w 4011346"/>
                <a:gd name="connsiteY128" fmla="*/ 1598531 h 1898882"/>
                <a:gd name="connsiteX129" fmla="*/ 2032371 w 4011346"/>
                <a:gd name="connsiteY129" fmla="*/ 1618555 h 1898882"/>
                <a:gd name="connsiteX130" fmla="*/ 2069081 w 4011346"/>
                <a:gd name="connsiteY130" fmla="*/ 1615217 h 1898882"/>
                <a:gd name="connsiteX131" fmla="*/ 2142500 w 4011346"/>
                <a:gd name="connsiteY131" fmla="*/ 1571833 h 1898882"/>
                <a:gd name="connsiteX132" fmla="*/ 2195895 w 4011346"/>
                <a:gd name="connsiteY132" fmla="*/ 1585182 h 1898882"/>
                <a:gd name="connsiteX133" fmla="*/ 2225930 w 4011346"/>
                <a:gd name="connsiteY133" fmla="*/ 1595194 h 1898882"/>
                <a:gd name="connsiteX134" fmla="*/ 2259303 w 4011346"/>
                <a:gd name="connsiteY134" fmla="*/ 1581845 h 1898882"/>
                <a:gd name="connsiteX135" fmla="*/ 2262640 w 4011346"/>
                <a:gd name="connsiteY135" fmla="*/ 1555147 h 1898882"/>
                <a:gd name="connsiteX136" fmla="*/ 2282663 w 4011346"/>
                <a:gd name="connsiteY136" fmla="*/ 1525112 h 1898882"/>
                <a:gd name="connsiteX137" fmla="*/ 2299349 w 4011346"/>
                <a:gd name="connsiteY137" fmla="*/ 1471717 h 1898882"/>
                <a:gd name="connsiteX138" fmla="*/ 2282663 w 4011346"/>
                <a:gd name="connsiteY138" fmla="*/ 1475054 h 1898882"/>
                <a:gd name="connsiteX139" fmla="*/ 2312698 w 4011346"/>
                <a:gd name="connsiteY139" fmla="*/ 1448356 h 1898882"/>
                <a:gd name="connsiteX140" fmla="*/ 2339396 w 4011346"/>
                <a:gd name="connsiteY140" fmla="*/ 1445019 h 1898882"/>
                <a:gd name="connsiteX141" fmla="*/ 2396129 w 4011346"/>
                <a:gd name="connsiteY141" fmla="*/ 1455030 h 1898882"/>
                <a:gd name="connsiteX142" fmla="*/ 2436176 w 4011346"/>
                <a:gd name="connsiteY142" fmla="*/ 1481728 h 1898882"/>
                <a:gd name="connsiteX143" fmla="*/ 2462873 w 4011346"/>
                <a:gd name="connsiteY143" fmla="*/ 1511763 h 1898882"/>
                <a:gd name="connsiteX144" fmla="*/ 2469548 w 4011346"/>
                <a:gd name="connsiteY144" fmla="*/ 1548473 h 1898882"/>
                <a:gd name="connsiteX145" fmla="*/ 2476222 w 4011346"/>
                <a:gd name="connsiteY145" fmla="*/ 1588520 h 1898882"/>
                <a:gd name="connsiteX146" fmla="*/ 2486234 w 4011346"/>
                <a:gd name="connsiteY146" fmla="*/ 1608543 h 1898882"/>
                <a:gd name="connsiteX147" fmla="*/ 2529618 w 4011346"/>
                <a:gd name="connsiteY147" fmla="*/ 1621892 h 1898882"/>
                <a:gd name="connsiteX148" fmla="*/ 2549641 w 4011346"/>
                <a:gd name="connsiteY148" fmla="*/ 1641915 h 1898882"/>
                <a:gd name="connsiteX149" fmla="*/ 2562990 w 4011346"/>
                <a:gd name="connsiteY149" fmla="*/ 1675287 h 1898882"/>
                <a:gd name="connsiteX150" fmla="*/ 2586351 w 4011346"/>
                <a:gd name="connsiteY150" fmla="*/ 1668613 h 1898882"/>
                <a:gd name="connsiteX151" fmla="*/ 2606374 w 4011346"/>
                <a:gd name="connsiteY151" fmla="*/ 1658601 h 1898882"/>
                <a:gd name="connsiteX152" fmla="*/ 2639746 w 4011346"/>
                <a:gd name="connsiteY152" fmla="*/ 1641915 h 1898882"/>
                <a:gd name="connsiteX153" fmla="*/ 2643084 w 4011346"/>
                <a:gd name="connsiteY153" fmla="*/ 1658601 h 1898882"/>
                <a:gd name="connsiteX154" fmla="*/ 2626398 w 4011346"/>
                <a:gd name="connsiteY154" fmla="*/ 1688636 h 1898882"/>
                <a:gd name="connsiteX155" fmla="*/ 2616386 w 4011346"/>
                <a:gd name="connsiteY155" fmla="*/ 1725346 h 1898882"/>
                <a:gd name="connsiteX156" fmla="*/ 2603037 w 4011346"/>
                <a:gd name="connsiteY156" fmla="*/ 1778741 h 1898882"/>
                <a:gd name="connsiteX157" fmla="*/ 2579676 w 4011346"/>
                <a:gd name="connsiteY157" fmla="*/ 1752044 h 1898882"/>
                <a:gd name="connsiteX158" fmla="*/ 2552979 w 4011346"/>
                <a:gd name="connsiteY158" fmla="*/ 1775404 h 1898882"/>
                <a:gd name="connsiteX159" fmla="*/ 2559653 w 4011346"/>
                <a:gd name="connsiteY159" fmla="*/ 1802102 h 1898882"/>
                <a:gd name="connsiteX160" fmla="*/ 2559653 w 4011346"/>
                <a:gd name="connsiteY160" fmla="*/ 1838811 h 1898882"/>
                <a:gd name="connsiteX161" fmla="*/ 2549641 w 4011346"/>
                <a:gd name="connsiteY161" fmla="*/ 1858835 h 1898882"/>
                <a:gd name="connsiteX162" fmla="*/ 2589688 w 4011346"/>
                <a:gd name="connsiteY162" fmla="*/ 1838811 h 1898882"/>
                <a:gd name="connsiteX163" fmla="*/ 2626398 w 4011346"/>
                <a:gd name="connsiteY163" fmla="*/ 1848823 h 1898882"/>
                <a:gd name="connsiteX164" fmla="*/ 2653095 w 4011346"/>
                <a:gd name="connsiteY164" fmla="*/ 1825463 h 1898882"/>
                <a:gd name="connsiteX165" fmla="*/ 2683130 w 4011346"/>
                <a:gd name="connsiteY165" fmla="*/ 1772067 h 1898882"/>
                <a:gd name="connsiteX166" fmla="*/ 2753212 w 4011346"/>
                <a:gd name="connsiteY166" fmla="*/ 1685299 h 1898882"/>
                <a:gd name="connsiteX167" fmla="*/ 2783247 w 4011346"/>
                <a:gd name="connsiteY167" fmla="*/ 1615217 h 1898882"/>
                <a:gd name="connsiteX168" fmla="*/ 2803271 w 4011346"/>
                <a:gd name="connsiteY168" fmla="*/ 1511763 h 1898882"/>
                <a:gd name="connsiteX169" fmla="*/ 2793259 w 4011346"/>
                <a:gd name="connsiteY169" fmla="*/ 1461705 h 1898882"/>
                <a:gd name="connsiteX170" fmla="*/ 2769898 w 4011346"/>
                <a:gd name="connsiteY170" fmla="*/ 1428333 h 1898882"/>
                <a:gd name="connsiteX171" fmla="*/ 2726514 w 4011346"/>
                <a:gd name="connsiteY171" fmla="*/ 1428333 h 1898882"/>
                <a:gd name="connsiteX172" fmla="*/ 2699817 w 4011346"/>
                <a:gd name="connsiteY172" fmla="*/ 1428333 h 1898882"/>
                <a:gd name="connsiteX173" fmla="*/ 2683130 w 4011346"/>
                <a:gd name="connsiteY173" fmla="*/ 1408309 h 1898882"/>
                <a:gd name="connsiteX174" fmla="*/ 2669781 w 4011346"/>
                <a:gd name="connsiteY174" fmla="*/ 1388286 h 1898882"/>
                <a:gd name="connsiteX175" fmla="*/ 2763224 w 4011346"/>
                <a:gd name="connsiteY175" fmla="*/ 1271483 h 1898882"/>
                <a:gd name="connsiteX176" fmla="*/ 2846654 w 4011346"/>
                <a:gd name="connsiteY176" fmla="*/ 1204739 h 1898882"/>
                <a:gd name="connsiteX177" fmla="*/ 2890038 w 4011346"/>
                <a:gd name="connsiteY177" fmla="*/ 1181378 h 1898882"/>
                <a:gd name="connsiteX178" fmla="*/ 2933422 w 4011346"/>
                <a:gd name="connsiteY178" fmla="*/ 1201401 h 1898882"/>
                <a:gd name="connsiteX179" fmla="*/ 2950109 w 4011346"/>
                <a:gd name="connsiteY179" fmla="*/ 1184715 h 1898882"/>
                <a:gd name="connsiteX180" fmla="*/ 2993492 w 4011346"/>
                <a:gd name="connsiteY180" fmla="*/ 1201401 h 1898882"/>
                <a:gd name="connsiteX181" fmla="*/ 3006841 w 4011346"/>
                <a:gd name="connsiteY181" fmla="*/ 1168029 h 1898882"/>
                <a:gd name="connsiteX182" fmla="*/ 3053563 w 4011346"/>
                <a:gd name="connsiteY182" fmla="*/ 1178041 h 1898882"/>
                <a:gd name="connsiteX183" fmla="*/ 3070249 w 4011346"/>
                <a:gd name="connsiteY183" fmla="*/ 1194727 h 1898882"/>
                <a:gd name="connsiteX184" fmla="*/ 3060237 w 4011346"/>
                <a:gd name="connsiteY184" fmla="*/ 1214750 h 1898882"/>
                <a:gd name="connsiteX185" fmla="*/ 3123644 w 4011346"/>
                <a:gd name="connsiteY185" fmla="*/ 1198064 h 1898882"/>
                <a:gd name="connsiteX186" fmla="*/ 3140330 w 4011346"/>
                <a:gd name="connsiteY186" fmla="*/ 1184715 h 1898882"/>
                <a:gd name="connsiteX187" fmla="*/ 3123644 w 4011346"/>
                <a:gd name="connsiteY187" fmla="*/ 1171366 h 1898882"/>
                <a:gd name="connsiteX188" fmla="*/ 3143668 w 4011346"/>
                <a:gd name="connsiteY188" fmla="*/ 1131320 h 1898882"/>
                <a:gd name="connsiteX189" fmla="*/ 3190389 w 4011346"/>
                <a:gd name="connsiteY189" fmla="*/ 1061238 h 1898882"/>
                <a:gd name="connsiteX190" fmla="*/ 3233773 w 4011346"/>
                <a:gd name="connsiteY190" fmla="*/ 1057901 h 1898882"/>
                <a:gd name="connsiteX191" fmla="*/ 3273819 w 4011346"/>
                <a:gd name="connsiteY191" fmla="*/ 1067912 h 1898882"/>
                <a:gd name="connsiteX192" fmla="*/ 3277157 w 4011346"/>
                <a:gd name="connsiteY192" fmla="*/ 1124645 h 1898882"/>
                <a:gd name="connsiteX193" fmla="*/ 3320541 w 4011346"/>
                <a:gd name="connsiteY193" fmla="*/ 1081261 h 1898882"/>
                <a:gd name="connsiteX194" fmla="*/ 3343901 w 4011346"/>
                <a:gd name="connsiteY194" fmla="*/ 1064575 h 1898882"/>
                <a:gd name="connsiteX195" fmla="*/ 3350576 w 4011346"/>
                <a:gd name="connsiteY195" fmla="*/ 1031203 h 1898882"/>
                <a:gd name="connsiteX196" fmla="*/ 3377273 w 4011346"/>
                <a:gd name="connsiteY196" fmla="*/ 1014517 h 1898882"/>
                <a:gd name="connsiteX197" fmla="*/ 3407309 w 4011346"/>
                <a:gd name="connsiteY197" fmla="*/ 1024528 h 1898882"/>
                <a:gd name="connsiteX198" fmla="*/ 3373936 w 4011346"/>
                <a:gd name="connsiteY198" fmla="*/ 1054563 h 1898882"/>
                <a:gd name="connsiteX199" fmla="*/ 3360587 w 4011346"/>
                <a:gd name="connsiteY199" fmla="*/ 1104622 h 1898882"/>
                <a:gd name="connsiteX200" fmla="*/ 3323878 w 4011346"/>
                <a:gd name="connsiteY200" fmla="*/ 1144668 h 1898882"/>
                <a:gd name="connsiteX201" fmla="*/ 3210412 w 4011346"/>
                <a:gd name="connsiteY201" fmla="*/ 1241448 h 1898882"/>
                <a:gd name="connsiteX202" fmla="*/ 3163691 w 4011346"/>
                <a:gd name="connsiteY202" fmla="*/ 1311530 h 1898882"/>
                <a:gd name="connsiteX203" fmla="*/ 3160354 w 4011346"/>
                <a:gd name="connsiteY203" fmla="*/ 1384949 h 1898882"/>
                <a:gd name="connsiteX204" fmla="*/ 3170365 w 4011346"/>
                <a:gd name="connsiteY204" fmla="*/ 1475054 h 1898882"/>
                <a:gd name="connsiteX205" fmla="*/ 3190389 w 4011346"/>
                <a:gd name="connsiteY205" fmla="*/ 1538461 h 1898882"/>
                <a:gd name="connsiteX206" fmla="*/ 3217087 w 4011346"/>
                <a:gd name="connsiteY206" fmla="*/ 1528449 h 1898882"/>
                <a:gd name="connsiteX207" fmla="*/ 3240447 w 4011346"/>
                <a:gd name="connsiteY207" fmla="*/ 1461705 h 1898882"/>
                <a:gd name="connsiteX208" fmla="*/ 3270482 w 4011346"/>
                <a:gd name="connsiteY208" fmla="*/ 1458368 h 1898882"/>
                <a:gd name="connsiteX209" fmla="*/ 3287168 w 4011346"/>
                <a:gd name="connsiteY209" fmla="*/ 1398298 h 1898882"/>
                <a:gd name="connsiteX210" fmla="*/ 3313866 w 4011346"/>
                <a:gd name="connsiteY210" fmla="*/ 1388286 h 1898882"/>
                <a:gd name="connsiteX211" fmla="*/ 3313866 w 4011346"/>
                <a:gd name="connsiteY211" fmla="*/ 1358251 h 1898882"/>
                <a:gd name="connsiteX212" fmla="*/ 3337227 w 4011346"/>
                <a:gd name="connsiteY212" fmla="*/ 1321541 h 1898882"/>
                <a:gd name="connsiteX213" fmla="*/ 3330552 w 4011346"/>
                <a:gd name="connsiteY213" fmla="*/ 1278157 h 1898882"/>
                <a:gd name="connsiteX214" fmla="*/ 3333890 w 4011346"/>
                <a:gd name="connsiteY214" fmla="*/ 1248122 h 1898882"/>
                <a:gd name="connsiteX215" fmla="*/ 3323878 w 4011346"/>
                <a:gd name="connsiteY215" fmla="*/ 1238111 h 1898882"/>
                <a:gd name="connsiteX216" fmla="*/ 3363925 w 4011346"/>
                <a:gd name="connsiteY216" fmla="*/ 1151343 h 1898882"/>
                <a:gd name="connsiteX217" fmla="*/ 3383948 w 4011346"/>
                <a:gd name="connsiteY217" fmla="*/ 1161355 h 1898882"/>
                <a:gd name="connsiteX218" fmla="*/ 3410646 w 4011346"/>
                <a:gd name="connsiteY218" fmla="*/ 1134657 h 1898882"/>
                <a:gd name="connsiteX219" fmla="*/ 3420657 w 4011346"/>
                <a:gd name="connsiteY219" fmla="*/ 1161355 h 1898882"/>
                <a:gd name="connsiteX220" fmla="*/ 3447355 w 4011346"/>
                <a:gd name="connsiteY220" fmla="*/ 1144668 h 1898882"/>
                <a:gd name="connsiteX221" fmla="*/ 3477390 w 4011346"/>
                <a:gd name="connsiteY221" fmla="*/ 1134657 h 1898882"/>
                <a:gd name="connsiteX222" fmla="*/ 3514100 w 4011346"/>
                <a:gd name="connsiteY222" fmla="*/ 1161355 h 1898882"/>
                <a:gd name="connsiteX223" fmla="*/ 3574170 w 4011346"/>
                <a:gd name="connsiteY223" fmla="*/ 1094610 h 1898882"/>
                <a:gd name="connsiteX224" fmla="*/ 3637577 w 4011346"/>
                <a:gd name="connsiteY224" fmla="*/ 1047889 h 1898882"/>
                <a:gd name="connsiteX225" fmla="*/ 3690973 w 4011346"/>
                <a:gd name="connsiteY225" fmla="*/ 1011179 h 1898882"/>
                <a:gd name="connsiteX226" fmla="*/ 3741031 w 4011346"/>
                <a:gd name="connsiteY226" fmla="*/ 1037877 h 1898882"/>
                <a:gd name="connsiteX227" fmla="*/ 3751043 w 4011346"/>
                <a:gd name="connsiteY227" fmla="*/ 1011179 h 1898882"/>
                <a:gd name="connsiteX228" fmla="*/ 3727682 w 4011346"/>
                <a:gd name="connsiteY228" fmla="*/ 944435 h 1898882"/>
                <a:gd name="connsiteX229" fmla="*/ 3700984 w 4011346"/>
                <a:gd name="connsiteY229" fmla="*/ 927749 h 1898882"/>
                <a:gd name="connsiteX230" fmla="*/ 3697647 w 4011346"/>
                <a:gd name="connsiteY230" fmla="*/ 897714 h 1898882"/>
                <a:gd name="connsiteX231" fmla="*/ 3751043 w 4011346"/>
                <a:gd name="connsiteY231" fmla="*/ 904388 h 1898882"/>
                <a:gd name="connsiteX232" fmla="*/ 3774403 w 4011346"/>
                <a:gd name="connsiteY232" fmla="*/ 861004 h 1898882"/>
                <a:gd name="connsiteX233" fmla="*/ 3767729 w 4011346"/>
                <a:gd name="connsiteY233" fmla="*/ 834306 h 1898882"/>
                <a:gd name="connsiteX234" fmla="*/ 3794427 w 4011346"/>
                <a:gd name="connsiteY234" fmla="*/ 800934 h 1898882"/>
                <a:gd name="connsiteX235" fmla="*/ 3804438 w 4011346"/>
                <a:gd name="connsiteY235" fmla="*/ 844318 h 1898882"/>
                <a:gd name="connsiteX236" fmla="*/ 3827799 w 4011346"/>
                <a:gd name="connsiteY236" fmla="*/ 861004 h 1898882"/>
                <a:gd name="connsiteX237" fmla="*/ 3874520 w 4011346"/>
                <a:gd name="connsiteY237" fmla="*/ 881028 h 1898882"/>
                <a:gd name="connsiteX238" fmla="*/ 3894544 w 4011346"/>
                <a:gd name="connsiteY238" fmla="*/ 907725 h 1898882"/>
                <a:gd name="connsiteX239" fmla="*/ 3941265 w 4011346"/>
                <a:gd name="connsiteY239" fmla="*/ 931086 h 1898882"/>
                <a:gd name="connsiteX240" fmla="*/ 3947939 w 4011346"/>
                <a:gd name="connsiteY240" fmla="*/ 917737 h 1898882"/>
                <a:gd name="connsiteX241" fmla="*/ 3957951 w 4011346"/>
                <a:gd name="connsiteY241" fmla="*/ 854330 h 1898882"/>
                <a:gd name="connsiteX242" fmla="*/ 4004672 w 4011346"/>
                <a:gd name="connsiteY242" fmla="*/ 847655 h 1898882"/>
                <a:gd name="connsiteX243" fmla="*/ 4011346 w 4011346"/>
                <a:gd name="connsiteY243" fmla="*/ 814283 h 1898882"/>
                <a:gd name="connsiteX244" fmla="*/ 3967963 w 4011346"/>
                <a:gd name="connsiteY244" fmla="*/ 777574 h 1898882"/>
                <a:gd name="connsiteX245" fmla="*/ 3921241 w 4011346"/>
                <a:gd name="connsiteY245" fmla="*/ 760887 h 1898882"/>
                <a:gd name="connsiteX246" fmla="*/ 3907892 w 4011346"/>
                <a:gd name="connsiteY246" fmla="*/ 764225 h 1898882"/>
                <a:gd name="connsiteX247" fmla="*/ 3907892 w 4011346"/>
                <a:gd name="connsiteY247" fmla="*/ 797597 h 1898882"/>
                <a:gd name="connsiteX248" fmla="*/ 3887869 w 4011346"/>
                <a:gd name="connsiteY248" fmla="*/ 790922 h 1898882"/>
                <a:gd name="connsiteX249" fmla="*/ 3874520 w 4011346"/>
                <a:gd name="connsiteY249" fmla="*/ 737527 h 1898882"/>
                <a:gd name="connsiteX250" fmla="*/ 3817787 w 4011346"/>
                <a:gd name="connsiteY250" fmla="*/ 674120 h 1898882"/>
                <a:gd name="connsiteX251" fmla="*/ 3717671 w 4011346"/>
                <a:gd name="connsiteY251" fmla="*/ 597363 h 1898882"/>
                <a:gd name="connsiteX252" fmla="*/ 3664275 w 4011346"/>
                <a:gd name="connsiteY252" fmla="*/ 577340 h 1898882"/>
                <a:gd name="connsiteX253" fmla="*/ 3584181 w 4011346"/>
                <a:gd name="connsiteY253" fmla="*/ 570666 h 1898882"/>
                <a:gd name="connsiteX254" fmla="*/ 3520774 w 4011346"/>
                <a:gd name="connsiteY254" fmla="*/ 553979 h 1898882"/>
                <a:gd name="connsiteX255" fmla="*/ 3530786 w 4011346"/>
                <a:gd name="connsiteY255" fmla="*/ 594026 h 1898882"/>
                <a:gd name="connsiteX256" fmla="*/ 3537460 w 4011346"/>
                <a:gd name="connsiteY256" fmla="*/ 620724 h 1898882"/>
                <a:gd name="connsiteX257" fmla="*/ 3507425 w 4011346"/>
                <a:gd name="connsiteY257" fmla="*/ 644084 h 1898882"/>
                <a:gd name="connsiteX258" fmla="*/ 3477390 w 4011346"/>
                <a:gd name="connsiteY258" fmla="*/ 617387 h 1898882"/>
                <a:gd name="connsiteX259" fmla="*/ 3477390 w 4011346"/>
                <a:gd name="connsiteY259" fmla="*/ 597363 h 1898882"/>
                <a:gd name="connsiteX260" fmla="*/ 3504088 w 4011346"/>
                <a:gd name="connsiteY260" fmla="*/ 577340 h 1898882"/>
                <a:gd name="connsiteX261" fmla="*/ 3467379 w 4011346"/>
                <a:gd name="connsiteY261" fmla="*/ 563991 h 1898882"/>
                <a:gd name="connsiteX262" fmla="*/ 3450692 w 4011346"/>
                <a:gd name="connsiteY262" fmla="*/ 590689 h 1898882"/>
                <a:gd name="connsiteX263" fmla="*/ 3440681 w 4011346"/>
                <a:gd name="connsiteY263" fmla="*/ 604038 h 1898882"/>
                <a:gd name="connsiteX264" fmla="*/ 3357250 w 4011346"/>
                <a:gd name="connsiteY264" fmla="*/ 590689 h 1898882"/>
                <a:gd name="connsiteX265" fmla="*/ 3297180 w 4011346"/>
                <a:gd name="connsiteY265" fmla="*/ 597363 h 1898882"/>
                <a:gd name="connsiteX266" fmla="*/ 3267145 w 4011346"/>
                <a:gd name="connsiteY266" fmla="*/ 574003 h 1898882"/>
                <a:gd name="connsiteX267" fmla="*/ 3267145 w 4011346"/>
                <a:gd name="connsiteY267" fmla="*/ 537293 h 1898882"/>
                <a:gd name="connsiteX268" fmla="*/ 3203738 w 4011346"/>
                <a:gd name="connsiteY268" fmla="*/ 480560 h 1898882"/>
                <a:gd name="connsiteX269" fmla="*/ 3076923 w 4011346"/>
                <a:gd name="connsiteY269" fmla="*/ 487235 h 1898882"/>
                <a:gd name="connsiteX270" fmla="*/ 3043551 w 4011346"/>
                <a:gd name="connsiteY270" fmla="*/ 463874 h 1898882"/>
                <a:gd name="connsiteX271" fmla="*/ 3000167 w 4011346"/>
                <a:gd name="connsiteY271" fmla="*/ 417153 h 1898882"/>
                <a:gd name="connsiteX272" fmla="*/ 3013516 w 4011346"/>
                <a:gd name="connsiteY272" fmla="*/ 410479 h 1898882"/>
                <a:gd name="connsiteX273" fmla="*/ 3000167 w 4011346"/>
                <a:gd name="connsiteY273" fmla="*/ 390455 h 1898882"/>
                <a:gd name="connsiteX274" fmla="*/ 2970132 w 4011346"/>
                <a:gd name="connsiteY274" fmla="*/ 387118 h 1898882"/>
                <a:gd name="connsiteX275" fmla="*/ 2920073 w 4011346"/>
                <a:gd name="connsiteY275" fmla="*/ 433839 h 1898882"/>
                <a:gd name="connsiteX276" fmla="*/ 2920073 w 4011346"/>
                <a:gd name="connsiteY276" fmla="*/ 433839 h 1898882"/>
                <a:gd name="connsiteX277" fmla="*/ 2916736 w 4011346"/>
                <a:gd name="connsiteY277" fmla="*/ 383781 h 1898882"/>
                <a:gd name="connsiteX278" fmla="*/ 2936760 w 4011346"/>
                <a:gd name="connsiteY278" fmla="*/ 380444 h 1898882"/>
                <a:gd name="connsiteX279" fmla="*/ 2866678 w 4011346"/>
                <a:gd name="connsiteY279" fmla="*/ 350409 h 1898882"/>
                <a:gd name="connsiteX280" fmla="*/ 2813282 w 4011346"/>
                <a:gd name="connsiteY280" fmla="*/ 347071 h 1898882"/>
                <a:gd name="connsiteX281" fmla="*/ 2793259 w 4011346"/>
                <a:gd name="connsiteY281" fmla="*/ 370432 h 1898882"/>
                <a:gd name="connsiteX282" fmla="*/ 2743200 w 4011346"/>
                <a:gd name="connsiteY282" fmla="*/ 380444 h 1898882"/>
                <a:gd name="connsiteX283" fmla="*/ 2786584 w 4011346"/>
                <a:gd name="connsiteY283" fmla="*/ 390455 h 1898882"/>
                <a:gd name="connsiteX284" fmla="*/ 2763224 w 4011346"/>
                <a:gd name="connsiteY284" fmla="*/ 410479 h 1898882"/>
                <a:gd name="connsiteX285" fmla="*/ 2769898 w 4011346"/>
                <a:gd name="connsiteY285" fmla="*/ 460537 h 1898882"/>
                <a:gd name="connsiteX286" fmla="*/ 2749875 w 4011346"/>
                <a:gd name="connsiteY286" fmla="*/ 443851 h 1898882"/>
                <a:gd name="connsiteX287" fmla="*/ 2733189 w 4011346"/>
                <a:gd name="connsiteY287" fmla="*/ 457200 h 1898882"/>
                <a:gd name="connsiteX288" fmla="*/ 2666444 w 4011346"/>
                <a:gd name="connsiteY288" fmla="*/ 447188 h 1898882"/>
                <a:gd name="connsiteX289" fmla="*/ 2636409 w 4011346"/>
                <a:gd name="connsiteY289" fmla="*/ 457200 h 1898882"/>
                <a:gd name="connsiteX290" fmla="*/ 2603037 w 4011346"/>
                <a:gd name="connsiteY290" fmla="*/ 417153 h 1898882"/>
                <a:gd name="connsiteX291" fmla="*/ 2569665 w 4011346"/>
                <a:gd name="connsiteY291" fmla="*/ 500584 h 1898882"/>
                <a:gd name="connsiteX292" fmla="*/ 2552979 w 4011346"/>
                <a:gd name="connsiteY292" fmla="*/ 520607 h 1898882"/>
                <a:gd name="connsiteX293" fmla="*/ 2469548 w 4011346"/>
                <a:gd name="connsiteY293" fmla="*/ 383781 h 1898882"/>
                <a:gd name="connsiteX294" fmla="*/ 2446187 w 4011346"/>
                <a:gd name="connsiteY294" fmla="*/ 400467 h 1898882"/>
                <a:gd name="connsiteX295" fmla="*/ 2442850 w 4011346"/>
                <a:gd name="connsiteY295" fmla="*/ 367095 h 1898882"/>
                <a:gd name="connsiteX296" fmla="*/ 2449525 w 4011346"/>
                <a:gd name="connsiteY296" fmla="*/ 297013 h 1898882"/>
                <a:gd name="connsiteX297" fmla="*/ 2386117 w 4011346"/>
                <a:gd name="connsiteY297" fmla="*/ 270315 h 1898882"/>
                <a:gd name="connsiteX298" fmla="*/ 2369431 w 4011346"/>
                <a:gd name="connsiteY298" fmla="*/ 310362 h 1898882"/>
                <a:gd name="connsiteX299" fmla="*/ 2379443 w 4011346"/>
                <a:gd name="connsiteY299" fmla="*/ 333722 h 1898882"/>
                <a:gd name="connsiteX300" fmla="*/ 2376106 w 4011346"/>
                <a:gd name="connsiteY300" fmla="*/ 353746 h 1898882"/>
                <a:gd name="connsiteX301" fmla="*/ 2352745 w 4011346"/>
                <a:gd name="connsiteY301" fmla="*/ 330385 h 1898882"/>
                <a:gd name="connsiteX302" fmla="*/ 2316036 w 4011346"/>
                <a:gd name="connsiteY302" fmla="*/ 337060 h 1898882"/>
                <a:gd name="connsiteX303" fmla="*/ 2272652 w 4011346"/>
                <a:gd name="connsiteY303" fmla="*/ 323711 h 1898882"/>
                <a:gd name="connsiteX304" fmla="*/ 2245954 w 4011346"/>
                <a:gd name="connsiteY304" fmla="*/ 283664 h 1898882"/>
                <a:gd name="connsiteX305" fmla="*/ 2209244 w 4011346"/>
                <a:gd name="connsiteY305" fmla="*/ 280327 h 1898882"/>
                <a:gd name="connsiteX306" fmla="*/ 2159186 w 4011346"/>
                <a:gd name="connsiteY306" fmla="*/ 270315 h 1898882"/>
                <a:gd name="connsiteX307" fmla="*/ 2132488 w 4011346"/>
                <a:gd name="connsiteY307" fmla="*/ 287001 h 1898882"/>
                <a:gd name="connsiteX308" fmla="*/ 2115802 w 4011346"/>
                <a:gd name="connsiteY308" fmla="*/ 300350 h 1898882"/>
                <a:gd name="connsiteX309" fmla="*/ 2115802 w 4011346"/>
                <a:gd name="connsiteY309" fmla="*/ 270315 h 1898882"/>
                <a:gd name="connsiteX310" fmla="*/ 2082430 w 4011346"/>
                <a:gd name="connsiteY310" fmla="*/ 266978 h 1898882"/>
                <a:gd name="connsiteX311" fmla="*/ 2045720 w 4011346"/>
                <a:gd name="connsiteY311" fmla="*/ 240280 h 1898882"/>
                <a:gd name="connsiteX312" fmla="*/ 2025697 w 4011346"/>
                <a:gd name="connsiteY312" fmla="*/ 270315 h 1898882"/>
                <a:gd name="connsiteX313" fmla="*/ 2055732 w 4011346"/>
                <a:gd name="connsiteY313" fmla="*/ 266978 h 1898882"/>
                <a:gd name="connsiteX314" fmla="*/ 2045720 w 4011346"/>
                <a:gd name="connsiteY314" fmla="*/ 293676 h 1898882"/>
                <a:gd name="connsiteX315" fmla="*/ 1988987 w 4011346"/>
                <a:gd name="connsiteY315" fmla="*/ 313699 h 1898882"/>
                <a:gd name="connsiteX316" fmla="*/ 1935592 w 4011346"/>
                <a:gd name="connsiteY316" fmla="*/ 323711 h 1898882"/>
                <a:gd name="connsiteX317" fmla="*/ 1995662 w 4011346"/>
                <a:gd name="connsiteY317" fmla="*/ 266978 h 1898882"/>
                <a:gd name="connsiteX318" fmla="*/ 2055732 w 4011346"/>
                <a:gd name="connsiteY318" fmla="*/ 196896 h 1898882"/>
                <a:gd name="connsiteX319" fmla="*/ 2055732 w 4011346"/>
                <a:gd name="connsiteY319" fmla="*/ 196896 h 1898882"/>
                <a:gd name="connsiteX320" fmla="*/ 1782079 w 4011346"/>
                <a:gd name="connsiteY320" fmla="*/ 0 h 1898882"/>
                <a:gd name="connsiteX321" fmla="*/ 1768731 w 4011346"/>
                <a:gd name="connsiteY321" fmla="*/ 46722 h 1898882"/>
                <a:gd name="connsiteX322" fmla="*/ 1705322 w 4011346"/>
                <a:gd name="connsiteY322" fmla="*/ 70082 h 1898882"/>
                <a:gd name="connsiteX323" fmla="*/ 1685300 w 4011346"/>
                <a:gd name="connsiteY323" fmla="*/ 43384 h 1898882"/>
                <a:gd name="connsiteX324" fmla="*/ 1615218 w 4011346"/>
                <a:gd name="connsiteY324" fmla="*/ 46722 h 1898882"/>
                <a:gd name="connsiteX325" fmla="*/ 1638579 w 4011346"/>
                <a:gd name="connsiteY325" fmla="*/ 76757 h 1898882"/>
                <a:gd name="connsiteX326" fmla="*/ 1528449 w 4011346"/>
                <a:gd name="connsiteY326" fmla="*/ 103453 h 1898882"/>
                <a:gd name="connsiteX327" fmla="*/ 1465043 w 4011346"/>
                <a:gd name="connsiteY327" fmla="*/ 186884 h 1898882"/>
                <a:gd name="connsiteX328" fmla="*/ 1448357 w 4011346"/>
                <a:gd name="connsiteY328" fmla="*/ 213582 h 1898882"/>
                <a:gd name="connsiteX329" fmla="*/ 1481729 w 4011346"/>
                <a:gd name="connsiteY329" fmla="*/ 246955 h 1898882"/>
                <a:gd name="connsiteX330" fmla="*/ 1481729 w 4011346"/>
                <a:gd name="connsiteY330" fmla="*/ 276990 h 1898882"/>
                <a:gd name="connsiteX331" fmla="*/ 1458368 w 4011346"/>
                <a:gd name="connsiteY331" fmla="*/ 280327 h 1898882"/>
                <a:gd name="connsiteX332" fmla="*/ 1458368 w 4011346"/>
                <a:gd name="connsiteY332" fmla="*/ 260303 h 1898882"/>
                <a:gd name="connsiteX333" fmla="*/ 1418322 w 4011346"/>
                <a:gd name="connsiteY333" fmla="*/ 270315 h 1898882"/>
                <a:gd name="connsiteX334" fmla="*/ 1368263 w 4011346"/>
                <a:gd name="connsiteY334" fmla="*/ 276990 h 1898882"/>
                <a:gd name="connsiteX335" fmla="*/ 1321542 w 4011346"/>
                <a:gd name="connsiteY335" fmla="*/ 283664 h 1898882"/>
                <a:gd name="connsiteX336" fmla="*/ 1318205 w 4011346"/>
                <a:gd name="connsiteY336" fmla="*/ 370432 h 1898882"/>
                <a:gd name="connsiteX337" fmla="*/ 1358252 w 4011346"/>
                <a:gd name="connsiteY337" fmla="*/ 393793 h 1898882"/>
                <a:gd name="connsiteX338" fmla="*/ 1374938 w 4011346"/>
                <a:gd name="connsiteY338" fmla="*/ 423828 h 1898882"/>
                <a:gd name="connsiteX339" fmla="*/ 1384949 w 4011346"/>
                <a:gd name="connsiteY339" fmla="*/ 447188 h 1898882"/>
                <a:gd name="connsiteX340" fmla="*/ 1394961 w 4011346"/>
                <a:gd name="connsiteY340" fmla="*/ 497247 h 1898882"/>
                <a:gd name="connsiteX341" fmla="*/ 1384949 w 4011346"/>
                <a:gd name="connsiteY341" fmla="*/ 527282 h 1898882"/>
                <a:gd name="connsiteX342" fmla="*/ 1358252 w 4011346"/>
                <a:gd name="connsiteY342" fmla="*/ 493909 h 1898882"/>
                <a:gd name="connsiteX343" fmla="*/ 1361589 w 4011346"/>
                <a:gd name="connsiteY343" fmla="*/ 463874 h 1898882"/>
                <a:gd name="connsiteX344" fmla="*/ 1351577 w 4011346"/>
                <a:gd name="connsiteY344" fmla="*/ 423828 h 1898882"/>
                <a:gd name="connsiteX345" fmla="*/ 1328217 w 4011346"/>
                <a:gd name="connsiteY345" fmla="*/ 430502 h 1898882"/>
                <a:gd name="connsiteX346" fmla="*/ 1281495 w 4011346"/>
                <a:gd name="connsiteY346" fmla="*/ 393793 h 1898882"/>
                <a:gd name="connsiteX347" fmla="*/ 1241449 w 4011346"/>
                <a:gd name="connsiteY347" fmla="*/ 390455 h 1898882"/>
                <a:gd name="connsiteX348" fmla="*/ 1241449 w 4011346"/>
                <a:gd name="connsiteY348" fmla="*/ 437176 h 1898882"/>
                <a:gd name="connsiteX349" fmla="*/ 1201402 w 4011346"/>
                <a:gd name="connsiteY349" fmla="*/ 417153 h 1898882"/>
                <a:gd name="connsiteX350" fmla="*/ 1228100 w 4011346"/>
                <a:gd name="connsiteY350" fmla="*/ 467211 h 1898882"/>
                <a:gd name="connsiteX351" fmla="*/ 1258135 w 4011346"/>
                <a:gd name="connsiteY351" fmla="*/ 477223 h 1898882"/>
                <a:gd name="connsiteX352" fmla="*/ 1258135 w 4011346"/>
                <a:gd name="connsiteY352" fmla="*/ 497247 h 1898882"/>
                <a:gd name="connsiteX353" fmla="*/ 1198065 w 4011346"/>
                <a:gd name="connsiteY353" fmla="*/ 473886 h 1898882"/>
                <a:gd name="connsiteX354" fmla="*/ 1181379 w 4011346"/>
                <a:gd name="connsiteY354" fmla="*/ 473886 h 1898882"/>
                <a:gd name="connsiteX355" fmla="*/ 1178041 w 4011346"/>
                <a:gd name="connsiteY355" fmla="*/ 430502 h 1898882"/>
                <a:gd name="connsiteX356" fmla="*/ 1171367 w 4011346"/>
                <a:gd name="connsiteY356" fmla="*/ 343734 h 1898882"/>
                <a:gd name="connsiteX357" fmla="*/ 1161355 w 4011346"/>
                <a:gd name="connsiteY357" fmla="*/ 413816 h 1898882"/>
                <a:gd name="connsiteX358" fmla="*/ 1137995 w 4011346"/>
                <a:gd name="connsiteY358" fmla="*/ 443851 h 1898882"/>
                <a:gd name="connsiteX359" fmla="*/ 1158018 w 4011346"/>
                <a:gd name="connsiteY359" fmla="*/ 490572 h 1898882"/>
                <a:gd name="connsiteX360" fmla="*/ 1158018 w 4011346"/>
                <a:gd name="connsiteY360" fmla="*/ 523944 h 1898882"/>
                <a:gd name="connsiteX361" fmla="*/ 1141332 w 4011346"/>
                <a:gd name="connsiteY361" fmla="*/ 574003 h 1898882"/>
                <a:gd name="connsiteX362" fmla="*/ 1154681 w 4011346"/>
                <a:gd name="connsiteY362" fmla="*/ 607375 h 1898882"/>
                <a:gd name="connsiteX363" fmla="*/ 1184716 w 4011346"/>
                <a:gd name="connsiteY363" fmla="*/ 614049 h 1898882"/>
                <a:gd name="connsiteX364" fmla="*/ 1221425 w 4011346"/>
                <a:gd name="connsiteY364" fmla="*/ 620724 h 1898882"/>
                <a:gd name="connsiteX365" fmla="*/ 1241449 w 4011346"/>
                <a:gd name="connsiteY365" fmla="*/ 644084 h 1898882"/>
                <a:gd name="connsiteX366" fmla="*/ 1258135 w 4011346"/>
                <a:gd name="connsiteY366" fmla="*/ 687468 h 1898882"/>
                <a:gd name="connsiteX367" fmla="*/ 1258135 w 4011346"/>
                <a:gd name="connsiteY367" fmla="*/ 687468 h 1898882"/>
                <a:gd name="connsiteX368" fmla="*/ 1254798 w 4011346"/>
                <a:gd name="connsiteY368" fmla="*/ 720841 h 1898882"/>
                <a:gd name="connsiteX369" fmla="*/ 1274821 w 4011346"/>
                <a:gd name="connsiteY369" fmla="*/ 740864 h 1898882"/>
                <a:gd name="connsiteX370" fmla="*/ 1244786 w 4011346"/>
                <a:gd name="connsiteY370" fmla="*/ 747539 h 1898882"/>
                <a:gd name="connsiteX371" fmla="*/ 1224763 w 4011346"/>
                <a:gd name="connsiteY371" fmla="*/ 707492 h 1898882"/>
                <a:gd name="connsiteX372" fmla="*/ 1224763 w 4011346"/>
                <a:gd name="connsiteY372" fmla="*/ 667445 h 1898882"/>
                <a:gd name="connsiteX373" fmla="*/ 1194727 w 4011346"/>
                <a:gd name="connsiteY373" fmla="*/ 630736 h 1898882"/>
                <a:gd name="connsiteX374" fmla="*/ 1164692 w 4011346"/>
                <a:gd name="connsiteY374" fmla="*/ 674120 h 1898882"/>
                <a:gd name="connsiteX375" fmla="*/ 1178041 w 4011346"/>
                <a:gd name="connsiteY375" fmla="*/ 717503 h 1898882"/>
                <a:gd name="connsiteX376" fmla="*/ 1137995 w 4011346"/>
                <a:gd name="connsiteY376" fmla="*/ 774236 h 1898882"/>
                <a:gd name="connsiteX377" fmla="*/ 1097948 w 4011346"/>
                <a:gd name="connsiteY377" fmla="*/ 830969 h 1898882"/>
                <a:gd name="connsiteX378" fmla="*/ 1007843 w 4011346"/>
                <a:gd name="connsiteY378" fmla="*/ 794260 h 1898882"/>
                <a:gd name="connsiteX379" fmla="*/ 1074587 w 4011346"/>
                <a:gd name="connsiteY379" fmla="*/ 790922 h 1898882"/>
                <a:gd name="connsiteX380" fmla="*/ 1107960 w 4011346"/>
                <a:gd name="connsiteY380" fmla="*/ 727515 h 1898882"/>
                <a:gd name="connsiteX381" fmla="*/ 1121309 w 4011346"/>
                <a:gd name="connsiteY381" fmla="*/ 684131 h 1898882"/>
                <a:gd name="connsiteX382" fmla="*/ 1127983 w 4011346"/>
                <a:gd name="connsiteY382" fmla="*/ 650759 h 1898882"/>
                <a:gd name="connsiteX383" fmla="*/ 1117971 w 4011346"/>
                <a:gd name="connsiteY383" fmla="*/ 634073 h 1898882"/>
                <a:gd name="connsiteX384" fmla="*/ 1114634 w 4011346"/>
                <a:gd name="connsiteY384" fmla="*/ 584014 h 1898882"/>
                <a:gd name="connsiteX385" fmla="*/ 1104622 w 4011346"/>
                <a:gd name="connsiteY385" fmla="*/ 503921 h 1898882"/>
                <a:gd name="connsiteX386" fmla="*/ 1101285 w 4011346"/>
                <a:gd name="connsiteY386" fmla="*/ 443851 h 1898882"/>
                <a:gd name="connsiteX387" fmla="*/ 1124646 w 4011346"/>
                <a:gd name="connsiteY387" fmla="*/ 350409 h 1898882"/>
                <a:gd name="connsiteX388" fmla="*/ 1031203 w 4011346"/>
                <a:gd name="connsiteY388" fmla="*/ 340397 h 1898882"/>
                <a:gd name="connsiteX389" fmla="*/ 1014517 w 4011346"/>
                <a:gd name="connsiteY389" fmla="*/ 397130 h 1898882"/>
                <a:gd name="connsiteX390" fmla="*/ 1024529 w 4011346"/>
                <a:gd name="connsiteY390" fmla="*/ 443851 h 1898882"/>
                <a:gd name="connsiteX391" fmla="*/ 981145 w 4011346"/>
                <a:gd name="connsiteY391" fmla="*/ 497247 h 1898882"/>
                <a:gd name="connsiteX392" fmla="*/ 991157 w 4011346"/>
                <a:gd name="connsiteY392" fmla="*/ 533956 h 1898882"/>
                <a:gd name="connsiteX393" fmla="*/ 981145 w 4011346"/>
                <a:gd name="connsiteY393" fmla="*/ 580677 h 1898882"/>
                <a:gd name="connsiteX394" fmla="*/ 1001168 w 4011346"/>
                <a:gd name="connsiteY394" fmla="*/ 604038 h 1898882"/>
                <a:gd name="connsiteX395" fmla="*/ 1017854 w 4011346"/>
                <a:gd name="connsiteY395" fmla="*/ 650759 h 1898882"/>
                <a:gd name="connsiteX396" fmla="*/ 1047890 w 4011346"/>
                <a:gd name="connsiteY396" fmla="*/ 637410 h 1898882"/>
                <a:gd name="connsiteX397" fmla="*/ 1014517 w 4011346"/>
                <a:gd name="connsiteY397" fmla="*/ 690806 h 1898882"/>
                <a:gd name="connsiteX398" fmla="*/ 957784 w 4011346"/>
                <a:gd name="connsiteY398" fmla="*/ 637410 h 1898882"/>
                <a:gd name="connsiteX399" fmla="*/ 884365 w 4011346"/>
                <a:gd name="connsiteY399" fmla="*/ 600701 h 1898882"/>
                <a:gd name="connsiteX400" fmla="*/ 824295 w 4011346"/>
                <a:gd name="connsiteY400" fmla="*/ 577340 h 1898882"/>
                <a:gd name="connsiteX401" fmla="*/ 810946 w 4011346"/>
                <a:gd name="connsiteY401" fmla="*/ 614049 h 1898882"/>
                <a:gd name="connsiteX402" fmla="*/ 827633 w 4011346"/>
                <a:gd name="connsiteY402" fmla="*/ 650759 h 1898882"/>
                <a:gd name="connsiteX403" fmla="*/ 814284 w 4011346"/>
                <a:gd name="connsiteY403" fmla="*/ 674120 h 1898882"/>
                <a:gd name="connsiteX404" fmla="*/ 800935 w 4011346"/>
                <a:gd name="connsiteY404" fmla="*/ 690806 h 1898882"/>
                <a:gd name="connsiteX405" fmla="*/ 770900 w 4011346"/>
                <a:gd name="connsiteY405" fmla="*/ 634073 h 1898882"/>
                <a:gd name="connsiteX406" fmla="*/ 744202 w 4011346"/>
                <a:gd name="connsiteY406" fmla="*/ 670782 h 1898882"/>
                <a:gd name="connsiteX407" fmla="*/ 707492 w 4011346"/>
                <a:gd name="connsiteY407" fmla="*/ 664108 h 1898882"/>
                <a:gd name="connsiteX408" fmla="*/ 654097 w 4011346"/>
                <a:gd name="connsiteY408" fmla="*/ 700817 h 1898882"/>
                <a:gd name="connsiteX409" fmla="*/ 644085 w 4011346"/>
                <a:gd name="connsiteY409" fmla="*/ 677457 h 1898882"/>
                <a:gd name="connsiteX410" fmla="*/ 654097 w 4011346"/>
                <a:gd name="connsiteY410" fmla="*/ 640747 h 1898882"/>
                <a:gd name="connsiteX411" fmla="*/ 614050 w 4011346"/>
                <a:gd name="connsiteY411" fmla="*/ 677457 h 1898882"/>
                <a:gd name="connsiteX412" fmla="*/ 594027 w 4011346"/>
                <a:gd name="connsiteY412" fmla="*/ 677457 h 1898882"/>
                <a:gd name="connsiteX413" fmla="*/ 533957 w 4011346"/>
                <a:gd name="connsiteY413" fmla="*/ 710829 h 1898882"/>
                <a:gd name="connsiteX414" fmla="*/ 510596 w 4011346"/>
                <a:gd name="connsiteY414" fmla="*/ 734190 h 1898882"/>
                <a:gd name="connsiteX415" fmla="*/ 500584 w 4011346"/>
                <a:gd name="connsiteY415" fmla="*/ 780911 h 1898882"/>
                <a:gd name="connsiteX416" fmla="*/ 450526 w 4011346"/>
                <a:gd name="connsiteY416" fmla="*/ 767562 h 1898882"/>
                <a:gd name="connsiteX417" fmla="*/ 433840 w 4011346"/>
                <a:gd name="connsiteY417" fmla="*/ 730852 h 1898882"/>
                <a:gd name="connsiteX418" fmla="*/ 467212 w 4011346"/>
                <a:gd name="connsiteY418" fmla="*/ 700817 h 1898882"/>
                <a:gd name="connsiteX419" fmla="*/ 453863 w 4011346"/>
                <a:gd name="connsiteY419" fmla="*/ 677457 h 1898882"/>
                <a:gd name="connsiteX420" fmla="*/ 390456 w 4011346"/>
                <a:gd name="connsiteY420" fmla="*/ 647422 h 1898882"/>
                <a:gd name="connsiteX421" fmla="*/ 417154 w 4011346"/>
                <a:gd name="connsiteY421" fmla="*/ 697480 h 1898882"/>
                <a:gd name="connsiteX422" fmla="*/ 407142 w 4011346"/>
                <a:gd name="connsiteY422" fmla="*/ 740864 h 1898882"/>
                <a:gd name="connsiteX423" fmla="*/ 413817 w 4011346"/>
                <a:gd name="connsiteY423" fmla="*/ 777574 h 1898882"/>
                <a:gd name="connsiteX424" fmla="*/ 427165 w 4011346"/>
                <a:gd name="connsiteY424" fmla="*/ 800934 h 1898882"/>
                <a:gd name="connsiteX425" fmla="*/ 413817 w 4011346"/>
                <a:gd name="connsiteY425" fmla="*/ 830969 h 1898882"/>
                <a:gd name="connsiteX426" fmla="*/ 390456 w 4011346"/>
                <a:gd name="connsiteY426" fmla="*/ 807609 h 1898882"/>
                <a:gd name="connsiteX427" fmla="*/ 360421 w 4011346"/>
                <a:gd name="connsiteY427" fmla="*/ 804271 h 1898882"/>
                <a:gd name="connsiteX428" fmla="*/ 333723 w 4011346"/>
                <a:gd name="connsiteY428" fmla="*/ 844318 h 1898882"/>
                <a:gd name="connsiteX429" fmla="*/ 307025 w 4011346"/>
                <a:gd name="connsiteY429" fmla="*/ 864341 h 1898882"/>
                <a:gd name="connsiteX430" fmla="*/ 320374 w 4011346"/>
                <a:gd name="connsiteY430" fmla="*/ 891039 h 1898882"/>
                <a:gd name="connsiteX431" fmla="*/ 303688 w 4011346"/>
                <a:gd name="connsiteY431" fmla="*/ 914400 h 1898882"/>
                <a:gd name="connsiteX432" fmla="*/ 233606 w 4011346"/>
                <a:gd name="connsiteY432" fmla="*/ 877690 h 1898882"/>
                <a:gd name="connsiteX433" fmla="*/ 243618 w 4011346"/>
                <a:gd name="connsiteY433" fmla="*/ 927749 h 1898882"/>
                <a:gd name="connsiteX434" fmla="*/ 263641 w 4011346"/>
                <a:gd name="connsiteY434" fmla="*/ 947772 h 1898882"/>
                <a:gd name="connsiteX435" fmla="*/ 250292 w 4011346"/>
                <a:gd name="connsiteY435" fmla="*/ 961121 h 1898882"/>
                <a:gd name="connsiteX436" fmla="*/ 193560 w 4011346"/>
                <a:gd name="connsiteY436" fmla="*/ 924411 h 1898882"/>
                <a:gd name="connsiteX437" fmla="*/ 170199 w 4011346"/>
                <a:gd name="connsiteY437" fmla="*/ 884365 h 1898882"/>
                <a:gd name="connsiteX438" fmla="*/ 170199 w 4011346"/>
                <a:gd name="connsiteY438" fmla="*/ 837644 h 1898882"/>
                <a:gd name="connsiteX439" fmla="*/ 133490 w 4011346"/>
                <a:gd name="connsiteY439" fmla="*/ 760887 h 1898882"/>
                <a:gd name="connsiteX440" fmla="*/ 196897 w 4011346"/>
                <a:gd name="connsiteY440" fmla="*/ 790922 h 1898882"/>
                <a:gd name="connsiteX441" fmla="*/ 256967 w 4011346"/>
                <a:gd name="connsiteY441" fmla="*/ 820957 h 1898882"/>
                <a:gd name="connsiteX442" fmla="*/ 293676 w 4011346"/>
                <a:gd name="connsiteY442" fmla="*/ 824295 h 1898882"/>
                <a:gd name="connsiteX443" fmla="*/ 327049 w 4011346"/>
                <a:gd name="connsiteY443" fmla="*/ 794260 h 1898882"/>
                <a:gd name="connsiteX444" fmla="*/ 343735 w 4011346"/>
                <a:gd name="connsiteY444" fmla="*/ 757550 h 1898882"/>
                <a:gd name="connsiteX445" fmla="*/ 333723 w 4011346"/>
                <a:gd name="connsiteY445" fmla="*/ 707492 h 1898882"/>
                <a:gd name="connsiteX446" fmla="*/ 290339 w 4011346"/>
                <a:gd name="connsiteY446" fmla="*/ 687468 h 1898882"/>
                <a:gd name="connsiteX447" fmla="*/ 236944 w 4011346"/>
                <a:gd name="connsiteY447" fmla="*/ 640747 h 1898882"/>
                <a:gd name="connsiteX448" fmla="*/ 133490 w 4011346"/>
                <a:gd name="connsiteY448" fmla="*/ 584014 h 1898882"/>
                <a:gd name="connsiteX0" fmla="*/ 133490 w 4011346"/>
                <a:gd name="connsiteY0" fmla="*/ 584014 h 1898882"/>
                <a:gd name="connsiteX1" fmla="*/ 46722 w 4011346"/>
                <a:gd name="connsiteY1" fmla="*/ 614049 h 1898882"/>
                <a:gd name="connsiteX2" fmla="*/ 33373 w 4011346"/>
                <a:gd name="connsiteY2" fmla="*/ 644084 h 1898882"/>
                <a:gd name="connsiteX3" fmla="*/ 43384 w 4011346"/>
                <a:gd name="connsiteY3" fmla="*/ 674120 h 1898882"/>
                <a:gd name="connsiteX4" fmla="*/ 60071 w 4011346"/>
                <a:gd name="connsiteY4" fmla="*/ 700817 h 1898882"/>
                <a:gd name="connsiteX5" fmla="*/ 73419 w 4011346"/>
                <a:gd name="connsiteY5" fmla="*/ 730852 h 1898882"/>
                <a:gd name="connsiteX6" fmla="*/ 56733 w 4011346"/>
                <a:gd name="connsiteY6" fmla="*/ 754213 h 1898882"/>
                <a:gd name="connsiteX7" fmla="*/ 76757 w 4011346"/>
                <a:gd name="connsiteY7" fmla="*/ 834306 h 1898882"/>
                <a:gd name="connsiteX8" fmla="*/ 66745 w 4011346"/>
                <a:gd name="connsiteY8" fmla="*/ 850993 h 1898882"/>
                <a:gd name="connsiteX9" fmla="*/ 70082 w 4011346"/>
                <a:gd name="connsiteY9" fmla="*/ 877690 h 1898882"/>
                <a:gd name="connsiteX10" fmla="*/ 70082 w 4011346"/>
                <a:gd name="connsiteY10" fmla="*/ 917737 h 1898882"/>
                <a:gd name="connsiteX11" fmla="*/ 80094 w 4011346"/>
                <a:gd name="connsiteY11" fmla="*/ 937760 h 1898882"/>
                <a:gd name="connsiteX12" fmla="*/ 76757 w 4011346"/>
                <a:gd name="connsiteY12" fmla="*/ 961121 h 1898882"/>
                <a:gd name="connsiteX13" fmla="*/ 106792 w 4011346"/>
                <a:gd name="connsiteY13" fmla="*/ 994493 h 1898882"/>
                <a:gd name="connsiteX14" fmla="*/ 106792 w 4011346"/>
                <a:gd name="connsiteY14" fmla="*/ 1024528 h 1898882"/>
                <a:gd name="connsiteX15" fmla="*/ 13349 w 4011346"/>
                <a:gd name="connsiteY15" fmla="*/ 1114633 h 1898882"/>
                <a:gd name="connsiteX16" fmla="*/ 33373 w 4011346"/>
                <a:gd name="connsiteY16" fmla="*/ 1148006 h 1898882"/>
                <a:gd name="connsiteX17" fmla="*/ 33373 w 4011346"/>
                <a:gd name="connsiteY17" fmla="*/ 1148006 h 1898882"/>
                <a:gd name="connsiteX18" fmla="*/ 16687 w 4011346"/>
                <a:gd name="connsiteY18" fmla="*/ 1178041 h 1898882"/>
                <a:gd name="connsiteX19" fmla="*/ 3338 w 4011346"/>
                <a:gd name="connsiteY19" fmla="*/ 1208076 h 1898882"/>
                <a:gd name="connsiteX20" fmla="*/ 0 w 4011346"/>
                <a:gd name="connsiteY20" fmla="*/ 1268146 h 1898882"/>
                <a:gd name="connsiteX21" fmla="*/ 16687 w 4011346"/>
                <a:gd name="connsiteY21" fmla="*/ 1311530 h 1898882"/>
                <a:gd name="connsiteX22" fmla="*/ 20024 w 4011346"/>
                <a:gd name="connsiteY22" fmla="*/ 1344902 h 1898882"/>
                <a:gd name="connsiteX23" fmla="*/ 56733 w 4011346"/>
                <a:gd name="connsiteY23" fmla="*/ 1354914 h 1898882"/>
                <a:gd name="connsiteX24" fmla="*/ 116803 w 4011346"/>
                <a:gd name="connsiteY24" fmla="*/ 1441682 h 1898882"/>
                <a:gd name="connsiteX25" fmla="*/ 96780 w 4011346"/>
                <a:gd name="connsiteY25" fmla="*/ 1465042 h 1898882"/>
                <a:gd name="connsiteX26" fmla="*/ 93443 w 4011346"/>
                <a:gd name="connsiteY26" fmla="*/ 1495077 h 1898882"/>
                <a:gd name="connsiteX27" fmla="*/ 120141 w 4011346"/>
                <a:gd name="connsiteY27" fmla="*/ 1498414 h 1898882"/>
                <a:gd name="connsiteX28" fmla="*/ 160187 w 4011346"/>
                <a:gd name="connsiteY28" fmla="*/ 1511763 h 1898882"/>
                <a:gd name="connsiteX29" fmla="*/ 186885 w 4011346"/>
                <a:gd name="connsiteY29" fmla="*/ 1525112 h 1898882"/>
                <a:gd name="connsiteX30" fmla="*/ 213583 w 4011346"/>
                <a:gd name="connsiteY30" fmla="*/ 1555147 h 1898882"/>
                <a:gd name="connsiteX31" fmla="*/ 243618 w 4011346"/>
                <a:gd name="connsiteY31" fmla="*/ 1558484 h 1898882"/>
                <a:gd name="connsiteX32" fmla="*/ 287002 w 4011346"/>
                <a:gd name="connsiteY32" fmla="*/ 1588520 h 1898882"/>
                <a:gd name="connsiteX33" fmla="*/ 310363 w 4011346"/>
                <a:gd name="connsiteY33" fmla="*/ 1598531 h 1898882"/>
                <a:gd name="connsiteX34" fmla="*/ 310363 w 4011346"/>
                <a:gd name="connsiteY34" fmla="*/ 1635241 h 1898882"/>
                <a:gd name="connsiteX35" fmla="*/ 270316 w 4011346"/>
                <a:gd name="connsiteY35" fmla="*/ 1675287 h 1898882"/>
                <a:gd name="connsiteX36" fmla="*/ 280327 w 4011346"/>
                <a:gd name="connsiteY36" fmla="*/ 1698648 h 1898882"/>
                <a:gd name="connsiteX37" fmla="*/ 273653 w 4011346"/>
                <a:gd name="connsiteY37" fmla="*/ 1718671 h 1898882"/>
                <a:gd name="connsiteX38" fmla="*/ 266979 w 4011346"/>
                <a:gd name="connsiteY38" fmla="*/ 1735357 h 1898882"/>
                <a:gd name="connsiteX39" fmla="*/ 240281 w 4011346"/>
                <a:gd name="connsiteY39" fmla="*/ 1775404 h 1898882"/>
                <a:gd name="connsiteX40" fmla="*/ 307025 w 4011346"/>
                <a:gd name="connsiteY40" fmla="*/ 1812114 h 1898882"/>
                <a:gd name="connsiteX41" fmla="*/ 337060 w 4011346"/>
                <a:gd name="connsiteY41" fmla="*/ 1818788 h 1898882"/>
                <a:gd name="connsiteX42" fmla="*/ 360421 w 4011346"/>
                <a:gd name="connsiteY42" fmla="*/ 1825463 h 1898882"/>
                <a:gd name="connsiteX43" fmla="*/ 380444 w 4011346"/>
                <a:gd name="connsiteY43" fmla="*/ 1832137 h 1898882"/>
                <a:gd name="connsiteX44" fmla="*/ 407142 w 4011346"/>
                <a:gd name="connsiteY44" fmla="*/ 1852160 h 1898882"/>
                <a:gd name="connsiteX45" fmla="*/ 437177 w 4011346"/>
                <a:gd name="connsiteY45" fmla="*/ 1848823 h 1898882"/>
                <a:gd name="connsiteX46" fmla="*/ 507259 w 4011346"/>
                <a:gd name="connsiteY46" fmla="*/ 1898882 h 1898882"/>
                <a:gd name="connsiteX47" fmla="*/ 517271 w 4011346"/>
                <a:gd name="connsiteY47" fmla="*/ 1885533 h 1898882"/>
                <a:gd name="connsiteX48" fmla="*/ 507259 w 4011346"/>
                <a:gd name="connsiteY48" fmla="*/ 1845486 h 1898882"/>
                <a:gd name="connsiteX49" fmla="*/ 500584 w 4011346"/>
                <a:gd name="connsiteY49" fmla="*/ 1812114 h 1898882"/>
                <a:gd name="connsiteX50" fmla="*/ 483898 w 4011346"/>
                <a:gd name="connsiteY50" fmla="*/ 1768730 h 1898882"/>
                <a:gd name="connsiteX51" fmla="*/ 513933 w 4011346"/>
                <a:gd name="connsiteY51" fmla="*/ 1748706 h 1898882"/>
                <a:gd name="connsiteX52" fmla="*/ 547306 w 4011346"/>
                <a:gd name="connsiteY52" fmla="*/ 1725346 h 1898882"/>
                <a:gd name="connsiteX53" fmla="*/ 527282 w 4011346"/>
                <a:gd name="connsiteY53" fmla="*/ 1708660 h 1898882"/>
                <a:gd name="connsiteX54" fmla="*/ 517271 w 4011346"/>
                <a:gd name="connsiteY54" fmla="*/ 1675287 h 1898882"/>
                <a:gd name="connsiteX55" fmla="*/ 480561 w 4011346"/>
                <a:gd name="connsiteY55" fmla="*/ 1658601 h 1898882"/>
                <a:gd name="connsiteX56" fmla="*/ 470549 w 4011346"/>
                <a:gd name="connsiteY56" fmla="*/ 1638578 h 1898882"/>
                <a:gd name="connsiteX57" fmla="*/ 480561 w 4011346"/>
                <a:gd name="connsiteY57" fmla="*/ 1608543 h 1898882"/>
                <a:gd name="connsiteX58" fmla="*/ 490573 w 4011346"/>
                <a:gd name="connsiteY58" fmla="*/ 1568496 h 1898882"/>
                <a:gd name="connsiteX59" fmla="*/ 513933 w 4011346"/>
                <a:gd name="connsiteY59" fmla="*/ 1588520 h 1898882"/>
                <a:gd name="connsiteX60" fmla="*/ 520608 w 4011346"/>
                <a:gd name="connsiteY60" fmla="*/ 1571833 h 1898882"/>
                <a:gd name="connsiteX61" fmla="*/ 543968 w 4011346"/>
                <a:gd name="connsiteY61" fmla="*/ 1535124 h 1898882"/>
                <a:gd name="connsiteX62" fmla="*/ 574003 w 4011346"/>
                <a:gd name="connsiteY62" fmla="*/ 1518438 h 1898882"/>
                <a:gd name="connsiteX63" fmla="*/ 590690 w 4011346"/>
                <a:gd name="connsiteY63" fmla="*/ 1531787 h 1898882"/>
                <a:gd name="connsiteX64" fmla="*/ 610713 w 4011346"/>
                <a:gd name="connsiteY64" fmla="*/ 1505089 h 1898882"/>
                <a:gd name="connsiteX65" fmla="*/ 630736 w 4011346"/>
                <a:gd name="connsiteY65" fmla="*/ 1531787 h 1898882"/>
                <a:gd name="connsiteX66" fmla="*/ 657434 w 4011346"/>
                <a:gd name="connsiteY66" fmla="*/ 1555147 h 1898882"/>
                <a:gd name="connsiteX67" fmla="*/ 674120 w 4011346"/>
                <a:gd name="connsiteY67" fmla="*/ 1561822 h 1898882"/>
                <a:gd name="connsiteX68" fmla="*/ 697481 w 4011346"/>
                <a:gd name="connsiteY68" fmla="*/ 1561822 h 1898882"/>
                <a:gd name="connsiteX69" fmla="*/ 717504 w 4011346"/>
                <a:gd name="connsiteY69" fmla="*/ 1548473 h 1898882"/>
                <a:gd name="connsiteX70" fmla="*/ 744202 w 4011346"/>
                <a:gd name="connsiteY70" fmla="*/ 1548473 h 1898882"/>
                <a:gd name="connsiteX71" fmla="*/ 760888 w 4011346"/>
                <a:gd name="connsiteY71" fmla="*/ 1545136 h 1898882"/>
                <a:gd name="connsiteX72" fmla="*/ 790923 w 4011346"/>
                <a:gd name="connsiteY72" fmla="*/ 1578508 h 1898882"/>
                <a:gd name="connsiteX73" fmla="*/ 797598 w 4011346"/>
                <a:gd name="connsiteY73" fmla="*/ 1551810 h 1898882"/>
                <a:gd name="connsiteX74" fmla="*/ 817621 w 4011346"/>
                <a:gd name="connsiteY74" fmla="*/ 1568496 h 1898882"/>
                <a:gd name="connsiteX75" fmla="*/ 837644 w 4011346"/>
                <a:gd name="connsiteY75" fmla="*/ 1545136 h 1898882"/>
                <a:gd name="connsiteX76" fmla="*/ 827633 w 4011346"/>
                <a:gd name="connsiteY76" fmla="*/ 1525112 h 1898882"/>
                <a:gd name="connsiteX77" fmla="*/ 810946 w 4011346"/>
                <a:gd name="connsiteY77" fmla="*/ 1511763 h 1898882"/>
                <a:gd name="connsiteX78" fmla="*/ 810946 w 4011346"/>
                <a:gd name="connsiteY78" fmla="*/ 1485066 h 1898882"/>
                <a:gd name="connsiteX79" fmla="*/ 810946 w 4011346"/>
                <a:gd name="connsiteY79" fmla="*/ 1471717 h 1898882"/>
                <a:gd name="connsiteX80" fmla="*/ 830970 w 4011346"/>
                <a:gd name="connsiteY80" fmla="*/ 1468379 h 1898882"/>
                <a:gd name="connsiteX81" fmla="*/ 840981 w 4011346"/>
                <a:gd name="connsiteY81" fmla="*/ 1465042 h 1898882"/>
                <a:gd name="connsiteX82" fmla="*/ 820958 w 4011346"/>
                <a:gd name="connsiteY82" fmla="*/ 1428333 h 1898882"/>
                <a:gd name="connsiteX83" fmla="*/ 854330 w 4011346"/>
                <a:gd name="connsiteY83" fmla="*/ 1421658 h 1898882"/>
                <a:gd name="connsiteX84" fmla="*/ 891040 w 4011346"/>
                <a:gd name="connsiteY84" fmla="*/ 1428333 h 1898882"/>
                <a:gd name="connsiteX85" fmla="*/ 964459 w 4011346"/>
                <a:gd name="connsiteY85" fmla="*/ 1384949 h 1898882"/>
                <a:gd name="connsiteX86" fmla="*/ 1001168 w 4011346"/>
                <a:gd name="connsiteY86" fmla="*/ 1384949 h 1898882"/>
                <a:gd name="connsiteX87" fmla="*/ 1027866 w 4011346"/>
                <a:gd name="connsiteY87" fmla="*/ 1361588 h 1898882"/>
                <a:gd name="connsiteX88" fmla="*/ 1047890 w 4011346"/>
                <a:gd name="connsiteY88" fmla="*/ 1371600 h 1898882"/>
                <a:gd name="connsiteX89" fmla="*/ 1067913 w 4011346"/>
                <a:gd name="connsiteY89" fmla="*/ 1381611 h 1898882"/>
                <a:gd name="connsiteX90" fmla="*/ 1087936 w 4011346"/>
                <a:gd name="connsiteY90" fmla="*/ 1408309 h 1898882"/>
                <a:gd name="connsiteX91" fmla="*/ 1074587 w 4011346"/>
                <a:gd name="connsiteY91" fmla="*/ 1421658 h 1898882"/>
                <a:gd name="connsiteX92" fmla="*/ 1104622 w 4011346"/>
                <a:gd name="connsiteY92" fmla="*/ 1421658 h 1898882"/>
                <a:gd name="connsiteX93" fmla="*/ 1107960 w 4011346"/>
                <a:gd name="connsiteY93" fmla="*/ 1438344 h 1898882"/>
                <a:gd name="connsiteX94" fmla="*/ 1121309 w 4011346"/>
                <a:gd name="connsiteY94" fmla="*/ 1421658 h 1898882"/>
                <a:gd name="connsiteX95" fmla="*/ 1134657 w 4011346"/>
                <a:gd name="connsiteY95" fmla="*/ 1435007 h 1898882"/>
                <a:gd name="connsiteX96" fmla="*/ 1134657 w 4011346"/>
                <a:gd name="connsiteY96" fmla="*/ 1455030 h 1898882"/>
                <a:gd name="connsiteX97" fmla="*/ 1148006 w 4011346"/>
                <a:gd name="connsiteY97" fmla="*/ 1451693 h 1898882"/>
                <a:gd name="connsiteX98" fmla="*/ 1208076 w 4011346"/>
                <a:gd name="connsiteY98" fmla="*/ 1404972 h 1898882"/>
                <a:gd name="connsiteX99" fmla="*/ 1211414 w 4011346"/>
                <a:gd name="connsiteY99" fmla="*/ 1424995 h 1898882"/>
                <a:gd name="connsiteX100" fmla="*/ 1244786 w 4011346"/>
                <a:gd name="connsiteY100" fmla="*/ 1445019 h 1898882"/>
                <a:gd name="connsiteX101" fmla="*/ 1264809 w 4011346"/>
                <a:gd name="connsiteY101" fmla="*/ 1475054 h 1898882"/>
                <a:gd name="connsiteX102" fmla="*/ 1298181 w 4011346"/>
                <a:gd name="connsiteY102" fmla="*/ 1581845 h 1898882"/>
                <a:gd name="connsiteX103" fmla="*/ 1308193 w 4011346"/>
                <a:gd name="connsiteY103" fmla="*/ 1538461 h 1898882"/>
                <a:gd name="connsiteX104" fmla="*/ 1344903 w 4011346"/>
                <a:gd name="connsiteY104" fmla="*/ 1558484 h 1898882"/>
                <a:gd name="connsiteX105" fmla="*/ 1388287 w 4011346"/>
                <a:gd name="connsiteY105" fmla="*/ 1558484 h 1898882"/>
                <a:gd name="connsiteX106" fmla="*/ 1394961 w 4011346"/>
                <a:gd name="connsiteY106" fmla="*/ 1581845 h 1898882"/>
                <a:gd name="connsiteX107" fmla="*/ 1435008 w 4011346"/>
                <a:gd name="connsiteY107" fmla="*/ 1605206 h 1898882"/>
                <a:gd name="connsiteX108" fmla="*/ 1465043 w 4011346"/>
                <a:gd name="connsiteY108" fmla="*/ 1605206 h 1898882"/>
                <a:gd name="connsiteX109" fmla="*/ 1491741 w 4011346"/>
                <a:gd name="connsiteY109" fmla="*/ 1618555 h 1898882"/>
                <a:gd name="connsiteX110" fmla="*/ 1535125 w 4011346"/>
                <a:gd name="connsiteY110" fmla="*/ 1575171 h 1898882"/>
                <a:gd name="connsiteX111" fmla="*/ 1571834 w 4011346"/>
                <a:gd name="connsiteY111" fmla="*/ 1555147 h 1898882"/>
                <a:gd name="connsiteX112" fmla="*/ 1608544 w 4011346"/>
                <a:gd name="connsiteY112" fmla="*/ 1558484 h 1898882"/>
                <a:gd name="connsiteX113" fmla="*/ 1655265 w 4011346"/>
                <a:gd name="connsiteY113" fmla="*/ 1571833 h 1898882"/>
                <a:gd name="connsiteX114" fmla="*/ 1681963 w 4011346"/>
                <a:gd name="connsiteY114" fmla="*/ 1588520 h 1898882"/>
                <a:gd name="connsiteX115" fmla="*/ 1735358 w 4011346"/>
                <a:gd name="connsiteY115" fmla="*/ 1581845 h 1898882"/>
                <a:gd name="connsiteX116" fmla="*/ 1745370 w 4011346"/>
                <a:gd name="connsiteY116" fmla="*/ 1561822 h 1898882"/>
                <a:gd name="connsiteX117" fmla="*/ 1738695 w 4011346"/>
                <a:gd name="connsiteY117" fmla="*/ 1541798 h 1898882"/>
                <a:gd name="connsiteX118" fmla="*/ 1765393 w 4011346"/>
                <a:gd name="connsiteY118" fmla="*/ 1515101 h 1898882"/>
                <a:gd name="connsiteX119" fmla="*/ 1778742 w 4011346"/>
                <a:gd name="connsiteY119" fmla="*/ 1511763 h 1898882"/>
                <a:gd name="connsiteX120" fmla="*/ 1812114 w 4011346"/>
                <a:gd name="connsiteY120" fmla="*/ 1528449 h 1898882"/>
                <a:gd name="connsiteX121" fmla="*/ 1852161 w 4011346"/>
                <a:gd name="connsiteY121" fmla="*/ 1541798 h 1898882"/>
                <a:gd name="connsiteX122" fmla="*/ 1858836 w 4011346"/>
                <a:gd name="connsiteY122" fmla="*/ 1568496 h 1898882"/>
                <a:gd name="connsiteX123" fmla="*/ 1872184 w 4011346"/>
                <a:gd name="connsiteY123" fmla="*/ 1575171 h 1898882"/>
                <a:gd name="connsiteX124" fmla="*/ 1902219 w 4011346"/>
                <a:gd name="connsiteY124" fmla="*/ 1578508 h 1898882"/>
                <a:gd name="connsiteX125" fmla="*/ 1932254 w 4011346"/>
                <a:gd name="connsiteY125" fmla="*/ 1561822 h 1898882"/>
                <a:gd name="connsiteX126" fmla="*/ 1962290 w 4011346"/>
                <a:gd name="connsiteY126" fmla="*/ 1575171 h 1898882"/>
                <a:gd name="connsiteX127" fmla="*/ 1985650 w 4011346"/>
                <a:gd name="connsiteY127" fmla="*/ 1588520 h 1898882"/>
                <a:gd name="connsiteX128" fmla="*/ 1995662 w 4011346"/>
                <a:gd name="connsiteY128" fmla="*/ 1598531 h 1898882"/>
                <a:gd name="connsiteX129" fmla="*/ 2032371 w 4011346"/>
                <a:gd name="connsiteY129" fmla="*/ 1618555 h 1898882"/>
                <a:gd name="connsiteX130" fmla="*/ 2069081 w 4011346"/>
                <a:gd name="connsiteY130" fmla="*/ 1615217 h 1898882"/>
                <a:gd name="connsiteX131" fmla="*/ 2142500 w 4011346"/>
                <a:gd name="connsiteY131" fmla="*/ 1571833 h 1898882"/>
                <a:gd name="connsiteX132" fmla="*/ 2195895 w 4011346"/>
                <a:gd name="connsiteY132" fmla="*/ 1585182 h 1898882"/>
                <a:gd name="connsiteX133" fmla="*/ 2225930 w 4011346"/>
                <a:gd name="connsiteY133" fmla="*/ 1595194 h 1898882"/>
                <a:gd name="connsiteX134" fmla="*/ 2259303 w 4011346"/>
                <a:gd name="connsiteY134" fmla="*/ 1581845 h 1898882"/>
                <a:gd name="connsiteX135" fmla="*/ 2262640 w 4011346"/>
                <a:gd name="connsiteY135" fmla="*/ 1555147 h 1898882"/>
                <a:gd name="connsiteX136" fmla="*/ 2282663 w 4011346"/>
                <a:gd name="connsiteY136" fmla="*/ 1525112 h 1898882"/>
                <a:gd name="connsiteX137" fmla="*/ 2299349 w 4011346"/>
                <a:gd name="connsiteY137" fmla="*/ 1471717 h 1898882"/>
                <a:gd name="connsiteX138" fmla="*/ 2282663 w 4011346"/>
                <a:gd name="connsiteY138" fmla="*/ 1475054 h 1898882"/>
                <a:gd name="connsiteX139" fmla="*/ 2312698 w 4011346"/>
                <a:gd name="connsiteY139" fmla="*/ 1448356 h 1898882"/>
                <a:gd name="connsiteX140" fmla="*/ 2339396 w 4011346"/>
                <a:gd name="connsiteY140" fmla="*/ 1445019 h 1898882"/>
                <a:gd name="connsiteX141" fmla="*/ 2396129 w 4011346"/>
                <a:gd name="connsiteY141" fmla="*/ 1455030 h 1898882"/>
                <a:gd name="connsiteX142" fmla="*/ 2436176 w 4011346"/>
                <a:gd name="connsiteY142" fmla="*/ 1481728 h 1898882"/>
                <a:gd name="connsiteX143" fmla="*/ 2462873 w 4011346"/>
                <a:gd name="connsiteY143" fmla="*/ 1511763 h 1898882"/>
                <a:gd name="connsiteX144" fmla="*/ 2469548 w 4011346"/>
                <a:gd name="connsiteY144" fmla="*/ 1548473 h 1898882"/>
                <a:gd name="connsiteX145" fmla="*/ 2476222 w 4011346"/>
                <a:gd name="connsiteY145" fmla="*/ 1588520 h 1898882"/>
                <a:gd name="connsiteX146" fmla="*/ 2486234 w 4011346"/>
                <a:gd name="connsiteY146" fmla="*/ 1608543 h 1898882"/>
                <a:gd name="connsiteX147" fmla="*/ 2529618 w 4011346"/>
                <a:gd name="connsiteY147" fmla="*/ 1621892 h 1898882"/>
                <a:gd name="connsiteX148" fmla="*/ 2549641 w 4011346"/>
                <a:gd name="connsiteY148" fmla="*/ 1641915 h 1898882"/>
                <a:gd name="connsiteX149" fmla="*/ 2562990 w 4011346"/>
                <a:gd name="connsiteY149" fmla="*/ 1675287 h 1898882"/>
                <a:gd name="connsiteX150" fmla="*/ 2586351 w 4011346"/>
                <a:gd name="connsiteY150" fmla="*/ 1668613 h 1898882"/>
                <a:gd name="connsiteX151" fmla="*/ 2606374 w 4011346"/>
                <a:gd name="connsiteY151" fmla="*/ 1658601 h 1898882"/>
                <a:gd name="connsiteX152" fmla="*/ 2639746 w 4011346"/>
                <a:gd name="connsiteY152" fmla="*/ 1641915 h 1898882"/>
                <a:gd name="connsiteX153" fmla="*/ 2643084 w 4011346"/>
                <a:gd name="connsiteY153" fmla="*/ 1658601 h 1898882"/>
                <a:gd name="connsiteX154" fmla="*/ 2626398 w 4011346"/>
                <a:gd name="connsiteY154" fmla="*/ 1688636 h 1898882"/>
                <a:gd name="connsiteX155" fmla="*/ 2616386 w 4011346"/>
                <a:gd name="connsiteY155" fmla="*/ 1725346 h 1898882"/>
                <a:gd name="connsiteX156" fmla="*/ 2603037 w 4011346"/>
                <a:gd name="connsiteY156" fmla="*/ 1778741 h 1898882"/>
                <a:gd name="connsiteX157" fmla="*/ 2579676 w 4011346"/>
                <a:gd name="connsiteY157" fmla="*/ 1752044 h 1898882"/>
                <a:gd name="connsiteX158" fmla="*/ 2552979 w 4011346"/>
                <a:gd name="connsiteY158" fmla="*/ 1775404 h 1898882"/>
                <a:gd name="connsiteX159" fmla="*/ 2559653 w 4011346"/>
                <a:gd name="connsiteY159" fmla="*/ 1802102 h 1898882"/>
                <a:gd name="connsiteX160" fmla="*/ 2559653 w 4011346"/>
                <a:gd name="connsiteY160" fmla="*/ 1838811 h 1898882"/>
                <a:gd name="connsiteX161" fmla="*/ 2549641 w 4011346"/>
                <a:gd name="connsiteY161" fmla="*/ 1858835 h 1898882"/>
                <a:gd name="connsiteX162" fmla="*/ 2589688 w 4011346"/>
                <a:gd name="connsiteY162" fmla="*/ 1838811 h 1898882"/>
                <a:gd name="connsiteX163" fmla="*/ 2626398 w 4011346"/>
                <a:gd name="connsiteY163" fmla="*/ 1848823 h 1898882"/>
                <a:gd name="connsiteX164" fmla="*/ 2653095 w 4011346"/>
                <a:gd name="connsiteY164" fmla="*/ 1825463 h 1898882"/>
                <a:gd name="connsiteX165" fmla="*/ 2683130 w 4011346"/>
                <a:gd name="connsiteY165" fmla="*/ 1772067 h 1898882"/>
                <a:gd name="connsiteX166" fmla="*/ 2753212 w 4011346"/>
                <a:gd name="connsiteY166" fmla="*/ 1685299 h 1898882"/>
                <a:gd name="connsiteX167" fmla="*/ 2783247 w 4011346"/>
                <a:gd name="connsiteY167" fmla="*/ 1615217 h 1898882"/>
                <a:gd name="connsiteX168" fmla="*/ 2803271 w 4011346"/>
                <a:gd name="connsiteY168" fmla="*/ 1511763 h 1898882"/>
                <a:gd name="connsiteX169" fmla="*/ 2793259 w 4011346"/>
                <a:gd name="connsiteY169" fmla="*/ 1461705 h 1898882"/>
                <a:gd name="connsiteX170" fmla="*/ 2769898 w 4011346"/>
                <a:gd name="connsiteY170" fmla="*/ 1428333 h 1898882"/>
                <a:gd name="connsiteX171" fmla="*/ 2726514 w 4011346"/>
                <a:gd name="connsiteY171" fmla="*/ 1428333 h 1898882"/>
                <a:gd name="connsiteX172" fmla="*/ 2699817 w 4011346"/>
                <a:gd name="connsiteY172" fmla="*/ 1428333 h 1898882"/>
                <a:gd name="connsiteX173" fmla="*/ 2683130 w 4011346"/>
                <a:gd name="connsiteY173" fmla="*/ 1408309 h 1898882"/>
                <a:gd name="connsiteX174" fmla="*/ 2669781 w 4011346"/>
                <a:gd name="connsiteY174" fmla="*/ 1388286 h 1898882"/>
                <a:gd name="connsiteX175" fmla="*/ 2763224 w 4011346"/>
                <a:gd name="connsiteY175" fmla="*/ 1271483 h 1898882"/>
                <a:gd name="connsiteX176" fmla="*/ 2846654 w 4011346"/>
                <a:gd name="connsiteY176" fmla="*/ 1204739 h 1898882"/>
                <a:gd name="connsiteX177" fmla="*/ 2890038 w 4011346"/>
                <a:gd name="connsiteY177" fmla="*/ 1181378 h 1898882"/>
                <a:gd name="connsiteX178" fmla="*/ 2933422 w 4011346"/>
                <a:gd name="connsiteY178" fmla="*/ 1201401 h 1898882"/>
                <a:gd name="connsiteX179" fmla="*/ 2950109 w 4011346"/>
                <a:gd name="connsiteY179" fmla="*/ 1184715 h 1898882"/>
                <a:gd name="connsiteX180" fmla="*/ 2993492 w 4011346"/>
                <a:gd name="connsiteY180" fmla="*/ 1201401 h 1898882"/>
                <a:gd name="connsiteX181" fmla="*/ 3006841 w 4011346"/>
                <a:gd name="connsiteY181" fmla="*/ 1168029 h 1898882"/>
                <a:gd name="connsiteX182" fmla="*/ 3053563 w 4011346"/>
                <a:gd name="connsiteY182" fmla="*/ 1178041 h 1898882"/>
                <a:gd name="connsiteX183" fmla="*/ 3070249 w 4011346"/>
                <a:gd name="connsiteY183" fmla="*/ 1194727 h 1898882"/>
                <a:gd name="connsiteX184" fmla="*/ 3060237 w 4011346"/>
                <a:gd name="connsiteY184" fmla="*/ 1214750 h 1898882"/>
                <a:gd name="connsiteX185" fmla="*/ 3123644 w 4011346"/>
                <a:gd name="connsiteY185" fmla="*/ 1198064 h 1898882"/>
                <a:gd name="connsiteX186" fmla="*/ 3140330 w 4011346"/>
                <a:gd name="connsiteY186" fmla="*/ 1184715 h 1898882"/>
                <a:gd name="connsiteX187" fmla="*/ 3123644 w 4011346"/>
                <a:gd name="connsiteY187" fmla="*/ 1171366 h 1898882"/>
                <a:gd name="connsiteX188" fmla="*/ 3143668 w 4011346"/>
                <a:gd name="connsiteY188" fmla="*/ 1131320 h 1898882"/>
                <a:gd name="connsiteX189" fmla="*/ 3190389 w 4011346"/>
                <a:gd name="connsiteY189" fmla="*/ 1061238 h 1898882"/>
                <a:gd name="connsiteX190" fmla="*/ 3233773 w 4011346"/>
                <a:gd name="connsiteY190" fmla="*/ 1057901 h 1898882"/>
                <a:gd name="connsiteX191" fmla="*/ 3273819 w 4011346"/>
                <a:gd name="connsiteY191" fmla="*/ 1067912 h 1898882"/>
                <a:gd name="connsiteX192" fmla="*/ 3277157 w 4011346"/>
                <a:gd name="connsiteY192" fmla="*/ 1124645 h 1898882"/>
                <a:gd name="connsiteX193" fmla="*/ 3320541 w 4011346"/>
                <a:gd name="connsiteY193" fmla="*/ 1081261 h 1898882"/>
                <a:gd name="connsiteX194" fmla="*/ 3343901 w 4011346"/>
                <a:gd name="connsiteY194" fmla="*/ 1064575 h 1898882"/>
                <a:gd name="connsiteX195" fmla="*/ 3350576 w 4011346"/>
                <a:gd name="connsiteY195" fmla="*/ 1031203 h 1898882"/>
                <a:gd name="connsiteX196" fmla="*/ 3377273 w 4011346"/>
                <a:gd name="connsiteY196" fmla="*/ 1014517 h 1898882"/>
                <a:gd name="connsiteX197" fmla="*/ 3407309 w 4011346"/>
                <a:gd name="connsiteY197" fmla="*/ 1024528 h 1898882"/>
                <a:gd name="connsiteX198" fmla="*/ 3373936 w 4011346"/>
                <a:gd name="connsiteY198" fmla="*/ 1054563 h 1898882"/>
                <a:gd name="connsiteX199" fmla="*/ 3360587 w 4011346"/>
                <a:gd name="connsiteY199" fmla="*/ 1104622 h 1898882"/>
                <a:gd name="connsiteX200" fmla="*/ 3323878 w 4011346"/>
                <a:gd name="connsiteY200" fmla="*/ 1144668 h 1898882"/>
                <a:gd name="connsiteX201" fmla="*/ 3210412 w 4011346"/>
                <a:gd name="connsiteY201" fmla="*/ 1241448 h 1898882"/>
                <a:gd name="connsiteX202" fmla="*/ 3163691 w 4011346"/>
                <a:gd name="connsiteY202" fmla="*/ 1311530 h 1898882"/>
                <a:gd name="connsiteX203" fmla="*/ 3160354 w 4011346"/>
                <a:gd name="connsiteY203" fmla="*/ 1384949 h 1898882"/>
                <a:gd name="connsiteX204" fmla="*/ 3170365 w 4011346"/>
                <a:gd name="connsiteY204" fmla="*/ 1475054 h 1898882"/>
                <a:gd name="connsiteX205" fmla="*/ 3190389 w 4011346"/>
                <a:gd name="connsiteY205" fmla="*/ 1538461 h 1898882"/>
                <a:gd name="connsiteX206" fmla="*/ 3217087 w 4011346"/>
                <a:gd name="connsiteY206" fmla="*/ 1528449 h 1898882"/>
                <a:gd name="connsiteX207" fmla="*/ 3240447 w 4011346"/>
                <a:gd name="connsiteY207" fmla="*/ 1461705 h 1898882"/>
                <a:gd name="connsiteX208" fmla="*/ 3270482 w 4011346"/>
                <a:gd name="connsiteY208" fmla="*/ 1458368 h 1898882"/>
                <a:gd name="connsiteX209" fmla="*/ 3287168 w 4011346"/>
                <a:gd name="connsiteY209" fmla="*/ 1398298 h 1898882"/>
                <a:gd name="connsiteX210" fmla="*/ 3313866 w 4011346"/>
                <a:gd name="connsiteY210" fmla="*/ 1388286 h 1898882"/>
                <a:gd name="connsiteX211" fmla="*/ 3313866 w 4011346"/>
                <a:gd name="connsiteY211" fmla="*/ 1358251 h 1898882"/>
                <a:gd name="connsiteX212" fmla="*/ 3337227 w 4011346"/>
                <a:gd name="connsiteY212" fmla="*/ 1321541 h 1898882"/>
                <a:gd name="connsiteX213" fmla="*/ 3330552 w 4011346"/>
                <a:gd name="connsiteY213" fmla="*/ 1278157 h 1898882"/>
                <a:gd name="connsiteX214" fmla="*/ 3333890 w 4011346"/>
                <a:gd name="connsiteY214" fmla="*/ 1248122 h 1898882"/>
                <a:gd name="connsiteX215" fmla="*/ 3323878 w 4011346"/>
                <a:gd name="connsiteY215" fmla="*/ 1238111 h 1898882"/>
                <a:gd name="connsiteX216" fmla="*/ 3363925 w 4011346"/>
                <a:gd name="connsiteY216" fmla="*/ 1151343 h 1898882"/>
                <a:gd name="connsiteX217" fmla="*/ 3383948 w 4011346"/>
                <a:gd name="connsiteY217" fmla="*/ 1161355 h 1898882"/>
                <a:gd name="connsiteX218" fmla="*/ 3410646 w 4011346"/>
                <a:gd name="connsiteY218" fmla="*/ 1134657 h 1898882"/>
                <a:gd name="connsiteX219" fmla="*/ 3420657 w 4011346"/>
                <a:gd name="connsiteY219" fmla="*/ 1161355 h 1898882"/>
                <a:gd name="connsiteX220" fmla="*/ 3447355 w 4011346"/>
                <a:gd name="connsiteY220" fmla="*/ 1144668 h 1898882"/>
                <a:gd name="connsiteX221" fmla="*/ 3477390 w 4011346"/>
                <a:gd name="connsiteY221" fmla="*/ 1134657 h 1898882"/>
                <a:gd name="connsiteX222" fmla="*/ 3514100 w 4011346"/>
                <a:gd name="connsiteY222" fmla="*/ 1161355 h 1898882"/>
                <a:gd name="connsiteX223" fmla="*/ 3574170 w 4011346"/>
                <a:gd name="connsiteY223" fmla="*/ 1094610 h 1898882"/>
                <a:gd name="connsiteX224" fmla="*/ 3637577 w 4011346"/>
                <a:gd name="connsiteY224" fmla="*/ 1047889 h 1898882"/>
                <a:gd name="connsiteX225" fmla="*/ 3690973 w 4011346"/>
                <a:gd name="connsiteY225" fmla="*/ 1011179 h 1898882"/>
                <a:gd name="connsiteX226" fmla="*/ 3741031 w 4011346"/>
                <a:gd name="connsiteY226" fmla="*/ 1037877 h 1898882"/>
                <a:gd name="connsiteX227" fmla="*/ 3751043 w 4011346"/>
                <a:gd name="connsiteY227" fmla="*/ 1011179 h 1898882"/>
                <a:gd name="connsiteX228" fmla="*/ 3727682 w 4011346"/>
                <a:gd name="connsiteY228" fmla="*/ 944435 h 1898882"/>
                <a:gd name="connsiteX229" fmla="*/ 3700984 w 4011346"/>
                <a:gd name="connsiteY229" fmla="*/ 927749 h 1898882"/>
                <a:gd name="connsiteX230" fmla="*/ 3697647 w 4011346"/>
                <a:gd name="connsiteY230" fmla="*/ 897714 h 1898882"/>
                <a:gd name="connsiteX231" fmla="*/ 3751043 w 4011346"/>
                <a:gd name="connsiteY231" fmla="*/ 904388 h 1898882"/>
                <a:gd name="connsiteX232" fmla="*/ 3774403 w 4011346"/>
                <a:gd name="connsiteY232" fmla="*/ 861004 h 1898882"/>
                <a:gd name="connsiteX233" fmla="*/ 3767729 w 4011346"/>
                <a:gd name="connsiteY233" fmla="*/ 834306 h 1898882"/>
                <a:gd name="connsiteX234" fmla="*/ 3794427 w 4011346"/>
                <a:gd name="connsiteY234" fmla="*/ 800934 h 1898882"/>
                <a:gd name="connsiteX235" fmla="*/ 3804438 w 4011346"/>
                <a:gd name="connsiteY235" fmla="*/ 844318 h 1898882"/>
                <a:gd name="connsiteX236" fmla="*/ 3827799 w 4011346"/>
                <a:gd name="connsiteY236" fmla="*/ 861004 h 1898882"/>
                <a:gd name="connsiteX237" fmla="*/ 3874520 w 4011346"/>
                <a:gd name="connsiteY237" fmla="*/ 881028 h 1898882"/>
                <a:gd name="connsiteX238" fmla="*/ 3894544 w 4011346"/>
                <a:gd name="connsiteY238" fmla="*/ 907725 h 1898882"/>
                <a:gd name="connsiteX239" fmla="*/ 3941265 w 4011346"/>
                <a:gd name="connsiteY239" fmla="*/ 931086 h 1898882"/>
                <a:gd name="connsiteX240" fmla="*/ 3947939 w 4011346"/>
                <a:gd name="connsiteY240" fmla="*/ 917737 h 1898882"/>
                <a:gd name="connsiteX241" fmla="*/ 3957951 w 4011346"/>
                <a:gd name="connsiteY241" fmla="*/ 854330 h 1898882"/>
                <a:gd name="connsiteX242" fmla="*/ 4004672 w 4011346"/>
                <a:gd name="connsiteY242" fmla="*/ 847655 h 1898882"/>
                <a:gd name="connsiteX243" fmla="*/ 4011346 w 4011346"/>
                <a:gd name="connsiteY243" fmla="*/ 814283 h 1898882"/>
                <a:gd name="connsiteX244" fmla="*/ 3967963 w 4011346"/>
                <a:gd name="connsiteY244" fmla="*/ 777574 h 1898882"/>
                <a:gd name="connsiteX245" fmla="*/ 3921241 w 4011346"/>
                <a:gd name="connsiteY245" fmla="*/ 760887 h 1898882"/>
                <a:gd name="connsiteX246" fmla="*/ 3907892 w 4011346"/>
                <a:gd name="connsiteY246" fmla="*/ 764225 h 1898882"/>
                <a:gd name="connsiteX247" fmla="*/ 3907892 w 4011346"/>
                <a:gd name="connsiteY247" fmla="*/ 797597 h 1898882"/>
                <a:gd name="connsiteX248" fmla="*/ 3887869 w 4011346"/>
                <a:gd name="connsiteY248" fmla="*/ 790922 h 1898882"/>
                <a:gd name="connsiteX249" fmla="*/ 3874520 w 4011346"/>
                <a:gd name="connsiteY249" fmla="*/ 737527 h 1898882"/>
                <a:gd name="connsiteX250" fmla="*/ 3817787 w 4011346"/>
                <a:gd name="connsiteY250" fmla="*/ 674120 h 1898882"/>
                <a:gd name="connsiteX251" fmla="*/ 3717671 w 4011346"/>
                <a:gd name="connsiteY251" fmla="*/ 597363 h 1898882"/>
                <a:gd name="connsiteX252" fmla="*/ 3664275 w 4011346"/>
                <a:gd name="connsiteY252" fmla="*/ 577340 h 1898882"/>
                <a:gd name="connsiteX253" fmla="*/ 3584181 w 4011346"/>
                <a:gd name="connsiteY253" fmla="*/ 570666 h 1898882"/>
                <a:gd name="connsiteX254" fmla="*/ 3520774 w 4011346"/>
                <a:gd name="connsiteY254" fmla="*/ 553979 h 1898882"/>
                <a:gd name="connsiteX255" fmla="*/ 3530786 w 4011346"/>
                <a:gd name="connsiteY255" fmla="*/ 594026 h 1898882"/>
                <a:gd name="connsiteX256" fmla="*/ 3537460 w 4011346"/>
                <a:gd name="connsiteY256" fmla="*/ 620724 h 1898882"/>
                <a:gd name="connsiteX257" fmla="*/ 3507425 w 4011346"/>
                <a:gd name="connsiteY257" fmla="*/ 644084 h 1898882"/>
                <a:gd name="connsiteX258" fmla="*/ 3477390 w 4011346"/>
                <a:gd name="connsiteY258" fmla="*/ 617387 h 1898882"/>
                <a:gd name="connsiteX259" fmla="*/ 3477390 w 4011346"/>
                <a:gd name="connsiteY259" fmla="*/ 597363 h 1898882"/>
                <a:gd name="connsiteX260" fmla="*/ 3504088 w 4011346"/>
                <a:gd name="connsiteY260" fmla="*/ 577340 h 1898882"/>
                <a:gd name="connsiteX261" fmla="*/ 3467379 w 4011346"/>
                <a:gd name="connsiteY261" fmla="*/ 563991 h 1898882"/>
                <a:gd name="connsiteX262" fmla="*/ 3450692 w 4011346"/>
                <a:gd name="connsiteY262" fmla="*/ 590689 h 1898882"/>
                <a:gd name="connsiteX263" fmla="*/ 3440681 w 4011346"/>
                <a:gd name="connsiteY263" fmla="*/ 604038 h 1898882"/>
                <a:gd name="connsiteX264" fmla="*/ 3357250 w 4011346"/>
                <a:gd name="connsiteY264" fmla="*/ 590689 h 1898882"/>
                <a:gd name="connsiteX265" fmla="*/ 3297180 w 4011346"/>
                <a:gd name="connsiteY265" fmla="*/ 597363 h 1898882"/>
                <a:gd name="connsiteX266" fmla="*/ 3267145 w 4011346"/>
                <a:gd name="connsiteY266" fmla="*/ 574003 h 1898882"/>
                <a:gd name="connsiteX267" fmla="*/ 3267145 w 4011346"/>
                <a:gd name="connsiteY267" fmla="*/ 537293 h 1898882"/>
                <a:gd name="connsiteX268" fmla="*/ 3203738 w 4011346"/>
                <a:gd name="connsiteY268" fmla="*/ 480560 h 1898882"/>
                <a:gd name="connsiteX269" fmla="*/ 3076923 w 4011346"/>
                <a:gd name="connsiteY269" fmla="*/ 487235 h 1898882"/>
                <a:gd name="connsiteX270" fmla="*/ 3043551 w 4011346"/>
                <a:gd name="connsiteY270" fmla="*/ 463874 h 1898882"/>
                <a:gd name="connsiteX271" fmla="*/ 3000167 w 4011346"/>
                <a:gd name="connsiteY271" fmla="*/ 417153 h 1898882"/>
                <a:gd name="connsiteX272" fmla="*/ 3013516 w 4011346"/>
                <a:gd name="connsiteY272" fmla="*/ 410479 h 1898882"/>
                <a:gd name="connsiteX273" fmla="*/ 3000167 w 4011346"/>
                <a:gd name="connsiteY273" fmla="*/ 390455 h 1898882"/>
                <a:gd name="connsiteX274" fmla="*/ 2970132 w 4011346"/>
                <a:gd name="connsiteY274" fmla="*/ 387118 h 1898882"/>
                <a:gd name="connsiteX275" fmla="*/ 2920073 w 4011346"/>
                <a:gd name="connsiteY275" fmla="*/ 433839 h 1898882"/>
                <a:gd name="connsiteX276" fmla="*/ 2920073 w 4011346"/>
                <a:gd name="connsiteY276" fmla="*/ 433839 h 1898882"/>
                <a:gd name="connsiteX277" fmla="*/ 2916736 w 4011346"/>
                <a:gd name="connsiteY277" fmla="*/ 383781 h 1898882"/>
                <a:gd name="connsiteX278" fmla="*/ 2936760 w 4011346"/>
                <a:gd name="connsiteY278" fmla="*/ 380444 h 1898882"/>
                <a:gd name="connsiteX279" fmla="*/ 2866678 w 4011346"/>
                <a:gd name="connsiteY279" fmla="*/ 350409 h 1898882"/>
                <a:gd name="connsiteX280" fmla="*/ 2813282 w 4011346"/>
                <a:gd name="connsiteY280" fmla="*/ 347071 h 1898882"/>
                <a:gd name="connsiteX281" fmla="*/ 2793259 w 4011346"/>
                <a:gd name="connsiteY281" fmla="*/ 370432 h 1898882"/>
                <a:gd name="connsiteX282" fmla="*/ 2743200 w 4011346"/>
                <a:gd name="connsiteY282" fmla="*/ 380444 h 1898882"/>
                <a:gd name="connsiteX283" fmla="*/ 2786584 w 4011346"/>
                <a:gd name="connsiteY283" fmla="*/ 390455 h 1898882"/>
                <a:gd name="connsiteX284" fmla="*/ 2763224 w 4011346"/>
                <a:gd name="connsiteY284" fmla="*/ 410479 h 1898882"/>
                <a:gd name="connsiteX285" fmla="*/ 2769898 w 4011346"/>
                <a:gd name="connsiteY285" fmla="*/ 460537 h 1898882"/>
                <a:gd name="connsiteX286" fmla="*/ 2749875 w 4011346"/>
                <a:gd name="connsiteY286" fmla="*/ 443851 h 1898882"/>
                <a:gd name="connsiteX287" fmla="*/ 2733189 w 4011346"/>
                <a:gd name="connsiteY287" fmla="*/ 457200 h 1898882"/>
                <a:gd name="connsiteX288" fmla="*/ 2666444 w 4011346"/>
                <a:gd name="connsiteY288" fmla="*/ 447188 h 1898882"/>
                <a:gd name="connsiteX289" fmla="*/ 2636409 w 4011346"/>
                <a:gd name="connsiteY289" fmla="*/ 457200 h 1898882"/>
                <a:gd name="connsiteX290" fmla="*/ 2603037 w 4011346"/>
                <a:gd name="connsiteY290" fmla="*/ 417153 h 1898882"/>
                <a:gd name="connsiteX291" fmla="*/ 2569665 w 4011346"/>
                <a:gd name="connsiteY291" fmla="*/ 500584 h 1898882"/>
                <a:gd name="connsiteX292" fmla="*/ 2552979 w 4011346"/>
                <a:gd name="connsiteY292" fmla="*/ 520607 h 1898882"/>
                <a:gd name="connsiteX293" fmla="*/ 2469548 w 4011346"/>
                <a:gd name="connsiteY293" fmla="*/ 383781 h 1898882"/>
                <a:gd name="connsiteX294" fmla="*/ 2446187 w 4011346"/>
                <a:gd name="connsiteY294" fmla="*/ 400467 h 1898882"/>
                <a:gd name="connsiteX295" fmla="*/ 2442850 w 4011346"/>
                <a:gd name="connsiteY295" fmla="*/ 367095 h 1898882"/>
                <a:gd name="connsiteX296" fmla="*/ 2449525 w 4011346"/>
                <a:gd name="connsiteY296" fmla="*/ 297013 h 1898882"/>
                <a:gd name="connsiteX297" fmla="*/ 2386117 w 4011346"/>
                <a:gd name="connsiteY297" fmla="*/ 270315 h 1898882"/>
                <a:gd name="connsiteX298" fmla="*/ 2369431 w 4011346"/>
                <a:gd name="connsiteY298" fmla="*/ 310362 h 1898882"/>
                <a:gd name="connsiteX299" fmla="*/ 2379443 w 4011346"/>
                <a:gd name="connsiteY299" fmla="*/ 333722 h 1898882"/>
                <a:gd name="connsiteX300" fmla="*/ 2376106 w 4011346"/>
                <a:gd name="connsiteY300" fmla="*/ 353746 h 1898882"/>
                <a:gd name="connsiteX301" fmla="*/ 2352745 w 4011346"/>
                <a:gd name="connsiteY301" fmla="*/ 330385 h 1898882"/>
                <a:gd name="connsiteX302" fmla="*/ 2316036 w 4011346"/>
                <a:gd name="connsiteY302" fmla="*/ 337060 h 1898882"/>
                <a:gd name="connsiteX303" fmla="*/ 2272652 w 4011346"/>
                <a:gd name="connsiteY303" fmla="*/ 323711 h 1898882"/>
                <a:gd name="connsiteX304" fmla="*/ 2245954 w 4011346"/>
                <a:gd name="connsiteY304" fmla="*/ 283664 h 1898882"/>
                <a:gd name="connsiteX305" fmla="*/ 2209244 w 4011346"/>
                <a:gd name="connsiteY305" fmla="*/ 280327 h 1898882"/>
                <a:gd name="connsiteX306" fmla="*/ 2159186 w 4011346"/>
                <a:gd name="connsiteY306" fmla="*/ 270315 h 1898882"/>
                <a:gd name="connsiteX307" fmla="*/ 2132488 w 4011346"/>
                <a:gd name="connsiteY307" fmla="*/ 287001 h 1898882"/>
                <a:gd name="connsiteX308" fmla="*/ 2115802 w 4011346"/>
                <a:gd name="connsiteY308" fmla="*/ 300350 h 1898882"/>
                <a:gd name="connsiteX309" fmla="*/ 2115802 w 4011346"/>
                <a:gd name="connsiteY309" fmla="*/ 270315 h 1898882"/>
                <a:gd name="connsiteX310" fmla="*/ 2082430 w 4011346"/>
                <a:gd name="connsiteY310" fmla="*/ 266978 h 1898882"/>
                <a:gd name="connsiteX311" fmla="*/ 2045720 w 4011346"/>
                <a:gd name="connsiteY311" fmla="*/ 240280 h 1898882"/>
                <a:gd name="connsiteX312" fmla="*/ 2025697 w 4011346"/>
                <a:gd name="connsiteY312" fmla="*/ 270315 h 1898882"/>
                <a:gd name="connsiteX313" fmla="*/ 2055732 w 4011346"/>
                <a:gd name="connsiteY313" fmla="*/ 266978 h 1898882"/>
                <a:gd name="connsiteX314" fmla="*/ 2045720 w 4011346"/>
                <a:gd name="connsiteY314" fmla="*/ 293676 h 1898882"/>
                <a:gd name="connsiteX315" fmla="*/ 1988987 w 4011346"/>
                <a:gd name="connsiteY315" fmla="*/ 313699 h 1898882"/>
                <a:gd name="connsiteX316" fmla="*/ 1935592 w 4011346"/>
                <a:gd name="connsiteY316" fmla="*/ 323711 h 1898882"/>
                <a:gd name="connsiteX317" fmla="*/ 1995662 w 4011346"/>
                <a:gd name="connsiteY317" fmla="*/ 266978 h 1898882"/>
                <a:gd name="connsiteX318" fmla="*/ 2055732 w 4011346"/>
                <a:gd name="connsiteY318" fmla="*/ 196896 h 1898882"/>
                <a:gd name="connsiteX319" fmla="*/ 2055732 w 4011346"/>
                <a:gd name="connsiteY319" fmla="*/ 196896 h 1898882"/>
                <a:gd name="connsiteX320" fmla="*/ 1832138 w 4011346"/>
                <a:gd name="connsiteY320" fmla="*/ 36710 h 1898882"/>
                <a:gd name="connsiteX321" fmla="*/ 1782079 w 4011346"/>
                <a:gd name="connsiteY321" fmla="*/ 0 h 1898882"/>
                <a:gd name="connsiteX322" fmla="*/ 1768731 w 4011346"/>
                <a:gd name="connsiteY322" fmla="*/ 46722 h 1898882"/>
                <a:gd name="connsiteX323" fmla="*/ 1705322 w 4011346"/>
                <a:gd name="connsiteY323" fmla="*/ 70082 h 1898882"/>
                <a:gd name="connsiteX324" fmla="*/ 1685300 w 4011346"/>
                <a:gd name="connsiteY324" fmla="*/ 43384 h 1898882"/>
                <a:gd name="connsiteX325" fmla="*/ 1615218 w 4011346"/>
                <a:gd name="connsiteY325" fmla="*/ 46722 h 1898882"/>
                <a:gd name="connsiteX326" fmla="*/ 1638579 w 4011346"/>
                <a:gd name="connsiteY326" fmla="*/ 76757 h 1898882"/>
                <a:gd name="connsiteX327" fmla="*/ 1528449 w 4011346"/>
                <a:gd name="connsiteY327" fmla="*/ 103453 h 1898882"/>
                <a:gd name="connsiteX328" fmla="*/ 1465043 w 4011346"/>
                <a:gd name="connsiteY328" fmla="*/ 186884 h 1898882"/>
                <a:gd name="connsiteX329" fmla="*/ 1448357 w 4011346"/>
                <a:gd name="connsiteY329" fmla="*/ 213582 h 1898882"/>
                <a:gd name="connsiteX330" fmla="*/ 1481729 w 4011346"/>
                <a:gd name="connsiteY330" fmla="*/ 246955 h 1898882"/>
                <a:gd name="connsiteX331" fmla="*/ 1481729 w 4011346"/>
                <a:gd name="connsiteY331" fmla="*/ 276990 h 1898882"/>
                <a:gd name="connsiteX332" fmla="*/ 1458368 w 4011346"/>
                <a:gd name="connsiteY332" fmla="*/ 280327 h 1898882"/>
                <a:gd name="connsiteX333" fmla="*/ 1458368 w 4011346"/>
                <a:gd name="connsiteY333" fmla="*/ 260303 h 1898882"/>
                <a:gd name="connsiteX334" fmla="*/ 1418322 w 4011346"/>
                <a:gd name="connsiteY334" fmla="*/ 270315 h 1898882"/>
                <a:gd name="connsiteX335" fmla="*/ 1368263 w 4011346"/>
                <a:gd name="connsiteY335" fmla="*/ 276990 h 1898882"/>
                <a:gd name="connsiteX336" fmla="*/ 1321542 w 4011346"/>
                <a:gd name="connsiteY336" fmla="*/ 283664 h 1898882"/>
                <a:gd name="connsiteX337" fmla="*/ 1318205 w 4011346"/>
                <a:gd name="connsiteY337" fmla="*/ 370432 h 1898882"/>
                <a:gd name="connsiteX338" fmla="*/ 1358252 w 4011346"/>
                <a:gd name="connsiteY338" fmla="*/ 393793 h 1898882"/>
                <a:gd name="connsiteX339" fmla="*/ 1374938 w 4011346"/>
                <a:gd name="connsiteY339" fmla="*/ 423828 h 1898882"/>
                <a:gd name="connsiteX340" fmla="*/ 1384949 w 4011346"/>
                <a:gd name="connsiteY340" fmla="*/ 447188 h 1898882"/>
                <a:gd name="connsiteX341" fmla="*/ 1394961 w 4011346"/>
                <a:gd name="connsiteY341" fmla="*/ 497247 h 1898882"/>
                <a:gd name="connsiteX342" fmla="*/ 1384949 w 4011346"/>
                <a:gd name="connsiteY342" fmla="*/ 527282 h 1898882"/>
                <a:gd name="connsiteX343" fmla="*/ 1358252 w 4011346"/>
                <a:gd name="connsiteY343" fmla="*/ 493909 h 1898882"/>
                <a:gd name="connsiteX344" fmla="*/ 1361589 w 4011346"/>
                <a:gd name="connsiteY344" fmla="*/ 463874 h 1898882"/>
                <a:gd name="connsiteX345" fmla="*/ 1351577 w 4011346"/>
                <a:gd name="connsiteY345" fmla="*/ 423828 h 1898882"/>
                <a:gd name="connsiteX346" fmla="*/ 1328217 w 4011346"/>
                <a:gd name="connsiteY346" fmla="*/ 430502 h 1898882"/>
                <a:gd name="connsiteX347" fmla="*/ 1281495 w 4011346"/>
                <a:gd name="connsiteY347" fmla="*/ 393793 h 1898882"/>
                <a:gd name="connsiteX348" fmla="*/ 1241449 w 4011346"/>
                <a:gd name="connsiteY348" fmla="*/ 390455 h 1898882"/>
                <a:gd name="connsiteX349" fmla="*/ 1241449 w 4011346"/>
                <a:gd name="connsiteY349" fmla="*/ 437176 h 1898882"/>
                <a:gd name="connsiteX350" fmla="*/ 1201402 w 4011346"/>
                <a:gd name="connsiteY350" fmla="*/ 417153 h 1898882"/>
                <a:gd name="connsiteX351" fmla="*/ 1228100 w 4011346"/>
                <a:gd name="connsiteY351" fmla="*/ 467211 h 1898882"/>
                <a:gd name="connsiteX352" fmla="*/ 1258135 w 4011346"/>
                <a:gd name="connsiteY352" fmla="*/ 477223 h 1898882"/>
                <a:gd name="connsiteX353" fmla="*/ 1258135 w 4011346"/>
                <a:gd name="connsiteY353" fmla="*/ 497247 h 1898882"/>
                <a:gd name="connsiteX354" fmla="*/ 1198065 w 4011346"/>
                <a:gd name="connsiteY354" fmla="*/ 473886 h 1898882"/>
                <a:gd name="connsiteX355" fmla="*/ 1181379 w 4011346"/>
                <a:gd name="connsiteY355" fmla="*/ 473886 h 1898882"/>
                <a:gd name="connsiteX356" fmla="*/ 1178041 w 4011346"/>
                <a:gd name="connsiteY356" fmla="*/ 430502 h 1898882"/>
                <a:gd name="connsiteX357" fmla="*/ 1171367 w 4011346"/>
                <a:gd name="connsiteY357" fmla="*/ 343734 h 1898882"/>
                <a:gd name="connsiteX358" fmla="*/ 1161355 w 4011346"/>
                <a:gd name="connsiteY358" fmla="*/ 413816 h 1898882"/>
                <a:gd name="connsiteX359" fmla="*/ 1137995 w 4011346"/>
                <a:gd name="connsiteY359" fmla="*/ 443851 h 1898882"/>
                <a:gd name="connsiteX360" fmla="*/ 1158018 w 4011346"/>
                <a:gd name="connsiteY360" fmla="*/ 490572 h 1898882"/>
                <a:gd name="connsiteX361" fmla="*/ 1158018 w 4011346"/>
                <a:gd name="connsiteY361" fmla="*/ 523944 h 1898882"/>
                <a:gd name="connsiteX362" fmla="*/ 1141332 w 4011346"/>
                <a:gd name="connsiteY362" fmla="*/ 574003 h 1898882"/>
                <a:gd name="connsiteX363" fmla="*/ 1154681 w 4011346"/>
                <a:gd name="connsiteY363" fmla="*/ 607375 h 1898882"/>
                <a:gd name="connsiteX364" fmla="*/ 1184716 w 4011346"/>
                <a:gd name="connsiteY364" fmla="*/ 614049 h 1898882"/>
                <a:gd name="connsiteX365" fmla="*/ 1221425 w 4011346"/>
                <a:gd name="connsiteY365" fmla="*/ 620724 h 1898882"/>
                <a:gd name="connsiteX366" fmla="*/ 1241449 w 4011346"/>
                <a:gd name="connsiteY366" fmla="*/ 644084 h 1898882"/>
                <a:gd name="connsiteX367" fmla="*/ 1258135 w 4011346"/>
                <a:gd name="connsiteY367" fmla="*/ 687468 h 1898882"/>
                <a:gd name="connsiteX368" fmla="*/ 1258135 w 4011346"/>
                <a:gd name="connsiteY368" fmla="*/ 687468 h 1898882"/>
                <a:gd name="connsiteX369" fmla="*/ 1254798 w 4011346"/>
                <a:gd name="connsiteY369" fmla="*/ 720841 h 1898882"/>
                <a:gd name="connsiteX370" fmla="*/ 1274821 w 4011346"/>
                <a:gd name="connsiteY370" fmla="*/ 740864 h 1898882"/>
                <a:gd name="connsiteX371" fmla="*/ 1244786 w 4011346"/>
                <a:gd name="connsiteY371" fmla="*/ 747539 h 1898882"/>
                <a:gd name="connsiteX372" fmla="*/ 1224763 w 4011346"/>
                <a:gd name="connsiteY372" fmla="*/ 707492 h 1898882"/>
                <a:gd name="connsiteX373" fmla="*/ 1224763 w 4011346"/>
                <a:gd name="connsiteY373" fmla="*/ 667445 h 1898882"/>
                <a:gd name="connsiteX374" fmla="*/ 1194727 w 4011346"/>
                <a:gd name="connsiteY374" fmla="*/ 630736 h 1898882"/>
                <a:gd name="connsiteX375" fmla="*/ 1164692 w 4011346"/>
                <a:gd name="connsiteY375" fmla="*/ 674120 h 1898882"/>
                <a:gd name="connsiteX376" fmla="*/ 1178041 w 4011346"/>
                <a:gd name="connsiteY376" fmla="*/ 717503 h 1898882"/>
                <a:gd name="connsiteX377" fmla="*/ 1137995 w 4011346"/>
                <a:gd name="connsiteY377" fmla="*/ 774236 h 1898882"/>
                <a:gd name="connsiteX378" fmla="*/ 1097948 w 4011346"/>
                <a:gd name="connsiteY378" fmla="*/ 830969 h 1898882"/>
                <a:gd name="connsiteX379" fmla="*/ 1007843 w 4011346"/>
                <a:gd name="connsiteY379" fmla="*/ 794260 h 1898882"/>
                <a:gd name="connsiteX380" fmla="*/ 1074587 w 4011346"/>
                <a:gd name="connsiteY380" fmla="*/ 790922 h 1898882"/>
                <a:gd name="connsiteX381" fmla="*/ 1107960 w 4011346"/>
                <a:gd name="connsiteY381" fmla="*/ 727515 h 1898882"/>
                <a:gd name="connsiteX382" fmla="*/ 1121309 w 4011346"/>
                <a:gd name="connsiteY382" fmla="*/ 684131 h 1898882"/>
                <a:gd name="connsiteX383" fmla="*/ 1127983 w 4011346"/>
                <a:gd name="connsiteY383" fmla="*/ 650759 h 1898882"/>
                <a:gd name="connsiteX384" fmla="*/ 1117971 w 4011346"/>
                <a:gd name="connsiteY384" fmla="*/ 634073 h 1898882"/>
                <a:gd name="connsiteX385" fmla="*/ 1114634 w 4011346"/>
                <a:gd name="connsiteY385" fmla="*/ 584014 h 1898882"/>
                <a:gd name="connsiteX386" fmla="*/ 1104622 w 4011346"/>
                <a:gd name="connsiteY386" fmla="*/ 503921 h 1898882"/>
                <a:gd name="connsiteX387" fmla="*/ 1101285 w 4011346"/>
                <a:gd name="connsiteY387" fmla="*/ 443851 h 1898882"/>
                <a:gd name="connsiteX388" fmla="*/ 1124646 w 4011346"/>
                <a:gd name="connsiteY388" fmla="*/ 350409 h 1898882"/>
                <a:gd name="connsiteX389" fmla="*/ 1031203 w 4011346"/>
                <a:gd name="connsiteY389" fmla="*/ 340397 h 1898882"/>
                <a:gd name="connsiteX390" fmla="*/ 1014517 w 4011346"/>
                <a:gd name="connsiteY390" fmla="*/ 397130 h 1898882"/>
                <a:gd name="connsiteX391" fmla="*/ 1024529 w 4011346"/>
                <a:gd name="connsiteY391" fmla="*/ 443851 h 1898882"/>
                <a:gd name="connsiteX392" fmla="*/ 981145 w 4011346"/>
                <a:gd name="connsiteY392" fmla="*/ 497247 h 1898882"/>
                <a:gd name="connsiteX393" fmla="*/ 991157 w 4011346"/>
                <a:gd name="connsiteY393" fmla="*/ 533956 h 1898882"/>
                <a:gd name="connsiteX394" fmla="*/ 981145 w 4011346"/>
                <a:gd name="connsiteY394" fmla="*/ 580677 h 1898882"/>
                <a:gd name="connsiteX395" fmla="*/ 1001168 w 4011346"/>
                <a:gd name="connsiteY395" fmla="*/ 604038 h 1898882"/>
                <a:gd name="connsiteX396" fmla="*/ 1017854 w 4011346"/>
                <a:gd name="connsiteY396" fmla="*/ 650759 h 1898882"/>
                <a:gd name="connsiteX397" fmla="*/ 1047890 w 4011346"/>
                <a:gd name="connsiteY397" fmla="*/ 637410 h 1898882"/>
                <a:gd name="connsiteX398" fmla="*/ 1014517 w 4011346"/>
                <a:gd name="connsiteY398" fmla="*/ 690806 h 1898882"/>
                <a:gd name="connsiteX399" fmla="*/ 957784 w 4011346"/>
                <a:gd name="connsiteY399" fmla="*/ 637410 h 1898882"/>
                <a:gd name="connsiteX400" fmla="*/ 884365 w 4011346"/>
                <a:gd name="connsiteY400" fmla="*/ 600701 h 1898882"/>
                <a:gd name="connsiteX401" fmla="*/ 824295 w 4011346"/>
                <a:gd name="connsiteY401" fmla="*/ 577340 h 1898882"/>
                <a:gd name="connsiteX402" fmla="*/ 810946 w 4011346"/>
                <a:gd name="connsiteY402" fmla="*/ 614049 h 1898882"/>
                <a:gd name="connsiteX403" fmla="*/ 827633 w 4011346"/>
                <a:gd name="connsiteY403" fmla="*/ 650759 h 1898882"/>
                <a:gd name="connsiteX404" fmla="*/ 814284 w 4011346"/>
                <a:gd name="connsiteY404" fmla="*/ 674120 h 1898882"/>
                <a:gd name="connsiteX405" fmla="*/ 800935 w 4011346"/>
                <a:gd name="connsiteY405" fmla="*/ 690806 h 1898882"/>
                <a:gd name="connsiteX406" fmla="*/ 770900 w 4011346"/>
                <a:gd name="connsiteY406" fmla="*/ 634073 h 1898882"/>
                <a:gd name="connsiteX407" fmla="*/ 744202 w 4011346"/>
                <a:gd name="connsiteY407" fmla="*/ 670782 h 1898882"/>
                <a:gd name="connsiteX408" fmla="*/ 707492 w 4011346"/>
                <a:gd name="connsiteY408" fmla="*/ 664108 h 1898882"/>
                <a:gd name="connsiteX409" fmla="*/ 654097 w 4011346"/>
                <a:gd name="connsiteY409" fmla="*/ 700817 h 1898882"/>
                <a:gd name="connsiteX410" fmla="*/ 644085 w 4011346"/>
                <a:gd name="connsiteY410" fmla="*/ 677457 h 1898882"/>
                <a:gd name="connsiteX411" fmla="*/ 654097 w 4011346"/>
                <a:gd name="connsiteY411" fmla="*/ 640747 h 1898882"/>
                <a:gd name="connsiteX412" fmla="*/ 614050 w 4011346"/>
                <a:gd name="connsiteY412" fmla="*/ 677457 h 1898882"/>
                <a:gd name="connsiteX413" fmla="*/ 594027 w 4011346"/>
                <a:gd name="connsiteY413" fmla="*/ 677457 h 1898882"/>
                <a:gd name="connsiteX414" fmla="*/ 533957 w 4011346"/>
                <a:gd name="connsiteY414" fmla="*/ 710829 h 1898882"/>
                <a:gd name="connsiteX415" fmla="*/ 510596 w 4011346"/>
                <a:gd name="connsiteY415" fmla="*/ 734190 h 1898882"/>
                <a:gd name="connsiteX416" fmla="*/ 500584 w 4011346"/>
                <a:gd name="connsiteY416" fmla="*/ 780911 h 1898882"/>
                <a:gd name="connsiteX417" fmla="*/ 450526 w 4011346"/>
                <a:gd name="connsiteY417" fmla="*/ 767562 h 1898882"/>
                <a:gd name="connsiteX418" fmla="*/ 433840 w 4011346"/>
                <a:gd name="connsiteY418" fmla="*/ 730852 h 1898882"/>
                <a:gd name="connsiteX419" fmla="*/ 467212 w 4011346"/>
                <a:gd name="connsiteY419" fmla="*/ 700817 h 1898882"/>
                <a:gd name="connsiteX420" fmla="*/ 453863 w 4011346"/>
                <a:gd name="connsiteY420" fmla="*/ 677457 h 1898882"/>
                <a:gd name="connsiteX421" fmla="*/ 390456 w 4011346"/>
                <a:gd name="connsiteY421" fmla="*/ 647422 h 1898882"/>
                <a:gd name="connsiteX422" fmla="*/ 417154 w 4011346"/>
                <a:gd name="connsiteY422" fmla="*/ 697480 h 1898882"/>
                <a:gd name="connsiteX423" fmla="*/ 407142 w 4011346"/>
                <a:gd name="connsiteY423" fmla="*/ 740864 h 1898882"/>
                <a:gd name="connsiteX424" fmla="*/ 413817 w 4011346"/>
                <a:gd name="connsiteY424" fmla="*/ 777574 h 1898882"/>
                <a:gd name="connsiteX425" fmla="*/ 427165 w 4011346"/>
                <a:gd name="connsiteY425" fmla="*/ 800934 h 1898882"/>
                <a:gd name="connsiteX426" fmla="*/ 413817 w 4011346"/>
                <a:gd name="connsiteY426" fmla="*/ 830969 h 1898882"/>
                <a:gd name="connsiteX427" fmla="*/ 390456 w 4011346"/>
                <a:gd name="connsiteY427" fmla="*/ 807609 h 1898882"/>
                <a:gd name="connsiteX428" fmla="*/ 360421 w 4011346"/>
                <a:gd name="connsiteY428" fmla="*/ 804271 h 1898882"/>
                <a:gd name="connsiteX429" fmla="*/ 333723 w 4011346"/>
                <a:gd name="connsiteY429" fmla="*/ 844318 h 1898882"/>
                <a:gd name="connsiteX430" fmla="*/ 307025 w 4011346"/>
                <a:gd name="connsiteY430" fmla="*/ 864341 h 1898882"/>
                <a:gd name="connsiteX431" fmla="*/ 320374 w 4011346"/>
                <a:gd name="connsiteY431" fmla="*/ 891039 h 1898882"/>
                <a:gd name="connsiteX432" fmla="*/ 303688 w 4011346"/>
                <a:gd name="connsiteY432" fmla="*/ 914400 h 1898882"/>
                <a:gd name="connsiteX433" fmla="*/ 233606 w 4011346"/>
                <a:gd name="connsiteY433" fmla="*/ 877690 h 1898882"/>
                <a:gd name="connsiteX434" fmla="*/ 243618 w 4011346"/>
                <a:gd name="connsiteY434" fmla="*/ 927749 h 1898882"/>
                <a:gd name="connsiteX435" fmla="*/ 263641 w 4011346"/>
                <a:gd name="connsiteY435" fmla="*/ 947772 h 1898882"/>
                <a:gd name="connsiteX436" fmla="*/ 250292 w 4011346"/>
                <a:gd name="connsiteY436" fmla="*/ 961121 h 1898882"/>
                <a:gd name="connsiteX437" fmla="*/ 193560 w 4011346"/>
                <a:gd name="connsiteY437" fmla="*/ 924411 h 1898882"/>
                <a:gd name="connsiteX438" fmla="*/ 170199 w 4011346"/>
                <a:gd name="connsiteY438" fmla="*/ 884365 h 1898882"/>
                <a:gd name="connsiteX439" fmla="*/ 170199 w 4011346"/>
                <a:gd name="connsiteY439" fmla="*/ 837644 h 1898882"/>
                <a:gd name="connsiteX440" fmla="*/ 133490 w 4011346"/>
                <a:gd name="connsiteY440" fmla="*/ 760887 h 1898882"/>
                <a:gd name="connsiteX441" fmla="*/ 196897 w 4011346"/>
                <a:gd name="connsiteY441" fmla="*/ 790922 h 1898882"/>
                <a:gd name="connsiteX442" fmla="*/ 256967 w 4011346"/>
                <a:gd name="connsiteY442" fmla="*/ 820957 h 1898882"/>
                <a:gd name="connsiteX443" fmla="*/ 293676 w 4011346"/>
                <a:gd name="connsiteY443" fmla="*/ 824295 h 1898882"/>
                <a:gd name="connsiteX444" fmla="*/ 327049 w 4011346"/>
                <a:gd name="connsiteY444" fmla="*/ 794260 h 1898882"/>
                <a:gd name="connsiteX445" fmla="*/ 343735 w 4011346"/>
                <a:gd name="connsiteY445" fmla="*/ 757550 h 1898882"/>
                <a:gd name="connsiteX446" fmla="*/ 333723 w 4011346"/>
                <a:gd name="connsiteY446" fmla="*/ 707492 h 1898882"/>
                <a:gd name="connsiteX447" fmla="*/ 290339 w 4011346"/>
                <a:gd name="connsiteY447" fmla="*/ 687468 h 1898882"/>
                <a:gd name="connsiteX448" fmla="*/ 236944 w 4011346"/>
                <a:gd name="connsiteY448" fmla="*/ 640747 h 1898882"/>
                <a:gd name="connsiteX449" fmla="*/ 133490 w 4011346"/>
                <a:gd name="connsiteY449" fmla="*/ 584014 h 1898882"/>
                <a:gd name="connsiteX0" fmla="*/ 133490 w 4011346"/>
                <a:gd name="connsiteY0" fmla="*/ 584014 h 1898882"/>
                <a:gd name="connsiteX1" fmla="*/ 46722 w 4011346"/>
                <a:gd name="connsiteY1" fmla="*/ 614049 h 1898882"/>
                <a:gd name="connsiteX2" fmla="*/ 33373 w 4011346"/>
                <a:gd name="connsiteY2" fmla="*/ 644084 h 1898882"/>
                <a:gd name="connsiteX3" fmla="*/ 43384 w 4011346"/>
                <a:gd name="connsiteY3" fmla="*/ 674120 h 1898882"/>
                <a:gd name="connsiteX4" fmla="*/ 60071 w 4011346"/>
                <a:gd name="connsiteY4" fmla="*/ 700817 h 1898882"/>
                <a:gd name="connsiteX5" fmla="*/ 73419 w 4011346"/>
                <a:gd name="connsiteY5" fmla="*/ 730852 h 1898882"/>
                <a:gd name="connsiteX6" fmla="*/ 56733 w 4011346"/>
                <a:gd name="connsiteY6" fmla="*/ 754213 h 1898882"/>
                <a:gd name="connsiteX7" fmla="*/ 76757 w 4011346"/>
                <a:gd name="connsiteY7" fmla="*/ 834306 h 1898882"/>
                <a:gd name="connsiteX8" fmla="*/ 66745 w 4011346"/>
                <a:gd name="connsiteY8" fmla="*/ 850993 h 1898882"/>
                <a:gd name="connsiteX9" fmla="*/ 70082 w 4011346"/>
                <a:gd name="connsiteY9" fmla="*/ 877690 h 1898882"/>
                <a:gd name="connsiteX10" fmla="*/ 70082 w 4011346"/>
                <a:gd name="connsiteY10" fmla="*/ 917737 h 1898882"/>
                <a:gd name="connsiteX11" fmla="*/ 80094 w 4011346"/>
                <a:gd name="connsiteY11" fmla="*/ 937760 h 1898882"/>
                <a:gd name="connsiteX12" fmla="*/ 76757 w 4011346"/>
                <a:gd name="connsiteY12" fmla="*/ 961121 h 1898882"/>
                <a:gd name="connsiteX13" fmla="*/ 106792 w 4011346"/>
                <a:gd name="connsiteY13" fmla="*/ 994493 h 1898882"/>
                <a:gd name="connsiteX14" fmla="*/ 106792 w 4011346"/>
                <a:gd name="connsiteY14" fmla="*/ 1024528 h 1898882"/>
                <a:gd name="connsiteX15" fmla="*/ 13349 w 4011346"/>
                <a:gd name="connsiteY15" fmla="*/ 1114633 h 1898882"/>
                <a:gd name="connsiteX16" fmla="*/ 33373 w 4011346"/>
                <a:gd name="connsiteY16" fmla="*/ 1148006 h 1898882"/>
                <a:gd name="connsiteX17" fmla="*/ 33373 w 4011346"/>
                <a:gd name="connsiteY17" fmla="*/ 1148006 h 1898882"/>
                <a:gd name="connsiteX18" fmla="*/ 16687 w 4011346"/>
                <a:gd name="connsiteY18" fmla="*/ 1178041 h 1898882"/>
                <a:gd name="connsiteX19" fmla="*/ 3338 w 4011346"/>
                <a:gd name="connsiteY19" fmla="*/ 1208076 h 1898882"/>
                <a:gd name="connsiteX20" fmla="*/ 0 w 4011346"/>
                <a:gd name="connsiteY20" fmla="*/ 1268146 h 1898882"/>
                <a:gd name="connsiteX21" fmla="*/ 16687 w 4011346"/>
                <a:gd name="connsiteY21" fmla="*/ 1311530 h 1898882"/>
                <a:gd name="connsiteX22" fmla="*/ 20024 w 4011346"/>
                <a:gd name="connsiteY22" fmla="*/ 1344902 h 1898882"/>
                <a:gd name="connsiteX23" fmla="*/ 56733 w 4011346"/>
                <a:gd name="connsiteY23" fmla="*/ 1354914 h 1898882"/>
                <a:gd name="connsiteX24" fmla="*/ 116803 w 4011346"/>
                <a:gd name="connsiteY24" fmla="*/ 1441682 h 1898882"/>
                <a:gd name="connsiteX25" fmla="*/ 96780 w 4011346"/>
                <a:gd name="connsiteY25" fmla="*/ 1465042 h 1898882"/>
                <a:gd name="connsiteX26" fmla="*/ 93443 w 4011346"/>
                <a:gd name="connsiteY26" fmla="*/ 1495077 h 1898882"/>
                <a:gd name="connsiteX27" fmla="*/ 120141 w 4011346"/>
                <a:gd name="connsiteY27" fmla="*/ 1498414 h 1898882"/>
                <a:gd name="connsiteX28" fmla="*/ 160187 w 4011346"/>
                <a:gd name="connsiteY28" fmla="*/ 1511763 h 1898882"/>
                <a:gd name="connsiteX29" fmla="*/ 186885 w 4011346"/>
                <a:gd name="connsiteY29" fmla="*/ 1525112 h 1898882"/>
                <a:gd name="connsiteX30" fmla="*/ 213583 w 4011346"/>
                <a:gd name="connsiteY30" fmla="*/ 1555147 h 1898882"/>
                <a:gd name="connsiteX31" fmla="*/ 243618 w 4011346"/>
                <a:gd name="connsiteY31" fmla="*/ 1558484 h 1898882"/>
                <a:gd name="connsiteX32" fmla="*/ 287002 w 4011346"/>
                <a:gd name="connsiteY32" fmla="*/ 1588520 h 1898882"/>
                <a:gd name="connsiteX33" fmla="*/ 310363 w 4011346"/>
                <a:gd name="connsiteY33" fmla="*/ 1598531 h 1898882"/>
                <a:gd name="connsiteX34" fmla="*/ 310363 w 4011346"/>
                <a:gd name="connsiteY34" fmla="*/ 1635241 h 1898882"/>
                <a:gd name="connsiteX35" fmla="*/ 270316 w 4011346"/>
                <a:gd name="connsiteY35" fmla="*/ 1675287 h 1898882"/>
                <a:gd name="connsiteX36" fmla="*/ 280327 w 4011346"/>
                <a:gd name="connsiteY36" fmla="*/ 1698648 h 1898882"/>
                <a:gd name="connsiteX37" fmla="*/ 273653 w 4011346"/>
                <a:gd name="connsiteY37" fmla="*/ 1718671 h 1898882"/>
                <a:gd name="connsiteX38" fmla="*/ 266979 w 4011346"/>
                <a:gd name="connsiteY38" fmla="*/ 1735357 h 1898882"/>
                <a:gd name="connsiteX39" fmla="*/ 240281 w 4011346"/>
                <a:gd name="connsiteY39" fmla="*/ 1775404 h 1898882"/>
                <a:gd name="connsiteX40" fmla="*/ 307025 w 4011346"/>
                <a:gd name="connsiteY40" fmla="*/ 1812114 h 1898882"/>
                <a:gd name="connsiteX41" fmla="*/ 337060 w 4011346"/>
                <a:gd name="connsiteY41" fmla="*/ 1818788 h 1898882"/>
                <a:gd name="connsiteX42" fmla="*/ 360421 w 4011346"/>
                <a:gd name="connsiteY42" fmla="*/ 1825463 h 1898882"/>
                <a:gd name="connsiteX43" fmla="*/ 380444 w 4011346"/>
                <a:gd name="connsiteY43" fmla="*/ 1832137 h 1898882"/>
                <a:gd name="connsiteX44" fmla="*/ 407142 w 4011346"/>
                <a:gd name="connsiteY44" fmla="*/ 1852160 h 1898882"/>
                <a:gd name="connsiteX45" fmla="*/ 437177 w 4011346"/>
                <a:gd name="connsiteY45" fmla="*/ 1848823 h 1898882"/>
                <a:gd name="connsiteX46" fmla="*/ 507259 w 4011346"/>
                <a:gd name="connsiteY46" fmla="*/ 1898882 h 1898882"/>
                <a:gd name="connsiteX47" fmla="*/ 517271 w 4011346"/>
                <a:gd name="connsiteY47" fmla="*/ 1885533 h 1898882"/>
                <a:gd name="connsiteX48" fmla="*/ 507259 w 4011346"/>
                <a:gd name="connsiteY48" fmla="*/ 1845486 h 1898882"/>
                <a:gd name="connsiteX49" fmla="*/ 500584 w 4011346"/>
                <a:gd name="connsiteY49" fmla="*/ 1812114 h 1898882"/>
                <a:gd name="connsiteX50" fmla="*/ 483898 w 4011346"/>
                <a:gd name="connsiteY50" fmla="*/ 1768730 h 1898882"/>
                <a:gd name="connsiteX51" fmla="*/ 513933 w 4011346"/>
                <a:gd name="connsiteY51" fmla="*/ 1748706 h 1898882"/>
                <a:gd name="connsiteX52" fmla="*/ 547306 w 4011346"/>
                <a:gd name="connsiteY52" fmla="*/ 1725346 h 1898882"/>
                <a:gd name="connsiteX53" fmla="*/ 527282 w 4011346"/>
                <a:gd name="connsiteY53" fmla="*/ 1708660 h 1898882"/>
                <a:gd name="connsiteX54" fmla="*/ 517271 w 4011346"/>
                <a:gd name="connsiteY54" fmla="*/ 1675287 h 1898882"/>
                <a:gd name="connsiteX55" fmla="*/ 480561 w 4011346"/>
                <a:gd name="connsiteY55" fmla="*/ 1658601 h 1898882"/>
                <a:gd name="connsiteX56" fmla="*/ 470549 w 4011346"/>
                <a:gd name="connsiteY56" fmla="*/ 1638578 h 1898882"/>
                <a:gd name="connsiteX57" fmla="*/ 480561 w 4011346"/>
                <a:gd name="connsiteY57" fmla="*/ 1608543 h 1898882"/>
                <a:gd name="connsiteX58" fmla="*/ 490573 w 4011346"/>
                <a:gd name="connsiteY58" fmla="*/ 1568496 h 1898882"/>
                <a:gd name="connsiteX59" fmla="*/ 513933 w 4011346"/>
                <a:gd name="connsiteY59" fmla="*/ 1588520 h 1898882"/>
                <a:gd name="connsiteX60" fmla="*/ 520608 w 4011346"/>
                <a:gd name="connsiteY60" fmla="*/ 1571833 h 1898882"/>
                <a:gd name="connsiteX61" fmla="*/ 543968 w 4011346"/>
                <a:gd name="connsiteY61" fmla="*/ 1535124 h 1898882"/>
                <a:gd name="connsiteX62" fmla="*/ 574003 w 4011346"/>
                <a:gd name="connsiteY62" fmla="*/ 1518438 h 1898882"/>
                <a:gd name="connsiteX63" fmla="*/ 590690 w 4011346"/>
                <a:gd name="connsiteY63" fmla="*/ 1531787 h 1898882"/>
                <a:gd name="connsiteX64" fmla="*/ 610713 w 4011346"/>
                <a:gd name="connsiteY64" fmla="*/ 1505089 h 1898882"/>
                <a:gd name="connsiteX65" fmla="*/ 630736 w 4011346"/>
                <a:gd name="connsiteY65" fmla="*/ 1531787 h 1898882"/>
                <a:gd name="connsiteX66" fmla="*/ 657434 w 4011346"/>
                <a:gd name="connsiteY66" fmla="*/ 1555147 h 1898882"/>
                <a:gd name="connsiteX67" fmla="*/ 674120 w 4011346"/>
                <a:gd name="connsiteY67" fmla="*/ 1561822 h 1898882"/>
                <a:gd name="connsiteX68" fmla="*/ 697481 w 4011346"/>
                <a:gd name="connsiteY68" fmla="*/ 1561822 h 1898882"/>
                <a:gd name="connsiteX69" fmla="*/ 717504 w 4011346"/>
                <a:gd name="connsiteY69" fmla="*/ 1548473 h 1898882"/>
                <a:gd name="connsiteX70" fmla="*/ 744202 w 4011346"/>
                <a:gd name="connsiteY70" fmla="*/ 1548473 h 1898882"/>
                <a:gd name="connsiteX71" fmla="*/ 760888 w 4011346"/>
                <a:gd name="connsiteY71" fmla="*/ 1545136 h 1898882"/>
                <a:gd name="connsiteX72" fmla="*/ 790923 w 4011346"/>
                <a:gd name="connsiteY72" fmla="*/ 1578508 h 1898882"/>
                <a:gd name="connsiteX73" fmla="*/ 797598 w 4011346"/>
                <a:gd name="connsiteY73" fmla="*/ 1551810 h 1898882"/>
                <a:gd name="connsiteX74" fmla="*/ 817621 w 4011346"/>
                <a:gd name="connsiteY74" fmla="*/ 1568496 h 1898882"/>
                <a:gd name="connsiteX75" fmla="*/ 837644 w 4011346"/>
                <a:gd name="connsiteY75" fmla="*/ 1545136 h 1898882"/>
                <a:gd name="connsiteX76" fmla="*/ 827633 w 4011346"/>
                <a:gd name="connsiteY76" fmla="*/ 1525112 h 1898882"/>
                <a:gd name="connsiteX77" fmla="*/ 810946 w 4011346"/>
                <a:gd name="connsiteY77" fmla="*/ 1511763 h 1898882"/>
                <a:gd name="connsiteX78" fmla="*/ 810946 w 4011346"/>
                <a:gd name="connsiteY78" fmla="*/ 1485066 h 1898882"/>
                <a:gd name="connsiteX79" fmla="*/ 810946 w 4011346"/>
                <a:gd name="connsiteY79" fmla="*/ 1471717 h 1898882"/>
                <a:gd name="connsiteX80" fmla="*/ 830970 w 4011346"/>
                <a:gd name="connsiteY80" fmla="*/ 1468379 h 1898882"/>
                <a:gd name="connsiteX81" fmla="*/ 840981 w 4011346"/>
                <a:gd name="connsiteY81" fmla="*/ 1465042 h 1898882"/>
                <a:gd name="connsiteX82" fmla="*/ 820958 w 4011346"/>
                <a:gd name="connsiteY82" fmla="*/ 1428333 h 1898882"/>
                <a:gd name="connsiteX83" fmla="*/ 854330 w 4011346"/>
                <a:gd name="connsiteY83" fmla="*/ 1421658 h 1898882"/>
                <a:gd name="connsiteX84" fmla="*/ 891040 w 4011346"/>
                <a:gd name="connsiteY84" fmla="*/ 1428333 h 1898882"/>
                <a:gd name="connsiteX85" fmla="*/ 964459 w 4011346"/>
                <a:gd name="connsiteY85" fmla="*/ 1384949 h 1898882"/>
                <a:gd name="connsiteX86" fmla="*/ 1001168 w 4011346"/>
                <a:gd name="connsiteY86" fmla="*/ 1384949 h 1898882"/>
                <a:gd name="connsiteX87" fmla="*/ 1027866 w 4011346"/>
                <a:gd name="connsiteY87" fmla="*/ 1361588 h 1898882"/>
                <a:gd name="connsiteX88" fmla="*/ 1047890 w 4011346"/>
                <a:gd name="connsiteY88" fmla="*/ 1371600 h 1898882"/>
                <a:gd name="connsiteX89" fmla="*/ 1067913 w 4011346"/>
                <a:gd name="connsiteY89" fmla="*/ 1381611 h 1898882"/>
                <a:gd name="connsiteX90" fmla="*/ 1087936 w 4011346"/>
                <a:gd name="connsiteY90" fmla="*/ 1408309 h 1898882"/>
                <a:gd name="connsiteX91" fmla="*/ 1074587 w 4011346"/>
                <a:gd name="connsiteY91" fmla="*/ 1421658 h 1898882"/>
                <a:gd name="connsiteX92" fmla="*/ 1104622 w 4011346"/>
                <a:gd name="connsiteY92" fmla="*/ 1421658 h 1898882"/>
                <a:gd name="connsiteX93" fmla="*/ 1107960 w 4011346"/>
                <a:gd name="connsiteY93" fmla="*/ 1438344 h 1898882"/>
                <a:gd name="connsiteX94" fmla="*/ 1121309 w 4011346"/>
                <a:gd name="connsiteY94" fmla="*/ 1421658 h 1898882"/>
                <a:gd name="connsiteX95" fmla="*/ 1134657 w 4011346"/>
                <a:gd name="connsiteY95" fmla="*/ 1435007 h 1898882"/>
                <a:gd name="connsiteX96" fmla="*/ 1134657 w 4011346"/>
                <a:gd name="connsiteY96" fmla="*/ 1455030 h 1898882"/>
                <a:gd name="connsiteX97" fmla="*/ 1148006 w 4011346"/>
                <a:gd name="connsiteY97" fmla="*/ 1451693 h 1898882"/>
                <a:gd name="connsiteX98" fmla="*/ 1208076 w 4011346"/>
                <a:gd name="connsiteY98" fmla="*/ 1404972 h 1898882"/>
                <a:gd name="connsiteX99" fmla="*/ 1211414 w 4011346"/>
                <a:gd name="connsiteY99" fmla="*/ 1424995 h 1898882"/>
                <a:gd name="connsiteX100" fmla="*/ 1244786 w 4011346"/>
                <a:gd name="connsiteY100" fmla="*/ 1445019 h 1898882"/>
                <a:gd name="connsiteX101" fmla="*/ 1264809 w 4011346"/>
                <a:gd name="connsiteY101" fmla="*/ 1475054 h 1898882"/>
                <a:gd name="connsiteX102" fmla="*/ 1298181 w 4011346"/>
                <a:gd name="connsiteY102" fmla="*/ 1581845 h 1898882"/>
                <a:gd name="connsiteX103" fmla="*/ 1308193 w 4011346"/>
                <a:gd name="connsiteY103" fmla="*/ 1538461 h 1898882"/>
                <a:gd name="connsiteX104" fmla="*/ 1344903 w 4011346"/>
                <a:gd name="connsiteY104" fmla="*/ 1558484 h 1898882"/>
                <a:gd name="connsiteX105" fmla="*/ 1388287 w 4011346"/>
                <a:gd name="connsiteY105" fmla="*/ 1558484 h 1898882"/>
                <a:gd name="connsiteX106" fmla="*/ 1394961 w 4011346"/>
                <a:gd name="connsiteY106" fmla="*/ 1581845 h 1898882"/>
                <a:gd name="connsiteX107" fmla="*/ 1435008 w 4011346"/>
                <a:gd name="connsiteY107" fmla="*/ 1605206 h 1898882"/>
                <a:gd name="connsiteX108" fmla="*/ 1465043 w 4011346"/>
                <a:gd name="connsiteY108" fmla="*/ 1605206 h 1898882"/>
                <a:gd name="connsiteX109" fmla="*/ 1491741 w 4011346"/>
                <a:gd name="connsiteY109" fmla="*/ 1618555 h 1898882"/>
                <a:gd name="connsiteX110" fmla="*/ 1535125 w 4011346"/>
                <a:gd name="connsiteY110" fmla="*/ 1575171 h 1898882"/>
                <a:gd name="connsiteX111" fmla="*/ 1571834 w 4011346"/>
                <a:gd name="connsiteY111" fmla="*/ 1555147 h 1898882"/>
                <a:gd name="connsiteX112" fmla="*/ 1608544 w 4011346"/>
                <a:gd name="connsiteY112" fmla="*/ 1558484 h 1898882"/>
                <a:gd name="connsiteX113" fmla="*/ 1655265 w 4011346"/>
                <a:gd name="connsiteY113" fmla="*/ 1571833 h 1898882"/>
                <a:gd name="connsiteX114" fmla="*/ 1681963 w 4011346"/>
                <a:gd name="connsiteY114" fmla="*/ 1588520 h 1898882"/>
                <a:gd name="connsiteX115" fmla="*/ 1735358 w 4011346"/>
                <a:gd name="connsiteY115" fmla="*/ 1581845 h 1898882"/>
                <a:gd name="connsiteX116" fmla="*/ 1745370 w 4011346"/>
                <a:gd name="connsiteY116" fmla="*/ 1561822 h 1898882"/>
                <a:gd name="connsiteX117" fmla="*/ 1738695 w 4011346"/>
                <a:gd name="connsiteY117" fmla="*/ 1541798 h 1898882"/>
                <a:gd name="connsiteX118" fmla="*/ 1765393 w 4011346"/>
                <a:gd name="connsiteY118" fmla="*/ 1515101 h 1898882"/>
                <a:gd name="connsiteX119" fmla="*/ 1778742 w 4011346"/>
                <a:gd name="connsiteY119" fmla="*/ 1511763 h 1898882"/>
                <a:gd name="connsiteX120" fmla="*/ 1812114 w 4011346"/>
                <a:gd name="connsiteY120" fmla="*/ 1528449 h 1898882"/>
                <a:gd name="connsiteX121" fmla="*/ 1852161 w 4011346"/>
                <a:gd name="connsiteY121" fmla="*/ 1541798 h 1898882"/>
                <a:gd name="connsiteX122" fmla="*/ 1858836 w 4011346"/>
                <a:gd name="connsiteY122" fmla="*/ 1568496 h 1898882"/>
                <a:gd name="connsiteX123" fmla="*/ 1872184 w 4011346"/>
                <a:gd name="connsiteY123" fmla="*/ 1575171 h 1898882"/>
                <a:gd name="connsiteX124" fmla="*/ 1902219 w 4011346"/>
                <a:gd name="connsiteY124" fmla="*/ 1578508 h 1898882"/>
                <a:gd name="connsiteX125" fmla="*/ 1932254 w 4011346"/>
                <a:gd name="connsiteY125" fmla="*/ 1561822 h 1898882"/>
                <a:gd name="connsiteX126" fmla="*/ 1962290 w 4011346"/>
                <a:gd name="connsiteY126" fmla="*/ 1575171 h 1898882"/>
                <a:gd name="connsiteX127" fmla="*/ 1985650 w 4011346"/>
                <a:gd name="connsiteY127" fmla="*/ 1588520 h 1898882"/>
                <a:gd name="connsiteX128" fmla="*/ 1995662 w 4011346"/>
                <a:gd name="connsiteY128" fmla="*/ 1598531 h 1898882"/>
                <a:gd name="connsiteX129" fmla="*/ 2032371 w 4011346"/>
                <a:gd name="connsiteY129" fmla="*/ 1618555 h 1898882"/>
                <a:gd name="connsiteX130" fmla="*/ 2069081 w 4011346"/>
                <a:gd name="connsiteY130" fmla="*/ 1615217 h 1898882"/>
                <a:gd name="connsiteX131" fmla="*/ 2142500 w 4011346"/>
                <a:gd name="connsiteY131" fmla="*/ 1571833 h 1898882"/>
                <a:gd name="connsiteX132" fmla="*/ 2195895 w 4011346"/>
                <a:gd name="connsiteY132" fmla="*/ 1585182 h 1898882"/>
                <a:gd name="connsiteX133" fmla="*/ 2225930 w 4011346"/>
                <a:gd name="connsiteY133" fmla="*/ 1595194 h 1898882"/>
                <a:gd name="connsiteX134" fmla="*/ 2259303 w 4011346"/>
                <a:gd name="connsiteY134" fmla="*/ 1581845 h 1898882"/>
                <a:gd name="connsiteX135" fmla="*/ 2262640 w 4011346"/>
                <a:gd name="connsiteY135" fmla="*/ 1555147 h 1898882"/>
                <a:gd name="connsiteX136" fmla="*/ 2282663 w 4011346"/>
                <a:gd name="connsiteY136" fmla="*/ 1525112 h 1898882"/>
                <a:gd name="connsiteX137" fmla="*/ 2299349 w 4011346"/>
                <a:gd name="connsiteY137" fmla="*/ 1471717 h 1898882"/>
                <a:gd name="connsiteX138" fmla="*/ 2282663 w 4011346"/>
                <a:gd name="connsiteY138" fmla="*/ 1475054 h 1898882"/>
                <a:gd name="connsiteX139" fmla="*/ 2312698 w 4011346"/>
                <a:gd name="connsiteY139" fmla="*/ 1448356 h 1898882"/>
                <a:gd name="connsiteX140" fmla="*/ 2339396 w 4011346"/>
                <a:gd name="connsiteY140" fmla="*/ 1445019 h 1898882"/>
                <a:gd name="connsiteX141" fmla="*/ 2396129 w 4011346"/>
                <a:gd name="connsiteY141" fmla="*/ 1455030 h 1898882"/>
                <a:gd name="connsiteX142" fmla="*/ 2436176 w 4011346"/>
                <a:gd name="connsiteY142" fmla="*/ 1481728 h 1898882"/>
                <a:gd name="connsiteX143" fmla="*/ 2462873 w 4011346"/>
                <a:gd name="connsiteY143" fmla="*/ 1511763 h 1898882"/>
                <a:gd name="connsiteX144" fmla="*/ 2469548 w 4011346"/>
                <a:gd name="connsiteY144" fmla="*/ 1548473 h 1898882"/>
                <a:gd name="connsiteX145" fmla="*/ 2476222 w 4011346"/>
                <a:gd name="connsiteY145" fmla="*/ 1588520 h 1898882"/>
                <a:gd name="connsiteX146" fmla="*/ 2486234 w 4011346"/>
                <a:gd name="connsiteY146" fmla="*/ 1608543 h 1898882"/>
                <a:gd name="connsiteX147" fmla="*/ 2529618 w 4011346"/>
                <a:gd name="connsiteY147" fmla="*/ 1621892 h 1898882"/>
                <a:gd name="connsiteX148" fmla="*/ 2549641 w 4011346"/>
                <a:gd name="connsiteY148" fmla="*/ 1641915 h 1898882"/>
                <a:gd name="connsiteX149" fmla="*/ 2562990 w 4011346"/>
                <a:gd name="connsiteY149" fmla="*/ 1675287 h 1898882"/>
                <a:gd name="connsiteX150" fmla="*/ 2586351 w 4011346"/>
                <a:gd name="connsiteY150" fmla="*/ 1668613 h 1898882"/>
                <a:gd name="connsiteX151" fmla="*/ 2606374 w 4011346"/>
                <a:gd name="connsiteY151" fmla="*/ 1658601 h 1898882"/>
                <a:gd name="connsiteX152" fmla="*/ 2639746 w 4011346"/>
                <a:gd name="connsiteY152" fmla="*/ 1641915 h 1898882"/>
                <a:gd name="connsiteX153" fmla="*/ 2643084 w 4011346"/>
                <a:gd name="connsiteY153" fmla="*/ 1658601 h 1898882"/>
                <a:gd name="connsiteX154" fmla="*/ 2626398 w 4011346"/>
                <a:gd name="connsiteY154" fmla="*/ 1688636 h 1898882"/>
                <a:gd name="connsiteX155" fmla="*/ 2616386 w 4011346"/>
                <a:gd name="connsiteY155" fmla="*/ 1725346 h 1898882"/>
                <a:gd name="connsiteX156" fmla="*/ 2603037 w 4011346"/>
                <a:gd name="connsiteY156" fmla="*/ 1778741 h 1898882"/>
                <a:gd name="connsiteX157" fmla="*/ 2579676 w 4011346"/>
                <a:gd name="connsiteY157" fmla="*/ 1752044 h 1898882"/>
                <a:gd name="connsiteX158" fmla="*/ 2552979 w 4011346"/>
                <a:gd name="connsiteY158" fmla="*/ 1775404 h 1898882"/>
                <a:gd name="connsiteX159" fmla="*/ 2559653 w 4011346"/>
                <a:gd name="connsiteY159" fmla="*/ 1802102 h 1898882"/>
                <a:gd name="connsiteX160" fmla="*/ 2559653 w 4011346"/>
                <a:gd name="connsiteY160" fmla="*/ 1838811 h 1898882"/>
                <a:gd name="connsiteX161" fmla="*/ 2549641 w 4011346"/>
                <a:gd name="connsiteY161" fmla="*/ 1858835 h 1898882"/>
                <a:gd name="connsiteX162" fmla="*/ 2589688 w 4011346"/>
                <a:gd name="connsiteY162" fmla="*/ 1838811 h 1898882"/>
                <a:gd name="connsiteX163" fmla="*/ 2626398 w 4011346"/>
                <a:gd name="connsiteY163" fmla="*/ 1848823 h 1898882"/>
                <a:gd name="connsiteX164" fmla="*/ 2653095 w 4011346"/>
                <a:gd name="connsiteY164" fmla="*/ 1825463 h 1898882"/>
                <a:gd name="connsiteX165" fmla="*/ 2683130 w 4011346"/>
                <a:gd name="connsiteY165" fmla="*/ 1772067 h 1898882"/>
                <a:gd name="connsiteX166" fmla="*/ 2753212 w 4011346"/>
                <a:gd name="connsiteY166" fmla="*/ 1685299 h 1898882"/>
                <a:gd name="connsiteX167" fmla="*/ 2783247 w 4011346"/>
                <a:gd name="connsiteY167" fmla="*/ 1615217 h 1898882"/>
                <a:gd name="connsiteX168" fmla="*/ 2803271 w 4011346"/>
                <a:gd name="connsiteY168" fmla="*/ 1511763 h 1898882"/>
                <a:gd name="connsiteX169" fmla="*/ 2793259 w 4011346"/>
                <a:gd name="connsiteY169" fmla="*/ 1461705 h 1898882"/>
                <a:gd name="connsiteX170" fmla="*/ 2769898 w 4011346"/>
                <a:gd name="connsiteY170" fmla="*/ 1428333 h 1898882"/>
                <a:gd name="connsiteX171" fmla="*/ 2726514 w 4011346"/>
                <a:gd name="connsiteY171" fmla="*/ 1428333 h 1898882"/>
                <a:gd name="connsiteX172" fmla="*/ 2699817 w 4011346"/>
                <a:gd name="connsiteY172" fmla="*/ 1428333 h 1898882"/>
                <a:gd name="connsiteX173" fmla="*/ 2683130 w 4011346"/>
                <a:gd name="connsiteY173" fmla="*/ 1408309 h 1898882"/>
                <a:gd name="connsiteX174" fmla="*/ 2669781 w 4011346"/>
                <a:gd name="connsiteY174" fmla="*/ 1388286 h 1898882"/>
                <a:gd name="connsiteX175" fmla="*/ 2763224 w 4011346"/>
                <a:gd name="connsiteY175" fmla="*/ 1271483 h 1898882"/>
                <a:gd name="connsiteX176" fmla="*/ 2846654 w 4011346"/>
                <a:gd name="connsiteY176" fmla="*/ 1204739 h 1898882"/>
                <a:gd name="connsiteX177" fmla="*/ 2890038 w 4011346"/>
                <a:gd name="connsiteY177" fmla="*/ 1181378 h 1898882"/>
                <a:gd name="connsiteX178" fmla="*/ 2933422 w 4011346"/>
                <a:gd name="connsiteY178" fmla="*/ 1201401 h 1898882"/>
                <a:gd name="connsiteX179" fmla="*/ 2950109 w 4011346"/>
                <a:gd name="connsiteY179" fmla="*/ 1184715 h 1898882"/>
                <a:gd name="connsiteX180" fmla="*/ 2993492 w 4011346"/>
                <a:gd name="connsiteY180" fmla="*/ 1201401 h 1898882"/>
                <a:gd name="connsiteX181" fmla="*/ 3006841 w 4011346"/>
                <a:gd name="connsiteY181" fmla="*/ 1168029 h 1898882"/>
                <a:gd name="connsiteX182" fmla="*/ 3053563 w 4011346"/>
                <a:gd name="connsiteY182" fmla="*/ 1178041 h 1898882"/>
                <a:gd name="connsiteX183" fmla="*/ 3070249 w 4011346"/>
                <a:gd name="connsiteY183" fmla="*/ 1194727 h 1898882"/>
                <a:gd name="connsiteX184" fmla="*/ 3060237 w 4011346"/>
                <a:gd name="connsiteY184" fmla="*/ 1214750 h 1898882"/>
                <a:gd name="connsiteX185" fmla="*/ 3123644 w 4011346"/>
                <a:gd name="connsiteY185" fmla="*/ 1198064 h 1898882"/>
                <a:gd name="connsiteX186" fmla="*/ 3140330 w 4011346"/>
                <a:gd name="connsiteY186" fmla="*/ 1184715 h 1898882"/>
                <a:gd name="connsiteX187" fmla="*/ 3123644 w 4011346"/>
                <a:gd name="connsiteY187" fmla="*/ 1171366 h 1898882"/>
                <a:gd name="connsiteX188" fmla="*/ 3143668 w 4011346"/>
                <a:gd name="connsiteY188" fmla="*/ 1131320 h 1898882"/>
                <a:gd name="connsiteX189" fmla="*/ 3190389 w 4011346"/>
                <a:gd name="connsiteY189" fmla="*/ 1061238 h 1898882"/>
                <a:gd name="connsiteX190" fmla="*/ 3233773 w 4011346"/>
                <a:gd name="connsiteY190" fmla="*/ 1057901 h 1898882"/>
                <a:gd name="connsiteX191" fmla="*/ 3273819 w 4011346"/>
                <a:gd name="connsiteY191" fmla="*/ 1067912 h 1898882"/>
                <a:gd name="connsiteX192" fmla="*/ 3277157 w 4011346"/>
                <a:gd name="connsiteY192" fmla="*/ 1124645 h 1898882"/>
                <a:gd name="connsiteX193" fmla="*/ 3320541 w 4011346"/>
                <a:gd name="connsiteY193" fmla="*/ 1081261 h 1898882"/>
                <a:gd name="connsiteX194" fmla="*/ 3343901 w 4011346"/>
                <a:gd name="connsiteY194" fmla="*/ 1064575 h 1898882"/>
                <a:gd name="connsiteX195" fmla="*/ 3350576 w 4011346"/>
                <a:gd name="connsiteY195" fmla="*/ 1031203 h 1898882"/>
                <a:gd name="connsiteX196" fmla="*/ 3377273 w 4011346"/>
                <a:gd name="connsiteY196" fmla="*/ 1014517 h 1898882"/>
                <a:gd name="connsiteX197" fmla="*/ 3407309 w 4011346"/>
                <a:gd name="connsiteY197" fmla="*/ 1024528 h 1898882"/>
                <a:gd name="connsiteX198" fmla="*/ 3373936 w 4011346"/>
                <a:gd name="connsiteY198" fmla="*/ 1054563 h 1898882"/>
                <a:gd name="connsiteX199" fmla="*/ 3360587 w 4011346"/>
                <a:gd name="connsiteY199" fmla="*/ 1104622 h 1898882"/>
                <a:gd name="connsiteX200" fmla="*/ 3323878 w 4011346"/>
                <a:gd name="connsiteY200" fmla="*/ 1144668 h 1898882"/>
                <a:gd name="connsiteX201" fmla="*/ 3210412 w 4011346"/>
                <a:gd name="connsiteY201" fmla="*/ 1241448 h 1898882"/>
                <a:gd name="connsiteX202" fmla="*/ 3163691 w 4011346"/>
                <a:gd name="connsiteY202" fmla="*/ 1311530 h 1898882"/>
                <a:gd name="connsiteX203" fmla="*/ 3160354 w 4011346"/>
                <a:gd name="connsiteY203" fmla="*/ 1384949 h 1898882"/>
                <a:gd name="connsiteX204" fmla="*/ 3170365 w 4011346"/>
                <a:gd name="connsiteY204" fmla="*/ 1475054 h 1898882"/>
                <a:gd name="connsiteX205" fmla="*/ 3190389 w 4011346"/>
                <a:gd name="connsiteY205" fmla="*/ 1538461 h 1898882"/>
                <a:gd name="connsiteX206" fmla="*/ 3217087 w 4011346"/>
                <a:gd name="connsiteY206" fmla="*/ 1528449 h 1898882"/>
                <a:gd name="connsiteX207" fmla="*/ 3240447 w 4011346"/>
                <a:gd name="connsiteY207" fmla="*/ 1461705 h 1898882"/>
                <a:gd name="connsiteX208" fmla="*/ 3270482 w 4011346"/>
                <a:gd name="connsiteY208" fmla="*/ 1458368 h 1898882"/>
                <a:gd name="connsiteX209" fmla="*/ 3287168 w 4011346"/>
                <a:gd name="connsiteY209" fmla="*/ 1398298 h 1898882"/>
                <a:gd name="connsiteX210" fmla="*/ 3313866 w 4011346"/>
                <a:gd name="connsiteY210" fmla="*/ 1388286 h 1898882"/>
                <a:gd name="connsiteX211" fmla="*/ 3313866 w 4011346"/>
                <a:gd name="connsiteY211" fmla="*/ 1358251 h 1898882"/>
                <a:gd name="connsiteX212" fmla="*/ 3337227 w 4011346"/>
                <a:gd name="connsiteY212" fmla="*/ 1321541 h 1898882"/>
                <a:gd name="connsiteX213" fmla="*/ 3330552 w 4011346"/>
                <a:gd name="connsiteY213" fmla="*/ 1278157 h 1898882"/>
                <a:gd name="connsiteX214" fmla="*/ 3333890 w 4011346"/>
                <a:gd name="connsiteY214" fmla="*/ 1248122 h 1898882"/>
                <a:gd name="connsiteX215" fmla="*/ 3323878 w 4011346"/>
                <a:gd name="connsiteY215" fmla="*/ 1238111 h 1898882"/>
                <a:gd name="connsiteX216" fmla="*/ 3363925 w 4011346"/>
                <a:gd name="connsiteY216" fmla="*/ 1151343 h 1898882"/>
                <a:gd name="connsiteX217" fmla="*/ 3383948 w 4011346"/>
                <a:gd name="connsiteY217" fmla="*/ 1161355 h 1898882"/>
                <a:gd name="connsiteX218" fmla="*/ 3410646 w 4011346"/>
                <a:gd name="connsiteY218" fmla="*/ 1134657 h 1898882"/>
                <a:gd name="connsiteX219" fmla="*/ 3420657 w 4011346"/>
                <a:gd name="connsiteY219" fmla="*/ 1161355 h 1898882"/>
                <a:gd name="connsiteX220" fmla="*/ 3447355 w 4011346"/>
                <a:gd name="connsiteY220" fmla="*/ 1144668 h 1898882"/>
                <a:gd name="connsiteX221" fmla="*/ 3477390 w 4011346"/>
                <a:gd name="connsiteY221" fmla="*/ 1134657 h 1898882"/>
                <a:gd name="connsiteX222" fmla="*/ 3514100 w 4011346"/>
                <a:gd name="connsiteY222" fmla="*/ 1161355 h 1898882"/>
                <a:gd name="connsiteX223" fmla="*/ 3574170 w 4011346"/>
                <a:gd name="connsiteY223" fmla="*/ 1094610 h 1898882"/>
                <a:gd name="connsiteX224" fmla="*/ 3637577 w 4011346"/>
                <a:gd name="connsiteY224" fmla="*/ 1047889 h 1898882"/>
                <a:gd name="connsiteX225" fmla="*/ 3690973 w 4011346"/>
                <a:gd name="connsiteY225" fmla="*/ 1011179 h 1898882"/>
                <a:gd name="connsiteX226" fmla="*/ 3741031 w 4011346"/>
                <a:gd name="connsiteY226" fmla="*/ 1037877 h 1898882"/>
                <a:gd name="connsiteX227" fmla="*/ 3751043 w 4011346"/>
                <a:gd name="connsiteY227" fmla="*/ 1011179 h 1898882"/>
                <a:gd name="connsiteX228" fmla="*/ 3727682 w 4011346"/>
                <a:gd name="connsiteY228" fmla="*/ 944435 h 1898882"/>
                <a:gd name="connsiteX229" fmla="*/ 3700984 w 4011346"/>
                <a:gd name="connsiteY229" fmla="*/ 927749 h 1898882"/>
                <a:gd name="connsiteX230" fmla="*/ 3697647 w 4011346"/>
                <a:gd name="connsiteY230" fmla="*/ 897714 h 1898882"/>
                <a:gd name="connsiteX231" fmla="*/ 3751043 w 4011346"/>
                <a:gd name="connsiteY231" fmla="*/ 904388 h 1898882"/>
                <a:gd name="connsiteX232" fmla="*/ 3774403 w 4011346"/>
                <a:gd name="connsiteY232" fmla="*/ 861004 h 1898882"/>
                <a:gd name="connsiteX233" fmla="*/ 3767729 w 4011346"/>
                <a:gd name="connsiteY233" fmla="*/ 834306 h 1898882"/>
                <a:gd name="connsiteX234" fmla="*/ 3794427 w 4011346"/>
                <a:gd name="connsiteY234" fmla="*/ 800934 h 1898882"/>
                <a:gd name="connsiteX235" fmla="*/ 3804438 w 4011346"/>
                <a:gd name="connsiteY235" fmla="*/ 844318 h 1898882"/>
                <a:gd name="connsiteX236" fmla="*/ 3827799 w 4011346"/>
                <a:gd name="connsiteY236" fmla="*/ 861004 h 1898882"/>
                <a:gd name="connsiteX237" fmla="*/ 3874520 w 4011346"/>
                <a:gd name="connsiteY237" fmla="*/ 881028 h 1898882"/>
                <a:gd name="connsiteX238" fmla="*/ 3894544 w 4011346"/>
                <a:gd name="connsiteY238" fmla="*/ 907725 h 1898882"/>
                <a:gd name="connsiteX239" fmla="*/ 3941265 w 4011346"/>
                <a:gd name="connsiteY239" fmla="*/ 931086 h 1898882"/>
                <a:gd name="connsiteX240" fmla="*/ 3947939 w 4011346"/>
                <a:gd name="connsiteY240" fmla="*/ 917737 h 1898882"/>
                <a:gd name="connsiteX241" fmla="*/ 3957951 w 4011346"/>
                <a:gd name="connsiteY241" fmla="*/ 854330 h 1898882"/>
                <a:gd name="connsiteX242" fmla="*/ 4004672 w 4011346"/>
                <a:gd name="connsiteY242" fmla="*/ 847655 h 1898882"/>
                <a:gd name="connsiteX243" fmla="*/ 4011346 w 4011346"/>
                <a:gd name="connsiteY243" fmla="*/ 814283 h 1898882"/>
                <a:gd name="connsiteX244" fmla="*/ 3967963 w 4011346"/>
                <a:gd name="connsiteY244" fmla="*/ 777574 h 1898882"/>
                <a:gd name="connsiteX245" fmla="*/ 3921241 w 4011346"/>
                <a:gd name="connsiteY245" fmla="*/ 760887 h 1898882"/>
                <a:gd name="connsiteX246" fmla="*/ 3907892 w 4011346"/>
                <a:gd name="connsiteY246" fmla="*/ 764225 h 1898882"/>
                <a:gd name="connsiteX247" fmla="*/ 3907892 w 4011346"/>
                <a:gd name="connsiteY247" fmla="*/ 797597 h 1898882"/>
                <a:gd name="connsiteX248" fmla="*/ 3887869 w 4011346"/>
                <a:gd name="connsiteY248" fmla="*/ 790922 h 1898882"/>
                <a:gd name="connsiteX249" fmla="*/ 3874520 w 4011346"/>
                <a:gd name="connsiteY249" fmla="*/ 737527 h 1898882"/>
                <a:gd name="connsiteX250" fmla="*/ 3817787 w 4011346"/>
                <a:gd name="connsiteY250" fmla="*/ 674120 h 1898882"/>
                <a:gd name="connsiteX251" fmla="*/ 3717671 w 4011346"/>
                <a:gd name="connsiteY251" fmla="*/ 597363 h 1898882"/>
                <a:gd name="connsiteX252" fmla="*/ 3664275 w 4011346"/>
                <a:gd name="connsiteY252" fmla="*/ 577340 h 1898882"/>
                <a:gd name="connsiteX253" fmla="*/ 3584181 w 4011346"/>
                <a:gd name="connsiteY253" fmla="*/ 570666 h 1898882"/>
                <a:gd name="connsiteX254" fmla="*/ 3520774 w 4011346"/>
                <a:gd name="connsiteY254" fmla="*/ 553979 h 1898882"/>
                <a:gd name="connsiteX255" fmla="*/ 3530786 w 4011346"/>
                <a:gd name="connsiteY255" fmla="*/ 594026 h 1898882"/>
                <a:gd name="connsiteX256" fmla="*/ 3537460 w 4011346"/>
                <a:gd name="connsiteY256" fmla="*/ 620724 h 1898882"/>
                <a:gd name="connsiteX257" fmla="*/ 3507425 w 4011346"/>
                <a:gd name="connsiteY257" fmla="*/ 644084 h 1898882"/>
                <a:gd name="connsiteX258" fmla="*/ 3477390 w 4011346"/>
                <a:gd name="connsiteY258" fmla="*/ 617387 h 1898882"/>
                <a:gd name="connsiteX259" fmla="*/ 3477390 w 4011346"/>
                <a:gd name="connsiteY259" fmla="*/ 597363 h 1898882"/>
                <a:gd name="connsiteX260" fmla="*/ 3504088 w 4011346"/>
                <a:gd name="connsiteY260" fmla="*/ 577340 h 1898882"/>
                <a:gd name="connsiteX261" fmla="*/ 3467379 w 4011346"/>
                <a:gd name="connsiteY261" fmla="*/ 563991 h 1898882"/>
                <a:gd name="connsiteX262" fmla="*/ 3450692 w 4011346"/>
                <a:gd name="connsiteY262" fmla="*/ 590689 h 1898882"/>
                <a:gd name="connsiteX263" fmla="*/ 3440681 w 4011346"/>
                <a:gd name="connsiteY263" fmla="*/ 604038 h 1898882"/>
                <a:gd name="connsiteX264" fmla="*/ 3357250 w 4011346"/>
                <a:gd name="connsiteY264" fmla="*/ 590689 h 1898882"/>
                <a:gd name="connsiteX265" fmla="*/ 3297180 w 4011346"/>
                <a:gd name="connsiteY265" fmla="*/ 597363 h 1898882"/>
                <a:gd name="connsiteX266" fmla="*/ 3267145 w 4011346"/>
                <a:gd name="connsiteY266" fmla="*/ 574003 h 1898882"/>
                <a:gd name="connsiteX267" fmla="*/ 3267145 w 4011346"/>
                <a:gd name="connsiteY267" fmla="*/ 537293 h 1898882"/>
                <a:gd name="connsiteX268" fmla="*/ 3203738 w 4011346"/>
                <a:gd name="connsiteY268" fmla="*/ 480560 h 1898882"/>
                <a:gd name="connsiteX269" fmla="*/ 3076923 w 4011346"/>
                <a:gd name="connsiteY269" fmla="*/ 487235 h 1898882"/>
                <a:gd name="connsiteX270" fmla="*/ 3043551 w 4011346"/>
                <a:gd name="connsiteY270" fmla="*/ 463874 h 1898882"/>
                <a:gd name="connsiteX271" fmla="*/ 3000167 w 4011346"/>
                <a:gd name="connsiteY271" fmla="*/ 417153 h 1898882"/>
                <a:gd name="connsiteX272" fmla="*/ 3013516 w 4011346"/>
                <a:gd name="connsiteY272" fmla="*/ 410479 h 1898882"/>
                <a:gd name="connsiteX273" fmla="*/ 3000167 w 4011346"/>
                <a:gd name="connsiteY273" fmla="*/ 390455 h 1898882"/>
                <a:gd name="connsiteX274" fmla="*/ 2970132 w 4011346"/>
                <a:gd name="connsiteY274" fmla="*/ 387118 h 1898882"/>
                <a:gd name="connsiteX275" fmla="*/ 2920073 w 4011346"/>
                <a:gd name="connsiteY275" fmla="*/ 433839 h 1898882"/>
                <a:gd name="connsiteX276" fmla="*/ 2920073 w 4011346"/>
                <a:gd name="connsiteY276" fmla="*/ 433839 h 1898882"/>
                <a:gd name="connsiteX277" fmla="*/ 2916736 w 4011346"/>
                <a:gd name="connsiteY277" fmla="*/ 383781 h 1898882"/>
                <a:gd name="connsiteX278" fmla="*/ 2936760 w 4011346"/>
                <a:gd name="connsiteY278" fmla="*/ 380444 h 1898882"/>
                <a:gd name="connsiteX279" fmla="*/ 2866678 w 4011346"/>
                <a:gd name="connsiteY279" fmla="*/ 350409 h 1898882"/>
                <a:gd name="connsiteX280" fmla="*/ 2813282 w 4011346"/>
                <a:gd name="connsiteY280" fmla="*/ 347071 h 1898882"/>
                <a:gd name="connsiteX281" fmla="*/ 2793259 w 4011346"/>
                <a:gd name="connsiteY281" fmla="*/ 370432 h 1898882"/>
                <a:gd name="connsiteX282" fmla="*/ 2743200 w 4011346"/>
                <a:gd name="connsiteY282" fmla="*/ 380444 h 1898882"/>
                <a:gd name="connsiteX283" fmla="*/ 2786584 w 4011346"/>
                <a:gd name="connsiteY283" fmla="*/ 390455 h 1898882"/>
                <a:gd name="connsiteX284" fmla="*/ 2763224 w 4011346"/>
                <a:gd name="connsiteY284" fmla="*/ 410479 h 1898882"/>
                <a:gd name="connsiteX285" fmla="*/ 2769898 w 4011346"/>
                <a:gd name="connsiteY285" fmla="*/ 460537 h 1898882"/>
                <a:gd name="connsiteX286" fmla="*/ 2749875 w 4011346"/>
                <a:gd name="connsiteY286" fmla="*/ 443851 h 1898882"/>
                <a:gd name="connsiteX287" fmla="*/ 2733189 w 4011346"/>
                <a:gd name="connsiteY287" fmla="*/ 457200 h 1898882"/>
                <a:gd name="connsiteX288" fmla="*/ 2666444 w 4011346"/>
                <a:gd name="connsiteY288" fmla="*/ 447188 h 1898882"/>
                <a:gd name="connsiteX289" fmla="*/ 2636409 w 4011346"/>
                <a:gd name="connsiteY289" fmla="*/ 457200 h 1898882"/>
                <a:gd name="connsiteX290" fmla="*/ 2603037 w 4011346"/>
                <a:gd name="connsiteY290" fmla="*/ 417153 h 1898882"/>
                <a:gd name="connsiteX291" fmla="*/ 2569665 w 4011346"/>
                <a:gd name="connsiteY291" fmla="*/ 500584 h 1898882"/>
                <a:gd name="connsiteX292" fmla="*/ 2552979 w 4011346"/>
                <a:gd name="connsiteY292" fmla="*/ 520607 h 1898882"/>
                <a:gd name="connsiteX293" fmla="*/ 2469548 w 4011346"/>
                <a:gd name="connsiteY293" fmla="*/ 383781 h 1898882"/>
                <a:gd name="connsiteX294" fmla="*/ 2446187 w 4011346"/>
                <a:gd name="connsiteY294" fmla="*/ 400467 h 1898882"/>
                <a:gd name="connsiteX295" fmla="*/ 2442850 w 4011346"/>
                <a:gd name="connsiteY295" fmla="*/ 367095 h 1898882"/>
                <a:gd name="connsiteX296" fmla="*/ 2449525 w 4011346"/>
                <a:gd name="connsiteY296" fmla="*/ 297013 h 1898882"/>
                <a:gd name="connsiteX297" fmla="*/ 2386117 w 4011346"/>
                <a:gd name="connsiteY297" fmla="*/ 270315 h 1898882"/>
                <a:gd name="connsiteX298" fmla="*/ 2369431 w 4011346"/>
                <a:gd name="connsiteY298" fmla="*/ 310362 h 1898882"/>
                <a:gd name="connsiteX299" fmla="*/ 2379443 w 4011346"/>
                <a:gd name="connsiteY299" fmla="*/ 333722 h 1898882"/>
                <a:gd name="connsiteX300" fmla="*/ 2376106 w 4011346"/>
                <a:gd name="connsiteY300" fmla="*/ 353746 h 1898882"/>
                <a:gd name="connsiteX301" fmla="*/ 2352745 w 4011346"/>
                <a:gd name="connsiteY301" fmla="*/ 330385 h 1898882"/>
                <a:gd name="connsiteX302" fmla="*/ 2316036 w 4011346"/>
                <a:gd name="connsiteY302" fmla="*/ 337060 h 1898882"/>
                <a:gd name="connsiteX303" fmla="*/ 2272652 w 4011346"/>
                <a:gd name="connsiteY303" fmla="*/ 323711 h 1898882"/>
                <a:gd name="connsiteX304" fmla="*/ 2245954 w 4011346"/>
                <a:gd name="connsiteY304" fmla="*/ 283664 h 1898882"/>
                <a:gd name="connsiteX305" fmla="*/ 2209244 w 4011346"/>
                <a:gd name="connsiteY305" fmla="*/ 280327 h 1898882"/>
                <a:gd name="connsiteX306" fmla="*/ 2159186 w 4011346"/>
                <a:gd name="connsiteY306" fmla="*/ 270315 h 1898882"/>
                <a:gd name="connsiteX307" fmla="*/ 2132488 w 4011346"/>
                <a:gd name="connsiteY307" fmla="*/ 287001 h 1898882"/>
                <a:gd name="connsiteX308" fmla="*/ 2115802 w 4011346"/>
                <a:gd name="connsiteY308" fmla="*/ 300350 h 1898882"/>
                <a:gd name="connsiteX309" fmla="*/ 2115802 w 4011346"/>
                <a:gd name="connsiteY309" fmla="*/ 270315 h 1898882"/>
                <a:gd name="connsiteX310" fmla="*/ 2082430 w 4011346"/>
                <a:gd name="connsiteY310" fmla="*/ 266978 h 1898882"/>
                <a:gd name="connsiteX311" fmla="*/ 2045720 w 4011346"/>
                <a:gd name="connsiteY311" fmla="*/ 240280 h 1898882"/>
                <a:gd name="connsiteX312" fmla="*/ 2025697 w 4011346"/>
                <a:gd name="connsiteY312" fmla="*/ 270315 h 1898882"/>
                <a:gd name="connsiteX313" fmla="*/ 2055732 w 4011346"/>
                <a:gd name="connsiteY313" fmla="*/ 266978 h 1898882"/>
                <a:gd name="connsiteX314" fmla="*/ 2045720 w 4011346"/>
                <a:gd name="connsiteY314" fmla="*/ 293676 h 1898882"/>
                <a:gd name="connsiteX315" fmla="*/ 1988987 w 4011346"/>
                <a:gd name="connsiteY315" fmla="*/ 313699 h 1898882"/>
                <a:gd name="connsiteX316" fmla="*/ 1935592 w 4011346"/>
                <a:gd name="connsiteY316" fmla="*/ 323711 h 1898882"/>
                <a:gd name="connsiteX317" fmla="*/ 1995662 w 4011346"/>
                <a:gd name="connsiteY317" fmla="*/ 266978 h 1898882"/>
                <a:gd name="connsiteX318" fmla="*/ 2055732 w 4011346"/>
                <a:gd name="connsiteY318" fmla="*/ 196896 h 1898882"/>
                <a:gd name="connsiteX319" fmla="*/ 2055732 w 4011346"/>
                <a:gd name="connsiteY319" fmla="*/ 196896 h 1898882"/>
                <a:gd name="connsiteX320" fmla="*/ 1838813 w 4011346"/>
                <a:gd name="connsiteY320" fmla="*/ 13349 h 1898882"/>
                <a:gd name="connsiteX321" fmla="*/ 1782079 w 4011346"/>
                <a:gd name="connsiteY321" fmla="*/ 0 h 1898882"/>
                <a:gd name="connsiteX322" fmla="*/ 1768731 w 4011346"/>
                <a:gd name="connsiteY322" fmla="*/ 46722 h 1898882"/>
                <a:gd name="connsiteX323" fmla="*/ 1705322 w 4011346"/>
                <a:gd name="connsiteY323" fmla="*/ 70082 h 1898882"/>
                <a:gd name="connsiteX324" fmla="*/ 1685300 w 4011346"/>
                <a:gd name="connsiteY324" fmla="*/ 43384 h 1898882"/>
                <a:gd name="connsiteX325" fmla="*/ 1615218 w 4011346"/>
                <a:gd name="connsiteY325" fmla="*/ 46722 h 1898882"/>
                <a:gd name="connsiteX326" fmla="*/ 1638579 w 4011346"/>
                <a:gd name="connsiteY326" fmla="*/ 76757 h 1898882"/>
                <a:gd name="connsiteX327" fmla="*/ 1528449 w 4011346"/>
                <a:gd name="connsiteY327" fmla="*/ 103453 h 1898882"/>
                <a:gd name="connsiteX328" fmla="*/ 1465043 w 4011346"/>
                <a:gd name="connsiteY328" fmla="*/ 186884 h 1898882"/>
                <a:gd name="connsiteX329" fmla="*/ 1448357 w 4011346"/>
                <a:gd name="connsiteY329" fmla="*/ 213582 h 1898882"/>
                <a:gd name="connsiteX330" fmla="*/ 1481729 w 4011346"/>
                <a:gd name="connsiteY330" fmla="*/ 246955 h 1898882"/>
                <a:gd name="connsiteX331" fmla="*/ 1481729 w 4011346"/>
                <a:gd name="connsiteY331" fmla="*/ 276990 h 1898882"/>
                <a:gd name="connsiteX332" fmla="*/ 1458368 w 4011346"/>
                <a:gd name="connsiteY332" fmla="*/ 280327 h 1898882"/>
                <a:gd name="connsiteX333" fmla="*/ 1458368 w 4011346"/>
                <a:gd name="connsiteY333" fmla="*/ 260303 h 1898882"/>
                <a:gd name="connsiteX334" fmla="*/ 1418322 w 4011346"/>
                <a:gd name="connsiteY334" fmla="*/ 270315 h 1898882"/>
                <a:gd name="connsiteX335" fmla="*/ 1368263 w 4011346"/>
                <a:gd name="connsiteY335" fmla="*/ 276990 h 1898882"/>
                <a:gd name="connsiteX336" fmla="*/ 1321542 w 4011346"/>
                <a:gd name="connsiteY336" fmla="*/ 283664 h 1898882"/>
                <a:gd name="connsiteX337" fmla="*/ 1318205 w 4011346"/>
                <a:gd name="connsiteY337" fmla="*/ 370432 h 1898882"/>
                <a:gd name="connsiteX338" fmla="*/ 1358252 w 4011346"/>
                <a:gd name="connsiteY338" fmla="*/ 393793 h 1898882"/>
                <a:gd name="connsiteX339" fmla="*/ 1374938 w 4011346"/>
                <a:gd name="connsiteY339" fmla="*/ 423828 h 1898882"/>
                <a:gd name="connsiteX340" fmla="*/ 1384949 w 4011346"/>
                <a:gd name="connsiteY340" fmla="*/ 447188 h 1898882"/>
                <a:gd name="connsiteX341" fmla="*/ 1394961 w 4011346"/>
                <a:gd name="connsiteY341" fmla="*/ 497247 h 1898882"/>
                <a:gd name="connsiteX342" fmla="*/ 1384949 w 4011346"/>
                <a:gd name="connsiteY342" fmla="*/ 527282 h 1898882"/>
                <a:gd name="connsiteX343" fmla="*/ 1358252 w 4011346"/>
                <a:gd name="connsiteY343" fmla="*/ 493909 h 1898882"/>
                <a:gd name="connsiteX344" fmla="*/ 1361589 w 4011346"/>
                <a:gd name="connsiteY344" fmla="*/ 463874 h 1898882"/>
                <a:gd name="connsiteX345" fmla="*/ 1351577 w 4011346"/>
                <a:gd name="connsiteY345" fmla="*/ 423828 h 1898882"/>
                <a:gd name="connsiteX346" fmla="*/ 1328217 w 4011346"/>
                <a:gd name="connsiteY346" fmla="*/ 430502 h 1898882"/>
                <a:gd name="connsiteX347" fmla="*/ 1281495 w 4011346"/>
                <a:gd name="connsiteY347" fmla="*/ 393793 h 1898882"/>
                <a:gd name="connsiteX348" fmla="*/ 1241449 w 4011346"/>
                <a:gd name="connsiteY348" fmla="*/ 390455 h 1898882"/>
                <a:gd name="connsiteX349" fmla="*/ 1241449 w 4011346"/>
                <a:gd name="connsiteY349" fmla="*/ 437176 h 1898882"/>
                <a:gd name="connsiteX350" fmla="*/ 1201402 w 4011346"/>
                <a:gd name="connsiteY350" fmla="*/ 417153 h 1898882"/>
                <a:gd name="connsiteX351" fmla="*/ 1228100 w 4011346"/>
                <a:gd name="connsiteY351" fmla="*/ 467211 h 1898882"/>
                <a:gd name="connsiteX352" fmla="*/ 1258135 w 4011346"/>
                <a:gd name="connsiteY352" fmla="*/ 477223 h 1898882"/>
                <a:gd name="connsiteX353" fmla="*/ 1258135 w 4011346"/>
                <a:gd name="connsiteY353" fmla="*/ 497247 h 1898882"/>
                <a:gd name="connsiteX354" fmla="*/ 1198065 w 4011346"/>
                <a:gd name="connsiteY354" fmla="*/ 473886 h 1898882"/>
                <a:gd name="connsiteX355" fmla="*/ 1181379 w 4011346"/>
                <a:gd name="connsiteY355" fmla="*/ 473886 h 1898882"/>
                <a:gd name="connsiteX356" fmla="*/ 1178041 w 4011346"/>
                <a:gd name="connsiteY356" fmla="*/ 430502 h 1898882"/>
                <a:gd name="connsiteX357" fmla="*/ 1171367 w 4011346"/>
                <a:gd name="connsiteY357" fmla="*/ 343734 h 1898882"/>
                <a:gd name="connsiteX358" fmla="*/ 1161355 w 4011346"/>
                <a:gd name="connsiteY358" fmla="*/ 413816 h 1898882"/>
                <a:gd name="connsiteX359" fmla="*/ 1137995 w 4011346"/>
                <a:gd name="connsiteY359" fmla="*/ 443851 h 1898882"/>
                <a:gd name="connsiteX360" fmla="*/ 1158018 w 4011346"/>
                <a:gd name="connsiteY360" fmla="*/ 490572 h 1898882"/>
                <a:gd name="connsiteX361" fmla="*/ 1158018 w 4011346"/>
                <a:gd name="connsiteY361" fmla="*/ 523944 h 1898882"/>
                <a:gd name="connsiteX362" fmla="*/ 1141332 w 4011346"/>
                <a:gd name="connsiteY362" fmla="*/ 574003 h 1898882"/>
                <a:gd name="connsiteX363" fmla="*/ 1154681 w 4011346"/>
                <a:gd name="connsiteY363" fmla="*/ 607375 h 1898882"/>
                <a:gd name="connsiteX364" fmla="*/ 1184716 w 4011346"/>
                <a:gd name="connsiteY364" fmla="*/ 614049 h 1898882"/>
                <a:gd name="connsiteX365" fmla="*/ 1221425 w 4011346"/>
                <a:gd name="connsiteY365" fmla="*/ 620724 h 1898882"/>
                <a:gd name="connsiteX366" fmla="*/ 1241449 w 4011346"/>
                <a:gd name="connsiteY366" fmla="*/ 644084 h 1898882"/>
                <a:gd name="connsiteX367" fmla="*/ 1258135 w 4011346"/>
                <a:gd name="connsiteY367" fmla="*/ 687468 h 1898882"/>
                <a:gd name="connsiteX368" fmla="*/ 1258135 w 4011346"/>
                <a:gd name="connsiteY368" fmla="*/ 687468 h 1898882"/>
                <a:gd name="connsiteX369" fmla="*/ 1254798 w 4011346"/>
                <a:gd name="connsiteY369" fmla="*/ 720841 h 1898882"/>
                <a:gd name="connsiteX370" fmla="*/ 1274821 w 4011346"/>
                <a:gd name="connsiteY370" fmla="*/ 740864 h 1898882"/>
                <a:gd name="connsiteX371" fmla="*/ 1244786 w 4011346"/>
                <a:gd name="connsiteY371" fmla="*/ 747539 h 1898882"/>
                <a:gd name="connsiteX372" fmla="*/ 1224763 w 4011346"/>
                <a:gd name="connsiteY372" fmla="*/ 707492 h 1898882"/>
                <a:gd name="connsiteX373" fmla="*/ 1224763 w 4011346"/>
                <a:gd name="connsiteY373" fmla="*/ 667445 h 1898882"/>
                <a:gd name="connsiteX374" fmla="*/ 1194727 w 4011346"/>
                <a:gd name="connsiteY374" fmla="*/ 630736 h 1898882"/>
                <a:gd name="connsiteX375" fmla="*/ 1164692 w 4011346"/>
                <a:gd name="connsiteY375" fmla="*/ 674120 h 1898882"/>
                <a:gd name="connsiteX376" fmla="*/ 1178041 w 4011346"/>
                <a:gd name="connsiteY376" fmla="*/ 717503 h 1898882"/>
                <a:gd name="connsiteX377" fmla="*/ 1137995 w 4011346"/>
                <a:gd name="connsiteY377" fmla="*/ 774236 h 1898882"/>
                <a:gd name="connsiteX378" fmla="*/ 1097948 w 4011346"/>
                <a:gd name="connsiteY378" fmla="*/ 830969 h 1898882"/>
                <a:gd name="connsiteX379" fmla="*/ 1007843 w 4011346"/>
                <a:gd name="connsiteY379" fmla="*/ 794260 h 1898882"/>
                <a:gd name="connsiteX380" fmla="*/ 1074587 w 4011346"/>
                <a:gd name="connsiteY380" fmla="*/ 790922 h 1898882"/>
                <a:gd name="connsiteX381" fmla="*/ 1107960 w 4011346"/>
                <a:gd name="connsiteY381" fmla="*/ 727515 h 1898882"/>
                <a:gd name="connsiteX382" fmla="*/ 1121309 w 4011346"/>
                <a:gd name="connsiteY382" fmla="*/ 684131 h 1898882"/>
                <a:gd name="connsiteX383" fmla="*/ 1127983 w 4011346"/>
                <a:gd name="connsiteY383" fmla="*/ 650759 h 1898882"/>
                <a:gd name="connsiteX384" fmla="*/ 1117971 w 4011346"/>
                <a:gd name="connsiteY384" fmla="*/ 634073 h 1898882"/>
                <a:gd name="connsiteX385" fmla="*/ 1114634 w 4011346"/>
                <a:gd name="connsiteY385" fmla="*/ 584014 h 1898882"/>
                <a:gd name="connsiteX386" fmla="*/ 1104622 w 4011346"/>
                <a:gd name="connsiteY386" fmla="*/ 503921 h 1898882"/>
                <a:gd name="connsiteX387" fmla="*/ 1101285 w 4011346"/>
                <a:gd name="connsiteY387" fmla="*/ 443851 h 1898882"/>
                <a:gd name="connsiteX388" fmla="*/ 1124646 w 4011346"/>
                <a:gd name="connsiteY388" fmla="*/ 350409 h 1898882"/>
                <a:gd name="connsiteX389" fmla="*/ 1031203 w 4011346"/>
                <a:gd name="connsiteY389" fmla="*/ 340397 h 1898882"/>
                <a:gd name="connsiteX390" fmla="*/ 1014517 w 4011346"/>
                <a:gd name="connsiteY390" fmla="*/ 397130 h 1898882"/>
                <a:gd name="connsiteX391" fmla="*/ 1024529 w 4011346"/>
                <a:gd name="connsiteY391" fmla="*/ 443851 h 1898882"/>
                <a:gd name="connsiteX392" fmla="*/ 981145 w 4011346"/>
                <a:gd name="connsiteY392" fmla="*/ 497247 h 1898882"/>
                <a:gd name="connsiteX393" fmla="*/ 991157 w 4011346"/>
                <a:gd name="connsiteY393" fmla="*/ 533956 h 1898882"/>
                <a:gd name="connsiteX394" fmla="*/ 981145 w 4011346"/>
                <a:gd name="connsiteY394" fmla="*/ 580677 h 1898882"/>
                <a:gd name="connsiteX395" fmla="*/ 1001168 w 4011346"/>
                <a:gd name="connsiteY395" fmla="*/ 604038 h 1898882"/>
                <a:gd name="connsiteX396" fmla="*/ 1017854 w 4011346"/>
                <a:gd name="connsiteY396" fmla="*/ 650759 h 1898882"/>
                <a:gd name="connsiteX397" fmla="*/ 1047890 w 4011346"/>
                <a:gd name="connsiteY397" fmla="*/ 637410 h 1898882"/>
                <a:gd name="connsiteX398" fmla="*/ 1014517 w 4011346"/>
                <a:gd name="connsiteY398" fmla="*/ 690806 h 1898882"/>
                <a:gd name="connsiteX399" fmla="*/ 957784 w 4011346"/>
                <a:gd name="connsiteY399" fmla="*/ 637410 h 1898882"/>
                <a:gd name="connsiteX400" fmla="*/ 884365 w 4011346"/>
                <a:gd name="connsiteY400" fmla="*/ 600701 h 1898882"/>
                <a:gd name="connsiteX401" fmla="*/ 824295 w 4011346"/>
                <a:gd name="connsiteY401" fmla="*/ 577340 h 1898882"/>
                <a:gd name="connsiteX402" fmla="*/ 810946 w 4011346"/>
                <a:gd name="connsiteY402" fmla="*/ 614049 h 1898882"/>
                <a:gd name="connsiteX403" fmla="*/ 827633 w 4011346"/>
                <a:gd name="connsiteY403" fmla="*/ 650759 h 1898882"/>
                <a:gd name="connsiteX404" fmla="*/ 814284 w 4011346"/>
                <a:gd name="connsiteY404" fmla="*/ 674120 h 1898882"/>
                <a:gd name="connsiteX405" fmla="*/ 800935 w 4011346"/>
                <a:gd name="connsiteY405" fmla="*/ 690806 h 1898882"/>
                <a:gd name="connsiteX406" fmla="*/ 770900 w 4011346"/>
                <a:gd name="connsiteY406" fmla="*/ 634073 h 1898882"/>
                <a:gd name="connsiteX407" fmla="*/ 744202 w 4011346"/>
                <a:gd name="connsiteY407" fmla="*/ 670782 h 1898882"/>
                <a:gd name="connsiteX408" fmla="*/ 707492 w 4011346"/>
                <a:gd name="connsiteY408" fmla="*/ 664108 h 1898882"/>
                <a:gd name="connsiteX409" fmla="*/ 654097 w 4011346"/>
                <a:gd name="connsiteY409" fmla="*/ 700817 h 1898882"/>
                <a:gd name="connsiteX410" fmla="*/ 644085 w 4011346"/>
                <a:gd name="connsiteY410" fmla="*/ 677457 h 1898882"/>
                <a:gd name="connsiteX411" fmla="*/ 654097 w 4011346"/>
                <a:gd name="connsiteY411" fmla="*/ 640747 h 1898882"/>
                <a:gd name="connsiteX412" fmla="*/ 614050 w 4011346"/>
                <a:gd name="connsiteY412" fmla="*/ 677457 h 1898882"/>
                <a:gd name="connsiteX413" fmla="*/ 594027 w 4011346"/>
                <a:gd name="connsiteY413" fmla="*/ 677457 h 1898882"/>
                <a:gd name="connsiteX414" fmla="*/ 533957 w 4011346"/>
                <a:gd name="connsiteY414" fmla="*/ 710829 h 1898882"/>
                <a:gd name="connsiteX415" fmla="*/ 510596 w 4011346"/>
                <a:gd name="connsiteY415" fmla="*/ 734190 h 1898882"/>
                <a:gd name="connsiteX416" fmla="*/ 500584 w 4011346"/>
                <a:gd name="connsiteY416" fmla="*/ 780911 h 1898882"/>
                <a:gd name="connsiteX417" fmla="*/ 450526 w 4011346"/>
                <a:gd name="connsiteY417" fmla="*/ 767562 h 1898882"/>
                <a:gd name="connsiteX418" fmla="*/ 433840 w 4011346"/>
                <a:gd name="connsiteY418" fmla="*/ 730852 h 1898882"/>
                <a:gd name="connsiteX419" fmla="*/ 467212 w 4011346"/>
                <a:gd name="connsiteY419" fmla="*/ 700817 h 1898882"/>
                <a:gd name="connsiteX420" fmla="*/ 453863 w 4011346"/>
                <a:gd name="connsiteY420" fmla="*/ 677457 h 1898882"/>
                <a:gd name="connsiteX421" fmla="*/ 390456 w 4011346"/>
                <a:gd name="connsiteY421" fmla="*/ 647422 h 1898882"/>
                <a:gd name="connsiteX422" fmla="*/ 417154 w 4011346"/>
                <a:gd name="connsiteY422" fmla="*/ 697480 h 1898882"/>
                <a:gd name="connsiteX423" fmla="*/ 407142 w 4011346"/>
                <a:gd name="connsiteY423" fmla="*/ 740864 h 1898882"/>
                <a:gd name="connsiteX424" fmla="*/ 413817 w 4011346"/>
                <a:gd name="connsiteY424" fmla="*/ 777574 h 1898882"/>
                <a:gd name="connsiteX425" fmla="*/ 427165 w 4011346"/>
                <a:gd name="connsiteY425" fmla="*/ 800934 h 1898882"/>
                <a:gd name="connsiteX426" fmla="*/ 413817 w 4011346"/>
                <a:gd name="connsiteY426" fmla="*/ 830969 h 1898882"/>
                <a:gd name="connsiteX427" fmla="*/ 390456 w 4011346"/>
                <a:gd name="connsiteY427" fmla="*/ 807609 h 1898882"/>
                <a:gd name="connsiteX428" fmla="*/ 360421 w 4011346"/>
                <a:gd name="connsiteY428" fmla="*/ 804271 h 1898882"/>
                <a:gd name="connsiteX429" fmla="*/ 333723 w 4011346"/>
                <a:gd name="connsiteY429" fmla="*/ 844318 h 1898882"/>
                <a:gd name="connsiteX430" fmla="*/ 307025 w 4011346"/>
                <a:gd name="connsiteY430" fmla="*/ 864341 h 1898882"/>
                <a:gd name="connsiteX431" fmla="*/ 320374 w 4011346"/>
                <a:gd name="connsiteY431" fmla="*/ 891039 h 1898882"/>
                <a:gd name="connsiteX432" fmla="*/ 303688 w 4011346"/>
                <a:gd name="connsiteY432" fmla="*/ 914400 h 1898882"/>
                <a:gd name="connsiteX433" fmla="*/ 233606 w 4011346"/>
                <a:gd name="connsiteY433" fmla="*/ 877690 h 1898882"/>
                <a:gd name="connsiteX434" fmla="*/ 243618 w 4011346"/>
                <a:gd name="connsiteY434" fmla="*/ 927749 h 1898882"/>
                <a:gd name="connsiteX435" fmla="*/ 263641 w 4011346"/>
                <a:gd name="connsiteY435" fmla="*/ 947772 h 1898882"/>
                <a:gd name="connsiteX436" fmla="*/ 250292 w 4011346"/>
                <a:gd name="connsiteY436" fmla="*/ 961121 h 1898882"/>
                <a:gd name="connsiteX437" fmla="*/ 193560 w 4011346"/>
                <a:gd name="connsiteY437" fmla="*/ 924411 h 1898882"/>
                <a:gd name="connsiteX438" fmla="*/ 170199 w 4011346"/>
                <a:gd name="connsiteY438" fmla="*/ 884365 h 1898882"/>
                <a:gd name="connsiteX439" fmla="*/ 170199 w 4011346"/>
                <a:gd name="connsiteY439" fmla="*/ 837644 h 1898882"/>
                <a:gd name="connsiteX440" fmla="*/ 133490 w 4011346"/>
                <a:gd name="connsiteY440" fmla="*/ 760887 h 1898882"/>
                <a:gd name="connsiteX441" fmla="*/ 196897 w 4011346"/>
                <a:gd name="connsiteY441" fmla="*/ 790922 h 1898882"/>
                <a:gd name="connsiteX442" fmla="*/ 256967 w 4011346"/>
                <a:gd name="connsiteY442" fmla="*/ 820957 h 1898882"/>
                <a:gd name="connsiteX443" fmla="*/ 293676 w 4011346"/>
                <a:gd name="connsiteY443" fmla="*/ 824295 h 1898882"/>
                <a:gd name="connsiteX444" fmla="*/ 327049 w 4011346"/>
                <a:gd name="connsiteY444" fmla="*/ 794260 h 1898882"/>
                <a:gd name="connsiteX445" fmla="*/ 343735 w 4011346"/>
                <a:gd name="connsiteY445" fmla="*/ 757550 h 1898882"/>
                <a:gd name="connsiteX446" fmla="*/ 333723 w 4011346"/>
                <a:gd name="connsiteY446" fmla="*/ 707492 h 1898882"/>
                <a:gd name="connsiteX447" fmla="*/ 290339 w 4011346"/>
                <a:gd name="connsiteY447" fmla="*/ 687468 h 1898882"/>
                <a:gd name="connsiteX448" fmla="*/ 236944 w 4011346"/>
                <a:gd name="connsiteY448" fmla="*/ 640747 h 1898882"/>
                <a:gd name="connsiteX449" fmla="*/ 133490 w 4011346"/>
                <a:gd name="connsiteY449" fmla="*/ 584014 h 1898882"/>
                <a:gd name="connsiteX0" fmla="*/ 133490 w 4011346"/>
                <a:gd name="connsiteY0" fmla="*/ 584014 h 1898882"/>
                <a:gd name="connsiteX1" fmla="*/ 46722 w 4011346"/>
                <a:gd name="connsiteY1" fmla="*/ 614049 h 1898882"/>
                <a:gd name="connsiteX2" fmla="*/ 33373 w 4011346"/>
                <a:gd name="connsiteY2" fmla="*/ 644084 h 1898882"/>
                <a:gd name="connsiteX3" fmla="*/ 43384 w 4011346"/>
                <a:gd name="connsiteY3" fmla="*/ 674120 h 1898882"/>
                <a:gd name="connsiteX4" fmla="*/ 60071 w 4011346"/>
                <a:gd name="connsiteY4" fmla="*/ 700817 h 1898882"/>
                <a:gd name="connsiteX5" fmla="*/ 73419 w 4011346"/>
                <a:gd name="connsiteY5" fmla="*/ 730852 h 1898882"/>
                <a:gd name="connsiteX6" fmla="*/ 56733 w 4011346"/>
                <a:gd name="connsiteY6" fmla="*/ 754213 h 1898882"/>
                <a:gd name="connsiteX7" fmla="*/ 76757 w 4011346"/>
                <a:gd name="connsiteY7" fmla="*/ 834306 h 1898882"/>
                <a:gd name="connsiteX8" fmla="*/ 66745 w 4011346"/>
                <a:gd name="connsiteY8" fmla="*/ 850993 h 1898882"/>
                <a:gd name="connsiteX9" fmla="*/ 70082 w 4011346"/>
                <a:gd name="connsiteY9" fmla="*/ 877690 h 1898882"/>
                <a:gd name="connsiteX10" fmla="*/ 70082 w 4011346"/>
                <a:gd name="connsiteY10" fmla="*/ 917737 h 1898882"/>
                <a:gd name="connsiteX11" fmla="*/ 80094 w 4011346"/>
                <a:gd name="connsiteY11" fmla="*/ 937760 h 1898882"/>
                <a:gd name="connsiteX12" fmla="*/ 76757 w 4011346"/>
                <a:gd name="connsiteY12" fmla="*/ 961121 h 1898882"/>
                <a:gd name="connsiteX13" fmla="*/ 106792 w 4011346"/>
                <a:gd name="connsiteY13" fmla="*/ 994493 h 1898882"/>
                <a:gd name="connsiteX14" fmla="*/ 106792 w 4011346"/>
                <a:gd name="connsiteY14" fmla="*/ 1024528 h 1898882"/>
                <a:gd name="connsiteX15" fmla="*/ 13349 w 4011346"/>
                <a:gd name="connsiteY15" fmla="*/ 1114633 h 1898882"/>
                <a:gd name="connsiteX16" fmla="*/ 33373 w 4011346"/>
                <a:gd name="connsiteY16" fmla="*/ 1148006 h 1898882"/>
                <a:gd name="connsiteX17" fmla="*/ 33373 w 4011346"/>
                <a:gd name="connsiteY17" fmla="*/ 1148006 h 1898882"/>
                <a:gd name="connsiteX18" fmla="*/ 16687 w 4011346"/>
                <a:gd name="connsiteY18" fmla="*/ 1178041 h 1898882"/>
                <a:gd name="connsiteX19" fmla="*/ 3338 w 4011346"/>
                <a:gd name="connsiteY19" fmla="*/ 1208076 h 1898882"/>
                <a:gd name="connsiteX20" fmla="*/ 0 w 4011346"/>
                <a:gd name="connsiteY20" fmla="*/ 1268146 h 1898882"/>
                <a:gd name="connsiteX21" fmla="*/ 16687 w 4011346"/>
                <a:gd name="connsiteY21" fmla="*/ 1311530 h 1898882"/>
                <a:gd name="connsiteX22" fmla="*/ 20024 w 4011346"/>
                <a:gd name="connsiteY22" fmla="*/ 1344902 h 1898882"/>
                <a:gd name="connsiteX23" fmla="*/ 56733 w 4011346"/>
                <a:gd name="connsiteY23" fmla="*/ 1354914 h 1898882"/>
                <a:gd name="connsiteX24" fmla="*/ 116803 w 4011346"/>
                <a:gd name="connsiteY24" fmla="*/ 1441682 h 1898882"/>
                <a:gd name="connsiteX25" fmla="*/ 96780 w 4011346"/>
                <a:gd name="connsiteY25" fmla="*/ 1465042 h 1898882"/>
                <a:gd name="connsiteX26" fmla="*/ 93443 w 4011346"/>
                <a:gd name="connsiteY26" fmla="*/ 1495077 h 1898882"/>
                <a:gd name="connsiteX27" fmla="*/ 120141 w 4011346"/>
                <a:gd name="connsiteY27" fmla="*/ 1498414 h 1898882"/>
                <a:gd name="connsiteX28" fmla="*/ 160187 w 4011346"/>
                <a:gd name="connsiteY28" fmla="*/ 1511763 h 1898882"/>
                <a:gd name="connsiteX29" fmla="*/ 186885 w 4011346"/>
                <a:gd name="connsiteY29" fmla="*/ 1525112 h 1898882"/>
                <a:gd name="connsiteX30" fmla="*/ 213583 w 4011346"/>
                <a:gd name="connsiteY30" fmla="*/ 1555147 h 1898882"/>
                <a:gd name="connsiteX31" fmla="*/ 243618 w 4011346"/>
                <a:gd name="connsiteY31" fmla="*/ 1558484 h 1898882"/>
                <a:gd name="connsiteX32" fmla="*/ 287002 w 4011346"/>
                <a:gd name="connsiteY32" fmla="*/ 1588520 h 1898882"/>
                <a:gd name="connsiteX33" fmla="*/ 310363 w 4011346"/>
                <a:gd name="connsiteY33" fmla="*/ 1598531 h 1898882"/>
                <a:gd name="connsiteX34" fmla="*/ 310363 w 4011346"/>
                <a:gd name="connsiteY34" fmla="*/ 1635241 h 1898882"/>
                <a:gd name="connsiteX35" fmla="*/ 270316 w 4011346"/>
                <a:gd name="connsiteY35" fmla="*/ 1675287 h 1898882"/>
                <a:gd name="connsiteX36" fmla="*/ 280327 w 4011346"/>
                <a:gd name="connsiteY36" fmla="*/ 1698648 h 1898882"/>
                <a:gd name="connsiteX37" fmla="*/ 273653 w 4011346"/>
                <a:gd name="connsiteY37" fmla="*/ 1718671 h 1898882"/>
                <a:gd name="connsiteX38" fmla="*/ 266979 w 4011346"/>
                <a:gd name="connsiteY38" fmla="*/ 1735357 h 1898882"/>
                <a:gd name="connsiteX39" fmla="*/ 240281 w 4011346"/>
                <a:gd name="connsiteY39" fmla="*/ 1775404 h 1898882"/>
                <a:gd name="connsiteX40" fmla="*/ 307025 w 4011346"/>
                <a:gd name="connsiteY40" fmla="*/ 1812114 h 1898882"/>
                <a:gd name="connsiteX41" fmla="*/ 337060 w 4011346"/>
                <a:gd name="connsiteY41" fmla="*/ 1818788 h 1898882"/>
                <a:gd name="connsiteX42" fmla="*/ 360421 w 4011346"/>
                <a:gd name="connsiteY42" fmla="*/ 1825463 h 1898882"/>
                <a:gd name="connsiteX43" fmla="*/ 380444 w 4011346"/>
                <a:gd name="connsiteY43" fmla="*/ 1832137 h 1898882"/>
                <a:gd name="connsiteX44" fmla="*/ 407142 w 4011346"/>
                <a:gd name="connsiteY44" fmla="*/ 1852160 h 1898882"/>
                <a:gd name="connsiteX45" fmla="*/ 437177 w 4011346"/>
                <a:gd name="connsiteY45" fmla="*/ 1848823 h 1898882"/>
                <a:gd name="connsiteX46" fmla="*/ 507259 w 4011346"/>
                <a:gd name="connsiteY46" fmla="*/ 1898882 h 1898882"/>
                <a:gd name="connsiteX47" fmla="*/ 517271 w 4011346"/>
                <a:gd name="connsiteY47" fmla="*/ 1885533 h 1898882"/>
                <a:gd name="connsiteX48" fmla="*/ 507259 w 4011346"/>
                <a:gd name="connsiteY48" fmla="*/ 1845486 h 1898882"/>
                <a:gd name="connsiteX49" fmla="*/ 500584 w 4011346"/>
                <a:gd name="connsiteY49" fmla="*/ 1812114 h 1898882"/>
                <a:gd name="connsiteX50" fmla="*/ 483898 w 4011346"/>
                <a:gd name="connsiteY50" fmla="*/ 1768730 h 1898882"/>
                <a:gd name="connsiteX51" fmla="*/ 513933 w 4011346"/>
                <a:gd name="connsiteY51" fmla="*/ 1748706 h 1898882"/>
                <a:gd name="connsiteX52" fmla="*/ 547306 w 4011346"/>
                <a:gd name="connsiteY52" fmla="*/ 1725346 h 1898882"/>
                <a:gd name="connsiteX53" fmla="*/ 527282 w 4011346"/>
                <a:gd name="connsiteY53" fmla="*/ 1708660 h 1898882"/>
                <a:gd name="connsiteX54" fmla="*/ 517271 w 4011346"/>
                <a:gd name="connsiteY54" fmla="*/ 1675287 h 1898882"/>
                <a:gd name="connsiteX55" fmla="*/ 480561 w 4011346"/>
                <a:gd name="connsiteY55" fmla="*/ 1658601 h 1898882"/>
                <a:gd name="connsiteX56" fmla="*/ 470549 w 4011346"/>
                <a:gd name="connsiteY56" fmla="*/ 1638578 h 1898882"/>
                <a:gd name="connsiteX57" fmla="*/ 480561 w 4011346"/>
                <a:gd name="connsiteY57" fmla="*/ 1608543 h 1898882"/>
                <a:gd name="connsiteX58" fmla="*/ 490573 w 4011346"/>
                <a:gd name="connsiteY58" fmla="*/ 1568496 h 1898882"/>
                <a:gd name="connsiteX59" fmla="*/ 513933 w 4011346"/>
                <a:gd name="connsiteY59" fmla="*/ 1588520 h 1898882"/>
                <a:gd name="connsiteX60" fmla="*/ 520608 w 4011346"/>
                <a:gd name="connsiteY60" fmla="*/ 1571833 h 1898882"/>
                <a:gd name="connsiteX61" fmla="*/ 543968 w 4011346"/>
                <a:gd name="connsiteY61" fmla="*/ 1535124 h 1898882"/>
                <a:gd name="connsiteX62" fmla="*/ 574003 w 4011346"/>
                <a:gd name="connsiteY62" fmla="*/ 1518438 h 1898882"/>
                <a:gd name="connsiteX63" fmla="*/ 590690 w 4011346"/>
                <a:gd name="connsiteY63" fmla="*/ 1531787 h 1898882"/>
                <a:gd name="connsiteX64" fmla="*/ 610713 w 4011346"/>
                <a:gd name="connsiteY64" fmla="*/ 1505089 h 1898882"/>
                <a:gd name="connsiteX65" fmla="*/ 630736 w 4011346"/>
                <a:gd name="connsiteY65" fmla="*/ 1531787 h 1898882"/>
                <a:gd name="connsiteX66" fmla="*/ 657434 w 4011346"/>
                <a:gd name="connsiteY66" fmla="*/ 1555147 h 1898882"/>
                <a:gd name="connsiteX67" fmla="*/ 674120 w 4011346"/>
                <a:gd name="connsiteY67" fmla="*/ 1561822 h 1898882"/>
                <a:gd name="connsiteX68" fmla="*/ 697481 w 4011346"/>
                <a:gd name="connsiteY68" fmla="*/ 1561822 h 1898882"/>
                <a:gd name="connsiteX69" fmla="*/ 717504 w 4011346"/>
                <a:gd name="connsiteY69" fmla="*/ 1548473 h 1898882"/>
                <a:gd name="connsiteX70" fmla="*/ 744202 w 4011346"/>
                <a:gd name="connsiteY70" fmla="*/ 1548473 h 1898882"/>
                <a:gd name="connsiteX71" fmla="*/ 760888 w 4011346"/>
                <a:gd name="connsiteY71" fmla="*/ 1545136 h 1898882"/>
                <a:gd name="connsiteX72" fmla="*/ 790923 w 4011346"/>
                <a:gd name="connsiteY72" fmla="*/ 1578508 h 1898882"/>
                <a:gd name="connsiteX73" fmla="*/ 797598 w 4011346"/>
                <a:gd name="connsiteY73" fmla="*/ 1551810 h 1898882"/>
                <a:gd name="connsiteX74" fmla="*/ 817621 w 4011346"/>
                <a:gd name="connsiteY74" fmla="*/ 1568496 h 1898882"/>
                <a:gd name="connsiteX75" fmla="*/ 837644 w 4011346"/>
                <a:gd name="connsiteY75" fmla="*/ 1545136 h 1898882"/>
                <a:gd name="connsiteX76" fmla="*/ 827633 w 4011346"/>
                <a:gd name="connsiteY76" fmla="*/ 1525112 h 1898882"/>
                <a:gd name="connsiteX77" fmla="*/ 810946 w 4011346"/>
                <a:gd name="connsiteY77" fmla="*/ 1511763 h 1898882"/>
                <a:gd name="connsiteX78" fmla="*/ 810946 w 4011346"/>
                <a:gd name="connsiteY78" fmla="*/ 1485066 h 1898882"/>
                <a:gd name="connsiteX79" fmla="*/ 810946 w 4011346"/>
                <a:gd name="connsiteY79" fmla="*/ 1471717 h 1898882"/>
                <a:gd name="connsiteX80" fmla="*/ 830970 w 4011346"/>
                <a:gd name="connsiteY80" fmla="*/ 1468379 h 1898882"/>
                <a:gd name="connsiteX81" fmla="*/ 840981 w 4011346"/>
                <a:gd name="connsiteY81" fmla="*/ 1465042 h 1898882"/>
                <a:gd name="connsiteX82" fmla="*/ 820958 w 4011346"/>
                <a:gd name="connsiteY82" fmla="*/ 1428333 h 1898882"/>
                <a:gd name="connsiteX83" fmla="*/ 854330 w 4011346"/>
                <a:gd name="connsiteY83" fmla="*/ 1421658 h 1898882"/>
                <a:gd name="connsiteX84" fmla="*/ 891040 w 4011346"/>
                <a:gd name="connsiteY84" fmla="*/ 1428333 h 1898882"/>
                <a:gd name="connsiteX85" fmla="*/ 964459 w 4011346"/>
                <a:gd name="connsiteY85" fmla="*/ 1384949 h 1898882"/>
                <a:gd name="connsiteX86" fmla="*/ 1001168 w 4011346"/>
                <a:gd name="connsiteY86" fmla="*/ 1384949 h 1898882"/>
                <a:gd name="connsiteX87" fmla="*/ 1027866 w 4011346"/>
                <a:gd name="connsiteY87" fmla="*/ 1361588 h 1898882"/>
                <a:gd name="connsiteX88" fmla="*/ 1047890 w 4011346"/>
                <a:gd name="connsiteY88" fmla="*/ 1371600 h 1898882"/>
                <a:gd name="connsiteX89" fmla="*/ 1067913 w 4011346"/>
                <a:gd name="connsiteY89" fmla="*/ 1381611 h 1898882"/>
                <a:gd name="connsiteX90" fmla="*/ 1087936 w 4011346"/>
                <a:gd name="connsiteY90" fmla="*/ 1408309 h 1898882"/>
                <a:gd name="connsiteX91" fmla="*/ 1074587 w 4011346"/>
                <a:gd name="connsiteY91" fmla="*/ 1421658 h 1898882"/>
                <a:gd name="connsiteX92" fmla="*/ 1104622 w 4011346"/>
                <a:gd name="connsiteY92" fmla="*/ 1421658 h 1898882"/>
                <a:gd name="connsiteX93" fmla="*/ 1107960 w 4011346"/>
                <a:gd name="connsiteY93" fmla="*/ 1438344 h 1898882"/>
                <a:gd name="connsiteX94" fmla="*/ 1121309 w 4011346"/>
                <a:gd name="connsiteY94" fmla="*/ 1421658 h 1898882"/>
                <a:gd name="connsiteX95" fmla="*/ 1134657 w 4011346"/>
                <a:gd name="connsiteY95" fmla="*/ 1435007 h 1898882"/>
                <a:gd name="connsiteX96" fmla="*/ 1134657 w 4011346"/>
                <a:gd name="connsiteY96" fmla="*/ 1455030 h 1898882"/>
                <a:gd name="connsiteX97" fmla="*/ 1148006 w 4011346"/>
                <a:gd name="connsiteY97" fmla="*/ 1451693 h 1898882"/>
                <a:gd name="connsiteX98" fmla="*/ 1208076 w 4011346"/>
                <a:gd name="connsiteY98" fmla="*/ 1404972 h 1898882"/>
                <a:gd name="connsiteX99" fmla="*/ 1211414 w 4011346"/>
                <a:gd name="connsiteY99" fmla="*/ 1424995 h 1898882"/>
                <a:gd name="connsiteX100" fmla="*/ 1244786 w 4011346"/>
                <a:gd name="connsiteY100" fmla="*/ 1445019 h 1898882"/>
                <a:gd name="connsiteX101" fmla="*/ 1264809 w 4011346"/>
                <a:gd name="connsiteY101" fmla="*/ 1475054 h 1898882"/>
                <a:gd name="connsiteX102" fmla="*/ 1298181 w 4011346"/>
                <a:gd name="connsiteY102" fmla="*/ 1581845 h 1898882"/>
                <a:gd name="connsiteX103" fmla="*/ 1308193 w 4011346"/>
                <a:gd name="connsiteY103" fmla="*/ 1538461 h 1898882"/>
                <a:gd name="connsiteX104" fmla="*/ 1344903 w 4011346"/>
                <a:gd name="connsiteY104" fmla="*/ 1558484 h 1898882"/>
                <a:gd name="connsiteX105" fmla="*/ 1388287 w 4011346"/>
                <a:gd name="connsiteY105" fmla="*/ 1558484 h 1898882"/>
                <a:gd name="connsiteX106" fmla="*/ 1394961 w 4011346"/>
                <a:gd name="connsiteY106" fmla="*/ 1581845 h 1898882"/>
                <a:gd name="connsiteX107" fmla="*/ 1435008 w 4011346"/>
                <a:gd name="connsiteY107" fmla="*/ 1605206 h 1898882"/>
                <a:gd name="connsiteX108" fmla="*/ 1465043 w 4011346"/>
                <a:gd name="connsiteY108" fmla="*/ 1605206 h 1898882"/>
                <a:gd name="connsiteX109" fmla="*/ 1491741 w 4011346"/>
                <a:gd name="connsiteY109" fmla="*/ 1618555 h 1898882"/>
                <a:gd name="connsiteX110" fmla="*/ 1535125 w 4011346"/>
                <a:gd name="connsiteY110" fmla="*/ 1575171 h 1898882"/>
                <a:gd name="connsiteX111" fmla="*/ 1571834 w 4011346"/>
                <a:gd name="connsiteY111" fmla="*/ 1555147 h 1898882"/>
                <a:gd name="connsiteX112" fmla="*/ 1608544 w 4011346"/>
                <a:gd name="connsiteY112" fmla="*/ 1558484 h 1898882"/>
                <a:gd name="connsiteX113" fmla="*/ 1655265 w 4011346"/>
                <a:gd name="connsiteY113" fmla="*/ 1571833 h 1898882"/>
                <a:gd name="connsiteX114" fmla="*/ 1681963 w 4011346"/>
                <a:gd name="connsiteY114" fmla="*/ 1588520 h 1898882"/>
                <a:gd name="connsiteX115" fmla="*/ 1735358 w 4011346"/>
                <a:gd name="connsiteY115" fmla="*/ 1581845 h 1898882"/>
                <a:gd name="connsiteX116" fmla="*/ 1745370 w 4011346"/>
                <a:gd name="connsiteY116" fmla="*/ 1561822 h 1898882"/>
                <a:gd name="connsiteX117" fmla="*/ 1738695 w 4011346"/>
                <a:gd name="connsiteY117" fmla="*/ 1541798 h 1898882"/>
                <a:gd name="connsiteX118" fmla="*/ 1765393 w 4011346"/>
                <a:gd name="connsiteY118" fmla="*/ 1515101 h 1898882"/>
                <a:gd name="connsiteX119" fmla="*/ 1778742 w 4011346"/>
                <a:gd name="connsiteY119" fmla="*/ 1511763 h 1898882"/>
                <a:gd name="connsiteX120" fmla="*/ 1812114 w 4011346"/>
                <a:gd name="connsiteY120" fmla="*/ 1528449 h 1898882"/>
                <a:gd name="connsiteX121" fmla="*/ 1852161 w 4011346"/>
                <a:gd name="connsiteY121" fmla="*/ 1541798 h 1898882"/>
                <a:gd name="connsiteX122" fmla="*/ 1858836 w 4011346"/>
                <a:gd name="connsiteY122" fmla="*/ 1568496 h 1898882"/>
                <a:gd name="connsiteX123" fmla="*/ 1872184 w 4011346"/>
                <a:gd name="connsiteY123" fmla="*/ 1575171 h 1898882"/>
                <a:gd name="connsiteX124" fmla="*/ 1902219 w 4011346"/>
                <a:gd name="connsiteY124" fmla="*/ 1578508 h 1898882"/>
                <a:gd name="connsiteX125" fmla="*/ 1932254 w 4011346"/>
                <a:gd name="connsiteY125" fmla="*/ 1561822 h 1898882"/>
                <a:gd name="connsiteX126" fmla="*/ 1962290 w 4011346"/>
                <a:gd name="connsiteY126" fmla="*/ 1575171 h 1898882"/>
                <a:gd name="connsiteX127" fmla="*/ 1985650 w 4011346"/>
                <a:gd name="connsiteY127" fmla="*/ 1588520 h 1898882"/>
                <a:gd name="connsiteX128" fmla="*/ 1995662 w 4011346"/>
                <a:gd name="connsiteY128" fmla="*/ 1598531 h 1898882"/>
                <a:gd name="connsiteX129" fmla="*/ 2032371 w 4011346"/>
                <a:gd name="connsiteY129" fmla="*/ 1618555 h 1898882"/>
                <a:gd name="connsiteX130" fmla="*/ 2069081 w 4011346"/>
                <a:gd name="connsiteY130" fmla="*/ 1615217 h 1898882"/>
                <a:gd name="connsiteX131" fmla="*/ 2142500 w 4011346"/>
                <a:gd name="connsiteY131" fmla="*/ 1571833 h 1898882"/>
                <a:gd name="connsiteX132" fmla="*/ 2195895 w 4011346"/>
                <a:gd name="connsiteY132" fmla="*/ 1585182 h 1898882"/>
                <a:gd name="connsiteX133" fmla="*/ 2225930 w 4011346"/>
                <a:gd name="connsiteY133" fmla="*/ 1595194 h 1898882"/>
                <a:gd name="connsiteX134" fmla="*/ 2259303 w 4011346"/>
                <a:gd name="connsiteY134" fmla="*/ 1581845 h 1898882"/>
                <a:gd name="connsiteX135" fmla="*/ 2262640 w 4011346"/>
                <a:gd name="connsiteY135" fmla="*/ 1555147 h 1898882"/>
                <a:gd name="connsiteX136" fmla="*/ 2282663 w 4011346"/>
                <a:gd name="connsiteY136" fmla="*/ 1525112 h 1898882"/>
                <a:gd name="connsiteX137" fmla="*/ 2299349 w 4011346"/>
                <a:gd name="connsiteY137" fmla="*/ 1471717 h 1898882"/>
                <a:gd name="connsiteX138" fmla="*/ 2282663 w 4011346"/>
                <a:gd name="connsiteY138" fmla="*/ 1475054 h 1898882"/>
                <a:gd name="connsiteX139" fmla="*/ 2312698 w 4011346"/>
                <a:gd name="connsiteY139" fmla="*/ 1448356 h 1898882"/>
                <a:gd name="connsiteX140" fmla="*/ 2339396 w 4011346"/>
                <a:gd name="connsiteY140" fmla="*/ 1445019 h 1898882"/>
                <a:gd name="connsiteX141" fmla="*/ 2396129 w 4011346"/>
                <a:gd name="connsiteY141" fmla="*/ 1455030 h 1898882"/>
                <a:gd name="connsiteX142" fmla="*/ 2436176 w 4011346"/>
                <a:gd name="connsiteY142" fmla="*/ 1481728 h 1898882"/>
                <a:gd name="connsiteX143" fmla="*/ 2462873 w 4011346"/>
                <a:gd name="connsiteY143" fmla="*/ 1511763 h 1898882"/>
                <a:gd name="connsiteX144" fmla="*/ 2469548 w 4011346"/>
                <a:gd name="connsiteY144" fmla="*/ 1548473 h 1898882"/>
                <a:gd name="connsiteX145" fmla="*/ 2476222 w 4011346"/>
                <a:gd name="connsiteY145" fmla="*/ 1588520 h 1898882"/>
                <a:gd name="connsiteX146" fmla="*/ 2486234 w 4011346"/>
                <a:gd name="connsiteY146" fmla="*/ 1608543 h 1898882"/>
                <a:gd name="connsiteX147" fmla="*/ 2529618 w 4011346"/>
                <a:gd name="connsiteY147" fmla="*/ 1621892 h 1898882"/>
                <a:gd name="connsiteX148" fmla="*/ 2549641 w 4011346"/>
                <a:gd name="connsiteY148" fmla="*/ 1641915 h 1898882"/>
                <a:gd name="connsiteX149" fmla="*/ 2562990 w 4011346"/>
                <a:gd name="connsiteY149" fmla="*/ 1675287 h 1898882"/>
                <a:gd name="connsiteX150" fmla="*/ 2586351 w 4011346"/>
                <a:gd name="connsiteY150" fmla="*/ 1668613 h 1898882"/>
                <a:gd name="connsiteX151" fmla="*/ 2606374 w 4011346"/>
                <a:gd name="connsiteY151" fmla="*/ 1658601 h 1898882"/>
                <a:gd name="connsiteX152" fmla="*/ 2639746 w 4011346"/>
                <a:gd name="connsiteY152" fmla="*/ 1641915 h 1898882"/>
                <a:gd name="connsiteX153" fmla="*/ 2643084 w 4011346"/>
                <a:gd name="connsiteY153" fmla="*/ 1658601 h 1898882"/>
                <a:gd name="connsiteX154" fmla="*/ 2626398 w 4011346"/>
                <a:gd name="connsiteY154" fmla="*/ 1688636 h 1898882"/>
                <a:gd name="connsiteX155" fmla="*/ 2616386 w 4011346"/>
                <a:gd name="connsiteY155" fmla="*/ 1725346 h 1898882"/>
                <a:gd name="connsiteX156" fmla="*/ 2603037 w 4011346"/>
                <a:gd name="connsiteY156" fmla="*/ 1778741 h 1898882"/>
                <a:gd name="connsiteX157" fmla="*/ 2579676 w 4011346"/>
                <a:gd name="connsiteY157" fmla="*/ 1752044 h 1898882"/>
                <a:gd name="connsiteX158" fmla="*/ 2552979 w 4011346"/>
                <a:gd name="connsiteY158" fmla="*/ 1775404 h 1898882"/>
                <a:gd name="connsiteX159" fmla="*/ 2559653 w 4011346"/>
                <a:gd name="connsiteY159" fmla="*/ 1802102 h 1898882"/>
                <a:gd name="connsiteX160" fmla="*/ 2559653 w 4011346"/>
                <a:gd name="connsiteY160" fmla="*/ 1838811 h 1898882"/>
                <a:gd name="connsiteX161" fmla="*/ 2549641 w 4011346"/>
                <a:gd name="connsiteY161" fmla="*/ 1858835 h 1898882"/>
                <a:gd name="connsiteX162" fmla="*/ 2589688 w 4011346"/>
                <a:gd name="connsiteY162" fmla="*/ 1838811 h 1898882"/>
                <a:gd name="connsiteX163" fmla="*/ 2626398 w 4011346"/>
                <a:gd name="connsiteY163" fmla="*/ 1848823 h 1898882"/>
                <a:gd name="connsiteX164" fmla="*/ 2653095 w 4011346"/>
                <a:gd name="connsiteY164" fmla="*/ 1825463 h 1898882"/>
                <a:gd name="connsiteX165" fmla="*/ 2683130 w 4011346"/>
                <a:gd name="connsiteY165" fmla="*/ 1772067 h 1898882"/>
                <a:gd name="connsiteX166" fmla="*/ 2753212 w 4011346"/>
                <a:gd name="connsiteY166" fmla="*/ 1685299 h 1898882"/>
                <a:gd name="connsiteX167" fmla="*/ 2783247 w 4011346"/>
                <a:gd name="connsiteY167" fmla="*/ 1615217 h 1898882"/>
                <a:gd name="connsiteX168" fmla="*/ 2803271 w 4011346"/>
                <a:gd name="connsiteY168" fmla="*/ 1511763 h 1898882"/>
                <a:gd name="connsiteX169" fmla="*/ 2793259 w 4011346"/>
                <a:gd name="connsiteY169" fmla="*/ 1461705 h 1898882"/>
                <a:gd name="connsiteX170" fmla="*/ 2769898 w 4011346"/>
                <a:gd name="connsiteY170" fmla="*/ 1428333 h 1898882"/>
                <a:gd name="connsiteX171" fmla="*/ 2726514 w 4011346"/>
                <a:gd name="connsiteY171" fmla="*/ 1428333 h 1898882"/>
                <a:gd name="connsiteX172" fmla="*/ 2699817 w 4011346"/>
                <a:gd name="connsiteY172" fmla="*/ 1428333 h 1898882"/>
                <a:gd name="connsiteX173" fmla="*/ 2683130 w 4011346"/>
                <a:gd name="connsiteY173" fmla="*/ 1408309 h 1898882"/>
                <a:gd name="connsiteX174" fmla="*/ 2669781 w 4011346"/>
                <a:gd name="connsiteY174" fmla="*/ 1388286 h 1898882"/>
                <a:gd name="connsiteX175" fmla="*/ 2763224 w 4011346"/>
                <a:gd name="connsiteY175" fmla="*/ 1271483 h 1898882"/>
                <a:gd name="connsiteX176" fmla="*/ 2846654 w 4011346"/>
                <a:gd name="connsiteY176" fmla="*/ 1204739 h 1898882"/>
                <a:gd name="connsiteX177" fmla="*/ 2890038 w 4011346"/>
                <a:gd name="connsiteY177" fmla="*/ 1181378 h 1898882"/>
                <a:gd name="connsiteX178" fmla="*/ 2933422 w 4011346"/>
                <a:gd name="connsiteY178" fmla="*/ 1201401 h 1898882"/>
                <a:gd name="connsiteX179" fmla="*/ 2950109 w 4011346"/>
                <a:gd name="connsiteY179" fmla="*/ 1184715 h 1898882"/>
                <a:gd name="connsiteX180" fmla="*/ 2993492 w 4011346"/>
                <a:gd name="connsiteY180" fmla="*/ 1201401 h 1898882"/>
                <a:gd name="connsiteX181" fmla="*/ 3006841 w 4011346"/>
                <a:gd name="connsiteY181" fmla="*/ 1168029 h 1898882"/>
                <a:gd name="connsiteX182" fmla="*/ 3053563 w 4011346"/>
                <a:gd name="connsiteY182" fmla="*/ 1178041 h 1898882"/>
                <a:gd name="connsiteX183" fmla="*/ 3070249 w 4011346"/>
                <a:gd name="connsiteY183" fmla="*/ 1194727 h 1898882"/>
                <a:gd name="connsiteX184" fmla="*/ 3060237 w 4011346"/>
                <a:gd name="connsiteY184" fmla="*/ 1214750 h 1898882"/>
                <a:gd name="connsiteX185" fmla="*/ 3123644 w 4011346"/>
                <a:gd name="connsiteY185" fmla="*/ 1198064 h 1898882"/>
                <a:gd name="connsiteX186" fmla="*/ 3140330 w 4011346"/>
                <a:gd name="connsiteY186" fmla="*/ 1184715 h 1898882"/>
                <a:gd name="connsiteX187" fmla="*/ 3123644 w 4011346"/>
                <a:gd name="connsiteY187" fmla="*/ 1171366 h 1898882"/>
                <a:gd name="connsiteX188" fmla="*/ 3143668 w 4011346"/>
                <a:gd name="connsiteY188" fmla="*/ 1131320 h 1898882"/>
                <a:gd name="connsiteX189" fmla="*/ 3190389 w 4011346"/>
                <a:gd name="connsiteY189" fmla="*/ 1061238 h 1898882"/>
                <a:gd name="connsiteX190" fmla="*/ 3233773 w 4011346"/>
                <a:gd name="connsiteY190" fmla="*/ 1057901 h 1898882"/>
                <a:gd name="connsiteX191" fmla="*/ 3273819 w 4011346"/>
                <a:gd name="connsiteY191" fmla="*/ 1067912 h 1898882"/>
                <a:gd name="connsiteX192" fmla="*/ 3277157 w 4011346"/>
                <a:gd name="connsiteY192" fmla="*/ 1124645 h 1898882"/>
                <a:gd name="connsiteX193" fmla="*/ 3320541 w 4011346"/>
                <a:gd name="connsiteY193" fmla="*/ 1081261 h 1898882"/>
                <a:gd name="connsiteX194" fmla="*/ 3343901 w 4011346"/>
                <a:gd name="connsiteY194" fmla="*/ 1064575 h 1898882"/>
                <a:gd name="connsiteX195" fmla="*/ 3350576 w 4011346"/>
                <a:gd name="connsiteY195" fmla="*/ 1031203 h 1898882"/>
                <a:gd name="connsiteX196" fmla="*/ 3377273 w 4011346"/>
                <a:gd name="connsiteY196" fmla="*/ 1014517 h 1898882"/>
                <a:gd name="connsiteX197" fmla="*/ 3407309 w 4011346"/>
                <a:gd name="connsiteY197" fmla="*/ 1024528 h 1898882"/>
                <a:gd name="connsiteX198" fmla="*/ 3373936 w 4011346"/>
                <a:gd name="connsiteY198" fmla="*/ 1054563 h 1898882"/>
                <a:gd name="connsiteX199" fmla="*/ 3360587 w 4011346"/>
                <a:gd name="connsiteY199" fmla="*/ 1104622 h 1898882"/>
                <a:gd name="connsiteX200" fmla="*/ 3323878 w 4011346"/>
                <a:gd name="connsiteY200" fmla="*/ 1144668 h 1898882"/>
                <a:gd name="connsiteX201" fmla="*/ 3210412 w 4011346"/>
                <a:gd name="connsiteY201" fmla="*/ 1241448 h 1898882"/>
                <a:gd name="connsiteX202" fmla="*/ 3163691 w 4011346"/>
                <a:gd name="connsiteY202" fmla="*/ 1311530 h 1898882"/>
                <a:gd name="connsiteX203" fmla="*/ 3160354 w 4011346"/>
                <a:gd name="connsiteY203" fmla="*/ 1384949 h 1898882"/>
                <a:gd name="connsiteX204" fmla="*/ 3170365 w 4011346"/>
                <a:gd name="connsiteY204" fmla="*/ 1475054 h 1898882"/>
                <a:gd name="connsiteX205" fmla="*/ 3190389 w 4011346"/>
                <a:gd name="connsiteY205" fmla="*/ 1538461 h 1898882"/>
                <a:gd name="connsiteX206" fmla="*/ 3217087 w 4011346"/>
                <a:gd name="connsiteY206" fmla="*/ 1528449 h 1898882"/>
                <a:gd name="connsiteX207" fmla="*/ 3240447 w 4011346"/>
                <a:gd name="connsiteY207" fmla="*/ 1461705 h 1898882"/>
                <a:gd name="connsiteX208" fmla="*/ 3270482 w 4011346"/>
                <a:gd name="connsiteY208" fmla="*/ 1458368 h 1898882"/>
                <a:gd name="connsiteX209" fmla="*/ 3287168 w 4011346"/>
                <a:gd name="connsiteY209" fmla="*/ 1398298 h 1898882"/>
                <a:gd name="connsiteX210" fmla="*/ 3313866 w 4011346"/>
                <a:gd name="connsiteY210" fmla="*/ 1388286 h 1898882"/>
                <a:gd name="connsiteX211" fmla="*/ 3313866 w 4011346"/>
                <a:gd name="connsiteY211" fmla="*/ 1358251 h 1898882"/>
                <a:gd name="connsiteX212" fmla="*/ 3337227 w 4011346"/>
                <a:gd name="connsiteY212" fmla="*/ 1321541 h 1898882"/>
                <a:gd name="connsiteX213" fmla="*/ 3330552 w 4011346"/>
                <a:gd name="connsiteY213" fmla="*/ 1278157 h 1898882"/>
                <a:gd name="connsiteX214" fmla="*/ 3333890 w 4011346"/>
                <a:gd name="connsiteY214" fmla="*/ 1248122 h 1898882"/>
                <a:gd name="connsiteX215" fmla="*/ 3323878 w 4011346"/>
                <a:gd name="connsiteY215" fmla="*/ 1238111 h 1898882"/>
                <a:gd name="connsiteX216" fmla="*/ 3363925 w 4011346"/>
                <a:gd name="connsiteY216" fmla="*/ 1151343 h 1898882"/>
                <a:gd name="connsiteX217" fmla="*/ 3383948 w 4011346"/>
                <a:gd name="connsiteY217" fmla="*/ 1161355 h 1898882"/>
                <a:gd name="connsiteX218" fmla="*/ 3410646 w 4011346"/>
                <a:gd name="connsiteY218" fmla="*/ 1134657 h 1898882"/>
                <a:gd name="connsiteX219" fmla="*/ 3420657 w 4011346"/>
                <a:gd name="connsiteY219" fmla="*/ 1161355 h 1898882"/>
                <a:gd name="connsiteX220" fmla="*/ 3447355 w 4011346"/>
                <a:gd name="connsiteY220" fmla="*/ 1144668 h 1898882"/>
                <a:gd name="connsiteX221" fmla="*/ 3477390 w 4011346"/>
                <a:gd name="connsiteY221" fmla="*/ 1134657 h 1898882"/>
                <a:gd name="connsiteX222" fmla="*/ 3514100 w 4011346"/>
                <a:gd name="connsiteY222" fmla="*/ 1161355 h 1898882"/>
                <a:gd name="connsiteX223" fmla="*/ 3574170 w 4011346"/>
                <a:gd name="connsiteY223" fmla="*/ 1094610 h 1898882"/>
                <a:gd name="connsiteX224" fmla="*/ 3637577 w 4011346"/>
                <a:gd name="connsiteY224" fmla="*/ 1047889 h 1898882"/>
                <a:gd name="connsiteX225" fmla="*/ 3690973 w 4011346"/>
                <a:gd name="connsiteY225" fmla="*/ 1011179 h 1898882"/>
                <a:gd name="connsiteX226" fmla="*/ 3741031 w 4011346"/>
                <a:gd name="connsiteY226" fmla="*/ 1037877 h 1898882"/>
                <a:gd name="connsiteX227" fmla="*/ 3751043 w 4011346"/>
                <a:gd name="connsiteY227" fmla="*/ 1011179 h 1898882"/>
                <a:gd name="connsiteX228" fmla="*/ 3727682 w 4011346"/>
                <a:gd name="connsiteY228" fmla="*/ 944435 h 1898882"/>
                <a:gd name="connsiteX229" fmla="*/ 3700984 w 4011346"/>
                <a:gd name="connsiteY229" fmla="*/ 927749 h 1898882"/>
                <a:gd name="connsiteX230" fmla="*/ 3697647 w 4011346"/>
                <a:gd name="connsiteY230" fmla="*/ 897714 h 1898882"/>
                <a:gd name="connsiteX231" fmla="*/ 3751043 w 4011346"/>
                <a:gd name="connsiteY231" fmla="*/ 904388 h 1898882"/>
                <a:gd name="connsiteX232" fmla="*/ 3774403 w 4011346"/>
                <a:gd name="connsiteY232" fmla="*/ 861004 h 1898882"/>
                <a:gd name="connsiteX233" fmla="*/ 3767729 w 4011346"/>
                <a:gd name="connsiteY233" fmla="*/ 834306 h 1898882"/>
                <a:gd name="connsiteX234" fmla="*/ 3794427 w 4011346"/>
                <a:gd name="connsiteY234" fmla="*/ 800934 h 1898882"/>
                <a:gd name="connsiteX235" fmla="*/ 3804438 w 4011346"/>
                <a:gd name="connsiteY235" fmla="*/ 844318 h 1898882"/>
                <a:gd name="connsiteX236" fmla="*/ 3827799 w 4011346"/>
                <a:gd name="connsiteY236" fmla="*/ 861004 h 1898882"/>
                <a:gd name="connsiteX237" fmla="*/ 3874520 w 4011346"/>
                <a:gd name="connsiteY237" fmla="*/ 881028 h 1898882"/>
                <a:gd name="connsiteX238" fmla="*/ 3894544 w 4011346"/>
                <a:gd name="connsiteY238" fmla="*/ 907725 h 1898882"/>
                <a:gd name="connsiteX239" fmla="*/ 3941265 w 4011346"/>
                <a:gd name="connsiteY239" fmla="*/ 931086 h 1898882"/>
                <a:gd name="connsiteX240" fmla="*/ 3947939 w 4011346"/>
                <a:gd name="connsiteY240" fmla="*/ 917737 h 1898882"/>
                <a:gd name="connsiteX241" fmla="*/ 3957951 w 4011346"/>
                <a:gd name="connsiteY241" fmla="*/ 854330 h 1898882"/>
                <a:gd name="connsiteX242" fmla="*/ 4004672 w 4011346"/>
                <a:gd name="connsiteY242" fmla="*/ 847655 h 1898882"/>
                <a:gd name="connsiteX243" fmla="*/ 4011346 w 4011346"/>
                <a:gd name="connsiteY243" fmla="*/ 814283 h 1898882"/>
                <a:gd name="connsiteX244" fmla="*/ 3967963 w 4011346"/>
                <a:gd name="connsiteY244" fmla="*/ 777574 h 1898882"/>
                <a:gd name="connsiteX245" fmla="*/ 3921241 w 4011346"/>
                <a:gd name="connsiteY245" fmla="*/ 760887 h 1898882"/>
                <a:gd name="connsiteX246" fmla="*/ 3907892 w 4011346"/>
                <a:gd name="connsiteY246" fmla="*/ 764225 h 1898882"/>
                <a:gd name="connsiteX247" fmla="*/ 3907892 w 4011346"/>
                <a:gd name="connsiteY247" fmla="*/ 797597 h 1898882"/>
                <a:gd name="connsiteX248" fmla="*/ 3887869 w 4011346"/>
                <a:gd name="connsiteY248" fmla="*/ 790922 h 1898882"/>
                <a:gd name="connsiteX249" fmla="*/ 3874520 w 4011346"/>
                <a:gd name="connsiteY249" fmla="*/ 737527 h 1898882"/>
                <a:gd name="connsiteX250" fmla="*/ 3817787 w 4011346"/>
                <a:gd name="connsiteY250" fmla="*/ 674120 h 1898882"/>
                <a:gd name="connsiteX251" fmla="*/ 3717671 w 4011346"/>
                <a:gd name="connsiteY251" fmla="*/ 597363 h 1898882"/>
                <a:gd name="connsiteX252" fmla="*/ 3664275 w 4011346"/>
                <a:gd name="connsiteY252" fmla="*/ 577340 h 1898882"/>
                <a:gd name="connsiteX253" fmla="*/ 3584181 w 4011346"/>
                <a:gd name="connsiteY253" fmla="*/ 570666 h 1898882"/>
                <a:gd name="connsiteX254" fmla="*/ 3520774 w 4011346"/>
                <a:gd name="connsiteY254" fmla="*/ 553979 h 1898882"/>
                <a:gd name="connsiteX255" fmla="*/ 3530786 w 4011346"/>
                <a:gd name="connsiteY255" fmla="*/ 594026 h 1898882"/>
                <a:gd name="connsiteX256" fmla="*/ 3537460 w 4011346"/>
                <a:gd name="connsiteY256" fmla="*/ 620724 h 1898882"/>
                <a:gd name="connsiteX257" fmla="*/ 3507425 w 4011346"/>
                <a:gd name="connsiteY257" fmla="*/ 644084 h 1898882"/>
                <a:gd name="connsiteX258" fmla="*/ 3477390 w 4011346"/>
                <a:gd name="connsiteY258" fmla="*/ 617387 h 1898882"/>
                <a:gd name="connsiteX259" fmla="*/ 3477390 w 4011346"/>
                <a:gd name="connsiteY259" fmla="*/ 597363 h 1898882"/>
                <a:gd name="connsiteX260" fmla="*/ 3504088 w 4011346"/>
                <a:gd name="connsiteY260" fmla="*/ 577340 h 1898882"/>
                <a:gd name="connsiteX261" fmla="*/ 3467379 w 4011346"/>
                <a:gd name="connsiteY261" fmla="*/ 563991 h 1898882"/>
                <a:gd name="connsiteX262" fmla="*/ 3450692 w 4011346"/>
                <a:gd name="connsiteY262" fmla="*/ 590689 h 1898882"/>
                <a:gd name="connsiteX263" fmla="*/ 3440681 w 4011346"/>
                <a:gd name="connsiteY263" fmla="*/ 604038 h 1898882"/>
                <a:gd name="connsiteX264" fmla="*/ 3357250 w 4011346"/>
                <a:gd name="connsiteY264" fmla="*/ 590689 h 1898882"/>
                <a:gd name="connsiteX265" fmla="*/ 3297180 w 4011346"/>
                <a:gd name="connsiteY265" fmla="*/ 597363 h 1898882"/>
                <a:gd name="connsiteX266" fmla="*/ 3267145 w 4011346"/>
                <a:gd name="connsiteY266" fmla="*/ 574003 h 1898882"/>
                <a:gd name="connsiteX267" fmla="*/ 3267145 w 4011346"/>
                <a:gd name="connsiteY267" fmla="*/ 537293 h 1898882"/>
                <a:gd name="connsiteX268" fmla="*/ 3203738 w 4011346"/>
                <a:gd name="connsiteY268" fmla="*/ 480560 h 1898882"/>
                <a:gd name="connsiteX269" fmla="*/ 3076923 w 4011346"/>
                <a:gd name="connsiteY269" fmla="*/ 487235 h 1898882"/>
                <a:gd name="connsiteX270" fmla="*/ 3043551 w 4011346"/>
                <a:gd name="connsiteY270" fmla="*/ 463874 h 1898882"/>
                <a:gd name="connsiteX271" fmla="*/ 3000167 w 4011346"/>
                <a:gd name="connsiteY271" fmla="*/ 417153 h 1898882"/>
                <a:gd name="connsiteX272" fmla="*/ 3013516 w 4011346"/>
                <a:gd name="connsiteY272" fmla="*/ 410479 h 1898882"/>
                <a:gd name="connsiteX273" fmla="*/ 3000167 w 4011346"/>
                <a:gd name="connsiteY273" fmla="*/ 390455 h 1898882"/>
                <a:gd name="connsiteX274" fmla="*/ 2970132 w 4011346"/>
                <a:gd name="connsiteY274" fmla="*/ 387118 h 1898882"/>
                <a:gd name="connsiteX275" fmla="*/ 2920073 w 4011346"/>
                <a:gd name="connsiteY275" fmla="*/ 433839 h 1898882"/>
                <a:gd name="connsiteX276" fmla="*/ 2920073 w 4011346"/>
                <a:gd name="connsiteY276" fmla="*/ 433839 h 1898882"/>
                <a:gd name="connsiteX277" fmla="*/ 2916736 w 4011346"/>
                <a:gd name="connsiteY277" fmla="*/ 383781 h 1898882"/>
                <a:gd name="connsiteX278" fmla="*/ 2936760 w 4011346"/>
                <a:gd name="connsiteY278" fmla="*/ 380444 h 1898882"/>
                <a:gd name="connsiteX279" fmla="*/ 2866678 w 4011346"/>
                <a:gd name="connsiteY279" fmla="*/ 350409 h 1898882"/>
                <a:gd name="connsiteX280" fmla="*/ 2813282 w 4011346"/>
                <a:gd name="connsiteY280" fmla="*/ 347071 h 1898882"/>
                <a:gd name="connsiteX281" fmla="*/ 2793259 w 4011346"/>
                <a:gd name="connsiteY281" fmla="*/ 370432 h 1898882"/>
                <a:gd name="connsiteX282" fmla="*/ 2743200 w 4011346"/>
                <a:gd name="connsiteY282" fmla="*/ 380444 h 1898882"/>
                <a:gd name="connsiteX283" fmla="*/ 2786584 w 4011346"/>
                <a:gd name="connsiteY283" fmla="*/ 390455 h 1898882"/>
                <a:gd name="connsiteX284" fmla="*/ 2763224 w 4011346"/>
                <a:gd name="connsiteY284" fmla="*/ 410479 h 1898882"/>
                <a:gd name="connsiteX285" fmla="*/ 2769898 w 4011346"/>
                <a:gd name="connsiteY285" fmla="*/ 460537 h 1898882"/>
                <a:gd name="connsiteX286" fmla="*/ 2749875 w 4011346"/>
                <a:gd name="connsiteY286" fmla="*/ 443851 h 1898882"/>
                <a:gd name="connsiteX287" fmla="*/ 2733189 w 4011346"/>
                <a:gd name="connsiteY287" fmla="*/ 457200 h 1898882"/>
                <a:gd name="connsiteX288" fmla="*/ 2666444 w 4011346"/>
                <a:gd name="connsiteY288" fmla="*/ 447188 h 1898882"/>
                <a:gd name="connsiteX289" fmla="*/ 2636409 w 4011346"/>
                <a:gd name="connsiteY289" fmla="*/ 457200 h 1898882"/>
                <a:gd name="connsiteX290" fmla="*/ 2603037 w 4011346"/>
                <a:gd name="connsiteY290" fmla="*/ 417153 h 1898882"/>
                <a:gd name="connsiteX291" fmla="*/ 2569665 w 4011346"/>
                <a:gd name="connsiteY291" fmla="*/ 500584 h 1898882"/>
                <a:gd name="connsiteX292" fmla="*/ 2552979 w 4011346"/>
                <a:gd name="connsiteY292" fmla="*/ 520607 h 1898882"/>
                <a:gd name="connsiteX293" fmla="*/ 2469548 w 4011346"/>
                <a:gd name="connsiteY293" fmla="*/ 383781 h 1898882"/>
                <a:gd name="connsiteX294" fmla="*/ 2446187 w 4011346"/>
                <a:gd name="connsiteY294" fmla="*/ 400467 h 1898882"/>
                <a:gd name="connsiteX295" fmla="*/ 2442850 w 4011346"/>
                <a:gd name="connsiteY295" fmla="*/ 367095 h 1898882"/>
                <a:gd name="connsiteX296" fmla="*/ 2449525 w 4011346"/>
                <a:gd name="connsiteY296" fmla="*/ 297013 h 1898882"/>
                <a:gd name="connsiteX297" fmla="*/ 2386117 w 4011346"/>
                <a:gd name="connsiteY297" fmla="*/ 270315 h 1898882"/>
                <a:gd name="connsiteX298" fmla="*/ 2369431 w 4011346"/>
                <a:gd name="connsiteY298" fmla="*/ 310362 h 1898882"/>
                <a:gd name="connsiteX299" fmla="*/ 2379443 w 4011346"/>
                <a:gd name="connsiteY299" fmla="*/ 333722 h 1898882"/>
                <a:gd name="connsiteX300" fmla="*/ 2376106 w 4011346"/>
                <a:gd name="connsiteY300" fmla="*/ 353746 h 1898882"/>
                <a:gd name="connsiteX301" fmla="*/ 2352745 w 4011346"/>
                <a:gd name="connsiteY301" fmla="*/ 330385 h 1898882"/>
                <a:gd name="connsiteX302" fmla="*/ 2316036 w 4011346"/>
                <a:gd name="connsiteY302" fmla="*/ 337060 h 1898882"/>
                <a:gd name="connsiteX303" fmla="*/ 2272652 w 4011346"/>
                <a:gd name="connsiteY303" fmla="*/ 323711 h 1898882"/>
                <a:gd name="connsiteX304" fmla="*/ 2245954 w 4011346"/>
                <a:gd name="connsiteY304" fmla="*/ 283664 h 1898882"/>
                <a:gd name="connsiteX305" fmla="*/ 2209244 w 4011346"/>
                <a:gd name="connsiteY305" fmla="*/ 280327 h 1898882"/>
                <a:gd name="connsiteX306" fmla="*/ 2159186 w 4011346"/>
                <a:gd name="connsiteY306" fmla="*/ 270315 h 1898882"/>
                <a:gd name="connsiteX307" fmla="*/ 2132488 w 4011346"/>
                <a:gd name="connsiteY307" fmla="*/ 287001 h 1898882"/>
                <a:gd name="connsiteX308" fmla="*/ 2115802 w 4011346"/>
                <a:gd name="connsiteY308" fmla="*/ 300350 h 1898882"/>
                <a:gd name="connsiteX309" fmla="*/ 2115802 w 4011346"/>
                <a:gd name="connsiteY309" fmla="*/ 270315 h 1898882"/>
                <a:gd name="connsiteX310" fmla="*/ 2082430 w 4011346"/>
                <a:gd name="connsiteY310" fmla="*/ 266978 h 1898882"/>
                <a:gd name="connsiteX311" fmla="*/ 2045720 w 4011346"/>
                <a:gd name="connsiteY311" fmla="*/ 240280 h 1898882"/>
                <a:gd name="connsiteX312" fmla="*/ 2025697 w 4011346"/>
                <a:gd name="connsiteY312" fmla="*/ 270315 h 1898882"/>
                <a:gd name="connsiteX313" fmla="*/ 2055732 w 4011346"/>
                <a:gd name="connsiteY313" fmla="*/ 266978 h 1898882"/>
                <a:gd name="connsiteX314" fmla="*/ 2045720 w 4011346"/>
                <a:gd name="connsiteY314" fmla="*/ 293676 h 1898882"/>
                <a:gd name="connsiteX315" fmla="*/ 1988987 w 4011346"/>
                <a:gd name="connsiteY315" fmla="*/ 313699 h 1898882"/>
                <a:gd name="connsiteX316" fmla="*/ 1935592 w 4011346"/>
                <a:gd name="connsiteY316" fmla="*/ 323711 h 1898882"/>
                <a:gd name="connsiteX317" fmla="*/ 1995662 w 4011346"/>
                <a:gd name="connsiteY317" fmla="*/ 266978 h 1898882"/>
                <a:gd name="connsiteX318" fmla="*/ 2055732 w 4011346"/>
                <a:gd name="connsiteY318" fmla="*/ 196896 h 1898882"/>
                <a:gd name="connsiteX319" fmla="*/ 2055732 w 4011346"/>
                <a:gd name="connsiteY319" fmla="*/ 196896 h 1898882"/>
                <a:gd name="connsiteX320" fmla="*/ 1868847 w 4011346"/>
                <a:gd name="connsiteY320" fmla="*/ 40048 h 1898882"/>
                <a:gd name="connsiteX321" fmla="*/ 1838813 w 4011346"/>
                <a:gd name="connsiteY321" fmla="*/ 13349 h 1898882"/>
                <a:gd name="connsiteX322" fmla="*/ 1782079 w 4011346"/>
                <a:gd name="connsiteY322" fmla="*/ 0 h 1898882"/>
                <a:gd name="connsiteX323" fmla="*/ 1768731 w 4011346"/>
                <a:gd name="connsiteY323" fmla="*/ 46722 h 1898882"/>
                <a:gd name="connsiteX324" fmla="*/ 1705322 w 4011346"/>
                <a:gd name="connsiteY324" fmla="*/ 70082 h 1898882"/>
                <a:gd name="connsiteX325" fmla="*/ 1685300 w 4011346"/>
                <a:gd name="connsiteY325" fmla="*/ 43384 h 1898882"/>
                <a:gd name="connsiteX326" fmla="*/ 1615218 w 4011346"/>
                <a:gd name="connsiteY326" fmla="*/ 46722 h 1898882"/>
                <a:gd name="connsiteX327" fmla="*/ 1638579 w 4011346"/>
                <a:gd name="connsiteY327" fmla="*/ 76757 h 1898882"/>
                <a:gd name="connsiteX328" fmla="*/ 1528449 w 4011346"/>
                <a:gd name="connsiteY328" fmla="*/ 103453 h 1898882"/>
                <a:gd name="connsiteX329" fmla="*/ 1465043 w 4011346"/>
                <a:gd name="connsiteY329" fmla="*/ 186884 h 1898882"/>
                <a:gd name="connsiteX330" fmla="*/ 1448357 w 4011346"/>
                <a:gd name="connsiteY330" fmla="*/ 213582 h 1898882"/>
                <a:gd name="connsiteX331" fmla="*/ 1481729 w 4011346"/>
                <a:gd name="connsiteY331" fmla="*/ 246955 h 1898882"/>
                <a:gd name="connsiteX332" fmla="*/ 1481729 w 4011346"/>
                <a:gd name="connsiteY332" fmla="*/ 276990 h 1898882"/>
                <a:gd name="connsiteX333" fmla="*/ 1458368 w 4011346"/>
                <a:gd name="connsiteY333" fmla="*/ 280327 h 1898882"/>
                <a:gd name="connsiteX334" fmla="*/ 1458368 w 4011346"/>
                <a:gd name="connsiteY334" fmla="*/ 260303 h 1898882"/>
                <a:gd name="connsiteX335" fmla="*/ 1418322 w 4011346"/>
                <a:gd name="connsiteY335" fmla="*/ 270315 h 1898882"/>
                <a:gd name="connsiteX336" fmla="*/ 1368263 w 4011346"/>
                <a:gd name="connsiteY336" fmla="*/ 276990 h 1898882"/>
                <a:gd name="connsiteX337" fmla="*/ 1321542 w 4011346"/>
                <a:gd name="connsiteY337" fmla="*/ 283664 h 1898882"/>
                <a:gd name="connsiteX338" fmla="*/ 1318205 w 4011346"/>
                <a:gd name="connsiteY338" fmla="*/ 370432 h 1898882"/>
                <a:gd name="connsiteX339" fmla="*/ 1358252 w 4011346"/>
                <a:gd name="connsiteY339" fmla="*/ 393793 h 1898882"/>
                <a:gd name="connsiteX340" fmla="*/ 1374938 w 4011346"/>
                <a:gd name="connsiteY340" fmla="*/ 423828 h 1898882"/>
                <a:gd name="connsiteX341" fmla="*/ 1384949 w 4011346"/>
                <a:gd name="connsiteY341" fmla="*/ 447188 h 1898882"/>
                <a:gd name="connsiteX342" fmla="*/ 1394961 w 4011346"/>
                <a:gd name="connsiteY342" fmla="*/ 497247 h 1898882"/>
                <a:gd name="connsiteX343" fmla="*/ 1384949 w 4011346"/>
                <a:gd name="connsiteY343" fmla="*/ 527282 h 1898882"/>
                <a:gd name="connsiteX344" fmla="*/ 1358252 w 4011346"/>
                <a:gd name="connsiteY344" fmla="*/ 493909 h 1898882"/>
                <a:gd name="connsiteX345" fmla="*/ 1361589 w 4011346"/>
                <a:gd name="connsiteY345" fmla="*/ 463874 h 1898882"/>
                <a:gd name="connsiteX346" fmla="*/ 1351577 w 4011346"/>
                <a:gd name="connsiteY346" fmla="*/ 423828 h 1898882"/>
                <a:gd name="connsiteX347" fmla="*/ 1328217 w 4011346"/>
                <a:gd name="connsiteY347" fmla="*/ 430502 h 1898882"/>
                <a:gd name="connsiteX348" fmla="*/ 1281495 w 4011346"/>
                <a:gd name="connsiteY348" fmla="*/ 393793 h 1898882"/>
                <a:gd name="connsiteX349" fmla="*/ 1241449 w 4011346"/>
                <a:gd name="connsiteY349" fmla="*/ 390455 h 1898882"/>
                <a:gd name="connsiteX350" fmla="*/ 1241449 w 4011346"/>
                <a:gd name="connsiteY350" fmla="*/ 437176 h 1898882"/>
                <a:gd name="connsiteX351" fmla="*/ 1201402 w 4011346"/>
                <a:gd name="connsiteY351" fmla="*/ 417153 h 1898882"/>
                <a:gd name="connsiteX352" fmla="*/ 1228100 w 4011346"/>
                <a:gd name="connsiteY352" fmla="*/ 467211 h 1898882"/>
                <a:gd name="connsiteX353" fmla="*/ 1258135 w 4011346"/>
                <a:gd name="connsiteY353" fmla="*/ 477223 h 1898882"/>
                <a:gd name="connsiteX354" fmla="*/ 1258135 w 4011346"/>
                <a:gd name="connsiteY354" fmla="*/ 497247 h 1898882"/>
                <a:gd name="connsiteX355" fmla="*/ 1198065 w 4011346"/>
                <a:gd name="connsiteY355" fmla="*/ 473886 h 1898882"/>
                <a:gd name="connsiteX356" fmla="*/ 1181379 w 4011346"/>
                <a:gd name="connsiteY356" fmla="*/ 473886 h 1898882"/>
                <a:gd name="connsiteX357" fmla="*/ 1178041 w 4011346"/>
                <a:gd name="connsiteY357" fmla="*/ 430502 h 1898882"/>
                <a:gd name="connsiteX358" fmla="*/ 1171367 w 4011346"/>
                <a:gd name="connsiteY358" fmla="*/ 343734 h 1898882"/>
                <a:gd name="connsiteX359" fmla="*/ 1161355 w 4011346"/>
                <a:gd name="connsiteY359" fmla="*/ 413816 h 1898882"/>
                <a:gd name="connsiteX360" fmla="*/ 1137995 w 4011346"/>
                <a:gd name="connsiteY360" fmla="*/ 443851 h 1898882"/>
                <a:gd name="connsiteX361" fmla="*/ 1158018 w 4011346"/>
                <a:gd name="connsiteY361" fmla="*/ 490572 h 1898882"/>
                <a:gd name="connsiteX362" fmla="*/ 1158018 w 4011346"/>
                <a:gd name="connsiteY362" fmla="*/ 523944 h 1898882"/>
                <a:gd name="connsiteX363" fmla="*/ 1141332 w 4011346"/>
                <a:gd name="connsiteY363" fmla="*/ 574003 h 1898882"/>
                <a:gd name="connsiteX364" fmla="*/ 1154681 w 4011346"/>
                <a:gd name="connsiteY364" fmla="*/ 607375 h 1898882"/>
                <a:gd name="connsiteX365" fmla="*/ 1184716 w 4011346"/>
                <a:gd name="connsiteY365" fmla="*/ 614049 h 1898882"/>
                <a:gd name="connsiteX366" fmla="*/ 1221425 w 4011346"/>
                <a:gd name="connsiteY366" fmla="*/ 620724 h 1898882"/>
                <a:gd name="connsiteX367" fmla="*/ 1241449 w 4011346"/>
                <a:gd name="connsiteY367" fmla="*/ 644084 h 1898882"/>
                <a:gd name="connsiteX368" fmla="*/ 1258135 w 4011346"/>
                <a:gd name="connsiteY368" fmla="*/ 687468 h 1898882"/>
                <a:gd name="connsiteX369" fmla="*/ 1258135 w 4011346"/>
                <a:gd name="connsiteY369" fmla="*/ 687468 h 1898882"/>
                <a:gd name="connsiteX370" fmla="*/ 1254798 w 4011346"/>
                <a:gd name="connsiteY370" fmla="*/ 720841 h 1898882"/>
                <a:gd name="connsiteX371" fmla="*/ 1274821 w 4011346"/>
                <a:gd name="connsiteY371" fmla="*/ 740864 h 1898882"/>
                <a:gd name="connsiteX372" fmla="*/ 1244786 w 4011346"/>
                <a:gd name="connsiteY372" fmla="*/ 747539 h 1898882"/>
                <a:gd name="connsiteX373" fmla="*/ 1224763 w 4011346"/>
                <a:gd name="connsiteY373" fmla="*/ 707492 h 1898882"/>
                <a:gd name="connsiteX374" fmla="*/ 1224763 w 4011346"/>
                <a:gd name="connsiteY374" fmla="*/ 667445 h 1898882"/>
                <a:gd name="connsiteX375" fmla="*/ 1194727 w 4011346"/>
                <a:gd name="connsiteY375" fmla="*/ 630736 h 1898882"/>
                <a:gd name="connsiteX376" fmla="*/ 1164692 w 4011346"/>
                <a:gd name="connsiteY376" fmla="*/ 674120 h 1898882"/>
                <a:gd name="connsiteX377" fmla="*/ 1178041 w 4011346"/>
                <a:gd name="connsiteY377" fmla="*/ 717503 h 1898882"/>
                <a:gd name="connsiteX378" fmla="*/ 1137995 w 4011346"/>
                <a:gd name="connsiteY378" fmla="*/ 774236 h 1898882"/>
                <a:gd name="connsiteX379" fmla="*/ 1097948 w 4011346"/>
                <a:gd name="connsiteY379" fmla="*/ 830969 h 1898882"/>
                <a:gd name="connsiteX380" fmla="*/ 1007843 w 4011346"/>
                <a:gd name="connsiteY380" fmla="*/ 794260 h 1898882"/>
                <a:gd name="connsiteX381" fmla="*/ 1074587 w 4011346"/>
                <a:gd name="connsiteY381" fmla="*/ 790922 h 1898882"/>
                <a:gd name="connsiteX382" fmla="*/ 1107960 w 4011346"/>
                <a:gd name="connsiteY382" fmla="*/ 727515 h 1898882"/>
                <a:gd name="connsiteX383" fmla="*/ 1121309 w 4011346"/>
                <a:gd name="connsiteY383" fmla="*/ 684131 h 1898882"/>
                <a:gd name="connsiteX384" fmla="*/ 1127983 w 4011346"/>
                <a:gd name="connsiteY384" fmla="*/ 650759 h 1898882"/>
                <a:gd name="connsiteX385" fmla="*/ 1117971 w 4011346"/>
                <a:gd name="connsiteY385" fmla="*/ 634073 h 1898882"/>
                <a:gd name="connsiteX386" fmla="*/ 1114634 w 4011346"/>
                <a:gd name="connsiteY386" fmla="*/ 584014 h 1898882"/>
                <a:gd name="connsiteX387" fmla="*/ 1104622 w 4011346"/>
                <a:gd name="connsiteY387" fmla="*/ 503921 h 1898882"/>
                <a:gd name="connsiteX388" fmla="*/ 1101285 w 4011346"/>
                <a:gd name="connsiteY388" fmla="*/ 443851 h 1898882"/>
                <a:gd name="connsiteX389" fmla="*/ 1124646 w 4011346"/>
                <a:gd name="connsiteY389" fmla="*/ 350409 h 1898882"/>
                <a:gd name="connsiteX390" fmla="*/ 1031203 w 4011346"/>
                <a:gd name="connsiteY390" fmla="*/ 340397 h 1898882"/>
                <a:gd name="connsiteX391" fmla="*/ 1014517 w 4011346"/>
                <a:gd name="connsiteY391" fmla="*/ 397130 h 1898882"/>
                <a:gd name="connsiteX392" fmla="*/ 1024529 w 4011346"/>
                <a:gd name="connsiteY392" fmla="*/ 443851 h 1898882"/>
                <a:gd name="connsiteX393" fmla="*/ 981145 w 4011346"/>
                <a:gd name="connsiteY393" fmla="*/ 497247 h 1898882"/>
                <a:gd name="connsiteX394" fmla="*/ 991157 w 4011346"/>
                <a:gd name="connsiteY394" fmla="*/ 533956 h 1898882"/>
                <a:gd name="connsiteX395" fmla="*/ 981145 w 4011346"/>
                <a:gd name="connsiteY395" fmla="*/ 580677 h 1898882"/>
                <a:gd name="connsiteX396" fmla="*/ 1001168 w 4011346"/>
                <a:gd name="connsiteY396" fmla="*/ 604038 h 1898882"/>
                <a:gd name="connsiteX397" fmla="*/ 1017854 w 4011346"/>
                <a:gd name="connsiteY397" fmla="*/ 650759 h 1898882"/>
                <a:gd name="connsiteX398" fmla="*/ 1047890 w 4011346"/>
                <a:gd name="connsiteY398" fmla="*/ 637410 h 1898882"/>
                <a:gd name="connsiteX399" fmla="*/ 1014517 w 4011346"/>
                <a:gd name="connsiteY399" fmla="*/ 690806 h 1898882"/>
                <a:gd name="connsiteX400" fmla="*/ 957784 w 4011346"/>
                <a:gd name="connsiteY400" fmla="*/ 637410 h 1898882"/>
                <a:gd name="connsiteX401" fmla="*/ 884365 w 4011346"/>
                <a:gd name="connsiteY401" fmla="*/ 600701 h 1898882"/>
                <a:gd name="connsiteX402" fmla="*/ 824295 w 4011346"/>
                <a:gd name="connsiteY402" fmla="*/ 577340 h 1898882"/>
                <a:gd name="connsiteX403" fmla="*/ 810946 w 4011346"/>
                <a:gd name="connsiteY403" fmla="*/ 614049 h 1898882"/>
                <a:gd name="connsiteX404" fmla="*/ 827633 w 4011346"/>
                <a:gd name="connsiteY404" fmla="*/ 650759 h 1898882"/>
                <a:gd name="connsiteX405" fmla="*/ 814284 w 4011346"/>
                <a:gd name="connsiteY405" fmla="*/ 674120 h 1898882"/>
                <a:gd name="connsiteX406" fmla="*/ 800935 w 4011346"/>
                <a:gd name="connsiteY406" fmla="*/ 690806 h 1898882"/>
                <a:gd name="connsiteX407" fmla="*/ 770900 w 4011346"/>
                <a:gd name="connsiteY407" fmla="*/ 634073 h 1898882"/>
                <a:gd name="connsiteX408" fmla="*/ 744202 w 4011346"/>
                <a:gd name="connsiteY408" fmla="*/ 670782 h 1898882"/>
                <a:gd name="connsiteX409" fmla="*/ 707492 w 4011346"/>
                <a:gd name="connsiteY409" fmla="*/ 664108 h 1898882"/>
                <a:gd name="connsiteX410" fmla="*/ 654097 w 4011346"/>
                <a:gd name="connsiteY410" fmla="*/ 700817 h 1898882"/>
                <a:gd name="connsiteX411" fmla="*/ 644085 w 4011346"/>
                <a:gd name="connsiteY411" fmla="*/ 677457 h 1898882"/>
                <a:gd name="connsiteX412" fmla="*/ 654097 w 4011346"/>
                <a:gd name="connsiteY412" fmla="*/ 640747 h 1898882"/>
                <a:gd name="connsiteX413" fmla="*/ 614050 w 4011346"/>
                <a:gd name="connsiteY413" fmla="*/ 677457 h 1898882"/>
                <a:gd name="connsiteX414" fmla="*/ 594027 w 4011346"/>
                <a:gd name="connsiteY414" fmla="*/ 677457 h 1898882"/>
                <a:gd name="connsiteX415" fmla="*/ 533957 w 4011346"/>
                <a:gd name="connsiteY415" fmla="*/ 710829 h 1898882"/>
                <a:gd name="connsiteX416" fmla="*/ 510596 w 4011346"/>
                <a:gd name="connsiteY416" fmla="*/ 734190 h 1898882"/>
                <a:gd name="connsiteX417" fmla="*/ 500584 w 4011346"/>
                <a:gd name="connsiteY417" fmla="*/ 780911 h 1898882"/>
                <a:gd name="connsiteX418" fmla="*/ 450526 w 4011346"/>
                <a:gd name="connsiteY418" fmla="*/ 767562 h 1898882"/>
                <a:gd name="connsiteX419" fmla="*/ 433840 w 4011346"/>
                <a:gd name="connsiteY419" fmla="*/ 730852 h 1898882"/>
                <a:gd name="connsiteX420" fmla="*/ 467212 w 4011346"/>
                <a:gd name="connsiteY420" fmla="*/ 700817 h 1898882"/>
                <a:gd name="connsiteX421" fmla="*/ 453863 w 4011346"/>
                <a:gd name="connsiteY421" fmla="*/ 677457 h 1898882"/>
                <a:gd name="connsiteX422" fmla="*/ 390456 w 4011346"/>
                <a:gd name="connsiteY422" fmla="*/ 647422 h 1898882"/>
                <a:gd name="connsiteX423" fmla="*/ 417154 w 4011346"/>
                <a:gd name="connsiteY423" fmla="*/ 697480 h 1898882"/>
                <a:gd name="connsiteX424" fmla="*/ 407142 w 4011346"/>
                <a:gd name="connsiteY424" fmla="*/ 740864 h 1898882"/>
                <a:gd name="connsiteX425" fmla="*/ 413817 w 4011346"/>
                <a:gd name="connsiteY425" fmla="*/ 777574 h 1898882"/>
                <a:gd name="connsiteX426" fmla="*/ 427165 w 4011346"/>
                <a:gd name="connsiteY426" fmla="*/ 800934 h 1898882"/>
                <a:gd name="connsiteX427" fmla="*/ 413817 w 4011346"/>
                <a:gd name="connsiteY427" fmla="*/ 830969 h 1898882"/>
                <a:gd name="connsiteX428" fmla="*/ 390456 w 4011346"/>
                <a:gd name="connsiteY428" fmla="*/ 807609 h 1898882"/>
                <a:gd name="connsiteX429" fmla="*/ 360421 w 4011346"/>
                <a:gd name="connsiteY429" fmla="*/ 804271 h 1898882"/>
                <a:gd name="connsiteX430" fmla="*/ 333723 w 4011346"/>
                <a:gd name="connsiteY430" fmla="*/ 844318 h 1898882"/>
                <a:gd name="connsiteX431" fmla="*/ 307025 w 4011346"/>
                <a:gd name="connsiteY431" fmla="*/ 864341 h 1898882"/>
                <a:gd name="connsiteX432" fmla="*/ 320374 w 4011346"/>
                <a:gd name="connsiteY432" fmla="*/ 891039 h 1898882"/>
                <a:gd name="connsiteX433" fmla="*/ 303688 w 4011346"/>
                <a:gd name="connsiteY433" fmla="*/ 914400 h 1898882"/>
                <a:gd name="connsiteX434" fmla="*/ 233606 w 4011346"/>
                <a:gd name="connsiteY434" fmla="*/ 877690 h 1898882"/>
                <a:gd name="connsiteX435" fmla="*/ 243618 w 4011346"/>
                <a:gd name="connsiteY435" fmla="*/ 927749 h 1898882"/>
                <a:gd name="connsiteX436" fmla="*/ 263641 w 4011346"/>
                <a:gd name="connsiteY436" fmla="*/ 947772 h 1898882"/>
                <a:gd name="connsiteX437" fmla="*/ 250292 w 4011346"/>
                <a:gd name="connsiteY437" fmla="*/ 961121 h 1898882"/>
                <a:gd name="connsiteX438" fmla="*/ 193560 w 4011346"/>
                <a:gd name="connsiteY438" fmla="*/ 924411 h 1898882"/>
                <a:gd name="connsiteX439" fmla="*/ 170199 w 4011346"/>
                <a:gd name="connsiteY439" fmla="*/ 884365 h 1898882"/>
                <a:gd name="connsiteX440" fmla="*/ 170199 w 4011346"/>
                <a:gd name="connsiteY440" fmla="*/ 837644 h 1898882"/>
                <a:gd name="connsiteX441" fmla="*/ 133490 w 4011346"/>
                <a:gd name="connsiteY441" fmla="*/ 760887 h 1898882"/>
                <a:gd name="connsiteX442" fmla="*/ 196897 w 4011346"/>
                <a:gd name="connsiteY442" fmla="*/ 790922 h 1898882"/>
                <a:gd name="connsiteX443" fmla="*/ 256967 w 4011346"/>
                <a:gd name="connsiteY443" fmla="*/ 820957 h 1898882"/>
                <a:gd name="connsiteX444" fmla="*/ 293676 w 4011346"/>
                <a:gd name="connsiteY444" fmla="*/ 824295 h 1898882"/>
                <a:gd name="connsiteX445" fmla="*/ 327049 w 4011346"/>
                <a:gd name="connsiteY445" fmla="*/ 794260 h 1898882"/>
                <a:gd name="connsiteX446" fmla="*/ 343735 w 4011346"/>
                <a:gd name="connsiteY446" fmla="*/ 757550 h 1898882"/>
                <a:gd name="connsiteX447" fmla="*/ 333723 w 4011346"/>
                <a:gd name="connsiteY447" fmla="*/ 707492 h 1898882"/>
                <a:gd name="connsiteX448" fmla="*/ 290339 w 4011346"/>
                <a:gd name="connsiteY448" fmla="*/ 687468 h 1898882"/>
                <a:gd name="connsiteX449" fmla="*/ 236944 w 4011346"/>
                <a:gd name="connsiteY449" fmla="*/ 640747 h 1898882"/>
                <a:gd name="connsiteX450" fmla="*/ 133490 w 4011346"/>
                <a:gd name="connsiteY450" fmla="*/ 584014 h 1898882"/>
                <a:gd name="connsiteX0" fmla="*/ 133490 w 4011346"/>
                <a:gd name="connsiteY0" fmla="*/ 664106 h 1978974"/>
                <a:gd name="connsiteX1" fmla="*/ 46722 w 4011346"/>
                <a:gd name="connsiteY1" fmla="*/ 694141 h 1978974"/>
                <a:gd name="connsiteX2" fmla="*/ 33373 w 4011346"/>
                <a:gd name="connsiteY2" fmla="*/ 724176 h 1978974"/>
                <a:gd name="connsiteX3" fmla="*/ 43384 w 4011346"/>
                <a:gd name="connsiteY3" fmla="*/ 754212 h 1978974"/>
                <a:gd name="connsiteX4" fmla="*/ 60071 w 4011346"/>
                <a:gd name="connsiteY4" fmla="*/ 780909 h 1978974"/>
                <a:gd name="connsiteX5" fmla="*/ 73419 w 4011346"/>
                <a:gd name="connsiteY5" fmla="*/ 810944 h 1978974"/>
                <a:gd name="connsiteX6" fmla="*/ 56733 w 4011346"/>
                <a:gd name="connsiteY6" fmla="*/ 834305 h 1978974"/>
                <a:gd name="connsiteX7" fmla="*/ 76757 w 4011346"/>
                <a:gd name="connsiteY7" fmla="*/ 914398 h 1978974"/>
                <a:gd name="connsiteX8" fmla="*/ 66745 w 4011346"/>
                <a:gd name="connsiteY8" fmla="*/ 931085 h 1978974"/>
                <a:gd name="connsiteX9" fmla="*/ 70082 w 4011346"/>
                <a:gd name="connsiteY9" fmla="*/ 957782 h 1978974"/>
                <a:gd name="connsiteX10" fmla="*/ 70082 w 4011346"/>
                <a:gd name="connsiteY10" fmla="*/ 997829 h 1978974"/>
                <a:gd name="connsiteX11" fmla="*/ 80094 w 4011346"/>
                <a:gd name="connsiteY11" fmla="*/ 1017852 h 1978974"/>
                <a:gd name="connsiteX12" fmla="*/ 76757 w 4011346"/>
                <a:gd name="connsiteY12" fmla="*/ 1041213 h 1978974"/>
                <a:gd name="connsiteX13" fmla="*/ 106792 w 4011346"/>
                <a:gd name="connsiteY13" fmla="*/ 1074585 h 1978974"/>
                <a:gd name="connsiteX14" fmla="*/ 106792 w 4011346"/>
                <a:gd name="connsiteY14" fmla="*/ 1104620 h 1978974"/>
                <a:gd name="connsiteX15" fmla="*/ 13349 w 4011346"/>
                <a:gd name="connsiteY15" fmla="*/ 1194725 h 1978974"/>
                <a:gd name="connsiteX16" fmla="*/ 33373 w 4011346"/>
                <a:gd name="connsiteY16" fmla="*/ 1228098 h 1978974"/>
                <a:gd name="connsiteX17" fmla="*/ 33373 w 4011346"/>
                <a:gd name="connsiteY17" fmla="*/ 1228098 h 1978974"/>
                <a:gd name="connsiteX18" fmla="*/ 16687 w 4011346"/>
                <a:gd name="connsiteY18" fmla="*/ 1258133 h 1978974"/>
                <a:gd name="connsiteX19" fmla="*/ 3338 w 4011346"/>
                <a:gd name="connsiteY19" fmla="*/ 1288168 h 1978974"/>
                <a:gd name="connsiteX20" fmla="*/ 0 w 4011346"/>
                <a:gd name="connsiteY20" fmla="*/ 1348238 h 1978974"/>
                <a:gd name="connsiteX21" fmla="*/ 16687 w 4011346"/>
                <a:gd name="connsiteY21" fmla="*/ 1391622 h 1978974"/>
                <a:gd name="connsiteX22" fmla="*/ 20024 w 4011346"/>
                <a:gd name="connsiteY22" fmla="*/ 1424994 h 1978974"/>
                <a:gd name="connsiteX23" fmla="*/ 56733 w 4011346"/>
                <a:gd name="connsiteY23" fmla="*/ 1435006 h 1978974"/>
                <a:gd name="connsiteX24" fmla="*/ 116803 w 4011346"/>
                <a:gd name="connsiteY24" fmla="*/ 1521774 h 1978974"/>
                <a:gd name="connsiteX25" fmla="*/ 96780 w 4011346"/>
                <a:gd name="connsiteY25" fmla="*/ 1545134 h 1978974"/>
                <a:gd name="connsiteX26" fmla="*/ 93443 w 4011346"/>
                <a:gd name="connsiteY26" fmla="*/ 1575169 h 1978974"/>
                <a:gd name="connsiteX27" fmla="*/ 120141 w 4011346"/>
                <a:gd name="connsiteY27" fmla="*/ 1578506 h 1978974"/>
                <a:gd name="connsiteX28" fmla="*/ 160187 w 4011346"/>
                <a:gd name="connsiteY28" fmla="*/ 1591855 h 1978974"/>
                <a:gd name="connsiteX29" fmla="*/ 186885 w 4011346"/>
                <a:gd name="connsiteY29" fmla="*/ 1605204 h 1978974"/>
                <a:gd name="connsiteX30" fmla="*/ 213583 w 4011346"/>
                <a:gd name="connsiteY30" fmla="*/ 1635239 h 1978974"/>
                <a:gd name="connsiteX31" fmla="*/ 243618 w 4011346"/>
                <a:gd name="connsiteY31" fmla="*/ 1638576 h 1978974"/>
                <a:gd name="connsiteX32" fmla="*/ 287002 w 4011346"/>
                <a:gd name="connsiteY32" fmla="*/ 1668612 h 1978974"/>
                <a:gd name="connsiteX33" fmla="*/ 310363 w 4011346"/>
                <a:gd name="connsiteY33" fmla="*/ 1678623 h 1978974"/>
                <a:gd name="connsiteX34" fmla="*/ 310363 w 4011346"/>
                <a:gd name="connsiteY34" fmla="*/ 1715333 h 1978974"/>
                <a:gd name="connsiteX35" fmla="*/ 270316 w 4011346"/>
                <a:gd name="connsiteY35" fmla="*/ 1755379 h 1978974"/>
                <a:gd name="connsiteX36" fmla="*/ 280327 w 4011346"/>
                <a:gd name="connsiteY36" fmla="*/ 1778740 h 1978974"/>
                <a:gd name="connsiteX37" fmla="*/ 273653 w 4011346"/>
                <a:gd name="connsiteY37" fmla="*/ 1798763 h 1978974"/>
                <a:gd name="connsiteX38" fmla="*/ 266979 w 4011346"/>
                <a:gd name="connsiteY38" fmla="*/ 1815449 h 1978974"/>
                <a:gd name="connsiteX39" fmla="*/ 240281 w 4011346"/>
                <a:gd name="connsiteY39" fmla="*/ 1855496 h 1978974"/>
                <a:gd name="connsiteX40" fmla="*/ 307025 w 4011346"/>
                <a:gd name="connsiteY40" fmla="*/ 1892206 h 1978974"/>
                <a:gd name="connsiteX41" fmla="*/ 337060 w 4011346"/>
                <a:gd name="connsiteY41" fmla="*/ 1898880 h 1978974"/>
                <a:gd name="connsiteX42" fmla="*/ 360421 w 4011346"/>
                <a:gd name="connsiteY42" fmla="*/ 1905555 h 1978974"/>
                <a:gd name="connsiteX43" fmla="*/ 380444 w 4011346"/>
                <a:gd name="connsiteY43" fmla="*/ 1912229 h 1978974"/>
                <a:gd name="connsiteX44" fmla="*/ 407142 w 4011346"/>
                <a:gd name="connsiteY44" fmla="*/ 1932252 h 1978974"/>
                <a:gd name="connsiteX45" fmla="*/ 437177 w 4011346"/>
                <a:gd name="connsiteY45" fmla="*/ 1928915 h 1978974"/>
                <a:gd name="connsiteX46" fmla="*/ 507259 w 4011346"/>
                <a:gd name="connsiteY46" fmla="*/ 1978974 h 1978974"/>
                <a:gd name="connsiteX47" fmla="*/ 517271 w 4011346"/>
                <a:gd name="connsiteY47" fmla="*/ 1965625 h 1978974"/>
                <a:gd name="connsiteX48" fmla="*/ 507259 w 4011346"/>
                <a:gd name="connsiteY48" fmla="*/ 1925578 h 1978974"/>
                <a:gd name="connsiteX49" fmla="*/ 500584 w 4011346"/>
                <a:gd name="connsiteY49" fmla="*/ 1892206 h 1978974"/>
                <a:gd name="connsiteX50" fmla="*/ 483898 w 4011346"/>
                <a:gd name="connsiteY50" fmla="*/ 1848822 h 1978974"/>
                <a:gd name="connsiteX51" fmla="*/ 513933 w 4011346"/>
                <a:gd name="connsiteY51" fmla="*/ 1828798 h 1978974"/>
                <a:gd name="connsiteX52" fmla="*/ 547306 w 4011346"/>
                <a:gd name="connsiteY52" fmla="*/ 1805438 h 1978974"/>
                <a:gd name="connsiteX53" fmla="*/ 527282 w 4011346"/>
                <a:gd name="connsiteY53" fmla="*/ 1788752 h 1978974"/>
                <a:gd name="connsiteX54" fmla="*/ 517271 w 4011346"/>
                <a:gd name="connsiteY54" fmla="*/ 1755379 h 1978974"/>
                <a:gd name="connsiteX55" fmla="*/ 480561 w 4011346"/>
                <a:gd name="connsiteY55" fmla="*/ 1738693 h 1978974"/>
                <a:gd name="connsiteX56" fmla="*/ 470549 w 4011346"/>
                <a:gd name="connsiteY56" fmla="*/ 1718670 h 1978974"/>
                <a:gd name="connsiteX57" fmla="*/ 480561 w 4011346"/>
                <a:gd name="connsiteY57" fmla="*/ 1688635 h 1978974"/>
                <a:gd name="connsiteX58" fmla="*/ 490573 w 4011346"/>
                <a:gd name="connsiteY58" fmla="*/ 1648588 h 1978974"/>
                <a:gd name="connsiteX59" fmla="*/ 513933 w 4011346"/>
                <a:gd name="connsiteY59" fmla="*/ 1668612 h 1978974"/>
                <a:gd name="connsiteX60" fmla="*/ 520608 w 4011346"/>
                <a:gd name="connsiteY60" fmla="*/ 1651925 h 1978974"/>
                <a:gd name="connsiteX61" fmla="*/ 543968 w 4011346"/>
                <a:gd name="connsiteY61" fmla="*/ 1615216 h 1978974"/>
                <a:gd name="connsiteX62" fmla="*/ 574003 w 4011346"/>
                <a:gd name="connsiteY62" fmla="*/ 1598530 h 1978974"/>
                <a:gd name="connsiteX63" fmla="*/ 590690 w 4011346"/>
                <a:gd name="connsiteY63" fmla="*/ 1611879 h 1978974"/>
                <a:gd name="connsiteX64" fmla="*/ 610713 w 4011346"/>
                <a:gd name="connsiteY64" fmla="*/ 1585181 h 1978974"/>
                <a:gd name="connsiteX65" fmla="*/ 630736 w 4011346"/>
                <a:gd name="connsiteY65" fmla="*/ 1611879 h 1978974"/>
                <a:gd name="connsiteX66" fmla="*/ 657434 w 4011346"/>
                <a:gd name="connsiteY66" fmla="*/ 1635239 h 1978974"/>
                <a:gd name="connsiteX67" fmla="*/ 674120 w 4011346"/>
                <a:gd name="connsiteY67" fmla="*/ 1641914 h 1978974"/>
                <a:gd name="connsiteX68" fmla="*/ 697481 w 4011346"/>
                <a:gd name="connsiteY68" fmla="*/ 1641914 h 1978974"/>
                <a:gd name="connsiteX69" fmla="*/ 717504 w 4011346"/>
                <a:gd name="connsiteY69" fmla="*/ 1628565 h 1978974"/>
                <a:gd name="connsiteX70" fmla="*/ 744202 w 4011346"/>
                <a:gd name="connsiteY70" fmla="*/ 1628565 h 1978974"/>
                <a:gd name="connsiteX71" fmla="*/ 760888 w 4011346"/>
                <a:gd name="connsiteY71" fmla="*/ 1625228 h 1978974"/>
                <a:gd name="connsiteX72" fmla="*/ 790923 w 4011346"/>
                <a:gd name="connsiteY72" fmla="*/ 1658600 h 1978974"/>
                <a:gd name="connsiteX73" fmla="*/ 797598 w 4011346"/>
                <a:gd name="connsiteY73" fmla="*/ 1631902 h 1978974"/>
                <a:gd name="connsiteX74" fmla="*/ 817621 w 4011346"/>
                <a:gd name="connsiteY74" fmla="*/ 1648588 h 1978974"/>
                <a:gd name="connsiteX75" fmla="*/ 837644 w 4011346"/>
                <a:gd name="connsiteY75" fmla="*/ 1625228 h 1978974"/>
                <a:gd name="connsiteX76" fmla="*/ 827633 w 4011346"/>
                <a:gd name="connsiteY76" fmla="*/ 1605204 h 1978974"/>
                <a:gd name="connsiteX77" fmla="*/ 810946 w 4011346"/>
                <a:gd name="connsiteY77" fmla="*/ 1591855 h 1978974"/>
                <a:gd name="connsiteX78" fmla="*/ 810946 w 4011346"/>
                <a:gd name="connsiteY78" fmla="*/ 1565158 h 1978974"/>
                <a:gd name="connsiteX79" fmla="*/ 810946 w 4011346"/>
                <a:gd name="connsiteY79" fmla="*/ 1551809 h 1978974"/>
                <a:gd name="connsiteX80" fmla="*/ 830970 w 4011346"/>
                <a:gd name="connsiteY80" fmla="*/ 1548471 h 1978974"/>
                <a:gd name="connsiteX81" fmla="*/ 840981 w 4011346"/>
                <a:gd name="connsiteY81" fmla="*/ 1545134 h 1978974"/>
                <a:gd name="connsiteX82" fmla="*/ 820958 w 4011346"/>
                <a:gd name="connsiteY82" fmla="*/ 1508425 h 1978974"/>
                <a:gd name="connsiteX83" fmla="*/ 854330 w 4011346"/>
                <a:gd name="connsiteY83" fmla="*/ 1501750 h 1978974"/>
                <a:gd name="connsiteX84" fmla="*/ 891040 w 4011346"/>
                <a:gd name="connsiteY84" fmla="*/ 1508425 h 1978974"/>
                <a:gd name="connsiteX85" fmla="*/ 964459 w 4011346"/>
                <a:gd name="connsiteY85" fmla="*/ 1465041 h 1978974"/>
                <a:gd name="connsiteX86" fmla="*/ 1001168 w 4011346"/>
                <a:gd name="connsiteY86" fmla="*/ 1465041 h 1978974"/>
                <a:gd name="connsiteX87" fmla="*/ 1027866 w 4011346"/>
                <a:gd name="connsiteY87" fmla="*/ 1441680 h 1978974"/>
                <a:gd name="connsiteX88" fmla="*/ 1047890 w 4011346"/>
                <a:gd name="connsiteY88" fmla="*/ 1451692 h 1978974"/>
                <a:gd name="connsiteX89" fmla="*/ 1067913 w 4011346"/>
                <a:gd name="connsiteY89" fmla="*/ 1461703 h 1978974"/>
                <a:gd name="connsiteX90" fmla="*/ 1087936 w 4011346"/>
                <a:gd name="connsiteY90" fmla="*/ 1488401 h 1978974"/>
                <a:gd name="connsiteX91" fmla="*/ 1074587 w 4011346"/>
                <a:gd name="connsiteY91" fmla="*/ 1501750 h 1978974"/>
                <a:gd name="connsiteX92" fmla="*/ 1104622 w 4011346"/>
                <a:gd name="connsiteY92" fmla="*/ 1501750 h 1978974"/>
                <a:gd name="connsiteX93" fmla="*/ 1107960 w 4011346"/>
                <a:gd name="connsiteY93" fmla="*/ 1518436 h 1978974"/>
                <a:gd name="connsiteX94" fmla="*/ 1121309 w 4011346"/>
                <a:gd name="connsiteY94" fmla="*/ 1501750 h 1978974"/>
                <a:gd name="connsiteX95" fmla="*/ 1134657 w 4011346"/>
                <a:gd name="connsiteY95" fmla="*/ 1515099 h 1978974"/>
                <a:gd name="connsiteX96" fmla="*/ 1134657 w 4011346"/>
                <a:gd name="connsiteY96" fmla="*/ 1535122 h 1978974"/>
                <a:gd name="connsiteX97" fmla="*/ 1148006 w 4011346"/>
                <a:gd name="connsiteY97" fmla="*/ 1531785 h 1978974"/>
                <a:gd name="connsiteX98" fmla="*/ 1208076 w 4011346"/>
                <a:gd name="connsiteY98" fmla="*/ 1485064 h 1978974"/>
                <a:gd name="connsiteX99" fmla="*/ 1211414 w 4011346"/>
                <a:gd name="connsiteY99" fmla="*/ 1505087 h 1978974"/>
                <a:gd name="connsiteX100" fmla="*/ 1244786 w 4011346"/>
                <a:gd name="connsiteY100" fmla="*/ 1525111 h 1978974"/>
                <a:gd name="connsiteX101" fmla="*/ 1264809 w 4011346"/>
                <a:gd name="connsiteY101" fmla="*/ 1555146 h 1978974"/>
                <a:gd name="connsiteX102" fmla="*/ 1298181 w 4011346"/>
                <a:gd name="connsiteY102" fmla="*/ 1661937 h 1978974"/>
                <a:gd name="connsiteX103" fmla="*/ 1308193 w 4011346"/>
                <a:gd name="connsiteY103" fmla="*/ 1618553 h 1978974"/>
                <a:gd name="connsiteX104" fmla="*/ 1344903 w 4011346"/>
                <a:gd name="connsiteY104" fmla="*/ 1638576 h 1978974"/>
                <a:gd name="connsiteX105" fmla="*/ 1388287 w 4011346"/>
                <a:gd name="connsiteY105" fmla="*/ 1638576 h 1978974"/>
                <a:gd name="connsiteX106" fmla="*/ 1394961 w 4011346"/>
                <a:gd name="connsiteY106" fmla="*/ 1661937 h 1978974"/>
                <a:gd name="connsiteX107" fmla="*/ 1435008 w 4011346"/>
                <a:gd name="connsiteY107" fmla="*/ 1685298 h 1978974"/>
                <a:gd name="connsiteX108" fmla="*/ 1465043 w 4011346"/>
                <a:gd name="connsiteY108" fmla="*/ 1685298 h 1978974"/>
                <a:gd name="connsiteX109" fmla="*/ 1491741 w 4011346"/>
                <a:gd name="connsiteY109" fmla="*/ 1698647 h 1978974"/>
                <a:gd name="connsiteX110" fmla="*/ 1535125 w 4011346"/>
                <a:gd name="connsiteY110" fmla="*/ 1655263 h 1978974"/>
                <a:gd name="connsiteX111" fmla="*/ 1571834 w 4011346"/>
                <a:gd name="connsiteY111" fmla="*/ 1635239 h 1978974"/>
                <a:gd name="connsiteX112" fmla="*/ 1608544 w 4011346"/>
                <a:gd name="connsiteY112" fmla="*/ 1638576 h 1978974"/>
                <a:gd name="connsiteX113" fmla="*/ 1655265 w 4011346"/>
                <a:gd name="connsiteY113" fmla="*/ 1651925 h 1978974"/>
                <a:gd name="connsiteX114" fmla="*/ 1681963 w 4011346"/>
                <a:gd name="connsiteY114" fmla="*/ 1668612 h 1978974"/>
                <a:gd name="connsiteX115" fmla="*/ 1735358 w 4011346"/>
                <a:gd name="connsiteY115" fmla="*/ 1661937 h 1978974"/>
                <a:gd name="connsiteX116" fmla="*/ 1745370 w 4011346"/>
                <a:gd name="connsiteY116" fmla="*/ 1641914 h 1978974"/>
                <a:gd name="connsiteX117" fmla="*/ 1738695 w 4011346"/>
                <a:gd name="connsiteY117" fmla="*/ 1621890 h 1978974"/>
                <a:gd name="connsiteX118" fmla="*/ 1765393 w 4011346"/>
                <a:gd name="connsiteY118" fmla="*/ 1595193 h 1978974"/>
                <a:gd name="connsiteX119" fmla="*/ 1778742 w 4011346"/>
                <a:gd name="connsiteY119" fmla="*/ 1591855 h 1978974"/>
                <a:gd name="connsiteX120" fmla="*/ 1812114 w 4011346"/>
                <a:gd name="connsiteY120" fmla="*/ 1608541 h 1978974"/>
                <a:gd name="connsiteX121" fmla="*/ 1852161 w 4011346"/>
                <a:gd name="connsiteY121" fmla="*/ 1621890 h 1978974"/>
                <a:gd name="connsiteX122" fmla="*/ 1858836 w 4011346"/>
                <a:gd name="connsiteY122" fmla="*/ 1648588 h 1978974"/>
                <a:gd name="connsiteX123" fmla="*/ 1872184 w 4011346"/>
                <a:gd name="connsiteY123" fmla="*/ 1655263 h 1978974"/>
                <a:gd name="connsiteX124" fmla="*/ 1902219 w 4011346"/>
                <a:gd name="connsiteY124" fmla="*/ 1658600 h 1978974"/>
                <a:gd name="connsiteX125" fmla="*/ 1932254 w 4011346"/>
                <a:gd name="connsiteY125" fmla="*/ 1641914 h 1978974"/>
                <a:gd name="connsiteX126" fmla="*/ 1962290 w 4011346"/>
                <a:gd name="connsiteY126" fmla="*/ 1655263 h 1978974"/>
                <a:gd name="connsiteX127" fmla="*/ 1985650 w 4011346"/>
                <a:gd name="connsiteY127" fmla="*/ 1668612 h 1978974"/>
                <a:gd name="connsiteX128" fmla="*/ 1995662 w 4011346"/>
                <a:gd name="connsiteY128" fmla="*/ 1678623 h 1978974"/>
                <a:gd name="connsiteX129" fmla="*/ 2032371 w 4011346"/>
                <a:gd name="connsiteY129" fmla="*/ 1698647 h 1978974"/>
                <a:gd name="connsiteX130" fmla="*/ 2069081 w 4011346"/>
                <a:gd name="connsiteY130" fmla="*/ 1695309 h 1978974"/>
                <a:gd name="connsiteX131" fmla="*/ 2142500 w 4011346"/>
                <a:gd name="connsiteY131" fmla="*/ 1651925 h 1978974"/>
                <a:gd name="connsiteX132" fmla="*/ 2195895 w 4011346"/>
                <a:gd name="connsiteY132" fmla="*/ 1665274 h 1978974"/>
                <a:gd name="connsiteX133" fmla="*/ 2225930 w 4011346"/>
                <a:gd name="connsiteY133" fmla="*/ 1675286 h 1978974"/>
                <a:gd name="connsiteX134" fmla="*/ 2259303 w 4011346"/>
                <a:gd name="connsiteY134" fmla="*/ 1661937 h 1978974"/>
                <a:gd name="connsiteX135" fmla="*/ 2262640 w 4011346"/>
                <a:gd name="connsiteY135" fmla="*/ 1635239 h 1978974"/>
                <a:gd name="connsiteX136" fmla="*/ 2282663 w 4011346"/>
                <a:gd name="connsiteY136" fmla="*/ 1605204 h 1978974"/>
                <a:gd name="connsiteX137" fmla="*/ 2299349 w 4011346"/>
                <a:gd name="connsiteY137" fmla="*/ 1551809 h 1978974"/>
                <a:gd name="connsiteX138" fmla="*/ 2282663 w 4011346"/>
                <a:gd name="connsiteY138" fmla="*/ 1555146 h 1978974"/>
                <a:gd name="connsiteX139" fmla="*/ 2312698 w 4011346"/>
                <a:gd name="connsiteY139" fmla="*/ 1528448 h 1978974"/>
                <a:gd name="connsiteX140" fmla="*/ 2339396 w 4011346"/>
                <a:gd name="connsiteY140" fmla="*/ 1525111 h 1978974"/>
                <a:gd name="connsiteX141" fmla="*/ 2396129 w 4011346"/>
                <a:gd name="connsiteY141" fmla="*/ 1535122 h 1978974"/>
                <a:gd name="connsiteX142" fmla="*/ 2436176 w 4011346"/>
                <a:gd name="connsiteY142" fmla="*/ 1561820 h 1978974"/>
                <a:gd name="connsiteX143" fmla="*/ 2462873 w 4011346"/>
                <a:gd name="connsiteY143" fmla="*/ 1591855 h 1978974"/>
                <a:gd name="connsiteX144" fmla="*/ 2469548 w 4011346"/>
                <a:gd name="connsiteY144" fmla="*/ 1628565 h 1978974"/>
                <a:gd name="connsiteX145" fmla="*/ 2476222 w 4011346"/>
                <a:gd name="connsiteY145" fmla="*/ 1668612 h 1978974"/>
                <a:gd name="connsiteX146" fmla="*/ 2486234 w 4011346"/>
                <a:gd name="connsiteY146" fmla="*/ 1688635 h 1978974"/>
                <a:gd name="connsiteX147" fmla="*/ 2529618 w 4011346"/>
                <a:gd name="connsiteY147" fmla="*/ 1701984 h 1978974"/>
                <a:gd name="connsiteX148" fmla="*/ 2549641 w 4011346"/>
                <a:gd name="connsiteY148" fmla="*/ 1722007 h 1978974"/>
                <a:gd name="connsiteX149" fmla="*/ 2562990 w 4011346"/>
                <a:gd name="connsiteY149" fmla="*/ 1755379 h 1978974"/>
                <a:gd name="connsiteX150" fmla="*/ 2586351 w 4011346"/>
                <a:gd name="connsiteY150" fmla="*/ 1748705 h 1978974"/>
                <a:gd name="connsiteX151" fmla="*/ 2606374 w 4011346"/>
                <a:gd name="connsiteY151" fmla="*/ 1738693 h 1978974"/>
                <a:gd name="connsiteX152" fmla="*/ 2639746 w 4011346"/>
                <a:gd name="connsiteY152" fmla="*/ 1722007 h 1978974"/>
                <a:gd name="connsiteX153" fmla="*/ 2643084 w 4011346"/>
                <a:gd name="connsiteY153" fmla="*/ 1738693 h 1978974"/>
                <a:gd name="connsiteX154" fmla="*/ 2626398 w 4011346"/>
                <a:gd name="connsiteY154" fmla="*/ 1768728 h 1978974"/>
                <a:gd name="connsiteX155" fmla="*/ 2616386 w 4011346"/>
                <a:gd name="connsiteY155" fmla="*/ 1805438 h 1978974"/>
                <a:gd name="connsiteX156" fmla="*/ 2603037 w 4011346"/>
                <a:gd name="connsiteY156" fmla="*/ 1858833 h 1978974"/>
                <a:gd name="connsiteX157" fmla="*/ 2579676 w 4011346"/>
                <a:gd name="connsiteY157" fmla="*/ 1832136 h 1978974"/>
                <a:gd name="connsiteX158" fmla="*/ 2552979 w 4011346"/>
                <a:gd name="connsiteY158" fmla="*/ 1855496 h 1978974"/>
                <a:gd name="connsiteX159" fmla="*/ 2559653 w 4011346"/>
                <a:gd name="connsiteY159" fmla="*/ 1882194 h 1978974"/>
                <a:gd name="connsiteX160" fmla="*/ 2559653 w 4011346"/>
                <a:gd name="connsiteY160" fmla="*/ 1918903 h 1978974"/>
                <a:gd name="connsiteX161" fmla="*/ 2549641 w 4011346"/>
                <a:gd name="connsiteY161" fmla="*/ 1938927 h 1978974"/>
                <a:gd name="connsiteX162" fmla="*/ 2589688 w 4011346"/>
                <a:gd name="connsiteY162" fmla="*/ 1918903 h 1978974"/>
                <a:gd name="connsiteX163" fmla="*/ 2626398 w 4011346"/>
                <a:gd name="connsiteY163" fmla="*/ 1928915 h 1978974"/>
                <a:gd name="connsiteX164" fmla="*/ 2653095 w 4011346"/>
                <a:gd name="connsiteY164" fmla="*/ 1905555 h 1978974"/>
                <a:gd name="connsiteX165" fmla="*/ 2683130 w 4011346"/>
                <a:gd name="connsiteY165" fmla="*/ 1852159 h 1978974"/>
                <a:gd name="connsiteX166" fmla="*/ 2753212 w 4011346"/>
                <a:gd name="connsiteY166" fmla="*/ 1765391 h 1978974"/>
                <a:gd name="connsiteX167" fmla="*/ 2783247 w 4011346"/>
                <a:gd name="connsiteY167" fmla="*/ 1695309 h 1978974"/>
                <a:gd name="connsiteX168" fmla="*/ 2803271 w 4011346"/>
                <a:gd name="connsiteY168" fmla="*/ 1591855 h 1978974"/>
                <a:gd name="connsiteX169" fmla="*/ 2793259 w 4011346"/>
                <a:gd name="connsiteY169" fmla="*/ 1541797 h 1978974"/>
                <a:gd name="connsiteX170" fmla="*/ 2769898 w 4011346"/>
                <a:gd name="connsiteY170" fmla="*/ 1508425 h 1978974"/>
                <a:gd name="connsiteX171" fmla="*/ 2726514 w 4011346"/>
                <a:gd name="connsiteY171" fmla="*/ 1508425 h 1978974"/>
                <a:gd name="connsiteX172" fmla="*/ 2699817 w 4011346"/>
                <a:gd name="connsiteY172" fmla="*/ 1508425 h 1978974"/>
                <a:gd name="connsiteX173" fmla="*/ 2683130 w 4011346"/>
                <a:gd name="connsiteY173" fmla="*/ 1488401 h 1978974"/>
                <a:gd name="connsiteX174" fmla="*/ 2669781 w 4011346"/>
                <a:gd name="connsiteY174" fmla="*/ 1468378 h 1978974"/>
                <a:gd name="connsiteX175" fmla="*/ 2763224 w 4011346"/>
                <a:gd name="connsiteY175" fmla="*/ 1351575 h 1978974"/>
                <a:gd name="connsiteX176" fmla="*/ 2846654 w 4011346"/>
                <a:gd name="connsiteY176" fmla="*/ 1284831 h 1978974"/>
                <a:gd name="connsiteX177" fmla="*/ 2890038 w 4011346"/>
                <a:gd name="connsiteY177" fmla="*/ 1261470 h 1978974"/>
                <a:gd name="connsiteX178" fmla="*/ 2933422 w 4011346"/>
                <a:gd name="connsiteY178" fmla="*/ 1281493 h 1978974"/>
                <a:gd name="connsiteX179" fmla="*/ 2950109 w 4011346"/>
                <a:gd name="connsiteY179" fmla="*/ 1264807 h 1978974"/>
                <a:gd name="connsiteX180" fmla="*/ 2993492 w 4011346"/>
                <a:gd name="connsiteY180" fmla="*/ 1281493 h 1978974"/>
                <a:gd name="connsiteX181" fmla="*/ 3006841 w 4011346"/>
                <a:gd name="connsiteY181" fmla="*/ 1248121 h 1978974"/>
                <a:gd name="connsiteX182" fmla="*/ 3053563 w 4011346"/>
                <a:gd name="connsiteY182" fmla="*/ 1258133 h 1978974"/>
                <a:gd name="connsiteX183" fmla="*/ 3070249 w 4011346"/>
                <a:gd name="connsiteY183" fmla="*/ 1274819 h 1978974"/>
                <a:gd name="connsiteX184" fmla="*/ 3060237 w 4011346"/>
                <a:gd name="connsiteY184" fmla="*/ 1294842 h 1978974"/>
                <a:gd name="connsiteX185" fmla="*/ 3123644 w 4011346"/>
                <a:gd name="connsiteY185" fmla="*/ 1278156 h 1978974"/>
                <a:gd name="connsiteX186" fmla="*/ 3140330 w 4011346"/>
                <a:gd name="connsiteY186" fmla="*/ 1264807 h 1978974"/>
                <a:gd name="connsiteX187" fmla="*/ 3123644 w 4011346"/>
                <a:gd name="connsiteY187" fmla="*/ 1251458 h 1978974"/>
                <a:gd name="connsiteX188" fmla="*/ 3143668 w 4011346"/>
                <a:gd name="connsiteY188" fmla="*/ 1211412 h 1978974"/>
                <a:gd name="connsiteX189" fmla="*/ 3190389 w 4011346"/>
                <a:gd name="connsiteY189" fmla="*/ 1141330 h 1978974"/>
                <a:gd name="connsiteX190" fmla="*/ 3233773 w 4011346"/>
                <a:gd name="connsiteY190" fmla="*/ 1137993 h 1978974"/>
                <a:gd name="connsiteX191" fmla="*/ 3273819 w 4011346"/>
                <a:gd name="connsiteY191" fmla="*/ 1148004 h 1978974"/>
                <a:gd name="connsiteX192" fmla="*/ 3277157 w 4011346"/>
                <a:gd name="connsiteY192" fmla="*/ 1204737 h 1978974"/>
                <a:gd name="connsiteX193" fmla="*/ 3320541 w 4011346"/>
                <a:gd name="connsiteY193" fmla="*/ 1161353 h 1978974"/>
                <a:gd name="connsiteX194" fmla="*/ 3343901 w 4011346"/>
                <a:gd name="connsiteY194" fmla="*/ 1144667 h 1978974"/>
                <a:gd name="connsiteX195" fmla="*/ 3350576 w 4011346"/>
                <a:gd name="connsiteY195" fmla="*/ 1111295 h 1978974"/>
                <a:gd name="connsiteX196" fmla="*/ 3377273 w 4011346"/>
                <a:gd name="connsiteY196" fmla="*/ 1094609 h 1978974"/>
                <a:gd name="connsiteX197" fmla="*/ 3407309 w 4011346"/>
                <a:gd name="connsiteY197" fmla="*/ 1104620 h 1978974"/>
                <a:gd name="connsiteX198" fmla="*/ 3373936 w 4011346"/>
                <a:gd name="connsiteY198" fmla="*/ 1134655 h 1978974"/>
                <a:gd name="connsiteX199" fmla="*/ 3360587 w 4011346"/>
                <a:gd name="connsiteY199" fmla="*/ 1184714 h 1978974"/>
                <a:gd name="connsiteX200" fmla="*/ 3323878 w 4011346"/>
                <a:gd name="connsiteY200" fmla="*/ 1224760 h 1978974"/>
                <a:gd name="connsiteX201" fmla="*/ 3210412 w 4011346"/>
                <a:gd name="connsiteY201" fmla="*/ 1321540 h 1978974"/>
                <a:gd name="connsiteX202" fmla="*/ 3163691 w 4011346"/>
                <a:gd name="connsiteY202" fmla="*/ 1391622 h 1978974"/>
                <a:gd name="connsiteX203" fmla="*/ 3160354 w 4011346"/>
                <a:gd name="connsiteY203" fmla="*/ 1465041 h 1978974"/>
                <a:gd name="connsiteX204" fmla="*/ 3170365 w 4011346"/>
                <a:gd name="connsiteY204" fmla="*/ 1555146 h 1978974"/>
                <a:gd name="connsiteX205" fmla="*/ 3190389 w 4011346"/>
                <a:gd name="connsiteY205" fmla="*/ 1618553 h 1978974"/>
                <a:gd name="connsiteX206" fmla="*/ 3217087 w 4011346"/>
                <a:gd name="connsiteY206" fmla="*/ 1608541 h 1978974"/>
                <a:gd name="connsiteX207" fmla="*/ 3240447 w 4011346"/>
                <a:gd name="connsiteY207" fmla="*/ 1541797 h 1978974"/>
                <a:gd name="connsiteX208" fmla="*/ 3270482 w 4011346"/>
                <a:gd name="connsiteY208" fmla="*/ 1538460 h 1978974"/>
                <a:gd name="connsiteX209" fmla="*/ 3287168 w 4011346"/>
                <a:gd name="connsiteY209" fmla="*/ 1478390 h 1978974"/>
                <a:gd name="connsiteX210" fmla="*/ 3313866 w 4011346"/>
                <a:gd name="connsiteY210" fmla="*/ 1468378 h 1978974"/>
                <a:gd name="connsiteX211" fmla="*/ 3313866 w 4011346"/>
                <a:gd name="connsiteY211" fmla="*/ 1438343 h 1978974"/>
                <a:gd name="connsiteX212" fmla="*/ 3337227 w 4011346"/>
                <a:gd name="connsiteY212" fmla="*/ 1401633 h 1978974"/>
                <a:gd name="connsiteX213" fmla="*/ 3330552 w 4011346"/>
                <a:gd name="connsiteY213" fmla="*/ 1358249 h 1978974"/>
                <a:gd name="connsiteX214" fmla="*/ 3333890 w 4011346"/>
                <a:gd name="connsiteY214" fmla="*/ 1328214 h 1978974"/>
                <a:gd name="connsiteX215" fmla="*/ 3323878 w 4011346"/>
                <a:gd name="connsiteY215" fmla="*/ 1318203 h 1978974"/>
                <a:gd name="connsiteX216" fmla="*/ 3363925 w 4011346"/>
                <a:gd name="connsiteY216" fmla="*/ 1231435 h 1978974"/>
                <a:gd name="connsiteX217" fmla="*/ 3383948 w 4011346"/>
                <a:gd name="connsiteY217" fmla="*/ 1241447 h 1978974"/>
                <a:gd name="connsiteX218" fmla="*/ 3410646 w 4011346"/>
                <a:gd name="connsiteY218" fmla="*/ 1214749 h 1978974"/>
                <a:gd name="connsiteX219" fmla="*/ 3420657 w 4011346"/>
                <a:gd name="connsiteY219" fmla="*/ 1241447 h 1978974"/>
                <a:gd name="connsiteX220" fmla="*/ 3447355 w 4011346"/>
                <a:gd name="connsiteY220" fmla="*/ 1224760 h 1978974"/>
                <a:gd name="connsiteX221" fmla="*/ 3477390 w 4011346"/>
                <a:gd name="connsiteY221" fmla="*/ 1214749 h 1978974"/>
                <a:gd name="connsiteX222" fmla="*/ 3514100 w 4011346"/>
                <a:gd name="connsiteY222" fmla="*/ 1241447 h 1978974"/>
                <a:gd name="connsiteX223" fmla="*/ 3574170 w 4011346"/>
                <a:gd name="connsiteY223" fmla="*/ 1174702 h 1978974"/>
                <a:gd name="connsiteX224" fmla="*/ 3637577 w 4011346"/>
                <a:gd name="connsiteY224" fmla="*/ 1127981 h 1978974"/>
                <a:gd name="connsiteX225" fmla="*/ 3690973 w 4011346"/>
                <a:gd name="connsiteY225" fmla="*/ 1091271 h 1978974"/>
                <a:gd name="connsiteX226" fmla="*/ 3741031 w 4011346"/>
                <a:gd name="connsiteY226" fmla="*/ 1117969 h 1978974"/>
                <a:gd name="connsiteX227" fmla="*/ 3751043 w 4011346"/>
                <a:gd name="connsiteY227" fmla="*/ 1091271 h 1978974"/>
                <a:gd name="connsiteX228" fmla="*/ 3727682 w 4011346"/>
                <a:gd name="connsiteY228" fmla="*/ 1024527 h 1978974"/>
                <a:gd name="connsiteX229" fmla="*/ 3700984 w 4011346"/>
                <a:gd name="connsiteY229" fmla="*/ 1007841 h 1978974"/>
                <a:gd name="connsiteX230" fmla="*/ 3697647 w 4011346"/>
                <a:gd name="connsiteY230" fmla="*/ 977806 h 1978974"/>
                <a:gd name="connsiteX231" fmla="*/ 3751043 w 4011346"/>
                <a:gd name="connsiteY231" fmla="*/ 984480 h 1978974"/>
                <a:gd name="connsiteX232" fmla="*/ 3774403 w 4011346"/>
                <a:gd name="connsiteY232" fmla="*/ 941096 h 1978974"/>
                <a:gd name="connsiteX233" fmla="*/ 3767729 w 4011346"/>
                <a:gd name="connsiteY233" fmla="*/ 914398 h 1978974"/>
                <a:gd name="connsiteX234" fmla="*/ 3794427 w 4011346"/>
                <a:gd name="connsiteY234" fmla="*/ 881026 h 1978974"/>
                <a:gd name="connsiteX235" fmla="*/ 3804438 w 4011346"/>
                <a:gd name="connsiteY235" fmla="*/ 924410 h 1978974"/>
                <a:gd name="connsiteX236" fmla="*/ 3827799 w 4011346"/>
                <a:gd name="connsiteY236" fmla="*/ 941096 h 1978974"/>
                <a:gd name="connsiteX237" fmla="*/ 3874520 w 4011346"/>
                <a:gd name="connsiteY237" fmla="*/ 961120 h 1978974"/>
                <a:gd name="connsiteX238" fmla="*/ 3894544 w 4011346"/>
                <a:gd name="connsiteY238" fmla="*/ 987817 h 1978974"/>
                <a:gd name="connsiteX239" fmla="*/ 3941265 w 4011346"/>
                <a:gd name="connsiteY239" fmla="*/ 1011178 h 1978974"/>
                <a:gd name="connsiteX240" fmla="*/ 3947939 w 4011346"/>
                <a:gd name="connsiteY240" fmla="*/ 997829 h 1978974"/>
                <a:gd name="connsiteX241" fmla="*/ 3957951 w 4011346"/>
                <a:gd name="connsiteY241" fmla="*/ 934422 h 1978974"/>
                <a:gd name="connsiteX242" fmla="*/ 4004672 w 4011346"/>
                <a:gd name="connsiteY242" fmla="*/ 927747 h 1978974"/>
                <a:gd name="connsiteX243" fmla="*/ 4011346 w 4011346"/>
                <a:gd name="connsiteY243" fmla="*/ 894375 h 1978974"/>
                <a:gd name="connsiteX244" fmla="*/ 3967963 w 4011346"/>
                <a:gd name="connsiteY244" fmla="*/ 857666 h 1978974"/>
                <a:gd name="connsiteX245" fmla="*/ 3921241 w 4011346"/>
                <a:gd name="connsiteY245" fmla="*/ 840979 h 1978974"/>
                <a:gd name="connsiteX246" fmla="*/ 3907892 w 4011346"/>
                <a:gd name="connsiteY246" fmla="*/ 844317 h 1978974"/>
                <a:gd name="connsiteX247" fmla="*/ 3907892 w 4011346"/>
                <a:gd name="connsiteY247" fmla="*/ 877689 h 1978974"/>
                <a:gd name="connsiteX248" fmla="*/ 3887869 w 4011346"/>
                <a:gd name="connsiteY248" fmla="*/ 871014 h 1978974"/>
                <a:gd name="connsiteX249" fmla="*/ 3874520 w 4011346"/>
                <a:gd name="connsiteY249" fmla="*/ 817619 h 1978974"/>
                <a:gd name="connsiteX250" fmla="*/ 3817787 w 4011346"/>
                <a:gd name="connsiteY250" fmla="*/ 754212 h 1978974"/>
                <a:gd name="connsiteX251" fmla="*/ 3717671 w 4011346"/>
                <a:gd name="connsiteY251" fmla="*/ 677455 h 1978974"/>
                <a:gd name="connsiteX252" fmla="*/ 3664275 w 4011346"/>
                <a:gd name="connsiteY252" fmla="*/ 657432 h 1978974"/>
                <a:gd name="connsiteX253" fmla="*/ 3584181 w 4011346"/>
                <a:gd name="connsiteY253" fmla="*/ 650758 h 1978974"/>
                <a:gd name="connsiteX254" fmla="*/ 3520774 w 4011346"/>
                <a:gd name="connsiteY254" fmla="*/ 634071 h 1978974"/>
                <a:gd name="connsiteX255" fmla="*/ 3530786 w 4011346"/>
                <a:gd name="connsiteY255" fmla="*/ 674118 h 1978974"/>
                <a:gd name="connsiteX256" fmla="*/ 3537460 w 4011346"/>
                <a:gd name="connsiteY256" fmla="*/ 700816 h 1978974"/>
                <a:gd name="connsiteX257" fmla="*/ 3507425 w 4011346"/>
                <a:gd name="connsiteY257" fmla="*/ 724176 h 1978974"/>
                <a:gd name="connsiteX258" fmla="*/ 3477390 w 4011346"/>
                <a:gd name="connsiteY258" fmla="*/ 697479 h 1978974"/>
                <a:gd name="connsiteX259" fmla="*/ 3477390 w 4011346"/>
                <a:gd name="connsiteY259" fmla="*/ 677455 h 1978974"/>
                <a:gd name="connsiteX260" fmla="*/ 3504088 w 4011346"/>
                <a:gd name="connsiteY260" fmla="*/ 657432 h 1978974"/>
                <a:gd name="connsiteX261" fmla="*/ 3467379 w 4011346"/>
                <a:gd name="connsiteY261" fmla="*/ 644083 h 1978974"/>
                <a:gd name="connsiteX262" fmla="*/ 3450692 w 4011346"/>
                <a:gd name="connsiteY262" fmla="*/ 670781 h 1978974"/>
                <a:gd name="connsiteX263" fmla="*/ 3440681 w 4011346"/>
                <a:gd name="connsiteY263" fmla="*/ 684130 h 1978974"/>
                <a:gd name="connsiteX264" fmla="*/ 3357250 w 4011346"/>
                <a:gd name="connsiteY264" fmla="*/ 670781 h 1978974"/>
                <a:gd name="connsiteX265" fmla="*/ 3297180 w 4011346"/>
                <a:gd name="connsiteY265" fmla="*/ 677455 h 1978974"/>
                <a:gd name="connsiteX266" fmla="*/ 3267145 w 4011346"/>
                <a:gd name="connsiteY266" fmla="*/ 654095 h 1978974"/>
                <a:gd name="connsiteX267" fmla="*/ 3267145 w 4011346"/>
                <a:gd name="connsiteY267" fmla="*/ 617385 h 1978974"/>
                <a:gd name="connsiteX268" fmla="*/ 3203738 w 4011346"/>
                <a:gd name="connsiteY268" fmla="*/ 560652 h 1978974"/>
                <a:gd name="connsiteX269" fmla="*/ 3076923 w 4011346"/>
                <a:gd name="connsiteY269" fmla="*/ 567327 h 1978974"/>
                <a:gd name="connsiteX270" fmla="*/ 3043551 w 4011346"/>
                <a:gd name="connsiteY270" fmla="*/ 543966 h 1978974"/>
                <a:gd name="connsiteX271" fmla="*/ 3000167 w 4011346"/>
                <a:gd name="connsiteY271" fmla="*/ 497245 h 1978974"/>
                <a:gd name="connsiteX272" fmla="*/ 3013516 w 4011346"/>
                <a:gd name="connsiteY272" fmla="*/ 490571 h 1978974"/>
                <a:gd name="connsiteX273" fmla="*/ 3000167 w 4011346"/>
                <a:gd name="connsiteY273" fmla="*/ 470547 h 1978974"/>
                <a:gd name="connsiteX274" fmla="*/ 2970132 w 4011346"/>
                <a:gd name="connsiteY274" fmla="*/ 467210 h 1978974"/>
                <a:gd name="connsiteX275" fmla="*/ 2920073 w 4011346"/>
                <a:gd name="connsiteY275" fmla="*/ 513931 h 1978974"/>
                <a:gd name="connsiteX276" fmla="*/ 2920073 w 4011346"/>
                <a:gd name="connsiteY276" fmla="*/ 513931 h 1978974"/>
                <a:gd name="connsiteX277" fmla="*/ 2916736 w 4011346"/>
                <a:gd name="connsiteY277" fmla="*/ 463873 h 1978974"/>
                <a:gd name="connsiteX278" fmla="*/ 2936760 w 4011346"/>
                <a:gd name="connsiteY278" fmla="*/ 460536 h 1978974"/>
                <a:gd name="connsiteX279" fmla="*/ 2866678 w 4011346"/>
                <a:gd name="connsiteY279" fmla="*/ 430501 h 1978974"/>
                <a:gd name="connsiteX280" fmla="*/ 2813282 w 4011346"/>
                <a:gd name="connsiteY280" fmla="*/ 427163 h 1978974"/>
                <a:gd name="connsiteX281" fmla="*/ 2793259 w 4011346"/>
                <a:gd name="connsiteY281" fmla="*/ 450524 h 1978974"/>
                <a:gd name="connsiteX282" fmla="*/ 2743200 w 4011346"/>
                <a:gd name="connsiteY282" fmla="*/ 460536 h 1978974"/>
                <a:gd name="connsiteX283" fmla="*/ 2786584 w 4011346"/>
                <a:gd name="connsiteY283" fmla="*/ 470547 h 1978974"/>
                <a:gd name="connsiteX284" fmla="*/ 2763224 w 4011346"/>
                <a:gd name="connsiteY284" fmla="*/ 490571 h 1978974"/>
                <a:gd name="connsiteX285" fmla="*/ 2769898 w 4011346"/>
                <a:gd name="connsiteY285" fmla="*/ 540629 h 1978974"/>
                <a:gd name="connsiteX286" fmla="*/ 2749875 w 4011346"/>
                <a:gd name="connsiteY286" fmla="*/ 523943 h 1978974"/>
                <a:gd name="connsiteX287" fmla="*/ 2733189 w 4011346"/>
                <a:gd name="connsiteY287" fmla="*/ 537292 h 1978974"/>
                <a:gd name="connsiteX288" fmla="*/ 2666444 w 4011346"/>
                <a:gd name="connsiteY288" fmla="*/ 527280 h 1978974"/>
                <a:gd name="connsiteX289" fmla="*/ 2636409 w 4011346"/>
                <a:gd name="connsiteY289" fmla="*/ 537292 h 1978974"/>
                <a:gd name="connsiteX290" fmla="*/ 2603037 w 4011346"/>
                <a:gd name="connsiteY290" fmla="*/ 497245 h 1978974"/>
                <a:gd name="connsiteX291" fmla="*/ 2569665 w 4011346"/>
                <a:gd name="connsiteY291" fmla="*/ 580676 h 1978974"/>
                <a:gd name="connsiteX292" fmla="*/ 2552979 w 4011346"/>
                <a:gd name="connsiteY292" fmla="*/ 600699 h 1978974"/>
                <a:gd name="connsiteX293" fmla="*/ 2469548 w 4011346"/>
                <a:gd name="connsiteY293" fmla="*/ 463873 h 1978974"/>
                <a:gd name="connsiteX294" fmla="*/ 2446187 w 4011346"/>
                <a:gd name="connsiteY294" fmla="*/ 480559 h 1978974"/>
                <a:gd name="connsiteX295" fmla="*/ 2442850 w 4011346"/>
                <a:gd name="connsiteY295" fmla="*/ 447187 h 1978974"/>
                <a:gd name="connsiteX296" fmla="*/ 2449525 w 4011346"/>
                <a:gd name="connsiteY296" fmla="*/ 377105 h 1978974"/>
                <a:gd name="connsiteX297" fmla="*/ 2386117 w 4011346"/>
                <a:gd name="connsiteY297" fmla="*/ 350407 h 1978974"/>
                <a:gd name="connsiteX298" fmla="*/ 2369431 w 4011346"/>
                <a:gd name="connsiteY298" fmla="*/ 390454 h 1978974"/>
                <a:gd name="connsiteX299" fmla="*/ 2379443 w 4011346"/>
                <a:gd name="connsiteY299" fmla="*/ 413814 h 1978974"/>
                <a:gd name="connsiteX300" fmla="*/ 2376106 w 4011346"/>
                <a:gd name="connsiteY300" fmla="*/ 433838 h 1978974"/>
                <a:gd name="connsiteX301" fmla="*/ 2352745 w 4011346"/>
                <a:gd name="connsiteY301" fmla="*/ 410477 h 1978974"/>
                <a:gd name="connsiteX302" fmla="*/ 2316036 w 4011346"/>
                <a:gd name="connsiteY302" fmla="*/ 417152 h 1978974"/>
                <a:gd name="connsiteX303" fmla="*/ 2272652 w 4011346"/>
                <a:gd name="connsiteY303" fmla="*/ 403803 h 1978974"/>
                <a:gd name="connsiteX304" fmla="*/ 2245954 w 4011346"/>
                <a:gd name="connsiteY304" fmla="*/ 363756 h 1978974"/>
                <a:gd name="connsiteX305" fmla="*/ 2209244 w 4011346"/>
                <a:gd name="connsiteY305" fmla="*/ 360419 h 1978974"/>
                <a:gd name="connsiteX306" fmla="*/ 2159186 w 4011346"/>
                <a:gd name="connsiteY306" fmla="*/ 350407 h 1978974"/>
                <a:gd name="connsiteX307" fmla="*/ 2132488 w 4011346"/>
                <a:gd name="connsiteY307" fmla="*/ 367093 h 1978974"/>
                <a:gd name="connsiteX308" fmla="*/ 2115802 w 4011346"/>
                <a:gd name="connsiteY308" fmla="*/ 380442 h 1978974"/>
                <a:gd name="connsiteX309" fmla="*/ 2115802 w 4011346"/>
                <a:gd name="connsiteY309" fmla="*/ 350407 h 1978974"/>
                <a:gd name="connsiteX310" fmla="*/ 2082430 w 4011346"/>
                <a:gd name="connsiteY310" fmla="*/ 347070 h 1978974"/>
                <a:gd name="connsiteX311" fmla="*/ 2045720 w 4011346"/>
                <a:gd name="connsiteY311" fmla="*/ 320372 h 1978974"/>
                <a:gd name="connsiteX312" fmla="*/ 2025697 w 4011346"/>
                <a:gd name="connsiteY312" fmla="*/ 350407 h 1978974"/>
                <a:gd name="connsiteX313" fmla="*/ 2055732 w 4011346"/>
                <a:gd name="connsiteY313" fmla="*/ 347070 h 1978974"/>
                <a:gd name="connsiteX314" fmla="*/ 2045720 w 4011346"/>
                <a:gd name="connsiteY314" fmla="*/ 373768 h 1978974"/>
                <a:gd name="connsiteX315" fmla="*/ 1988987 w 4011346"/>
                <a:gd name="connsiteY315" fmla="*/ 393791 h 1978974"/>
                <a:gd name="connsiteX316" fmla="*/ 1935592 w 4011346"/>
                <a:gd name="connsiteY316" fmla="*/ 403803 h 1978974"/>
                <a:gd name="connsiteX317" fmla="*/ 1995662 w 4011346"/>
                <a:gd name="connsiteY317" fmla="*/ 347070 h 1978974"/>
                <a:gd name="connsiteX318" fmla="*/ 2055732 w 4011346"/>
                <a:gd name="connsiteY318" fmla="*/ 276988 h 1978974"/>
                <a:gd name="connsiteX319" fmla="*/ 2055732 w 4011346"/>
                <a:gd name="connsiteY319" fmla="*/ 276988 h 1978974"/>
                <a:gd name="connsiteX320" fmla="*/ 1835474 w 4011346"/>
                <a:gd name="connsiteY320" fmla="*/ 0 h 1978974"/>
                <a:gd name="connsiteX321" fmla="*/ 1838813 w 4011346"/>
                <a:gd name="connsiteY321" fmla="*/ 93441 h 1978974"/>
                <a:gd name="connsiteX322" fmla="*/ 1782079 w 4011346"/>
                <a:gd name="connsiteY322" fmla="*/ 80092 h 1978974"/>
                <a:gd name="connsiteX323" fmla="*/ 1768731 w 4011346"/>
                <a:gd name="connsiteY323" fmla="*/ 126814 h 1978974"/>
                <a:gd name="connsiteX324" fmla="*/ 1705322 w 4011346"/>
                <a:gd name="connsiteY324" fmla="*/ 150174 h 1978974"/>
                <a:gd name="connsiteX325" fmla="*/ 1685300 w 4011346"/>
                <a:gd name="connsiteY325" fmla="*/ 123476 h 1978974"/>
                <a:gd name="connsiteX326" fmla="*/ 1615218 w 4011346"/>
                <a:gd name="connsiteY326" fmla="*/ 126814 h 1978974"/>
                <a:gd name="connsiteX327" fmla="*/ 1638579 w 4011346"/>
                <a:gd name="connsiteY327" fmla="*/ 156849 h 1978974"/>
                <a:gd name="connsiteX328" fmla="*/ 1528449 w 4011346"/>
                <a:gd name="connsiteY328" fmla="*/ 183545 h 1978974"/>
                <a:gd name="connsiteX329" fmla="*/ 1465043 w 4011346"/>
                <a:gd name="connsiteY329" fmla="*/ 266976 h 1978974"/>
                <a:gd name="connsiteX330" fmla="*/ 1448357 w 4011346"/>
                <a:gd name="connsiteY330" fmla="*/ 293674 h 1978974"/>
                <a:gd name="connsiteX331" fmla="*/ 1481729 w 4011346"/>
                <a:gd name="connsiteY331" fmla="*/ 327047 h 1978974"/>
                <a:gd name="connsiteX332" fmla="*/ 1481729 w 4011346"/>
                <a:gd name="connsiteY332" fmla="*/ 357082 h 1978974"/>
                <a:gd name="connsiteX333" fmla="*/ 1458368 w 4011346"/>
                <a:gd name="connsiteY333" fmla="*/ 360419 h 1978974"/>
                <a:gd name="connsiteX334" fmla="*/ 1458368 w 4011346"/>
                <a:gd name="connsiteY334" fmla="*/ 340395 h 1978974"/>
                <a:gd name="connsiteX335" fmla="*/ 1418322 w 4011346"/>
                <a:gd name="connsiteY335" fmla="*/ 350407 h 1978974"/>
                <a:gd name="connsiteX336" fmla="*/ 1368263 w 4011346"/>
                <a:gd name="connsiteY336" fmla="*/ 357082 h 1978974"/>
                <a:gd name="connsiteX337" fmla="*/ 1321542 w 4011346"/>
                <a:gd name="connsiteY337" fmla="*/ 363756 h 1978974"/>
                <a:gd name="connsiteX338" fmla="*/ 1318205 w 4011346"/>
                <a:gd name="connsiteY338" fmla="*/ 450524 h 1978974"/>
                <a:gd name="connsiteX339" fmla="*/ 1358252 w 4011346"/>
                <a:gd name="connsiteY339" fmla="*/ 473885 h 1978974"/>
                <a:gd name="connsiteX340" fmla="*/ 1374938 w 4011346"/>
                <a:gd name="connsiteY340" fmla="*/ 503920 h 1978974"/>
                <a:gd name="connsiteX341" fmla="*/ 1384949 w 4011346"/>
                <a:gd name="connsiteY341" fmla="*/ 527280 h 1978974"/>
                <a:gd name="connsiteX342" fmla="*/ 1394961 w 4011346"/>
                <a:gd name="connsiteY342" fmla="*/ 577339 h 1978974"/>
                <a:gd name="connsiteX343" fmla="*/ 1384949 w 4011346"/>
                <a:gd name="connsiteY343" fmla="*/ 607374 h 1978974"/>
                <a:gd name="connsiteX344" fmla="*/ 1358252 w 4011346"/>
                <a:gd name="connsiteY344" fmla="*/ 574001 h 1978974"/>
                <a:gd name="connsiteX345" fmla="*/ 1361589 w 4011346"/>
                <a:gd name="connsiteY345" fmla="*/ 543966 h 1978974"/>
                <a:gd name="connsiteX346" fmla="*/ 1351577 w 4011346"/>
                <a:gd name="connsiteY346" fmla="*/ 503920 h 1978974"/>
                <a:gd name="connsiteX347" fmla="*/ 1328217 w 4011346"/>
                <a:gd name="connsiteY347" fmla="*/ 510594 h 1978974"/>
                <a:gd name="connsiteX348" fmla="*/ 1281495 w 4011346"/>
                <a:gd name="connsiteY348" fmla="*/ 473885 h 1978974"/>
                <a:gd name="connsiteX349" fmla="*/ 1241449 w 4011346"/>
                <a:gd name="connsiteY349" fmla="*/ 470547 h 1978974"/>
                <a:gd name="connsiteX350" fmla="*/ 1241449 w 4011346"/>
                <a:gd name="connsiteY350" fmla="*/ 517268 h 1978974"/>
                <a:gd name="connsiteX351" fmla="*/ 1201402 w 4011346"/>
                <a:gd name="connsiteY351" fmla="*/ 497245 h 1978974"/>
                <a:gd name="connsiteX352" fmla="*/ 1228100 w 4011346"/>
                <a:gd name="connsiteY352" fmla="*/ 547303 h 1978974"/>
                <a:gd name="connsiteX353" fmla="*/ 1258135 w 4011346"/>
                <a:gd name="connsiteY353" fmla="*/ 557315 h 1978974"/>
                <a:gd name="connsiteX354" fmla="*/ 1258135 w 4011346"/>
                <a:gd name="connsiteY354" fmla="*/ 577339 h 1978974"/>
                <a:gd name="connsiteX355" fmla="*/ 1198065 w 4011346"/>
                <a:gd name="connsiteY355" fmla="*/ 553978 h 1978974"/>
                <a:gd name="connsiteX356" fmla="*/ 1181379 w 4011346"/>
                <a:gd name="connsiteY356" fmla="*/ 553978 h 1978974"/>
                <a:gd name="connsiteX357" fmla="*/ 1178041 w 4011346"/>
                <a:gd name="connsiteY357" fmla="*/ 510594 h 1978974"/>
                <a:gd name="connsiteX358" fmla="*/ 1171367 w 4011346"/>
                <a:gd name="connsiteY358" fmla="*/ 423826 h 1978974"/>
                <a:gd name="connsiteX359" fmla="*/ 1161355 w 4011346"/>
                <a:gd name="connsiteY359" fmla="*/ 493908 h 1978974"/>
                <a:gd name="connsiteX360" fmla="*/ 1137995 w 4011346"/>
                <a:gd name="connsiteY360" fmla="*/ 523943 h 1978974"/>
                <a:gd name="connsiteX361" fmla="*/ 1158018 w 4011346"/>
                <a:gd name="connsiteY361" fmla="*/ 570664 h 1978974"/>
                <a:gd name="connsiteX362" fmla="*/ 1158018 w 4011346"/>
                <a:gd name="connsiteY362" fmla="*/ 604036 h 1978974"/>
                <a:gd name="connsiteX363" fmla="*/ 1141332 w 4011346"/>
                <a:gd name="connsiteY363" fmla="*/ 654095 h 1978974"/>
                <a:gd name="connsiteX364" fmla="*/ 1154681 w 4011346"/>
                <a:gd name="connsiteY364" fmla="*/ 687467 h 1978974"/>
                <a:gd name="connsiteX365" fmla="*/ 1184716 w 4011346"/>
                <a:gd name="connsiteY365" fmla="*/ 694141 h 1978974"/>
                <a:gd name="connsiteX366" fmla="*/ 1221425 w 4011346"/>
                <a:gd name="connsiteY366" fmla="*/ 700816 h 1978974"/>
                <a:gd name="connsiteX367" fmla="*/ 1241449 w 4011346"/>
                <a:gd name="connsiteY367" fmla="*/ 724176 h 1978974"/>
                <a:gd name="connsiteX368" fmla="*/ 1258135 w 4011346"/>
                <a:gd name="connsiteY368" fmla="*/ 767560 h 1978974"/>
                <a:gd name="connsiteX369" fmla="*/ 1258135 w 4011346"/>
                <a:gd name="connsiteY369" fmla="*/ 767560 h 1978974"/>
                <a:gd name="connsiteX370" fmla="*/ 1254798 w 4011346"/>
                <a:gd name="connsiteY370" fmla="*/ 800933 h 1978974"/>
                <a:gd name="connsiteX371" fmla="*/ 1274821 w 4011346"/>
                <a:gd name="connsiteY371" fmla="*/ 820956 h 1978974"/>
                <a:gd name="connsiteX372" fmla="*/ 1244786 w 4011346"/>
                <a:gd name="connsiteY372" fmla="*/ 827631 h 1978974"/>
                <a:gd name="connsiteX373" fmla="*/ 1224763 w 4011346"/>
                <a:gd name="connsiteY373" fmla="*/ 787584 h 1978974"/>
                <a:gd name="connsiteX374" fmla="*/ 1224763 w 4011346"/>
                <a:gd name="connsiteY374" fmla="*/ 747537 h 1978974"/>
                <a:gd name="connsiteX375" fmla="*/ 1194727 w 4011346"/>
                <a:gd name="connsiteY375" fmla="*/ 710828 h 1978974"/>
                <a:gd name="connsiteX376" fmla="*/ 1164692 w 4011346"/>
                <a:gd name="connsiteY376" fmla="*/ 754212 h 1978974"/>
                <a:gd name="connsiteX377" fmla="*/ 1178041 w 4011346"/>
                <a:gd name="connsiteY377" fmla="*/ 797595 h 1978974"/>
                <a:gd name="connsiteX378" fmla="*/ 1137995 w 4011346"/>
                <a:gd name="connsiteY378" fmla="*/ 854328 h 1978974"/>
                <a:gd name="connsiteX379" fmla="*/ 1097948 w 4011346"/>
                <a:gd name="connsiteY379" fmla="*/ 911061 h 1978974"/>
                <a:gd name="connsiteX380" fmla="*/ 1007843 w 4011346"/>
                <a:gd name="connsiteY380" fmla="*/ 874352 h 1978974"/>
                <a:gd name="connsiteX381" fmla="*/ 1074587 w 4011346"/>
                <a:gd name="connsiteY381" fmla="*/ 871014 h 1978974"/>
                <a:gd name="connsiteX382" fmla="*/ 1107960 w 4011346"/>
                <a:gd name="connsiteY382" fmla="*/ 807607 h 1978974"/>
                <a:gd name="connsiteX383" fmla="*/ 1121309 w 4011346"/>
                <a:gd name="connsiteY383" fmla="*/ 764223 h 1978974"/>
                <a:gd name="connsiteX384" fmla="*/ 1127983 w 4011346"/>
                <a:gd name="connsiteY384" fmla="*/ 730851 h 1978974"/>
                <a:gd name="connsiteX385" fmla="*/ 1117971 w 4011346"/>
                <a:gd name="connsiteY385" fmla="*/ 714165 h 1978974"/>
                <a:gd name="connsiteX386" fmla="*/ 1114634 w 4011346"/>
                <a:gd name="connsiteY386" fmla="*/ 664106 h 1978974"/>
                <a:gd name="connsiteX387" fmla="*/ 1104622 w 4011346"/>
                <a:gd name="connsiteY387" fmla="*/ 584013 h 1978974"/>
                <a:gd name="connsiteX388" fmla="*/ 1101285 w 4011346"/>
                <a:gd name="connsiteY388" fmla="*/ 523943 h 1978974"/>
                <a:gd name="connsiteX389" fmla="*/ 1124646 w 4011346"/>
                <a:gd name="connsiteY389" fmla="*/ 430501 h 1978974"/>
                <a:gd name="connsiteX390" fmla="*/ 1031203 w 4011346"/>
                <a:gd name="connsiteY390" fmla="*/ 420489 h 1978974"/>
                <a:gd name="connsiteX391" fmla="*/ 1014517 w 4011346"/>
                <a:gd name="connsiteY391" fmla="*/ 477222 h 1978974"/>
                <a:gd name="connsiteX392" fmla="*/ 1024529 w 4011346"/>
                <a:gd name="connsiteY392" fmla="*/ 523943 h 1978974"/>
                <a:gd name="connsiteX393" fmla="*/ 981145 w 4011346"/>
                <a:gd name="connsiteY393" fmla="*/ 577339 h 1978974"/>
                <a:gd name="connsiteX394" fmla="*/ 991157 w 4011346"/>
                <a:gd name="connsiteY394" fmla="*/ 614048 h 1978974"/>
                <a:gd name="connsiteX395" fmla="*/ 981145 w 4011346"/>
                <a:gd name="connsiteY395" fmla="*/ 660769 h 1978974"/>
                <a:gd name="connsiteX396" fmla="*/ 1001168 w 4011346"/>
                <a:gd name="connsiteY396" fmla="*/ 684130 h 1978974"/>
                <a:gd name="connsiteX397" fmla="*/ 1017854 w 4011346"/>
                <a:gd name="connsiteY397" fmla="*/ 730851 h 1978974"/>
                <a:gd name="connsiteX398" fmla="*/ 1047890 w 4011346"/>
                <a:gd name="connsiteY398" fmla="*/ 717502 h 1978974"/>
                <a:gd name="connsiteX399" fmla="*/ 1014517 w 4011346"/>
                <a:gd name="connsiteY399" fmla="*/ 770898 h 1978974"/>
                <a:gd name="connsiteX400" fmla="*/ 957784 w 4011346"/>
                <a:gd name="connsiteY400" fmla="*/ 717502 h 1978974"/>
                <a:gd name="connsiteX401" fmla="*/ 884365 w 4011346"/>
                <a:gd name="connsiteY401" fmla="*/ 680793 h 1978974"/>
                <a:gd name="connsiteX402" fmla="*/ 824295 w 4011346"/>
                <a:gd name="connsiteY402" fmla="*/ 657432 h 1978974"/>
                <a:gd name="connsiteX403" fmla="*/ 810946 w 4011346"/>
                <a:gd name="connsiteY403" fmla="*/ 694141 h 1978974"/>
                <a:gd name="connsiteX404" fmla="*/ 827633 w 4011346"/>
                <a:gd name="connsiteY404" fmla="*/ 730851 h 1978974"/>
                <a:gd name="connsiteX405" fmla="*/ 814284 w 4011346"/>
                <a:gd name="connsiteY405" fmla="*/ 754212 h 1978974"/>
                <a:gd name="connsiteX406" fmla="*/ 800935 w 4011346"/>
                <a:gd name="connsiteY406" fmla="*/ 770898 h 1978974"/>
                <a:gd name="connsiteX407" fmla="*/ 770900 w 4011346"/>
                <a:gd name="connsiteY407" fmla="*/ 714165 h 1978974"/>
                <a:gd name="connsiteX408" fmla="*/ 744202 w 4011346"/>
                <a:gd name="connsiteY408" fmla="*/ 750874 h 1978974"/>
                <a:gd name="connsiteX409" fmla="*/ 707492 w 4011346"/>
                <a:gd name="connsiteY409" fmla="*/ 744200 h 1978974"/>
                <a:gd name="connsiteX410" fmla="*/ 654097 w 4011346"/>
                <a:gd name="connsiteY410" fmla="*/ 780909 h 1978974"/>
                <a:gd name="connsiteX411" fmla="*/ 644085 w 4011346"/>
                <a:gd name="connsiteY411" fmla="*/ 757549 h 1978974"/>
                <a:gd name="connsiteX412" fmla="*/ 654097 w 4011346"/>
                <a:gd name="connsiteY412" fmla="*/ 720839 h 1978974"/>
                <a:gd name="connsiteX413" fmla="*/ 614050 w 4011346"/>
                <a:gd name="connsiteY413" fmla="*/ 757549 h 1978974"/>
                <a:gd name="connsiteX414" fmla="*/ 594027 w 4011346"/>
                <a:gd name="connsiteY414" fmla="*/ 757549 h 1978974"/>
                <a:gd name="connsiteX415" fmla="*/ 533957 w 4011346"/>
                <a:gd name="connsiteY415" fmla="*/ 790921 h 1978974"/>
                <a:gd name="connsiteX416" fmla="*/ 510596 w 4011346"/>
                <a:gd name="connsiteY416" fmla="*/ 814282 h 1978974"/>
                <a:gd name="connsiteX417" fmla="*/ 500584 w 4011346"/>
                <a:gd name="connsiteY417" fmla="*/ 861003 h 1978974"/>
                <a:gd name="connsiteX418" fmla="*/ 450526 w 4011346"/>
                <a:gd name="connsiteY418" fmla="*/ 847654 h 1978974"/>
                <a:gd name="connsiteX419" fmla="*/ 433840 w 4011346"/>
                <a:gd name="connsiteY419" fmla="*/ 810944 h 1978974"/>
                <a:gd name="connsiteX420" fmla="*/ 467212 w 4011346"/>
                <a:gd name="connsiteY420" fmla="*/ 780909 h 1978974"/>
                <a:gd name="connsiteX421" fmla="*/ 453863 w 4011346"/>
                <a:gd name="connsiteY421" fmla="*/ 757549 h 1978974"/>
                <a:gd name="connsiteX422" fmla="*/ 390456 w 4011346"/>
                <a:gd name="connsiteY422" fmla="*/ 727514 h 1978974"/>
                <a:gd name="connsiteX423" fmla="*/ 417154 w 4011346"/>
                <a:gd name="connsiteY423" fmla="*/ 777572 h 1978974"/>
                <a:gd name="connsiteX424" fmla="*/ 407142 w 4011346"/>
                <a:gd name="connsiteY424" fmla="*/ 820956 h 1978974"/>
                <a:gd name="connsiteX425" fmla="*/ 413817 w 4011346"/>
                <a:gd name="connsiteY425" fmla="*/ 857666 h 1978974"/>
                <a:gd name="connsiteX426" fmla="*/ 427165 w 4011346"/>
                <a:gd name="connsiteY426" fmla="*/ 881026 h 1978974"/>
                <a:gd name="connsiteX427" fmla="*/ 413817 w 4011346"/>
                <a:gd name="connsiteY427" fmla="*/ 911061 h 1978974"/>
                <a:gd name="connsiteX428" fmla="*/ 390456 w 4011346"/>
                <a:gd name="connsiteY428" fmla="*/ 887701 h 1978974"/>
                <a:gd name="connsiteX429" fmla="*/ 360421 w 4011346"/>
                <a:gd name="connsiteY429" fmla="*/ 884363 h 1978974"/>
                <a:gd name="connsiteX430" fmla="*/ 333723 w 4011346"/>
                <a:gd name="connsiteY430" fmla="*/ 924410 h 1978974"/>
                <a:gd name="connsiteX431" fmla="*/ 307025 w 4011346"/>
                <a:gd name="connsiteY431" fmla="*/ 944433 h 1978974"/>
                <a:gd name="connsiteX432" fmla="*/ 320374 w 4011346"/>
                <a:gd name="connsiteY432" fmla="*/ 971131 h 1978974"/>
                <a:gd name="connsiteX433" fmla="*/ 303688 w 4011346"/>
                <a:gd name="connsiteY433" fmla="*/ 994492 h 1978974"/>
                <a:gd name="connsiteX434" fmla="*/ 233606 w 4011346"/>
                <a:gd name="connsiteY434" fmla="*/ 957782 h 1978974"/>
                <a:gd name="connsiteX435" fmla="*/ 243618 w 4011346"/>
                <a:gd name="connsiteY435" fmla="*/ 1007841 h 1978974"/>
                <a:gd name="connsiteX436" fmla="*/ 263641 w 4011346"/>
                <a:gd name="connsiteY436" fmla="*/ 1027864 h 1978974"/>
                <a:gd name="connsiteX437" fmla="*/ 250292 w 4011346"/>
                <a:gd name="connsiteY437" fmla="*/ 1041213 h 1978974"/>
                <a:gd name="connsiteX438" fmla="*/ 193560 w 4011346"/>
                <a:gd name="connsiteY438" fmla="*/ 1004503 h 1978974"/>
                <a:gd name="connsiteX439" fmla="*/ 170199 w 4011346"/>
                <a:gd name="connsiteY439" fmla="*/ 964457 h 1978974"/>
                <a:gd name="connsiteX440" fmla="*/ 170199 w 4011346"/>
                <a:gd name="connsiteY440" fmla="*/ 917736 h 1978974"/>
                <a:gd name="connsiteX441" fmla="*/ 133490 w 4011346"/>
                <a:gd name="connsiteY441" fmla="*/ 840979 h 1978974"/>
                <a:gd name="connsiteX442" fmla="*/ 196897 w 4011346"/>
                <a:gd name="connsiteY442" fmla="*/ 871014 h 1978974"/>
                <a:gd name="connsiteX443" fmla="*/ 256967 w 4011346"/>
                <a:gd name="connsiteY443" fmla="*/ 901049 h 1978974"/>
                <a:gd name="connsiteX444" fmla="*/ 293676 w 4011346"/>
                <a:gd name="connsiteY444" fmla="*/ 904387 h 1978974"/>
                <a:gd name="connsiteX445" fmla="*/ 327049 w 4011346"/>
                <a:gd name="connsiteY445" fmla="*/ 874352 h 1978974"/>
                <a:gd name="connsiteX446" fmla="*/ 343735 w 4011346"/>
                <a:gd name="connsiteY446" fmla="*/ 837642 h 1978974"/>
                <a:gd name="connsiteX447" fmla="*/ 333723 w 4011346"/>
                <a:gd name="connsiteY447" fmla="*/ 787584 h 1978974"/>
                <a:gd name="connsiteX448" fmla="*/ 290339 w 4011346"/>
                <a:gd name="connsiteY448" fmla="*/ 767560 h 1978974"/>
                <a:gd name="connsiteX449" fmla="*/ 236944 w 4011346"/>
                <a:gd name="connsiteY449" fmla="*/ 720839 h 1978974"/>
                <a:gd name="connsiteX450" fmla="*/ 133490 w 4011346"/>
                <a:gd name="connsiteY450" fmla="*/ 664106 h 1978974"/>
                <a:gd name="connsiteX0" fmla="*/ 133490 w 4011346"/>
                <a:gd name="connsiteY0" fmla="*/ 664106 h 1978974"/>
                <a:gd name="connsiteX1" fmla="*/ 46722 w 4011346"/>
                <a:gd name="connsiteY1" fmla="*/ 694141 h 1978974"/>
                <a:gd name="connsiteX2" fmla="*/ 33373 w 4011346"/>
                <a:gd name="connsiteY2" fmla="*/ 724176 h 1978974"/>
                <a:gd name="connsiteX3" fmla="*/ 43384 w 4011346"/>
                <a:gd name="connsiteY3" fmla="*/ 754212 h 1978974"/>
                <a:gd name="connsiteX4" fmla="*/ 60071 w 4011346"/>
                <a:gd name="connsiteY4" fmla="*/ 780909 h 1978974"/>
                <a:gd name="connsiteX5" fmla="*/ 73419 w 4011346"/>
                <a:gd name="connsiteY5" fmla="*/ 810944 h 1978974"/>
                <a:gd name="connsiteX6" fmla="*/ 56733 w 4011346"/>
                <a:gd name="connsiteY6" fmla="*/ 834305 h 1978974"/>
                <a:gd name="connsiteX7" fmla="*/ 76757 w 4011346"/>
                <a:gd name="connsiteY7" fmla="*/ 914398 h 1978974"/>
                <a:gd name="connsiteX8" fmla="*/ 66745 w 4011346"/>
                <a:gd name="connsiteY8" fmla="*/ 931085 h 1978974"/>
                <a:gd name="connsiteX9" fmla="*/ 70082 w 4011346"/>
                <a:gd name="connsiteY9" fmla="*/ 957782 h 1978974"/>
                <a:gd name="connsiteX10" fmla="*/ 70082 w 4011346"/>
                <a:gd name="connsiteY10" fmla="*/ 997829 h 1978974"/>
                <a:gd name="connsiteX11" fmla="*/ 80094 w 4011346"/>
                <a:gd name="connsiteY11" fmla="*/ 1017852 h 1978974"/>
                <a:gd name="connsiteX12" fmla="*/ 76757 w 4011346"/>
                <a:gd name="connsiteY12" fmla="*/ 1041213 h 1978974"/>
                <a:gd name="connsiteX13" fmla="*/ 106792 w 4011346"/>
                <a:gd name="connsiteY13" fmla="*/ 1074585 h 1978974"/>
                <a:gd name="connsiteX14" fmla="*/ 106792 w 4011346"/>
                <a:gd name="connsiteY14" fmla="*/ 1104620 h 1978974"/>
                <a:gd name="connsiteX15" fmla="*/ 13349 w 4011346"/>
                <a:gd name="connsiteY15" fmla="*/ 1194725 h 1978974"/>
                <a:gd name="connsiteX16" fmla="*/ 33373 w 4011346"/>
                <a:gd name="connsiteY16" fmla="*/ 1228098 h 1978974"/>
                <a:gd name="connsiteX17" fmla="*/ 33373 w 4011346"/>
                <a:gd name="connsiteY17" fmla="*/ 1228098 h 1978974"/>
                <a:gd name="connsiteX18" fmla="*/ 16687 w 4011346"/>
                <a:gd name="connsiteY18" fmla="*/ 1258133 h 1978974"/>
                <a:gd name="connsiteX19" fmla="*/ 3338 w 4011346"/>
                <a:gd name="connsiteY19" fmla="*/ 1288168 h 1978974"/>
                <a:gd name="connsiteX20" fmla="*/ 0 w 4011346"/>
                <a:gd name="connsiteY20" fmla="*/ 1348238 h 1978974"/>
                <a:gd name="connsiteX21" fmla="*/ 16687 w 4011346"/>
                <a:gd name="connsiteY21" fmla="*/ 1391622 h 1978974"/>
                <a:gd name="connsiteX22" fmla="*/ 20024 w 4011346"/>
                <a:gd name="connsiteY22" fmla="*/ 1424994 h 1978974"/>
                <a:gd name="connsiteX23" fmla="*/ 56733 w 4011346"/>
                <a:gd name="connsiteY23" fmla="*/ 1435006 h 1978974"/>
                <a:gd name="connsiteX24" fmla="*/ 116803 w 4011346"/>
                <a:gd name="connsiteY24" fmla="*/ 1521774 h 1978974"/>
                <a:gd name="connsiteX25" fmla="*/ 96780 w 4011346"/>
                <a:gd name="connsiteY25" fmla="*/ 1545134 h 1978974"/>
                <a:gd name="connsiteX26" fmla="*/ 93443 w 4011346"/>
                <a:gd name="connsiteY26" fmla="*/ 1575169 h 1978974"/>
                <a:gd name="connsiteX27" fmla="*/ 120141 w 4011346"/>
                <a:gd name="connsiteY27" fmla="*/ 1578506 h 1978974"/>
                <a:gd name="connsiteX28" fmla="*/ 160187 w 4011346"/>
                <a:gd name="connsiteY28" fmla="*/ 1591855 h 1978974"/>
                <a:gd name="connsiteX29" fmla="*/ 186885 w 4011346"/>
                <a:gd name="connsiteY29" fmla="*/ 1605204 h 1978974"/>
                <a:gd name="connsiteX30" fmla="*/ 213583 w 4011346"/>
                <a:gd name="connsiteY30" fmla="*/ 1635239 h 1978974"/>
                <a:gd name="connsiteX31" fmla="*/ 243618 w 4011346"/>
                <a:gd name="connsiteY31" fmla="*/ 1638576 h 1978974"/>
                <a:gd name="connsiteX32" fmla="*/ 287002 w 4011346"/>
                <a:gd name="connsiteY32" fmla="*/ 1668612 h 1978974"/>
                <a:gd name="connsiteX33" fmla="*/ 310363 w 4011346"/>
                <a:gd name="connsiteY33" fmla="*/ 1678623 h 1978974"/>
                <a:gd name="connsiteX34" fmla="*/ 310363 w 4011346"/>
                <a:gd name="connsiteY34" fmla="*/ 1715333 h 1978974"/>
                <a:gd name="connsiteX35" fmla="*/ 270316 w 4011346"/>
                <a:gd name="connsiteY35" fmla="*/ 1755379 h 1978974"/>
                <a:gd name="connsiteX36" fmla="*/ 280327 w 4011346"/>
                <a:gd name="connsiteY36" fmla="*/ 1778740 h 1978974"/>
                <a:gd name="connsiteX37" fmla="*/ 273653 w 4011346"/>
                <a:gd name="connsiteY37" fmla="*/ 1798763 h 1978974"/>
                <a:gd name="connsiteX38" fmla="*/ 266979 w 4011346"/>
                <a:gd name="connsiteY38" fmla="*/ 1815449 h 1978974"/>
                <a:gd name="connsiteX39" fmla="*/ 240281 w 4011346"/>
                <a:gd name="connsiteY39" fmla="*/ 1855496 h 1978974"/>
                <a:gd name="connsiteX40" fmla="*/ 307025 w 4011346"/>
                <a:gd name="connsiteY40" fmla="*/ 1892206 h 1978974"/>
                <a:gd name="connsiteX41" fmla="*/ 337060 w 4011346"/>
                <a:gd name="connsiteY41" fmla="*/ 1898880 h 1978974"/>
                <a:gd name="connsiteX42" fmla="*/ 360421 w 4011346"/>
                <a:gd name="connsiteY42" fmla="*/ 1905555 h 1978974"/>
                <a:gd name="connsiteX43" fmla="*/ 380444 w 4011346"/>
                <a:gd name="connsiteY43" fmla="*/ 1912229 h 1978974"/>
                <a:gd name="connsiteX44" fmla="*/ 407142 w 4011346"/>
                <a:gd name="connsiteY44" fmla="*/ 1932252 h 1978974"/>
                <a:gd name="connsiteX45" fmla="*/ 437177 w 4011346"/>
                <a:gd name="connsiteY45" fmla="*/ 1928915 h 1978974"/>
                <a:gd name="connsiteX46" fmla="*/ 507259 w 4011346"/>
                <a:gd name="connsiteY46" fmla="*/ 1978974 h 1978974"/>
                <a:gd name="connsiteX47" fmla="*/ 517271 w 4011346"/>
                <a:gd name="connsiteY47" fmla="*/ 1965625 h 1978974"/>
                <a:gd name="connsiteX48" fmla="*/ 507259 w 4011346"/>
                <a:gd name="connsiteY48" fmla="*/ 1925578 h 1978974"/>
                <a:gd name="connsiteX49" fmla="*/ 500584 w 4011346"/>
                <a:gd name="connsiteY49" fmla="*/ 1892206 h 1978974"/>
                <a:gd name="connsiteX50" fmla="*/ 483898 w 4011346"/>
                <a:gd name="connsiteY50" fmla="*/ 1848822 h 1978974"/>
                <a:gd name="connsiteX51" fmla="*/ 513933 w 4011346"/>
                <a:gd name="connsiteY51" fmla="*/ 1828798 h 1978974"/>
                <a:gd name="connsiteX52" fmla="*/ 547306 w 4011346"/>
                <a:gd name="connsiteY52" fmla="*/ 1805438 h 1978974"/>
                <a:gd name="connsiteX53" fmla="*/ 527282 w 4011346"/>
                <a:gd name="connsiteY53" fmla="*/ 1788752 h 1978974"/>
                <a:gd name="connsiteX54" fmla="*/ 517271 w 4011346"/>
                <a:gd name="connsiteY54" fmla="*/ 1755379 h 1978974"/>
                <a:gd name="connsiteX55" fmla="*/ 480561 w 4011346"/>
                <a:gd name="connsiteY55" fmla="*/ 1738693 h 1978974"/>
                <a:gd name="connsiteX56" fmla="*/ 470549 w 4011346"/>
                <a:gd name="connsiteY56" fmla="*/ 1718670 h 1978974"/>
                <a:gd name="connsiteX57" fmla="*/ 480561 w 4011346"/>
                <a:gd name="connsiteY57" fmla="*/ 1688635 h 1978974"/>
                <a:gd name="connsiteX58" fmla="*/ 490573 w 4011346"/>
                <a:gd name="connsiteY58" fmla="*/ 1648588 h 1978974"/>
                <a:gd name="connsiteX59" fmla="*/ 513933 w 4011346"/>
                <a:gd name="connsiteY59" fmla="*/ 1668612 h 1978974"/>
                <a:gd name="connsiteX60" fmla="*/ 520608 w 4011346"/>
                <a:gd name="connsiteY60" fmla="*/ 1651925 h 1978974"/>
                <a:gd name="connsiteX61" fmla="*/ 543968 w 4011346"/>
                <a:gd name="connsiteY61" fmla="*/ 1615216 h 1978974"/>
                <a:gd name="connsiteX62" fmla="*/ 574003 w 4011346"/>
                <a:gd name="connsiteY62" fmla="*/ 1598530 h 1978974"/>
                <a:gd name="connsiteX63" fmla="*/ 590690 w 4011346"/>
                <a:gd name="connsiteY63" fmla="*/ 1611879 h 1978974"/>
                <a:gd name="connsiteX64" fmla="*/ 610713 w 4011346"/>
                <a:gd name="connsiteY64" fmla="*/ 1585181 h 1978974"/>
                <a:gd name="connsiteX65" fmla="*/ 630736 w 4011346"/>
                <a:gd name="connsiteY65" fmla="*/ 1611879 h 1978974"/>
                <a:gd name="connsiteX66" fmla="*/ 657434 w 4011346"/>
                <a:gd name="connsiteY66" fmla="*/ 1635239 h 1978974"/>
                <a:gd name="connsiteX67" fmla="*/ 674120 w 4011346"/>
                <a:gd name="connsiteY67" fmla="*/ 1641914 h 1978974"/>
                <a:gd name="connsiteX68" fmla="*/ 697481 w 4011346"/>
                <a:gd name="connsiteY68" fmla="*/ 1641914 h 1978974"/>
                <a:gd name="connsiteX69" fmla="*/ 717504 w 4011346"/>
                <a:gd name="connsiteY69" fmla="*/ 1628565 h 1978974"/>
                <a:gd name="connsiteX70" fmla="*/ 744202 w 4011346"/>
                <a:gd name="connsiteY70" fmla="*/ 1628565 h 1978974"/>
                <a:gd name="connsiteX71" fmla="*/ 760888 w 4011346"/>
                <a:gd name="connsiteY71" fmla="*/ 1625228 h 1978974"/>
                <a:gd name="connsiteX72" fmla="*/ 790923 w 4011346"/>
                <a:gd name="connsiteY72" fmla="*/ 1658600 h 1978974"/>
                <a:gd name="connsiteX73" fmla="*/ 797598 w 4011346"/>
                <a:gd name="connsiteY73" fmla="*/ 1631902 h 1978974"/>
                <a:gd name="connsiteX74" fmla="*/ 817621 w 4011346"/>
                <a:gd name="connsiteY74" fmla="*/ 1648588 h 1978974"/>
                <a:gd name="connsiteX75" fmla="*/ 837644 w 4011346"/>
                <a:gd name="connsiteY75" fmla="*/ 1625228 h 1978974"/>
                <a:gd name="connsiteX76" fmla="*/ 827633 w 4011346"/>
                <a:gd name="connsiteY76" fmla="*/ 1605204 h 1978974"/>
                <a:gd name="connsiteX77" fmla="*/ 810946 w 4011346"/>
                <a:gd name="connsiteY77" fmla="*/ 1591855 h 1978974"/>
                <a:gd name="connsiteX78" fmla="*/ 810946 w 4011346"/>
                <a:gd name="connsiteY78" fmla="*/ 1565158 h 1978974"/>
                <a:gd name="connsiteX79" fmla="*/ 810946 w 4011346"/>
                <a:gd name="connsiteY79" fmla="*/ 1551809 h 1978974"/>
                <a:gd name="connsiteX80" fmla="*/ 830970 w 4011346"/>
                <a:gd name="connsiteY80" fmla="*/ 1548471 h 1978974"/>
                <a:gd name="connsiteX81" fmla="*/ 840981 w 4011346"/>
                <a:gd name="connsiteY81" fmla="*/ 1545134 h 1978974"/>
                <a:gd name="connsiteX82" fmla="*/ 820958 w 4011346"/>
                <a:gd name="connsiteY82" fmla="*/ 1508425 h 1978974"/>
                <a:gd name="connsiteX83" fmla="*/ 854330 w 4011346"/>
                <a:gd name="connsiteY83" fmla="*/ 1501750 h 1978974"/>
                <a:gd name="connsiteX84" fmla="*/ 891040 w 4011346"/>
                <a:gd name="connsiteY84" fmla="*/ 1508425 h 1978974"/>
                <a:gd name="connsiteX85" fmla="*/ 964459 w 4011346"/>
                <a:gd name="connsiteY85" fmla="*/ 1465041 h 1978974"/>
                <a:gd name="connsiteX86" fmla="*/ 1001168 w 4011346"/>
                <a:gd name="connsiteY86" fmla="*/ 1465041 h 1978974"/>
                <a:gd name="connsiteX87" fmla="*/ 1027866 w 4011346"/>
                <a:gd name="connsiteY87" fmla="*/ 1441680 h 1978974"/>
                <a:gd name="connsiteX88" fmla="*/ 1047890 w 4011346"/>
                <a:gd name="connsiteY88" fmla="*/ 1451692 h 1978974"/>
                <a:gd name="connsiteX89" fmla="*/ 1067913 w 4011346"/>
                <a:gd name="connsiteY89" fmla="*/ 1461703 h 1978974"/>
                <a:gd name="connsiteX90" fmla="*/ 1087936 w 4011346"/>
                <a:gd name="connsiteY90" fmla="*/ 1488401 h 1978974"/>
                <a:gd name="connsiteX91" fmla="*/ 1074587 w 4011346"/>
                <a:gd name="connsiteY91" fmla="*/ 1501750 h 1978974"/>
                <a:gd name="connsiteX92" fmla="*/ 1104622 w 4011346"/>
                <a:gd name="connsiteY92" fmla="*/ 1501750 h 1978974"/>
                <a:gd name="connsiteX93" fmla="*/ 1107960 w 4011346"/>
                <a:gd name="connsiteY93" fmla="*/ 1518436 h 1978974"/>
                <a:gd name="connsiteX94" fmla="*/ 1121309 w 4011346"/>
                <a:gd name="connsiteY94" fmla="*/ 1501750 h 1978974"/>
                <a:gd name="connsiteX95" fmla="*/ 1134657 w 4011346"/>
                <a:gd name="connsiteY95" fmla="*/ 1515099 h 1978974"/>
                <a:gd name="connsiteX96" fmla="*/ 1134657 w 4011346"/>
                <a:gd name="connsiteY96" fmla="*/ 1535122 h 1978974"/>
                <a:gd name="connsiteX97" fmla="*/ 1148006 w 4011346"/>
                <a:gd name="connsiteY97" fmla="*/ 1531785 h 1978974"/>
                <a:gd name="connsiteX98" fmla="*/ 1208076 w 4011346"/>
                <a:gd name="connsiteY98" fmla="*/ 1485064 h 1978974"/>
                <a:gd name="connsiteX99" fmla="*/ 1211414 w 4011346"/>
                <a:gd name="connsiteY99" fmla="*/ 1505087 h 1978974"/>
                <a:gd name="connsiteX100" fmla="*/ 1244786 w 4011346"/>
                <a:gd name="connsiteY100" fmla="*/ 1525111 h 1978974"/>
                <a:gd name="connsiteX101" fmla="*/ 1264809 w 4011346"/>
                <a:gd name="connsiteY101" fmla="*/ 1555146 h 1978974"/>
                <a:gd name="connsiteX102" fmla="*/ 1298181 w 4011346"/>
                <a:gd name="connsiteY102" fmla="*/ 1661937 h 1978974"/>
                <a:gd name="connsiteX103" fmla="*/ 1308193 w 4011346"/>
                <a:gd name="connsiteY103" fmla="*/ 1618553 h 1978974"/>
                <a:gd name="connsiteX104" fmla="*/ 1344903 w 4011346"/>
                <a:gd name="connsiteY104" fmla="*/ 1638576 h 1978974"/>
                <a:gd name="connsiteX105" fmla="*/ 1388287 w 4011346"/>
                <a:gd name="connsiteY105" fmla="*/ 1638576 h 1978974"/>
                <a:gd name="connsiteX106" fmla="*/ 1394961 w 4011346"/>
                <a:gd name="connsiteY106" fmla="*/ 1661937 h 1978974"/>
                <a:gd name="connsiteX107" fmla="*/ 1435008 w 4011346"/>
                <a:gd name="connsiteY107" fmla="*/ 1685298 h 1978974"/>
                <a:gd name="connsiteX108" fmla="*/ 1465043 w 4011346"/>
                <a:gd name="connsiteY108" fmla="*/ 1685298 h 1978974"/>
                <a:gd name="connsiteX109" fmla="*/ 1491741 w 4011346"/>
                <a:gd name="connsiteY109" fmla="*/ 1698647 h 1978974"/>
                <a:gd name="connsiteX110" fmla="*/ 1535125 w 4011346"/>
                <a:gd name="connsiteY110" fmla="*/ 1655263 h 1978974"/>
                <a:gd name="connsiteX111" fmla="*/ 1571834 w 4011346"/>
                <a:gd name="connsiteY111" fmla="*/ 1635239 h 1978974"/>
                <a:gd name="connsiteX112" fmla="*/ 1608544 w 4011346"/>
                <a:gd name="connsiteY112" fmla="*/ 1638576 h 1978974"/>
                <a:gd name="connsiteX113" fmla="*/ 1655265 w 4011346"/>
                <a:gd name="connsiteY113" fmla="*/ 1651925 h 1978974"/>
                <a:gd name="connsiteX114" fmla="*/ 1681963 w 4011346"/>
                <a:gd name="connsiteY114" fmla="*/ 1668612 h 1978974"/>
                <a:gd name="connsiteX115" fmla="*/ 1735358 w 4011346"/>
                <a:gd name="connsiteY115" fmla="*/ 1661937 h 1978974"/>
                <a:gd name="connsiteX116" fmla="*/ 1745370 w 4011346"/>
                <a:gd name="connsiteY116" fmla="*/ 1641914 h 1978974"/>
                <a:gd name="connsiteX117" fmla="*/ 1738695 w 4011346"/>
                <a:gd name="connsiteY117" fmla="*/ 1621890 h 1978974"/>
                <a:gd name="connsiteX118" fmla="*/ 1765393 w 4011346"/>
                <a:gd name="connsiteY118" fmla="*/ 1595193 h 1978974"/>
                <a:gd name="connsiteX119" fmla="*/ 1778742 w 4011346"/>
                <a:gd name="connsiteY119" fmla="*/ 1591855 h 1978974"/>
                <a:gd name="connsiteX120" fmla="*/ 1812114 w 4011346"/>
                <a:gd name="connsiteY120" fmla="*/ 1608541 h 1978974"/>
                <a:gd name="connsiteX121" fmla="*/ 1852161 w 4011346"/>
                <a:gd name="connsiteY121" fmla="*/ 1621890 h 1978974"/>
                <a:gd name="connsiteX122" fmla="*/ 1858836 w 4011346"/>
                <a:gd name="connsiteY122" fmla="*/ 1648588 h 1978974"/>
                <a:gd name="connsiteX123" fmla="*/ 1872184 w 4011346"/>
                <a:gd name="connsiteY123" fmla="*/ 1655263 h 1978974"/>
                <a:gd name="connsiteX124" fmla="*/ 1902219 w 4011346"/>
                <a:gd name="connsiteY124" fmla="*/ 1658600 h 1978974"/>
                <a:gd name="connsiteX125" fmla="*/ 1932254 w 4011346"/>
                <a:gd name="connsiteY125" fmla="*/ 1641914 h 1978974"/>
                <a:gd name="connsiteX126" fmla="*/ 1962290 w 4011346"/>
                <a:gd name="connsiteY126" fmla="*/ 1655263 h 1978974"/>
                <a:gd name="connsiteX127" fmla="*/ 1985650 w 4011346"/>
                <a:gd name="connsiteY127" fmla="*/ 1668612 h 1978974"/>
                <a:gd name="connsiteX128" fmla="*/ 1995662 w 4011346"/>
                <a:gd name="connsiteY128" fmla="*/ 1678623 h 1978974"/>
                <a:gd name="connsiteX129" fmla="*/ 2032371 w 4011346"/>
                <a:gd name="connsiteY129" fmla="*/ 1698647 h 1978974"/>
                <a:gd name="connsiteX130" fmla="*/ 2069081 w 4011346"/>
                <a:gd name="connsiteY130" fmla="*/ 1695309 h 1978974"/>
                <a:gd name="connsiteX131" fmla="*/ 2142500 w 4011346"/>
                <a:gd name="connsiteY131" fmla="*/ 1651925 h 1978974"/>
                <a:gd name="connsiteX132" fmla="*/ 2195895 w 4011346"/>
                <a:gd name="connsiteY132" fmla="*/ 1665274 h 1978974"/>
                <a:gd name="connsiteX133" fmla="*/ 2225930 w 4011346"/>
                <a:gd name="connsiteY133" fmla="*/ 1675286 h 1978974"/>
                <a:gd name="connsiteX134" fmla="*/ 2259303 w 4011346"/>
                <a:gd name="connsiteY134" fmla="*/ 1661937 h 1978974"/>
                <a:gd name="connsiteX135" fmla="*/ 2262640 w 4011346"/>
                <a:gd name="connsiteY135" fmla="*/ 1635239 h 1978974"/>
                <a:gd name="connsiteX136" fmla="*/ 2282663 w 4011346"/>
                <a:gd name="connsiteY136" fmla="*/ 1605204 h 1978974"/>
                <a:gd name="connsiteX137" fmla="*/ 2299349 w 4011346"/>
                <a:gd name="connsiteY137" fmla="*/ 1551809 h 1978974"/>
                <a:gd name="connsiteX138" fmla="*/ 2282663 w 4011346"/>
                <a:gd name="connsiteY138" fmla="*/ 1555146 h 1978974"/>
                <a:gd name="connsiteX139" fmla="*/ 2312698 w 4011346"/>
                <a:gd name="connsiteY139" fmla="*/ 1528448 h 1978974"/>
                <a:gd name="connsiteX140" fmla="*/ 2339396 w 4011346"/>
                <a:gd name="connsiteY140" fmla="*/ 1525111 h 1978974"/>
                <a:gd name="connsiteX141" fmla="*/ 2396129 w 4011346"/>
                <a:gd name="connsiteY141" fmla="*/ 1535122 h 1978974"/>
                <a:gd name="connsiteX142" fmla="*/ 2436176 w 4011346"/>
                <a:gd name="connsiteY142" fmla="*/ 1561820 h 1978974"/>
                <a:gd name="connsiteX143" fmla="*/ 2462873 w 4011346"/>
                <a:gd name="connsiteY143" fmla="*/ 1591855 h 1978974"/>
                <a:gd name="connsiteX144" fmla="*/ 2469548 w 4011346"/>
                <a:gd name="connsiteY144" fmla="*/ 1628565 h 1978974"/>
                <a:gd name="connsiteX145" fmla="*/ 2476222 w 4011346"/>
                <a:gd name="connsiteY145" fmla="*/ 1668612 h 1978974"/>
                <a:gd name="connsiteX146" fmla="*/ 2486234 w 4011346"/>
                <a:gd name="connsiteY146" fmla="*/ 1688635 h 1978974"/>
                <a:gd name="connsiteX147" fmla="*/ 2529618 w 4011346"/>
                <a:gd name="connsiteY147" fmla="*/ 1701984 h 1978974"/>
                <a:gd name="connsiteX148" fmla="*/ 2549641 w 4011346"/>
                <a:gd name="connsiteY148" fmla="*/ 1722007 h 1978974"/>
                <a:gd name="connsiteX149" fmla="*/ 2562990 w 4011346"/>
                <a:gd name="connsiteY149" fmla="*/ 1755379 h 1978974"/>
                <a:gd name="connsiteX150" fmla="*/ 2586351 w 4011346"/>
                <a:gd name="connsiteY150" fmla="*/ 1748705 h 1978974"/>
                <a:gd name="connsiteX151" fmla="*/ 2606374 w 4011346"/>
                <a:gd name="connsiteY151" fmla="*/ 1738693 h 1978974"/>
                <a:gd name="connsiteX152" fmla="*/ 2639746 w 4011346"/>
                <a:gd name="connsiteY152" fmla="*/ 1722007 h 1978974"/>
                <a:gd name="connsiteX153" fmla="*/ 2643084 w 4011346"/>
                <a:gd name="connsiteY153" fmla="*/ 1738693 h 1978974"/>
                <a:gd name="connsiteX154" fmla="*/ 2626398 w 4011346"/>
                <a:gd name="connsiteY154" fmla="*/ 1768728 h 1978974"/>
                <a:gd name="connsiteX155" fmla="*/ 2616386 w 4011346"/>
                <a:gd name="connsiteY155" fmla="*/ 1805438 h 1978974"/>
                <a:gd name="connsiteX156" fmla="*/ 2603037 w 4011346"/>
                <a:gd name="connsiteY156" fmla="*/ 1858833 h 1978974"/>
                <a:gd name="connsiteX157" fmla="*/ 2579676 w 4011346"/>
                <a:gd name="connsiteY157" fmla="*/ 1832136 h 1978974"/>
                <a:gd name="connsiteX158" fmla="*/ 2552979 w 4011346"/>
                <a:gd name="connsiteY158" fmla="*/ 1855496 h 1978974"/>
                <a:gd name="connsiteX159" fmla="*/ 2559653 w 4011346"/>
                <a:gd name="connsiteY159" fmla="*/ 1882194 h 1978974"/>
                <a:gd name="connsiteX160" fmla="*/ 2559653 w 4011346"/>
                <a:gd name="connsiteY160" fmla="*/ 1918903 h 1978974"/>
                <a:gd name="connsiteX161" fmla="*/ 2549641 w 4011346"/>
                <a:gd name="connsiteY161" fmla="*/ 1938927 h 1978974"/>
                <a:gd name="connsiteX162" fmla="*/ 2589688 w 4011346"/>
                <a:gd name="connsiteY162" fmla="*/ 1918903 h 1978974"/>
                <a:gd name="connsiteX163" fmla="*/ 2626398 w 4011346"/>
                <a:gd name="connsiteY163" fmla="*/ 1928915 h 1978974"/>
                <a:gd name="connsiteX164" fmla="*/ 2653095 w 4011346"/>
                <a:gd name="connsiteY164" fmla="*/ 1905555 h 1978974"/>
                <a:gd name="connsiteX165" fmla="*/ 2683130 w 4011346"/>
                <a:gd name="connsiteY165" fmla="*/ 1852159 h 1978974"/>
                <a:gd name="connsiteX166" fmla="*/ 2753212 w 4011346"/>
                <a:gd name="connsiteY166" fmla="*/ 1765391 h 1978974"/>
                <a:gd name="connsiteX167" fmla="*/ 2783247 w 4011346"/>
                <a:gd name="connsiteY167" fmla="*/ 1695309 h 1978974"/>
                <a:gd name="connsiteX168" fmla="*/ 2803271 w 4011346"/>
                <a:gd name="connsiteY168" fmla="*/ 1591855 h 1978974"/>
                <a:gd name="connsiteX169" fmla="*/ 2793259 w 4011346"/>
                <a:gd name="connsiteY169" fmla="*/ 1541797 h 1978974"/>
                <a:gd name="connsiteX170" fmla="*/ 2769898 w 4011346"/>
                <a:gd name="connsiteY170" fmla="*/ 1508425 h 1978974"/>
                <a:gd name="connsiteX171" fmla="*/ 2726514 w 4011346"/>
                <a:gd name="connsiteY171" fmla="*/ 1508425 h 1978974"/>
                <a:gd name="connsiteX172" fmla="*/ 2699817 w 4011346"/>
                <a:gd name="connsiteY172" fmla="*/ 1508425 h 1978974"/>
                <a:gd name="connsiteX173" fmla="*/ 2683130 w 4011346"/>
                <a:gd name="connsiteY173" fmla="*/ 1488401 h 1978974"/>
                <a:gd name="connsiteX174" fmla="*/ 2669781 w 4011346"/>
                <a:gd name="connsiteY174" fmla="*/ 1468378 h 1978974"/>
                <a:gd name="connsiteX175" fmla="*/ 2763224 w 4011346"/>
                <a:gd name="connsiteY175" fmla="*/ 1351575 h 1978974"/>
                <a:gd name="connsiteX176" fmla="*/ 2846654 w 4011346"/>
                <a:gd name="connsiteY176" fmla="*/ 1284831 h 1978974"/>
                <a:gd name="connsiteX177" fmla="*/ 2890038 w 4011346"/>
                <a:gd name="connsiteY177" fmla="*/ 1261470 h 1978974"/>
                <a:gd name="connsiteX178" fmla="*/ 2933422 w 4011346"/>
                <a:gd name="connsiteY178" fmla="*/ 1281493 h 1978974"/>
                <a:gd name="connsiteX179" fmla="*/ 2950109 w 4011346"/>
                <a:gd name="connsiteY179" fmla="*/ 1264807 h 1978974"/>
                <a:gd name="connsiteX180" fmla="*/ 2993492 w 4011346"/>
                <a:gd name="connsiteY180" fmla="*/ 1281493 h 1978974"/>
                <a:gd name="connsiteX181" fmla="*/ 3006841 w 4011346"/>
                <a:gd name="connsiteY181" fmla="*/ 1248121 h 1978974"/>
                <a:gd name="connsiteX182" fmla="*/ 3053563 w 4011346"/>
                <a:gd name="connsiteY182" fmla="*/ 1258133 h 1978974"/>
                <a:gd name="connsiteX183" fmla="*/ 3070249 w 4011346"/>
                <a:gd name="connsiteY183" fmla="*/ 1274819 h 1978974"/>
                <a:gd name="connsiteX184" fmla="*/ 3060237 w 4011346"/>
                <a:gd name="connsiteY184" fmla="*/ 1294842 h 1978974"/>
                <a:gd name="connsiteX185" fmla="*/ 3123644 w 4011346"/>
                <a:gd name="connsiteY185" fmla="*/ 1278156 h 1978974"/>
                <a:gd name="connsiteX186" fmla="*/ 3140330 w 4011346"/>
                <a:gd name="connsiteY186" fmla="*/ 1264807 h 1978974"/>
                <a:gd name="connsiteX187" fmla="*/ 3123644 w 4011346"/>
                <a:gd name="connsiteY187" fmla="*/ 1251458 h 1978974"/>
                <a:gd name="connsiteX188" fmla="*/ 3143668 w 4011346"/>
                <a:gd name="connsiteY188" fmla="*/ 1211412 h 1978974"/>
                <a:gd name="connsiteX189" fmla="*/ 3190389 w 4011346"/>
                <a:gd name="connsiteY189" fmla="*/ 1141330 h 1978974"/>
                <a:gd name="connsiteX190" fmla="*/ 3233773 w 4011346"/>
                <a:gd name="connsiteY190" fmla="*/ 1137993 h 1978974"/>
                <a:gd name="connsiteX191" fmla="*/ 3273819 w 4011346"/>
                <a:gd name="connsiteY191" fmla="*/ 1148004 h 1978974"/>
                <a:gd name="connsiteX192" fmla="*/ 3277157 w 4011346"/>
                <a:gd name="connsiteY192" fmla="*/ 1204737 h 1978974"/>
                <a:gd name="connsiteX193" fmla="*/ 3320541 w 4011346"/>
                <a:gd name="connsiteY193" fmla="*/ 1161353 h 1978974"/>
                <a:gd name="connsiteX194" fmla="*/ 3343901 w 4011346"/>
                <a:gd name="connsiteY194" fmla="*/ 1144667 h 1978974"/>
                <a:gd name="connsiteX195" fmla="*/ 3350576 w 4011346"/>
                <a:gd name="connsiteY195" fmla="*/ 1111295 h 1978974"/>
                <a:gd name="connsiteX196" fmla="*/ 3377273 w 4011346"/>
                <a:gd name="connsiteY196" fmla="*/ 1094609 h 1978974"/>
                <a:gd name="connsiteX197" fmla="*/ 3407309 w 4011346"/>
                <a:gd name="connsiteY197" fmla="*/ 1104620 h 1978974"/>
                <a:gd name="connsiteX198" fmla="*/ 3373936 w 4011346"/>
                <a:gd name="connsiteY198" fmla="*/ 1134655 h 1978974"/>
                <a:gd name="connsiteX199" fmla="*/ 3360587 w 4011346"/>
                <a:gd name="connsiteY199" fmla="*/ 1184714 h 1978974"/>
                <a:gd name="connsiteX200" fmla="*/ 3323878 w 4011346"/>
                <a:gd name="connsiteY200" fmla="*/ 1224760 h 1978974"/>
                <a:gd name="connsiteX201" fmla="*/ 3210412 w 4011346"/>
                <a:gd name="connsiteY201" fmla="*/ 1321540 h 1978974"/>
                <a:gd name="connsiteX202" fmla="*/ 3163691 w 4011346"/>
                <a:gd name="connsiteY202" fmla="*/ 1391622 h 1978974"/>
                <a:gd name="connsiteX203" fmla="*/ 3160354 w 4011346"/>
                <a:gd name="connsiteY203" fmla="*/ 1465041 h 1978974"/>
                <a:gd name="connsiteX204" fmla="*/ 3170365 w 4011346"/>
                <a:gd name="connsiteY204" fmla="*/ 1555146 h 1978974"/>
                <a:gd name="connsiteX205" fmla="*/ 3190389 w 4011346"/>
                <a:gd name="connsiteY205" fmla="*/ 1618553 h 1978974"/>
                <a:gd name="connsiteX206" fmla="*/ 3217087 w 4011346"/>
                <a:gd name="connsiteY206" fmla="*/ 1608541 h 1978974"/>
                <a:gd name="connsiteX207" fmla="*/ 3240447 w 4011346"/>
                <a:gd name="connsiteY207" fmla="*/ 1541797 h 1978974"/>
                <a:gd name="connsiteX208" fmla="*/ 3270482 w 4011346"/>
                <a:gd name="connsiteY208" fmla="*/ 1538460 h 1978974"/>
                <a:gd name="connsiteX209" fmla="*/ 3287168 w 4011346"/>
                <a:gd name="connsiteY209" fmla="*/ 1478390 h 1978974"/>
                <a:gd name="connsiteX210" fmla="*/ 3313866 w 4011346"/>
                <a:gd name="connsiteY210" fmla="*/ 1468378 h 1978974"/>
                <a:gd name="connsiteX211" fmla="*/ 3313866 w 4011346"/>
                <a:gd name="connsiteY211" fmla="*/ 1438343 h 1978974"/>
                <a:gd name="connsiteX212" fmla="*/ 3337227 w 4011346"/>
                <a:gd name="connsiteY212" fmla="*/ 1401633 h 1978974"/>
                <a:gd name="connsiteX213" fmla="*/ 3330552 w 4011346"/>
                <a:gd name="connsiteY213" fmla="*/ 1358249 h 1978974"/>
                <a:gd name="connsiteX214" fmla="*/ 3333890 w 4011346"/>
                <a:gd name="connsiteY214" fmla="*/ 1328214 h 1978974"/>
                <a:gd name="connsiteX215" fmla="*/ 3323878 w 4011346"/>
                <a:gd name="connsiteY215" fmla="*/ 1318203 h 1978974"/>
                <a:gd name="connsiteX216" fmla="*/ 3363925 w 4011346"/>
                <a:gd name="connsiteY216" fmla="*/ 1231435 h 1978974"/>
                <a:gd name="connsiteX217" fmla="*/ 3383948 w 4011346"/>
                <a:gd name="connsiteY217" fmla="*/ 1241447 h 1978974"/>
                <a:gd name="connsiteX218" fmla="*/ 3410646 w 4011346"/>
                <a:gd name="connsiteY218" fmla="*/ 1214749 h 1978974"/>
                <a:gd name="connsiteX219" fmla="*/ 3420657 w 4011346"/>
                <a:gd name="connsiteY219" fmla="*/ 1241447 h 1978974"/>
                <a:gd name="connsiteX220" fmla="*/ 3447355 w 4011346"/>
                <a:gd name="connsiteY220" fmla="*/ 1224760 h 1978974"/>
                <a:gd name="connsiteX221" fmla="*/ 3477390 w 4011346"/>
                <a:gd name="connsiteY221" fmla="*/ 1214749 h 1978974"/>
                <a:gd name="connsiteX222" fmla="*/ 3514100 w 4011346"/>
                <a:gd name="connsiteY222" fmla="*/ 1241447 h 1978974"/>
                <a:gd name="connsiteX223" fmla="*/ 3574170 w 4011346"/>
                <a:gd name="connsiteY223" fmla="*/ 1174702 h 1978974"/>
                <a:gd name="connsiteX224" fmla="*/ 3637577 w 4011346"/>
                <a:gd name="connsiteY224" fmla="*/ 1127981 h 1978974"/>
                <a:gd name="connsiteX225" fmla="*/ 3690973 w 4011346"/>
                <a:gd name="connsiteY225" fmla="*/ 1091271 h 1978974"/>
                <a:gd name="connsiteX226" fmla="*/ 3741031 w 4011346"/>
                <a:gd name="connsiteY226" fmla="*/ 1117969 h 1978974"/>
                <a:gd name="connsiteX227" fmla="*/ 3751043 w 4011346"/>
                <a:gd name="connsiteY227" fmla="*/ 1091271 h 1978974"/>
                <a:gd name="connsiteX228" fmla="*/ 3727682 w 4011346"/>
                <a:gd name="connsiteY228" fmla="*/ 1024527 h 1978974"/>
                <a:gd name="connsiteX229" fmla="*/ 3700984 w 4011346"/>
                <a:gd name="connsiteY229" fmla="*/ 1007841 h 1978974"/>
                <a:gd name="connsiteX230" fmla="*/ 3697647 w 4011346"/>
                <a:gd name="connsiteY230" fmla="*/ 977806 h 1978974"/>
                <a:gd name="connsiteX231" fmla="*/ 3751043 w 4011346"/>
                <a:gd name="connsiteY231" fmla="*/ 984480 h 1978974"/>
                <a:gd name="connsiteX232" fmla="*/ 3774403 w 4011346"/>
                <a:gd name="connsiteY232" fmla="*/ 941096 h 1978974"/>
                <a:gd name="connsiteX233" fmla="*/ 3767729 w 4011346"/>
                <a:gd name="connsiteY233" fmla="*/ 914398 h 1978974"/>
                <a:gd name="connsiteX234" fmla="*/ 3794427 w 4011346"/>
                <a:gd name="connsiteY234" fmla="*/ 881026 h 1978974"/>
                <a:gd name="connsiteX235" fmla="*/ 3804438 w 4011346"/>
                <a:gd name="connsiteY235" fmla="*/ 924410 h 1978974"/>
                <a:gd name="connsiteX236" fmla="*/ 3827799 w 4011346"/>
                <a:gd name="connsiteY236" fmla="*/ 941096 h 1978974"/>
                <a:gd name="connsiteX237" fmla="*/ 3874520 w 4011346"/>
                <a:gd name="connsiteY237" fmla="*/ 961120 h 1978974"/>
                <a:gd name="connsiteX238" fmla="*/ 3894544 w 4011346"/>
                <a:gd name="connsiteY238" fmla="*/ 987817 h 1978974"/>
                <a:gd name="connsiteX239" fmla="*/ 3941265 w 4011346"/>
                <a:gd name="connsiteY239" fmla="*/ 1011178 h 1978974"/>
                <a:gd name="connsiteX240" fmla="*/ 3947939 w 4011346"/>
                <a:gd name="connsiteY240" fmla="*/ 997829 h 1978974"/>
                <a:gd name="connsiteX241" fmla="*/ 3957951 w 4011346"/>
                <a:gd name="connsiteY241" fmla="*/ 934422 h 1978974"/>
                <a:gd name="connsiteX242" fmla="*/ 4004672 w 4011346"/>
                <a:gd name="connsiteY242" fmla="*/ 927747 h 1978974"/>
                <a:gd name="connsiteX243" fmla="*/ 4011346 w 4011346"/>
                <a:gd name="connsiteY243" fmla="*/ 894375 h 1978974"/>
                <a:gd name="connsiteX244" fmla="*/ 3967963 w 4011346"/>
                <a:gd name="connsiteY244" fmla="*/ 857666 h 1978974"/>
                <a:gd name="connsiteX245" fmla="*/ 3921241 w 4011346"/>
                <a:gd name="connsiteY245" fmla="*/ 840979 h 1978974"/>
                <a:gd name="connsiteX246" fmla="*/ 3907892 w 4011346"/>
                <a:gd name="connsiteY246" fmla="*/ 844317 h 1978974"/>
                <a:gd name="connsiteX247" fmla="*/ 3907892 w 4011346"/>
                <a:gd name="connsiteY247" fmla="*/ 877689 h 1978974"/>
                <a:gd name="connsiteX248" fmla="*/ 3887869 w 4011346"/>
                <a:gd name="connsiteY248" fmla="*/ 871014 h 1978974"/>
                <a:gd name="connsiteX249" fmla="*/ 3874520 w 4011346"/>
                <a:gd name="connsiteY249" fmla="*/ 817619 h 1978974"/>
                <a:gd name="connsiteX250" fmla="*/ 3817787 w 4011346"/>
                <a:gd name="connsiteY250" fmla="*/ 754212 h 1978974"/>
                <a:gd name="connsiteX251" fmla="*/ 3717671 w 4011346"/>
                <a:gd name="connsiteY251" fmla="*/ 677455 h 1978974"/>
                <a:gd name="connsiteX252" fmla="*/ 3664275 w 4011346"/>
                <a:gd name="connsiteY252" fmla="*/ 657432 h 1978974"/>
                <a:gd name="connsiteX253" fmla="*/ 3584181 w 4011346"/>
                <a:gd name="connsiteY253" fmla="*/ 650758 h 1978974"/>
                <a:gd name="connsiteX254" fmla="*/ 3520774 w 4011346"/>
                <a:gd name="connsiteY254" fmla="*/ 634071 h 1978974"/>
                <a:gd name="connsiteX255" fmla="*/ 3530786 w 4011346"/>
                <a:gd name="connsiteY255" fmla="*/ 674118 h 1978974"/>
                <a:gd name="connsiteX256" fmla="*/ 3537460 w 4011346"/>
                <a:gd name="connsiteY256" fmla="*/ 700816 h 1978974"/>
                <a:gd name="connsiteX257" fmla="*/ 3507425 w 4011346"/>
                <a:gd name="connsiteY257" fmla="*/ 724176 h 1978974"/>
                <a:gd name="connsiteX258" fmla="*/ 3477390 w 4011346"/>
                <a:gd name="connsiteY258" fmla="*/ 697479 h 1978974"/>
                <a:gd name="connsiteX259" fmla="*/ 3477390 w 4011346"/>
                <a:gd name="connsiteY259" fmla="*/ 677455 h 1978974"/>
                <a:gd name="connsiteX260" fmla="*/ 3504088 w 4011346"/>
                <a:gd name="connsiteY260" fmla="*/ 657432 h 1978974"/>
                <a:gd name="connsiteX261" fmla="*/ 3467379 w 4011346"/>
                <a:gd name="connsiteY261" fmla="*/ 644083 h 1978974"/>
                <a:gd name="connsiteX262" fmla="*/ 3450692 w 4011346"/>
                <a:gd name="connsiteY262" fmla="*/ 670781 h 1978974"/>
                <a:gd name="connsiteX263" fmla="*/ 3440681 w 4011346"/>
                <a:gd name="connsiteY263" fmla="*/ 684130 h 1978974"/>
                <a:gd name="connsiteX264" fmla="*/ 3357250 w 4011346"/>
                <a:gd name="connsiteY264" fmla="*/ 670781 h 1978974"/>
                <a:gd name="connsiteX265" fmla="*/ 3297180 w 4011346"/>
                <a:gd name="connsiteY265" fmla="*/ 677455 h 1978974"/>
                <a:gd name="connsiteX266" fmla="*/ 3267145 w 4011346"/>
                <a:gd name="connsiteY266" fmla="*/ 654095 h 1978974"/>
                <a:gd name="connsiteX267" fmla="*/ 3267145 w 4011346"/>
                <a:gd name="connsiteY267" fmla="*/ 617385 h 1978974"/>
                <a:gd name="connsiteX268" fmla="*/ 3203738 w 4011346"/>
                <a:gd name="connsiteY268" fmla="*/ 560652 h 1978974"/>
                <a:gd name="connsiteX269" fmla="*/ 3076923 w 4011346"/>
                <a:gd name="connsiteY269" fmla="*/ 567327 h 1978974"/>
                <a:gd name="connsiteX270" fmla="*/ 3043551 w 4011346"/>
                <a:gd name="connsiteY270" fmla="*/ 543966 h 1978974"/>
                <a:gd name="connsiteX271" fmla="*/ 3000167 w 4011346"/>
                <a:gd name="connsiteY271" fmla="*/ 497245 h 1978974"/>
                <a:gd name="connsiteX272" fmla="*/ 3013516 w 4011346"/>
                <a:gd name="connsiteY272" fmla="*/ 490571 h 1978974"/>
                <a:gd name="connsiteX273" fmla="*/ 3000167 w 4011346"/>
                <a:gd name="connsiteY273" fmla="*/ 470547 h 1978974"/>
                <a:gd name="connsiteX274" fmla="*/ 2970132 w 4011346"/>
                <a:gd name="connsiteY274" fmla="*/ 467210 h 1978974"/>
                <a:gd name="connsiteX275" fmla="*/ 2920073 w 4011346"/>
                <a:gd name="connsiteY275" fmla="*/ 513931 h 1978974"/>
                <a:gd name="connsiteX276" fmla="*/ 2920073 w 4011346"/>
                <a:gd name="connsiteY276" fmla="*/ 513931 h 1978974"/>
                <a:gd name="connsiteX277" fmla="*/ 2916736 w 4011346"/>
                <a:gd name="connsiteY277" fmla="*/ 463873 h 1978974"/>
                <a:gd name="connsiteX278" fmla="*/ 2936760 w 4011346"/>
                <a:gd name="connsiteY278" fmla="*/ 460536 h 1978974"/>
                <a:gd name="connsiteX279" fmla="*/ 2866678 w 4011346"/>
                <a:gd name="connsiteY279" fmla="*/ 430501 h 1978974"/>
                <a:gd name="connsiteX280" fmla="*/ 2813282 w 4011346"/>
                <a:gd name="connsiteY280" fmla="*/ 427163 h 1978974"/>
                <a:gd name="connsiteX281" fmla="*/ 2793259 w 4011346"/>
                <a:gd name="connsiteY281" fmla="*/ 450524 h 1978974"/>
                <a:gd name="connsiteX282" fmla="*/ 2743200 w 4011346"/>
                <a:gd name="connsiteY282" fmla="*/ 460536 h 1978974"/>
                <a:gd name="connsiteX283" fmla="*/ 2786584 w 4011346"/>
                <a:gd name="connsiteY283" fmla="*/ 470547 h 1978974"/>
                <a:gd name="connsiteX284" fmla="*/ 2763224 w 4011346"/>
                <a:gd name="connsiteY284" fmla="*/ 490571 h 1978974"/>
                <a:gd name="connsiteX285" fmla="*/ 2769898 w 4011346"/>
                <a:gd name="connsiteY285" fmla="*/ 540629 h 1978974"/>
                <a:gd name="connsiteX286" fmla="*/ 2749875 w 4011346"/>
                <a:gd name="connsiteY286" fmla="*/ 523943 h 1978974"/>
                <a:gd name="connsiteX287" fmla="*/ 2733189 w 4011346"/>
                <a:gd name="connsiteY287" fmla="*/ 537292 h 1978974"/>
                <a:gd name="connsiteX288" fmla="*/ 2666444 w 4011346"/>
                <a:gd name="connsiteY288" fmla="*/ 527280 h 1978974"/>
                <a:gd name="connsiteX289" fmla="*/ 2636409 w 4011346"/>
                <a:gd name="connsiteY289" fmla="*/ 537292 h 1978974"/>
                <a:gd name="connsiteX290" fmla="*/ 2603037 w 4011346"/>
                <a:gd name="connsiteY290" fmla="*/ 497245 h 1978974"/>
                <a:gd name="connsiteX291" fmla="*/ 2569665 w 4011346"/>
                <a:gd name="connsiteY291" fmla="*/ 580676 h 1978974"/>
                <a:gd name="connsiteX292" fmla="*/ 2552979 w 4011346"/>
                <a:gd name="connsiteY292" fmla="*/ 600699 h 1978974"/>
                <a:gd name="connsiteX293" fmla="*/ 2469548 w 4011346"/>
                <a:gd name="connsiteY293" fmla="*/ 463873 h 1978974"/>
                <a:gd name="connsiteX294" fmla="*/ 2446187 w 4011346"/>
                <a:gd name="connsiteY294" fmla="*/ 480559 h 1978974"/>
                <a:gd name="connsiteX295" fmla="*/ 2442850 w 4011346"/>
                <a:gd name="connsiteY295" fmla="*/ 447187 h 1978974"/>
                <a:gd name="connsiteX296" fmla="*/ 2449525 w 4011346"/>
                <a:gd name="connsiteY296" fmla="*/ 377105 h 1978974"/>
                <a:gd name="connsiteX297" fmla="*/ 2386117 w 4011346"/>
                <a:gd name="connsiteY297" fmla="*/ 350407 h 1978974"/>
                <a:gd name="connsiteX298" fmla="*/ 2369431 w 4011346"/>
                <a:gd name="connsiteY298" fmla="*/ 390454 h 1978974"/>
                <a:gd name="connsiteX299" fmla="*/ 2379443 w 4011346"/>
                <a:gd name="connsiteY299" fmla="*/ 413814 h 1978974"/>
                <a:gd name="connsiteX300" fmla="*/ 2376106 w 4011346"/>
                <a:gd name="connsiteY300" fmla="*/ 433838 h 1978974"/>
                <a:gd name="connsiteX301" fmla="*/ 2352745 w 4011346"/>
                <a:gd name="connsiteY301" fmla="*/ 410477 h 1978974"/>
                <a:gd name="connsiteX302" fmla="*/ 2316036 w 4011346"/>
                <a:gd name="connsiteY302" fmla="*/ 417152 h 1978974"/>
                <a:gd name="connsiteX303" fmla="*/ 2272652 w 4011346"/>
                <a:gd name="connsiteY303" fmla="*/ 403803 h 1978974"/>
                <a:gd name="connsiteX304" fmla="*/ 2245954 w 4011346"/>
                <a:gd name="connsiteY304" fmla="*/ 363756 h 1978974"/>
                <a:gd name="connsiteX305" fmla="*/ 2209244 w 4011346"/>
                <a:gd name="connsiteY305" fmla="*/ 360419 h 1978974"/>
                <a:gd name="connsiteX306" fmla="*/ 2159186 w 4011346"/>
                <a:gd name="connsiteY306" fmla="*/ 350407 h 1978974"/>
                <a:gd name="connsiteX307" fmla="*/ 2132488 w 4011346"/>
                <a:gd name="connsiteY307" fmla="*/ 367093 h 1978974"/>
                <a:gd name="connsiteX308" fmla="*/ 2115802 w 4011346"/>
                <a:gd name="connsiteY308" fmla="*/ 380442 h 1978974"/>
                <a:gd name="connsiteX309" fmla="*/ 2115802 w 4011346"/>
                <a:gd name="connsiteY309" fmla="*/ 350407 h 1978974"/>
                <a:gd name="connsiteX310" fmla="*/ 2082430 w 4011346"/>
                <a:gd name="connsiteY310" fmla="*/ 347070 h 1978974"/>
                <a:gd name="connsiteX311" fmla="*/ 2045720 w 4011346"/>
                <a:gd name="connsiteY311" fmla="*/ 320372 h 1978974"/>
                <a:gd name="connsiteX312" fmla="*/ 2025697 w 4011346"/>
                <a:gd name="connsiteY312" fmla="*/ 350407 h 1978974"/>
                <a:gd name="connsiteX313" fmla="*/ 2055732 w 4011346"/>
                <a:gd name="connsiteY313" fmla="*/ 347070 h 1978974"/>
                <a:gd name="connsiteX314" fmla="*/ 2045720 w 4011346"/>
                <a:gd name="connsiteY314" fmla="*/ 373768 h 1978974"/>
                <a:gd name="connsiteX315" fmla="*/ 1988987 w 4011346"/>
                <a:gd name="connsiteY315" fmla="*/ 393791 h 1978974"/>
                <a:gd name="connsiteX316" fmla="*/ 1935592 w 4011346"/>
                <a:gd name="connsiteY316" fmla="*/ 403803 h 1978974"/>
                <a:gd name="connsiteX317" fmla="*/ 1995662 w 4011346"/>
                <a:gd name="connsiteY317" fmla="*/ 347070 h 1978974"/>
                <a:gd name="connsiteX318" fmla="*/ 2055732 w 4011346"/>
                <a:gd name="connsiteY318" fmla="*/ 276988 h 1978974"/>
                <a:gd name="connsiteX319" fmla="*/ 2055732 w 4011346"/>
                <a:gd name="connsiteY319" fmla="*/ 276988 h 1978974"/>
                <a:gd name="connsiteX320" fmla="*/ 1882196 w 4011346"/>
                <a:gd name="connsiteY320" fmla="*/ 50058 h 1978974"/>
                <a:gd name="connsiteX321" fmla="*/ 1835474 w 4011346"/>
                <a:gd name="connsiteY321" fmla="*/ 0 h 1978974"/>
                <a:gd name="connsiteX322" fmla="*/ 1838813 w 4011346"/>
                <a:gd name="connsiteY322" fmla="*/ 93441 h 1978974"/>
                <a:gd name="connsiteX323" fmla="*/ 1782079 w 4011346"/>
                <a:gd name="connsiteY323" fmla="*/ 80092 h 1978974"/>
                <a:gd name="connsiteX324" fmla="*/ 1768731 w 4011346"/>
                <a:gd name="connsiteY324" fmla="*/ 126814 h 1978974"/>
                <a:gd name="connsiteX325" fmla="*/ 1705322 w 4011346"/>
                <a:gd name="connsiteY325" fmla="*/ 150174 h 1978974"/>
                <a:gd name="connsiteX326" fmla="*/ 1685300 w 4011346"/>
                <a:gd name="connsiteY326" fmla="*/ 123476 h 1978974"/>
                <a:gd name="connsiteX327" fmla="*/ 1615218 w 4011346"/>
                <a:gd name="connsiteY327" fmla="*/ 126814 h 1978974"/>
                <a:gd name="connsiteX328" fmla="*/ 1638579 w 4011346"/>
                <a:gd name="connsiteY328" fmla="*/ 156849 h 1978974"/>
                <a:gd name="connsiteX329" fmla="*/ 1528449 w 4011346"/>
                <a:gd name="connsiteY329" fmla="*/ 183545 h 1978974"/>
                <a:gd name="connsiteX330" fmla="*/ 1465043 w 4011346"/>
                <a:gd name="connsiteY330" fmla="*/ 266976 h 1978974"/>
                <a:gd name="connsiteX331" fmla="*/ 1448357 w 4011346"/>
                <a:gd name="connsiteY331" fmla="*/ 293674 h 1978974"/>
                <a:gd name="connsiteX332" fmla="*/ 1481729 w 4011346"/>
                <a:gd name="connsiteY332" fmla="*/ 327047 h 1978974"/>
                <a:gd name="connsiteX333" fmla="*/ 1481729 w 4011346"/>
                <a:gd name="connsiteY333" fmla="*/ 357082 h 1978974"/>
                <a:gd name="connsiteX334" fmla="*/ 1458368 w 4011346"/>
                <a:gd name="connsiteY334" fmla="*/ 360419 h 1978974"/>
                <a:gd name="connsiteX335" fmla="*/ 1458368 w 4011346"/>
                <a:gd name="connsiteY335" fmla="*/ 340395 h 1978974"/>
                <a:gd name="connsiteX336" fmla="*/ 1418322 w 4011346"/>
                <a:gd name="connsiteY336" fmla="*/ 350407 h 1978974"/>
                <a:gd name="connsiteX337" fmla="*/ 1368263 w 4011346"/>
                <a:gd name="connsiteY337" fmla="*/ 357082 h 1978974"/>
                <a:gd name="connsiteX338" fmla="*/ 1321542 w 4011346"/>
                <a:gd name="connsiteY338" fmla="*/ 363756 h 1978974"/>
                <a:gd name="connsiteX339" fmla="*/ 1318205 w 4011346"/>
                <a:gd name="connsiteY339" fmla="*/ 450524 h 1978974"/>
                <a:gd name="connsiteX340" fmla="*/ 1358252 w 4011346"/>
                <a:gd name="connsiteY340" fmla="*/ 473885 h 1978974"/>
                <a:gd name="connsiteX341" fmla="*/ 1374938 w 4011346"/>
                <a:gd name="connsiteY341" fmla="*/ 503920 h 1978974"/>
                <a:gd name="connsiteX342" fmla="*/ 1384949 w 4011346"/>
                <a:gd name="connsiteY342" fmla="*/ 527280 h 1978974"/>
                <a:gd name="connsiteX343" fmla="*/ 1394961 w 4011346"/>
                <a:gd name="connsiteY343" fmla="*/ 577339 h 1978974"/>
                <a:gd name="connsiteX344" fmla="*/ 1384949 w 4011346"/>
                <a:gd name="connsiteY344" fmla="*/ 607374 h 1978974"/>
                <a:gd name="connsiteX345" fmla="*/ 1358252 w 4011346"/>
                <a:gd name="connsiteY345" fmla="*/ 574001 h 1978974"/>
                <a:gd name="connsiteX346" fmla="*/ 1361589 w 4011346"/>
                <a:gd name="connsiteY346" fmla="*/ 543966 h 1978974"/>
                <a:gd name="connsiteX347" fmla="*/ 1351577 w 4011346"/>
                <a:gd name="connsiteY347" fmla="*/ 503920 h 1978974"/>
                <a:gd name="connsiteX348" fmla="*/ 1328217 w 4011346"/>
                <a:gd name="connsiteY348" fmla="*/ 510594 h 1978974"/>
                <a:gd name="connsiteX349" fmla="*/ 1281495 w 4011346"/>
                <a:gd name="connsiteY349" fmla="*/ 473885 h 1978974"/>
                <a:gd name="connsiteX350" fmla="*/ 1241449 w 4011346"/>
                <a:gd name="connsiteY350" fmla="*/ 470547 h 1978974"/>
                <a:gd name="connsiteX351" fmla="*/ 1241449 w 4011346"/>
                <a:gd name="connsiteY351" fmla="*/ 517268 h 1978974"/>
                <a:gd name="connsiteX352" fmla="*/ 1201402 w 4011346"/>
                <a:gd name="connsiteY352" fmla="*/ 497245 h 1978974"/>
                <a:gd name="connsiteX353" fmla="*/ 1228100 w 4011346"/>
                <a:gd name="connsiteY353" fmla="*/ 547303 h 1978974"/>
                <a:gd name="connsiteX354" fmla="*/ 1258135 w 4011346"/>
                <a:gd name="connsiteY354" fmla="*/ 557315 h 1978974"/>
                <a:gd name="connsiteX355" fmla="*/ 1258135 w 4011346"/>
                <a:gd name="connsiteY355" fmla="*/ 577339 h 1978974"/>
                <a:gd name="connsiteX356" fmla="*/ 1198065 w 4011346"/>
                <a:gd name="connsiteY356" fmla="*/ 553978 h 1978974"/>
                <a:gd name="connsiteX357" fmla="*/ 1181379 w 4011346"/>
                <a:gd name="connsiteY357" fmla="*/ 553978 h 1978974"/>
                <a:gd name="connsiteX358" fmla="*/ 1178041 w 4011346"/>
                <a:gd name="connsiteY358" fmla="*/ 510594 h 1978974"/>
                <a:gd name="connsiteX359" fmla="*/ 1171367 w 4011346"/>
                <a:gd name="connsiteY359" fmla="*/ 423826 h 1978974"/>
                <a:gd name="connsiteX360" fmla="*/ 1161355 w 4011346"/>
                <a:gd name="connsiteY360" fmla="*/ 493908 h 1978974"/>
                <a:gd name="connsiteX361" fmla="*/ 1137995 w 4011346"/>
                <a:gd name="connsiteY361" fmla="*/ 523943 h 1978974"/>
                <a:gd name="connsiteX362" fmla="*/ 1158018 w 4011346"/>
                <a:gd name="connsiteY362" fmla="*/ 570664 h 1978974"/>
                <a:gd name="connsiteX363" fmla="*/ 1158018 w 4011346"/>
                <a:gd name="connsiteY363" fmla="*/ 604036 h 1978974"/>
                <a:gd name="connsiteX364" fmla="*/ 1141332 w 4011346"/>
                <a:gd name="connsiteY364" fmla="*/ 654095 h 1978974"/>
                <a:gd name="connsiteX365" fmla="*/ 1154681 w 4011346"/>
                <a:gd name="connsiteY365" fmla="*/ 687467 h 1978974"/>
                <a:gd name="connsiteX366" fmla="*/ 1184716 w 4011346"/>
                <a:gd name="connsiteY366" fmla="*/ 694141 h 1978974"/>
                <a:gd name="connsiteX367" fmla="*/ 1221425 w 4011346"/>
                <a:gd name="connsiteY367" fmla="*/ 700816 h 1978974"/>
                <a:gd name="connsiteX368" fmla="*/ 1241449 w 4011346"/>
                <a:gd name="connsiteY368" fmla="*/ 724176 h 1978974"/>
                <a:gd name="connsiteX369" fmla="*/ 1258135 w 4011346"/>
                <a:gd name="connsiteY369" fmla="*/ 767560 h 1978974"/>
                <a:gd name="connsiteX370" fmla="*/ 1258135 w 4011346"/>
                <a:gd name="connsiteY370" fmla="*/ 767560 h 1978974"/>
                <a:gd name="connsiteX371" fmla="*/ 1254798 w 4011346"/>
                <a:gd name="connsiteY371" fmla="*/ 800933 h 1978974"/>
                <a:gd name="connsiteX372" fmla="*/ 1274821 w 4011346"/>
                <a:gd name="connsiteY372" fmla="*/ 820956 h 1978974"/>
                <a:gd name="connsiteX373" fmla="*/ 1244786 w 4011346"/>
                <a:gd name="connsiteY373" fmla="*/ 827631 h 1978974"/>
                <a:gd name="connsiteX374" fmla="*/ 1224763 w 4011346"/>
                <a:gd name="connsiteY374" fmla="*/ 787584 h 1978974"/>
                <a:gd name="connsiteX375" fmla="*/ 1224763 w 4011346"/>
                <a:gd name="connsiteY375" fmla="*/ 747537 h 1978974"/>
                <a:gd name="connsiteX376" fmla="*/ 1194727 w 4011346"/>
                <a:gd name="connsiteY376" fmla="*/ 710828 h 1978974"/>
                <a:gd name="connsiteX377" fmla="*/ 1164692 w 4011346"/>
                <a:gd name="connsiteY377" fmla="*/ 754212 h 1978974"/>
                <a:gd name="connsiteX378" fmla="*/ 1178041 w 4011346"/>
                <a:gd name="connsiteY378" fmla="*/ 797595 h 1978974"/>
                <a:gd name="connsiteX379" fmla="*/ 1137995 w 4011346"/>
                <a:gd name="connsiteY379" fmla="*/ 854328 h 1978974"/>
                <a:gd name="connsiteX380" fmla="*/ 1097948 w 4011346"/>
                <a:gd name="connsiteY380" fmla="*/ 911061 h 1978974"/>
                <a:gd name="connsiteX381" fmla="*/ 1007843 w 4011346"/>
                <a:gd name="connsiteY381" fmla="*/ 874352 h 1978974"/>
                <a:gd name="connsiteX382" fmla="*/ 1074587 w 4011346"/>
                <a:gd name="connsiteY382" fmla="*/ 871014 h 1978974"/>
                <a:gd name="connsiteX383" fmla="*/ 1107960 w 4011346"/>
                <a:gd name="connsiteY383" fmla="*/ 807607 h 1978974"/>
                <a:gd name="connsiteX384" fmla="*/ 1121309 w 4011346"/>
                <a:gd name="connsiteY384" fmla="*/ 764223 h 1978974"/>
                <a:gd name="connsiteX385" fmla="*/ 1127983 w 4011346"/>
                <a:gd name="connsiteY385" fmla="*/ 730851 h 1978974"/>
                <a:gd name="connsiteX386" fmla="*/ 1117971 w 4011346"/>
                <a:gd name="connsiteY386" fmla="*/ 714165 h 1978974"/>
                <a:gd name="connsiteX387" fmla="*/ 1114634 w 4011346"/>
                <a:gd name="connsiteY387" fmla="*/ 664106 h 1978974"/>
                <a:gd name="connsiteX388" fmla="*/ 1104622 w 4011346"/>
                <a:gd name="connsiteY388" fmla="*/ 584013 h 1978974"/>
                <a:gd name="connsiteX389" fmla="*/ 1101285 w 4011346"/>
                <a:gd name="connsiteY389" fmla="*/ 523943 h 1978974"/>
                <a:gd name="connsiteX390" fmla="*/ 1124646 w 4011346"/>
                <a:gd name="connsiteY390" fmla="*/ 430501 h 1978974"/>
                <a:gd name="connsiteX391" fmla="*/ 1031203 w 4011346"/>
                <a:gd name="connsiteY391" fmla="*/ 420489 h 1978974"/>
                <a:gd name="connsiteX392" fmla="*/ 1014517 w 4011346"/>
                <a:gd name="connsiteY392" fmla="*/ 477222 h 1978974"/>
                <a:gd name="connsiteX393" fmla="*/ 1024529 w 4011346"/>
                <a:gd name="connsiteY393" fmla="*/ 523943 h 1978974"/>
                <a:gd name="connsiteX394" fmla="*/ 981145 w 4011346"/>
                <a:gd name="connsiteY394" fmla="*/ 577339 h 1978974"/>
                <a:gd name="connsiteX395" fmla="*/ 991157 w 4011346"/>
                <a:gd name="connsiteY395" fmla="*/ 614048 h 1978974"/>
                <a:gd name="connsiteX396" fmla="*/ 981145 w 4011346"/>
                <a:gd name="connsiteY396" fmla="*/ 660769 h 1978974"/>
                <a:gd name="connsiteX397" fmla="*/ 1001168 w 4011346"/>
                <a:gd name="connsiteY397" fmla="*/ 684130 h 1978974"/>
                <a:gd name="connsiteX398" fmla="*/ 1017854 w 4011346"/>
                <a:gd name="connsiteY398" fmla="*/ 730851 h 1978974"/>
                <a:gd name="connsiteX399" fmla="*/ 1047890 w 4011346"/>
                <a:gd name="connsiteY399" fmla="*/ 717502 h 1978974"/>
                <a:gd name="connsiteX400" fmla="*/ 1014517 w 4011346"/>
                <a:gd name="connsiteY400" fmla="*/ 770898 h 1978974"/>
                <a:gd name="connsiteX401" fmla="*/ 957784 w 4011346"/>
                <a:gd name="connsiteY401" fmla="*/ 717502 h 1978974"/>
                <a:gd name="connsiteX402" fmla="*/ 884365 w 4011346"/>
                <a:gd name="connsiteY402" fmla="*/ 680793 h 1978974"/>
                <a:gd name="connsiteX403" fmla="*/ 824295 w 4011346"/>
                <a:gd name="connsiteY403" fmla="*/ 657432 h 1978974"/>
                <a:gd name="connsiteX404" fmla="*/ 810946 w 4011346"/>
                <a:gd name="connsiteY404" fmla="*/ 694141 h 1978974"/>
                <a:gd name="connsiteX405" fmla="*/ 827633 w 4011346"/>
                <a:gd name="connsiteY405" fmla="*/ 730851 h 1978974"/>
                <a:gd name="connsiteX406" fmla="*/ 814284 w 4011346"/>
                <a:gd name="connsiteY406" fmla="*/ 754212 h 1978974"/>
                <a:gd name="connsiteX407" fmla="*/ 800935 w 4011346"/>
                <a:gd name="connsiteY407" fmla="*/ 770898 h 1978974"/>
                <a:gd name="connsiteX408" fmla="*/ 770900 w 4011346"/>
                <a:gd name="connsiteY408" fmla="*/ 714165 h 1978974"/>
                <a:gd name="connsiteX409" fmla="*/ 744202 w 4011346"/>
                <a:gd name="connsiteY409" fmla="*/ 750874 h 1978974"/>
                <a:gd name="connsiteX410" fmla="*/ 707492 w 4011346"/>
                <a:gd name="connsiteY410" fmla="*/ 744200 h 1978974"/>
                <a:gd name="connsiteX411" fmla="*/ 654097 w 4011346"/>
                <a:gd name="connsiteY411" fmla="*/ 780909 h 1978974"/>
                <a:gd name="connsiteX412" fmla="*/ 644085 w 4011346"/>
                <a:gd name="connsiteY412" fmla="*/ 757549 h 1978974"/>
                <a:gd name="connsiteX413" fmla="*/ 654097 w 4011346"/>
                <a:gd name="connsiteY413" fmla="*/ 720839 h 1978974"/>
                <a:gd name="connsiteX414" fmla="*/ 614050 w 4011346"/>
                <a:gd name="connsiteY414" fmla="*/ 757549 h 1978974"/>
                <a:gd name="connsiteX415" fmla="*/ 594027 w 4011346"/>
                <a:gd name="connsiteY415" fmla="*/ 757549 h 1978974"/>
                <a:gd name="connsiteX416" fmla="*/ 533957 w 4011346"/>
                <a:gd name="connsiteY416" fmla="*/ 790921 h 1978974"/>
                <a:gd name="connsiteX417" fmla="*/ 510596 w 4011346"/>
                <a:gd name="connsiteY417" fmla="*/ 814282 h 1978974"/>
                <a:gd name="connsiteX418" fmla="*/ 500584 w 4011346"/>
                <a:gd name="connsiteY418" fmla="*/ 861003 h 1978974"/>
                <a:gd name="connsiteX419" fmla="*/ 450526 w 4011346"/>
                <a:gd name="connsiteY419" fmla="*/ 847654 h 1978974"/>
                <a:gd name="connsiteX420" fmla="*/ 433840 w 4011346"/>
                <a:gd name="connsiteY420" fmla="*/ 810944 h 1978974"/>
                <a:gd name="connsiteX421" fmla="*/ 467212 w 4011346"/>
                <a:gd name="connsiteY421" fmla="*/ 780909 h 1978974"/>
                <a:gd name="connsiteX422" fmla="*/ 453863 w 4011346"/>
                <a:gd name="connsiteY422" fmla="*/ 757549 h 1978974"/>
                <a:gd name="connsiteX423" fmla="*/ 390456 w 4011346"/>
                <a:gd name="connsiteY423" fmla="*/ 727514 h 1978974"/>
                <a:gd name="connsiteX424" fmla="*/ 417154 w 4011346"/>
                <a:gd name="connsiteY424" fmla="*/ 777572 h 1978974"/>
                <a:gd name="connsiteX425" fmla="*/ 407142 w 4011346"/>
                <a:gd name="connsiteY425" fmla="*/ 820956 h 1978974"/>
                <a:gd name="connsiteX426" fmla="*/ 413817 w 4011346"/>
                <a:gd name="connsiteY426" fmla="*/ 857666 h 1978974"/>
                <a:gd name="connsiteX427" fmla="*/ 427165 w 4011346"/>
                <a:gd name="connsiteY427" fmla="*/ 881026 h 1978974"/>
                <a:gd name="connsiteX428" fmla="*/ 413817 w 4011346"/>
                <a:gd name="connsiteY428" fmla="*/ 911061 h 1978974"/>
                <a:gd name="connsiteX429" fmla="*/ 390456 w 4011346"/>
                <a:gd name="connsiteY429" fmla="*/ 887701 h 1978974"/>
                <a:gd name="connsiteX430" fmla="*/ 360421 w 4011346"/>
                <a:gd name="connsiteY430" fmla="*/ 884363 h 1978974"/>
                <a:gd name="connsiteX431" fmla="*/ 333723 w 4011346"/>
                <a:gd name="connsiteY431" fmla="*/ 924410 h 1978974"/>
                <a:gd name="connsiteX432" fmla="*/ 307025 w 4011346"/>
                <a:gd name="connsiteY432" fmla="*/ 944433 h 1978974"/>
                <a:gd name="connsiteX433" fmla="*/ 320374 w 4011346"/>
                <a:gd name="connsiteY433" fmla="*/ 971131 h 1978974"/>
                <a:gd name="connsiteX434" fmla="*/ 303688 w 4011346"/>
                <a:gd name="connsiteY434" fmla="*/ 994492 h 1978974"/>
                <a:gd name="connsiteX435" fmla="*/ 233606 w 4011346"/>
                <a:gd name="connsiteY435" fmla="*/ 957782 h 1978974"/>
                <a:gd name="connsiteX436" fmla="*/ 243618 w 4011346"/>
                <a:gd name="connsiteY436" fmla="*/ 1007841 h 1978974"/>
                <a:gd name="connsiteX437" fmla="*/ 263641 w 4011346"/>
                <a:gd name="connsiteY437" fmla="*/ 1027864 h 1978974"/>
                <a:gd name="connsiteX438" fmla="*/ 250292 w 4011346"/>
                <a:gd name="connsiteY438" fmla="*/ 1041213 h 1978974"/>
                <a:gd name="connsiteX439" fmla="*/ 193560 w 4011346"/>
                <a:gd name="connsiteY439" fmla="*/ 1004503 h 1978974"/>
                <a:gd name="connsiteX440" fmla="*/ 170199 w 4011346"/>
                <a:gd name="connsiteY440" fmla="*/ 964457 h 1978974"/>
                <a:gd name="connsiteX441" fmla="*/ 170199 w 4011346"/>
                <a:gd name="connsiteY441" fmla="*/ 917736 h 1978974"/>
                <a:gd name="connsiteX442" fmla="*/ 133490 w 4011346"/>
                <a:gd name="connsiteY442" fmla="*/ 840979 h 1978974"/>
                <a:gd name="connsiteX443" fmla="*/ 196897 w 4011346"/>
                <a:gd name="connsiteY443" fmla="*/ 871014 h 1978974"/>
                <a:gd name="connsiteX444" fmla="*/ 256967 w 4011346"/>
                <a:gd name="connsiteY444" fmla="*/ 901049 h 1978974"/>
                <a:gd name="connsiteX445" fmla="*/ 293676 w 4011346"/>
                <a:gd name="connsiteY445" fmla="*/ 904387 h 1978974"/>
                <a:gd name="connsiteX446" fmla="*/ 327049 w 4011346"/>
                <a:gd name="connsiteY446" fmla="*/ 874352 h 1978974"/>
                <a:gd name="connsiteX447" fmla="*/ 343735 w 4011346"/>
                <a:gd name="connsiteY447" fmla="*/ 837642 h 1978974"/>
                <a:gd name="connsiteX448" fmla="*/ 333723 w 4011346"/>
                <a:gd name="connsiteY448" fmla="*/ 787584 h 1978974"/>
                <a:gd name="connsiteX449" fmla="*/ 290339 w 4011346"/>
                <a:gd name="connsiteY449" fmla="*/ 767560 h 1978974"/>
                <a:gd name="connsiteX450" fmla="*/ 236944 w 4011346"/>
                <a:gd name="connsiteY450" fmla="*/ 720839 h 1978974"/>
                <a:gd name="connsiteX451" fmla="*/ 133490 w 4011346"/>
                <a:gd name="connsiteY451" fmla="*/ 664106 h 1978974"/>
                <a:gd name="connsiteX0" fmla="*/ 133490 w 4011346"/>
                <a:gd name="connsiteY0" fmla="*/ 690804 h 2005672"/>
                <a:gd name="connsiteX1" fmla="*/ 46722 w 4011346"/>
                <a:gd name="connsiteY1" fmla="*/ 720839 h 2005672"/>
                <a:gd name="connsiteX2" fmla="*/ 33373 w 4011346"/>
                <a:gd name="connsiteY2" fmla="*/ 750874 h 2005672"/>
                <a:gd name="connsiteX3" fmla="*/ 43384 w 4011346"/>
                <a:gd name="connsiteY3" fmla="*/ 780910 h 2005672"/>
                <a:gd name="connsiteX4" fmla="*/ 60071 w 4011346"/>
                <a:gd name="connsiteY4" fmla="*/ 807607 h 2005672"/>
                <a:gd name="connsiteX5" fmla="*/ 73419 w 4011346"/>
                <a:gd name="connsiteY5" fmla="*/ 837642 h 2005672"/>
                <a:gd name="connsiteX6" fmla="*/ 56733 w 4011346"/>
                <a:gd name="connsiteY6" fmla="*/ 861003 h 2005672"/>
                <a:gd name="connsiteX7" fmla="*/ 76757 w 4011346"/>
                <a:gd name="connsiteY7" fmla="*/ 941096 h 2005672"/>
                <a:gd name="connsiteX8" fmla="*/ 66745 w 4011346"/>
                <a:gd name="connsiteY8" fmla="*/ 957783 h 2005672"/>
                <a:gd name="connsiteX9" fmla="*/ 70082 w 4011346"/>
                <a:gd name="connsiteY9" fmla="*/ 984480 h 2005672"/>
                <a:gd name="connsiteX10" fmla="*/ 70082 w 4011346"/>
                <a:gd name="connsiteY10" fmla="*/ 1024527 h 2005672"/>
                <a:gd name="connsiteX11" fmla="*/ 80094 w 4011346"/>
                <a:gd name="connsiteY11" fmla="*/ 1044550 h 2005672"/>
                <a:gd name="connsiteX12" fmla="*/ 76757 w 4011346"/>
                <a:gd name="connsiteY12" fmla="*/ 1067911 h 2005672"/>
                <a:gd name="connsiteX13" fmla="*/ 106792 w 4011346"/>
                <a:gd name="connsiteY13" fmla="*/ 1101283 h 2005672"/>
                <a:gd name="connsiteX14" fmla="*/ 106792 w 4011346"/>
                <a:gd name="connsiteY14" fmla="*/ 1131318 h 2005672"/>
                <a:gd name="connsiteX15" fmla="*/ 13349 w 4011346"/>
                <a:gd name="connsiteY15" fmla="*/ 1221423 h 2005672"/>
                <a:gd name="connsiteX16" fmla="*/ 33373 w 4011346"/>
                <a:gd name="connsiteY16" fmla="*/ 1254796 h 2005672"/>
                <a:gd name="connsiteX17" fmla="*/ 33373 w 4011346"/>
                <a:gd name="connsiteY17" fmla="*/ 1254796 h 2005672"/>
                <a:gd name="connsiteX18" fmla="*/ 16687 w 4011346"/>
                <a:gd name="connsiteY18" fmla="*/ 1284831 h 2005672"/>
                <a:gd name="connsiteX19" fmla="*/ 3338 w 4011346"/>
                <a:gd name="connsiteY19" fmla="*/ 1314866 h 2005672"/>
                <a:gd name="connsiteX20" fmla="*/ 0 w 4011346"/>
                <a:gd name="connsiteY20" fmla="*/ 1374936 h 2005672"/>
                <a:gd name="connsiteX21" fmla="*/ 16687 w 4011346"/>
                <a:gd name="connsiteY21" fmla="*/ 1418320 h 2005672"/>
                <a:gd name="connsiteX22" fmla="*/ 20024 w 4011346"/>
                <a:gd name="connsiteY22" fmla="*/ 1451692 h 2005672"/>
                <a:gd name="connsiteX23" fmla="*/ 56733 w 4011346"/>
                <a:gd name="connsiteY23" fmla="*/ 1461704 h 2005672"/>
                <a:gd name="connsiteX24" fmla="*/ 116803 w 4011346"/>
                <a:gd name="connsiteY24" fmla="*/ 1548472 h 2005672"/>
                <a:gd name="connsiteX25" fmla="*/ 96780 w 4011346"/>
                <a:gd name="connsiteY25" fmla="*/ 1571832 h 2005672"/>
                <a:gd name="connsiteX26" fmla="*/ 93443 w 4011346"/>
                <a:gd name="connsiteY26" fmla="*/ 1601867 h 2005672"/>
                <a:gd name="connsiteX27" fmla="*/ 120141 w 4011346"/>
                <a:gd name="connsiteY27" fmla="*/ 1605204 h 2005672"/>
                <a:gd name="connsiteX28" fmla="*/ 160187 w 4011346"/>
                <a:gd name="connsiteY28" fmla="*/ 1618553 h 2005672"/>
                <a:gd name="connsiteX29" fmla="*/ 186885 w 4011346"/>
                <a:gd name="connsiteY29" fmla="*/ 1631902 h 2005672"/>
                <a:gd name="connsiteX30" fmla="*/ 213583 w 4011346"/>
                <a:gd name="connsiteY30" fmla="*/ 1661937 h 2005672"/>
                <a:gd name="connsiteX31" fmla="*/ 243618 w 4011346"/>
                <a:gd name="connsiteY31" fmla="*/ 1665274 h 2005672"/>
                <a:gd name="connsiteX32" fmla="*/ 287002 w 4011346"/>
                <a:gd name="connsiteY32" fmla="*/ 1695310 h 2005672"/>
                <a:gd name="connsiteX33" fmla="*/ 310363 w 4011346"/>
                <a:gd name="connsiteY33" fmla="*/ 1705321 h 2005672"/>
                <a:gd name="connsiteX34" fmla="*/ 310363 w 4011346"/>
                <a:gd name="connsiteY34" fmla="*/ 1742031 h 2005672"/>
                <a:gd name="connsiteX35" fmla="*/ 270316 w 4011346"/>
                <a:gd name="connsiteY35" fmla="*/ 1782077 h 2005672"/>
                <a:gd name="connsiteX36" fmla="*/ 280327 w 4011346"/>
                <a:gd name="connsiteY36" fmla="*/ 1805438 h 2005672"/>
                <a:gd name="connsiteX37" fmla="*/ 273653 w 4011346"/>
                <a:gd name="connsiteY37" fmla="*/ 1825461 h 2005672"/>
                <a:gd name="connsiteX38" fmla="*/ 266979 w 4011346"/>
                <a:gd name="connsiteY38" fmla="*/ 1842147 h 2005672"/>
                <a:gd name="connsiteX39" fmla="*/ 240281 w 4011346"/>
                <a:gd name="connsiteY39" fmla="*/ 1882194 h 2005672"/>
                <a:gd name="connsiteX40" fmla="*/ 307025 w 4011346"/>
                <a:gd name="connsiteY40" fmla="*/ 1918904 h 2005672"/>
                <a:gd name="connsiteX41" fmla="*/ 337060 w 4011346"/>
                <a:gd name="connsiteY41" fmla="*/ 1925578 h 2005672"/>
                <a:gd name="connsiteX42" fmla="*/ 360421 w 4011346"/>
                <a:gd name="connsiteY42" fmla="*/ 1932253 h 2005672"/>
                <a:gd name="connsiteX43" fmla="*/ 380444 w 4011346"/>
                <a:gd name="connsiteY43" fmla="*/ 1938927 h 2005672"/>
                <a:gd name="connsiteX44" fmla="*/ 407142 w 4011346"/>
                <a:gd name="connsiteY44" fmla="*/ 1958950 h 2005672"/>
                <a:gd name="connsiteX45" fmla="*/ 437177 w 4011346"/>
                <a:gd name="connsiteY45" fmla="*/ 1955613 h 2005672"/>
                <a:gd name="connsiteX46" fmla="*/ 507259 w 4011346"/>
                <a:gd name="connsiteY46" fmla="*/ 2005672 h 2005672"/>
                <a:gd name="connsiteX47" fmla="*/ 517271 w 4011346"/>
                <a:gd name="connsiteY47" fmla="*/ 1992323 h 2005672"/>
                <a:gd name="connsiteX48" fmla="*/ 507259 w 4011346"/>
                <a:gd name="connsiteY48" fmla="*/ 1952276 h 2005672"/>
                <a:gd name="connsiteX49" fmla="*/ 500584 w 4011346"/>
                <a:gd name="connsiteY49" fmla="*/ 1918904 h 2005672"/>
                <a:gd name="connsiteX50" fmla="*/ 483898 w 4011346"/>
                <a:gd name="connsiteY50" fmla="*/ 1875520 h 2005672"/>
                <a:gd name="connsiteX51" fmla="*/ 513933 w 4011346"/>
                <a:gd name="connsiteY51" fmla="*/ 1855496 h 2005672"/>
                <a:gd name="connsiteX52" fmla="*/ 547306 w 4011346"/>
                <a:gd name="connsiteY52" fmla="*/ 1832136 h 2005672"/>
                <a:gd name="connsiteX53" fmla="*/ 527282 w 4011346"/>
                <a:gd name="connsiteY53" fmla="*/ 1815450 h 2005672"/>
                <a:gd name="connsiteX54" fmla="*/ 517271 w 4011346"/>
                <a:gd name="connsiteY54" fmla="*/ 1782077 h 2005672"/>
                <a:gd name="connsiteX55" fmla="*/ 480561 w 4011346"/>
                <a:gd name="connsiteY55" fmla="*/ 1765391 h 2005672"/>
                <a:gd name="connsiteX56" fmla="*/ 470549 w 4011346"/>
                <a:gd name="connsiteY56" fmla="*/ 1745368 h 2005672"/>
                <a:gd name="connsiteX57" fmla="*/ 480561 w 4011346"/>
                <a:gd name="connsiteY57" fmla="*/ 1715333 h 2005672"/>
                <a:gd name="connsiteX58" fmla="*/ 490573 w 4011346"/>
                <a:gd name="connsiteY58" fmla="*/ 1675286 h 2005672"/>
                <a:gd name="connsiteX59" fmla="*/ 513933 w 4011346"/>
                <a:gd name="connsiteY59" fmla="*/ 1695310 h 2005672"/>
                <a:gd name="connsiteX60" fmla="*/ 520608 w 4011346"/>
                <a:gd name="connsiteY60" fmla="*/ 1678623 h 2005672"/>
                <a:gd name="connsiteX61" fmla="*/ 543968 w 4011346"/>
                <a:gd name="connsiteY61" fmla="*/ 1641914 h 2005672"/>
                <a:gd name="connsiteX62" fmla="*/ 574003 w 4011346"/>
                <a:gd name="connsiteY62" fmla="*/ 1625228 h 2005672"/>
                <a:gd name="connsiteX63" fmla="*/ 590690 w 4011346"/>
                <a:gd name="connsiteY63" fmla="*/ 1638577 h 2005672"/>
                <a:gd name="connsiteX64" fmla="*/ 610713 w 4011346"/>
                <a:gd name="connsiteY64" fmla="*/ 1611879 h 2005672"/>
                <a:gd name="connsiteX65" fmla="*/ 630736 w 4011346"/>
                <a:gd name="connsiteY65" fmla="*/ 1638577 h 2005672"/>
                <a:gd name="connsiteX66" fmla="*/ 657434 w 4011346"/>
                <a:gd name="connsiteY66" fmla="*/ 1661937 h 2005672"/>
                <a:gd name="connsiteX67" fmla="*/ 674120 w 4011346"/>
                <a:gd name="connsiteY67" fmla="*/ 1668612 h 2005672"/>
                <a:gd name="connsiteX68" fmla="*/ 697481 w 4011346"/>
                <a:gd name="connsiteY68" fmla="*/ 1668612 h 2005672"/>
                <a:gd name="connsiteX69" fmla="*/ 717504 w 4011346"/>
                <a:gd name="connsiteY69" fmla="*/ 1655263 h 2005672"/>
                <a:gd name="connsiteX70" fmla="*/ 744202 w 4011346"/>
                <a:gd name="connsiteY70" fmla="*/ 1655263 h 2005672"/>
                <a:gd name="connsiteX71" fmla="*/ 760888 w 4011346"/>
                <a:gd name="connsiteY71" fmla="*/ 1651926 h 2005672"/>
                <a:gd name="connsiteX72" fmla="*/ 790923 w 4011346"/>
                <a:gd name="connsiteY72" fmla="*/ 1685298 h 2005672"/>
                <a:gd name="connsiteX73" fmla="*/ 797598 w 4011346"/>
                <a:gd name="connsiteY73" fmla="*/ 1658600 h 2005672"/>
                <a:gd name="connsiteX74" fmla="*/ 817621 w 4011346"/>
                <a:gd name="connsiteY74" fmla="*/ 1675286 h 2005672"/>
                <a:gd name="connsiteX75" fmla="*/ 837644 w 4011346"/>
                <a:gd name="connsiteY75" fmla="*/ 1651926 h 2005672"/>
                <a:gd name="connsiteX76" fmla="*/ 827633 w 4011346"/>
                <a:gd name="connsiteY76" fmla="*/ 1631902 h 2005672"/>
                <a:gd name="connsiteX77" fmla="*/ 810946 w 4011346"/>
                <a:gd name="connsiteY77" fmla="*/ 1618553 h 2005672"/>
                <a:gd name="connsiteX78" fmla="*/ 810946 w 4011346"/>
                <a:gd name="connsiteY78" fmla="*/ 1591856 h 2005672"/>
                <a:gd name="connsiteX79" fmla="*/ 810946 w 4011346"/>
                <a:gd name="connsiteY79" fmla="*/ 1578507 h 2005672"/>
                <a:gd name="connsiteX80" fmla="*/ 830970 w 4011346"/>
                <a:gd name="connsiteY80" fmla="*/ 1575169 h 2005672"/>
                <a:gd name="connsiteX81" fmla="*/ 840981 w 4011346"/>
                <a:gd name="connsiteY81" fmla="*/ 1571832 h 2005672"/>
                <a:gd name="connsiteX82" fmla="*/ 820958 w 4011346"/>
                <a:gd name="connsiteY82" fmla="*/ 1535123 h 2005672"/>
                <a:gd name="connsiteX83" fmla="*/ 854330 w 4011346"/>
                <a:gd name="connsiteY83" fmla="*/ 1528448 h 2005672"/>
                <a:gd name="connsiteX84" fmla="*/ 891040 w 4011346"/>
                <a:gd name="connsiteY84" fmla="*/ 1535123 h 2005672"/>
                <a:gd name="connsiteX85" fmla="*/ 964459 w 4011346"/>
                <a:gd name="connsiteY85" fmla="*/ 1491739 h 2005672"/>
                <a:gd name="connsiteX86" fmla="*/ 1001168 w 4011346"/>
                <a:gd name="connsiteY86" fmla="*/ 1491739 h 2005672"/>
                <a:gd name="connsiteX87" fmla="*/ 1027866 w 4011346"/>
                <a:gd name="connsiteY87" fmla="*/ 1468378 h 2005672"/>
                <a:gd name="connsiteX88" fmla="*/ 1047890 w 4011346"/>
                <a:gd name="connsiteY88" fmla="*/ 1478390 h 2005672"/>
                <a:gd name="connsiteX89" fmla="*/ 1067913 w 4011346"/>
                <a:gd name="connsiteY89" fmla="*/ 1488401 h 2005672"/>
                <a:gd name="connsiteX90" fmla="*/ 1087936 w 4011346"/>
                <a:gd name="connsiteY90" fmla="*/ 1515099 h 2005672"/>
                <a:gd name="connsiteX91" fmla="*/ 1074587 w 4011346"/>
                <a:gd name="connsiteY91" fmla="*/ 1528448 h 2005672"/>
                <a:gd name="connsiteX92" fmla="*/ 1104622 w 4011346"/>
                <a:gd name="connsiteY92" fmla="*/ 1528448 h 2005672"/>
                <a:gd name="connsiteX93" fmla="*/ 1107960 w 4011346"/>
                <a:gd name="connsiteY93" fmla="*/ 1545134 h 2005672"/>
                <a:gd name="connsiteX94" fmla="*/ 1121309 w 4011346"/>
                <a:gd name="connsiteY94" fmla="*/ 1528448 h 2005672"/>
                <a:gd name="connsiteX95" fmla="*/ 1134657 w 4011346"/>
                <a:gd name="connsiteY95" fmla="*/ 1541797 h 2005672"/>
                <a:gd name="connsiteX96" fmla="*/ 1134657 w 4011346"/>
                <a:gd name="connsiteY96" fmla="*/ 1561820 h 2005672"/>
                <a:gd name="connsiteX97" fmla="*/ 1148006 w 4011346"/>
                <a:gd name="connsiteY97" fmla="*/ 1558483 h 2005672"/>
                <a:gd name="connsiteX98" fmla="*/ 1208076 w 4011346"/>
                <a:gd name="connsiteY98" fmla="*/ 1511762 h 2005672"/>
                <a:gd name="connsiteX99" fmla="*/ 1211414 w 4011346"/>
                <a:gd name="connsiteY99" fmla="*/ 1531785 h 2005672"/>
                <a:gd name="connsiteX100" fmla="*/ 1244786 w 4011346"/>
                <a:gd name="connsiteY100" fmla="*/ 1551809 h 2005672"/>
                <a:gd name="connsiteX101" fmla="*/ 1264809 w 4011346"/>
                <a:gd name="connsiteY101" fmla="*/ 1581844 h 2005672"/>
                <a:gd name="connsiteX102" fmla="*/ 1298181 w 4011346"/>
                <a:gd name="connsiteY102" fmla="*/ 1688635 h 2005672"/>
                <a:gd name="connsiteX103" fmla="*/ 1308193 w 4011346"/>
                <a:gd name="connsiteY103" fmla="*/ 1645251 h 2005672"/>
                <a:gd name="connsiteX104" fmla="*/ 1344903 w 4011346"/>
                <a:gd name="connsiteY104" fmla="*/ 1665274 h 2005672"/>
                <a:gd name="connsiteX105" fmla="*/ 1388287 w 4011346"/>
                <a:gd name="connsiteY105" fmla="*/ 1665274 h 2005672"/>
                <a:gd name="connsiteX106" fmla="*/ 1394961 w 4011346"/>
                <a:gd name="connsiteY106" fmla="*/ 1688635 h 2005672"/>
                <a:gd name="connsiteX107" fmla="*/ 1435008 w 4011346"/>
                <a:gd name="connsiteY107" fmla="*/ 1711996 h 2005672"/>
                <a:gd name="connsiteX108" fmla="*/ 1465043 w 4011346"/>
                <a:gd name="connsiteY108" fmla="*/ 1711996 h 2005672"/>
                <a:gd name="connsiteX109" fmla="*/ 1491741 w 4011346"/>
                <a:gd name="connsiteY109" fmla="*/ 1725345 h 2005672"/>
                <a:gd name="connsiteX110" fmla="*/ 1535125 w 4011346"/>
                <a:gd name="connsiteY110" fmla="*/ 1681961 h 2005672"/>
                <a:gd name="connsiteX111" fmla="*/ 1571834 w 4011346"/>
                <a:gd name="connsiteY111" fmla="*/ 1661937 h 2005672"/>
                <a:gd name="connsiteX112" fmla="*/ 1608544 w 4011346"/>
                <a:gd name="connsiteY112" fmla="*/ 1665274 h 2005672"/>
                <a:gd name="connsiteX113" fmla="*/ 1655265 w 4011346"/>
                <a:gd name="connsiteY113" fmla="*/ 1678623 h 2005672"/>
                <a:gd name="connsiteX114" fmla="*/ 1681963 w 4011346"/>
                <a:gd name="connsiteY114" fmla="*/ 1695310 h 2005672"/>
                <a:gd name="connsiteX115" fmla="*/ 1735358 w 4011346"/>
                <a:gd name="connsiteY115" fmla="*/ 1688635 h 2005672"/>
                <a:gd name="connsiteX116" fmla="*/ 1745370 w 4011346"/>
                <a:gd name="connsiteY116" fmla="*/ 1668612 h 2005672"/>
                <a:gd name="connsiteX117" fmla="*/ 1738695 w 4011346"/>
                <a:gd name="connsiteY117" fmla="*/ 1648588 h 2005672"/>
                <a:gd name="connsiteX118" fmla="*/ 1765393 w 4011346"/>
                <a:gd name="connsiteY118" fmla="*/ 1621891 h 2005672"/>
                <a:gd name="connsiteX119" fmla="*/ 1778742 w 4011346"/>
                <a:gd name="connsiteY119" fmla="*/ 1618553 h 2005672"/>
                <a:gd name="connsiteX120" fmla="*/ 1812114 w 4011346"/>
                <a:gd name="connsiteY120" fmla="*/ 1635239 h 2005672"/>
                <a:gd name="connsiteX121" fmla="*/ 1852161 w 4011346"/>
                <a:gd name="connsiteY121" fmla="*/ 1648588 h 2005672"/>
                <a:gd name="connsiteX122" fmla="*/ 1858836 w 4011346"/>
                <a:gd name="connsiteY122" fmla="*/ 1675286 h 2005672"/>
                <a:gd name="connsiteX123" fmla="*/ 1872184 w 4011346"/>
                <a:gd name="connsiteY123" fmla="*/ 1681961 h 2005672"/>
                <a:gd name="connsiteX124" fmla="*/ 1902219 w 4011346"/>
                <a:gd name="connsiteY124" fmla="*/ 1685298 h 2005672"/>
                <a:gd name="connsiteX125" fmla="*/ 1932254 w 4011346"/>
                <a:gd name="connsiteY125" fmla="*/ 1668612 h 2005672"/>
                <a:gd name="connsiteX126" fmla="*/ 1962290 w 4011346"/>
                <a:gd name="connsiteY126" fmla="*/ 1681961 h 2005672"/>
                <a:gd name="connsiteX127" fmla="*/ 1985650 w 4011346"/>
                <a:gd name="connsiteY127" fmla="*/ 1695310 h 2005672"/>
                <a:gd name="connsiteX128" fmla="*/ 1995662 w 4011346"/>
                <a:gd name="connsiteY128" fmla="*/ 1705321 h 2005672"/>
                <a:gd name="connsiteX129" fmla="*/ 2032371 w 4011346"/>
                <a:gd name="connsiteY129" fmla="*/ 1725345 h 2005672"/>
                <a:gd name="connsiteX130" fmla="*/ 2069081 w 4011346"/>
                <a:gd name="connsiteY130" fmla="*/ 1722007 h 2005672"/>
                <a:gd name="connsiteX131" fmla="*/ 2142500 w 4011346"/>
                <a:gd name="connsiteY131" fmla="*/ 1678623 h 2005672"/>
                <a:gd name="connsiteX132" fmla="*/ 2195895 w 4011346"/>
                <a:gd name="connsiteY132" fmla="*/ 1691972 h 2005672"/>
                <a:gd name="connsiteX133" fmla="*/ 2225930 w 4011346"/>
                <a:gd name="connsiteY133" fmla="*/ 1701984 h 2005672"/>
                <a:gd name="connsiteX134" fmla="*/ 2259303 w 4011346"/>
                <a:gd name="connsiteY134" fmla="*/ 1688635 h 2005672"/>
                <a:gd name="connsiteX135" fmla="*/ 2262640 w 4011346"/>
                <a:gd name="connsiteY135" fmla="*/ 1661937 h 2005672"/>
                <a:gd name="connsiteX136" fmla="*/ 2282663 w 4011346"/>
                <a:gd name="connsiteY136" fmla="*/ 1631902 h 2005672"/>
                <a:gd name="connsiteX137" fmla="*/ 2299349 w 4011346"/>
                <a:gd name="connsiteY137" fmla="*/ 1578507 h 2005672"/>
                <a:gd name="connsiteX138" fmla="*/ 2282663 w 4011346"/>
                <a:gd name="connsiteY138" fmla="*/ 1581844 h 2005672"/>
                <a:gd name="connsiteX139" fmla="*/ 2312698 w 4011346"/>
                <a:gd name="connsiteY139" fmla="*/ 1555146 h 2005672"/>
                <a:gd name="connsiteX140" fmla="*/ 2339396 w 4011346"/>
                <a:gd name="connsiteY140" fmla="*/ 1551809 h 2005672"/>
                <a:gd name="connsiteX141" fmla="*/ 2396129 w 4011346"/>
                <a:gd name="connsiteY141" fmla="*/ 1561820 h 2005672"/>
                <a:gd name="connsiteX142" fmla="*/ 2436176 w 4011346"/>
                <a:gd name="connsiteY142" fmla="*/ 1588518 h 2005672"/>
                <a:gd name="connsiteX143" fmla="*/ 2462873 w 4011346"/>
                <a:gd name="connsiteY143" fmla="*/ 1618553 h 2005672"/>
                <a:gd name="connsiteX144" fmla="*/ 2469548 w 4011346"/>
                <a:gd name="connsiteY144" fmla="*/ 1655263 h 2005672"/>
                <a:gd name="connsiteX145" fmla="*/ 2476222 w 4011346"/>
                <a:gd name="connsiteY145" fmla="*/ 1695310 h 2005672"/>
                <a:gd name="connsiteX146" fmla="*/ 2486234 w 4011346"/>
                <a:gd name="connsiteY146" fmla="*/ 1715333 h 2005672"/>
                <a:gd name="connsiteX147" fmla="*/ 2529618 w 4011346"/>
                <a:gd name="connsiteY147" fmla="*/ 1728682 h 2005672"/>
                <a:gd name="connsiteX148" fmla="*/ 2549641 w 4011346"/>
                <a:gd name="connsiteY148" fmla="*/ 1748705 h 2005672"/>
                <a:gd name="connsiteX149" fmla="*/ 2562990 w 4011346"/>
                <a:gd name="connsiteY149" fmla="*/ 1782077 h 2005672"/>
                <a:gd name="connsiteX150" fmla="*/ 2586351 w 4011346"/>
                <a:gd name="connsiteY150" fmla="*/ 1775403 h 2005672"/>
                <a:gd name="connsiteX151" fmla="*/ 2606374 w 4011346"/>
                <a:gd name="connsiteY151" fmla="*/ 1765391 h 2005672"/>
                <a:gd name="connsiteX152" fmla="*/ 2639746 w 4011346"/>
                <a:gd name="connsiteY152" fmla="*/ 1748705 h 2005672"/>
                <a:gd name="connsiteX153" fmla="*/ 2643084 w 4011346"/>
                <a:gd name="connsiteY153" fmla="*/ 1765391 h 2005672"/>
                <a:gd name="connsiteX154" fmla="*/ 2626398 w 4011346"/>
                <a:gd name="connsiteY154" fmla="*/ 1795426 h 2005672"/>
                <a:gd name="connsiteX155" fmla="*/ 2616386 w 4011346"/>
                <a:gd name="connsiteY155" fmla="*/ 1832136 h 2005672"/>
                <a:gd name="connsiteX156" fmla="*/ 2603037 w 4011346"/>
                <a:gd name="connsiteY156" fmla="*/ 1885531 h 2005672"/>
                <a:gd name="connsiteX157" fmla="*/ 2579676 w 4011346"/>
                <a:gd name="connsiteY157" fmla="*/ 1858834 h 2005672"/>
                <a:gd name="connsiteX158" fmla="*/ 2552979 w 4011346"/>
                <a:gd name="connsiteY158" fmla="*/ 1882194 h 2005672"/>
                <a:gd name="connsiteX159" fmla="*/ 2559653 w 4011346"/>
                <a:gd name="connsiteY159" fmla="*/ 1908892 h 2005672"/>
                <a:gd name="connsiteX160" fmla="*/ 2559653 w 4011346"/>
                <a:gd name="connsiteY160" fmla="*/ 1945601 h 2005672"/>
                <a:gd name="connsiteX161" fmla="*/ 2549641 w 4011346"/>
                <a:gd name="connsiteY161" fmla="*/ 1965625 h 2005672"/>
                <a:gd name="connsiteX162" fmla="*/ 2589688 w 4011346"/>
                <a:gd name="connsiteY162" fmla="*/ 1945601 h 2005672"/>
                <a:gd name="connsiteX163" fmla="*/ 2626398 w 4011346"/>
                <a:gd name="connsiteY163" fmla="*/ 1955613 h 2005672"/>
                <a:gd name="connsiteX164" fmla="*/ 2653095 w 4011346"/>
                <a:gd name="connsiteY164" fmla="*/ 1932253 h 2005672"/>
                <a:gd name="connsiteX165" fmla="*/ 2683130 w 4011346"/>
                <a:gd name="connsiteY165" fmla="*/ 1878857 h 2005672"/>
                <a:gd name="connsiteX166" fmla="*/ 2753212 w 4011346"/>
                <a:gd name="connsiteY166" fmla="*/ 1792089 h 2005672"/>
                <a:gd name="connsiteX167" fmla="*/ 2783247 w 4011346"/>
                <a:gd name="connsiteY167" fmla="*/ 1722007 h 2005672"/>
                <a:gd name="connsiteX168" fmla="*/ 2803271 w 4011346"/>
                <a:gd name="connsiteY168" fmla="*/ 1618553 h 2005672"/>
                <a:gd name="connsiteX169" fmla="*/ 2793259 w 4011346"/>
                <a:gd name="connsiteY169" fmla="*/ 1568495 h 2005672"/>
                <a:gd name="connsiteX170" fmla="*/ 2769898 w 4011346"/>
                <a:gd name="connsiteY170" fmla="*/ 1535123 h 2005672"/>
                <a:gd name="connsiteX171" fmla="*/ 2726514 w 4011346"/>
                <a:gd name="connsiteY171" fmla="*/ 1535123 h 2005672"/>
                <a:gd name="connsiteX172" fmla="*/ 2699817 w 4011346"/>
                <a:gd name="connsiteY172" fmla="*/ 1535123 h 2005672"/>
                <a:gd name="connsiteX173" fmla="*/ 2683130 w 4011346"/>
                <a:gd name="connsiteY173" fmla="*/ 1515099 h 2005672"/>
                <a:gd name="connsiteX174" fmla="*/ 2669781 w 4011346"/>
                <a:gd name="connsiteY174" fmla="*/ 1495076 h 2005672"/>
                <a:gd name="connsiteX175" fmla="*/ 2763224 w 4011346"/>
                <a:gd name="connsiteY175" fmla="*/ 1378273 h 2005672"/>
                <a:gd name="connsiteX176" fmla="*/ 2846654 w 4011346"/>
                <a:gd name="connsiteY176" fmla="*/ 1311529 h 2005672"/>
                <a:gd name="connsiteX177" fmla="*/ 2890038 w 4011346"/>
                <a:gd name="connsiteY177" fmla="*/ 1288168 h 2005672"/>
                <a:gd name="connsiteX178" fmla="*/ 2933422 w 4011346"/>
                <a:gd name="connsiteY178" fmla="*/ 1308191 h 2005672"/>
                <a:gd name="connsiteX179" fmla="*/ 2950109 w 4011346"/>
                <a:gd name="connsiteY179" fmla="*/ 1291505 h 2005672"/>
                <a:gd name="connsiteX180" fmla="*/ 2993492 w 4011346"/>
                <a:gd name="connsiteY180" fmla="*/ 1308191 h 2005672"/>
                <a:gd name="connsiteX181" fmla="*/ 3006841 w 4011346"/>
                <a:gd name="connsiteY181" fmla="*/ 1274819 h 2005672"/>
                <a:gd name="connsiteX182" fmla="*/ 3053563 w 4011346"/>
                <a:gd name="connsiteY182" fmla="*/ 1284831 h 2005672"/>
                <a:gd name="connsiteX183" fmla="*/ 3070249 w 4011346"/>
                <a:gd name="connsiteY183" fmla="*/ 1301517 h 2005672"/>
                <a:gd name="connsiteX184" fmla="*/ 3060237 w 4011346"/>
                <a:gd name="connsiteY184" fmla="*/ 1321540 h 2005672"/>
                <a:gd name="connsiteX185" fmla="*/ 3123644 w 4011346"/>
                <a:gd name="connsiteY185" fmla="*/ 1304854 h 2005672"/>
                <a:gd name="connsiteX186" fmla="*/ 3140330 w 4011346"/>
                <a:gd name="connsiteY186" fmla="*/ 1291505 h 2005672"/>
                <a:gd name="connsiteX187" fmla="*/ 3123644 w 4011346"/>
                <a:gd name="connsiteY187" fmla="*/ 1278156 h 2005672"/>
                <a:gd name="connsiteX188" fmla="*/ 3143668 w 4011346"/>
                <a:gd name="connsiteY188" fmla="*/ 1238110 h 2005672"/>
                <a:gd name="connsiteX189" fmla="*/ 3190389 w 4011346"/>
                <a:gd name="connsiteY189" fmla="*/ 1168028 h 2005672"/>
                <a:gd name="connsiteX190" fmla="*/ 3233773 w 4011346"/>
                <a:gd name="connsiteY190" fmla="*/ 1164691 h 2005672"/>
                <a:gd name="connsiteX191" fmla="*/ 3273819 w 4011346"/>
                <a:gd name="connsiteY191" fmla="*/ 1174702 h 2005672"/>
                <a:gd name="connsiteX192" fmla="*/ 3277157 w 4011346"/>
                <a:gd name="connsiteY192" fmla="*/ 1231435 h 2005672"/>
                <a:gd name="connsiteX193" fmla="*/ 3320541 w 4011346"/>
                <a:gd name="connsiteY193" fmla="*/ 1188051 h 2005672"/>
                <a:gd name="connsiteX194" fmla="*/ 3343901 w 4011346"/>
                <a:gd name="connsiteY194" fmla="*/ 1171365 h 2005672"/>
                <a:gd name="connsiteX195" fmla="*/ 3350576 w 4011346"/>
                <a:gd name="connsiteY195" fmla="*/ 1137993 h 2005672"/>
                <a:gd name="connsiteX196" fmla="*/ 3377273 w 4011346"/>
                <a:gd name="connsiteY196" fmla="*/ 1121307 h 2005672"/>
                <a:gd name="connsiteX197" fmla="*/ 3407309 w 4011346"/>
                <a:gd name="connsiteY197" fmla="*/ 1131318 h 2005672"/>
                <a:gd name="connsiteX198" fmla="*/ 3373936 w 4011346"/>
                <a:gd name="connsiteY198" fmla="*/ 1161353 h 2005672"/>
                <a:gd name="connsiteX199" fmla="*/ 3360587 w 4011346"/>
                <a:gd name="connsiteY199" fmla="*/ 1211412 h 2005672"/>
                <a:gd name="connsiteX200" fmla="*/ 3323878 w 4011346"/>
                <a:gd name="connsiteY200" fmla="*/ 1251458 h 2005672"/>
                <a:gd name="connsiteX201" fmla="*/ 3210412 w 4011346"/>
                <a:gd name="connsiteY201" fmla="*/ 1348238 h 2005672"/>
                <a:gd name="connsiteX202" fmla="*/ 3163691 w 4011346"/>
                <a:gd name="connsiteY202" fmla="*/ 1418320 h 2005672"/>
                <a:gd name="connsiteX203" fmla="*/ 3160354 w 4011346"/>
                <a:gd name="connsiteY203" fmla="*/ 1491739 h 2005672"/>
                <a:gd name="connsiteX204" fmla="*/ 3170365 w 4011346"/>
                <a:gd name="connsiteY204" fmla="*/ 1581844 h 2005672"/>
                <a:gd name="connsiteX205" fmla="*/ 3190389 w 4011346"/>
                <a:gd name="connsiteY205" fmla="*/ 1645251 h 2005672"/>
                <a:gd name="connsiteX206" fmla="*/ 3217087 w 4011346"/>
                <a:gd name="connsiteY206" fmla="*/ 1635239 h 2005672"/>
                <a:gd name="connsiteX207" fmla="*/ 3240447 w 4011346"/>
                <a:gd name="connsiteY207" fmla="*/ 1568495 h 2005672"/>
                <a:gd name="connsiteX208" fmla="*/ 3270482 w 4011346"/>
                <a:gd name="connsiteY208" fmla="*/ 1565158 h 2005672"/>
                <a:gd name="connsiteX209" fmla="*/ 3287168 w 4011346"/>
                <a:gd name="connsiteY209" fmla="*/ 1505088 h 2005672"/>
                <a:gd name="connsiteX210" fmla="*/ 3313866 w 4011346"/>
                <a:gd name="connsiteY210" fmla="*/ 1495076 h 2005672"/>
                <a:gd name="connsiteX211" fmla="*/ 3313866 w 4011346"/>
                <a:gd name="connsiteY211" fmla="*/ 1465041 h 2005672"/>
                <a:gd name="connsiteX212" fmla="*/ 3337227 w 4011346"/>
                <a:gd name="connsiteY212" fmla="*/ 1428331 h 2005672"/>
                <a:gd name="connsiteX213" fmla="*/ 3330552 w 4011346"/>
                <a:gd name="connsiteY213" fmla="*/ 1384947 h 2005672"/>
                <a:gd name="connsiteX214" fmla="*/ 3333890 w 4011346"/>
                <a:gd name="connsiteY214" fmla="*/ 1354912 h 2005672"/>
                <a:gd name="connsiteX215" fmla="*/ 3323878 w 4011346"/>
                <a:gd name="connsiteY215" fmla="*/ 1344901 h 2005672"/>
                <a:gd name="connsiteX216" fmla="*/ 3363925 w 4011346"/>
                <a:gd name="connsiteY216" fmla="*/ 1258133 h 2005672"/>
                <a:gd name="connsiteX217" fmla="*/ 3383948 w 4011346"/>
                <a:gd name="connsiteY217" fmla="*/ 1268145 h 2005672"/>
                <a:gd name="connsiteX218" fmla="*/ 3410646 w 4011346"/>
                <a:gd name="connsiteY218" fmla="*/ 1241447 h 2005672"/>
                <a:gd name="connsiteX219" fmla="*/ 3420657 w 4011346"/>
                <a:gd name="connsiteY219" fmla="*/ 1268145 h 2005672"/>
                <a:gd name="connsiteX220" fmla="*/ 3447355 w 4011346"/>
                <a:gd name="connsiteY220" fmla="*/ 1251458 h 2005672"/>
                <a:gd name="connsiteX221" fmla="*/ 3477390 w 4011346"/>
                <a:gd name="connsiteY221" fmla="*/ 1241447 h 2005672"/>
                <a:gd name="connsiteX222" fmla="*/ 3514100 w 4011346"/>
                <a:gd name="connsiteY222" fmla="*/ 1268145 h 2005672"/>
                <a:gd name="connsiteX223" fmla="*/ 3574170 w 4011346"/>
                <a:gd name="connsiteY223" fmla="*/ 1201400 h 2005672"/>
                <a:gd name="connsiteX224" fmla="*/ 3637577 w 4011346"/>
                <a:gd name="connsiteY224" fmla="*/ 1154679 h 2005672"/>
                <a:gd name="connsiteX225" fmla="*/ 3690973 w 4011346"/>
                <a:gd name="connsiteY225" fmla="*/ 1117969 h 2005672"/>
                <a:gd name="connsiteX226" fmla="*/ 3741031 w 4011346"/>
                <a:gd name="connsiteY226" fmla="*/ 1144667 h 2005672"/>
                <a:gd name="connsiteX227" fmla="*/ 3751043 w 4011346"/>
                <a:gd name="connsiteY227" fmla="*/ 1117969 h 2005672"/>
                <a:gd name="connsiteX228" fmla="*/ 3727682 w 4011346"/>
                <a:gd name="connsiteY228" fmla="*/ 1051225 h 2005672"/>
                <a:gd name="connsiteX229" fmla="*/ 3700984 w 4011346"/>
                <a:gd name="connsiteY229" fmla="*/ 1034539 h 2005672"/>
                <a:gd name="connsiteX230" fmla="*/ 3697647 w 4011346"/>
                <a:gd name="connsiteY230" fmla="*/ 1004504 h 2005672"/>
                <a:gd name="connsiteX231" fmla="*/ 3751043 w 4011346"/>
                <a:gd name="connsiteY231" fmla="*/ 1011178 h 2005672"/>
                <a:gd name="connsiteX232" fmla="*/ 3774403 w 4011346"/>
                <a:gd name="connsiteY232" fmla="*/ 967794 h 2005672"/>
                <a:gd name="connsiteX233" fmla="*/ 3767729 w 4011346"/>
                <a:gd name="connsiteY233" fmla="*/ 941096 h 2005672"/>
                <a:gd name="connsiteX234" fmla="*/ 3794427 w 4011346"/>
                <a:gd name="connsiteY234" fmla="*/ 907724 h 2005672"/>
                <a:gd name="connsiteX235" fmla="*/ 3804438 w 4011346"/>
                <a:gd name="connsiteY235" fmla="*/ 951108 h 2005672"/>
                <a:gd name="connsiteX236" fmla="*/ 3827799 w 4011346"/>
                <a:gd name="connsiteY236" fmla="*/ 967794 h 2005672"/>
                <a:gd name="connsiteX237" fmla="*/ 3874520 w 4011346"/>
                <a:gd name="connsiteY237" fmla="*/ 987818 h 2005672"/>
                <a:gd name="connsiteX238" fmla="*/ 3894544 w 4011346"/>
                <a:gd name="connsiteY238" fmla="*/ 1014515 h 2005672"/>
                <a:gd name="connsiteX239" fmla="*/ 3941265 w 4011346"/>
                <a:gd name="connsiteY239" fmla="*/ 1037876 h 2005672"/>
                <a:gd name="connsiteX240" fmla="*/ 3947939 w 4011346"/>
                <a:gd name="connsiteY240" fmla="*/ 1024527 h 2005672"/>
                <a:gd name="connsiteX241" fmla="*/ 3957951 w 4011346"/>
                <a:gd name="connsiteY241" fmla="*/ 961120 h 2005672"/>
                <a:gd name="connsiteX242" fmla="*/ 4004672 w 4011346"/>
                <a:gd name="connsiteY242" fmla="*/ 954445 h 2005672"/>
                <a:gd name="connsiteX243" fmla="*/ 4011346 w 4011346"/>
                <a:gd name="connsiteY243" fmla="*/ 921073 h 2005672"/>
                <a:gd name="connsiteX244" fmla="*/ 3967963 w 4011346"/>
                <a:gd name="connsiteY244" fmla="*/ 884364 h 2005672"/>
                <a:gd name="connsiteX245" fmla="*/ 3921241 w 4011346"/>
                <a:gd name="connsiteY245" fmla="*/ 867677 h 2005672"/>
                <a:gd name="connsiteX246" fmla="*/ 3907892 w 4011346"/>
                <a:gd name="connsiteY246" fmla="*/ 871015 h 2005672"/>
                <a:gd name="connsiteX247" fmla="*/ 3907892 w 4011346"/>
                <a:gd name="connsiteY247" fmla="*/ 904387 h 2005672"/>
                <a:gd name="connsiteX248" fmla="*/ 3887869 w 4011346"/>
                <a:gd name="connsiteY248" fmla="*/ 897712 h 2005672"/>
                <a:gd name="connsiteX249" fmla="*/ 3874520 w 4011346"/>
                <a:gd name="connsiteY249" fmla="*/ 844317 h 2005672"/>
                <a:gd name="connsiteX250" fmla="*/ 3817787 w 4011346"/>
                <a:gd name="connsiteY250" fmla="*/ 780910 h 2005672"/>
                <a:gd name="connsiteX251" fmla="*/ 3717671 w 4011346"/>
                <a:gd name="connsiteY251" fmla="*/ 704153 h 2005672"/>
                <a:gd name="connsiteX252" fmla="*/ 3664275 w 4011346"/>
                <a:gd name="connsiteY252" fmla="*/ 684130 h 2005672"/>
                <a:gd name="connsiteX253" fmla="*/ 3584181 w 4011346"/>
                <a:gd name="connsiteY253" fmla="*/ 677456 h 2005672"/>
                <a:gd name="connsiteX254" fmla="*/ 3520774 w 4011346"/>
                <a:gd name="connsiteY254" fmla="*/ 660769 h 2005672"/>
                <a:gd name="connsiteX255" fmla="*/ 3530786 w 4011346"/>
                <a:gd name="connsiteY255" fmla="*/ 700816 h 2005672"/>
                <a:gd name="connsiteX256" fmla="*/ 3537460 w 4011346"/>
                <a:gd name="connsiteY256" fmla="*/ 727514 h 2005672"/>
                <a:gd name="connsiteX257" fmla="*/ 3507425 w 4011346"/>
                <a:gd name="connsiteY257" fmla="*/ 750874 h 2005672"/>
                <a:gd name="connsiteX258" fmla="*/ 3477390 w 4011346"/>
                <a:gd name="connsiteY258" fmla="*/ 724177 h 2005672"/>
                <a:gd name="connsiteX259" fmla="*/ 3477390 w 4011346"/>
                <a:gd name="connsiteY259" fmla="*/ 704153 h 2005672"/>
                <a:gd name="connsiteX260" fmla="*/ 3504088 w 4011346"/>
                <a:gd name="connsiteY260" fmla="*/ 684130 h 2005672"/>
                <a:gd name="connsiteX261" fmla="*/ 3467379 w 4011346"/>
                <a:gd name="connsiteY261" fmla="*/ 670781 h 2005672"/>
                <a:gd name="connsiteX262" fmla="*/ 3450692 w 4011346"/>
                <a:gd name="connsiteY262" fmla="*/ 697479 h 2005672"/>
                <a:gd name="connsiteX263" fmla="*/ 3440681 w 4011346"/>
                <a:gd name="connsiteY263" fmla="*/ 710828 h 2005672"/>
                <a:gd name="connsiteX264" fmla="*/ 3357250 w 4011346"/>
                <a:gd name="connsiteY264" fmla="*/ 697479 h 2005672"/>
                <a:gd name="connsiteX265" fmla="*/ 3297180 w 4011346"/>
                <a:gd name="connsiteY265" fmla="*/ 704153 h 2005672"/>
                <a:gd name="connsiteX266" fmla="*/ 3267145 w 4011346"/>
                <a:gd name="connsiteY266" fmla="*/ 680793 h 2005672"/>
                <a:gd name="connsiteX267" fmla="*/ 3267145 w 4011346"/>
                <a:gd name="connsiteY267" fmla="*/ 644083 h 2005672"/>
                <a:gd name="connsiteX268" fmla="*/ 3203738 w 4011346"/>
                <a:gd name="connsiteY268" fmla="*/ 587350 h 2005672"/>
                <a:gd name="connsiteX269" fmla="*/ 3076923 w 4011346"/>
                <a:gd name="connsiteY269" fmla="*/ 594025 h 2005672"/>
                <a:gd name="connsiteX270" fmla="*/ 3043551 w 4011346"/>
                <a:gd name="connsiteY270" fmla="*/ 570664 h 2005672"/>
                <a:gd name="connsiteX271" fmla="*/ 3000167 w 4011346"/>
                <a:gd name="connsiteY271" fmla="*/ 523943 h 2005672"/>
                <a:gd name="connsiteX272" fmla="*/ 3013516 w 4011346"/>
                <a:gd name="connsiteY272" fmla="*/ 517269 h 2005672"/>
                <a:gd name="connsiteX273" fmla="*/ 3000167 w 4011346"/>
                <a:gd name="connsiteY273" fmla="*/ 497245 h 2005672"/>
                <a:gd name="connsiteX274" fmla="*/ 2970132 w 4011346"/>
                <a:gd name="connsiteY274" fmla="*/ 493908 h 2005672"/>
                <a:gd name="connsiteX275" fmla="*/ 2920073 w 4011346"/>
                <a:gd name="connsiteY275" fmla="*/ 540629 h 2005672"/>
                <a:gd name="connsiteX276" fmla="*/ 2920073 w 4011346"/>
                <a:gd name="connsiteY276" fmla="*/ 540629 h 2005672"/>
                <a:gd name="connsiteX277" fmla="*/ 2916736 w 4011346"/>
                <a:gd name="connsiteY277" fmla="*/ 490571 h 2005672"/>
                <a:gd name="connsiteX278" fmla="*/ 2936760 w 4011346"/>
                <a:gd name="connsiteY278" fmla="*/ 487234 h 2005672"/>
                <a:gd name="connsiteX279" fmla="*/ 2866678 w 4011346"/>
                <a:gd name="connsiteY279" fmla="*/ 457199 h 2005672"/>
                <a:gd name="connsiteX280" fmla="*/ 2813282 w 4011346"/>
                <a:gd name="connsiteY280" fmla="*/ 453861 h 2005672"/>
                <a:gd name="connsiteX281" fmla="*/ 2793259 w 4011346"/>
                <a:gd name="connsiteY281" fmla="*/ 477222 h 2005672"/>
                <a:gd name="connsiteX282" fmla="*/ 2743200 w 4011346"/>
                <a:gd name="connsiteY282" fmla="*/ 487234 h 2005672"/>
                <a:gd name="connsiteX283" fmla="*/ 2786584 w 4011346"/>
                <a:gd name="connsiteY283" fmla="*/ 497245 h 2005672"/>
                <a:gd name="connsiteX284" fmla="*/ 2763224 w 4011346"/>
                <a:gd name="connsiteY284" fmla="*/ 517269 h 2005672"/>
                <a:gd name="connsiteX285" fmla="*/ 2769898 w 4011346"/>
                <a:gd name="connsiteY285" fmla="*/ 567327 h 2005672"/>
                <a:gd name="connsiteX286" fmla="*/ 2749875 w 4011346"/>
                <a:gd name="connsiteY286" fmla="*/ 550641 h 2005672"/>
                <a:gd name="connsiteX287" fmla="*/ 2733189 w 4011346"/>
                <a:gd name="connsiteY287" fmla="*/ 563990 h 2005672"/>
                <a:gd name="connsiteX288" fmla="*/ 2666444 w 4011346"/>
                <a:gd name="connsiteY288" fmla="*/ 553978 h 2005672"/>
                <a:gd name="connsiteX289" fmla="*/ 2636409 w 4011346"/>
                <a:gd name="connsiteY289" fmla="*/ 563990 h 2005672"/>
                <a:gd name="connsiteX290" fmla="*/ 2603037 w 4011346"/>
                <a:gd name="connsiteY290" fmla="*/ 523943 h 2005672"/>
                <a:gd name="connsiteX291" fmla="*/ 2569665 w 4011346"/>
                <a:gd name="connsiteY291" fmla="*/ 607374 h 2005672"/>
                <a:gd name="connsiteX292" fmla="*/ 2552979 w 4011346"/>
                <a:gd name="connsiteY292" fmla="*/ 627397 h 2005672"/>
                <a:gd name="connsiteX293" fmla="*/ 2469548 w 4011346"/>
                <a:gd name="connsiteY293" fmla="*/ 490571 h 2005672"/>
                <a:gd name="connsiteX294" fmla="*/ 2446187 w 4011346"/>
                <a:gd name="connsiteY294" fmla="*/ 507257 h 2005672"/>
                <a:gd name="connsiteX295" fmla="*/ 2442850 w 4011346"/>
                <a:gd name="connsiteY295" fmla="*/ 473885 h 2005672"/>
                <a:gd name="connsiteX296" fmla="*/ 2449525 w 4011346"/>
                <a:gd name="connsiteY296" fmla="*/ 403803 h 2005672"/>
                <a:gd name="connsiteX297" fmla="*/ 2386117 w 4011346"/>
                <a:gd name="connsiteY297" fmla="*/ 377105 h 2005672"/>
                <a:gd name="connsiteX298" fmla="*/ 2369431 w 4011346"/>
                <a:gd name="connsiteY298" fmla="*/ 417152 h 2005672"/>
                <a:gd name="connsiteX299" fmla="*/ 2379443 w 4011346"/>
                <a:gd name="connsiteY299" fmla="*/ 440512 h 2005672"/>
                <a:gd name="connsiteX300" fmla="*/ 2376106 w 4011346"/>
                <a:gd name="connsiteY300" fmla="*/ 460536 h 2005672"/>
                <a:gd name="connsiteX301" fmla="*/ 2352745 w 4011346"/>
                <a:gd name="connsiteY301" fmla="*/ 437175 h 2005672"/>
                <a:gd name="connsiteX302" fmla="*/ 2316036 w 4011346"/>
                <a:gd name="connsiteY302" fmla="*/ 443850 h 2005672"/>
                <a:gd name="connsiteX303" fmla="*/ 2272652 w 4011346"/>
                <a:gd name="connsiteY303" fmla="*/ 430501 h 2005672"/>
                <a:gd name="connsiteX304" fmla="*/ 2245954 w 4011346"/>
                <a:gd name="connsiteY304" fmla="*/ 390454 h 2005672"/>
                <a:gd name="connsiteX305" fmla="*/ 2209244 w 4011346"/>
                <a:gd name="connsiteY305" fmla="*/ 387117 h 2005672"/>
                <a:gd name="connsiteX306" fmla="*/ 2159186 w 4011346"/>
                <a:gd name="connsiteY306" fmla="*/ 377105 h 2005672"/>
                <a:gd name="connsiteX307" fmla="*/ 2132488 w 4011346"/>
                <a:gd name="connsiteY307" fmla="*/ 393791 h 2005672"/>
                <a:gd name="connsiteX308" fmla="*/ 2115802 w 4011346"/>
                <a:gd name="connsiteY308" fmla="*/ 407140 h 2005672"/>
                <a:gd name="connsiteX309" fmla="*/ 2115802 w 4011346"/>
                <a:gd name="connsiteY309" fmla="*/ 377105 h 2005672"/>
                <a:gd name="connsiteX310" fmla="*/ 2082430 w 4011346"/>
                <a:gd name="connsiteY310" fmla="*/ 373768 h 2005672"/>
                <a:gd name="connsiteX311" fmla="*/ 2045720 w 4011346"/>
                <a:gd name="connsiteY311" fmla="*/ 347070 h 2005672"/>
                <a:gd name="connsiteX312" fmla="*/ 2025697 w 4011346"/>
                <a:gd name="connsiteY312" fmla="*/ 377105 h 2005672"/>
                <a:gd name="connsiteX313" fmla="*/ 2055732 w 4011346"/>
                <a:gd name="connsiteY313" fmla="*/ 373768 h 2005672"/>
                <a:gd name="connsiteX314" fmla="*/ 2045720 w 4011346"/>
                <a:gd name="connsiteY314" fmla="*/ 400466 h 2005672"/>
                <a:gd name="connsiteX315" fmla="*/ 1988987 w 4011346"/>
                <a:gd name="connsiteY315" fmla="*/ 420489 h 2005672"/>
                <a:gd name="connsiteX316" fmla="*/ 1935592 w 4011346"/>
                <a:gd name="connsiteY316" fmla="*/ 430501 h 2005672"/>
                <a:gd name="connsiteX317" fmla="*/ 1995662 w 4011346"/>
                <a:gd name="connsiteY317" fmla="*/ 373768 h 2005672"/>
                <a:gd name="connsiteX318" fmla="*/ 2055732 w 4011346"/>
                <a:gd name="connsiteY318" fmla="*/ 303686 h 2005672"/>
                <a:gd name="connsiteX319" fmla="*/ 2055732 w 4011346"/>
                <a:gd name="connsiteY319" fmla="*/ 303686 h 2005672"/>
                <a:gd name="connsiteX320" fmla="*/ 1888870 w 4011346"/>
                <a:gd name="connsiteY320" fmla="*/ 0 h 2005672"/>
                <a:gd name="connsiteX321" fmla="*/ 1835474 w 4011346"/>
                <a:gd name="connsiteY321" fmla="*/ 26698 h 2005672"/>
                <a:gd name="connsiteX322" fmla="*/ 1838813 w 4011346"/>
                <a:gd name="connsiteY322" fmla="*/ 120139 h 2005672"/>
                <a:gd name="connsiteX323" fmla="*/ 1782079 w 4011346"/>
                <a:gd name="connsiteY323" fmla="*/ 106790 h 2005672"/>
                <a:gd name="connsiteX324" fmla="*/ 1768731 w 4011346"/>
                <a:gd name="connsiteY324" fmla="*/ 153512 h 2005672"/>
                <a:gd name="connsiteX325" fmla="*/ 1705322 w 4011346"/>
                <a:gd name="connsiteY325" fmla="*/ 176872 h 2005672"/>
                <a:gd name="connsiteX326" fmla="*/ 1685300 w 4011346"/>
                <a:gd name="connsiteY326" fmla="*/ 150174 h 2005672"/>
                <a:gd name="connsiteX327" fmla="*/ 1615218 w 4011346"/>
                <a:gd name="connsiteY327" fmla="*/ 153512 h 2005672"/>
                <a:gd name="connsiteX328" fmla="*/ 1638579 w 4011346"/>
                <a:gd name="connsiteY328" fmla="*/ 183547 h 2005672"/>
                <a:gd name="connsiteX329" fmla="*/ 1528449 w 4011346"/>
                <a:gd name="connsiteY329" fmla="*/ 210243 h 2005672"/>
                <a:gd name="connsiteX330" fmla="*/ 1465043 w 4011346"/>
                <a:gd name="connsiteY330" fmla="*/ 293674 h 2005672"/>
                <a:gd name="connsiteX331" fmla="*/ 1448357 w 4011346"/>
                <a:gd name="connsiteY331" fmla="*/ 320372 h 2005672"/>
                <a:gd name="connsiteX332" fmla="*/ 1481729 w 4011346"/>
                <a:gd name="connsiteY332" fmla="*/ 353745 h 2005672"/>
                <a:gd name="connsiteX333" fmla="*/ 1481729 w 4011346"/>
                <a:gd name="connsiteY333" fmla="*/ 383780 h 2005672"/>
                <a:gd name="connsiteX334" fmla="*/ 1458368 w 4011346"/>
                <a:gd name="connsiteY334" fmla="*/ 387117 h 2005672"/>
                <a:gd name="connsiteX335" fmla="*/ 1458368 w 4011346"/>
                <a:gd name="connsiteY335" fmla="*/ 367093 h 2005672"/>
                <a:gd name="connsiteX336" fmla="*/ 1418322 w 4011346"/>
                <a:gd name="connsiteY336" fmla="*/ 377105 h 2005672"/>
                <a:gd name="connsiteX337" fmla="*/ 1368263 w 4011346"/>
                <a:gd name="connsiteY337" fmla="*/ 383780 h 2005672"/>
                <a:gd name="connsiteX338" fmla="*/ 1321542 w 4011346"/>
                <a:gd name="connsiteY338" fmla="*/ 390454 h 2005672"/>
                <a:gd name="connsiteX339" fmla="*/ 1318205 w 4011346"/>
                <a:gd name="connsiteY339" fmla="*/ 477222 h 2005672"/>
                <a:gd name="connsiteX340" fmla="*/ 1358252 w 4011346"/>
                <a:gd name="connsiteY340" fmla="*/ 500583 h 2005672"/>
                <a:gd name="connsiteX341" fmla="*/ 1374938 w 4011346"/>
                <a:gd name="connsiteY341" fmla="*/ 530618 h 2005672"/>
                <a:gd name="connsiteX342" fmla="*/ 1384949 w 4011346"/>
                <a:gd name="connsiteY342" fmla="*/ 553978 h 2005672"/>
                <a:gd name="connsiteX343" fmla="*/ 1394961 w 4011346"/>
                <a:gd name="connsiteY343" fmla="*/ 604037 h 2005672"/>
                <a:gd name="connsiteX344" fmla="*/ 1384949 w 4011346"/>
                <a:gd name="connsiteY344" fmla="*/ 634072 h 2005672"/>
                <a:gd name="connsiteX345" fmla="*/ 1358252 w 4011346"/>
                <a:gd name="connsiteY345" fmla="*/ 600699 h 2005672"/>
                <a:gd name="connsiteX346" fmla="*/ 1361589 w 4011346"/>
                <a:gd name="connsiteY346" fmla="*/ 570664 h 2005672"/>
                <a:gd name="connsiteX347" fmla="*/ 1351577 w 4011346"/>
                <a:gd name="connsiteY347" fmla="*/ 530618 h 2005672"/>
                <a:gd name="connsiteX348" fmla="*/ 1328217 w 4011346"/>
                <a:gd name="connsiteY348" fmla="*/ 537292 h 2005672"/>
                <a:gd name="connsiteX349" fmla="*/ 1281495 w 4011346"/>
                <a:gd name="connsiteY349" fmla="*/ 500583 h 2005672"/>
                <a:gd name="connsiteX350" fmla="*/ 1241449 w 4011346"/>
                <a:gd name="connsiteY350" fmla="*/ 497245 h 2005672"/>
                <a:gd name="connsiteX351" fmla="*/ 1241449 w 4011346"/>
                <a:gd name="connsiteY351" fmla="*/ 543966 h 2005672"/>
                <a:gd name="connsiteX352" fmla="*/ 1201402 w 4011346"/>
                <a:gd name="connsiteY352" fmla="*/ 523943 h 2005672"/>
                <a:gd name="connsiteX353" fmla="*/ 1228100 w 4011346"/>
                <a:gd name="connsiteY353" fmla="*/ 574001 h 2005672"/>
                <a:gd name="connsiteX354" fmla="*/ 1258135 w 4011346"/>
                <a:gd name="connsiteY354" fmla="*/ 584013 h 2005672"/>
                <a:gd name="connsiteX355" fmla="*/ 1258135 w 4011346"/>
                <a:gd name="connsiteY355" fmla="*/ 604037 h 2005672"/>
                <a:gd name="connsiteX356" fmla="*/ 1198065 w 4011346"/>
                <a:gd name="connsiteY356" fmla="*/ 580676 h 2005672"/>
                <a:gd name="connsiteX357" fmla="*/ 1181379 w 4011346"/>
                <a:gd name="connsiteY357" fmla="*/ 580676 h 2005672"/>
                <a:gd name="connsiteX358" fmla="*/ 1178041 w 4011346"/>
                <a:gd name="connsiteY358" fmla="*/ 537292 h 2005672"/>
                <a:gd name="connsiteX359" fmla="*/ 1171367 w 4011346"/>
                <a:gd name="connsiteY359" fmla="*/ 450524 h 2005672"/>
                <a:gd name="connsiteX360" fmla="*/ 1161355 w 4011346"/>
                <a:gd name="connsiteY360" fmla="*/ 520606 h 2005672"/>
                <a:gd name="connsiteX361" fmla="*/ 1137995 w 4011346"/>
                <a:gd name="connsiteY361" fmla="*/ 550641 h 2005672"/>
                <a:gd name="connsiteX362" fmla="*/ 1158018 w 4011346"/>
                <a:gd name="connsiteY362" fmla="*/ 597362 h 2005672"/>
                <a:gd name="connsiteX363" fmla="*/ 1158018 w 4011346"/>
                <a:gd name="connsiteY363" fmla="*/ 630734 h 2005672"/>
                <a:gd name="connsiteX364" fmla="*/ 1141332 w 4011346"/>
                <a:gd name="connsiteY364" fmla="*/ 680793 h 2005672"/>
                <a:gd name="connsiteX365" fmla="*/ 1154681 w 4011346"/>
                <a:gd name="connsiteY365" fmla="*/ 714165 h 2005672"/>
                <a:gd name="connsiteX366" fmla="*/ 1184716 w 4011346"/>
                <a:gd name="connsiteY366" fmla="*/ 720839 h 2005672"/>
                <a:gd name="connsiteX367" fmla="*/ 1221425 w 4011346"/>
                <a:gd name="connsiteY367" fmla="*/ 727514 h 2005672"/>
                <a:gd name="connsiteX368" fmla="*/ 1241449 w 4011346"/>
                <a:gd name="connsiteY368" fmla="*/ 750874 h 2005672"/>
                <a:gd name="connsiteX369" fmla="*/ 1258135 w 4011346"/>
                <a:gd name="connsiteY369" fmla="*/ 794258 h 2005672"/>
                <a:gd name="connsiteX370" fmla="*/ 1258135 w 4011346"/>
                <a:gd name="connsiteY370" fmla="*/ 794258 h 2005672"/>
                <a:gd name="connsiteX371" fmla="*/ 1254798 w 4011346"/>
                <a:gd name="connsiteY371" fmla="*/ 827631 h 2005672"/>
                <a:gd name="connsiteX372" fmla="*/ 1274821 w 4011346"/>
                <a:gd name="connsiteY372" fmla="*/ 847654 h 2005672"/>
                <a:gd name="connsiteX373" fmla="*/ 1244786 w 4011346"/>
                <a:gd name="connsiteY373" fmla="*/ 854329 h 2005672"/>
                <a:gd name="connsiteX374" fmla="*/ 1224763 w 4011346"/>
                <a:gd name="connsiteY374" fmla="*/ 814282 h 2005672"/>
                <a:gd name="connsiteX375" fmla="*/ 1224763 w 4011346"/>
                <a:gd name="connsiteY375" fmla="*/ 774235 h 2005672"/>
                <a:gd name="connsiteX376" fmla="*/ 1194727 w 4011346"/>
                <a:gd name="connsiteY376" fmla="*/ 737526 h 2005672"/>
                <a:gd name="connsiteX377" fmla="*/ 1164692 w 4011346"/>
                <a:gd name="connsiteY377" fmla="*/ 780910 h 2005672"/>
                <a:gd name="connsiteX378" fmla="*/ 1178041 w 4011346"/>
                <a:gd name="connsiteY378" fmla="*/ 824293 h 2005672"/>
                <a:gd name="connsiteX379" fmla="*/ 1137995 w 4011346"/>
                <a:gd name="connsiteY379" fmla="*/ 881026 h 2005672"/>
                <a:gd name="connsiteX380" fmla="*/ 1097948 w 4011346"/>
                <a:gd name="connsiteY380" fmla="*/ 937759 h 2005672"/>
                <a:gd name="connsiteX381" fmla="*/ 1007843 w 4011346"/>
                <a:gd name="connsiteY381" fmla="*/ 901050 h 2005672"/>
                <a:gd name="connsiteX382" fmla="*/ 1074587 w 4011346"/>
                <a:gd name="connsiteY382" fmla="*/ 897712 h 2005672"/>
                <a:gd name="connsiteX383" fmla="*/ 1107960 w 4011346"/>
                <a:gd name="connsiteY383" fmla="*/ 834305 h 2005672"/>
                <a:gd name="connsiteX384" fmla="*/ 1121309 w 4011346"/>
                <a:gd name="connsiteY384" fmla="*/ 790921 h 2005672"/>
                <a:gd name="connsiteX385" fmla="*/ 1127983 w 4011346"/>
                <a:gd name="connsiteY385" fmla="*/ 757549 h 2005672"/>
                <a:gd name="connsiteX386" fmla="*/ 1117971 w 4011346"/>
                <a:gd name="connsiteY386" fmla="*/ 740863 h 2005672"/>
                <a:gd name="connsiteX387" fmla="*/ 1114634 w 4011346"/>
                <a:gd name="connsiteY387" fmla="*/ 690804 h 2005672"/>
                <a:gd name="connsiteX388" fmla="*/ 1104622 w 4011346"/>
                <a:gd name="connsiteY388" fmla="*/ 610711 h 2005672"/>
                <a:gd name="connsiteX389" fmla="*/ 1101285 w 4011346"/>
                <a:gd name="connsiteY389" fmla="*/ 550641 h 2005672"/>
                <a:gd name="connsiteX390" fmla="*/ 1124646 w 4011346"/>
                <a:gd name="connsiteY390" fmla="*/ 457199 h 2005672"/>
                <a:gd name="connsiteX391" fmla="*/ 1031203 w 4011346"/>
                <a:gd name="connsiteY391" fmla="*/ 447187 h 2005672"/>
                <a:gd name="connsiteX392" fmla="*/ 1014517 w 4011346"/>
                <a:gd name="connsiteY392" fmla="*/ 503920 h 2005672"/>
                <a:gd name="connsiteX393" fmla="*/ 1024529 w 4011346"/>
                <a:gd name="connsiteY393" fmla="*/ 550641 h 2005672"/>
                <a:gd name="connsiteX394" fmla="*/ 981145 w 4011346"/>
                <a:gd name="connsiteY394" fmla="*/ 604037 h 2005672"/>
                <a:gd name="connsiteX395" fmla="*/ 991157 w 4011346"/>
                <a:gd name="connsiteY395" fmla="*/ 640746 h 2005672"/>
                <a:gd name="connsiteX396" fmla="*/ 981145 w 4011346"/>
                <a:gd name="connsiteY396" fmla="*/ 687467 h 2005672"/>
                <a:gd name="connsiteX397" fmla="*/ 1001168 w 4011346"/>
                <a:gd name="connsiteY397" fmla="*/ 710828 h 2005672"/>
                <a:gd name="connsiteX398" fmla="*/ 1017854 w 4011346"/>
                <a:gd name="connsiteY398" fmla="*/ 757549 h 2005672"/>
                <a:gd name="connsiteX399" fmla="*/ 1047890 w 4011346"/>
                <a:gd name="connsiteY399" fmla="*/ 744200 h 2005672"/>
                <a:gd name="connsiteX400" fmla="*/ 1014517 w 4011346"/>
                <a:gd name="connsiteY400" fmla="*/ 797596 h 2005672"/>
                <a:gd name="connsiteX401" fmla="*/ 957784 w 4011346"/>
                <a:gd name="connsiteY401" fmla="*/ 744200 h 2005672"/>
                <a:gd name="connsiteX402" fmla="*/ 884365 w 4011346"/>
                <a:gd name="connsiteY402" fmla="*/ 707491 h 2005672"/>
                <a:gd name="connsiteX403" fmla="*/ 824295 w 4011346"/>
                <a:gd name="connsiteY403" fmla="*/ 684130 h 2005672"/>
                <a:gd name="connsiteX404" fmla="*/ 810946 w 4011346"/>
                <a:gd name="connsiteY404" fmla="*/ 720839 h 2005672"/>
                <a:gd name="connsiteX405" fmla="*/ 827633 w 4011346"/>
                <a:gd name="connsiteY405" fmla="*/ 757549 h 2005672"/>
                <a:gd name="connsiteX406" fmla="*/ 814284 w 4011346"/>
                <a:gd name="connsiteY406" fmla="*/ 780910 h 2005672"/>
                <a:gd name="connsiteX407" fmla="*/ 800935 w 4011346"/>
                <a:gd name="connsiteY407" fmla="*/ 797596 h 2005672"/>
                <a:gd name="connsiteX408" fmla="*/ 770900 w 4011346"/>
                <a:gd name="connsiteY408" fmla="*/ 740863 h 2005672"/>
                <a:gd name="connsiteX409" fmla="*/ 744202 w 4011346"/>
                <a:gd name="connsiteY409" fmla="*/ 777572 h 2005672"/>
                <a:gd name="connsiteX410" fmla="*/ 707492 w 4011346"/>
                <a:gd name="connsiteY410" fmla="*/ 770898 h 2005672"/>
                <a:gd name="connsiteX411" fmla="*/ 654097 w 4011346"/>
                <a:gd name="connsiteY411" fmla="*/ 807607 h 2005672"/>
                <a:gd name="connsiteX412" fmla="*/ 644085 w 4011346"/>
                <a:gd name="connsiteY412" fmla="*/ 784247 h 2005672"/>
                <a:gd name="connsiteX413" fmla="*/ 654097 w 4011346"/>
                <a:gd name="connsiteY413" fmla="*/ 747537 h 2005672"/>
                <a:gd name="connsiteX414" fmla="*/ 614050 w 4011346"/>
                <a:gd name="connsiteY414" fmla="*/ 784247 h 2005672"/>
                <a:gd name="connsiteX415" fmla="*/ 594027 w 4011346"/>
                <a:gd name="connsiteY415" fmla="*/ 784247 h 2005672"/>
                <a:gd name="connsiteX416" fmla="*/ 533957 w 4011346"/>
                <a:gd name="connsiteY416" fmla="*/ 817619 h 2005672"/>
                <a:gd name="connsiteX417" fmla="*/ 510596 w 4011346"/>
                <a:gd name="connsiteY417" fmla="*/ 840980 h 2005672"/>
                <a:gd name="connsiteX418" fmla="*/ 500584 w 4011346"/>
                <a:gd name="connsiteY418" fmla="*/ 887701 h 2005672"/>
                <a:gd name="connsiteX419" fmla="*/ 450526 w 4011346"/>
                <a:gd name="connsiteY419" fmla="*/ 874352 h 2005672"/>
                <a:gd name="connsiteX420" fmla="*/ 433840 w 4011346"/>
                <a:gd name="connsiteY420" fmla="*/ 837642 h 2005672"/>
                <a:gd name="connsiteX421" fmla="*/ 467212 w 4011346"/>
                <a:gd name="connsiteY421" fmla="*/ 807607 h 2005672"/>
                <a:gd name="connsiteX422" fmla="*/ 453863 w 4011346"/>
                <a:gd name="connsiteY422" fmla="*/ 784247 h 2005672"/>
                <a:gd name="connsiteX423" fmla="*/ 390456 w 4011346"/>
                <a:gd name="connsiteY423" fmla="*/ 754212 h 2005672"/>
                <a:gd name="connsiteX424" fmla="*/ 417154 w 4011346"/>
                <a:gd name="connsiteY424" fmla="*/ 804270 h 2005672"/>
                <a:gd name="connsiteX425" fmla="*/ 407142 w 4011346"/>
                <a:gd name="connsiteY425" fmla="*/ 847654 h 2005672"/>
                <a:gd name="connsiteX426" fmla="*/ 413817 w 4011346"/>
                <a:gd name="connsiteY426" fmla="*/ 884364 h 2005672"/>
                <a:gd name="connsiteX427" fmla="*/ 427165 w 4011346"/>
                <a:gd name="connsiteY427" fmla="*/ 907724 h 2005672"/>
                <a:gd name="connsiteX428" fmla="*/ 413817 w 4011346"/>
                <a:gd name="connsiteY428" fmla="*/ 937759 h 2005672"/>
                <a:gd name="connsiteX429" fmla="*/ 390456 w 4011346"/>
                <a:gd name="connsiteY429" fmla="*/ 914399 h 2005672"/>
                <a:gd name="connsiteX430" fmla="*/ 360421 w 4011346"/>
                <a:gd name="connsiteY430" fmla="*/ 911061 h 2005672"/>
                <a:gd name="connsiteX431" fmla="*/ 333723 w 4011346"/>
                <a:gd name="connsiteY431" fmla="*/ 951108 h 2005672"/>
                <a:gd name="connsiteX432" fmla="*/ 307025 w 4011346"/>
                <a:gd name="connsiteY432" fmla="*/ 971131 h 2005672"/>
                <a:gd name="connsiteX433" fmla="*/ 320374 w 4011346"/>
                <a:gd name="connsiteY433" fmla="*/ 997829 h 2005672"/>
                <a:gd name="connsiteX434" fmla="*/ 303688 w 4011346"/>
                <a:gd name="connsiteY434" fmla="*/ 1021190 h 2005672"/>
                <a:gd name="connsiteX435" fmla="*/ 233606 w 4011346"/>
                <a:gd name="connsiteY435" fmla="*/ 984480 h 2005672"/>
                <a:gd name="connsiteX436" fmla="*/ 243618 w 4011346"/>
                <a:gd name="connsiteY436" fmla="*/ 1034539 h 2005672"/>
                <a:gd name="connsiteX437" fmla="*/ 263641 w 4011346"/>
                <a:gd name="connsiteY437" fmla="*/ 1054562 h 2005672"/>
                <a:gd name="connsiteX438" fmla="*/ 250292 w 4011346"/>
                <a:gd name="connsiteY438" fmla="*/ 1067911 h 2005672"/>
                <a:gd name="connsiteX439" fmla="*/ 193560 w 4011346"/>
                <a:gd name="connsiteY439" fmla="*/ 1031201 h 2005672"/>
                <a:gd name="connsiteX440" fmla="*/ 170199 w 4011346"/>
                <a:gd name="connsiteY440" fmla="*/ 991155 h 2005672"/>
                <a:gd name="connsiteX441" fmla="*/ 170199 w 4011346"/>
                <a:gd name="connsiteY441" fmla="*/ 944434 h 2005672"/>
                <a:gd name="connsiteX442" fmla="*/ 133490 w 4011346"/>
                <a:gd name="connsiteY442" fmla="*/ 867677 h 2005672"/>
                <a:gd name="connsiteX443" fmla="*/ 196897 w 4011346"/>
                <a:gd name="connsiteY443" fmla="*/ 897712 h 2005672"/>
                <a:gd name="connsiteX444" fmla="*/ 256967 w 4011346"/>
                <a:gd name="connsiteY444" fmla="*/ 927747 h 2005672"/>
                <a:gd name="connsiteX445" fmla="*/ 293676 w 4011346"/>
                <a:gd name="connsiteY445" fmla="*/ 931085 h 2005672"/>
                <a:gd name="connsiteX446" fmla="*/ 327049 w 4011346"/>
                <a:gd name="connsiteY446" fmla="*/ 901050 h 2005672"/>
                <a:gd name="connsiteX447" fmla="*/ 343735 w 4011346"/>
                <a:gd name="connsiteY447" fmla="*/ 864340 h 2005672"/>
                <a:gd name="connsiteX448" fmla="*/ 333723 w 4011346"/>
                <a:gd name="connsiteY448" fmla="*/ 814282 h 2005672"/>
                <a:gd name="connsiteX449" fmla="*/ 290339 w 4011346"/>
                <a:gd name="connsiteY449" fmla="*/ 794258 h 2005672"/>
                <a:gd name="connsiteX450" fmla="*/ 236944 w 4011346"/>
                <a:gd name="connsiteY450" fmla="*/ 747537 h 2005672"/>
                <a:gd name="connsiteX451" fmla="*/ 133490 w 4011346"/>
                <a:gd name="connsiteY451" fmla="*/ 690804 h 2005672"/>
                <a:gd name="connsiteX0" fmla="*/ 133490 w 4011346"/>
                <a:gd name="connsiteY0" fmla="*/ 690804 h 2005672"/>
                <a:gd name="connsiteX1" fmla="*/ 46722 w 4011346"/>
                <a:gd name="connsiteY1" fmla="*/ 720839 h 2005672"/>
                <a:gd name="connsiteX2" fmla="*/ 33373 w 4011346"/>
                <a:gd name="connsiteY2" fmla="*/ 750874 h 2005672"/>
                <a:gd name="connsiteX3" fmla="*/ 43384 w 4011346"/>
                <a:gd name="connsiteY3" fmla="*/ 780910 h 2005672"/>
                <a:gd name="connsiteX4" fmla="*/ 60071 w 4011346"/>
                <a:gd name="connsiteY4" fmla="*/ 807607 h 2005672"/>
                <a:gd name="connsiteX5" fmla="*/ 73419 w 4011346"/>
                <a:gd name="connsiteY5" fmla="*/ 837642 h 2005672"/>
                <a:gd name="connsiteX6" fmla="*/ 56733 w 4011346"/>
                <a:gd name="connsiteY6" fmla="*/ 861003 h 2005672"/>
                <a:gd name="connsiteX7" fmla="*/ 76757 w 4011346"/>
                <a:gd name="connsiteY7" fmla="*/ 941096 h 2005672"/>
                <a:gd name="connsiteX8" fmla="*/ 66745 w 4011346"/>
                <a:gd name="connsiteY8" fmla="*/ 957783 h 2005672"/>
                <a:gd name="connsiteX9" fmla="*/ 70082 w 4011346"/>
                <a:gd name="connsiteY9" fmla="*/ 984480 h 2005672"/>
                <a:gd name="connsiteX10" fmla="*/ 70082 w 4011346"/>
                <a:gd name="connsiteY10" fmla="*/ 1024527 h 2005672"/>
                <a:gd name="connsiteX11" fmla="*/ 80094 w 4011346"/>
                <a:gd name="connsiteY11" fmla="*/ 1044550 h 2005672"/>
                <a:gd name="connsiteX12" fmla="*/ 76757 w 4011346"/>
                <a:gd name="connsiteY12" fmla="*/ 1067911 h 2005672"/>
                <a:gd name="connsiteX13" fmla="*/ 106792 w 4011346"/>
                <a:gd name="connsiteY13" fmla="*/ 1101283 h 2005672"/>
                <a:gd name="connsiteX14" fmla="*/ 106792 w 4011346"/>
                <a:gd name="connsiteY14" fmla="*/ 1131318 h 2005672"/>
                <a:gd name="connsiteX15" fmla="*/ 13349 w 4011346"/>
                <a:gd name="connsiteY15" fmla="*/ 1221423 h 2005672"/>
                <a:gd name="connsiteX16" fmla="*/ 33373 w 4011346"/>
                <a:gd name="connsiteY16" fmla="*/ 1254796 h 2005672"/>
                <a:gd name="connsiteX17" fmla="*/ 33373 w 4011346"/>
                <a:gd name="connsiteY17" fmla="*/ 1254796 h 2005672"/>
                <a:gd name="connsiteX18" fmla="*/ 16687 w 4011346"/>
                <a:gd name="connsiteY18" fmla="*/ 1284831 h 2005672"/>
                <a:gd name="connsiteX19" fmla="*/ 3338 w 4011346"/>
                <a:gd name="connsiteY19" fmla="*/ 1314866 h 2005672"/>
                <a:gd name="connsiteX20" fmla="*/ 0 w 4011346"/>
                <a:gd name="connsiteY20" fmla="*/ 1374936 h 2005672"/>
                <a:gd name="connsiteX21" fmla="*/ 16687 w 4011346"/>
                <a:gd name="connsiteY21" fmla="*/ 1418320 h 2005672"/>
                <a:gd name="connsiteX22" fmla="*/ 20024 w 4011346"/>
                <a:gd name="connsiteY22" fmla="*/ 1451692 h 2005672"/>
                <a:gd name="connsiteX23" fmla="*/ 56733 w 4011346"/>
                <a:gd name="connsiteY23" fmla="*/ 1461704 h 2005672"/>
                <a:gd name="connsiteX24" fmla="*/ 116803 w 4011346"/>
                <a:gd name="connsiteY24" fmla="*/ 1548472 h 2005672"/>
                <a:gd name="connsiteX25" fmla="*/ 96780 w 4011346"/>
                <a:gd name="connsiteY25" fmla="*/ 1571832 h 2005672"/>
                <a:gd name="connsiteX26" fmla="*/ 93443 w 4011346"/>
                <a:gd name="connsiteY26" fmla="*/ 1601867 h 2005672"/>
                <a:gd name="connsiteX27" fmla="*/ 120141 w 4011346"/>
                <a:gd name="connsiteY27" fmla="*/ 1605204 h 2005672"/>
                <a:gd name="connsiteX28" fmla="*/ 160187 w 4011346"/>
                <a:gd name="connsiteY28" fmla="*/ 1618553 h 2005672"/>
                <a:gd name="connsiteX29" fmla="*/ 186885 w 4011346"/>
                <a:gd name="connsiteY29" fmla="*/ 1631902 h 2005672"/>
                <a:gd name="connsiteX30" fmla="*/ 213583 w 4011346"/>
                <a:gd name="connsiteY30" fmla="*/ 1661937 h 2005672"/>
                <a:gd name="connsiteX31" fmla="*/ 243618 w 4011346"/>
                <a:gd name="connsiteY31" fmla="*/ 1665274 h 2005672"/>
                <a:gd name="connsiteX32" fmla="*/ 287002 w 4011346"/>
                <a:gd name="connsiteY32" fmla="*/ 1695310 h 2005672"/>
                <a:gd name="connsiteX33" fmla="*/ 310363 w 4011346"/>
                <a:gd name="connsiteY33" fmla="*/ 1705321 h 2005672"/>
                <a:gd name="connsiteX34" fmla="*/ 310363 w 4011346"/>
                <a:gd name="connsiteY34" fmla="*/ 1742031 h 2005672"/>
                <a:gd name="connsiteX35" fmla="*/ 270316 w 4011346"/>
                <a:gd name="connsiteY35" fmla="*/ 1782077 h 2005672"/>
                <a:gd name="connsiteX36" fmla="*/ 280327 w 4011346"/>
                <a:gd name="connsiteY36" fmla="*/ 1805438 h 2005672"/>
                <a:gd name="connsiteX37" fmla="*/ 273653 w 4011346"/>
                <a:gd name="connsiteY37" fmla="*/ 1825461 h 2005672"/>
                <a:gd name="connsiteX38" fmla="*/ 266979 w 4011346"/>
                <a:gd name="connsiteY38" fmla="*/ 1842147 h 2005672"/>
                <a:gd name="connsiteX39" fmla="*/ 240281 w 4011346"/>
                <a:gd name="connsiteY39" fmla="*/ 1882194 h 2005672"/>
                <a:gd name="connsiteX40" fmla="*/ 307025 w 4011346"/>
                <a:gd name="connsiteY40" fmla="*/ 1918904 h 2005672"/>
                <a:gd name="connsiteX41" fmla="*/ 337060 w 4011346"/>
                <a:gd name="connsiteY41" fmla="*/ 1925578 h 2005672"/>
                <a:gd name="connsiteX42" fmla="*/ 360421 w 4011346"/>
                <a:gd name="connsiteY42" fmla="*/ 1932253 h 2005672"/>
                <a:gd name="connsiteX43" fmla="*/ 380444 w 4011346"/>
                <a:gd name="connsiteY43" fmla="*/ 1938927 h 2005672"/>
                <a:gd name="connsiteX44" fmla="*/ 407142 w 4011346"/>
                <a:gd name="connsiteY44" fmla="*/ 1958950 h 2005672"/>
                <a:gd name="connsiteX45" fmla="*/ 437177 w 4011346"/>
                <a:gd name="connsiteY45" fmla="*/ 1955613 h 2005672"/>
                <a:gd name="connsiteX46" fmla="*/ 507259 w 4011346"/>
                <a:gd name="connsiteY46" fmla="*/ 2005672 h 2005672"/>
                <a:gd name="connsiteX47" fmla="*/ 517271 w 4011346"/>
                <a:gd name="connsiteY47" fmla="*/ 1992323 h 2005672"/>
                <a:gd name="connsiteX48" fmla="*/ 507259 w 4011346"/>
                <a:gd name="connsiteY48" fmla="*/ 1952276 h 2005672"/>
                <a:gd name="connsiteX49" fmla="*/ 500584 w 4011346"/>
                <a:gd name="connsiteY49" fmla="*/ 1918904 h 2005672"/>
                <a:gd name="connsiteX50" fmla="*/ 483898 w 4011346"/>
                <a:gd name="connsiteY50" fmla="*/ 1875520 h 2005672"/>
                <a:gd name="connsiteX51" fmla="*/ 513933 w 4011346"/>
                <a:gd name="connsiteY51" fmla="*/ 1855496 h 2005672"/>
                <a:gd name="connsiteX52" fmla="*/ 547306 w 4011346"/>
                <a:gd name="connsiteY52" fmla="*/ 1832136 h 2005672"/>
                <a:gd name="connsiteX53" fmla="*/ 527282 w 4011346"/>
                <a:gd name="connsiteY53" fmla="*/ 1815450 h 2005672"/>
                <a:gd name="connsiteX54" fmla="*/ 517271 w 4011346"/>
                <a:gd name="connsiteY54" fmla="*/ 1782077 h 2005672"/>
                <a:gd name="connsiteX55" fmla="*/ 480561 w 4011346"/>
                <a:gd name="connsiteY55" fmla="*/ 1765391 h 2005672"/>
                <a:gd name="connsiteX56" fmla="*/ 470549 w 4011346"/>
                <a:gd name="connsiteY56" fmla="*/ 1745368 h 2005672"/>
                <a:gd name="connsiteX57" fmla="*/ 480561 w 4011346"/>
                <a:gd name="connsiteY57" fmla="*/ 1715333 h 2005672"/>
                <a:gd name="connsiteX58" fmla="*/ 490573 w 4011346"/>
                <a:gd name="connsiteY58" fmla="*/ 1675286 h 2005672"/>
                <a:gd name="connsiteX59" fmla="*/ 513933 w 4011346"/>
                <a:gd name="connsiteY59" fmla="*/ 1695310 h 2005672"/>
                <a:gd name="connsiteX60" fmla="*/ 520608 w 4011346"/>
                <a:gd name="connsiteY60" fmla="*/ 1678623 h 2005672"/>
                <a:gd name="connsiteX61" fmla="*/ 543968 w 4011346"/>
                <a:gd name="connsiteY61" fmla="*/ 1641914 h 2005672"/>
                <a:gd name="connsiteX62" fmla="*/ 574003 w 4011346"/>
                <a:gd name="connsiteY62" fmla="*/ 1625228 h 2005672"/>
                <a:gd name="connsiteX63" fmla="*/ 590690 w 4011346"/>
                <a:gd name="connsiteY63" fmla="*/ 1638577 h 2005672"/>
                <a:gd name="connsiteX64" fmla="*/ 610713 w 4011346"/>
                <a:gd name="connsiteY64" fmla="*/ 1611879 h 2005672"/>
                <a:gd name="connsiteX65" fmla="*/ 630736 w 4011346"/>
                <a:gd name="connsiteY65" fmla="*/ 1638577 h 2005672"/>
                <a:gd name="connsiteX66" fmla="*/ 657434 w 4011346"/>
                <a:gd name="connsiteY66" fmla="*/ 1661937 h 2005672"/>
                <a:gd name="connsiteX67" fmla="*/ 674120 w 4011346"/>
                <a:gd name="connsiteY67" fmla="*/ 1668612 h 2005672"/>
                <a:gd name="connsiteX68" fmla="*/ 697481 w 4011346"/>
                <a:gd name="connsiteY68" fmla="*/ 1668612 h 2005672"/>
                <a:gd name="connsiteX69" fmla="*/ 717504 w 4011346"/>
                <a:gd name="connsiteY69" fmla="*/ 1655263 h 2005672"/>
                <a:gd name="connsiteX70" fmla="*/ 744202 w 4011346"/>
                <a:gd name="connsiteY70" fmla="*/ 1655263 h 2005672"/>
                <a:gd name="connsiteX71" fmla="*/ 760888 w 4011346"/>
                <a:gd name="connsiteY71" fmla="*/ 1651926 h 2005672"/>
                <a:gd name="connsiteX72" fmla="*/ 790923 w 4011346"/>
                <a:gd name="connsiteY72" fmla="*/ 1685298 h 2005672"/>
                <a:gd name="connsiteX73" fmla="*/ 797598 w 4011346"/>
                <a:gd name="connsiteY73" fmla="*/ 1658600 h 2005672"/>
                <a:gd name="connsiteX74" fmla="*/ 817621 w 4011346"/>
                <a:gd name="connsiteY74" fmla="*/ 1675286 h 2005672"/>
                <a:gd name="connsiteX75" fmla="*/ 837644 w 4011346"/>
                <a:gd name="connsiteY75" fmla="*/ 1651926 h 2005672"/>
                <a:gd name="connsiteX76" fmla="*/ 827633 w 4011346"/>
                <a:gd name="connsiteY76" fmla="*/ 1631902 h 2005672"/>
                <a:gd name="connsiteX77" fmla="*/ 810946 w 4011346"/>
                <a:gd name="connsiteY77" fmla="*/ 1618553 h 2005672"/>
                <a:gd name="connsiteX78" fmla="*/ 810946 w 4011346"/>
                <a:gd name="connsiteY78" fmla="*/ 1591856 h 2005672"/>
                <a:gd name="connsiteX79" fmla="*/ 810946 w 4011346"/>
                <a:gd name="connsiteY79" fmla="*/ 1578507 h 2005672"/>
                <a:gd name="connsiteX80" fmla="*/ 830970 w 4011346"/>
                <a:gd name="connsiteY80" fmla="*/ 1575169 h 2005672"/>
                <a:gd name="connsiteX81" fmla="*/ 840981 w 4011346"/>
                <a:gd name="connsiteY81" fmla="*/ 1571832 h 2005672"/>
                <a:gd name="connsiteX82" fmla="*/ 820958 w 4011346"/>
                <a:gd name="connsiteY82" fmla="*/ 1535123 h 2005672"/>
                <a:gd name="connsiteX83" fmla="*/ 854330 w 4011346"/>
                <a:gd name="connsiteY83" fmla="*/ 1528448 h 2005672"/>
                <a:gd name="connsiteX84" fmla="*/ 891040 w 4011346"/>
                <a:gd name="connsiteY84" fmla="*/ 1535123 h 2005672"/>
                <a:gd name="connsiteX85" fmla="*/ 964459 w 4011346"/>
                <a:gd name="connsiteY85" fmla="*/ 1491739 h 2005672"/>
                <a:gd name="connsiteX86" fmla="*/ 1001168 w 4011346"/>
                <a:gd name="connsiteY86" fmla="*/ 1491739 h 2005672"/>
                <a:gd name="connsiteX87" fmla="*/ 1027866 w 4011346"/>
                <a:gd name="connsiteY87" fmla="*/ 1468378 h 2005672"/>
                <a:gd name="connsiteX88" fmla="*/ 1047890 w 4011346"/>
                <a:gd name="connsiteY88" fmla="*/ 1478390 h 2005672"/>
                <a:gd name="connsiteX89" fmla="*/ 1067913 w 4011346"/>
                <a:gd name="connsiteY89" fmla="*/ 1488401 h 2005672"/>
                <a:gd name="connsiteX90" fmla="*/ 1087936 w 4011346"/>
                <a:gd name="connsiteY90" fmla="*/ 1515099 h 2005672"/>
                <a:gd name="connsiteX91" fmla="*/ 1074587 w 4011346"/>
                <a:gd name="connsiteY91" fmla="*/ 1528448 h 2005672"/>
                <a:gd name="connsiteX92" fmla="*/ 1104622 w 4011346"/>
                <a:gd name="connsiteY92" fmla="*/ 1528448 h 2005672"/>
                <a:gd name="connsiteX93" fmla="*/ 1107960 w 4011346"/>
                <a:gd name="connsiteY93" fmla="*/ 1545134 h 2005672"/>
                <a:gd name="connsiteX94" fmla="*/ 1121309 w 4011346"/>
                <a:gd name="connsiteY94" fmla="*/ 1528448 h 2005672"/>
                <a:gd name="connsiteX95" fmla="*/ 1134657 w 4011346"/>
                <a:gd name="connsiteY95" fmla="*/ 1541797 h 2005672"/>
                <a:gd name="connsiteX96" fmla="*/ 1134657 w 4011346"/>
                <a:gd name="connsiteY96" fmla="*/ 1561820 h 2005672"/>
                <a:gd name="connsiteX97" fmla="*/ 1148006 w 4011346"/>
                <a:gd name="connsiteY97" fmla="*/ 1558483 h 2005672"/>
                <a:gd name="connsiteX98" fmla="*/ 1208076 w 4011346"/>
                <a:gd name="connsiteY98" fmla="*/ 1511762 h 2005672"/>
                <a:gd name="connsiteX99" fmla="*/ 1211414 w 4011346"/>
                <a:gd name="connsiteY99" fmla="*/ 1531785 h 2005672"/>
                <a:gd name="connsiteX100" fmla="*/ 1244786 w 4011346"/>
                <a:gd name="connsiteY100" fmla="*/ 1551809 h 2005672"/>
                <a:gd name="connsiteX101" fmla="*/ 1264809 w 4011346"/>
                <a:gd name="connsiteY101" fmla="*/ 1581844 h 2005672"/>
                <a:gd name="connsiteX102" fmla="*/ 1298181 w 4011346"/>
                <a:gd name="connsiteY102" fmla="*/ 1688635 h 2005672"/>
                <a:gd name="connsiteX103" fmla="*/ 1308193 w 4011346"/>
                <a:gd name="connsiteY103" fmla="*/ 1645251 h 2005672"/>
                <a:gd name="connsiteX104" fmla="*/ 1344903 w 4011346"/>
                <a:gd name="connsiteY104" fmla="*/ 1665274 h 2005672"/>
                <a:gd name="connsiteX105" fmla="*/ 1388287 w 4011346"/>
                <a:gd name="connsiteY105" fmla="*/ 1665274 h 2005672"/>
                <a:gd name="connsiteX106" fmla="*/ 1394961 w 4011346"/>
                <a:gd name="connsiteY106" fmla="*/ 1688635 h 2005672"/>
                <a:gd name="connsiteX107" fmla="*/ 1435008 w 4011346"/>
                <a:gd name="connsiteY107" fmla="*/ 1711996 h 2005672"/>
                <a:gd name="connsiteX108" fmla="*/ 1465043 w 4011346"/>
                <a:gd name="connsiteY108" fmla="*/ 1711996 h 2005672"/>
                <a:gd name="connsiteX109" fmla="*/ 1491741 w 4011346"/>
                <a:gd name="connsiteY109" fmla="*/ 1725345 h 2005672"/>
                <a:gd name="connsiteX110" fmla="*/ 1535125 w 4011346"/>
                <a:gd name="connsiteY110" fmla="*/ 1681961 h 2005672"/>
                <a:gd name="connsiteX111" fmla="*/ 1571834 w 4011346"/>
                <a:gd name="connsiteY111" fmla="*/ 1661937 h 2005672"/>
                <a:gd name="connsiteX112" fmla="*/ 1608544 w 4011346"/>
                <a:gd name="connsiteY112" fmla="*/ 1665274 h 2005672"/>
                <a:gd name="connsiteX113" fmla="*/ 1655265 w 4011346"/>
                <a:gd name="connsiteY113" fmla="*/ 1678623 h 2005672"/>
                <a:gd name="connsiteX114" fmla="*/ 1681963 w 4011346"/>
                <a:gd name="connsiteY114" fmla="*/ 1695310 h 2005672"/>
                <a:gd name="connsiteX115" fmla="*/ 1735358 w 4011346"/>
                <a:gd name="connsiteY115" fmla="*/ 1688635 h 2005672"/>
                <a:gd name="connsiteX116" fmla="*/ 1745370 w 4011346"/>
                <a:gd name="connsiteY116" fmla="*/ 1668612 h 2005672"/>
                <a:gd name="connsiteX117" fmla="*/ 1738695 w 4011346"/>
                <a:gd name="connsiteY117" fmla="*/ 1648588 h 2005672"/>
                <a:gd name="connsiteX118" fmla="*/ 1765393 w 4011346"/>
                <a:gd name="connsiteY118" fmla="*/ 1621891 h 2005672"/>
                <a:gd name="connsiteX119" fmla="*/ 1778742 w 4011346"/>
                <a:gd name="connsiteY119" fmla="*/ 1618553 h 2005672"/>
                <a:gd name="connsiteX120" fmla="*/ 1812114 w 4011346"/>
                <a:gd name="connsiteY120" fmla="*/ 1635239 h 2005672"/>
                <a:gd name="connsiteX121" fmla="*/ 1852161 w 4011346"/>
                <a:gd name="connsiteY121" fmla="*/ 1648588 h 2005672"/>
                <a:gd name="connsiteX122" fmla="*/ 1858836 w 4011346"/>
                <a:gd name="connsiteY122" fmla="*/ 1675286 h 2005672"/>
                <a:gd name="connsiteX123" fmla="*/ 1872184 w 4011346"/>
                <a:gd name="connsiteY123" fmla="*/ 1681961 h 2005672"/>
                <a:gd name="connsiteX124" fmla="*/ 1902219 w 4011346"/>
                <a:gd name="connsiteY124" fmla="*/ 1685298 h 2005672"/>
                <a:gd name="connsiteX125" fmla="*/ 1932254 w 4011346"/>
                <a:gd name="connsiteY125" fmla="*/ 1668612 h 2005672"/>
                <a:gd name="connsiteX126" fmla="*/ 1962290 w 4011346"/>
                <a:gd name="connsiteY126" fmla="*/ 1681961 h 2005672"/>
                <a:gd name="connsiteX127" fmla="*/ 1985650 w 4011346"/>
                <a:gd name="connsiteY127" fmla="*/ 1695310 h 2005672"/>
                <a:gd name="connsiteX128" fmla="*/ 1995662 w 4011346"/>
                <a:gd name="connsiteY128" fmla="*/ 1705321 h 2005672"/>
                <a:gd name="connsiteX129" fmla="*/ 2032371 w 4011346"/>
                <a:gd name="connsiteY129" fmla="*/ 1725345 h 2005672"/>
                <a:gd name="connsiteX130" fmla="*/ 2069081 w 4011346"/>
                <a:gd name="connsiteY130" fmla="*/ 1722007 h 2005672"/>
                <a:gd name="connsiteX131" fmla="*/ 2142500 w 4011346"/>
                <a:gd name="connsiteY131" fmla="*/ 1678623 h 2005672"/>
                <a:gd name="connsiteX132" fmla="*/ 2195895 w 4011346"/>
                <a:gd name="connsiteY132" fmla="*/ 1691972 h 2005672"/>
                <a:gd name="connsiteX133" fmla="*/ 2225930 w 4011346"/>
                <a:gd name="connsiteY133" fmla="*/ 1701984 h 2005672"/>
                <a:gd name="connsiteX134" fmla="*/ 2259303 w 4011346"/>
                <a:gd name="connsiteY134" fmla="*/ 1688635 h 2005672"/>
                <a:gd name="connsiteX135" fmla="*/ 2262640 w 4011346"/>
                <a:gd name="connsiteY135" fmla="*/ 1661937 h 2005672"/>
                <a:gd name="connsiteX136" fmla="*/ 2282663 w 4011346"/>
                <a:gd name="connsiteY136" fmla="*/ 1631902 h 2005672"/>
                <a:gd name="connsiteX137" fmla="*/ 2299349 w 4011346"/>
                <a:gd name="connsiteY137" fmla="*/ 1578507 h 2005672"/>
                <a:gd name="connsiteX138" fmla="*/ 2282663 w 4011346"/>
                <a:gd name="connsiteY138" fmla="*/ 1581844 h 2005672"/>
                <a:gd name="connsiteX139" fmla="*/ 2312698 w 4011346"/>
                <a:gd name="connsiteY139" fmla="*/ 1555146 h 2005672"/>
                <a:gd name="connsiteX140" fmla="*/ 2339396 w 4011346"/>
                <a:gd name="connsiteY140" fmla="*/ 1551809 h 2005672"/>
                <a:gd name="connsiteX141" fmla="*/ 2396129 w 4011346"/>
                <a:gd name="connsiteY141" fmla="*/ 1561820 h 2005672"/>
                <a:gd name="connsiteX142" fmla="*/ 2436176 w 4011346"/>
                <a:gd name="connsiteY142" fmla="*/ 1588518 h 2005672"/>
                <a:gd name="connsiteX143" fmla="*/ 2462873 w 4011346"/>
                <a:gd name="connsiteY143" fmla="*/ 1618553 h 2005672"/>
                <a:gd name="connsiteX144" fmla="*/ 2469548 w 4011346"/>
                <a:gd name="connsiteY144" fmla="*/ 1655263 h 2005672"/>
                <a:gd name="connsiteX145" fmla="*/ 2476222 w 4011346"/>
                <a:gd name="connsiteY145" fmla="*/ 1695310 h 2005672"/>
                <a:gd name="connsiteX146" fmla="*/ 2486234 w 4011346"/>
                <a:gd name="connsiteY146" fmla="*/ 1715333 h 2005672"/>
                <a:gd name="connsiteX147" fmla="*/ 2529618 w 4011346"/>
                <a:gd name="connsiteY147" fmla="*/ 1728682 h 2005672"/>
                <a:gd name="connsiteX148" fmla="*/ 2549641 w 4011346"/>
                <a:gd name="connsiteY148" fmla="*/ 1748705 h 2005672"/>
                <a:gd name="connsiteX149" fmla="*/ 2562990 w 4011346"/>
                <a:gd name="connsiteY149" fmla="*/ 1782077 h 2005672"/>
                <a:gd name="connsiteX150" fmla="*/ 2586351 w 4011346"/>
                <a:gd name="connsiteY150" fmla="*/ 1775403 h 2005672"/>
                <a:gd name="connsiteX151" fmla="*/ 2606374 w 4011346"/>
                <a:gd name="connsiteY151" fmla="*/ 1765391 h 2005672"/>
                <a:gd name="connsiteX152" fmla="*/ 2639746 w 4011346"/>
                <a:gd name="connsiteY152" fmla="*/ 1748705 h 2005672"/>
                <a:gd name="connsiteX153" fmla="*/ 2643084 w 4011346"/>
                <a:gd name="connsiteY153" fmla="*/ 1765391 h 2005672"/>
                <a:gd name="connsiteX154" fmla="*/ 2626398 w 4011346"/>
                <a:gd name="connsiteY154" fmla="*/ 1795426 h 2005672"/>
                <a:gd name="connsiteX155" fmla="*/ 2616386 w 4011346"/>
                <a:gd name="connsiteY155" fmla="*/ 1832136 h 2005672"/>
                <a:gd name="connsiteX156" fmla="*/ 2603037 w 4011346"/>
                <a:gd name="connsiteY156" fmla="*/ 1885531 h 2005672"/>
                <a:gd name="connsiteX157" fmla="*/ 2579676 w 4011346"/>
                <a:gd name="connsiteY157" fmla="*/ 1858834 h 2005672"/>
                <a:gd name="connsiteX158" fmla="*/ 2552979 w 4011346"/>
                <a:gd name="connsiteY158" fmla="*/ 1882194 h 2005672"/>
                <a:gd name="connsiteX159" fmla="*/ 2559653 w 4011346"/>
                <a:gd name="connsiteY159" fmla="*/ 1908892 h 2005672"/>
                <a:gd name="connsiteX160" fmla="*/ 2559653 w 4011346"/>
                <a:gd name="connsiteY160" fmla="*/ 1945601 h 2005672"/>
                <a:gd name="connsiteX161" fmla="*/ 2549641 w 4011346"/>
                <a:gd name="connsiteY161" fmla="*/ 1965625 h 2005672"/>
                <a:gd name="connsiteX162" fmla="*/ 2589688 w 4011346"/>
                <a:gd name="connsiteY162" fmla="*/ 1945601 h 2005672"/>
                <a:gd name="connsiteX163" fmla="*/ 2626398 w 4011346"/>
                <a:gd name="connsiteY163" fmla="*/ 1955613 h 2005672"/>
                <a:gd name="connsiteX164" fmla="*/ 2653095 w 4011346"/>
                <a:gd name="connsiteY164" fmla="*/ 1932253 h 2005672"/>
                <a:gd name="connsiteX165" fmla="*/ 2683130 w 4011346"/>
                <a:gd name="connsiteY165" fmla="*/ 1878857 h 2005672"/>
                <a:gd name="connsiteX166" fmla="*/ 2753212 w 4011346"/>
                <a:gd name="connsiteY166" fmla="*/ 1792089 h 2005672"/>
                <a:gd name="connsiteX167" fmla="*/ 2783247 w 4011346"/>
                <a:gd name="connsiteY167" fmla="*/ 1722007 h 2005672"/>
                <a:gd name="connsiteX168" fmla="*/ 2803271 w 4011346"/>
                <a:gd name="connsiteY168" fmla="*/ 1618553 h 2005672"/>
                <a:gd name="connsiteX169" fmla="*/ 2793259 w 4011346"/>
                <a:gd name="connsiteY169" fmla="*/ 1568495 h 2005672"/>
                <a:gd name="connsiteX170" fmla="*/ 2769898 w 4011346"/>
                <a:gd name="connsiteY170" fmla="*/ 1535123 h 2005672"/>
                <a:gd name="connsiteX171" fmla="*/ 2726514 w 4011346"/>
                <a:gd name="connsiteY171" fmla="*/ 1535123 h 2005672"/>
                <a:gd name="connsiteX172" fmla="*/ 2699817 w 4011346"/>
                <a:gd name="connsiteY172" fmla="*/ 1535123 h 2005672"/>
                <a:gd name="connsiteX173" fmla="*/ 2683130 w 4011346"/>
                <a:gd name="connsiteY173" fmla="*/ 1515099 h 2005672"/>
                <a:gd name="connsiteX174" fmla="*/ 2669781 w 4011346"/>
                <a:gd name="connsiteY174" fmla="*/ 1495076 h 2005672"/>
                <a:gd name="connsiteX175" fmla="*/ 2763224 w 4011346"/>
                <a:gd name="connsiteY175" fmla="*/ 1378273 h 2005672"/>
                <a:gd name="connsiteX176" fmla="*/ 2846654 w 4011346"/>
                <a:gd name="connsiteY176" fmla="*/ 1311529 h 2005672"/>
                <a:gd name="connsiteX177" fmla="*/ 2890038 w 4011346"/>
                <a:gd name="connsiteY177" fmla="*/ 1288168 h 2005672"/>
                <a:gd name="connsiteX178" fmla="*/ 2933422 w 4011346"/>
                <a:gd name="connsiteY178" fmla="*/ 1308191 h 2005672"/>
                <a:gd name="connsiteX179" fmla="*/ 2950109 w 4011346"/>
                <a:gd name="connsiteY179" fmla="*/ 1291505 h 2005672"/>
                <a:gd name="connsiteX180" fmla="*/ 2993492 w 4011346"/>
                <a:gd name="connsiteY180" fmla="*/ 1308191 h 2005672"/>
                <a:gd name="connsiteX181" fmla="*/ 3006841 w 4011346"/>
                <a:gd name="connsiteY181" fmla="*/ 1274819 h 2005672"/>
                <a:gd name="connsiteX182" fmla="*/ 3053563 w 4011346"/>
                <a:gd name="connsiteY182" fmla="*/ 1284831 h 2005672"/>
                <a:gd name="connsiteX183" fmla="*/ 3070249 w 4011346"/>
                <a:gd name="connsiteY183" fmla="*/ 1301517 h 2005672"/>
                <a:gd name="connsiteX184" fmla="*/ 3060237 w 4011346"/>
                <a:gd name="connsiteY184" fmla="*/ 1321540 h 2005672"/>
                <a:gd name="connsiteX185" fmla="*/ 3123644 w 4011346"/>
                <a:gd name="connsiteY185" fmla="*/ 1304854 h 2005672"/>
                <a:gd name="connsiteX186" fmla="*/ 3140330 w 4011346"/>
                <a:gd name="connsiteY186" fmla="*/ 1291505 h 2005672"/>
                <a:gd name="connsiteX187" fmla="*/ 3123644 w 4011346"/>
                <a:gd name="connsiteY187" fmla="*/ 1278156 h 2005672"/>
                <a:gd name="connsiteX188" fmla="*/ 3143668 w 4011346"/>
                <a:gd name="connsiteY188" fmla="*/ 1238110 h 2005672"/>
                <a:gd name="connsiteX189" fmla="*/ 3190389 w 4011346"/>
                <a:gd name="connsiteY189" fmla="*/ 1168028 h 2005672"/>
                <a:gd name="connsiteX190" fmla="*/ 3233773 w 4011346"/>
                <a:gd name="connsiteY190" fmla="*/ 1164691 h 2005672"/>
                <a:gd name="connsiteX191" fmla="*/ 3273819 w 4011346"/>
                <a:gd name="connsiteY191" fmla="*/ 1174702 h 2005672"/>
                <a:gd name="connsiteX192" fmla="*/ 3277157 w 4011346"/>
                <a:gd name="connsiteY192" fmla="*/ 1231435 h 2005672"/>
                <a:gd name="connsiteX193" fmla="*/ 3320541 w 4011346"/>
                <a:gd name="connsiteY193" fmla="*/ 1188051 h 2005672"/>
                <a:gd name="connsiteX194" fmla="*/ 3343901 w 4011346"/>
                <a:gd name="connsiteY194" fmla="*/ 1171365 h 2005672"/>
                <a:gd name="connsiteX195" fmla="*/ 3350576 w 4011346"/>
                <a:gd name="connsiteY195" fmla="*/ 1137993 h 2005672"/>
                <a:gd name="connsiteX196" fmla="*/ 3377273 w 4011346"/>
                <a:gd name="connsiteY196" fmla="*/ 1121307 h 2005672"/>
                <a:gd name="connsiteX197" fmla="*/ 3407309 w 4011346"/>
                <a:gd name="connsiteY197" fmla="*/ 1131318 h 2005672"/>
                <a:gd name="connsiteX198" fmla="*/ 3373936 w 4011346"/>
                <a:gd name="connsiteY198" fmla="*/ 1161353 h 2005672"/>
                <a:gd name="connsiteX199" fmla="*/ 3360587 w 4011346"/>
                <a:gd name="connsiteY199" fmla="*/ 1211412 h 2005672"/>
                <a:gd name="connsiteX200" fmla="*/ 3323878 w 4011346"/>
                <a:gd name="connsiteY200" fmla="*/ 1251458 h 2005672"/>
                <a:gd name="connsiteX201" fmla="*/ 3210412 w 4011346"/>
                <a:gd name="connsiteY201" fmla="*/ 1348238 h 2005672"/>
                <a:gd name="connsiteX202" fmla="*/ 3163691 w 4011346"/>
                <a:gd name="connsiteY202" fmla="*/ 1418320 h 2005672"/>
                <a:gd name="connsiteX203" fmla="*/ 3160354 w 4011346"/>
                <a:gd name="connsiteY203" fmla="*/ 1491739 h 2005672"/>
                <a:gd name="connsiteX204" fmla="*/ 3170365 w 4011346"/>
                <a:gd name="connsiteY204" fmla="*/ 1581844 h 2005672"/>
                <a:gd name="connsiteX205" fmla="*/ 3190389 w 4011346"/>
                <a:gd name="connsiteY205" fmla="*/ 1645251 h 2005672"/>
                <a:gd name="connsiteX206" fmla="*/ 3217087 w 4011346"/>
                <a:gd name="connsiteY206" fmla="*/ 1635239 h 2005672"/>
                <a:gd name="connsiteX207" fmla="*/ 3240447 w 4011346"/>
                <a:gd name="connsiteY207" fmla="*/ 1568495 h 2005672"/>
                <a:gd name="connsiteX208" fmla="*/ 3270482 w 4011346"/>
                <a:gd name="connsiteY208" fmla="*/ 1565158 h 2005672"/>
                <a:gd name="connsiteX209" fmla="*/ 3287168 w 4011346"/>
                <a:gd name="connsiteY209" fmla="*/ 1505088 h 2005672"/>
                <a:gd name="connsiteX210" fmla="*/ 3313866 w 4011346"/>
                <a:gd name="connsiteY210" fmla="*/ 1495076 h 2005672"/>
                <a:gd name="connsiteX211" fmla="*/ 3313866 w 4011346"/>
                <a:gd name="connsiteY211" fmla="*/ 1465041 h 2005672"/>
                <a:gd name="connsiteX212" fmla="*/ 3337227 w 4011346"/>
                <a:gd name="connsiteY212" fmla="*/ 1428331 h 2005672"/>
                <a:gd name="connsiteX213" fmla="*/ 3330552 w 4011346"/>
                <a:gd name="connsiteY213" fmla="*/ 1384947 h 2005672"/>
                <a:gd name="connsiteX214" fmla="*/ 3333890 w 4011346"/>
                <a:gd name="connsiteY214" fmla="*/ 1354912 h 2005672"/>
                <a:gd name="connsiteX215" fmla="*/ 3323878 w 4011346"/>
                <a:gd name="connsiteY215" fmla="*/ 1344901 h 2005672"/>
                <a:gd name="connsiteX216" fmla="*/ 3363925 w 4011346"/>
                <a:gd name="connsiteY216" fmla="*/ 1258133 h 2005672"/>
                <a:gd name="connsiteX217" fmla="*/ 3383948 w 4011346"/>
                <a:gd name="connsiteY217" fmla="*/ 1268145 h 2005672"/>
                <a:gd name="connsiteX218" fmla="*/ 3410646 w 4011346"/>
                <a:gd name="connsiteY218" fmla="*/ 1241447 h 2005672"/>
                <a:gd name="connsiteX219" fmla="*/ 3420657 w 4011346"/>
                <a:gd name="connsiteY219" fmla="*/ 1268145 h 2005672"/>
                <a:gd name="connsiteX220" fmla="*/ 3447355 w 4011346"/>
                <a:gd name="connsiteY220" fmla="*/ 1251458 h 2005672"/>
                <a:gd name="connsiteX221" fmla="*/ 3477390 w 4011346"/>
                <a:gd name="connsiteY221" fmla="*/ 1241447 h 2005672"/>
                <a:gd name="connsiteX222" fmla="*/ 3514100 w 4011346"/>
                <a:gd name="connsiteY222" fmla="*/ 1268145 h 2005672"/>
                <a:gd name="connsiteX223" fmla="*/ 3574170 w 4011346"/>
                <a:gd name="connsiteY223" fmla="*/ 1201400 h 2005672"/>
                <a:gd name="connsiteX224" fmla="*/ 3637577 w 4011346"/>
                <a:gd name="connsiteY224" fmla="*/ 1154679 h 2005672"/>
                <a:gd name="connsiteX225" fmla="*/ 3690973 w 4011346"/>
                <a:gd name="connsiteY225" fmla="*/ 1117969 h 2005672"/>
                <a:gd name="connsiteX226" fmla="*/ 3741031 w 4011346"/>
                <a:gd name="connsiteY226" fmla="*/ 1144667 h 2005672"/>
                <a:gd name="connsiteX227" fmla="*/ 3751043 w 4011346"/>
                <a:gd name="connsiteY227" fmla="*/ 1117969 h 2005672"/>
                <a:gd name="connsiteX228" fmla="*/ 3727682 w 4011346"/>
                <a:gd name="connsiteY228" fmla="*/ 1051225 h 2005672"/>
                <a:gd name="connsiteX229" fmla="*/ 3700984 w 4011346"/>
                <a:gd name="connsiteY229" fmla="*/ 1034539 h 2005672"/>
                <a:gd name="connsiteX230" fmla="*/ 3697647 w 4011346"/>
                <a:gd name="connsiteY230" fmla="*/ 1004504 h 2005672"/>
                <a:gd name="connsiteX231" fmla="*/ 3751043 w 4011346"/>
                <a:gd name="connsiteY231" fmla="*/ 1011178 h 2005672"/>
                <a:gd name="connsiteX232" fmla="*/ 3774403 w 4011346"/>
                <a:gd name="connsiteY232" fmla="*/ 967794 h 2005672"/>
                <a:gd name="connsiteX233" fmla="*/ 3767729 w 4011346"/>
                <a:gd name="connsiteY233" fmla="*/ 941096 h 2005672"/>
                <a:gd name="connsiteX234" fmla="*/ 3794427 w 4011346"/>
                <a:gd name="connsiteY234" fmla="*/ 907724 h 2005672"/>
                <a:gd name="connsiteX235" fmla="*/ 3804438 w 4011346"/>
                <a:gd name="connsiteY235" fmla="*/ 951108 h 2005672"/>
                <a:gd name="connsiteX236" fmla="*/ 3827799 w 4011346"/>
                <a:gd name="connsiteY236" fmla="*/ 967794 h 2005672"/>
                <a:gd name="connsiteX237" fmla="*/ 3874520 w 4011346"/>
                <a:gd name="connsiteY237" fmla="*/ 987818 h 2005672"/>
                <a:gd name="connsiteX238" fmla="*/ 3894544 w 4011346"/>
                <a:gd name="connsiteY238" fmla="*/ 1014515 h 2005672"/>
                <a:gd name="connsiteX239" fmla="*/ 3941265 w 4011346"/>
                <a:gd name="connsiteY239" fmla="*/ 1037876 h 2005672"/>
                <a:gd name="connsiteX240" fmla="*/ 3947939 w 4011346"/>
                <a:gd name="connsiteY240" fmla="*/ 1024527 h 2005672"/>
                <a:gd name="connsiteX241" fmla="*/ 3957951 w 4011346"/>
                <a:gd name="connsiteY241" fmla="*/ 961120 h 2005672"/>
                <a:gd name="connsiteX242" fmla="*/ 4004672 w 4011346"/>
                <a:gd name="connsiteY242" fmla="*/ 954445 h 2005672"/>
                <a:gd name="connsiteX243" fmla="*/ 4011346 w 4011346"/>
                <a:gd name="connsiteY243" fmla="*/ 921073 h 2005672"/>
                <a:gd name="connsiteX244" fmla="*/ 3967963 w 4011346"/>
                <a:gd name="connsiteY244" fmla="*/ 884364 h 2005672"/>
                <a:gd name="connsiteX245" fmla="*/ 3921241 w 4011346"/>
                <a:gd name="connsiteY245" fmla="*/ 867677 h 2005672"/>
                <a:gd name="connsiteX246" fmla="*/ 3907892 w 4011346"/>
                <a:gd name="connsiteY246" fmla="*/ 871015 h 2005672"/>
                <a:gd name="connsiteX247" fmla="*/ 3907892 w 4011346"/>
                <a:gd name="connsiteY247" fmla="*/ 904387 h 2005672"/>
                <a:gd name="connsiteX248" fmla="*/ 3887869 w 4011346"/>
                <a:gd name="connsiteY248" fmla="*/ 897712 h 2005672"/>
                <a:gd name="connsiteX249" fmla="*/ 3874520 w 4011346"/>
                <a:gd name="connsiteY249" fmla="*/ 844317 h 2005672"/>
                <a:gd name="connsiteX250" fmla="*/ 3817787 w 4011346"/>
                <a:gd name="connsiteY250" fmla="*/ 780910 h 2005672"/>
                <a:gd name="connsiteX251" fmla="*/ 3717671 w 4011346"/>
                <a:gd name="connsiteY251" fmla="*/ 704153 h 2005672"/>
                <a:gd name="connsiteX252" fmla="*/ 3664275 w 4011346"/>
                <a:gd name="connsiteY252" fmla="*/ 684130 h 2005672"/>
                <a:gd name="connsiteX253" fmla="*/ 3584181 w 4011346"/>
                <a:gd name="connsiteY253" fmla="*/ 677456 h 2005672"/>
                <a:gd name="connsiteX254" fmla="*/ 3520774 w 4011346"/>
                <a:gd name="connsiteY254" fmla="*/ 660769 h 2005672"/>
                <a:gd name="connsiteX255" fmla="*/ 3530786 w 4011346"/>
                <a:gd name="connsiteY255" fmla="*/ 700816 h 2005672"/>
                <a:gd name="connsiteX256" fmla="*/ 3537460 w 4011346"/>
                <a:gd name="connsiteY256" fmla="*/ 727514 h 2005672"/>
                <a:gd name="connsiteX257" fmla="*/ 3507425 w 4011346"/>
                <a:gd name="connsiteY257" fmla="*/ 750874 h 2005672"/>
                <a:gd name="connsiteX258" fmla="*/ 3477390 w 4011346"/>
                <a:gd name="connsiteY258" fmla="*/ 724177 h 2005672"/>
                <a:gd name="connsiteX259" fmla="*/ 3477390 w 4011346"/>
                <a:gd name="connsiteY259" fmla="*/ 704153 h 2005672"/>
                <a:gd name="connsiteX260" fmla="*/ 3504088 w 4011346"/>
                <a:gd name="connsiteY260" fmla="*/ 684130 h 2005672"/>
                <a:gd name="connsiteX261" fmla="*/ 3467379 w 4011346"/>
                <a:gd name="connsiteY261" fmla="*/ 670781 h 2005672"/>
                <a:gd name="connsiteX262" fmla="*/ 3450692 w 4011346"/>
                <a:gd name="connsiteY262" fmla="*/ 697479 h 2005672"/>
                <a:gd name="connsiteX263" fmla="*/ 3440681 w 4011346"/>
                <a:gd name="connsiteY263" fmla="*/ 710828 h 2005672"/>
                <a:gd name="connsiteX264" fmla="*/ 3357250 w 4011346"/>
                <a:gd name="connsiteY264" fmla="*/ 697479 h 2005672"/>
                <a:gd name="connsiteX265" fmla="*/ 3297180 w 4011346"/>
                <a:gd name="connsiteY265" fmla="*/ 704153 h 2005672"/>
                <a:gd name="connsiteX266" fmla="*/ 3267145 w 4011346"/>
                <a:gd name="connsiteY266" fmla="*/ 680793 h 2005672"/>
                <a:gd name="connsiteX267" fmla="*/ 3267145 w 4011346"/>
                <a:gd name="connsiteY267" fmla="*/ 644083 h 2005672"/>
                <a:gd name="connsiteX268" fmla="*/ 3203738 w 4011346"/>
                <a:gd name="connsiteY268" fmla="*/ 587350 h 2005672"/>
                <a:gd name="connsiteX269" fmla="*/ 3076923 w 4011346"/>
                <a:gd name="connsiteY269" fmla="*/ 594025 h 2005672"/>
                <a:gd name="connsiteX270" fmla="*/ 3043551 w 4011346"/>
                <a:gd name="connsiteY270" fmla="*/ 570664 h 2005672"/>
                <a:gd name="connsiteX271" fmla="*/ 3000167 w 4011346"/>
                <a:gd name="connsiteY271" fmla="*/ 523943 h 2005672"/>
                <a:gd name="connsiteX272" fmla="*/ 3013516 w 4011346"/>
                <a:gd name="connsiteY272" fmla="*/ 517269 h 2005672"/>
                <a:gd name="connsiteX273" fmla="*/ 3000167 w 4011346"/>
                <a:gd name="connsiteY273" fmla="*/ 497245 h 2005672"/>
                <a:gd name="connsiteX274" fmla="*/ 2970132 w 4011346"/>
                <a:gd name="connsiteY274" fmla="*/ 493908 h 2005672"/>
                <a:gd name="connsiteX275" fmla="*/ 2920073 w 4011346"/>
                <a:gd name="connsiteY275" fmla="*/ 540629 h 2005672"/>
                <a:gd name="connsiteX276" fmla="*/ 2920073 w 4011346"/>
                <a:gd name="connsiteY276" fmla="*/ 540629 h 2005672"/>
                <a:gd name="connsiteX277" fmla="*/ 2916736 w 4011346"/>
                <a:gd name="connsiteY277" fmla="*/ 490571 h 2005672"/>
                <a:gd name="connsiteX278" fmla="*/ 2936760 w 4011346"/>
                <a:gd name="connsiteY278" fmla="*/ 487234 h 2005672"/>
                <a:gd name="connsiteX279" fmla="*/ 2866678 w 4011346"/>
                <a:gd name="connsiteY279" fmla="*/ 457199 h 2005672"/>
                <a:gd name="connsiteX280" fmla="*/ 2813282 w 4011346"/>
                <a:gd name="connsiteY280" fmla="*/ 453861 h 2005672"/>
                <a:gd name="connsiteX281" fmla="*/ 2793259 w 4011346"/>
                <a:gd name="connsiteY281" fmla="*/ 477222 h 2005672"/>
                <a:gd name="connsiteX282" fmla="*/ 2743200 w 4011346"/>
                <a:gd name="connsiteY282" fmla="*/ 487234 h 2005672"/>
                <a:gd name="connsiteX283" fmla="*/ 2786584 w 4011346"/>
                <a:gd name="connsiteY283" fmla="*/ 497245 h 2005672"/>
                <a:gd name="connsiteX284" fmla="*/ 2763224 w 4011346"/>
                <a:gd name="connsiteY284" fmla="*/ 517269 h 2005672"/>
                <a:gd name="connsiteX285" fmla="*/ 2769898 w 4011346"/>
                <a:gd name="connsiteY285" fmla="*/ 567327 h 2005672"/>
                <a:gd name="connsiteX286" fmla="*/ 2749875 w 4011346"/>
                <a:gd name="connsiteY286" fmla="*/ 550641 h 2005672"/>
                <a:gd name="connsiteX287" fmla="*/ 2733189 w 4011346"/>
                <a:gd name="connsiteY287" fmla="*/ 563990 h 2005672"/>
                <a:gd name="connsiteX288" fmla="*/ 2666444 w 4011346"/>
                <a:gd name="connsiteY288" fmla="*/ 553978 h 2005672"/>
                <a:gd name="connsiteX289" fmla="*/ 2636409 w 4011346"/>
                <a:gd name="connsiteY289" fmla="*/ 563990 h 2005672"/>
                <a:gd name="connsiteX290" fmla="*/ 2603037 w 4011346"/>
                <a:gd name="connsiteY290" fmla="*/ 523943 h 2005672"/>
                <a:gd name="connsiteX291" fmla="*/ 2569665 w 4011346"/>
                <a:gd name="connsiteY291" fmla="*/ 607374 h 2005672"/>
                <a:gd name="connsiteX292" fmla="*/ 2552979 w 4011346"/>
                <a:gd name="connsiteY292" fmla="*/ 627397 h 2005672"/>
                <a:gd name="connsiteX293" fmla="*/ 2469548 w 4011346"/>
                <a:gd name="connsiteY293" fmla="*/ 490571 h 2005672"/>
                <a:gd name="connsiteX294" fmla="*/ 2446187 w 4011346"/>
                <a:gd name="connsiteY294" fmla="*/ 507257 h 2005672"/>
                <a:gd name="connsiteX295" fmla="*/ 2442850 w 4011346"/>
                <a:gd name="connsiteY295" fmla="*/ 473885 h 2005672"/>
                <a:gd name="connsiteX296" fmla="*/ 2449525 w 4011346"/>
                <a:gd name="connsiteY296" fmla="*/ 403803 h 2005672"/>
                <a:gd name="connsiteX297" fmla="*/ 2386117 w 4011346"/>
                <a:gd name="connsiteY297" fmla="*/ 377105 h 2005672"/>
                <a:gd name="connsiteX298" fmla="*/ 2369431 w 4011346"/>
                <a:gd name="connsiteY298" fmla="*/ 417152 h 2005672"/>
                <a:gd name="connsiteX299" fmla="*/ 2379443 w 4011346"/>
                <a:gd name="connsiteY299" fmla="*/ 440512 h 2005672"/>
                <a:gd name="connsiteX300" fmla="*/ 2376106 w 4011346"/>
                <a:gd name="connsiteY300" fmla="*/ 460536 h 2005672"/>
                <a:gd name="connsiteX301" fmla="*/ 2352745 w 4011346"/>
                <a:gd name="connsiteY301" fmla="*/ 437175 h 2005672"/>
                <a:gd name="connsiteX302" fmla="*/ 2316036 w 4011346"/>
                <a:gd name="connsiteY302" fmla="*/ 443850 h 2005672"/>
                <a:gd name="connsiteX303" fmla="*/ 2272652 w 4011346"/>
                <a:gd name="connsiteY303" fmla="*/ 430501 h 2005672"/>
                <a:gd name="connsiteX304" fmla="*/ 2245954 w 4011346"/>
                <a:gd name="connsiteY304" fmla="*/ 390454 h 2005672"/>
                <a:gd name="connsiteX305" fmla="*/ 2209244 w 4011346"/>
                <a:gd name="connsiteY305" fmla="*/ 387117 h 2005672"/>
                <a:gd name="connsiteX306" fmla="*/ 2159186 w 4011346"/>
                <a:gd name="connsiteY306" fmla="*/ 377105 h 2005672"/>
                <a:gd name="connsiteX307" fmla="*/ 2132488 w 4011346"/>
                <a:gd name="connsiteY307" fmla="*/ 393791 h 2005672"/>
                <a:gd name="connsiteX308" fmla="*/ 2115802 w 4011346"/>
                <a:gd name="connsiteY308" fmla="*/ 407140 h 2005672"/>
                <a:gd name="connsiteX309" fmla="*/ 2115802 w 4011346"/>
                <a:gd name="connsiteY309" fmla="*/ 377105 h 2005672"/>
                <a:gd name="connsiteX310" fmla="*/ 2082430 w 4011346"/>
                <a:gd name="connsiteY310" fmla="*/ 373768 h 2005672"/>
                <a:gd name="connsiteX311" fmla="*/ 2045720 w 4011346"/>
                <a:gd name="connsiteY311" fmla="*/ 347070 h 2005672"/>
                <a:gd name="connsiteX312" fmla="*/ 2025697 w 4011346"/>
                <a:gd name="connsiteY312" fmla="*/ 377105 h 2005672"/>
                <a:gd name="connsiteX313" fmla="*/ 2055732 w 4011346"/>
                <a:gd name="connsiteY313" fmla="*/ 373768 h 2005672"/>
                <a:gd name="connsiteX314" fmla="*/ 2045720 w 4011346"/>
                <a:gd name="connsiteY314" fmla="*/ 400466 h 2005672"/>
                <a:gd name="connsiteX315" fmla="*/ 1988987 w 4011346"/>
                <a:gd name="connsiteY315" fmla="*/ 420489 h 2005672"/>
                <a:gd name="connsiteX316" fmla="*/ 1935592 w 4011346"/>
                <a:gd name="connsiteY316" fmla="*/ 430501 h 2005672"/>
                <a:gd name="connsiteX317" fmla="*/ 1995662 w 4011346"/>
                <a:gd name="connsiteY317" fmla="*/ 373768 h 2005672"/>
                <a:gd name="connsiteX318" fmla="*/ 2055732 w 4011346"/>
                <a:gd name="connsiteY318" fmla="*/ 303686 h 2005672"/>
                <a:gd name="connsiteX319" fmla="*/ 2055732 w 4011346"/>
                <a:gd name="connsiteY319" fmla="*/ 303686 h 2005672"/>
                <a:gd name="connsiteX320" fmla="*/ 1888870 w 4011346"/>
                <a:gd name="connsiteY320" fmla="*/ 0 h 2005672"/>
                <a:gd name="connsiteX321" fmla="*/ 1835474 w 4011346"/>
                <a:gd name="connsiteY321" fmla="*/ 26698 h 2005672"/>
                <a:gd name="connsiteX322" fmla="*/ 1838812 w 4011346"/>
                <a:gd name="connsiteY322" fmla="*/ 60070 h 2005672"/>
                <a:gd name="connsiteX323" fmla="*/ 1838813 w 4011346"/>
                <a:gd name="connsiteY323" fmla="*/ 120139 h 2005672"/>
                <a:gd name="connsiteX324" fmla="*/ 1782079 w 4011346"/>
                <a:gd name="connsiteY324" fmla="*/ 106790 h 2005672"/>
                <a:gd name="connsiteX325" fmla="*/ 1768731 w 4011346"/>
                <a:gd name="connsiteY325" fmla="*/ 153512 h 2005672"/>
                <a:gd name="connsiteX326" fmla="*/ 1705322 w 4011346"/>
                <a:gd name="connsiteY326" fmla="*/ 176872 h 2005672"/>
                <a:gd name="connsiteX327" fmla="*/ 1685300 w 4011346"/>
                <a:gd name="connsiteY327" fmla="*/ 150174 h 2005672"/>
                <a:gd name="connsiteX328" fmla="*/ 1615218 w 4011346"/>
                <a:gd name="connsiteY328" fmla="*/ 153512 h 2005672"/>
                <a:gd name="connsiteX329" fmla="*/ 1638579 w 4011346"/>
                <a:gd name="connsiteY329" fmla="*/ 183547 h 2005672"/>
                <a:gd name="connsiteX330" fmla="*/ 1528449 w 4011346"/>
                <a:gd name="connsiteY330" fmla="*/ 210243 h 2005672"/>
                <a:gd name="connsiteX331" fmla="*/ 1465043 w 4011346"/>
                <a:gd name="connsiteY331" fmla="*/ 293674 h 2005672"/>
                <a:gd name="connsiteX332" fmla="*/ 1448357 w 4011346"/>
                <a:gd name="connsiteY332" fmla="*/ 320372 h 2005672"/>
                <a:gd name="connsiteX333" fmla="*/ 1481729 w 4011346"/>
                <a:gd name="connsiteY333" fmla="*/ 353745 h 2005672"/>
                <a:gd name="connsiteX334" fmla="*/ 1481729 w 4011346"/>
                <a:gd name="connsiteY334" fmla="*/ 383780 h 2005672"/>
                <a:gd name="connsiteX335" fmla="*/ 1458368 w 4011346"/>
                <a:gd name="connsiteY335" fmla="*/ 387117 h 2005672"/>
                <a:gd name="connsiteX336" fmla="*/ 1458368 w 4011346"/>
                <a:gd name="connsiteY336" fmla="*/ 367093 h 2005672"/>
                <a:gd name="connsiteX337" fmla="*/ 1418322 w 4011346"/>
                <a:gd name="connsiteY337" fmla="*/ 377105 h 2005672"/>
                <a:gd name="connsiteX338" fmla="*/ 1368263 w 4011346"/>
                <a:gd name="connsiteY338" fmla="*/ 383780 h 2005672"/>
                <a:gd name="connsiteX339" fmla="*/ 1321542 w 4011346"/>
                <a:gd name="connsiteY339" fmla="*/ 390454 h 2005672"/>
                <a:gd name="connsiteX340" fmla="*/ 1318205 w 4011346"/>
                <a:gd name="connsiteY340" fmla="*/ 477222 h 2005672"/>
                <a:gd name="connsiteX341" fmla="*/ 1358252 w 4011346"/>
                <a:gd name="connsiteY341" fmla="*/ 500583 h 2005672"/>
                <a:gd name="connsiteX342" fmla="*/ 1374938 w 4011346"/>
                <a:gd name="connsiteY342" fmla="*/ 530618 h 2005672"/>
                <a:gd name="connsiteX343" fmla="*/ 1384949 w 4011346"/>
                <a:gd name="connsiteY343" fmla="*/ 553978 h 2005672"/>
                <a:gd name="connsiteX344" fmla="*/ 1394961 w 4011346"/>
                <a:gd name="connsiteY344" fmla="*/ 604037 h 2005672"/>
                <a:gd name="connsiteX345" fmla="*/ 1384949 w 4011346"/>
                <a:gd name="connsiteY345" fmla="*/ 634072 h 2005672"/>
                <a:gd name="connsiteX346" fmla="*/ 1358252 w 4011346"/>
                <a:gd name="connsiteY346" fmla="*/ 600699 h 2005672"/>
                <a:gd name="connsiteX347" fmla="*/ 1361589 w 4011346"/>
                <a:gd name="connsiteY347" fmla="*/ 570664 h 2005672"/>
                <a:gd name="connsiteX348" fmla="*/ 1351577 w 4011346"/>
                <a:gd name="connsiteY348" fmla="*/ 530618 h 2005672"/>
                <a:gd name="connsiteX349" fmla="*/ 1328217 w 4011346"/>
                <a:gd name="connsiteY349" fmla="*/ 537292 h 2005672"/>
                <a:gd name="connsiteX350" fmla="*/ 1281495 w 4011346"/>
                <a:gd name="connsiteY350" fmla="*/ 500583 h 2005672"/>
                <a:gd name="connsiteX351" fmla="*/ 1241449 w 4011346"/>
                <a:gd name="connsiteY351" fmla="*/ 497245 h 2005672"/>
                <a:gd name="connsiteX352" fmla="*/ 1241449 w 4011346"/>
                <a:gd name="connsiteY352" fmla="*/ 543966 h 2005672"/>
                <a:gd name="connsiteX353" fmla="*/ 1201402 w 4011346"/>
                <a:gd name="connsiteY353" fmla="*/ 523943 h 2005672"/>
                <a:gd name="connsiteX354" fmla="*/ 1228100 w 4011346"/>
                <a:gd name="connsiteY354" fmla="*/ 574001 h 2005672"/>
                <a:gd name="connsiteX355" fmla="*/ 1258135 w 4011346"/>
                <a:gd name="connsiteY355" fmla="*/ 584013 h 2005672"/>
                <a:gd name="connsiteX356" fmla="*/ 1258135 w 4011346"/>
                <a:gd name="connsiteY356" fmla="*/ 604037 h 2005672"/>
                <a:gd name="connsiteX357" fmla="*/ 1198065 w 4011346"/>
                <a:gd name="connsiteY357" fmla="*/ 580676 h 2005672"/>
                <a:gd name="connsiteX358" fmla="*/ 1181379 w 4011346"/>
                <a:gd name="connsiteY358" fmla="*/ 580676 h 2005672"/>
                <a:gd name="connsiteX359" fmla="*/ 1178041 w 4011346"/>
                <a:gd name="connsiteY359" fmla="*/ 537292 h 2005672"/>
                <a:gd name="connsiteX360" fmla="*/ 1171367 w 4011346"/>
                <a:gd name="connsiteY360" fmla="*/ 450524 h 2005672"/>
                <a:gd name="connsiteX361" fmla="*/ 1161355 w 4011346"/>
                <a:gd name="connsiteY361" fmla="*/ 520606 h 2005672"/>
                <a:gd name="connsiteX362" fmla="*/ 1137995 w 4011346"/>
                <a:gd name="connsiteY362" fmla="*/ 550641 h 2005672"/>
                <a:gd name="connsiteX363" fmla="*/ 1158018 w 4011346"/>
                <a:gd name="connsiteY363" fmla="*/ 597362 h 2005672"/>
                <a:gd name="connsiteX364" fmla="*/ 1158018 w 4011346"/>
                <a:gd name="connsiteY364" fmla="*/ 630734 h 2005672"/>
                <a:gd name="connsiteX365" fmla="*/ 1141332 w 4011346"/>
                <a:gd name="connsiteY365" fmla="*/ 680793 h 2005672"/>
                <a:gd name="connsiteX366" fmla="*/ 1154681 w 4011346"/>
                <a:gd name="connsiteY366" fmla="*/ 714165 h 2005672"/>
                <a:gd name="connsiteX367" fmla="*/ 1184716 w 4011346"/>
                <a:gd name="connsiteY367" fmla="*/ 720839 h 2005672"/>
                <a:gd name="connsiteX368" fmla="*/ 1221425 w 4011346"/>
                <a:gd name="connsiteY368" fmla="*/ 727514 h 2005672"/>
                <a:gd name="connsiteX369" fmla="*/ 1241449 w 4011346"/>
                <a:gd name="connsiteY369" fmla="*/ 750874 h 2005672"/>
                <a:gd name="connsiteX370" fmla="*/ 1258135 w 4011346"/>
                <a:gd name="connsiteY370" fmla="*/ 794258 h 2005672"/>
                <a:gd name="connsiteX371" fmla="*/ 1258135 w 4011346"/>
                <a:gd name="connsiteY371" fmla="*/ 794258 h 2005672"/>
                <a:gd name="connsiteX372" fmla="*/ 1254798 w 4011346"/>
                <a:gd name="connsiteY372" fmla="*/ 827631 h 2005672"/>
                <a:gd name="connsiteX373" fmla="*/ 1274821 w 4011346"/>
                <a:gd name="connsiteY373" fmla="*/ 847654 h 2005672"/>
                <a:gd name="connsiteX374" fmla="*/ 1244786 w 4011346"/>
                <a:gd name="connsiteY374" fmla="*/ 854329 h 2005672"/>
                <a:gd name="connsiteX375" fmla="*/ 1224763 w 4011346"/>
                <a:gd name="connsiteY375" fmla="*/ 814282 h 2005672"/>
                <a:gd name="connsiteX376" fmla="*/ 1224763 w 4011346"/>
                <a:gd name="connsiteY376" fmla="*/ 774235 h 2005672"/>
                <a:gd name="connsiteX377" fmla="*/ 1194727 w 4011346"/>
                <a:gd name="connsiteY377" fmla="*/ 737526 h 2005672"/>
                <a:gd name="connsiteX378" fmla="*/ 1164692 w 4011346"/>
                <a:gd name="connsiteY378" fmla="*/ 780910 h 2005672"/>
                <a:gd name="connsiteX379" fmla="*/ 1178041 w 4011346"/>
                <a:gd name="connsiteY379" fmla="*/ 824293 h 2005672"/>
                <a:gd name="connsiteX380" fmla="*/ 1137995 w 4011346"/>
                <a:gd name="connsiteY380" fmla="*/ 881026 h 2005672"/>
                <a:gd name="connsiteX381" fmla="*/ 1097948 w 4011346"/>
                <a:gd name="connsiteY381" fmla="*/ 937759 h 2005672"/>
                <a:gd name="connsiteX382" fmla="*/ 1007843 w 4011346"/>
                <a:gd name="connsiteY382" fmla="*/ 901050 h 2005672"/>
                <a:gd name="connsiteX383" fmla="*/ 1074587 w 4011346"/>
                <a:gd name="connsiteY383" fmla="*/ 897712 h 2005672"/>
                <a:gd name="connsiteX384" fmla="*/ 1107960 w 4011346"/>
                <a:gd name="connsiteY384" fmla="*/ 834305 h 2005672"/>
                <a:gd name="connsiteX385" fmla="*/ 1121309 w 4011346"/>
                <a:gd name="connsiteY385" fmla="*/ 790921 h 2005672"/>
                <a:gd name="connsiteX386" fmla="*/ 1127983 w 4011346"/>
                <a:gd name="connsiteY386" fmla="*/ 757549 h 2005672"/>
                <a:gd name="connsiteX387" fmla="*/ 1117971 w 4011346"/>
                <a:gd name="connsiteY387" fmla="*/ 740863 h 2005672"/>
                <a:gd name="connsiteX388" fmla="*/ 1114634 w 4011346"/>
                <a:gd name="connsiteY388" fmla="*/ 690804 h 2005672"/>
                <a:gd name="connsiteX389" fmla="*/ 1104622 w 4011346"/>
                <a:gd name="connsiteY389" fmla="*/ 610711 h 2005672"/>
                <a:gd name="connsiteX390" fmla="*/ 1101285 w 4011346"/>
                <a:gd name="connsiteY390" fmla="*/ 550641 h 2005672"/>
                <a:gd name="connsiteX391" fmla="*/ 1124646 w 4011346"/>
                <a:gd name="connsiteY391" fmla="*/ 457199 h 2005672"/>
                <a:gd name="connsiteX392" fmla="*/ 1031203 w 4011346"/>
                <a:gd name="connsiteY392" fmla="*/ 447187 h 2005672"/>
                <a:gd name="connsiteX393" fmla="*/ 1014517 w 4011346"/>
                <a:gd name="connsiteY393" fmla="*/ 503920 h 2005672"/>
                <a:gd name="connsiteX394" fmla="*/ 1024529 w 4011346"/>
                <a:gd name="connsiteY394" fmla="*/ 550641 h 2005672"/>
                <a:gd name="connsiteX395" fmla="*/ 981145 w 4011346"/>
                <a:gd name="connsiteY395" fmla="*/ 604037 h 2005672"/>
                <a:gd name="connsiteX396" fmla="*/ 991157 w 4011346"/>
                <a:gd name="connsiteY396" fmla="*/ 640746 h 2005672"/>
                <a:gd name="connsiteX397" fmla="*/ 981145 w 4011346"/>
                <a:gd name="connsiteY397" fmla="*/ 687467 h 2005672"/>
                <a:gd name="connsiteX398" fmla="*/ 1001168 w 4011346"/>
                <a:gd name="connsiteY398" fmla="*/ 710828 h 2005672"/>
                <a:gd name="connsiteX399" fmla="*/ 1017854 w 4011346"/>
                <a:gd name="connsiteY399" fmla="*/ 757549 h 2005672"/>
                <a:gd name="connsiteX400" fmla="*/ 1047890 w 4011346"/>
                <a:gd name="connsiteY400" fmla="*/ 744200 h 2005672"/>
                <a:gd name="connsiteX401" fmla="*/ 1014517 w 4011346"/>
                <a:gd name="connsiteY401" fmla="*/ 797596 h 2005672"/>
                <a:gd name="connsiteX402" fmla="*/ 957784 w 4011346"/>
                <a:gd name="connsiteY402" fmla="*/ 744200 h 2005672"/>
                <a:gd name="connsiteX403" fmla="*/ 884365 w 4011346"/>
                <a:gd name="connsiteY403" fmla="*/ 707491 h 2005672"/>
                <a:gd name="connsiteX404" fmla="*/ 824295 w 4011346"/>
                <a:gd name="connsiteY404" fmla="*/ 684130 h 2005672"/>
                <a:gd name="connsiteX405" fmla="*/ 810946 w 4011346"/>
                <a:gd name="connsiteY405" fmla="*/ 720839 h 2005672"/>
                <a:gd name="connsiteX406" fmla="*/ 827633 w 4011346"/>
                <a:gd name="connsiteY406" fmla="*/ 757549 h 2005672"/>
                <a:gd name="connsiteX407" fmla="*/ 814284 w 4011346"/>
                <a:gd name="connsiteY407" fmla="*/ 780910 h 2005672"/>
                <a:gd name="connsiteX408" fmla="*/ 800935 w 4011346"/>
                <a:gd name="connsiteY408" fmla="*/ 797596 h 2005672"/>
                <a:gd name="connsiteX409" fmla="*/ 770900 w 4011346"/>
                <a:gd name="connsiteY409" fmla="*/ 740863 h 2005672"/>
                <a:gd name="connsiteX410" fmla="*/ 744202 w 4011346"/>
                <a:gd name="connsiteY410" fmla="*/ 777572 h 2005672"/>
                <a:gd name="connsiteX411" fmla="*/ 707492 w 4011346"/>
                <a:gd name="connsiteY411" fmla="*/ 770898 h 2005672"/>
                <a:gd name="connsiteX412" fmla="*/ 654097 w 4011346"/>
                <a:gd name="connsiteY412" fmla="*/ 807607 h 2005672"/>
                <a:gd name="connsiteX413" fmla="*/ 644085 w 4011346"/>
                <a:gd name="connsiteY413" fmla="*/ 784247 h 2005672"/>
                <a:gd name="connsiteX414" fmla="*/ 654097 w 4011346"/>
                <a:gd name="connsiteY414" fmla="*/ 747537 h 2005672"/>
                <a:gd name="connsiteX415" fmla="*/ 614050 w 4011346"/>
                <a:gd name="connsiteY415" fmla="*/ 784247 h 2005672"/>
                <a:gd name="connsiteX416" fmla="*/ 594027 w 4011346"/>
                <a:gd name="connsiteY416" fmla="*/ 784247 h 2005672"/>
                <a:gd name="connsiteX417" fmla="*/ 533957 w 4011346"/>
                <a:gd name="connsiteY417" fmla="*/ 817619 h 2005672"/>
                <a:gd name="connsiteX418" fmla="*/ 510596 w 4011346"/>
                <a:gd name="connsiteY418" fmla="*/ 840980 h 2005672"/>
                <a:gd name="connsiteX419" fmla="*/ 500584 w 4011346"/>
                <a:gd name="connsiteY419" fmla="*/ 887701 h 2005672"/>
                <a:gd name="connsiteX420" fmla="*/ 450526 w 4011346"/>
                <a:gd name="connsiteY420" fmla="*/ 874352 h 2005672"/>
                <a:gd name="connsiteX421" fmla="*/ 433840 w 4011346"/>
                <a:gd name="connsiteY421" fmla="*/ 837642 h 2005672"/>
                <a:gd name="connsiteX422" fmla="*/ 467212 w 4011346"/>
                <a:gd name="connsiteY422" fmla="*/ 807607 h 2005672"/>
                <a:gd name="connsiteX423" fmla="*/ 453863 w 4011346"/>
                <a:gd name="connsiteY423" fmla="*/ 784247 h 2005672"/>
                <a:gd name="connsiteX424" fmla="*/ 390456 w 4011346"/>
                <a:gd name="connsiteY424" fmla="*/ 754212 h 2005672"/>
                <a:gd name="connsiteX425" fmla="*/ 417154 w 4011346"/>
                <a:gd name="connsiteY425" fmla="*/ 804270 h 2005672"/>
                <a:gd name="connsiteX426" fmla="*/ 407142 w 4011346"/>
                <a:gd name="connsiteY426" fmla="*/ 847654 h 2005672"/>
                <a:gd name="connsiteX427" fmla="*/ 413817 w 4011346"/>
                <a:gd name="connsiteY427" fmla="*/ 884364 h 2005672"/>
                <a:gd name="connsiteX428" fmla="*/ 427165 w 4011346"/>
                <a:gd name="connsiteY428" fmla="*/ 907724 h 2005672"/>
                <a:gd name="connsiteX429" fmla="*/ 413817 w 4011346"/>
                <a:gd name="connsiteY429" fmla="*/ 937759 h 2005672"/>
                <a:gd name="connsiteX430" fmla="*/ 390456 w 4011346"/>
                <a:gd name="connsiteY430" fmla="*/ 914399 h 2005672"/>
                <a:gd name="connsiteX431" fmla="*/ 360421 w 4011346"/>
                <a:gd name="connsiteY431" fmla="*/ 911061 h 2005672"/>
                <a:gd name="connsiteX432" fmla="*/ 333723 w 4011346"/>
                <a:gd name="connsiteY432" fmla="*/ 951108 h 2005672"/>
                <a:gd name="connsiteX433" fmla="*/ 307025 w 4011346"/>
                <a:gd name="connsiteY433" fmla="*/ 971131 h 2005672"/>
                <a:gd name="connsiteX434" fmla="*/ 320374 w 4011346"/>
                <a:gd name="connsiteY434" fmla="*/ 997829 h 2005672"/>
                <a:gd name="connsiteX435" fmla="*/ 303688 w 4011346"/>
                <a:gd name="connsiteY435" fmla="*/ 1021190 h 2005672"/>
                <a:gd name="connsiteX436" fmla="*/ 233606 w 4011346"/>
                <a:gd name="connsiteY436" fmla="*/ 984480 h 2005672"/>
                <a:gd name="connsiteX437" fmla="*/ 243618 w 4011346"/>
                <a:gd name="connsiteY437" fmla="*/ 1034539 h 2005672"/>
                <a:gd name="connsiteX438" fmla="*/ 263641 w 4011346"/>
                <a:gd name="connsiteY438" fmla="*/ 1054562 h 2005672"/>
                <a:gd name="connsiteX439" fmla="*/ 250292 w 4011346"/>
                <a:gd name="connsiteY439" fmla="*/ 1067911 h 2005672"/>
                <a:gd name="connsiteX440" fmla="*/ 193560 w 4011346"/>
                <a:gd name="connsiteY440" fmla="*/ 1031201 h 2005672"/>
                <a:gd name="connsiteX441" fmla="*/ 170199 w 4011346"/>
                <a:gd name="connsiteY441" fmla="*/ 991155 h 2005672"/>
                <a:gd name="connsiteX442" fmla="*/ 170199 w 4011346"/>
                <a:gd name="connsiteY442" fmla="*/ 944434 h 2005672"/>
                <a:gd name="connsiteX443" fmla="*/ 133490 w 4011346"/>
                <a:gd name="connsiteY443" fmla="*/ 867677 h 2005672"/>
                <a:gd name="connsiteX444" fmla="*/ 196897 w 4011346"/>
                <a:gd name="connsiteY444" fmla="*/ 897712 h 2005672"/>
                <a:gd name="connsiteX445" fmla="*/ 256967 w 4011346"/>
                <a:gd name="connsiteY445" fmla="*/ 927747 h 2005672"/>
                <a:gd name="connsiteX446" fmla="*/ 293676 w 4011346"/>
                <a:gd name="connsiteY446" fmla="*/ 931085 h 2005672"/>
                <a:gd name="connsiteX447" fmla="*/ 327049 w 4011346"/>
                <a:gd name="connsiteY447" fmla="*/ 901050 h 2005672"/>
                <a:gd name="connsiteX448" fmla="*/ 343735 w 4011346"/>
                <a:gd name="connsiteY448" fmla="*/ 864340 h 2005672"/>
                <a:gd name="connsiteX449" fmla="*/ 333723 w 4011346"/>
                <a:gd name="connsiteY449" fmla="*/ 814282 h 2005672"/>
                <a:gd name="connsiteX450" fmla="*/ 290339 w 4011346"/>
                <a:gd name="connsiteY450" fmla="*/ 794258 h 2005672"/>
                <a:gd name="connsiteX451" fmla="*/ 236944 w 4011346"/>
                <a:gd name="connsiteY451" fmla="*/ 747537 h 2005672"/>
                <a:gd name="connsiteX452" fmla="*/ 133490 w 4011346"/>
                <a:gd name="connsiteY452" fmla="*/ 690804 h 2005672"/>
                <a:gd name="connsiteX0" fmla="*/ 133490 w 4011346"/>
                <a:gd name="connsiteY0" fmla="*/ 690804 h 2005672"/>
                <a:gd name="connsiteX1" fmla="*/ 46722 w 4011346"/>
                <a:gd name="connsiteY1" fmla="*/ 720839 h 2005672"/>
                <a:gd name="connsiteX2" fmla="*/ 33373 w 4011346"/>
                <a:gd name="connsiteY2" fmla="*/ 750874 h 2005672"/>
                <a:gd name="connsiteX3" fmla="*/ 43384 w 4011346"/>
                <a:gd name="connsiteY3" fmla="*/ 780910 h 2005672"/>
                <a:gd name="connsiteX4" fmla="*/ 60071 w 4011346"/>
                <a:gd name="connsiteY4" fmla="*/ 807607 h 2005672"/>
                <a:gd name="connsiteX5" fmla="*/ 73419 w 4011346"/>
                <a:gd name="connsiteY5" fmla="*/ 837642 h 2005672"/>
                <a:gd name="connsiteX6" fmla="*/ 56733 w 4011346"/>
                <a:gd name="connsiteY6" fmla="*/ 861003 h 2005672"/>
                <a:gd name="connsiteX7" fmla="*/ 76757 w 4011346"/>
                <a:gd name="connsiteY7" fmla="*/ 941096 h 2005672"/>
                <a:gd name="connsiteX8" fmla="*/ 66745 w 4011346"/>
                <a:gd name="connsiteY8" fmla="*/ 957783 h 2005672"/>
                <a:gd name="connsiteX9" fmla="*/ 70082 w 4011346"/>
                <a:gd name="connsiteY9" fmla="*/ 984480 h 2005672"/>
                <a:gd name="connsiteX10" fmla="*/ 70082 w 4011346"/>
                <a:gd name="connsiteY10" fmla="*/ 1024527 h 2005672"/>
                <a:gd name="connsiteX11" fmla="*/ 80094 w 4011346"/>
                <a:gd name="connsiteY11" fmla="*/ 1044550 h 2005672"/>
                <a:gd name="connsiteX12" fmla="*/ 76757 w 4011346"/>
                <a:gd name="connsiteY12" fmla="*/ 1067911 h 2005672"/>
                <a:gd name="connsiteX13" fmla="*/ 106792 w 4011346"/>
                <a:gd name="connsiteY13" fmla="*/ 1101283 h 2005672"/>
                <a:gd name="connsiteX14" fmla="*/ 106792 w 4011346"/>
                <a:gd name="connsiteY14" fmla="*/ 1131318 h 2005672"/>
                <a:gd name="connsiteX15" fmla="*/ 13349 w 4011346"/>
                <a:gd name="connsiteY15" fmla="*/ 1221423 h 2005672"/>
                <a:gd name="connsiteX16" fmla="*/ 33373 w 4011346"/>
                <a:gd name="connsiteY16" fmla="*/ 1254796 h 2005672"/>
                <a:gd name="connsiteX17" fmla="*/ 33373 w 4011346"/>
                <a:gd name="connsiteY17" fmla="*/ 1254796 h 2005672"/>
                <a:gd name="connsiteX18" fmla="*/ 16687 w 4011346"/>
                <a:gd name="connsiteY18" fmla="*/ 1284831 h 2005672"/>
                <a:gd name="connsiteX19" fmla="*/ 3338 w 4011346"/>
                <a:gd name="connsiteY19" fmla="*/ 1314866 h 2005672"/>
                <a:gd name="connsiteX20" fmla="*/ 0 w 4011346"/>
                <a:gd name="connsiteY20" fmla="*/ 1374936 h 2005672"/>
                <a:gd name="connsiteX21" fmla="*/ 16687 w 4011346"/>
                <a:gd name="connsiteY21" fmla="*/ 1418320 h 2005672"/>
                <a:gd name="connsiteX22" fmla="*/ 20024 w 4011346"/>
                <a:gd name="connsiteY22" fmla="*/ 1451692 h 2005672"/>
                <a:gd name="connsiteX23" fmla="*/ 56733 w 4011346"/>
                <a:gd name="connsiteY23" fmla="*/ 1461704 h 2005672"/>
                <a:gd name="connsiteX24" fmla="*/ 116803 w 4011346"/>
                <a:gd name="connsiteY24" fmla="*/ 1548472 h 2005672"/>
                <a:gd name="connsiteX25" fmla="*/ 96780 w 4011346"/>
                <a:gd name="connsiteY25" fmla="*/ 1571832 h 2005672"/>
                <a:gd name="connsiteX26" fmla="*/ 93443 w 4011346"/>
                <a:gd name="connsiteY26" fmla="*/ 1601867 h 2005672"/>
                <a:gd name="connsiteX27" fmla="*/ 120141 w 4011346"/>
                <a:gd name="connsiteY27" fmla="*/ 1605204 h 2005672"/>
                <a:gd name="connsiteX28" fmla="*/ 160187 w 4011346"/>
                <a:gd name="connsiteY28" fmla="*/ 1618553 h 2005672"/>
                <a:gd name="connsiteX29" fmla="*/ 186885 w 4011346"/>
                <a:gd name="connsiteY29" fmla="*/ 1631902 h 2005672"/>
                <a:gd name="connsiteX30" fmla="*/ 213583 w 4011346"/>
                <a:gd name="connsiteY30" fmla="*/ 1661937 h 2005672"/>
                <a:gd name="connsiteX31" fmla="*/ 243618 w 4011346"/>
                <a:gd name="connsiteY31" fmla="*/ 1665274 h 2005672"/>
                <a:gd name="connsiteX32" fmla="*/ 287002 w 4011346"/>
                <a:gd name="connsiteY32" fmla="*/ 1695310 h 2005672"/>
                <a:gd name="connsiteX33" fmla="*/ 310363 w 4011346"/>
                <a:gd name="connsiteY33" fmla="*/ 1705321 h 2005672"/>
                <a:gd name="connsiteX34" fmla="*/ 310363 w 4011346"/>
                <a:gd name="connsiteY34" fmla="*/ 1742031 h 2005672"/>
                <a:gd name="connsiteX35" fmla="*/ 270316 w 4011346"/>
                <a:gd name="connsiteY35" fmla="*/ 1782077 h 2005672"/>
                <a:gd name="connsiteX36" fmla="*/ 280327 w 4011346"/>
                <a:gd name="connsiteY36" fmla="*/ 1805438 h 2005672"/>
                <a:gd name="connsiteX37" fmla="*/ 273653 w 4011346"/>
                <a:gd name="connsiteY37" fmla="*/ 1825461 h 2005672"/>
                <a:gd name="connsiteX38" fmla="*/ 266979 w 4011346"/>
                <a:gd name="connsiteY38" fmla="*/ 1842147 h 2005672"/>
                <a:gd name="connsiteX39" fmla="*/ 240281 w 4011346"/>
                <a:gd name="connsiteY39" fmla="*/ 1882194 h 2005672"/>
                <a:gd name="connsiteX40" fmla="*/ 307025 w 4011346"/>
                <a:gd name="connsiteY40" fmla="*/ 1918904 h 2005672"/>
                <a:gd name="connsiteX41" fmla="*/ 337060 w 4011346"/>
                <a:gd name="connsiteY41" fmla="*/ 1925578 h 2005672"/>
                <a:gd name="connsiteX42" fmla="*/ 360421 w 4011346"/>
                <a:gd name="connsiteY42" fmla="*/ 1932253 h 2005672"/>
                <a:gd name="connsiteX43" fmla="*/ 380444 w 4011346"/>
                <a:gd name="connsiteY43" fmla="*/ 1938927 h 2005672"/>
                <a:gd name="connsiteX44" fmla="*/ 407142 w 4011346"/>
                <a:gd name="connsiteY44" fmla="*/ 1958950 h 2005672"/>
                <a:gd name="connsiteX45" fmla="*/ 437177 w 4011346"/>
                <a:gd name="connsiteY45" fmla="*/ 1955613 h 2005672"/>
                <a:gd name="connsiteX46" fmla="*/ 507259 w 4011346"/>
                <a:gd name="connsiteY46" fmla="*/ 2005672 h 2005672"/>
                <a:gd name="connsiteX47" fmla="*/ 517271 w 4011346"/>
                <a:gd name="connsiteY47" fmla="*/ 1992323 h 2005672"/>
                <a:gd name="connsiteX48" fmla="*/ 507259 w 4011346"/>
                <a:gd name="connsiteY48" fmla="*/ 1952276 h 2005672"/>
                <a:gd name="connsiteX49" fmla="*/ 500584 w 4011346"/>
                <a:gd name="connsiteY49" fmla="*/ 1918904 h 2005672"/>
                <a:gd name="connsiteX50" fmla="*/ 483898 w 4011346"/>
                <a:gd name="connsiteY50" fmla="*/ 1875520 h 2005672"/>
                <a:gd name="connsiteX51" fmla="*/ 513933 w 4011346"/>
                <a:gd name="connsiteY51" fmla="*/ 1855496 h 2005672"/>
                <a:gd name="connsiteX52" fmla="*/ 547306 w 4011346"/>
                <a:gd name="connsiteY52" fmla="*/ 1832136 h 2005672"/>
                <a:gd name="connsiteX53" fmla="*/ 527282 w 4011346"/>
                <a:gd name="connsiteY53" fmla="*/ 1815450 h 2005672"/>
                <a:gd name="connsiteX54" fmla="*/ 517271 w 4011346"/>
                <a:gd name="connsiteY54" fmla="*/ 1782077 h 2005672"/>
                <a:gd name="connsiteX55" fmla="*/ 480561 w 4011346"/>
                <a:gd name="connsiteY55" fmla="*/ 1765391 h 2005672"/>
                <a:gd name="connsiteX56" fmla="*/ 470549 w 4011346"/>
                <a:gd name="connsiteY56" fmla="*/ 1745368 h 2005672"/>
                <a:gd name="connsiteX57" fmla="*/ 480561 w 4011346"/>
                <a:gd name="connsiteY57" fmla="*/ 1715333 h 2005672"/>
                <a:gd name="connsiteX58" fmla="*/ 490573 w 4011346"/>
                <a:gd name="connsiteY58" fmla="*/ 1675286 h 2005672"/>
                <a:gd name="connsiteX59" fmla="*/ 513933 w 4011346"/>
                <a:gd name="connsiteY59" fmla="*/ 1695310 h 2005672"/>
                <a:gd name="connsiteX60" fmla="*/ 520608 w 4011346"/>
                <a:gd name="connsiteY60" fmla="*/ 1678623 h 2005672"/>
                <a:gd name="connsiteX61" fmla="*/ 543968 w 4011346"/>
                <a:gd name="connsiteY61" fmla="*/ 1641914 h 2005672"/>
                <a:gd name="connsiteX62" fmla="*/ 574003 w 4011346"/>
                <a:gd name="connsiteY62" fmla="*/ 1625228 h 2005672"/>
                <a:gd name="connsiteX63" fmla="*/ 590690 w 4011346"/>
                <a:gd name="connsiteY63" fmla="*/ 1638577 h 2005672"/>
                <a:gd name="connsiteX64" fmla="*/ 610713 w 4011346"/>
                <a:gd name="connsiteY64" fmla="*/ 1611879 h 2005672"/>
                <a:gd name="connsiteX65" fmla="*/ 630736 w 4011346"/>
                <a:gd name="connsiteY65" fmla="*/ 1638577 h 2005672"/>
                <a:gd name="connsiteX66" fmla="*/ 657434 w 4011346"/>
                <a:gd name="connsiteY66" fmla="*/ 1661937 h 2005672"/>
                <a:gd name="connsiteX67" fmla="*/ 674120 w 4011346"/>
                <a:gd name="connsiteY67" fmla="*/ 1668612 h 2005672"/>
                <a:gd name="connsiteX68" fmla="*/ 697481 w 4011346"/>
                <a:gd name="connsiteY68" fmla="*/ 1668612 h 2005672"/>
                <a:gd name="connsiteX69" fmla="*/ 717504 w 4011346"/>
                <a:gd name="connsiteY69" fmla="*/ 1655263 h 2005672"/>
                <a:gd name="connsiteX70" fmla="*/ 744202 w 4011346"/>
                <a:gd name="connsiteY70" fmla="*/ 1655263 h 2005672"/>
                <a:gd name="connsiteX71" fmla="*/ 760888 w 4011346"/>
                <a:gd name="connsiteY71" fmla="*/ 1651926 h 2005672"/>
                <a:gd name="connsiteX72" fmla="*/ 790923 w 4011346"/>
                <a:gd name="connsiteY72" fmla="*/ 1685298 h 2005672"/>
                <a:gd name="connsiteX73" fmla="*/ 797598 w 4011346"/>
                <a:gd name="connsiteY73" fmla="*/ 1658600 h 2005672"/>
                <a:gd name="connsiteX74" fmla="*/ 817621 w 4011346"/>
                <a:gd name="connsiteY74" fmla="*/ 1675286 h 2005672"/>
                <a:gd name="connsiteX75" fmla="*/ 837644 w 4011346"/>
                <a:gd name="connsiteY75" fmla="*/ 1651926 h 2005672"/>
                <a:gd name="connsiteX76" fmla="*/ 827633 w 4011346"/>
                <a:gd name="connsiteY76" fmla="*/ 1631902 h 2005672"/>
                <a:gd name="connsiteX77" fmla="*/ 810946 w 4011346"/>
                <a:gd name="connsiteY77" fmla="*/ 1618553 h 2005672"/>
                <a:gd name="connsiteX78" fmla="*/ 810946 w 4011346"/>
                <a:gd name="connsiteY78" fmla="*/ 1591856 h 2005672"/>
                <a:gd name="connsiteX79" fmla="*/ 810946 w 4011346"/>
                <a:gd name="connsiteY79" fmla="*/ 1578507 h 2005672"/>
                <a:gd name="connsiteX80" fmla="*/ 830970 w 4011346"/>
                <a:gd name="connsiteY80" fmla="*/ 1575169 h 2005672"/>
                <a:gd name="connsiteX81" fmla="*/ 840981 w 4011346"/>
                <a:gd name="connsiteY81" fmla="*/ 1571832 h 2005672"/>
                <a:gd name="connsiteX82" fmla="*/ 820958 w 4011346"/>
                <a:gd name="connsiteY82" fmla="*/ 1535123 h 2005672"/>
                <a:gd name="connsiteX83" fmla="*/ 854330 w 4011346"/>
                <a:gd name="connsiteY83" fmla="*/ 1528448 h 2005672"/>
                <a:gd name="connsiteX84" fmla="*/ 891040 w 4011346"/>
                <a:gd name="connsiteY84" fmla="*/ 1535123 h 2005672"/>
                <a:gd name="connsiteX85" fmla="*/ 964459 w 4011346"/>
                <a:gd name="connsiteY85" fmla="*/ 1491739 h 2005672"/>
                <a:gd name="connsiteX86" fmla="*/ 1001168 w 4011346"/>
                <a:gd name="connsiteY86" fmla="*/ 1491739 h 2005672"/>
                <a:gd name="connsiteX87" fmla="*/ 1027866 w 4011346"/>
                <a:gd name="connsiteY87" fmla="*/ 1468378 h 2005672"/>
                <a:gd name="connsiteX88" fmla="*/ 1047890 w 4011346"/>
                <a:gd name="connsiteY88" fmla="*/ 1478390 h 2005672"/>
                <a:gd name="connsiteX89" fmla="*/ 1067913 w 4011346"/>
                <a:gd name="connsiteY89" fmla="*/ 1488401 h 2005672"/>
                <a:gd name="connsiteX90" fmla="*/ 1087936 w 4011346"/>
                <a:gd name="connsiteY90" fmla="*/ 1515099 h 2005672"/>
                <a:gd name="connsiteX91" fmla="*/ 1074587 w 4011346"/>
                <a:gd name="connsiteY91" fmla="*/ 1528448 h 2005672"/>
                <a:gd name="connsiteX92" fmla="*/ 1104622 w 4011346"/>
                <a:gd name="connsiteY92" fmla="*/ 1528448 h 2005672"/>
                <a:gd name="connsiteX93" fmla="*/ 1107960 w 4011346"/>
                <a:gd name="connsiteY93" fmla="*/ 1545134 h 2005672"/>
                <a:gd name="connsiteX94" fmla="*/ 1121309 w 4011346"/>
                <a:gd name="connsiteY94" fmla="*/ 1528448 h 2005672"/>
                <a:gd name="connsiteX95" fmla="*/ 1134657 w 4011346"/>
                <a:gd name="connsiteY95" fmla="*/ 1541797 h 2005672"/>
                <a:gd name="connsiteX96" fmla="*/ 1134657 w 4011346"/>
                <a:gd name="connsiteY96" fmla="*/ 1561820 h 2005672"/>
                <a:gd name="connsiteX97" fmla="*/ 1148006 w 4011346"/>
                <a:gd name="connsiteY97" fmla="*/ 1558483 h 2005672"/>
                <a:gd name="connsiteX98" fmla="*/ 1208076 w 4011346"/>
                <a:gd name="connsiteY98" fmla="*/ 1511762 h 2005672"/>
                <a:gd name="connsiteX99" fmla="*/ 1211414 w 4011346"/>
                <a:gd name="connsiteY99" fmla="*/ 1531785 h 2005672"/>
                <a:gd name="connsiteX100" fmla="*/ 1244786 w 4011346"/>
                <a:gd name="connsiteY100" fmla="*/ 1551809 h 2005672"/>
                <a:gd name="connsiteX101" fmla="*/ 1264809 w 4011346"/>
                <a:gd name="connsiteY101" fmla="*/ 1581844 h 2005672"/>
                <a:gd name="connsiteX102" fmla="*/ 1298181 w 4011346"/>
                <a:gd name="connsiteY102" fmla="*/ 1688635 h 2005672"/>
                <a:gd name="connsiteX103" fmla="*/ 1308193 w 4011346"/>
                <a:gd name="connsiteY103" fmla="*/ 1645251 h 2005672"/>
                <a:gd name="connsiteX104" fmla="*/ 1344903 w 4011346"/>
                <a:gd name="connsiteY104" fmla="*/ 1665274 h 2005672"/>
                <a:gd name="connsiteX105" fmla="*/ 1388287 w 4011346"/>
                <a:gd name="connsiteY105" fmla="*/ 1665274 h 2005672"/>
                <a:gd name="connsiteX106" fmla="*/ 1394961 w 4011346"/>
                <a:gd name="connsiteY106" fmla="*/ 1688635 h 2005672"/>
                <a:gd name="connsiteX107" fmla="*/ 1435008 w 4011346"/>
                <a:gd name="connsiteY107" fmla="*/ 1711996 h 2005672"/>
                <a:gd name="connsiteX108" fmla="*/ 1465043 w 4011346"/>
                <a:gd name="connsiteY108" fmla="*/ 1711996 h 2005672"/>
                <a:gd name="connsiteX109" fmla="*/ 1491741 w 4011346"/>
                <a:gd name="connsiteY109" fmla="*/ 1725345 h 2005672"/>
                <a:gd name="connsiteX110" fmla="*/ 1535125 w 4011346"/>
                <a:gd name="connsiteY110" fmla="*/ 1681961 h 2005672"/>
                <a:gd name="connsiteX111" fmla="*/ 1571834 w 4011346"/>
                <a:gd name="connsiteY111" fmla="*/ 1661937 h 2005672"/>
                <a:gd name="connsiteX112" fmla="*/ 1608544 w 4011346"/>
                <a:gd name="connsiteY112" fmla="*/ 1665274 h 2005672"/>
                <a:gd name="connsiteX113" fmla="*/ 1655265 w 4011346"/>
                <a:gd name="connsiteY113" fmla="*/ 1678623 h 2005672"/>
                <a:gd name="connsiteX114" fmla="*/ 1681963 w 4011346"/>
                <a:gd name="connsiteY114" fmla="*/ 1695310 h 2005672"/>
                <a:gd name="connsiteX115" fmla="*/ 1735358 w 4011346"/>
                <a:gd name="connsiteY115" fmla="*/ 1688635 h 2005672"/>
                <a:gd name="connsiteX116" fmla="*/ 1745370 w 4011346"/>
                <a:gd name="connsiteY116" fmla="*/ 1668612 h 2005672"/>
                <a:gd name="connsiteX117" fmla="*/ 1738695 w 4011346"/>
                <a:gd name="connsiteY117" fmla="*/ 1648588 h 2005672"/>
                <a:gd name="connsiteX118" fmla="*/ 1765393 w 4011346"/>
                <a:gd name="connsiteY118" fmla="*/ 1621891 h 2005672"/>
                <a:gd name="connsiteX119" fmla="*/ 1778742 w 4011346"/>
                <a:gd name="connsiteY119" fmla="*/ 1618553 h 2005672"/>
                <a:gd name="connsiteX120" fmla="*/ 1812114 w 4011346"/>
                <a:gd name="connsiteY120" fmla="*/ 1635239 h 2005672"/>
                <a:gd name="connsiteX121" fmla="*/ 1852161 w 4011346"/>
                <a:gd name="connsiteY121" fmla="*/ 1648588 h 2005672"/>
                <a:gd name="connsiteX122" fmla="*/ 1858836 w 4011346"/>
                <a:gd name="connsiteY122" fmla="*/ 1675286 h 2005672"/>
                <a:gd name="connsiteX123" fmla="*/ 1872184 w 4011346"/>
                <a:gd name="connsiteY123" fmla="*/ 1681961 h 2005672"/>
                <a:gd name="connsiteX124" fmla="*/ 1902219 w 4011346"/>
                <a:gd name="connsiteY124" fmla="*/ 1685298 h 2005672"/>
                <a:gd name="connsiteX125" fmla="*/ 1932254 w 4011346"/>
                <a:gd name="connsiteY125" fmla="*/ 1668612 h 2005672"/>
                <a:gd name="connsiteX126" fmla="*/ 1962290 w 4011346"/>
                <a:gd name="connsiteY126" fmla="*/ 1681961 h 2005672"/>
                <a:gd name="connsiteX127" fmla="*/ 1985650 w 4011346"/>
                <a:gd name="connsiteY127" fmla="*/ 1695310 h 2005672"/>
                <a:gd name="connsiteX128" fmla="*/ 1995662 w 4011346"/>
                <a:gd name="connsiteY128" fmla="*/ 1705321 h 2005672"/>
                <a:gd name="connsiteX129" fmla="*/ 2032371 w 4011346"/>
                <a:gd name="connsiteY129" fmla="*/ 1725345 h 2005672"/>
                <a:gd name="connsiteX130" fmla="*/ 2069081 w 4011346"/>
                <a:gd name="connsiteY130" fmla="*/ 1722007 h 2005672"/>
                <a:gd name="connsiteX131" fmla="*/ 2142500 w 4011346"/>
                <a:gd name="connsiteY131" fmla="*/ 1678623 h 2005672"/>
                <a:gd name="connsiteX132" fmla="*/ 2195895 w 4011346"/>
                <a:gd name="connsiteY132" fmla="*/ 1691972 h 2005672"/>
                <a:gd name="connsiteX133" fmla="*/ 2225930 w 4011346"/>
                <a:gd name="connsiteY133" fmla="*/ 1701984 h 2005672"/>
                <a:gd name="connsiteX134" fmla="*/ 2259303 w 4011346"/>
                <a:gd name="connsiteY134" fmla="*/ 1688635 h 2005672"/>
                <a:gd name="connsiteX135" fmla="*/ 2262640 w 4011346"/>
                <a:gd name="connsiteY135" fmla="*/ 1661937 h 2005672"/>
                <a:gd name="connsiteX136" fmla="*/ 2282663 w 4011346"/>
                <a:gd name="connsiteY136" fmla="*/ 1631902 h 2005672"/>
                <a:gd name="connsiteX137" fmla="*/ 2299349 w 4011346"/>
                <a:gd name="connsiteY137" fmla="*/ 1578507 h 2005672"/>
                <a:gd name="connsiteX138" fmla="*/ 2282663 w 4011346"/>
                <a:gd name="connsiteY138" fmla="*/ 1581844 h 2005672"/>
                <a:gd name="connsiteX139" fmla="*/ 2312698 w 4011346"/>
                <a:gd name="connsiteY139" fmla="*/ 1555146 h 2005672"/>
                <a:gd name="connsiteX140" fmla="*/ 2339396 w 4011346"/>
                <a:gd name="connsiteY140" fmla="*/ 1551809 h 2005672"/>
                <a:gd name="connsiteX141" fmla="*/ 2396129 w 4011346"/>
                <a:gd name="connsiteY141" fmla="*/ 1561820 h 2005672"/>
                <a:gd name="connsiteX142" fmla="*/ 2436176 w 4011346"/>
                <a:gd name="connsiteY142" fmla="*/ 1588518 h 2005672"/>
                <a:gd name="connsiteX143" fmla="*/ 2462873 w 4011346"/>
                <a:gd name="connsiteY143" fmla="*/ 1618553 h 2005672"/>
                <a:gd name="connsiteX144" fmla="*/ 2469548 w 4011346"/>
                <a:gd name="connsiteY144" fmla="*/ 1655263 h 2005672"/>
                <a:gd name="connsiteX145" fmla="*/ 2476222 w 4011346"/>
                <a:gd name="connsiteY145" fmla="*/ 1695310 h 2005672"/>
                <a:gd name="connsiteX146" fmla="*/ 2486234 w 4011346"/>
                <a:gd name="connsiteY146" fmla="*/ 1715333 h 2005672"/>
                <a:gd name="connsiteX147" fmla="*/ 2529618 w 4011346"/>
                <a:gd name="connsiteY147" fmla="*/ 1728682 h 2005672"/>
                <a:gd name="connsiteX148" fmla="*/ 2549641 w 4011346"/>
                <a:gd name="connsiteY148" fmla="*/ 1748705 h 2005672"/>
                <a:gd name="connsiteX149" fmla="*/ 2562990 w 4011346"/>
                <a:gd name="connsiteY149" fmla="*/ 1782077 h 2005672"/>
                <a:gd name="connsiteX150" fmla="*/ 2586351 w 4011346"/>
                <a:gd name="connsiteY150" fmla="*/ 1775403 h 2005672"/>
                <a:gd name="connsiteX151" fmla="*/ 2606374 w 4011346"/>
                <a:gd name="connsiteY151" fmla="*/ 1765391 h 2005672"/>
                <a:gd name="connsiteX152" fmla="*/ 2639746 w 4011346"/>
                <a:gd name="connsiteY152" fmla="*/ 1748705 h 2005672"/>
                <a:gd name="connsiteX153" fmla="*/ 2643084 w 4011346"/>
                <a:gd name="connsiteY153" fmla="*/ 1765391 h 2005672"/>
                <a:gd name="connsiteX154" fmla="*/ 2626398 w 4011346"/>
                <a:gd name="connsiteY154" fmla="*/ 1795426 h 2005672"/>
                <a:gd name="connsiteX155" fmla="*/ 2616386 w 4011346"/>
                <a:gd name="connsiteY155" fmla="*/ 1832136 h 2005672"/>
                <a:gd name="connsiteX156" fmla="*/ 2603037 w 4011346"/>
                <a:gd name="connsiteY156" fmla="*/ 1885531 h 2005672"/>
                <a:gd name="connsiteX157" fmla="*/ 2579676 w 4011346"/>
                <a:gd name="connsiteY157" fmla="*/ 1858834 h 2005672"/>
                <a:gd name="connsiteX158" fmla="*/ 2552979 w 4011346"/>
                <a:gd name="connsiteY158" fmla="*/ 1882194 h 2005672"/>
                <a:gd name="connsiteX159" fmla="*/ 2559653 w 4011346"/>
                <a:gd name="connsiteY159" fmla="*/ 1908892 h 2005672"/>
                <a:gd name="connsiteX160" fmla="*/ 2559653 w 4011346"/>
                <a:gd name="connsiteY160" fmla="*/ 1945601 h 2005672"/>
                <a:gd name="connsiteX161" fmla="*/ 2549641 w 4011346"/>
                <a:gd name="connsiteY161" fmla="*/ 1965625 h 2005672"/>
                <a:gd name="connsiteX162" fmla="*/ 2589688 w 4011346"/>
                <a:gd name="connsiteY162" fmla="*/ 1945601 h 2005672"/>
                <a:gd name="connsiteX163" fmla="*/ 2626398 w 4011346"/>
                <a:gd name="connsiteY163" fmla="*/ 1955613 h 2005672"/>
                <a:gd name="connsiteX164" fmla="*/ 2653095 w 4011346"/>
                <a:gd name="connsiteY164" fmla="*/ 1932253 h 2005672"/>
                <a:gd name="connsiteX165" fmla="*/ 2683130 w 4011346"/>
                <a:gd name="connsiteY165" fmla="*/ 1878857 h 2005672"/>
                <a:gd name="connsiteX166" fmla="*/ 2753212 w 4011346"/>
                <a:gd name="connsiteY166" fmla="*/ 1792089 h 2005672"/>
                <a:gd name="connsiteX167" fmla="*/ 2783247 w 4011346"/>
                <a:gd name="connsiteY167" fmla="*/ 1722007 h 2005672"/>
                <a:gd name="connsiteX168" fmla="*/ 2803271 w 4011346"/>
                <a:gd name="connsiteY168" fmla="*/ 1618553 h 2005672"/>
                <a:gd name="connsiteX169" fmla="*/ 2793259 w 4011346"/>
                <a:gd name="connsiteY169" fmla="*/ 1568495 h 2005672"/>
                <a:gd name="connsiteX170" fmla="*/ 2769898 w 4011346"/>
                <a:gd name="connsiteY170" fmla="*/ 1535123 h 2005672"/>
                <a:gd name="connsiteX171" fmla="*/ 2726514 w 4011346"/>
                <a:gd name="connsiteY171" fmla="*/ 1535123 h 2005672"/>
                <a:gd name="connsiteX172" fmla="*/ 2699817 w 4011346"/>
                <a:gd name="connsiteY172" fmla="*/ 1535123 h 2005672"/>
                <a:gd name="connsiteX173" fmla="*/ 2683130 w 4011346"/>
                <a:gd name="connsiteY173" fmla="*/ 1515099 h 2005672"/>
                <a:gd name="connsiteX174" fmla="*/ 2669781 w 4011346"/>
                <a:gd name="connsiteY174" fmla="*/ 1495076 h 2005672"/>
                <a:gd name="connsiteX175" fmla="*/ 2763224 w 4011346"/>
                <a:gd name="connsiteY175" fmla="*/ 1378273 h 2005672"/>
                <a:gd name="connsiteX176" fmla="*/ 2846654 w 4011346"/>
                <a:gd name="connsiteY176" fmla="*/ 1311529 h 2005672"/>
                <a:gd name="connsiteX177" fmla="*/ 2890038 w 4011346"/>
                <a:gd name="connsiteY177" fmla="*/ 1288168 h 2005672"/>
                <a:gd name="connsiteX178" fmla="*/ 2933422 w 4011346"/>
                <a:gd name="connsiteY178" fmla="*/ 1308191 h 2005672"/>
                <a:gd name="connsiteX179" fmla="*/ 2950109 w 4011346"/>
                <a:gd name="connsiteY179" fmla="*/ 1291505 h 2005672"/>
                <a:gd name="connsiteX180" fmla="*/ 2993492 w 4011346"/>
                <a:gd name="connsiteY180" fmla="*/ 1308191 h 2005672"/>
                <a:gd name="connsiteX181" fmla="*/ 3006841 w 4011346"/>
                <a:gd name="connsiteY181" fmla="*/ 1274819 h 2005672"/>
                <a:gd name="connsiteX182" fmla="*/ 3053563 w 4011346"/>
                <a:gd name="connsiteY182" fmla="*/ 1284831 h 2005672"/>
                <a:gd name="connsiteX183" fmla="*/ 3070249 w 4011346"/>
                <a:gd name="connsiteY183" fmla="*/ 1301517 h 2005672"/>
                <a:gd name="connsiteX184" fmla="*/ 3060237 w 4011346"/>
                <a:gd name="connsiteY184" fmla="*/ 1321540 h 2005672"/>
                <a:gd name="connsiteX185" fmla="*/ 3123644 w 4011346"/>
                <a:gd name="connsiteY185" fmla="*/ 1304854 h 2005672"/>
                <a:gd name="connsiteX186" fmla="*/ 3140330 w 4011346"/>
                <a:gd name="connsiteY186" fmla="*/ 1291505 h 2005672"/>
                <a:gd name="connsiteX187" fmla="*/ 3123644 w 4011346"/>
                <a:gd name="connsiteY187" fmla="*/ 1278156 h 2005672"/>
                <a:gd name="connsiteX188" fmla="*/ 3143668 w 4011346"/>
                <a:gd name="connsiteY188" fmla="*/ 1238110 h 2005672"/>
                <a:gd name="connsiteX189" fmla="*/ 3190389 w 4011346"/>
                <a:gd name="connsiteY189" fmla="*/ 1168028 h 2005672"/>
                <a:gd name="connsiteX190" fmla="*/ 3233773 w 4011346"/>
                <a:gd name="connsiteY190" fmla="*/ 1164691 h 2005672"/>
                <a:gd name="connsiteX191" fmla="*/ 3273819 w 4011346"/>
                <a:gd name="connsiteY191" fmla="*/ 1174702 h 2005672"/>
                <a:gd name="connsiteX192" fmla="*/ 3277157 w 4011346"/>
                <a:gd name="connsiteY192" fmla="*/ 1231435 h 2005672"/>
                <a:gd name="connsiteX193" fmla="*/ 3320541 w 4011346"/>
                <a:gd name="connsiteY193" fmla="*/ 1188051 h 2005672"/>
                <a:gd name="connsiteX194" fmla="*/ 3343901 w 4011346"/>
                <a:gd name="connsiteY194" fmla="*/ 1171365 h 2005672"/>
                <a:gd name="connsiteX195" fmla="*/ 3350576 w 4011346"/>
                <a:gd name="connsiteY195" fmla="*/ 1137993 h 2005672"/>
                <a:gd name="connsiteX196" fmla="*/ 3377273 w 4011346"/>
                <a:gd name="connsiteY196" fmla="*/ 1121307 h 2005672"/>
                <a:gd name="connsiteX197" fmla="*/ 3407309 w 4011346"/>
                <a:gd name="connsiteY197" fmla="*/ 1131318 h 2005672"/>
                <a:gd name="connsiteX198" fmla="*/ 3373936 w 4011346"/>
                <a:gd name="connsiteY198" fmla="*/ 1161353 h 2005672"/>
                <a:gd name="connsiteX199" fmla="*/ 3360587 w 4011346"/>
                <a:gd name="connsiteY199" fmla="*/ 1211412 h 2005672"/>
                <a:gd name="connsiteX200" fmla="*/ 3323878 w 4011346"/>
                <a:gd name="connsiteY200" fmla="*/ 1251458 h 2005672"/>
                <a:gd name="connsiteX201" fmla="*/ 3210412 w 4011346"/>
                <a:gd name="connsiteY201" fmla="*/ 1348238 h 2005672"/>
                <a:gd name="connsiteX202" fmla="*/ 3163691 w 4011346"/>
                <a:gd name="connsiteY202" fmla="*/ 1418320 h 2005672"/>
                <a:gd name="connsiteX203" fmla="*/ 3160354 w 4011346"/>
                <a:gd name="connsiteY203" fmla="*/ 1491739 h 2005672"/>
                <a:gd name="connsiteX204" fmla="*/ 3170365 w 4011346"/>
                <a:gd name="connsiteY204" fmla="*/ 1581844 h 2005672"/>
                <a:gd name="connsiteX205" fmla="*/ 3190389 w 4011346"/>
                <a:gd name="connsiteY205" fmla="*/ 1645251 h 2005672"/>
                <a:gd name="connsiteX206" fmla="*/ 3217087 w 4011346"/>
                <a:gd name="connsiteY206" fmla="*/ 1635239 h 2005672"/>
                <a:gd name="connsiteX207" fmla="*/ 3240447 w 4011346"/>
                <a:gd name="connsiteY207" fmla="*/ 1568495 h 2005672"/>
                <a:gd name="connsiteX208" fmla="*/ 3270482 w 4011346"/>
                <a:gd name="connsiteY208" fmla="*/ 1565158 h 2005672"/>
                <a:gd name="connsiteX209" fmla="*/ 3287168 w 4011346"/>
                <a:gd name="connsiteY209" fmla="*/ 1505088 h 2005672"/>
                <a:gd name="connsiteX210" fmla="*/ 3313866 w 4011346"/>
                <a:gd name="connsiteY210" fmla="*/ 1495076 h 2005672"/>
                <a:gd name="connsiteX211" fmla="*/ 3313866 w 4011346"/>
                <a:gd name="connsiteY211" fmla="*/ 1465041 h 2005672"/>
                <a:gd name="connsiteX212" fmla="*/ 3337227 w 4011346"/>
                <a:gd name="connsiteY212" fmla="*/ 1428331 h 2005672"/>
                <a:gd name="connsiteX213" fmla="*/ 3330552 w 4011346"/>
                <a:gd name="connsiteY213" fmla="*/ 1384947 h 2005672"/>
                <a:gd name="connsiteX214" fmla="*/ 3333890 w 4011346"/>
                <a:gd name="connsiteY214" fmla="*/ 1354912 h 2005672"/>
                <a:gd name="connsiteX215" fmla="*/ 3323878 w 4011346"/>
                <a:gd name="connsiteY215" fmla="*/ 1344901 h 2005672"/>
                <a:gd name="connsiteX216" fmla="*/ 3363925 w 4011346"/>
                <a:gd name="connsiteY216" fmla="*/ 1258133 h 2005672"/>
                <a:gd name="connsiteX217" fmla="*/ 3383948 w 4011346"/>
                <a:gd name="connsiteY217" fmla="*/ 1268145 h 2005672"/>
                <a:gd name="connsiteX218" fmla="*/ 3410646 w 4011346"/>
                <a:gd name="connsiteY218" fmla="*/ 1241447 h 2005672"/>
                <a:gd name="connsiteX219" fmla="*/ 3420657 w 4011346"/>
                <a:gd name="connsiteY219" fmla="*/ 1268145 h 2005672"/>
                <a:gd name="connsiteX220" fmla="*/ 3447355 w 4011346"/>
                <a:gd name="connsiteY220" fmla="*/ 1251458 h 2005672"/>
                <a:gd name="connsiteX221" fmla="*/ 3477390 w 4011346"/>
                <a:gd name="connsiteY221" fmla="*/ 1241447 h 2005672"/>
                <a:gd name="connsiteX222" fmla="*/ 3514100 w 4011346"/>
                <a:gd name="connsiteY222" fmla="*/ 1268145 h 2005672"/>
                <a:gd name="connsiteX223" fmla="*/ 3574170 w 4011346"/>
                <a:gd name="connsiteY223" fmla="*/ 1201400 h 2005672"/>
                <a:gd name="connsiteX224" fmla="*/ 3637577 w 4011346"/>
                <a:gd name="connsiteY224" fmla="*/ 1154679 h 2005672"/>
                <a:gd name="connsiteX225" fmla="*/ 3690973 w 4011346"/>
                <a:gd name="connsiteY225" fmla="*/ 1117969 h 2005672"/>
                <a:gd name="connsiteX226" fmla="*/ 3741031 w 4011346"/>
                <a:gd name="connsiteY226" fmla="*/ 1144667 h 2005672"/>
                <a:gd name="connsiteX227" fmla="*/ 3751043 w 4011346"/>
                <a:gd name="connsiteY227" fmla="*/ 1117969 h 2005672"/>
                <a:gd name="connsiteX228" fmla="*/ 3727682 w 4011346"/>
                <a:gd name="connsiteY228" fmla="*/ 1051225 h 2005672"/>
                <a:gd name="connsiteX229" fmla="*/ 3700984 w 4011346"/>
                <a:gd name="connsiteY229" fmla="*/ 1034539 h 2005672"/>
                <a:gd name="connsiteX230" fmla="*/ 3697647 w 4011346"/>
                <a:gd name="connsiteY230" fmla="*/ 1004504 h 2005672"/>
                <a:gd name="connsiteX231" fmla="*/ 3751043 w 4011346"/>
                <a:gd name="connsiteY231" fmla="*/ 1011178 h 2005672"/>
                <a:gd name="connsiteX232" fmla="*/ 3774403 w 4011346"/>
                <a:gd name="connsiteY232" fmla="*/ 967794 h 2005672"/>
                <a:gd name="connsiteX233" fmla="*/ 3767729 w 4011346"/>
                <a:gd name="connsiteY233" fmla="*/ 941096 h 2005672"/>
                <a:gd name="connsiteX234" fmla="*/ 3794427 w 4011346"/>
                <a:gd name="connsiteY234" fmla="*/ 907724 h 2005672"/>
                <a:gd name="connsiteX235" fmla="*/ 3804438 w 4011346"/>
                <a:gd name="connsiteY235" fmla="*/ 951108 h 2005672"/>
                <a:gd name="connsiteX236" fmla="*/ 3827799 w 4011346"/>
                <a:gd name="connsiteY236" fmla="*/ 967794 h 2005672"/>
                <a:gd name="connsiteX237" fmla="*/ 3874520 w 4011346"/>
                <a:gd name="connsiteY237" fmla="*/ 987818 h 2005672"/>
                <a:gd name="connsiteX238" fmla="*/ 3894544 w 4011346"/>
                <a:gd name="connsiteY238" fmla="*/ 1014515 h 2005672"/>
                <a:gd name="connsiteX239" fmla="*/ 3941265 w 4011346"/>
                <a:gd name="connsiteY239" fmla="*/ 1037876 h 2005672"/>
                <a:gd name="connsiteX240" fmla="*/ 3947939 w 4011346"/>
                <a:gd name="connsiteY240" fmla="*/ 1024527 h 2005672"/>
                <a:gd name="connsiteX241" fmla="*/ 3957951 w 4011346"/>
                <a:gd name="connsiteY241" fmla="*/ 961120 h 2005672"/>
                <a:gd name="connsiteX242" fmla="*/ 4004672 w 4011346"/>
                <a:gd name="connsiteY242" fmla="*/ 954445 h 2005672"/>
                <a:gd name="connsiteX243" fmla="*/ 4011346 w 4011346"/>
                <a:gd name="connsiteY243" fmla="*/ 921073 h 2005672"/>
                <a:gd name="connsiteX244" fmla="*/ 3967963 w 4011346"/>
                <a:gd name="connsiteY244" fmla="*/ 884364 h 2005672"/>
                <a:gd name="connsiteX245" fmla="*/ 3921241 w 4011346"/>
                <a:gd name="connsiteY245" fmla="*/ 867677 h 2005672"/>
                <a:gd name="connsiteX246" fmla="*/ 3907892 w 4011346"/>
                <a:gd name="connsiteY246" fmla="*/ 871015 h 2005672"/>
                <a:gd name="connsiteX247" fmla="*/ 3907892 w 4011346"/>
                <a:gd name="connsiteY247" fmla="*/ 904387 h 2005672"/>
                <a:gd name="connsiteX248" fmla="*/ 3887869 w 4011346"/>
                <a:gd name="connsiteY248" fmla="*/ 897712 h 2005672"/>
                <a:gd name="connsiteX249" fmla="*/ 3874520 w 4011346"/>
                <a:gd name="connsiteY249" fmla="*/ 844317 h 2005672"/>
                <a:gd name="connsiteX250" fmla="*/ 3817787 w 4011346"/>
                <a:gd name="connsiteY250" fmla="*/ 780910 h 2005672"/>
                <a:gd name="connsiteX251" fmla="*/ 3717671 w 4011346"/>
                <a:gd name="connsiteY251" fmla="*/ 704153 h 2005672"/>
                <a:gd name="connsiteX252" fmla="*/ 3664275 w 4011346"/>
                <a:gd name="connsiteY252" fmla="*/ 684130 h 2005672"/>
                <a:gd name="connsiteX253" fmla="*/ 3584181 w 4011346"/>
                <a:gd name="connsiteY253" fmla="*/ 677456 h 2005672"/>
                <a:gd name="connsiteX254" fmla="*/ 3520774 w 4011346"/>
                <a:gd name="connsiteY254" fmla="*/ 660769 h 2005672"/>
                <a:gd name="connsiteX255" fmla="*/ 3530786 w 4011346"/>
                <a:gd name="connsiteY255" fmla="*/ 700816 h 2005672"/>
                <a:gd name="connsiteX256" fmla="*/ 3537460 w 4011346"/>
                <a:gd name="connsiteY256" fmla="*/ 727514 h 2005672"/>
                <a:gd name="connsiteX257" fmla="*/ 3507425 w 4011346"/>
                <a:gd name="connsiteY257" fmla="*/ 750874 h 2005672"/>
                <a:gd name="connsiteX258" fmla="*/ 3477390 w 4011346"/>
                <a:gd name="connsiteY258" fmla="*/ 724177 h 2005672"/>
                <a:gd name="connsiteX259" fmla="*/ 3477390 w 4011346"/>
                <a:gd name="connsiteY259" fmla="*/ 704153 h 2005672"/>
                <a:gd name="connsiteX260" fmla="*/ 3504088 w 4011346"/>
                <a:gd name="connsiteY260" fmla="*/ 684130 h 2005672"/>
                <a:gd name="connsiteX261" fmla="*/ 3467379 w 4011346"/>
                <a:gd name="connsiteY261" fmla="*/ 670781 h 2005672"/>
                <a:gd name="connsiteX262" fmla="*/ 3450692 w 4011346"/>
                <a:gd name="connsiteY262" fmla="*/ 697479 h 2005672"/>
                <a:gd name="connsiteX263" fmla="*/ 3440681 w 4011346"/>
                <a:gd name="connsiteY263" fmla="*/ 710828 h 2005672"/>
                <a:gd name="connsiteX264" fmla="*/ 3357250 w 4011346"/>
                <a:gd name="connsiteY264" fmla="*/ 697479 h 2005672"/>
                <a:gd name="connsiteX265" fmla="*/ 3297180 w 4011346"/>
                <a:gd name="connsiteY265" fmla="*/ 704153 h 2005672"/>
                <a:gd name="connsiteX266" fmla="*/ 3267145 w 4011346"/>
                <a:gd name="connsiteY266" fmla="*/ 680793 h 2005672"/>
                <a:gd name="connsiteX267" fmla="*/ 3267145 w 4011346"/>
                <a:gd name="connsiteY267" fmla="*/ 644083 h 2005672"/>
                <a:gd name="connsiteX268" fmla="*/ 3203738 w 4011346"/>
                <a:gd name="connsiteY268" fmla="*/ 587350 h 2005672"/>
                <a:gd name="connsiteX269" fmla="*/ 3076923 w 4011346"/>
                <a:gd name="connsiteY269" fmla="*/ 594025 h 2005672"/>
                <a:gd name="connsiteX270" fmla="*/ 3043551 w 4011346"/>
                <a:gd name="connsiteY270" fmla="*/ 570664 h 2005672"/>
                <a:gd name="connsiteX271" fmla="*/ 3000167 w 4011346"/>
                <a:gd name="connsiteY271" fmla="*/ 523943 h 2005672"/>
                <a:gd name="connsiteX272" fmla="*/ 3013516 w 4011346"/>
                <a:gd name="connsiteY272" fmla="*/ 517269 h 2005672"/>
                <a:gd name="connsiteX273" fmla="*/ 3000167 w 4011346"/>
                <a:gd name="connsiteY273" fmla="*/ 497245 h 2005672"/>
                <a:gd name="connsiteX274" fmla="*/ 2970132 w 4011346"/>
                <a:gd name="connsiteY274" fmla="*/ 493908 h 2005672"/>
                <a:gd name="connsiteX275" fmla="*/ 2920073 w 4011346"/>
                <a:gd name="connsiteY275" fmla="*/ 540629 h 2005672"/>
                <a:gd name="connsiteX276" fmla="*/ 2920073 w 4011346"/>
                <a:gd name="connsiteY276" fmla="*/ 540629 h 2005672"/>
                <a:gd name="connsiteX277" fmla="*/ 2916736 w 4011346"/>
                <a:gd name="connsiteY277" fmla="*/ 490571 h 2005672"/>
                <a:gd name="connsiteX278" fmla="*/ 2936760 w 4011346"/>
                <a:gd name="connsiteY278" fmla="*/ 487234 h 2005672"/>
                <a:gd name="connsiteX279" fmla="*/ 2866678 w 4011346"/>
                <a:gd name="connsiteY279" fmla="*/ 457199 h 2005672"/>
                <a:gd name="connsiteX280" fmla="*/ 2813282 w 4011346"/>
                <a:gd name="connsiteY280" fmla="*/ 453861 h 2005672"/>
                <a:gd name="connsiteX281" fmla="*/ 2793259 w 4011346"/>
                <a:gd name="connsiteY281" fmla="*/ 477222 h 2005672"/>
                <a:gd name="connsiteX282" fmla="*/ 2743200 w 4011346"/>
                <a:gd name="connsiteY282" fmla="*/ 487234 h 2005672"/>
                <a:gd name="connsiteX283" fmla="*/ 2786584 w 4011346"/>
                <a:gd name="connsiteY283" fmla="*/ 497245 h 2005672"/>
                <a:gd name="connsiteX284" fmla="*/ 2763224 w 4011346"/>
                <a:gd name="connsiteY284" fmla="*/ 517269 h 2005672"/>
                <a:gd name="connsiteX285" fmla="*/ 2769898 w 4011346"/>
                <a:gd name="connsiteY285" fmla="*/ 567327 h 2005672"/>
                <a:gd name="connsiteX286" fmla="*/ 2749875 w 4011346"/>
                <a:gd name="connsiteY286" fmla="*/ 550641 h 2005672"/>
                <a:gd name="connsiteX287" fmla="*/ 2733189 w 4011346"/>
                <a:gd name="connsiteY287" fmla="*/ 563990 h 2005672"/>
                <a:gd name="connsiteX288" fmla="*/ 2666444 w 4011346"/>
                <a:gd name="connsiteY288" fmla="*/ 553978 h 2005672"/>
                <a:gd name="connsiteX289" fmla="*/ 2636409 w 4011346"/>
                <a:gd name="connsiteY289" fmla="*/ 563990 h 2005672"/>
                <a:gd name="connsiteX290" fmla="*/ 2603037 w 4011346"/>
                <a:gd name="connsiteY290" fmla="*/ 523943 h 2005672"/>
                <a:gd name="connsiteX291" fmla="*/ 2569665 w 4011346"/>
                <a:gd name="connsiteY291" fmla="*/ 607374 h 2005672"/>
                <a:gd name="connsiteX292" fmla="*/ 2552979 w 4011346"/>
                <a:gd name="connsiteY292" fmla="*/ 627397 h 2005672"/>
                <a:gd name="connsiteX293" fmla="*/ 2469548 w 4011346"/>
                <a:gd name="connsiteY293" fmla="*/ 490571 h 2005672"/>
                <a:gd name="connsiteX294" fmla="*/ 2446187 w 4011346"/>
                <a:gd name="connsiteY294" fmla="*/ 507257 h 2005672"/>
                <a:gd name="connsiteX295" fmla="*/ 2442850 w 4011346"/>
                <a:gd name="connsiteY295" fmla="*/ 473885 h 2005672"/>
                <a:gd name="connsiteX296" fmla="*/ 2449525 w 4011346"/>
                <a:gd name="connsiteY296" fmla="*/ 403803 h 2005672"/>
                <a:gd name="connsiteX297" fmla="*/ 2386117 w 4011346"/>
                <a:gd name="connsiteY297" fmla="*/ 377105 h 2005672"/>
                <a:gd name="connsiteX298" fmla="*/ 2369431 w 4011346"/>
                <a:gd name="connsiteY298" fmla="*/ 417152 h 2005672"/>
                <a:gd name="connsiteX299" fmla="*/ 2379443 w 4011346"/>
                <a:gd name="connsiteY299" fmla="*/ 440512 h 2005672"/>
                <a:gd name="connsiteX300" fmla="*/ 2376106 w 4011346"/>
                <a:gd name="connsiteY300" fmla="*/ 460536 h 2005672"/>
                <a:gd name="connsiteX301" fmla="*/ 2352745 w 4011346"/>
                <a:gd name="connsiteY301" fmla="*/ 437175 h 2005672"/>
                <a:gd name="connsiteX302" fmla="*/ 2316036 w 4011346"/>
                <a:gd name="connsiteY302" fmla="*/ 443850 h 2005672"/>
                <a:gd name="connsiteX303" fmla="*/ 2272652 w 4011346"/>
                <a:gd name="connsiteY303" fmla="*/ 430501 h 2005672"/>
                <a:gd name="connsiteX304" fmla="*/ 2245954 w 4011346"/>
                <a:gd name="connsiteY304" fmla="*/ 390454 h 2005672"/>
                <a:gd name="connsiteX305" fmla="*/ 2209244 w 4011346"/>
                <a:gd name="connsiteY305" fmla="*/ 387117 h 2005672"/>
                <a:gd name="connsiteX306" fmla="*/ 2159186 w 4011346"/>
                <a:gd name="connsiteY306" fmla="*/ 377105 h 2005672"/>
                <a:gd name="connsiteX307" fmla="*/ 2132488 w 4011346"/>
                <a:gd name="connsiteY307" fmla="*/ 393791 h 2005672"/>
                <a:gd name="connsiteX308" fmla="*/ 2115802 w 4011346"/>
                <a:gd name="connsiteY308" fmla="*/ 407140 h 2005672"/>
                <a:gd name="connsiteX309" fmla="*/ 2115802 w 4011346"/>
                <a:gd name="connsiteY309" fmla="*/ 377105 h 2005672"/>
                <a:gd name="connsiteX310" fmla="*/ 2082430 w 4011346"/>
                <a:gd name="connsiteY310" fmla="*/ 373768 h 2005672"/>
                <a:gd name="connsiteX311" fmla="*/ 2045720 w 4011346"/>
                <a:gd name="connsiteY311" fmla="*/ 347070 h 2005672"/>
                <a:gd name="connsiteX312" fmla="*/ 2025697 w 4011346"/>
                <a:gd name="connsiteY312" fmla="*/ 377105 h 2005672"/>
                <a:gd name="connsiteX313" fmla="*/ 2055732 w 4011346"/>
                <a:gd name="connsiteY313" fmla="*/ 373768 h 2005672"/>
                <a:gd name="connsiteX314" fmla="*/ 2045720 w 4011346"/>
                <a:gd name="connsiteY314" fmla="*/ 400466 h 2005672"/>
                <a:gd name="connsiteX315" fmla="*/ 1988987 w 4011346"/>
                <a:gd name="connsiteY315" fmla="*/ 420489 h 2005672"/>
                <a:gd name="connsiteX316" fmla="*/ 1935592 w 4011346"/>
                <a:gd name="connsiteY316" fmla="*/ 430501 h 2005672"/>
                <a:gd name="connsiteX317" fmla="*/ 1995662 w 4011346"/>
                <a:gd name="connsiteY317" fmla="*/ 373768 h 2005672"/>
                <a:gd name="connsiteX318" fmla="*/ 2055732 w 4011346"/>
                <a:gd name="connsiteY318" fmla="*/ 303686 h 2005672"/>
                <a:gd name="connsiteX319" fmla="*/ 2055732 w 4011346"/>
                <a:gd name="connsiteY319" fmla="*/ 303686 h 2005672"/>
                <a:gd name="connsiteX320" fmla="*/ 1888870 w 4011346"/>
                <a:gd name="connsiteY320" fmla="*/ 0 h 2005672"/>
                <a:gd name="connsiteX321" fmla="*/ 1835474 w 4011346"/>
                <a:gd name="connsiteY321" fmla="*/ 26698 h 2005672"/>
                <a:gd name="connsiteX322" fmla="*/ 1818788 w 4011346"/>
                <a:gd name="connsiteY322" fmla="*/ 66745 h 2005672"/>
                <a:gd name="connsiteX323" fmla="*/ 1838813 w 4011346"/>
                <a:gd name="connsiteY323" fmla="*/ 120139 h 2005672"/>
                <a:gd name="connsiteX324" fmla="*/ 1782079 w 4011346"/>
                <a:gd name="connsiteY324" fmla="*/ 106790 h 2005672"/>
                <a:gd name="connsiteX325" fmla="*/ 1768731 w 4011346"/>
                <a:gd name="connsiteY325" fmla="*/ 153512 h 2005672"/>
                <a:gd name="connsiteX326" fmla="*/ 1705322 w 4011346"/>
                <a:gd name="connsiteY326" fmla="*/ 176872 h 2005672"/>
                <a:gd name="connsiteX327" fmla="*/ 1685300 w 4011346"/>
                <a:gd name="connsiteY327" fmla="*/ 150174 h 2005672"/>
                <a:gd name="connsiteX328" fmla="*/ 1615218 w 4011346"/>
                <a:gd name="connsiteY328" fmla="*/ 153512 h 2005672"/>
                <a:gd name="connsiteX329" fmla="*/ 1638579 w 4011346"/>
                <a:gd name="connsiteY329" fmla="*/ 183547 h 2005672"/>
                <a:gd name="connsiteX330" fmla="*/ 1528449 w 4011346"/>
                <a:gd name="connsiteY330" fmla="*/ 210243 h 2005672"/>
                <a:gd name="connsiteX331" fmla="*/ 1465043 w 4011346"/>
                <a:gd name="connsiteY331" fmla="*/ 293674 h 2005672"/>
                <a:gd name="connsiteX332" fmla="*/ 1448357 w 4011346"/>
                <a:gd name="connsiteY332" fmla="*/ 320372 h 2005672"/>
                <a:gd name="connsiteX333" fmla="*/ 1481729 w 4011346"/>
                <a:gd name="connsiteY333" fmla="*/ 353745 h 2005672"/>
                <a:gd name="connsiteX334" fmla="*/ 1481729 w 4011346"/>
                <a:gd name="connsiteY334" fmla="*/ 383780 h 2005672"/>
                <a:gd name="connsiteX335" fmla="*/ 1458368 w 4011346"/>
                <a:gd name="connsiteY335" fmla="*/ 387117 h 2005672"/>
                <a:gd name="connsiteX336" fmla="*/ 1458368 w 4011346"/>
                <a:gd name="connsiteY336" fmla="*/ 367093 h 2005672"/>
                <a:gd name="connsiteX337" fmla="*/ 1418322 w 4011346"/>
                <a:gd name="connsiteY337" fmla="*/ 377105 h 2005672"/>
                <a:gd name="connsiteX338" fmla="*/ 1368263 w 4011346"/>
                <a:gd name="connsiteY338" fmla="*/ 383780 h 2005672"/>
                <a:gd name="connsiteX339" fmla="*/ 1321542 w 4011346"/>
                <a:gd name="connsiteY339" fmla="*/ 390454 h 2005672"/>
                <a:gd name="connsiteX340" fmla="*/ 1318205 w 4011346"/>
                <a:gd name="connsiteY340" fmla="*/ 477222 h 2005672"/>
                <a:gd name="connsiteX341" fmla="*/ 1358252 w 4011346"/>
                <a:gd name="connsiteY341" fmla="*/ 500583 h 2005672"/>
                <a:gd name="connsiteX342" fmla="*/ 1374938 w 4011346"/>
                <a:gd name="connsiteY342" fmla="*/ 530618 h 2005672"/>
                <a:gd name="connsiteX343" fmla="*/ 1384949 w 4011346"/>
                <a:gd name="connsiteY343" fmla="*/ 553978 h 2005672"/>
                <a:gd name="connsiteX344" fmla="*/ 1394961 w 4011346"/>
                <a:gd name="connsiteY344" fmla="*/ 604037 h 2005672"/>
                <a:gd name="connsiteX345" fmla="*/ 1384949 w 4011346"/>
                <a:gd name="connsiteY345" fmla="*/ 634072 h 2005672"/>
                <a:gd name="connsiteX346" fmla="*/ 1358252 w 4011346"/>
                <a:gd name="connsiteY346" fmla="*/ 600699 h 2005672"/>
                <a:gd name="connsiteX347" fmla="*/ 1361589 w 4011346"/>
                <a:gd name="connsiteY347" fmla="*/ 570664 h 2005672"/>
                <a:gd name="connsiteX348" fmla="*/ 1351577 w 4011346"/>
                <a:gd name="connsiteY348" fmla="*/ 530618 h 2005672"/>
                <a:gd name="connsiteX349" fmla="*/ 1328217 w 4011346"/>
                <a:gd name="connsiteY349" fmla="*/ 537292 h 2005672"/>
                <a:gd name="connsiteX350" fmla="*/ 1281495 w 4011346"/>
                <a:gd name="connsiteY350" fmla="*/ 500583 h 2005672"/>
                <a:gd name="connsiteX351" fmla="*/ 1241449 w 4011346"/>
                <a:gd name="connsiteY351" fmla="*/ 497245 h 2005672"/>
                <a:gd name="connsiteX352" fmla="*/ 1241449 w 4011346"/>
                <a:gd name="connsiteY352" fmla="*/ 543966 h 2005672"/>
                <a:gd name="connsiteX353" fmla="*/ 1201402 w 4011346"/>
                <a:gd name="connsiteY353" fmla="*/ 523943 h 2005672"/>
                <a:gd name="connsiteX354" fmla="*/ 1228100 w 4011346"/>
                <a:gd name="connsiteY354" fmla="*/ 574001 h 2005672"/>
                <a:gd name="connsiteX355" fmla="*/ 1258135 w 4011346"/>
                <a:gd name="connsiteY355" fmla="*/ 584013 h 2005672"/>
                <a:gd name="connsiteX356" fmla="*/ 1258135 w 4011346"/>
                <a:gd name="connsiteY356" fmla="*/ 604037 h 2005672"/>
                <a:gd name="connsiteX357" fmla="*/ 1198065 w 4011346"/>
                <a:gd name="connsiteY357" fmla="*/ 580676 h 2005672"/>
                <a:gd name="connsiteX358" fmla="*/ 1181379 w 4011346"/>
                <a:gd name="connsiteY358" fmla="*/ 580676 h 2005672"/>
                <a:gd name="connsiteX359" fmla="*/ 1178041 w 4011346"/>
                <a:gd name="connsiteY359" fmla="*/ 537292 h 2005672"/>
                <a:gd name="connsiteX360" fmla="*/ 1171367 w 4011346"/>
                <a:gd name="connsiteY360" fmla="*/ 450524 h 2005672"/>
                <a:gd name="connsiteX361" fmla="*/ 1161355 w 4011346"/>
                <a:gd name="connsiteY361" fmla="*/ 520606 h 2005672"/>
                <a:gd name="connsiteX362" fmla="*/ 1137995 w 4011346"/>
                <a:gd name="connsiteY362" fmla="*/ 550641 h 2005672"/>
                <a:gd name="connsiteX363" fmla="*/ 1158018 w 4011346"/>
                <a:gd name="connsiteY363" fmla="*/ 597362 h 2005672"/>
                <a:gd name="connsiteX364" fmla="*/ 1158018 w 4011346"/>
                <a:gd name="connsiteY364" fmla="*/ 630734 h 2005672"/>
                <a:gd name="connsiteX365" fmla="*/ 1141332 w 4011346"/>
                <a:gd name="connsiteY365" fmla="*/ 680793 h 2005672"/>
                <a:gd name="connsiteX366" fmla="*/ 1154681 w 4011346"/>
                <a:gd name="connsiteY366" fmla="*/ 714165 h 2005672"/>
                <a:gd name="connsiteX367" fmla="*/ 1184716 w 4011346"/>
                <a:gd name="connsiteY367" fmla="*/ 720839 h 2005672"/>
                <a:gd name="connsiteX368" fmla="*/ 1221425 w 4011346"/>
                <a:gd name="connsiteY368" fmla="*/ 727514 h 2005672"/>
                <a:gd name="connsiteX369" fmla="*/ 1241449 w 4011346"/>
                <a:gd name="connsiteY369" fmla="*/ 750874 h 2005672"/>
                <a:gd name="connsiteX370" fmla="*/ 1258135 w 4011346"/>
                <a:gd name="connsiteY370" fmla="*/ 794258 h 2005672"/>
                <a:gd name="connsiteX371" fmla="*/ 1258135 w 4011346"/>
                <a:gd name="connsiteY371" fmla="*/ 794258 h 2005672"/>
                <a:gd name="connsiteX372" fmla="*/ 1254798 w 4011346"/>
                <a:gd name="connsiteY372" fmla="*/ 827631 h 2005672"/>
                <a:gd name="connsiteX373" fmla="*/ 1274821 w 4011346"/>
                <a:gd name="connsiteY373" fmla="*/ 847654 h 2005672"/>
                <a:gd name="connsiteX374" fmla="*/ 1244786 w 4011346"/>
                <a:gd name="connsiteY374" fmla="*/ 854329 h 2005672"/>
                <a:gd name="connsiteX375" fmla="*/ 1224763 w 4011346"/>
                <a:gd name="connsiteY375" fmla="*/ 814282 h 2005672"/>
                <a:gd name="connsiteX376" fmla="*/ 1224763 w 4011346"/>
                <a:gd name="connsiteY376" fmla="*/ 774235 h 2005672"/>
                <a:gd name="connsiteX377" fmla="*/ 1194727 w 4011346"/>
                <a:gd name="connsiteY377" fmla="*/ 737526 h 2005672"/>
                <a:gd name="connsiteX378" fmla="*/ 1164692 w 4011346"/>
                <a:gd name="connsiteY378" fmla="*/ 780910 h 2005672"/>
                <a:gd name="connsiteX379" fmla="*/ 1178041 w 4011346"/>
                <a:gd name="connsiteY379" fmla="*/ 824293 h 2005672"/>
                <a:gd name="connsiteX380" fmla="*/ 1137995 w 4011346"/>
                <a:gd name="connsiteY380" fmla="*/ 881026 h 2005672"/>
                <a:gd name="connsiteX381" fmla="*/ 1097948 w 4011346"/>
                <a:gd name="connsiteY381" fmla="*/ 937759 h 2005672"/>
                <a:gd name="connsiteX382" fmla="*/ 1007843 w 4011346"/>
                <a:gd name="connsiteY382" fmla="*/ 901050 h 2005672"/>
                <a:gd name="connsiteX383" fmla="*/ 1074587 w 4011346"/>
                <a:gd name="connsiteY383" fmla="*/ 897712 h 2005672"/>
                <a:gd name="connsiteX384" fmla="*/ 1107960 w 4011346"/>
                <a:gd name="connsiteY384" fmla="*/ 834305 h 2005672"/>
                <a:gd name="connsiteX385" fmla="*/ 1121309 w 4011346"/>
                <a:gd name="connsiteY385" fmla="*/ 790921 h 2005672"/>
                <a:gd name="connsiteX386" fmla="*/ 1127983 w 4011346"/>
                <a:gd name="connsiteY386" fmla="*/ 757549 h 2005672"/>
                <a:gd name="connsiteX387" fmla="*/ 1117971 w 4011346"/>
                <a:gd name="connsiteY387" fmla="*/ 740863 h 2005672"/>
                <a:gd name="connsiteX388" fmla="*/ 1114634 w 4011346"/>
                <a:gd name="connsiteY388" fmla="*/ 690804 h 2005672"/>
                <a:gd name="connsiteX389" fmla="*/ 1104622 w 4011346"/>
                <a:gd name="connsiteY389" fmla="*/ 610711 h 2005672"/>
                <a:gd name="connsiteX390" fmla="*/ 1101285 w 4011346"/>
                <a:gd name="connsiteY390" fmla="*/ 550641 h 2005672"/>
                <a:gd name="connsiteX391" fmla="*/ 1124646 w 4011346"/>
                <a:gd name="connsiteY391" fmla="*/ 457199 h 2005672"/>
                <a:gd name="connsiteX392" fmla="*/ 1031203 w 4011346"/>
                <a:gd name="connsiteY392" fmla="*/ 447187 h 2005672"/>
                <a:gd name="connsiteX393" fmla="*/ 1014517 w 4011346"/>
                <a:gd name="connsiteY393" fmla="*/ 503920 h 2005672"/>
                <a:gd name="connsiteX394" fmla="*/ 1024529 w 4011346"/>
                <a:gd name="connsiteY394" fmla="*/ 550641 h 2005672"/>
                <a:gd name="connsiteX395" fmla="*/ 981145 w 4011346"/>
                <a:gd name="connsiteY395" fmla="*/ 604037 h 2005672"/>
                <a:gd name="connsiteX396" fmla="*/ 991157 w 4011346"/>
                <a:gd name="connsiteY396" fmla="*/ 640746 h 2005672"/>
                <a:gd name="connsiteX397" fmla="*/ 981145 w 4011346"/>
                <a:gd name="connsiteY397" fmla="*/ 687467 h 2005672"/>
                <a:gd name="connsiteX398" fmla="*/ 1001168 w 4011346"/>
                <a:gd name="connsiteY398" fmla="*/ 710828 h 2005672"/>
                <a:gd name="connsiteX399" fmla="*/ 1017854 w 4011346"/>
                <a:gd name="connsiteY399" fmla="*/ 757549 h 2005672"/>
                <a:gd name="connsiteX400" fmla="*/ 1047890 w 4011346"/>
                <a:gd name="connsiteY400" fmla="*/ 744200 h 2005672"/>
                <a:gd name="connsiteX401" fmla="*/ 1014517 w 4011346"/>
                <a:gd name="connsiteY401" fmla="*/ 797596 h 2005672"/>
                <a:gd name="connsiteX402" fmla="*/ 957784 w 4011346"/>
                <a:gd name="connsiteY402" fmla="*/ 744200 h 2005672"/>
                <a:gd name="connsiteX403" fmla="*/ 884365 w 4011346"/>
                <a:gd name="connsiteY403" fmla="*/ 707491 h 2005672"/>
                <a:gd name="connsiteX404" fmla="*/ 824295 w 4011346"/>
                <a:gd name="connsiteY404" fmla="*/ 684130 h 2005672"/>
                <a:gd name="connsiteX405" fmla="*/ 810946 w 4011346"/>
                <a:gd name="connsiteY405" fmla="*/ 720839 h 2005672"/>
                <a:gd name="connsiteX406" fmla="*/ 827633 w 4011346"/>
                <a:gd name="connsiteY406" fmla="*/ 757549 h 2005672"/>
                <a:gd name="connsiteX407" fmla="*/ 814284 w 4011346"/>
                <a:gd name="connsiteY407" fmla="*/ 780910 h 2005672"/>
                <a:gd name="connsiteX408" fmla="*/ 800935 w 4011346"/>
                <a:gd name="connsiteY408" fmla="*/ 797596 h 2005672"/>
                <a:gd name="connsiteX409" fmla="*/ 770900 w 4011346"/>
                <a:gd name="connsiteY409" fmla="*/ 740863 h 2005672"/>
                <a:gd name="connsiteX410" fmla="*/ 744202 w 4011346"/>
                <a:gd name="connsiteY410" fmla="*/ 777572 h 2005672"/>
                <a:gd name="connsiteX411" fmla="*/ 707492 w 4011346"/>
                <a:gd name="connsiteY411" fmla="*/ 770898 h 2005672"/>
                <a:gd name="connsiteX412" fmla="*/ 654097 w 4011346"/>
                <a:gd name="connsiteY412" fmla="*/ 807607 h 2005672"/>
                <a:gd name="connsiteX413" fmla="*/ 644085 w 4011346"/>
                <a:gd name="connsiteY413" fmla="*/ 784247 h 2005672"/>
                <a:gd name="connsiteX414" fmla="*/ 654097 w 4011346"/>
                <a:gd name="connsiteY414" fmla="*/ 747537 h 2005672"/>
                <a:gd name="connsiteX415" fmla="*/ 614050 w 4011346"/>
                <a:gd name="connsiteY415" fmla="*/ 784247 h 2005672"/>
                <a:gd name="connsiteX416" fmla="*/ 594027 w 4011346"/>
                <a:gd name="connsiteY416" fmla="*/ 784247 h 2005672"/>
                <a:gd name="connsiteX417" fmla="*/ 533957 w 4011346"/>
                <a:gd name="connsiteY417" fmla="*/ 817619 h 2005672"/>
                <a:gd name="connsiteX418" fmla="*/ 510596 w 4011346"/>
                <a:gd name="connsiteY418" fmla="*/ 840980 h 2005672"/>
                <a:gd name="connsiteX419" fmla="*/ 500584 w 4011346"/>
                <a:gd name="connsiteY419" fmla="*/ 887701 h 2005672"/>
                <a:gd name="connsiteX420" fmla="*/ 450526 w 4011346"/>
                <a:gd name="connsiteY420" fmla="*/ 874352 h 2005672"/>
                <a:gd name="connsiteX421" fmla="*/ 433840 w 4011346"/>
                <a:gd name="connsiteY421" fmla="*/ 837642 h 2005672"/>
                <a:gd name="connsiteX422" fmla="*/ 467212 w 4011346"/>
                <a:gd name="connsiteY422" fmla="*/ 807607 h 2005672"/>
                <a:gd name="connsiteX423" fmla="*/ 453863 w 4011346"/>
                <a:gd name="connsiteY423" fmla="*/ 784247 h 2005672"/>
                <a:gd name="connsiteX424" fmla="*/ 390456 w 4011346"/>
                <a:gd name="connsiteY424" fmla="*/ 754212 h 2005672"/>
                <a:gd name="connsiteX425" fmla="*/ 417154 w 4011346"/>
                <a:gd name="connsiteY425" fmla="*/ 804270 h 2005672"/>
                <a:gd name="connsiteX426" fmla="*/ 407142 w 4011346"/>
                <a:gd name="connsiteY426" fmla="*/ 847654 h 2005672"/>
                <a:gd name="connsiteX427" fmla="*/ 413817 w 4011346"/>
                <a:gd name="connsiteY427" fmla="*/ 884364 h 2005672"/>
                <a:gd name="connsiteX428" fmla="*/ 427165 w 4011346"/>
                <a:gd name="connsiteY428" fmla="*/ 907724 h 2005672"/>
                <a:gd name="connsiteX429" fmla="*/ 413817 w 4011346"/>
                <a:gd name="connsiteY429" fmla="*/ 937759 h 2005672"/>
                <a:gd name="connsiteX430" fmla="*/ 390456 w 4011346"/>
                <a:gd name="connsiteY430" fmla="*/ 914399 h 2005672"/>
                <a:gd name="connsiteX431" fmla="*/ 360421 w 4011346"/>
                <a:gd name="connsiteY431" fmla="*/ 911061 h 2005672"/>
                <a:gd name="connsiteX432" fmla="*/ 333723 w 4011346"/>
                <a:gd name="connsiteY432" fmla="*/ 951108 h 2005672"/>
                <a:gd name="connsiteX433" fmla="*/ 307025 w 4011346"/>
                <a:gd name="connsiteY433" fmla="*/ 971131 h 2005672"/>
                <a:gd name="connsiteX434" fmla="*/ 320374 w 4011346"/>
                <a:gd name="connsiteY434" fmla="*/ 997829 h 2005672"/>
                <a:gd name="connsiteX435" fmla="*/ 303688 w 4011346"/>
                <a:gd name="connsiteY435" fmla="*/ 1021190 h 2005672"/>
                <a:gd name="connsiteX436" fmla="*/ 233606 w 4011346"/>
                <a:gd name="connsiteY436" fmla="*/ 984480 h 2005672"/>
                <a:gd name="connsiteX437" fmla="*/ 243618 w 4011346"/>
                <a:gd name="connsiteY437" fmla="*/ 1034539 h 2005672"/>
                <a:gd name="connsiteX438" fmla="*/ 263641 w 4011346"/>
                <a:gd name="connsiteY438" fmla="*/ 1054562 h 2005672"/>
                <a:gd name="connsiteX439" fmla="*/ 250292 w 4011346"/>
                <a:gd name="connsiteY439" fmla="*/ 1067911 h 2005672"/>
                <a:gd name="connsiteX440" fmla="*/ 193560 w 4011346"/>
                <a:gd name="connsiteY440" fmla="*/ 1031201 h 2005672"/>
                <a:gd name="connsiteX441" fmla="*/ 170199 w 4011346"/>
                <a:gd name="connsiteY441" fmla="*/ 991155 h 2005672"/>
                <a:gd name="connsiteX442" fmla="*/ 170199 w 4011346"/>
                <a:gd name="connsiteY442" fmla="*/ 944434 h 2005672"/>
                <a:gd name="connsiteX443" fmla="*/ 133490 w 4011346"/>
                <a:gd name="connsiteY443" fmla="*/ 867677 h 2005672"/>
                <a:gd name="connsiteX444" fmla="*/ 196897 w 4011346"/>
                <a:gd name="connsiteY444" fmla="*/ 897712 h 2005672"/>
                <a:gd name="connsiteX445" fmla="*/ 256967 w 4011346"/>
                <a:gd name="connsiteY445" fmla="*/ 927747 h 2005672"/>
                <a:gd name="connsiteX446" fmla="*/ 293676 w 4011346"/>
                <a:gd name="connsiteY446" fmla="*/ 931085 h 2005672"/>
                <a:gd name="connsiteX447" fmla="*/ 327049 w 4011346"/>
                <a:gd name="connsiteY447" fmla="*/ 901050 h 2005672"/>
                <a:gd name="connsiteX448" fmla="*/ 343735 w 4011346"/>
                <a:gd name="connsiteY448" fmla="*/ 864340 h 2005672"/>
                <a:gd name="connsiteX449" fmla="*/ 333723 w 4011346"/>
                <a:gd name="connsiteY449" fmla="*/ 814282 h 2005672"/>
                <a:gd name="connsiteX450" fmla="*/ 290339 w 4011346"/>
                <a:gd name="connsiteY450" fmla="*/ 794258 h 2005672"/>
                <a:gd name="connsiteX451" fmla="*/ 236944 w 4011346"/>
                <a:gd name="connsiteY451" fmla="*/ 747537 h 2005672"/>
                <a:gd name="connsiteX452" fmla="*/ 133490 w 4011346"/>
                <a:gd name="connsiteY452" fmla="*/ 690804 h 200567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1877440 w 4011346"/>
                <a:gd name="connsiteY320" fmla="*/ 0 h 2017102"/>
                <a:gd name="connsiteX321" fmla="*/ 1835474 w 4011346"/>
                <a:gd name="connsiteY321" fmla="*/ 38128 h 2017102"/>
                <a:gd name="connsiteX322" fmla="*/ 1818788 w 4011346"/>
                <a:gd name="connsiteY322" fmla="*/ 78175 h 2017102"/>
                <a:gd name="connsiteX323" fmla="*/ 1838813 w 4011346"/>
                <a:gd name="connsiteY323" fmla="*/ 131569 h 2017102"/>
                <a:gd name="connsiteX324" fmla="*/ 1782079 w 4011346"/>
                <a:gd name="connsiteY324" fmla="*/ 118220 h 2017102"/>
                <a:gd name="connsiteX325" fmla="*/ 1768731 w 4011346"/>
                <a:gd name="connsiteY325" fmla="*/ 164942 h 2017102"/>
                <a:gd name="connsiteX326" fmla="*/ 1705322 w 4011346"/>
                <a:gd name="connsiteY326" fmla="*/ 188302 h 2017102"/>
                <a:gd name="connsiteX327" fmla="*/ 1685300 w 4011346"/>
                <a:gd name="connsiteY327" fmla="*/ 161604 h 2017102"/>
                <a:gd name="connsiteX328" fmla="*/ 1615218 w 4011346"/>
                <a:gd name="connsiteY328" fmla="*/ 164942 h 2017102"/>
                <a:gd name="connsiteX329" fmla="*/ 1638579 w 4011346"/>
                <a:gd name="connsiteY329" fmla="*/ 194977 h 2017102"/>
                <a:gd name="connsiteX330" fmla="*/ 1528449 w 4011346"/>
                <a:gd name="connsiteY330" fmla="*/ 221673 h 2017102"/>
                <a:gd name="connsiteX331" fmla="*/ 1465043 w 4011346"/>
                <a:gd name="connsiteY331" fmla="*/ 305104 h 2017102"/>
                <a:gd name="connsiteX332" fmla="*/ 1448357 w 4011346"/>
                <a:gd name="connsiteY332" fmla="*/ 331802 h 2017102"/>
                <a:gd name="connsiteX333" fmla="*/ 1481729 w 4011346"/>
                <a:gd name="connsiteY333" fmla="*/ 365175 h 2017102"/>
                <a:gd name="connsiteX334" fmla="*/ 1481729 w 4011346"/>
                <a:gd name="connsiteY334" fmla="*/ 395210 h 2017102"/>
                <a:gd name="connsiteX335" fmla="*/ 1458368 w 4011346"/>
                <a:gd name="connsiteY335" fmla="*/ 398547 h 2017102"/>
                <a:gd name="connsiteX336" fmla="*/ 1458368 w 4011346"/>
                <a:gd name="connsiteY336" fmla="*/ 378523 h 2017102"/>
                <a:gd name="connsiteX337" fmla="*/ 1418322 w 4011346"/>
                <a:gd name="connsiteY337" fmla="*/ 388535 h 2017102"/>
                <a:gd name="connsiteX338" fmla="*/ 1368263 w 4011346"/>
                <a:gd name="connsiteY338" fmla="*/ 395210 h 2017102"/>
                <a:gd name="connsiteX339" fmla="*/ 1321542 w 4011346"/>
                <a:gd name="connsiteY339" fmla="*/ 401884 h 2017102"/>
                <a:gd name="connsiteX340" fmla="*/ 1318205 w 4011346"/>
                <a:gd name="connsiteY340" fmla="*/ 488652 h 2017102"/>
                <a:gd name="connsiteX341" fmla="*/ 1358252 w 4011346"/>
                <a:gd name="connsiteY341" fmla="*/ 512013 h 2017102"/>
                <a:gd name="connsiteX342" fmla="*/ 1374938 w 4011346"/>
                <a:gd name="connsiteY342" fmla="*/ 542048 h 2017102"/>
                <a:gd name="connsiteX343" fmla="*/ 1384949 w 4011346"/>
                <a:gd name="connsiteY343" fmla="*/ 565408 h 2017102"/>
                <a:gd name="connsiteX344" fmla="*/ 1394961 w 4011346"/>
                <a:gd name="connsiteY344" fmla="*/ 615467 h 2017102"/>
                <a:gd name="connsiteX345" fmla="*/ 1384949 w 4011346"/>
                <a:gd name="connsiteY345" fmla="*/ 645502 h 2017102"/>
                <a:gd name="connsiteX346" fmla="*/ 1358252 w 4011346"/>
                <a:gd name="connsiteY346" fmla="*/ 612129 h 2017102"/>
                <a:gd name="connsiteX347" fmla="*/ 1361589 w 4011346"/>
                <a:gd name="connsiteY347" fmla="*/ 582094 h 2017102"/>
                <a:gd name="connsiteX348" fmla="*/ 1351577 w 4011346"/>
                <a:gd name="connsiteY348" fmla="*/ 542048 h 2017102"/>
                <a:gd name="connsiteX349" fmla="*/ 1328217 w 4011346"/>
                <a:gd name="connsiteY349" fmla="*/ 548722 h 2017102"/>
                <a:gd name="connsiteX350" fmla="*/ 1281495 w 4011346"/>
                <a:gd name="connsiteY350" fmla="*/ 512013 h 2017102"/>
                <a:gd name="connsiteX351" fmla="*/ 1241449 w 4011346"/>
                <a:gd name="connsiteY351" fmla="*/ 508675 h 2017102"/>
                <a:gd name="connsiteX352" fmla="*/ 1241449 w 4011346"/>
                <a:gd name="connsiteY352" fmla="*/ 555396 h 2017102"/>
                <a:gd name="connsiteX353" fmla="*/ 1201402 w 4011346"/>
                <a:gd name="connsiteY353" fmla="*/ 535373 h 2017102"/>
                <a:gd name="connsiteX354" fmla="*/ 1228100 w 4011346"/>
                <a:gd name="connsiteY354" fmla="*/ 585431 h 2017102"/>
                <a:gd name="connsiteX355" fmla="*/ 1258135 w 4011346"/>
                <a:gd name="connsiteY355" fmla="*/ 595443 h 2017102"/>
                <a:gd name="connsiteX356" fmla="*/ 1258135 w 4011346"/>
                <a:gd name="connsiteY356" fmla="*/ 615467 h 2017102"/>
                <a:gd name="connsiteX357" fmla="*/ 1198065 w 4011346"/>
                <a:gd name="connsiteY357" fmla="*/ 592106 h 2017102"/>
                <a:gd name="connsiteX358" fmla="*/ 1181379 w 4011346"/>
                <a:gd name="connsiteY358" fmla="*/ 592106 h 2017102"/>
                <a:gd name="connsiteX359" fmla="*/ 1178041 w 4011346"/>
                <a:gd name="connsiteY359" fmla="*/ 548722 h 2017102"/>
                <a:gd name="connsiteX360" fmla="*/ 1171367 w 4011346"/>
                <a:gd name="connsiteY360" fmla="*/ 461954 h 2017102"/>
                <a:gd name="connsiteX361" fmla="*/ 1161355 w 4011346"/>
                <a:gd name="connsiteY361" fmla="*/ 532036 h 2017102"/>
                <a:gd name="connsiteX362" fmla="*/ 1137995 w 4011346"/>
                <a:gd name="connsiteY362" fmla="*/ 562071 h 2017102"/>
                <a:gd name="connsiteX363" fmla="*/ 1158018 w 4011346"/>
                <a:gd name="connsiteY363" fmla="*/ 608792 h 2017102"/>
                <a:gd name="connsiteX364" fmla="*/ 1158018 w 4011346"/>
                <a:gd name="connsiteY364" fmla="*/ 642164 h 2017102"/>
                <a:gd name="connsiteX365" fmla="*/ 1141332 w 4011346"/>
                <a:gd name="connsiteY365" fmla="*/ 692223 h 2017102"/>
                <a:gd name="connsiteX366" fmla="*/ 1154681 w 4011346"/>
                <a:gd name="connsiteY366" fmla="*/ 725595 h 2017102"/>
                <a:gd name="connsiteX367" fmla="*/ 1184716 w 4011346"/>
                <a:gd name="connsiteY367" fmla="*/ 732269 h 2017102"/>
                <a:gd name="connsiteX368" fmla="*/ 1221425 w 4011346"/>
                <a:gd name="connsiteY368" fmla="*/ 738944 h 2017102"/>
                <a:gd name="connsiteX369" fmla="*/ 1241449 w 4011346"/>
                <a:gd name="connsiteY369" fmla="*/ 762304 h 2017102"/>
                <a:gd name="connsiteX370" fmla="*/ 1258135 w 4011346"/>
                <a:gd name="connsiteY370" fmla="*/ 805688 h 2017102"/>
                <a:gd name="connsiteX371" fmla="*/ 1258135 w 4011346"/>
                <a:gd name="connsiteY371" fmla="*/ 805688 h 2017102"/>
                <a:gd name="connsiteX372" fmla="*/ 1254798 w 4011346"/>
                <a:gd name="connsiteY372" fmla="*/ 839061 h 2017102"/>
                <a:gd name="connsiteX373" fmla="*/ 1274821 w 4011346"/>
                <a:gd name="connsiteY373" fmla="*/ 859084 h 2017102"/>
                <a:gd name="connsiteX374" fmla="*/ 1244786 w 4011346"/>
                <a:gd name="connsiteY374" fmla="*/ 865759 h 2017102"/>
                <a:gd name="connsiteX375" fmla="*/ 1224763 w 4011346"/>
                <a:gd name="connsiteY375" fmla="*/ 825712 h 2017102"/>
                <a:gd name="connsiteX376" fmla="*/ 1224763 w 4011346"/>
                <a:gd name="connsiteY376" fmla="*/ 785665 h 2017102"/>
                <a:gd name="connsiteX377" fmla="*/ 1194727 w 4011346"/>
                <a:gd name="connsiteY377" fmla="*/ 748956 h 2017102"/>
                <a:gd name="connsiteX378" fmla="*/ 1164692 w 4011346"/>
                <a:gd name="connsiteY378" fmla="*/ 792340 h 2017102"/>
                <a:gd name="connsiteX379" fmla="*/ 1178041 w 4011346"/>
                <a:gd name="connsiteY379" fmla="*/ 835723 h 2017102"/>
                <a:gd name="connsiteX380" fmla="*/ 1137995 w 4011346"/>
                <a:gd name="connsiteY380" fmla="*/ 892456 h 2017102"/>
                <a:gd name="connsiteX381" fmla="*/ 1097948 w 4011346"/>
                <a:gd name="connsiteY381" fmla="*/ 949189 h 2017102"/>
                <a:gd name="connsiteX382" fmla="*/ 1007843 w 4011346"/>
                <a:gd name="connsiteY382" fmla="*/ 912480 h 2017102"/>
                <a:gd name="connsiteX383" fmla="*/ 1074587 w 4011346"/>
                <a:gd name="connsiteY383" fmla="*/ 909142 h 2017102"/>
                <a:gd name="connsiteX384" fmla="*/ 1107960 w 4011346"/>
                <a:gd name="connsiteY384" fmla="*/ 845735 h 2017102"/>
                <a:gd name="connsiteX385" fmla="*/ 1121309 w 4011346"/>
                <a:gd name="connsiteY385" fmla="*/ 802351 h 2017102"/>
                <a:gd name="connsiteX386" fmla="*/ 1127983 w 4011346"/>
                <a:gd name="connsiteY386" fmla="*/ 768979 h 2017102"/>
                <a:gd name="connsiteX387" fmla="*/ 1117971 w 4011346"/>
                <a:gd name="connsiteY387" fmla="*/ 752293 h 2017102"/>
                <a:gd name="connsiteX388" fmla="*/ 1114634 w 4011346"/>
                <a:gd name="connsiteY388" fmla="*/ 702234 h 2017102"/>
                <a:gd name="connsiteX389" fmla="*/ 1104622 w 4011346"/>
                <a:gd name="connsiteY389" fmla="*/ 622141 h 2017102"/>
                <a:gd name="connsiteX390" fmla="*/ 1101285 w 4011346"/>
                <a:gd name="connsiteY390" fmla="*/ 562071 h 2017102"/>
                <a:gd name="connsiteX391" fmla="*/ 1124646 w 4011346"/>
                <a:gd name="connsiteY391" fmla="*/ 468629 h 2017102"/>
                <a:gd name="connsiteX392" fmla="*/ 1031203 w 4011346"/>
                <a:gd name="connsiteY392" fmla="*/ 458617 h 2017102"/>
                <a:gd name="connsiteX393" fmla="*/ 1014517 w 4011346"/>
                <a:gd name="connsiteY393" fmla="*/ 515350 h 2017102"/>
                <a:gd name="connsiteX394" fmla="*/ 1024529 w 4011346"/>
                <a:gd name="connsiteY394" fmla="*/ 562071 h 2017102"/>
                <a:gd name="connsiteX395" fmla="*/ 981145 w 4011346"/>
                <a:gd name="connsiteY395" fmla="*/ 615467 h 2017102"/>
                <a:gd name="connsiteX396" fmla="*/ 991157 w 4011346"/>
                <a:gd name="connsiteY396" fmla="*/ 652176 h 2017102"/>
                <a:gd name="connsiteX397" fmla="*/ 981145 w 4011346"/>
                <a:gd name="connsiteY397" fmla="*/ 698897 h 2017102"/>
                <a:gd name="connsiteX398" fmla="*/ 1001168 w 4011346"/>
                <a:gd name="connsiteY398" fmla="*/ 722258 h 2017102"/>
                <a:gd name="connsiteX399" fmla="*/ 1017854 w 4011346"/>
                <a:gd name="connsiteY399" fmla="*/ 768979 h 2017102"/>
                <a:gd name="connsiteX400" fmla="*/ 1047890 w 4011346"/>
                <a:gd name="connsiteY400" fmla="*/ 755630 h 2017102"/>
                <a:gd name="connsiteX401" fmla="*/ 1014517 w 4011346"/>
                <a:gd name="connsiteY401" fmla="*/ 809026 h 2017102"/>
                <a:gd name="connsiteX402" fmla="*/ 957784 w 4011346"/>
                <a:gd name="connsiteY402" fmla="*/ 755630 h 2017102"/>
                <a:gd name="connsiteX403" fmla="*/ 884365 w 4011346"/>
                <a:gd name="connsiteY403" fmla="*/ 718921 h 2017102"/>
                <a:gd name="connsiteX404" fmla="*/ 824295 w 4011346"/>
                <a:gd name="connsiteY404" fmla="*/ 695560 h 2017102"/>
                <a:gd name="connsiteX405" fmla="*/ 810946 w 4011346"/>
                <a:gd name="connsiteY405" fmla="*/ 732269 h 2017102"/>
                <a:gd name="connsiteX406" fmla="*/ 827633 w 4011346"/>
                <a:gd name="connsiteY406" fmla="*/ 768979 h 2017102"/>
                <a:gd name="connsiteX407" fmla="*/ 814284 w 4011346"/>
                <a:gd name="connsiteY407" fmla="*/ 792340 h 2017102"/>
                <a:gd name="connsiteX408" fmla="*/ 800935 w 4011346"/>
                <a:gd name="connsiteY408" fmla="*/ 809026 h 2017102"/>
                <a:gd name="connsiteX409" fmla="*/ 770900 w 4011346"/>
                <a:gd name="connsiteY409" fmla="*/ 752293 h 2017102"/>
                <a:gd name="connsiteX410" fmla="*/ 744202 w 4011346"/>
                <a:gd name="connsiteY410" fmla="*/ 789002 h 2017102"/>
                <a:gd name="connsiteX411" fmla="*/ 707492 w 4011346"/>
                <a:gd name="connsiteY411" fmla="*/ 782328 h 2017102"/>
                <a:gd name="connsiteX412" fmla="*/ 654097 w 4011346"/>
                <a:gd name="connsiteY412" fmla="*/ 819037 h 2017102"/>
                <a:gd name="connsiteX413" fmla="*/ 644085 w 4011346"/>
                <a:gd name="connsiteY413" fmla="*/ 795677 h 2017102"/>
                <a:gd name="connsiteX414" fmla="*/ 654097 w 4011346"/>
                <a:gd name="connsiteY414" fmla="*/ 758967 h 2017102"/>
                <a:gd name="connsiteX415" fmla="*/ 614050 w 4011346"/>
                <a:gd name="connsiteY415" fmla="*/ 795677 h 2017102"/>
                <a:gd name="connsiteX416" fmla="*/ 594027 w 4011346"/>
                <a:gd name="connsiteY416" fmla="*/ 795677 h 2017102"/>
                <a:gd name="connsiteX417" fmla="*/ 533957 w 4011346"/>
                <a:gd name="connsiteY417" fmla="*/ 829049 h 2017102"/>
                <a:gd name="connsiteX418" fmla="*/ 510596 w 4011346"/>
                <a:gd name="connsiteY418" fmla="*/ 852410 h 2017102"/>
                <a:gd name="connsiteX419" fmla="*/ 500584 w 4011346"/>
                <a:gd name="connsiteY419" fmla="*/ 899131 h 2017102"/>
                <a:gd name="connsiteX420" fmla="*/ 450526 w 4011346"/>
                <a:gd name="connsiteY420" fmla="*/ 885782 h 2017102"/>
                <a:gd name="connsiteX421" fmla="*/ 433840 w 4011346"/>
                <a:gd name="connsiteY421" fmla="*/ 849072 h 2017102"/>
                <a:gd name="connsiteX422" fmla="*/ 467212 w 4011346"/>
                <a:gd name="connsiteY422" fmla="*/ 819037 h 2017102"/>
                <a:gd name="connsiteX423" fmla="*/ 453863 w 4011346"/>
                <a:gd name="connsiteY423" fmla="*/ 795677 h 2017102"/>
                <a:gd name="connsiteX424" fmla="*/ 390456 w 4011346"/>
                <a:gd name="connsiteY424" fmla="*/ 765642 h 2017102"/>
                <a:gd name="connsiteX425" fmla="*/ 417154 w 4011346"/>
                <a:gd name="connsiteY425" fmla="*/ 815700 h 2017102"/>
                <a:gd name="connsiteX426" fmla="*/ 407142 w 4011346"/>
                <a:gd name="connsiteY426" fmla="*/ 859084 h 2017102"/>
                <a:gd name="connsiteX427" fmla="*/ 413817 w 4011346"/>
                <a:gd name="connsiteY427" fmla="*/ 895794 h 2017102"/>
                <a:gd name="connsiteX428" fmla="*/ 427165 w 4011346"/>
                <a:gd name="connsiteY428" fmla="*/ 919154 h 2017102"/>
                <a:gd name="connsiteX429" fmla="*/ 413817 w 4011346"/>
                <a:gd name="connsiteY429" fmla="*/ 949189 h 2017102"/>
                <a:gd name="connsiteX430" fmla="*/ 390456 w 4011346"/>
                <a:gd name="connsiteY430" fmla="*/ 925829 h 2017102"/>
                <a:gd name="connsiteX431" fmla="*/ 360421 w 4011346"/>
                <a:gd name="connsiteY431" fmla="*/ 922491 h 2017102"/>
                <a:gd name="connsiteX432" fmla="*/ 333723 w 4011346"/>
                <a:gd name="connsiteY432" fmla="*/ 962538 h 2017102"/>
                <a:gd name="connsiteX433" fmla="*/ 307025 w 4011346"/>
                <a:gd name="connsiteY433" fmla="*/ 982561 h 2017102"/>
                <a:gd name="connsiteX434" fmla="*/ 320374 w 4011346"/>
                <a:gd name="connsiteY434" fmla="*/ 1009259 h 2017102"/>
                <a:gd name="connsiteX435" fmla="*/ 303688 w 4011346"/>
                <a:gd name="connsiteY435" fmla="*/ 1032620 h 2017102"/>
                <a:gd name="connsiteX436" fmla="*/ 233606 w 4011346"/>
                <a:gd name="connsiteY436" fmla="*/ 995910 h 2017102"/>
                <a:gd name="connsiteX437" fmla="*/ 243618 w 4011346"/>
                <a:gd name="connsiteY437" fmla="*/ 1045969 h 2017102"/>
                <a:gd name="connsiteX438" fmla="*/ 263641 w 4011346"/>
                <a:gd name="connsiteY438" fmla="*/ 1065992 h 2017102"/>
                <a:gd name="connsiteX439" fmla="*/ 250292 w 4011346"/>
                <a:gd name="connsiteY439" fmla="*/ 1079341 h 2017102"/>
                <a:gd name="connsiteX440" fmla="*/ 193560 w 4011346"/>
                <a:gd name="connsiteY440" fmla="*/ 1042631 h 2017102"/>
                <a:gd name="connsiteX441" fmla="*/ 170199 w 4011346"/>
                <a:gd name="connsiteY441" fmla="*/ 1002585 h 2017102"/>
                <a:gd name="connsiteX442" fmla="*/ 170199 w 4011346"/>
                <a:gd name="connsiteY442" fmla="*/ 955864 h 2017102"/>
                <a:gd name="connsiteX443" fmla="*/ 133490 w 4011346"/>
                <a:gd name="connsiteY443" fmla="*/ 879107 h 2017102"/>
                <a:gd name="connsiteX444" fmla="*/ 196897 w 4011346"/>
                <a:gd name="connsiteY444" fmla="*/ 909142 h 2017102"/>
                <a:gd name="connsiteX445" fmla="*/ 256967 w 4011346"/>
                <a:gd name="connsiteY445" fmla="*/ 939177 h 2017102"/>
                <a:gd name="connsiteX446" fmla="*/ 293676 w 4011346"/>
                <a:gd name="connsiteY446" fmla="*/ 942515 h 2017102"/>
                <a:gd name="connsiteX447" fmla="*/ 327049 w 4011346"/>
                <a:gd name="connsiteY447" fmla="*/ 912480 h 2017102"/>
                <a:gd name="connsiteX448" fmla="*/ 343735 w 4011346"/>
                <a:gd name="connsiteY448" fmla="*/ 875770 h 2017102"/>
                <a:gd name="connsiteX449" fmla="*/ 333723 w 4011346"/>
                <a:gd name="connsiteY449" fmla="*/ 825712 h 2017102"/>
                <a:gd name="connsiteX450" fmla="*/ 290339 w 4011346"/>
                <a:gd name="connsiteY450" fmla="*/ 805688 h 2017102"/>
                <a:gd name="connsiteX451" fmla="*/ 236944 w 4011346"/>
                <a:gd name="connsiteY451" fmla="*/ 758967 h 2017102"/>
                <a:gd name="connsiteX452" fmla="*/ 133490 w 4011346"/>
                <a:gd name="connsiteY452"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001273 w 4011346"/>
                <a:gd name="connsiteY320" fmla="*/ 234106 h 2017102"/>
                <a:gd name="connsiteX321" fmla="*/ 1877440 w 4011346"/>
                <a:gd name="connsiteY321" fmla="*/ 0 h 2017102"/>
                <a:gd name="connsiteX322" fmla="*/ 1835474 w 4011346"/>
                <a:gd name="connsiteY322" fmla="*/ 38128 h 2017102"/>
                <a:gd name="connsiteX323" fmla="*/ 1818788 w 4011346"/>
                <a:gd name="connsiteY323" fmla="*/ 78175 h 2017102"/>
                <a:gd name="connsiteX324" fmla="*/ 1838813 w 4011346"/>
                <a:gd name="connsiteY324" fmla="*/ 131569 h 2017102"/>
                <a:gd name="connsiteX325" fmla="*/ 1782079 w 4011346"/>
                <a:gd name="connsiteY325" fmla="*/ 118220 h 2017102"/>
                <a:gd name="connsiteX326" fmla="*/ 1768731 w 4011346"/>
                <a:gd name="connsiteY326" fmla="*/ 164942 h 2017102"/>
                <a:gd name="connsiteX327" fmla="*/ 1705322 w 4011346"/>
                <a:gd name="connsiteY327" fmla="*/ 188302 h 2017102"/>
                <a:gd name="connsiteX328" fmla="*/ 1685300 w 4011346"/>
                <a:gd name="connsiteY328" fmla="*/ 161604 h 2017102"/>
                <a:gd name="connsiteX329" fmla="*/ 1615218 w 4011346"/>
                <a:gd name="connsiteY329" fmla="*/ 164942 h 2017102"/>
                <a:gd name="connsiteX330" fmla="*/ 1638579 w 4011346"/>
                <a:gd name="connsiteY330" fmla="*/ 194977 h 2017102"/>
                <a:gd name="connsiteX331" fmla="*/ 1528449 w 4011346"/>
                <a:gd name="connsiteY331" fmla="*/ 221673 h 2017102"/>
                <a:gd name="connsiteX332" fmla="*/ 1465043 w 4011346"/>
                <a:gd name="connsiteY332" fmla="*/ 305104 h 2017102"/>
                <a:gd name="connsiteX333" fmla="*/ 1448357 w 4011346"/>
                <a:gd name="connsiteY333" fmla="*/ 331802 h 2017102"/>
                <a:gd name="connsiteX334" fmla="*/ 1481729 w 4011346"/>
                <a:gd name="connsiteY334" fmla="*/ 365175 h 2017102"/>
                <a:gd name="connsiteX335" fmla="*/ 1481729 w 4011346"/>
                <a:gd name="connsiteY335" fmla="*/ 395210 h 2017102"/>
                <a:gd name="connsiteX336" fmla="*/ 1458368 w 4011346"/>
                <a:gd name="connsiteY336" fmla="*/ 398547 h 2017102"/>
                <a:gd name="connsiteX337" fmla="*/ 1458368 w 4011346"/>
                <a:gd name="connsiteY337" fmla="*/ 378523 h 2017102"/>
                <a:gd name="connsiteX338" fmla="*/ 1418322 w 4011346"/>
                <a:gd name="connsiteY338" fmla="*/ 388535 h 2017102"/>
                <a:gd name="connsiteX339" fmla="*/ 1368263 w 4011346"/>
                <a:gd name="connsiteY339" fmla="*/ 395210 h 2017102"/>
                <a:gd name="connsiteX340" fmla="*/ 1321542 w 4011346"/>
                <a:gd name="connsiteY340" fmla="*/ 401884 h 2017102"/>
                <a:gd name="connsiteX341" fmla="*/ 1318205 w 4011346"/>
                <a:gd name="connsiteY341" fmla="*/ 488652 h 2017102"/>
                <a:gd name="connsiteX342" fmla="*/ 1358252 w 4011346"/>
                <a:gd name="connsiteY342" fmla="*/ 512013 h 2017102"/>
                <a:gd name="connsiteX343" fmla="*/ 1374938 w 4011346"/>
                <a:gd name="connsiteY343" fmla="*/ 542048 h 2017102"/>
                <a:gd name="connsiteX344" fmla="*/ 1384949 w 4011346"/>
                <a:gd name="connsiteY344" fmla="*/ 565408 h 2017102"/>
                <a:gd name="connsiteX345" fmla="*/ 1394961 w 4011346"/>
                <a:gd name="connsiteY345" fmla="*/ 615467 h 2017102"/>
                <a:gd name="connsiteX346" fmla="*/ 1384949 w 4011346"/>
                <a:gd name="connsiteY346" fmla="*/ 645502 h 2017102"/>
                <a:gd name="connsiteX347" fmla="*/ 1358252 w 4011346"/>
                <a:gd name="connsiteY347" fmla="*/ 612129 h 2017102"/>
                <a:gd name="connsiteX348" fmla="*/ 1361589 w 4011346"/>
                <a:gd name="connsiteY348" fmla="*/ 582094 h 2017102"/>
                <a:gd name="connsiteX349" fmla="*/ 1351577 w 4011346"/>
                <a:gd name="connsiteY349" fmla="*/ 542048 h 2017102"/>
                <a:gd name="connsiteX350" fmla="*/ 1328217 w 4011346"/>
                <a:gd name="connsiteY350" fmla="*/ 548722 h 2017102"/>
                <a:gd name="connsiteX351" fmla="*/ 1281495 w 4011346"/>
                <a:gd name="connsiteY351" fmla="*/ 512013 h 2017102"/>
                <a:gd name="connsiteX352" fmla="*/ 1241449 w 4011346"/>
                <a:gd name="connsiteY352" fmla="*/ 508675 h 2017102"/>
                <a:gd name="connsiteX353" fmla="*/ 1241449 w 4011346"/>
                <a:gd name="connsiteY353" fmla="*/ 555396 h 2017102"/>
                <a:gd name="connsiteX354" fmla="*/ 1201402 w 4011346"/>
                <a:gd name="connsiteY354" fmla="*/ 535373 h 2017102"/>
                <a:gd name="connsiteX355" fmla="*/ 1228100 w 4011346"/>
                <a:gd name="connsiteY355" fmla="*/ 585431 h 2017102"/>
                <a:gd name="connsiteX356" fmla="*/ 1258135 w 4011346"/>
                <a:gd name="connsiteY356" fmla="*/ 595443 h 2017102"/>
                <a:gd name="connsiteX357" fmla="*/ 1258135 w 4011346"/>
                <a:gd name="connsiteY357" fmla="*/ 615467 h 2017102"/>
                <a:gd name="connsiteX358" fmla="*/ 1198065 w 4011346"/>
                <a:gd name="connsiteY358" fmla="*/ 592106 h 2017102"/>
                <a:gd name="connsiteX359" fmla="*/ 1181379 w 4011346"/>
                <a:gd name="connsiteY359" fmla="*/ 592106 h 2017102"/>
                <a:gd name="connsiteX360" fmla="*/ 1178041 w 4011346"/>
                <a:gd name="connsiteY360" fmla="*/ 548722 h 2017102"/>
                <a:gd name="connsiteX361" fmla="*/ 1171367 w 4011346"/>
                <a:gd name="connsiteY361" fmla="*/ 461954 h 2017102"/>
                <a:gd name="connsiteX362" fmla="*/ 1161355 w 4011346"/>
                <a:gd name="connsiteY362" fmla="*/ 532036 h 2017102"/>
                <a:gd name="connsiteX363" fmla="*/ 1137995 w 4011346"/>
                <a:gd name="connsiteY363" fmla="*/ 562071 h 2017102"/>
                <a:gd name="connsiteX364" fmla="*/ 1158018 w 4011346"/>
                <a:gd name="connsiteY364" fmla="*/ 608792 h 2017102"/>
                <a:gd name="connsiteX365" fmla="*/ 1158018 w 4011346"/>
                <a:gd name="connsiteY365" fmla="*/ 642164 h 2017102"/>
                <a:gd name="connsiteX366" fmla="*/ 1141332 w 4011346"/>
                <a:gd name="connsiteY366" fmla="*/ 692223 h 2017102"/>
                <a:gd name="connsiteX367" fmla="*/ 1154681 w 4011346"/>
                <a:gd name="connsiteY367" fmla="*/ 725595 h 2017102"/>
                <a:gd name="connsiteX368" fmla="*/ 1184716 w 4011346"/>
                <a:gd name="connsiteY368" fmla="*/ 732269 h 2017102"/>
                <a:gd name="connsiteX369" fmla="*/ 1221425 w 4011346"/>
                <a:gd name="connsiteY369" fmla="*/ 738944 h 2017102"/>
                <a:gd name="connsiteX370" fmla="*/ 1241449 w 4011346"/>
                <a:gd name="connsiteY370" fmla="*/ 762304 h 2017102"/>
                <a:gd name="connsiteX371" fmla="*/ 1258135 w 4011346"/>
                <a:gd name="connsiteY371" fmla="*/ 805688 h 2017102"/>
                <a:gd name="connsiteX372" fmla="*/ 1258135 w 4011346"/>
                <a:gd name="connsiteY372" fmla="*/ 805688 h 2017102"/>
                <a:gd name="connsiteX373" fmla="*/ 1254798 w 4011346"/>
                <a:gd name="connsiteY373" fmla="*/ 839061 h 2017102"/>
                <a:gd name="connsiteX374" fmla="*/ 1274821 w 4011346"/>
                <a:gd name="connsiteY374" fmla="*/ 859084 h 2017102"/>
                <a:gd name="connsiteX375" fmla="*/ 1244786 w 4011346"/>
                <a:gd name="connsiteY375" fmla="*/ 865759 h 2017102"/>
                <a:gd name="connsiteX376" fmla="*/ 1224763 w 4011346"/>
                <a:gd name="connsiteY376" fmla="*/ 825712 h 2017102"/>
                <a:gd name="connsiteX377" fmla="*/ 1224763 w 4011346"/>
                <a:gd name="connsiteY377" fmla="*/ 785665 h 2017102"/>
                <a:gd name="connsiteX378" fmla="*/ 1194727 w 4011346"/>
                <a:gd name="connsiteY378" fmla="*/ 748956 h 2017102"/>
                <a:gd name="connsiteX379" fmla="*/ 1164692 w 4011346"/>
                <a:gd name="connsiteY379" fmla="*/ 792340 h 2017102"/>
                <a:gd name="connsiteX380" fmla="*/ 1178041 w 4011346"/>
                <a:gd name="connsiteY380" fmla="*/ 835723 h 2017102"/>
                <a:gd name="connsiteX381" fmla="*/ 1137995 w 4011346"/>
                <a:gd name="connsiteY381" fmla="*/ 892456 h 2017102"/>
                <a:gd name="connsiteX382" fmla="*/ 1097948 w 4011346"/>
                <a:gd name="connsiteY382" fmla="*/ 949189 h 2017102"/>
                <a:gd name="connsiteX383" fmla="*/ 1007843 w 4011346"/>
                <a:gd name="connsiteY383" fmla="*/ 912480 h 2017102"/>
                <a:gd name="connsiteX384" fmla="*/ 1074587 w 4011346"/>
                <a:gd name="connsiteY384" fmla="*/ 909142 h 2017102"/>
                <a:gd name="connsiteX385" fmla="*/ 1107960 w 4011346"/>
                <a:gd name="connsiteY385" fmla="*/ 845735 h 2017102"/>
                <a:gd name="connsiteX386" fmla="*/ 1121309 w 4011346"/>
                <a:gd name="connsiteY386" fmla="*/ 802351 h 2017102"/>
                <a:gd name="connsiteX387" fmla="*/ 1127983 w 4011346"/>
                <a:gd name="connsiteY387" fmla="*/ 768979 h 2017102"/>
                <a:gd name="connsiteX388" fmla="*/ 1117971 w 4011346"/>
                <a:gd name="connsiteY388" fmla="*/ 752293 h 2017102"/>
                <a:gd name="connsiteX389" fmla="*/ 1114634 w 4011346"/>
                <a:gd name="connsiteY389" fmla="*/ 702234 h 2017102"/>
                <a:gd name="connsiteX390" fmla="*/ 1104622 w 4011346"/>
                <a:gd name="connsiteY390" fmla="*/ 622141 h 2017102"/>
                <a:gd name="connsiteX391" fmla="*/ 1101285 w 4011346"/>
                <a:gd name="connsiteY391" fmla="*/ 562071 h 2017102"/>
                <a:gd name="connsiteX392" fmla="*/ 1124646 w 4011346"/>
                <a:gd name="connsiteY392" fmla="*/ 468629 h 2017102"/>
                <a:gd name="connsiteX393" fmla="*/ 1031203 w 4011346"/>
                <a:gd name="connsiteY393" fmla="*/ 458617 h 2017102"/>
                <a:gd name="connsiteX394" fmla="*/ 1014517 w 4011346"/>
                <a:gd name="connsiteY394" fmla="*/ 515350 h 2017102"/>
                <a:gd name="connsiteX395" fmla="*/ 1024529 w 4011346"/>
                <a:gd name="connsiteY395" fmla="*/ 562071 h 2017102"/>
                <a:gd name="connsiteX396" fmla="*/ 981145 w 4011346"/>
                <a:gd name="connsiteY396" fmla="*/ 615467 h 2017102"/>
                <a:gd name="connsiteX397" fmla="*/ 991157 w 4011346"/>
                <a:gd name="connsiteY397" fmla="*/ 652176 h 2017102"/>
                <a:gd name="connsiteX398" fmla="*/ 981145 w 4011346"/>
                <a:gd name="connsiteY398" fmla="*/ 698897 h 2017102"/>
                <a:gd name="connsiteX399" fmla="*/ 1001168 w 4011346"/>
                <a:gd name="connsiteY399" fmla="*/ 722258 h 2017102"/>
                <a:gd name="connsiteX400" fmla="*/ 1017854 w 4011346"/>
                <a:gd name="connsiteY400" fmla="*/ 768979 h 2017102"/>
                <a:gd name="connsiteX401" fmla="*/ 1047890 w 4011346"/>
                <a:gd name="connsiteY401" fmla="*/ 755630 h 2017102"/>
                <a:gd name="connsiteX402" fmla="*/ 1014517 w 4011346"/>
                <a:gd name="connsiteY402" fmla="*/ 809026 h 2017102"/>
                <a:gd name="connsiteX403" fmla="*/ 957784 w 4011346"/>
                <a:gd name="connsiteY403" fmla="*/ 755630 h 2017102"/>
                <a:gd name="connsiteX404" fmla="*/ 884365 w 4011346"/>
                <a:gd name="connsiteY404" fmla="*/ 718921 h 2017102"/>
                <a:gd name="connsiteX405" fmla="*/ 824295 w 4011346"/>
                <a:gd name="connsiteY405" fmla="*/ 695560 h 2017102"/>
                <a:gd name="connsiteX406" fmla="*/ 810946 w 4011346"/>
                <a:gd name="connsiteY406" fmla="*/ 732269 h 2017102"/>
                <a:gd name="connsiteX407" fmla="*/ 827633 w 4011346"/>
                <a:gd name="connsiteY407" fmla="*/ 768979 h 2017102"/>
                <a:gd name="connsiteX408" fmla="*/ 814284 w 4011346"/>
                <a:gd name="connsiteY408" fmla="*/ 792340 h 2017102"/>
                <a:gd name="connsiteX409" fmla="*/ 800935 w 4011346"/>
                <a:gd name="connsiteY409" fmla="*/ 809026 h 2017102"/>
                <a:gd name="connsiteX410" fmla="*/ 770900 w 4011346"/>
                <a:gd name="connsiteY410" fmla="*/ 752293 h 2017102"/>
                <a:gd name="connsiteX411" fmla="*/ 744202 w 4011346"/>
                <a:gd name="connsiteY411" fmla="*/ 789002 h 2017102"/>
                <a:gd name="connsiteX412" fmla="*/ 707492 w 4011346"/>
                <a:gd name="connsiteY412" fmla="*/ 782328 h 2017102"/>
                <a:gd name="connsiteX413" fmla="*/ 654097 w 4011346"/>
                <a:gd name="connsiteY413" fmla="*/ 819037 h 2017102"/>
                <a:gd name="connsiteX414" fmla="*/ 644085 w 4011346"/>
                <a:gd name="connsiteY414" fmla="*/ 795677 h 2017102"/>
                <a:gd name="connsiteX415" fmla="*/ 654097 w 4011346"/>
                <a:gd name="connsiteY415" fmla="*/ 758967 h 2017102"/>
                <a:gd name="connsiteX416" fmla="*/ 614050 w 4011346"/>
                <a:gd name="connsiteY416" fmla="*/ 795677 h 2017102"/>
                <a:gd name="connsiteX417" fmla="*/ 594027 w 4011346"/>
                <a:gd name="connsiteY417" fmla="*/ 795677 h 2017102"/>
                <a:gd name="connsiteX418" fmla="*/ 533957 w 4011346"/>
                <a:gd name="connsiteY418" fmla="*/ 829049 h 2017102"/>
                <a:gd name="connsiteX419" fmla="*/ 510596 w 4011346"/>
                <a:gd name="connsiteY419" fmla="*/ 852410 h 2017102"/>
                <a:gd name="connsiteX420" fmla="*/ 500584 w 4011346"/>
                <a:gd name="connsiteY420" fmla="*/ 899131 h 2017102"/>
                <a:gd name="connsiteX421" fmla="*/ 450526 w 4011346"/>
                <a:gd name="connsiteY421" fmla="*/ 885782 h 2017102"/>
                <a:gd name="connsiteX422" fmla="*/ 433840 w 4011346"/>
                <a:gd name="connsiteY422" fmla="*/ 849072 h 2017102"/>
                <a:gd name="connsiteX423" fmla="*/ 467212 w 4011346"/>
                <a:gd name="connsiteY423" fmla="*/ 819037 h 2017102"/>
                <a:gd name="connsiteX424" fmla="*/ 453863 w 4011346"/>
                <a:gd name="connsiteY424" fmla="*/ 795677 h 2017102"/>
                <a:gd name="connsiteX425" fmla="*/ 390456 w 4011346"/>
                <a:gd name="connsiteY425" fmla="*/ 765642 h 2017102"/>
                <a:gd name="connsiteX426" fmla="*/ 417154 w 4011346"/>
                <a:gd name="connsiteY426" fmla="*/ 815700 h 2017102"/>
                <a:gd name="connsiteX427" fmla="*/ 407142 w 4011346"/>
                <a:gd name="connsiteY427" fmla="*/ 859084 h 2017102"/>
                <a:gd name="connsiteX428" fmla="*/ 413817 w 4011346"/>
                <a:gd name="connsiteY428" fmla="*/ 895794 h 2017102"/>
                <a:gd name="connsiteX429" fmla="*/ 427165 w 4011346"/>
                <a:gd name="connsiteY429" fmla="*/ 919154 h 2017102"/>
                <a:gd name="connsiteX430" fmla="*/ 413817 w 4011346"/>
                <a:gd name="connsiteY430" fmla="*/ 949189 h 2017102"/>
                <a:gd name="connsiteX431" fmla="*/ 390456 w 4011346"/>
                <a:gd name="connsiteY431" fmla="*/ 925829 h 2017102"/>
                <a:gd name="connsiteX432" fmla="*/ 360421 w 4011346"/>
                <a:gd name="connsiteY432" fmla="*/ 922491 h 2017102"/>
                <a:gd name="connsiteX433" fmla="*/ 333723 w 4011346"/>
                <a:gd name="connsiteY433" fmla="*/ 962538 h 2017102"/>
                <a:gd name="connsiteX434" fmla="*/ 307025 w 4011346"/>
                <a:gd name="connsiteY434" fmla="*/ 982561 h 2017102"/>
                <a:gd name="connsiteX435" fmla="*/ 320374 w 4011346"/>
                <a:gd name="connsiteY435" fmla="*/ 1009259 h 2017102"/>
                <a:gd name="connsiteX436" fmla="*/ 303688 w 4011346"/>
                <a:gd name="connsiteY436" fmla="*/ 1032620 h 2017102"/>
                <a:gd name="connsiteX437" fmla="*/ 233606 w 4011346"/>
                <a:gd name="connsiteY437" fmla="*/ 995910 h 2017102"/>
                <a:gd name="connsiteX438" fmla="*/ 243618 w 4011346"/>
                <a:gd name="connsiteY438" fmla="*/ 1045969 h 2017102"/>
                <a:gd name="connsiteX439" fmla="*/ 263641 w 4011346"/>
                <a:gd name="connsiteY439" fmla="*/ 1065992 h 2017102"/>
                <a:gd name="connsiteX440" fmla="*/ 250292 w 4011346"/>
                <a:gd name="connsiteY440" fmla="*/ 1079341 h 2017102"/>
                <a:gd name="connsiteX441" fmla="*/ 193560 w 4011346"/>
                <a:gd name="connsiteY441" fmla="*/ 1042631 h 2017102"/>
                <a:gd name="connsiteX442" fmla="*/ 170199 w 4011346"/>
                <a:gd name="connsiteY442" fmla="*/ 1002585 h 2017102"/>
                <a:gd name="connsiteX443" fmla="*/ 170199 w 4011346"/>
                <a:gd name="connsiteY443" fmla="*/ 955864 h 2017102"/>
                <a:gd name="connsiteX444" fmla="*/ 133490 w 4011346"/>
                <a:gd name="connsiteY444" fmla="*/ 879107 h 2017102"/>
                <a:gd name="connsiteX445" fmla="*/ 196897 w 4011346"/>
                <a:gd name="connsiteY445" fmla="*/ 909142 h 2017102"/>
                <a:gd name="connsiteX446" fmla="*/ 256967 w 4011346"/>
                <a:gd name="connsiteY446" fmla="*/ 939177 h 2017102"/>
                <a:gd name="connsiteX447" fmla="*/ 293676 w 4011346"/>
                <a:gd name="connsiteY447" fmla="*/ 942515 h 2017102"/>
                <a:gd name="connsiteX448" fmla="*/ 327049 w 4011346"/>
                <a:gd name="connsiteY448" fmla="*/ 912480 h 2017102"/>
                <a:gd name="connsiteX449" fmla="*/ 343735 w 4011346"/>
                <a:gd name="connsiteY449" fmla="*/ 875770 h 2017102"/>
                <a:gd name="connsiteX450" fmla="*/ 333723 w 4011346"/>
                <a:gd name="connsiteY450" fmla="*/ 825712 h 2017102"/>
                <a:gd name="connsiteX451" fmla="*/ 290339 w 4011346"/>
                <a:gd name="connsiteY451" fmla="*/ 805688 h 2017102"/>
                <a:gd name="connsiteX452" fmla="*/ 236944 w 4011346"/>
                <a:gd name="connsiteY452" fmla="*/ 758967 h 2017102"/>
                <a:gd name="connsiteX453" fmla="*/ 133490 w 4011346"/>
                <a:gd name="connsiteY453"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1877440 w 4011346"/>
                <a:gd name="connsiteY321" fmla="*/ 0 h 2017102"/>
                <a:gd name="connsiteX322" fmla="*/ 1835474 w 4011346"/>
                <a:gd name="connsiteY322" fmla="*/ 38128 h 2017102"/>
                <a:gd name="connsiteX323" fmla="*/ 1818788 w 4011346"/>
                <a:gd name="connsiteY323" fmla="*/ 78175 h 2017102"/>
                <a:gd name="connsiteX324" fmla="*/ 1838813 w 4011346"/>
                <a:gd name="connsiteY324" fmla="*/ 131569 h 2017102"/>
                <a:gd name="connsiteX325" fmla="*/ 1782079 w 4011346"/>
                <a:gd name="connsiteY325" fmla="*/ 118220 h 2017102"/>
                <a:gd name="connsiteX326" fmla="*/ 1768731 w 4011346"/>
                <a:gd name="connsiteY326" fmla="*/ 164942 h 2017102"/>
                <a:gd name="connsiteX327" fmla="*/ 1705322 w 4011346"/>
                <a:gd name="connsiteY327" fmla="*/ 188302 h 2017102"/>
                <a:gd name="connsiteX328" fmla="*/ 1685300 w 4011346"/>
                <a:gd name="connsiteY328" fmla="*/ 161604 h 2017102"/>
                <a:gd name="connsiteX329" fmla="*/ 1615218 w 4011346"/>
                <a:gd name="connsiteY329" fmla="*/ 164942 h 2017102"/>
                <a:gd name="connsiteX330" fmla="*/ 1638579 w 4011346"/>
                <a:gd name="connsiteY330" fmla="*/ 194977 h 2017102"/>
                <a:gd name="connsiteX331" fmla="*/ 1528449 w 4011346"/>
                <a:gd name="connsiteY331" fmla="*/ 221673 h 2017102"/>
                <a:gd name="connsiteX332" fmla="*/ 1465043 w 4011346"/>
                <a:gd name="connsiteY332" fmla="*/ 305104 h 2017102"/>
                <a:gd name="connsiteX333" fmla="*/ 1448357 w 4011346"/>
                <a:gd name="connsiteY333" fmla="*/ 331802 h 2017102"/>
                <a:gd name="connsiteX334" fmla="*/ 1481729 w 4011346"/>
                <a:gd name="connsiteY334" fmla="*/ 365175 h 2017102"/>
                <a:gd name="connsiteX335" fmla="*/ 1481729 w 4011346"/>
                <a:gd name="connsiteY335" fmla="*/ 395210 h 2017102"/>
                <a:gd name="connsiteX336" fmla="*/ 1458368 w 4011346"/>
                <a:gd name="connsiteY336" fmla="*/ 398547 h 2017102"/>
                <a:gd name="connsiteX337" fmla="*/ 1458368 w 4011346"/>
                <a:gd name="connsiteY337" fmla="*/ 378523 h 2017102"/>
                <a:gd name="connsiteX338" fmla="*/ 1418322 w 4011346"/>
                <a:gd name="connsiteY338" fmla="*/ 388535 h 2017102"/>
                <a:gd name="connsiteX339" fmla="*/ 1368263 w 4011346"/>
                <a:gd name="connsiteY339" fmla="*/ 395210 h 2017102"/>
                <a:gd name="connsiteX340" fmla="*/ 1321542 w 4011346"/>
                <a:gd name="connsiteY340" fmla="*/ 401884 h 2017102"/>
                <a:gd name="connsiteX341" fmla="*/ 1318205 w 4011346"/>
                <a:gd name="connsiteY341" fmla="*/ 488652 h 2017102"/>
                <a:gd name="connsiteX342" fmla="*/ 1358252 w 4011346"/>
                <a:gd name="connsiteY342" fmla="*/ 512013 h 2017102"/>
                <a:gd name="connsiteX343" fmla="*/ 1374938 w 4011346"/>
                <a:gd name="connsiteY343" fmla="*/ 542048 h 2017102"/>
                <a:gd name="connsiteX344" fmla="*/ 1384949 w 4011346"/>
                <a:gd name="connsiteY344" fmla="*/ 565408 h 2017102"/>
                <a:gd name="connsiteX345" fmla="*/ 1394961 w 4011346"/>
                <a:gd name="connsiteY345" fmla="*/ 615467 h 2017102"/>
                <a:gd name="connsiteX346" fmla="*/ 1384949 w 4011346"/>
                <a:gd name="connsiteY346" fmla="*/ 645502 h 2017102"/>
                <a:gd name="connsiteX347" fmla="*/ 1358252 w 4011346"/>
                <a:gd name="connsiteY347" fmla="*/ 612129 h 2017102"/>
                <a:gd name="connsiteX348" fmla="*/ 1361589 w 4011346"/>
                <a:gd name="connsiteY348" fmla="*/ 582094 h 2017102"/>
                <a:gd name="connsiteX349" fmla="*/ 1351577 w 4011346"/>
                <a:gd name="connsiteY349" fmla="*/ 542048 h 2017102"/>
                <a:gd name="connsiteX350" fmla="*/ 1328217 w 4011346"/>
                <a:gd name="connsiteY350" fmla="*/ 548722 h 2017102"/>
                <a:gd name="connsiteX351" fmla="*/ 1281495 w 4011346"/>
                <a:gd name="connsiteY351" fmla="*/ 512013 h 2017102"/>
                <a:gd name="connsiteX352" fmla="*/ 1241449 w 4011346"/>
                <a:gd name="connsiteY352" fmla="*/ 508675 h 2017102"/>
                <a:gd name="connsiteX353" fmla="*/ 1241449 w 4011346"/>
                <a:gd name="connsiteY353" fmla="*/ 555396 h 2017102"/>
                <a:gd name="connsiteX354" fmla="*/ 1201402 w 4011346"/>
                <a:gd name="connsiteY354" fmla="*/ 535373 h 2017102"/>
                <a:gd name="connsiteX355" fmla="*/ 1228100 w 4011346"/>
                <a:gd name="connsiteY355" fmla="*/ 585431 h 2017102"/>
                <a:gd name="connsiteX356" fmla="*/ 1258135 w 4011346"/>
                <a:gd name="connsiteY356" fmla="*/ 595443 h 2017102"/>
                <a:gd name="connsiteX357" fmla="*/ 1258135 w 4011346"/>
                <a:gd name="connsiteY357" fmla="*/ 615467 h 2017102"/>
                <a:gd name="connsiteX358" fmla="*/ 1198065 w 4011346"/>
                <a:gd name="connsiteY358" fmla="*/ 592106 h 2017102"/>
                <a:gd name="connsiteX359" fmla="*/ 1181379 w 4011346"/>
                <a:gd name="connsiteY359" fmla="*/ 592106 h 2017102"/>
                <a:gd name="connsiteX360" fmla="*/ 1178041 w 4011346"/>
                <a:gd name="connsiteY360" fmla="*/ 548722 h 2017102"/>
                <a:gd name="connsiteX361" fmla="*/ 1171367 w 4011346"/>
                <a:gd name="connsiteY361" fmla="*/ 461954 h 2017102"/>
                <a:gd name="connsiteX362" fmla="*/ 1161355 w 4011346"/>
                <a:gd name="connsiteY362" fmla="*/ 532036 h 2017102"/>
                <a:gd name="connsiteX363" fmla="*/ 1137995 w 4011346"/>
                <a:gd name="connsiteY363" fmla="*/ 562071 h 2017102"/>
                <a:gd name="connsiteX364" fmla="*/ 1158018 w 4011346"/>
                <a:gd name="connsiteY364" fmla="*/ 608792 h 2017102"/>
                <a:gd name="connsiteX365" fmla="*/ 1158018 w 4011346"/>
                <a:gd name="connsiteY365" fmla="*/ 642164 h 2017102"/>
                <a:gd name="connsiteX366" fmla="*/ 1141332 w 4011346"/>
                <a:gd name="connsiteY366" fmla="*/ 692223 h 2017102"/>
                <a:gd name="connsiteX367" fmla="*/ 1154681 w 4011346"/>
                <a:gd name="connsiteY367" fmla="*/ 725595 h 2017102"/>
                <a:gd name="connsiteX368" fmla="*/ 1184716 w 4011346"/>
                <a:gd name="connsiteY368" fmla="*/ 732269 h 2017102"/>
                <a:gd name="connsiteX369" fmla="*/ 1221425 w 4011346"/>
                <a:gd name="connsiteY369" fmla="*/ 738944 h 2017102"/>
                <a:gd name="connsiteX370" fmla="*/ 1241449 w 4011346"/>
                <a:gd name="connsiteY370" fmla="*/ 762304 h 2017102"/>
                <a:gd name="connsiteX371" fmla="*/ 1258135 w 4011346"/>
                <a:gd name="connsiteY371" fmla="*/ 805688 h 2017102"/>
                <a:gd name="connsiteX372" fmla="*/ 1258135 w 4011346"/>
                <a:gd name="connsiteY372" fmla="*/ 805688 h 2017102"/>
                <a:gd name="connsiteX373" fmla="*/ 1254798 w 4011346"/>
                <a:gd name="connsiteY373" fmla="*/ 839061 h 2017102"/>
                <a:gd name="connsiteX374" fmla="*/ 1274821 w 4011346"/>
                <a:gd name="connsiteY374" fmla="*/ 859084 h 2017102"/>
                <a:gd name="connsiteX375" fmla="*/ 1244786 w 4011346"/>
                <a:gd name="connsiteY375" fmla="*/ 865759 h 2017102"/>
                <a:gd name="connsiteX376" fmla="*/ 1224763 w 4011346"/>
                <a:gd name="connsiteY376" fmla="*/ 825712 h 2017102"/>
                <a:gd name="connsiteX377" fmla="*/ 1224763 w 4011346"/>
                <a:gd name="connsiteY377" fmla="*/ 785665 h 2017102"/>
                <a:gd name="connsiteX378" fmla="*/ 1194727 w 4011346"/>
                <a:gd name="connsiteY378" fmla="*/ 748956 h 2017102"/>
                <a:gd name="connsiteX379" fmla="*/ 1164692 w 4011346"/>
                <a:gd name="connsiteY379" fmla="*/ 792340 h 2017102"/>
                <a:gd name="connsiteX380" fmla="*/ 1178041 w 4011346"/>
                <a:gd name="connsiteY380" fmla="*/ 835723 h 2017102"/>
                <a:gd name="connsiteX381" fmla="*/ 1137995 w 4011346"/>
                <a:gd name="connsiteY381" fmla="*/ 892456 h 2017102"/>
                <a:gd name="connsiteX382" fmla="*/ 1097948 w 4011346"/>
                <a:gd name="connsiteY382" fmla="*/ 949189 h 2017102"/>
                <a:gd name="connsiteX383" fmla="*/ 1007843 w 4011346"/>
                <a:gd name="connsiteY383" fmla="*/ 912480 h 2017102"/>
                <a:gd name="connsiteX384" fmla="*/ 1074587 w 4011346"/>
                <a:gd name="connsiteY384" fmla="*/ 909142 h 2017102"/>
                <a:gd name="connsiteX385" fmla="*/ 1107960 w 4011346"/>
                <a:gd name="connsiteY385" fmla="*/ 845735 h 2017102"/>
                <a:gd name="connsiteX386" fmla="*/ 1121309 w 4011346"/>
                <a:gd name="connsiteY386" fmla="*/ 802351 h 2017102"/>
                <a:gd name="connsiteX387" fmla="*/ 1127983 w 4011346"/>
                <a:gd name="connsiteY387" fmla="*/ 768979 h 2017102"/>
                <a:gd name="connsiteX388" fmla="*/ 1117971 w 4011346"/>
                <a:gd name="connsiteY388" fmla="*/ 752293 h 2017102"/>
                <a:gd name="connsiteX389" fmla="*/ 1114634 w 4011346"/>
                <a:gd name="connsiteY389" fmla="*/ 702234 h 2017102"/>
                <a:gd name="connsiteX390" fmla="*/ 1104622 w 4011346"/>
                <a:gd name="connsiteY390" fmla="*/ 622141 h 2017102"/>
                <a:gd name="connsiteX391" fmla="*/ 1101285 w 4011346"/>
                <a:gd name="connsiteY391" fmla="*/ 562071 h 2017102"/>
                <a:gd name="connsiteX392" fmla="*/ 1124646 w 4011346"/>
                <a:gd name="connsiteY392" fmla="*/ 468629 h 2017102"/>
                <a:gd name="connsiteX393" fmla="*/ 1031203 w 4011346"/>
                <a:gd name="connsiteY393" fmla="*/ 458617 h 2017102"/>
                <a:gd name="connsiteX394" fmla="*/ 1014517 w 4011346"/>
                <a:gd name="connsiteY394" fmla="*/ 515350 h 2017102"/>
                <a:gd name="connsiteX395" fmla="*/ 1024529 w 4011346"/>
                <a:gd name="connsiteY395" fmla="*/ 562071 h 2017102"/>
                <a:gd name="connsiteX396" fmla="*/ 981145 w 4011346"/>
                <a:gd name="connsiteY396" fmla="*/ 615467 h 2017102"/>
                <a:gd name="connsiteX397" fmla="*/ 991157 w 4011346"/>
                <a:gd name="connsiteY397" fmla="*/ 652176 h 2017102"/>
                <a:gd name="connsiteX398" fmla="*/ 981145 w 4011346"/>
                <a:gd name="connsiteY398" fmla="*/ 698897 h 2017102"/>
                <a:gd name="connsiteX399" fmla="*/ 1001168 w 4011346"/>
                <a:gd name="connsiteY399" fmla="*/ 722258 h 2017102"/>
                <a:gd name="connsiteX400" fmla="*/ 1017854 w 4011346"/>
                <a:gd name="connsiteY400" fmla="*/ 768979 h 2017102"/>
                <a:gd name="connsiteX401" fmla="*/ 1047890 w 4011346"/>
                <a:gd name="connsiteY401" fmla="*/ 755630 h 2017102"/>
                <a:gd name="connsiteX402" fmla="*/ 1014517 w 4011346"/>
                <a:gd name="connsiteY402" fmla="*/ 809026 h 2017102"/>
                <a:gd name="connsiteX403" fmla="*/ 957784 w 4011346"/>
                <a:gd name="connsiteY403" fmla="*/ 755630 h 2017102"/>
                <a:gd name="connsiteX404" fmla="*/ 884365 w 4011346"/>
                <a:gd name="connsiteY404" fmla="*/ 718921 h 2017102"/>
                <a:gd name="connsiteX405" fmla="*/ 824295 w 4011346"/>
                <a:gd name="connsiteY405" fmla="*/ 695560 h 2017102"/>
                <a:gd name="connsiteX406" fmla="*/ 810946 w 4011346"/>
                <a:gd name="connsiteY406" fmla="*/ 732269 h 2017102"/>
                <a:gd name="connsiteX407" fmla="*/ 827633 w 4011346"/>
                <a:gd name="connsiteY407" fmla="*/ 768979 h 2017102"/>
                <a:gd name="connsiteX408" fmla="*/ 814284 w 4011346"/>
                <a:gd name="connsiteY408" fmla="*/ 792340 h 2017102"/>
                <a:gd name="connsiteX409" fmla="*/ 800935 w 4011346"/>
                <a:gd name="connsiteY409" fmla="*/ 809026 h 2017102"/>
                <a:gd name="connsiteX410" fmla="*/ 770900 w 4011346"/>
                <a:gd name="connsiteY410" fmla="*/ 752293 h 2017102"/>
                <a:gd name="connsiteX411" fmla="*/ 744202 w 4011346"/>
                <a:gd name="connsiteY411" fmla="*/ 789002 h 2017102"/>
                <a:gd name="connsiteX412" fmla="*/ 707492 w 4011346"/>
                <a:gd name="connsiteY412" fmla="*/ 782328 h 2017102"/>
                <a:gd name="connsiteX413" fmla="*/ 654097 w 4011346"/>
                <a:gd name="connsiteY413" fmla="*/ 819037 h 2017102"/>
                <a:gd name="connsiteX414" fmla="*/ 644085 w 4011346"/>
                <a:gd name="connsiteY414" fmla="*/ 795677 h 2017102"/>
                <a:gd name="connsiteX415" fmla="*/ 654097 w 4011346"/>
                <a:gd name="connsiteY415" fmla="*/ 758967 h 2017102"/>
                <a:gd name="connsiteX416" fmla="*/ 614050 w 4011346"/>
                <a:gd name="connsiteY416" fmla="*/ 795677 h 2017102"/>
                <a:gd name="connsiteX417" fmla="*/ 594027 w 4011346"/>
                <a:gd name="connsiteY417" fmla="*/ 795677 h 2017102"/>
                <a:gd name="connsiteX418" fmla="*/ 533957 w 4011346"/>
                <a:gd name="connsiteY418" fmla="*/ 829049 h 2017102"/>
                <a:gd name="connsiteX419" fmla="*/ 510596 w 4011346"/>
                <a:gd name="connsiteY419" fmla="*/ 852410 h 2017102"/>
                <a:gd name="connsiteX420" fmla="*/ 500584 w 4011346"/>
                <a:gd name="connsiteY420" fmla="*/ 899131 h 2017102"/>
                <a:gd name="connsiteX421" fmla="*/ 450526 w 4011346"/>
                <a:gd name="connsiteY421" fmla="*/ 885782 h 2017102"/>
                <a:gd name="connsiteX422" fmla="*/ 433840 w 4011346"/>
                <a:gd name="connsiteY422" fmla="*/ 849072 h 2017102"/>
                <a:gd name="connsiteX423" fmla="*/ 467212 w 4011346"/>
                <a:gd name="connsiteY423" fmla="*/ 819037 h 2017102"/>
                <a:gd name="connsiteX424" fmla="*/ 453863 w 4011346"/>
                <a:gd name="connsiteY424" fmla="*/ 795677 h 2017102"/>
                <a:gd name="connsiteX425" fmla="*/ 390456 w 4011346"/>
                <a:gd name="connsiteY425" fmla="*/ 765642 h 2017102"/>
                <a:gd name="connsiteX426" fmla="*/ 417154 w 4011346"/>
                <a:gd name="connsiteY426" fmla="*/ 815700 h 2017102"/>
                <a:gd name="connsiteX427" fmla="*/ 407142 w 4011346"/>
                <a:gd name="connsiteY427" fmla="*/ 859084 h 2017102"/>
                <a:gd name="connsiteX428" fmla="*/ 413817 w 4011346"/>
                <a:gd name="connsiteY428" fmla="*/ 895794 h 2017102"/>
                <a:gd name="connsiteX429" fmla="*/ 427165 w 4011346"/>
                <a:gd name="connsiteY429" fmla="*/ 919154 h 2017102"/>
                <a:gd name="connsiteX430" fmla="*/ 413817 w 4011346"/>
                <a:gd name="connsiteY430" fmla="*/ 949189 h 2017102"/>
                <a:gd name="connsiteX431" fmla="*/ 390456 w 4011346"/>
                <a:gd name="connsiteY431" fmla="*/ 925829 h 2017102"/>
                <a:gd name="connsiteX432" fmla="*/ 360421 w 4011346"/>
                <a:gd name="connsiteY432" fmla="*/ 922491 h 2017102"/>
                <a:gd name="connsiteX433" fmla="*/ 333723 w 4011346"/>
                <a:gd name="connsiteY433" fmla="*/ 962538 h 2017102"/>
                <a:gd name="connsiteX434" fmla="*/ 307025 w 4011346"/>
                <a:gd name="connsiteY434" fmla="*/ 982561 h 2017102"/>
                <a:gd name="connsiteX435" fmla="*/ 320374 w 4011346"/>
                <a:gd name="connsiteY435" fmla="*/ 1009259 h 2017102"/>
                <a:gd name="connsiteX436" fmla="*/ 303688 w 4011346"/>
                <a:gd name="connsiteY436" fmla="*/ 1032620 h 2017102"/>
                <a:gd name="connsiteX437" fmla="*/ 233606 w 4011346"/>
                <a:gd name="connsiteY437" fmla="*/ 995910 h 2017102"/>
                <a:gd name="connsiteX438" fmla="*/ 243618 w 4011346"/>
                <a:gd name="connsiteY438" fmla="*/ 1045969 h 2017102"/>
                <a:gd name="connsiteX439" fmla="*/ 263641 w 4011346"/>
                <a:gd name="connsiteY439" fmla="*/ 1065992 h 2017102"/>
                <a:gd name="connsiteX440" fmla="*/ 250292 w 4011346"/>
                <a:gd name="connsiteY440" fmla="*/ 1079341 h 2017102"/>
                <a:gd name="connsiteX441" fmla="*/ 193560 w 4011346"/>
                <a:gd name="connsiteY441" fmla="*/ 1042631 h 2017102"/>
                <a:gd name="connsiteX442" fmla="*/ 170199 w 4011346"/>
                <a:gd name="connsiteY442" fmla="*/ 1002585 h 2017102"/>
                <a:gd name="connsiteX443" fmla="*/ 170199 w 4011346"/>
                <a:gd name="connsiteY443" fmla="*/ 955864 h 2017102"/>
                <a:gd name="connsiteX444" fmla="*/ 133490 w 4011346"/>
                <a:gd name="connsiteY444" fmla="*/ 879107 h 2017102"/>
                <a:gd name="connsiteX445" fmla="*/ 196897 w 4011346"/>
                <a:gd name="connsiteY445" fmla="*/ 909142 h 2017102"/>
                <a:gd name="connsiteX446" fmla="*/ 256967 w 4011346"/>
                <a:gd name="connsiteY446" fmla="*/ 939177 h 2017102"/>
                <a:gd name="connsiteX447" fmla="*/ 293676 w 4011346"/>
                <a:gd name="connsiteY447" fmla="*/ 942515 h 2017102"/>
                <a:gd name="connsiteX448" fmla="*/ 327049 w 4011346"/>
                <a:gd name="connsiteY448" fmla="*/ 912480 h 2017102"/>
                <a:gd name="connsiteX449" fmla="*/ 343735 w 4011346"/>
                <a:gd name="connsiteY449" fmla="*/ 875770 h 2017102"/>
                <a:gd name="connsiteX450" fmla="*/ 333723 w 4011346"/>
                <a:gd name="connsiteY450" fmla="*/ 825712 h 2017102"/>
                <a:gd name="connsiteX451" fmla="*/ 290339 w 4011346"/>
                <a:gd name="connsiteY451" fmla="*/ 805688 h 2017102"/>
                <a:gd name="connsiteX452" fmla="*/ 236944 w 4011346"/>
                <a:gd name="connsiteY452" fmla="*/ 758967 h 2017102"/>
                <a:gd name="connsiteX453" fmla="*/ 133490 w 4011346"/>
                <a:gd name="connsiteY453"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2092713 w 4011346"/>
                <a:gd name="connsiteY321" fmla="*/ 214104 h 2017102"/>
                <a:gd name="connsiteX322" fmla="*/ 1877440 w 4011346"/>
                <a:gd name="connsiteY322" fmla="*/ 0 h 2017102"/>
                <a:gd name="connsiteX323" fmla="*/ 1835474 w 4011346"/>
                <a:gd name="connsiteY323" fmla="*/ 38128 h 2017102"/>
                <a:gd name="connsiteX324" fmla="*/ 1818788 w 4011346"/>
                <a:gd name="connsiteY324" fmla="*/ 78175 h 2017102"/>
                <a:gd name="connsiteX325" fmla="*/ 1838813 w 4011346"/>
                <a:gd name="connsiteY325" fmla="*/ 131569 h 2017102"/>
                <a:gd name="connsiteX326" fmla="*/ 1782079 w 4011346"/>
                <a:gd name="connsiteY326" fmla="*/ 118220 h 2017102"/>
                <a:gd name="connsiteX327" fmla="*/ 1768731 w 4011346"/>
                <a:gd name="connsiteY327" fmla="*/ 164942 h 2017102"/>
                <a:gd name="connsiteX328" fmla="*/ 1705322 w 4011346"/>
                <a:gd name="connsiteY328" fmla="*/ 188302 h 2017102"/>
                <a:gd name="connsiteX329" fmla="*/ 1685300 w 4011346"/>
                <a:gd name="connsiteY329" fmla="*/ 161604 h 2017102"/>
                <a:gd name="connsiteX330" fmla="*/ 1615218 w 4011346"/>
                <a:gd name="connsiteY330" fmla="*/ 164942 h 2017102"/>
                <a:gd name="connsiteX331" fmla="*/ 1638579 w 4011346"/>
                <a:gd name="connsiteY331" fmla="*/ 194977 h 2017102"/>
                <a:gd name="connsiteX332" fmla="*/ 1528449 w 4011346"/>
                <a:gd name="connsiteY332" fmla="*/ 221673 h 2017102"/>
                <a:gd name="connsiteX333" fmla="*/ 1465043 w 4011346"/>
                <a:gd name="connsiteY333" fmla="*/ 305104 h 2017102"/>
                <a:gd name="connsiteX334" fmla="*/ 1448357 w 4011346"/>
                <a:gd name="connsiteY334" fmla="*/ 331802 h 2017102"/>
                <a:gd name="connsiteX335" fmla="*/ 1481729 w 4011346"/>
                <a:gd name="connsiteY335" fmla="*/ 365175 h 2017102"/>
                <a:gd name="connsiteX336" fmla="*/ 1481729 w 4011346"/>
                <a:gd name="connsiteY336" fmla="*/ 395210 h 2017102"/>
                <a:gd name="connsiteX337" fmla="*/ 1458368 w 4011346"/>
                <a:gd name="connsiteY337" fmla="*/ 398547 h 2017102"/>
                <a:gd name="connsiteX338" fmla="*/ 1458368 w 4011346"/>
                <a:gd name="connsiteY338" fmla="*/ 378523 h 2017102"/>
                <a:gd name="connsiteX339" fmla="*/ 1418322 w 4011346"/>
                <a:gd name="connsiteY339" fmla="*/ 388535 h 2017102"/>
                <a:gd name="connsiteX340" fmla="*/ 1368263 w 4011346"/>
                <a:gd name="connsiteY340" fmla="*/ 395210 h 2017102"/>
                <a:gd name="connsiteX341" fmla="*/ 1321542 w 4011346"/>
                <a:gd name="connsiteY341" fmla="*/ 401884 h 2017102"/>
                <a:gd name="connsiteX342" fmla="*/ 1318205 w 4011346"/>
                <a:gd name="connsiteY342" fmla="*/ 488652 h 2017102"/>
                <a:gd name="connsiteX343" fmla="*/ 1358252 w 4011346"/>
                <a:gd name="connsiteY343" fmla="*/ 512013 h 2017102"/>
                <a:gd name="connsiteX344" fmla="*/ 1374938 w 4011346"/>
                <a:gd name="connsiteY344" fmla="*/ 542048 h 2017102"/>
                <a:gd name="connsiteX345" fmla="*/ 1384949 w 4011346"/>
                <a:gd name="connsiteY345" fmla="*/ 565408 h 2017102"/>
                <a:gd name="connsiteX346" fmla="*/ 1394961 w 4011346"/>
                <a:gd name="connsiteY346" fmla="*/ 615467 h 2017102"/>
                <a:gd name="connsiteX347" fmla="*/ 1384949 w 4011346"/>
                <a:gd name="connsiteY347" fmla="*/ 645502 h 2017102"/>
                <a:gd name="connsiteX348" fmla="*/ 1358252 w 4011346"/>
                <a:gd name="connsiteY348" fmla="*/ 612129 h 2017102"/>
                <a:gd name="connsiteX349" fmla="*/ 1361589 w 4011346"/>
                <a:gd name="connsiteY349" fmla="*/ 582094 h 2017102"/>
                <a:gd name="connsiteX350" fmla="*/ 1351577 w 4011346"/>
                <a:gd name="connsiteY350" fmla="*/ 542048 h 2017102"/>
                <a:gd name="connsiteX351" fmla="*/ 1328217 w 4011346"/>
                <a:gd name="connsiteY351" fmla="*/ 548722 h 2017102"/>
                <a:gd name="connsiteX352" fmla="*/ 1281495 w 4011346"/>
                <a:gd name="connsiteY352" fmla="*/ 512013 h 2017102"/>
                <a:gd name="connsiteX353" fmla="*/ 1241449 w 4011346"/>
                <a:gd name="connsiteY353" fmla="*/ 508675 h 2017102"/>
                <a:gd name="connsiteX354" fmla="*/ 1241449 w 4011346"/>
                <a:gd name="connsiteY354" fmla="*/ 555396 h 2017102"/>
                <a:gd name="connsiteX355" fmla="*/ 1201402 w 4011346"/>
                <a:gd name="connsiteY355" fmla="*/ 535373 h 2017102"/>
                <a:gd name="connsiteX356" fmla="*/ 1228100 w 4011346"/>
                <a:gd name="connsiteY356" fmla="*/ 585431 h 2017102"/>
                <a:gd name="connsiteX357" fmla="*/ 1258135 w 4011346"/>
                <a:gd name="connsiteY357" fmla="*/ 595443 h 2017102"/>
                <a:gd name="connsiteX358" fmla="*/ 1258135 w 4011346"/>
                <a:gd name="connsiteY358" fmla="*/ 615467 h 2017102"/>
                <a:gd name="connsiteX359" fmla="*/ 1198065 w 4011346"/>
                <a:gd name="connsiteY359" fmla="*/ 592106 h 2017102"/>
                <a:gd name="connsiteX360" fmla="*/ 1181379 w 4011346"/>
                <a:gd name="connsiteY360" fmla="*/ 592106 h 2017102"/>
                <a:gd name="connsiteX361" fmla="*/ 1178041 w 4011346"/>
                <a:gd name="connsiteY361" fmla="*/ 548722 h 2017102"/>
                <a:gd name="connsiteX362" fmla="*/ 1171367 w 4011346"/>
                <a:gd name="connsiteY362" fmla="*/ 461954 h 2017102"/>
                <a:gd name="connsiteX363" fmla="*/ 1161355 w 4011346"/>
                <a:gd name="connsiteY363" fmla="*/ 532036 h 2017102"/>
                <a:gd name="connsiteX364" fmla="*/ 1137995 w 4011346"/>
                <a:gd name="connsiteY364" fmla="*/ 562071 h 2017102"/>
                <a:gd name="connsiteX365" fmla="*/ 1158018 w 4011346"/>
                <a:gd name="connsiteY365" fmla="*/ 608792 h 2017102"/>
                <a:gd name="connsiteX366" fmla="*/ 1158018 w 4011346"/>
                <a:gd name="connsiteY366" fmla="*/ 642164 h 2017102"/>
                <a:gd name="connsiteX367" fmla="*/ 1141332 w 4011346"/>
                <a:gd name="connsiteY367" fmla="*/ 692223 h 2017102"/>
                <a:gd name="connsiteX368" fmla="*/ 1154681 w 4011346"/>
                <a:gd name="connsiteY368" fmla="*/ 725595 h 2017102"/>
                <a:gd name="connsiteX369" fmla="*/ 1184716 w 4011346"/>
                <a:gd name="connsiteY369" fmla="*/ 732269 h 2017102"/>
                <a:gd name="connsiteX370" fmla="*/ 1221425 w 4011346"/>
                <a:gd name="connsiteY370" fmla="*/ 738944 h 2017102"/>
                <a:gd name="connsiteX371" fmla="*/ 1241449 w 4011346"/>
                <a:gd name="connsiteY371" fmla="*/ 762304 h 2017102"/>
                <a:gd name="connsiteX372" fmla="*/ 1258135 w 4011346"/>
                <a:gd name="connsiteY372" fmla="*/ 805688 h 2017102"/>
                <a:gd name="connsiteX373" fmla="*/ 1258135 w 4011346"/>
                <a:gd name="connsiteY373" fmla="*/ 805688 h 2017102"/>
                <a:gd name="connsiteX374" fmla="*/ 1254798 w 4011346"/>
                <a:gd name="connsiteY374" fmla="*/ 839061 h 2017102"/>
                <a:gd name="connsiteX375" fmla="*/ 1274821 w 4011346"/>
                <a:gd name="connsiteY375" fmla="*/ 859084 h 2017102"/>
                <a:gd name="connsiteX376" fmla="*/ 1244786 w 4011346"/>
                <a:gd name="connsiteY376" fmla="*/ 865759 h 2017102"/>
                <a:gd name="connsiteX377" fmla="*/ 1224763 w 4011346"/>
                <a:gd name="connsiteY377" fmla="*/ 825712 h 2017102"/>
                <a:gd name="connsiteX378" fmla="*/ 1224763 w 4011346"/>
                <a:gd name="connsiteY378" fmla="*/ 785665 h 2017102"/>
                <a:gd name="connsiteX379" fmla="*/ 1194727 w 4011346"/>
                <a:gd name="connsiteY379" fmla="*/ 748956 h 2017102"/>
                <a:gd name="connsiteX380" fmla="*/ 1164692 w 4011346"/>
                <a:gd name="connsiteY380" fmla="*/ 792340 h 2017102"/>
                <a:gd name="connsiteX381" fmla="*/ 1178041 w 4011346"/>
                <a:gd name="connsiteY381" fmla="*/ 835723 h 2017102"/>
                <a:gd name="connsiteX382" fmla="*/ 1137995 w 4011346"/>
                <a:gd name="connsiteY382" fmla="*/ 892456 h 2017102"/>
                <a:gd name="connsiteX383" fmla="*/ 1097948 w 4011346"/>
                <a:gd name="connsiteY383" fmla="*/ 949189 h 2017102"/>
                <a:gd name="connsiteX384" fmla="*/ 1007843 w 4011346"/>
                <a:gd name="connsiteY384" fmla="*/ 912480 h 2017102"/>
                <a:gd name="connsiteX385" fmla="*/ 1074587 w 4011346"/>
                <a:gd name="connsiteY385" fmla="*/ 909142 h 2017102"/>
                <a:gd name="connsiteX386" fmla="*/ 1107960 w 4011346"/>
                <a:gd name="connsiteY386" fmla="*/ 845735 h 2017102"/>
                <a:gd name="connsiteX387" fmla="*/ 1121309 w 4011346"/>
                <a:gd name="connsiteY387" fmla="*/ 802351 h 2017102"/>
                <a:gd name="connsiteX388" fmla="*/ 1127983 w 4011346"/>
                <a:gd name="connsiteY388" fmla="*/ 768979 h 2017102"/>
                <a:gd name="connsiteX389" fmla="*/ 1117971 w 4011346"/>
                <a:gd name="connsiteY389" fmla="*/ 752293 h 2017102"/>
                <a:gd name="connsiteX390" fmla="*/ 1114634 w 4011346"/>
                <a:gd name="connsiteY390" fmla="*/ 702234 h 2017102"/>
                <a:gd name="connsiteX391" fmla="*/ 1104622 w 4011346"/>
                <a:gd name="connsiteY391" fmla="*/ 622141 h 2017102"/>
                <a:gd name="connsiteX392" fmla="*/ 1101285 w 4011346"/>
                <a:gd name="connsiteY392" fmla="*/ 562071 h 2017102"/>
                <a:gd name="connsiteX393" fmla="*/ 1124646 w 4011346"/>
                <a:gd name="connsiteY393" fmla="*/ 468629 h 2017102"/>
                <a:gd name="connsiteX394" fmla="*/ 1031203 w 4011346"/>
                <a:gd name="connsiteY394" fmla="*/ 458617 h 2017102"/>
                <a:gd name="connsiteX395" fmla="*/ 1014517 w 4011346"/>
                <a:gd name="connsiteY395" fmla="*/ 515350 h 2017102"/>
                <a:gd name="connsiteX396" fmla="*/ 1024529 w 4011346"/>
                <a:gd name="connsiteY396" fmla="*/ 562071 h 2017102"/>
                <a:gd name="connsiteX397" fmla="*/ 981145 w 4011346"/>
                <a:gd name="connsiteY397" fmla="*/ 615467 h 2017102"/>
                <a:gd name="connsiteX398" fmla="*/ 991157 w 4011346"/>
                <a:gd name="connsiteY398" fmla="*/ 652176 h 2017102"/>
                <a:gd name="connsiteX399" fmla="*/ 981145 w 4011346"/>
                <a:gd name="connsiteY399" fmla="*/ 698897 h 2017102"/>
                <a:gd name="connsiteX400" fmla="*/ 1001168 w 4011346"/>
                <a:gd name="connsiteY400" fmla="*/ 722258 h 2017102"/>
                <a:gd name="connsiteX401" fmla="*/ 1017854 w 4011346"/>
                <a:gd name="connsiteY401" fmla="*/ 768979 h 2017102"/>
                <a:gd name="connsiteX402" fmla="*/ 1047890 w 4011346"/>
                <a:gd name="connsiteY402" fmla="*/ 755630 h 2017102"/>
                <a:gd name="connsiteX403" fmla="*/ 1014517 w 4011346"/>
                <a:gd name="connsiteY403" fmla="*/ 809026 h 2017102"/>
                <a:gd name="connsiteX404" fmla="*/ 957784 w 4011346"/>
                <a:gd name="connsiteY404" fmla="*/ 755630 h 2017102"/>
                <a:gd name="connsiteX405" fmla="*/ 884365 w 4011346"/>
                <a:gd name="connsiteY405" fmla="*/ 718921 h 2017102"/>
                <a:gd name="connsiteX406" fmla="*/ 824295 w 4011346"/>
                <a:gd name="connsiteY406" fmla="*/ 695560 h 2017102"/>
                <a:gd name="connsiteX407" fmla="*/ 810946 w 4011346"/>
                <a:gd name="connsiteY407" fmla="*/ 732269 h 2017102"/>
                <a:gd name="connsiteX408" fmla="*/ 827633 w 4011346"/>
                <a:gd name="connsiteY408" fmla="*/ 768979 h 2017102"/>
                <a:gd name="connsiteX409" fmla="*/ 814284 w 4011346"/>
                <a:gd name="connsiteY409" fmla="*/ 792340 h 2017102"/>
                <a:gd name="connsiteX410" fmla="*/ 800935 w 4011346"/>
                <a:gd name="connsiteY410" fmla="*/ 809026 h 2017102"/>
                <a:gd name="connsiteX411" fmla="*/ 770900 w 4011346"/>
                <a:gd name="connsiteY411" fmla="*/ 752293 h 2017102"/>
                <a:gd name="connsiteX412" fmla="*/ 744202 w 4011346"/>
                <a:gd name="connsiteY412" fmla="*/ 789002 h 2017102"/>
                <a:gd name="connsiteX413" fmla="*/ 707492 w 4011346"/>
                <a:gd name="connsiteY413" fmla="*/ 782328 h 2017102"/>
                <a:gd name="connsiteX414" fmla="*/ 654097 w 4011346"/>
                <a:gd name="connsiteY414" fmla="*/ 819037 h 2017102"/>
                <a:gd name="connsiteX415" fmla="*/ 644085 w 4011346"/>
                <a:gd name="connsiteY415" fmla="*/ 795677 h 2017102"/>
                <a:gd name="connsiteX416" fmla="*/ 654097 w 4011346"/>
                <a:gd name="connsiteY416" fmla="*/ 758967 h 2017102"/>
                <a:gd name="connsiteX417" fmla="*/ 614050 w 4011346"/>
                <a:gd name="connsiteY417" fmla="*/ 795677 h 2017102"/>
                <a:gd name="connsiteX418" fmla="*/ 594027 w 4011346"/>
                <a:gd name="connsiteY418" fmla="*/ 795677 h 2017102"/>
                <a:gd name="connsiteX419" fmla="*/ 533957 w 4011346"/>
                <a:gd name="connsiteY419" fmla="*/ 829049 h 2017102"/>
                <a:gd name="connsiteX420" fmla="*/ 510596 w 4011346"/>
                <a:gd name="connsiteY420" fmla="*/ 852410 h 2017102"/>
                <a:gd name="connsiteX421" fmla="*/ 500584 w 4011346"/>
                <a:gd name="connsiteY421" fmla="*/ 899131 h 2017102"/>
                <a:gd name="connsiteX422" fmla="*/ 450526 w 4011346"/>
                <a:gd name="connsiteY422" fmla="*/ 885782 h 2017102"/>
                <a:gd name="connsiteX423" fmla="*/ 433840 w 4011346"/>
                <a:gd name="connsiteY423" fmla="*/ 849072 h 2017102"/>
                <a:gd name="connsiteX424" fmla="*/ 467212 w 4011346"/>
                <a:gd name="connsiteY424" fmla="*/ 819037 h 2017102"/>
                <a:gd name="connsiteX425" fmla="*/ 453863 w 4011346"/>
                <a:gd name="connsiteY425" fmla="*/ 795677 h 2017102"/>
                <a:gd name="connsiteX426" fmla="*/ 390456 w 4011346"/>
                <a:gd name="connsiteY426" fmla="*/ 765642 h 2017102"/>
                <a:gd name="connsiteX427" fmla="*/ 417154 w 4011346"/>
                <a:gd name="connsiteY427" fmla="*/ 815700 h 2017102"/>
                <a:gd name="connsiteX428" fmla="*/ 407142 w 4011346"/>
                <a:gd name="connsiteY428" fmla="*/ 859084 h 2017102"/>
                <a:gd name="connsiteX429" fmla="*/ 413817 w 4011346"/>
                <a:gd name="connsiteY429" fmla="*/ 895794 h 2017102"/>
                <a:gd name="connsiteX430" fmla="*/ 427165 w 4011346"/>
                <a:gd name="connsiteY430" fmla="*/ 919154 h 2017102"/>
                <a:gd name="connsiteX431" fmla="*/ 413817 w 4011346"/>
                <a:gd name="connsiteY431" fmla="*/ 949189 h 2017102"/>
                <a:gd name="connsiteX432" fmla="*/ 390456 w 4011346"/>
                <a:gd name="connsiteY432" fmla="*/ 925829 h 2017102"/>
                <a:gd name="connsiteX433" fmla="*/ 360421 w 4011346"/>
                <a:gd name="connsiteY433" fmla="*/ 922491 h 2017102"/>
                <a:gd name="connsiteX434" fmla="*/ 333723 w 4011346"/>
                <a:gd name="connsiteY434" fmla="*/ 962538 h 2017102"/>
                <a:gd name="connsiteX435" fmla="*/ 307025 w 4011346"/>
                <a:gd name="connsiteY435" fmla="*/ 982561 h 2017102"/>
                <a:gd name="connsiteX436" fmla="*/ 320374 w 4011346"/>
                <a:gd name="connsiteY436" fmla="*/ 1009259 h 2017102"/>
                <a:gd name="connsiteX437" fmla="*/ 303688 w 4011346"/>
                <a:gd name="connsiteY437" fmla="*/ 1032620 h 2017102"/>
                <a:gd name="connsiteX438" fmla="*/ 233606 w 4011346"/>
                <a:gd name="connsiteY438" fmla="*/ 995910 h 2017102"/>
                <a:gd name="connsiteX439" fmla="*/ 243618 w 4011346"/>
                <a:gd name="connsiteY439" fmla="*/ 1045969 h 2017102"/>
                <a:gd name="connsiteX440" fmla="*/ 263641 w 4011346"/>
                <a:gd name="connsiteY440" fmla="*/ 1065992 h 2017102"/>
                <a:gd name="connsiteX441" fmla="*/ 250292 w 4011346"/>
                <a:gd name="connsiteY441" fmla="*/ 1079341 h 2017102"/>
                <a:gd name="connsiteX442" fmla="*/ 193560 w 4011346"/>
                <a:gd name="connsiteY442" fmla="*/ 1042631 h 2017102"/>
                <a:gd name="connsiteX443" fmla="*/ 170199 w 4011346"/>
                <a:gd name="connsiteY443" fmla="*/ 1002585 h 2017102"/>
                <a:gd name="connsiteX444" fmla="*/ 170199 w 4011346"/>
                <a:gd name="connsiteY444" fmla="*/ 955864 h 2017102"/>
                <a:gd name="connsiteX445" fmla="*/ 133490 w 4011346"/>
                <a:gd name="connsiteY445" fmla="*/ 879107 h 2017102"/>
                <a:gd name="connsiteX446" fmla="*/ 196897 w 4011346"/>
                <a:gd name="connsiteY446" fmla="*/ 909142 h 2017102"/>
                <a:gd name="connsiteX447" fmla="*/ 256967 w 4011346"/>
                <a:gd name="connsiteY447" fmla="*/ 939177 h 2017102"/>
                <a:gd name="connsiteX448" fmla="*/ 293676 w 4011346"/>
                <a:gd name="connsiteY448" fmla="*/ 942515 h 2017102"/>
                <a:gd name="connsiteX449" fmla="*/ 327049 w 4011346"/>
                <a:gd name="connsiteY449" fmla="*/ 912480 h 2017102"/>
                <a:gd name="connsiteX450" fmla="*/ 343735 w 4011346"/>
                <a:gd name="connsiteY450" fmla="*/ 875770 h 2017102"/>
                <a:gd name="connsiteX451" fmla="*/ 333723 w 4011346"/>
                <a:gd name="connsiteY451" fmla="*/ 825712 h 2017102"/>
                <a:gd name="connsiteX452" fmla="*/ 290339 w 4011346"/>
                <a:gd name="connsiteY452" fmla="*/ 805688 h 2017102"/>
                <a:gd name="connsiteX453" fmla="*/ 236944 w 4011346"/>
                <a:gd name="connsiteY453" fmla="*/ 758967 h 2017102"/>
                <a:gd name="connsiteX454" fmla="*/ 133490 w 4011346"/>
                <a:gd name="connsiteY454"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2127003 w 4011346"/>
                <a:gd name="connsiteY321" fmla="*/ 171242 h 2017102"/>
                <a:gd name="connsiteX322" fmla="*/ 1877440 w 4011346"/>
                <a:gd name="connsiteY322" fmla="*/ 0 h 2017102"/>
                <a:gd name="connsiteX323" fmla="*/ 1835474 w 4011346"/>
                <a:gd name="connsiteY323" fmla="*/ 38128 h 2017102"/>
                <a:gd name="connsiteX324" fmla="*/ 1818788 w 4011346"/>
                <a:gd name="connsiteY324" fmla="*/ 78175 h 2017102"/>
                <a:gd name="connsiteX325" fmla="*/ 1838813 w 4011346"/>
                <a:gd name="connsiteY325" fmla="*/ 131569 h 2017102"/>
                <a:gd name="connsiteX326" fmla="*/ 1782079 w 4011346"/>
                <a:gd name="connsiteY326" fmla="*/ 118220 h 2017102"/>
                <a:gd name="connsiteX327" fmla="*/ 1768731 w 4011346"/>
                <a:gd name="connsiteY327" fmla="*/ 164942 h 2017102"/>
                <a:gd name="connsiteX328" fmla="*/ 1705322 w 4011346"/>
                <a:gd name="connsiteY328" fmla="*/ 188302 h 2017102"/>
                <a:gd name="connsiteX329" fmla="*/ 1685300 w 4011346"/>
                <a:gd name="connsiteY329" fmla="*/ 161604 h 2017102"/>
                <a:gd name="connsiteX330" fmla="*/ 1615218 w 4011346"/>
                <a:gd name="connsiteY330" fmla="*/ 164942 h 2017102"/>
                <a:gd name="connsiteX331" fmla="*/ 1638579 w 4011346"/>
                <a:gd name="connsiteY331" fmla="*/ 194977 h 2017102"/>
                <a:gd name="connsiteX332" fmla="*/ 1528449 w 4011346"/>
                <a:gd name="connsiteY332" fmla="*/ 221673 h 2017102"/>
                <a:gd name="connsiteX333" fmla="*/ 1465043 w 4011346"/>
                <a:gd name="connsiteY333" fmla="*/ 305104 h 2017102"/>
                <a:gd name="connsiteX334" fmla="*/ 1448357 w 4011346"/>
                <a:gd name="connsiteY334" fmla="*/ 331802 h 2017102"/>
                <a:gd name="connsiteX335" fmla="*/ 1481729 w 4011346"/>
                <a:gd name="connsiteY335" fmla="*/ 365175 h 2017102"/>
                <a:gd name="connsiteX336" fmla="*/ 1481729 w 4011346"/>
                <a:gd name="connsiteY336" fmla="*/ 395210 h 2017102"/>
                <a:gd name="connsiteX337" fmla="*/ 1458368 w 4011346"/>
                <a:gd name="connsiteY337" fmla="*/ 398547 h 2017102"/>
                <a:gd name="connsiteX338" fmla="*/ 1458368 w 4011346"/>
                <a:gd name="connsiteY338" fmla="*/ 378523 h 2017102"/>
                <a:gd name="connsiteX339" fmla="*/ 1418322 w 4011346"/>
                <a:gd name="connsiteY339" fmla="*/ 388535 h 2017102"/>
                <a:gd name="connsiteX340" fmla="*/ 1368263 w 4011346"/>
                <a:gd name="connsiteY340" fmla="*/ 395210 h 2017102"/>
                <a:gd name="connsiteX341" fmla="*/ 1321542 w 4011346"/>
                <a:gd name="connsiteY341" fmla="*/ 401884 h 2017102"/>
                <a:gd name="connsiteX342" fmla="*/ 1318205 w 4011346"/>
                <a:gd name="connsiteY342" fmla="*/ 488652 h 2017102"/>
                <a:gd name="connsiteX343" fmla="*/ 1358252 w 4011346"/>
                <a:gd name="connsiteY343" fmla="*/ 512013 h 2017102"/>
                <a:gd name="connsiteX344" fmla="*/ 1374938 w 4011346"/>
                <a:gd name="connsiteY344" fmla="*/ 542048 h 2017102"/>
                <a:gd name="connsiteX345" fmla="*/ 1384949 w 4011346"/>
                <a:gd name="connsiteY345" fmla="*/ 565408 h 2017102"/>
                <a:gd name="connsiteX346" fmla="*/ 1394961 w 4011346"/>
                <a:gd name="connsiteY346" fmla="*/ 615467 h 2017102"/>
                <a:gd name="connsiteX347" fmla="*/ 1384949 w 4011346"/>
                <a:gd name="connsiteY347" fmla="*/ 645502 h 2017102"/>
                <a:gd name="connsiteX348" fmla="*/ 1358252 w 4011346"/>
                <a:gd name="connsiteY348" fmla="*/ 612129 h 2017102"/>
                <a:gd name="connsiteX349" fmla="*/ 1361589 w 4011346"/>
                <a:gd name="connsiteY349" fmla="*/ 582094 h 2017102"/>
                <a:gd name="connsiteX350" fmla="*/ 1351577 w 4011346"/>
                <a:gd name="connsiteY350" fmla="*/ 542048 h 2017102"/>
                <a:gd name="connsiteX351" fmla="*/ 1328217 w 4011346"/>
                <a:gd name="connsiteY351" fmla="*/ 548722 h 2017102"/>
                <a:gd name="connsiteX352" fmla="*/ 1281495 w 4011346"/>
                <a:gd name="connsiteY352" fmla="*/ 512013 h 2017102"/>
                <a:gd name="connsiteX353" fmla="*/ 1241449 w 4011346"/>
                <a:gd name="connsiteY353" fmla="*/ 508675 h 2017102"/>
                <a:gd name="connsiteX354" fmla="*/ 1241449 w 4011346"/>
                <a:gd name="connsiteY354" fmla="*/ 555396 h 2017102"/>
                <a:gd name="connsiteX355" fmla="*/ 1201402 w 4011346"/>
                <a:gd name="connsiteY355" fmla="*/ 535373 h 2017102"/>
                <a:gd name="connsiteX356" fmla="*/ 1228100 w 4011346"/>
                <a:gd name="connsiteY356" fmla="*/ 585431 h 2017102"/>
                <a:gd name="connsiteX357" fmla="*/ 1258135 w 4011346"/>
                <a:gd name="connsiteY357" fmla="*/ 595443 h 2017102"/>
                <a:gd name="connsiteX358" fmla="*/ 1258135 w 4011346"/>
                <a:gd name="connsiteY358" fmla="*/ 615467 h 2017102"/>
                <a:gd name="connsiteX359" fmla="*/ 1198065 w 4011346"/>
                <a:gd name="connsiteY359" fmla="*/ 592106 h 2017102"/>
                <a:gd name="connsiteX360" fmla="*/ 1181379 w 4011346"/>
                <a:gd name="connsiteY360" fmla="*/ 592106 h 2017102"/>
                <a:gd name="connsiteX361" fmla="*/ 1178041 w 4011346"/>
                <a:gd name="connsiteY361" fmla="*/ 548722 h 2017102"/>
                <a:gd name="connsiteX362" fmla="*/ 1171367 w 4011346"/>
                <a:gd name="connsiteY362" fmla="*/ 461954 h 2017102"/>
                <a:gd name="connsiteX363" fmla="*/ 1161355 w 4011346"/>
                <a:gd name="connsiteY363" fmla="*/ 532036 h 2017102"/>
                <a:gd name="connsiteX364" fmla="*/ 1137995 w 4011346"/>
                <a:gd name="connsiteY364" fmla="*/ 562071 h 2017102"/>
                <a:gd name="connsiteX365" fmla="*/ 1158018 w 4011346"/>
                <a:gd name="connsiteY365" fmla="*/ 608792 h 2017102"/>
                <a:gd name="connsiteX366" fmla="*/ 1158018 w 4011346"/>
                <a:gd name="connsiteY366" fmla="*/ 642164 h 2017102"/>
                <a:gd name="connsiteX367" fmla="*/ 1141332 w 4011346"/>
                <a:gd name="connsiteY367" fmla="*/ 692223 h 2017102"/>
                <a:gd name="connsiteX368" fmla="*/ 1154681 w 4011346"/>
                <a:gd name="connsiteY368" fmla="*/ 725595 h 2017102"/>
                <a:gd name="connsiteX369" fmla="*/ 1184716 w 4011346"/>
                <a:gd name="connsiteY369" fmla="*/ 732269 h 2017102"/>
                <a:gd name="connsiteX370" fmla="*/ 1221425 w 4011346"/>
                <a:gd name="connsiteY370" fmla="*/ 738944 h 2017102"/>
                <a:gd name="connsiteX371" fmla="*/ 1241449 w 4011346"/>
                <a:gd name="connsiteY371" fmla="*/ 762304 h 2017102"/>
                <a:gd name="connsiteX372" fmla="*/ 1258135 w 4011346"/>
                <a:gd name="connsiteY372" fmla="*/ 805688 h 2017102"/>
                <a:gd name="connsiteX373" fmla="*/ 1258135 w 4011346"/>
                <a:gd name="connsiteY373" fmla="*/ 805688 h 2017102"/>
                <a:gd name="connsiteX374" fmla="*/ 1254798 w 4011346"/>
                <a:gd name="connsiteY374" fmla="*/ 839061 h 2017102"/>
                <a:gd name="connsiteX375" fmla="*/ 1274821 w 4011346"/>
                <a:gd name="connsiteY375" fmla="*/ 859084 h 2017102"/>
                <a:gd name="connsiteX376" fmla="*/ 1244786 w 4011346"/>
                <a:gd name="connsiteY376" fmla="*/ 865759 h 2017102"/>
                <a:gd name="connsiteX377" fmla="*/ 1224763 w 4011346"/>
                <a:gd name="connsiteY377" fmla="*/ 825712 h 2017102"/>
                <a:gd name="connsiteX378" fmla="*/ 1224763 w 4011346"/>
                <a:gd name="connsiteY378" fmla="*/ 785665 h 2017102"/>
                <a:gd name="connsiteX379" fmla="*/ 1194727 w 4011346"/>
                <a:gd name="connsiteY379" fmla="*/ 748956 h 2017102"/>
                <a:gd name="connsiteX380" fmla="*/ 1164692 w 4011346"/>
                <a:gd name="connsiteY380" fmla="*/ 792340 h 2017102"/>
                <a:gd name="connsiteX381" fmla="*/ 1178041 w 4011346"/>
                <a:gd name="connsiteY381" fmla="*/ 835723 h 2017102"/>
                <a:gd name="connsiteX382" fmla="*/ 1137995 w 4011346"/>
                <a:gd name="connsiteY382" fmla="*/ 892456 h 2017102"/>
                <a:gd name="connsiteX383" fmla="*/ 1097948 w 4011346"/>
                <a:gd name="connsiteY383" fmla="*/ 949189 h 2017102"/>
                <a:gd name="connsiteX384" fmla="*/ 1007843 w 4011346"/>
                <a:gd name="connsiteY384" fmla="*/ 912480 h 2017102"/>
                <a:gd name="connsiteX385" fmla="*/ 1074587 w 4011346"/>
                <a:gd name="connsiteY385" fmla="*/ 909142 h 2017102"/>
                <a:gd name="connsiteX386" fmla="*/ 1107960 w 4011346"/>
                <a:gd name="connsiteY386" fmla="*/ 845735 h 2017102"/>
                <a:gd name="connsiteX387" fmla="*/ 1121309 w 4011346"/>
                <a:gd name="connsiteY387" fmla="*/ 802351 h 2017102"/>
                <a:gd name="connsiteX388" fmla="*/ 1127983 w 4011346"/>
                <a:gd name="connsiteY388" fmla="*/ 768979 h 2017102"/>
                <a:gd name="connsiteX389" fmla="*/ 1117971 w 4011346"/>
                <a:gd name="connsiteY389" fmla="*/ 752293 h 2017102"/>
                <a:gd name="connsiteX390" fmla="*/ 1114634 w 4011346"/>
                <a:gd name="connsiteY390" fmla="*/ 702234 h 2017102"/>
                <a:gd name="connsiteX391" fmla="*/ 1104622 w 4011346"/>
                <a:gd name="connsiteY391" fmla="*/ 622141 h 2017102"/>
                <a:gd name="connsiteX392" fmla="*/ 1101285 w 4011346"/>
                <a:gd name="connsiteY392" fmla="*/ 562071 h 2017102"/>
                <a:gd name="connsiteX393" fmla="*/ 1124646 w 4011346"/>
                <a:gd name="connsiteY393" fmla="*/ 468629 h 2017102"/>
                <a:gd name="connsiteX394" fmla="*/ 1031203 w 4011346"/>
                <a:gd name="connsiteY394" fmla="*/ 458617 h 2017102"/>
                <a:gd name="connsiteX395" fmla="*/ 1014517 w 4011346"/>
                <a:gd name="connsiteY395" fmla="*/ 515350 h 2017102"/>
                <a:gd name="connsiteX396" fmla="*/ 1024529 w 4011346"/>
                <a:gd name="connsiteY396" fmla="*/ 562071 h 2017102"/>
                <a:gd name="connsiteX397" fmla="*/ 981145 w 4011346"/>
                <a:gd name="connsiteY397" fmla="*/ 615467 h 2017102"/>
                <a:gd name="connsiteX398" fmla="*/ 991157 w 4011346"/>
                <a:gd name="connsiteY398" fmla="*/ 652176 h 2017102"/>
                <a:gd name="connsiteX399" fmla="*/ 981145 w 4011346"/>
                <a:gd name="connsiteY399" fmla="*/ 698897 h 2017102"/>
                <a:gd name="connsiteX400" fmla="*/ 1001168 w 4011346"/>
                <a:gd name="connsiteY400" fmla="*/ 722258 h 2017102"/>
                <a:gd name="connsiteX401" fmla="*/ 1017854 w 4011346"/>
                <a:gd name="connsiteY401" fmla="*/ 768979 h 2017102"/>
                <a:gd name="connsiteX402" fmla="*/ 1047890 w 4011346"/>
                <a:gd name="connsiteY402" fmla="*/ 755630 h 2017102"/>
                <a:gd name="connsiteX403" fmla="*/ 1014517 w 4011346"/>
                <a:gd name="connsiteY403" fmla="*/ 809026 h 2017102"/>
                <a:gd name="connsiteX404" fmla="*/ 957784 w 4011346"/>
                <a:gd name="connsiteY404" fmla="*/ 755630 h 2017102"/>
                <a:gd name="connsiteX405" fmla="*/ 884365 w 4011346"/>
                <a:gd name="connsiteY405" fmla="*/ 718921 h 2017102"/>
                <a:gd name="connsiteX406" fmla="*/ 824295 w 4011346"/>
                <a:gd name="connsiteY406" fmla="*/ 695560 h 2017102"/>
                <a:gd name="connsiteX407" fmla="*/ 810946 w 4011346"/>
                <a:gd name="connsiteY407" fmla="*/ 732269 h 2017102"/>
                <a:gd name="connsiteX408" fmla="*/ 827633 w 4011346"/>
                <a:gd name="connsiteY408" fmla="*/ 768979 h 2017102"/>
                <a:gd name="connsiteX409" fmla="*/ 814284 w 4011346"/>
                <a:gd name="connsiteY409" fmla="*/ 792340 h 2017102"/>
                <a:gd name="connsiteX410" fmla="*/ 800935 w 4011346"/>
                <a:gd name="connsiteY410" fmla="*/ 809026 h 2017102"/>
                <a:gd name="connsiteX411" fmla="*/ 770900 w 4011346"/>
                <a:gd name="connsiteY411" fmla="*/ 752293 h 2017102"/>
                <a:gd name="connsiteX412" fmla="*/ 744202 w 4011346"/>
                <a:gd name="connsiteY412" fmla="*/ 789002 h 2017102"/>
                <a:gd name="connsiteX413" fmla="*/ 707492 w 4011346"/>
                <a:gd name="connsiteY413" fmla="*/ 782328 h 2017102"/>
                <a:gd name="connsiteX414" fmla="*/ 654097 w 4011346"/>
                <a:gd name="connsiteY414" fmla="*/ 819037 h 2017102"/>
                <a:gd name="connsiteX415" fmla="*/ 644085 w 4011346"/>
                <a:gd name="connsiteY415" fmla="*/ 795677 h 2017102"/>
                <a:gd name="connsiteX416" fmla="*/ 654097 w 4011346"/>
                <a:gd name="connsiteY416" fmla="*/ 758967 h 2017102"/>
                <a:gd name="connsiteX417" fmla="*/ 614050 w 4011346"/>
                <a:gd name="connsiteY417" fmla="*/ 795677 h 2017102"/>
                <a:gd name="connsiteX418" fmla="*/ 594027 w 4011346"/>
                <a:gd name="connsiteY418" fmla="*/ 795677 h 2017102"/>
                <a:gd name="connsiteX419" fmla="*/ 533957 w 4011346"/>
                <a:gd name="connsiteY419" fmla="*/ 829049 h 2017102"/>
                <a:gd name="connsiteX420" fmla="*/ 510596 w 4011346"/>
                <a:gd name="connsiteY420" fmla="*/ 852410 h 2017102"/>
                <a:gd name="connsiteX421" fmla="*/ 500584 w 4011346"/>
                <a:gd name="connsiteY421" fmla="*/ 899131 h 2017102"/>
                <a:gd name="connsiteX422" fmla="*/ 450526 w 4011346"/>
                <a:gd name="connsiteY422" fmla="*/ 885782 h 2017102"/>
                <a:gd name="connsiteX423" fmla="*/ 433840 w 4011346"/>
                <a:gd name="connsiteY423" fmla="*/ 849072 h 2017102"/>
                <a:gd name="connsiteX424" fmla="*/ 467212 w 4011346"/>
                <a:gd name="connsiteY424" fmla="*/ 819037 h 2017102"/>
                <a:gd name="connsiteX425" fmla="*/ 453863 w 4011346"/>
                <a:gd name="connsiteY425" fmla="*/ 795677 h 2017102"/>
                <a:gd name="connsiteX426" fmla="*/ 390456 w 4011346"/>
                <a:gd name="connsiteY426" fmla="*/ 765642 h 2017102"/>
                <a:gd name="connsiteX427" fmla="*/ 417154 w 4011346"/>
                <a:gd name="connsiteY427" fmla="*/ 815700 h 2017102"/>
                <a:gd name="connsiteX428" fmla="*/ 407142 w 4011346"/>
                <a:gd name="connsiteY428" fmla="*/ 859084 h 2017102"/>
                <a:gd name="connsiteX429" fmla="*/ 413817 w 4011346"/>
                <a:gd name="connsiteY429" fmla="*/ 895794 h 2017102"/>
                <a:gd name="connsiteX430" fmla="*/ 427165 w 4011346"/>
                <a:gd name="connsiteY430" fmla="*/ 919154 h 2017102"/>
                <a:gd name="connsiteX431" fmla="*/ 413817 w 4011346"/>
                <a:gd name="connsiteY431" fmla="*/ 949189 h 2017102"/>
                <a:gd name="connsiteX432" fmla="*/ 390456 w 4011346"/>
                <a:gd name="connsiteY432" fmla="*/ 925829 h 2017102"/>
                <a:gd name="connsiteX433" fmla="*/ 360421 w 4011346"/>
                <a:gd name="connsiteY433" fmla="*/ 922491 h 2017102"/>
                <a:gd name="connsiteX434" fmla="*/ 333723 w 4011346"/>
                <a:gd name="connsiteY434" fmla="*/ 962538 h 2017102"/>
                <a:gd name="connsiteX435" fmla="*/ 307025 w 4011346"/>
                <a:gd name="connsiteY435" fmla="*/ 982561 h 2017102"/>
                <a:gd name="connsiteX436" fmla="*/ 320374 w 4011346"/>
                <a:gd name="connsiteY436" fmla="*/ 1009259 h 2017102"/>
                <a:gd name="connsiteX437" fmla="*/ 303688 w 4011346"/>
                <a:gd name="connsiteY437" fmla="*/ 1032620 h 2017102"/>
                <a:gd name="connsiteX438" fmla="*/ 233606 w 4011346"/>
                <a:gd name="connsiteY438" fmla="*/ 995910 h 2017102"/>
                <a:gd name="connsiteX439" fmla="*/ 243618 w 4011346"/>
                <a:gd name="connsiteY439" fmla="*/ 1045969 h 2017102"/>
                <a:gd name="connsiteX440" fmla="*/ 263641 w 4011346"/>
                <a:gd name="connsiteY440" fmla="*/ 1065992 h 2017102"/>
                <a:gd name="connsiteX441" fmla="*/ 250292 w 4011346"/>
                <a:gd name="connsiteY441" fmla="*/ 1079341 h 2017102"/>
                <a:gd name="connsiteX442" fmla="*/ 193560 w 4011346"/>
                <a:gd name="connsiteY442" fmla="*/ 1042631 h 2017102"/>
                <a:gd name="connsiteX443" fmla="*/ 170199 w 4011346"/>
                <a:gd name="connsiteY443" fmla="*/ 1002585 h 2017102"/>
                <a:gd name="connsiteX444" fmla="*/ 170199 w 4011346"/>
                <a:gd name="connsiteY444" fmla="*/ 955864 h 2017102"/>
                <a:gd name="connsiteX445" fmla="*/ 133490 w 4011346"/>
                <a:gd name="connsiteY445" fmla="*/ 879107 h 2017102"/>
                <a:gd name="connsiteX446" fmla="*/ 196897 w 4011346"/>
                <a:gd name="connsiteY446" fmla="*/ 909142 h 2017102"/>
                <a:gd name="connsiteX447" fmla="*/ 256967 w 4011346"/>
                <a:gd name="connsiteY447" fmla="*/ 939177 h 2017102"/>
                <a:gd name="connsiteX448" fmla="*/ 293676 w 4011346"/>
                <a:gd name="connsiteY448" fmla="*/ 942515 h 2017102"/>
                <a:gd name="connsiteX449" fmla="*/ 327049 w 4011346"/>
                <a:gd name="connsiteY449" fmla="*/ 912480 h 2017102"/>
                <a:gd name="connsiteX450" fmla="*/ 343735 w 4011346"/>
                <a:gd name="connsiteY450" fmla="*/ 875770 h 2017102"/>
                <a:gd name="connsiteX451" fmla="*/ 333723 w 4011346"/>
                <a:gd name="connsiteY451" fmla="*/ 825712 h 2017102"/>
                <a:gd name="connsiteX452" fmla="*/ 290339 w 4011346"/>
                <a:gd name="connsiteY452" fmla="*/ 805688 h 2017102"/>
                <a:gd name="connsiteX453" fmla="*/ 236944 w 4011346"/>
                <a:gd name="connsiteY453" fmla="*/ 758967 h 2017102"/>
                <a:gd name="connsiteX454" fmla="*/ 133490 w 4011346"/>
                <a:gd name="connsiteY454"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2127003 w 4011346"/>
                <a:gd name="connsiteY321" fmla="*/ 171242 h 2017102"/>
                <a:gd name="connsiteX322" fmla="*/ 2078425 w 4011346"/>
                <a:gd name="connsiteY322" fmla="*/ 139809 h 2017102"/>
                <a:gd name="connsiteX323" fmla="*/ 1877440 w 4011346"/>
                <a:gd name="connsiteY323" fmla="*/ 0 h 2017102"/>
                <a:gd name="connsiteX324" fmla="*/ 1835474 w 4011346"/>
                <a:gd name="connsiteY324" fmla="*/ 38128 h 2017102"/>
                <a:gd name="connsiteX325" fmla="*/ 1818788 w 4011346"/>
                <a:gd name="connsiteY325" fmla="*/ 78175 h 2017102"/>
                <a:gd name="connsiteX326" fmla="*/ 1838813 w 4011346"/>
                <a:gd name="connsiteY326" fmla="*/ 131569 h 2017102"/>
                <a:gd name="connsiteX327" fmla="*/ 1782079 w 4011346"/>
                <a:gd name="connsiteY327" fmla="*/ 118220 h 2017102"/>
                <a:gd name="connsiteX328" fmla="*/ 1768731 w 4011346"/>
                <a:gd name="connsiteY328" fmla="*/ 164942 h 2017102"/>
                <a:gd name="connsiteX329" fmla="*/ 1705322 w 4011346"/>
                <a:gd name="connsiteY329" fmla="*/ 188302 h 2017102"/>
                <a:gd name="connsiteX330" fmla="*/ 1685300 w 4011346"/>
                <a:gd name="connsiteY330" fmla="*/ 161604 h 2017102"/>
                <a:gd name="connsiteX331" fmla="*/ 1615218 w 4011346"/>
                <a:gd name="connsiteY331" fmla="*/ 164942 h 2017102"/>
                <a:gd name="connsiteX332" fmla="*/ 1638579 w 4011346"/>
                <a:gd name="connsiteY332" fmla="*/ 194977 h 2017102"/>
                <a:gd name="connsiteX333" fmla="*/ 1528449 w 4011346"/>
                <a:gd name="connsiteY333" fmla="*/ 221673 h 2017102"/>
                <a:gd name="connsiteX334" fmla="*/ 1465043 w 4011346"/>
                <a:gd name="connsiteY334" fmla="*/ 305104 h 2017102"/>
                <a:gd name="connsiteX335" fmla="*/ 1448357 w 4011346"/>
                <a:gd name="connsiteY335" fmla="*/ 331802 h 2017102"/>
                <a:gd name="connsiteX336" fmla="*/ 1481729 w 4011346"/>
                <a:gd name="connsiteY336" fmla="*/ 365175 h 2017102"/>
                <a:gd name="connsiteX337" fmla="*/ 1481729 w 4011346"/>
                <a:gd name="connsiteY337" fmla="*/ 395210 h 2017102"/>
                <a:gd name="connsiteX338" fmla="*/ 1458368 w 4011346"/>
                <a:gd name="connsiteY338" fmla="*/ 398547 h 2017102"/>
                <a:gd name="connsiteX339" fmla="*/ 1458368 w 4011346"/>
                <a:gd name="connsiteY339" fmla="*/ 378523 h 2017102"/>
                <a:gd name="connsiteX340" fmla="*/ 1418322 w 4011346"/>
                <a:gd name="connsiteY340" fmla="*/ 388535 h 2017102"/>
                <a:gd name="connsiteX341" fmla="*/ 1368263 w 4011346"/>
                <a:gd name="connsiteY341" fmla="*/ 395210 h 2017102"/>
                <a:gd name="connsiteX342" fmla="*/ 1321542 w 4011346"/>
                <a:gd name="connsiteY342" fmla="*/ 401884 h 2017102"/>
                <a:gd name="connsiteX343" fmla="*/ 1318205 w 4011346"/>
                <a:gd name="connsiteY343" fmla="*/ 488652 h 2017102"/>
                <a:gd name="connsiteX344" fmla="*/ 1358252 w 4011346"/>
                <a:gd name="connsiteY344" fmla="*/ 512013 h 2017102"/>
                <a:gd name="connsiteX345" fmla="*/ 1374938 w 4011346"/>
                <a:gd name="connsiteY345" fmla="*/ 542048 h 2017102"/>
                <a:gd name="connsiteX346" fmla="*/ 1384949 w 4011346"/>
                <a:gd name="connsiteY346" fmla="*/ 565408 h 2017102"/>
                <a:gd name="connsiteX347" fmla="*/ 1394961 w 4011346"/>
                <a:gd name="connsiteY347" fmla="*/ 615467 h 2017102"/>
                <a:gd name="connsiteX348" fmla="*/ 1384949 w 4011346"/>
                <a:gd name="connsiteY348" fmla="*/ 645502 h 2017102"/>
                <a:gd name="connsiteX349" fmla="*/ 1358252 w 4011346"/>
                <a:gd name="connsiteY349" fmla="*/ 612129 h 2017102"/>
                <a:gd name="connsiteX350" fmla="*/ 1361589 w 4011346"/>
                <a:gd name="connsiteY350" fmla="*/ 582094 h 2017102"/>
                <a:gd name="connsiteX351" fmla="*/ 1351577 w 4011346"/>
                <a:gd name="connsiteY351" fmla="*/ 542048 h 2017102"/>
                <a:gd name="connsiteX352" fmla="*/ 1328217 w 4011346"/>
                <a:gd name="connsiteY352" fmla="*/ 548722 h 2017102"/>
                <a:gd name="connsiteX353" fmla="*/ 1281495 w 4011346"/>
                <a:gd name="connsiteY353" fmla="*/ 512013 h 2017102"/>
                <a:gd name="connsiteX354" fmla="*/ 1241449 w 4011346"/>
                <a:gd name="connsiteY354" fmla="*/ 508675 h 2017102"/>
                <a:gd name="connsiteX355" fmla="*/ 1241449 w 4011346"/>
                <a:gd name="connsiteY355" fmla="*/ 555396 h 2017102"/>
                <a:gd name="connsiteX356" fmla="*/ 1201402 w 4011346"/>
                <a:gd name="connsiteY356" fmla="*/ 535373 h 2017102"/>
                <a:gd name="connsiteX357" fmla="*/ 1228100 w 4011346"/>
                <a:gd name="connsiteY357" fmla="*/ 585431 h 2017102"/>
                <a:gd name="connsiteX358" fmla="*/ 1258135 w 4011346"/>
                <a:gd name="connsiteY358" fmla="*/ 595443 h 2017102"/>
                <a:gd name="connsiteX359" fmla="*/ 1258135 w 4011346"/>
                <a:gd name="connsiteY359" fmla="*/ 615467 h 2017102"/>
                <a:gd name="connsiteX360" fmla="*/ 1198065 w 4011346"/>
                <a:gd name="connsiteY360" fmla="*/ 592106 h 2017102"/>
                <a:gd name="connsiteX361" fmla="*/ 1181379 w 4011346"/>
                <a:gd name="connsiteY361" fmla="*/ 592106 h 2017102"/>
                <a:gd name="connsiteX362" fmla="*/ 1178041 w 4011346"/>
                <a:gd name="connsiteY362" fmla="*/ 548722 h 2017102"/>
                <a:gd name="connsiteX363" fmla="*/ 1171367 w 4011346"/>
                <a:gd name="connsiteY363" fmla="*/ 461954 h 2017102"/>
                <a:gd name="connsiteX364" fmla="*/ 1161355 w 4011346"/>
                <a:gd name="connsiteY364" fmla="*/ 532036 h 2017102"/>
                <a:gd name="connsiteX365" fmla="*/ 1137995 w 4011346"/>
                <a:gd name="connsiteY365" fmla="*/ 562071 h 2017102"/>
                <a:gd name="connsiteX366" fmla="*/ 1158018 w 4011346"/>
                <a:gd name="connsiteY366" fmla="*/ 608792 h 2017102"/>
                <a:gd name="connsiteX367" fmla="*/ 1158018 w 4011346"/>
                <a:gd name="connsiteY367" fmla="*/ 642164 h 2017102"/>
                <a:gd name="connsiteX368" fmla="*/ 1141332 w 4011346"/>
                <a:gd name="connsiteY368" fmla="*/ 692223 h 2017102"/>
                <a:gd name="connsiteX369" fmla="*/ 1154681 w 4011346"/>
                <a:gd name="connsiteY369" fmla="*/ 725595 h 2017102"/>
                <a:gd name="connsiteX370" fmla="*/ 1184716 w 4011346"/>
                <a:gd name="connsiteY370" fmla="*/ 732269 h 2017102"/>
                <a:gd name="connsiteX371" fmla="*/ 1221425 w 4011346"/>
                <a:gd name="connsiteY371" fmla="*/ 738944 h 2017102"/>
                <a:gd name="connsiteX372" fmla="*/ 1241449 w 4011346"/>
                <a:gd name="connsiteY372" fmla="*/ 762304 h 2017102"/>
                <a:gd name="connsiteX373" fmla="*/ 1258135 w 4011346"/>
                <a:gd name="connsiteY373" fmla="*/ 805688 h 2017102"/>
                <a:gd name="connsiteX374" fmla="*/ 1258135 w 4011346"/>
                <a:gd name="connsiteY374" fmla="*/ 805688 h 2017102"/>
                <a:gd name="connsiteX375" fmla="*/ 1254798 w 4011346"/>
                <a:gd name="connsiteY375" fmla="*/ 839061 h 2017102"/>
                <a:gd name="connsiteX376" fmla="*/ 1274821 w 4011346"/>
                <a:gd name="connsiteY376" fmla="*/ 859084 h 2017102"/>
                <a:gd name="connsiteX377" fmla="*/ 1244786 w 4011346"/>
                <a:gd name="connsiteY377" fmla="*/ 865759 h 2017102"/>
                <a:gd name="connsiteX378" fmla="*/ 1224763 w 4011346"/>
                <a:gd name="connsiteY378" fmla="*/ 825712 h 2017102"/>
                <a:gd name="connsiteX379" fmla="*/ 1224763 w 4011346"/>
                <a:gd name="connsiteY379" fmla="*/ 785665 h 2017102"/>
                <a:gd name="connsiteX380" fmla="*/ 1194727 w 4011346"/>
                <a:gd name="connsiteY380" fmla="*/ 748956 h 2017102"/>
                <a:gd name="connsiteX381" fmla="*/ 1164692 w 4011346"/>
                <a:gd name="connsiteY381" fmla="*/ 792340 h 2017102"/>
                <a:gd name="connsiteX382" fmla="*/ 1178041 w 4011346"/>
                <a:gd name="connsiteY382" fmla="*/ 835723 h 2017102"/>
                <a:gd name="connsiteX383" fmla="*/ 1137995 w 4011346"/>
                <a:gd name="connsiteY383" fmla="*/ 892456 h 2017102"/>
                <a:gd name="connsiteX384" fmla="*/ 1097948 w 4011346"/>
                <a:gd name="connsiteY384" fmla="*/ 949189 h 2017102"/>
                <a:gd name="connsiteX385" fmla="*/ 1007843 w 4011346"/>
                <a:gd name="connsiteY385" fmla="*/ 912480 h 2017102"/>
                <a:gd name="connsiteX386" fmla="*/ 1074587 w 4011346"/>
                <a:gd name="connsiteY386" fmla="*/ 909142 h 2017102"/>
                <a:gd name="connsiteX387" fmla="*/ 1107960 w 4011346"/>
                <a:gd name="connsiteY387" fmla="*/ 845735 h 2017102"/>
                <a:gd name="connsiteX388" fmla="*/ 1121309 w 4011346"/>
                <a:gd name="connsiteY388" fmla="*/ 802351 h 2017102"/>
                <a:gd name="connsiteX389" fmla="*/ 1127983 w 4011346"/>
                <a:gd name="connsiteY389" fmla="*/ 768979 h 2017102"/>
                <a:gd name="connsiteX390" fmla="*/ 1117971 w 4011346"/>
                <a:gd name="connsiteY390" fmla="*/ 752293 h 2017102"/>
                <a:gd name="connsiteX391" fmla="*/ 1114634 w 4011346"/>
                <a:gd name="connsiteY391" fmla="*/ 702234 h 2017102"/>
                <a:gd name="connsiteX392" fmla="*/ 1104622 w 4011346"/>
                <a:gd name="connsiteY392" fmla="*/ 622141 h 2017102"/>
                <a:gd name="connsiteX393" fmla="*/ 1101285 w 4011346"/>
                <a:gd name="connsiteY393" fmla="*/ 562071 h 2017102"/>
                <a:gd name="connsiteX394" fmla="*/ 1124646 w 4011346"/>
                <a:gd name="connsiteY394" fmla="*/ 468629 h 2017102"/>
                <a:gd name="connsiteX395" fmla="*/ 1031203 w 4011346"/>
                <a:gd name="connsiteY395" fmla="*/ 458617 h 2017102"/>
                <a:gd name="connsiteX396" fmla="*/ 1014517 w 4011346"/>
                <a:gd name="connsiteY396" fmla="*/ 515350 h 2017102"/>
                <a:gd name="connsiteX397" fmla="*/ 1024529 w 4011346"/>
                <a:gd name="connsiteY397" fmla="*/ 562071 h 2017102"/>
                <a:gd name="connsiteX398" fmla="*/ 981145 w 4011346"/>
                <a:gd name="connsiteY398" fmla="*/ 615467 h 2017102"/>
                <a:gd name="connsiteX399" fmla="*/ 991157 w 4011346"/>
                <a:gd name="connsiteY399" fmla="*/ 652176 h 2017102"/>
                <a:gd name="connsiteX400" fmla="*/ 981145 w 4011346"/>
                <a:gd name="connsiteY400" fmla="*/ 698897 h 2017102"/>
                <a:gd name="connsiteX401" fmla="*/ 1001168 w 4011346"/>
                <a:gd name="connsiteY401" fmla="*/ 722258 h 2017102"/>
                <a:gd name="connsiteX402" fmla="*/ 1017854 w 4011346"/>
                <a:gd name="connsiteY402" fmla="*/ 768979 h 2017102"/>
                <a:gd name="connsiteX403" fmla="*/ 1047890 w 4011346"/>
                <a:gd name="connsiteY403" fmla="*/ 755630 h 2017102"/>
                <a:gd name="connsiteX404" fmla="*/ 1014517 w 4011346"/>
                <a:gd name="connsiteY404" fmla="*/ 809026 h 2017102"/>
                <a:gd name="connsiteX405" fmla="*/ 957784 w 4011346"/>
                <a:gd name="connsiteY405" fmla="*/ 755630 h 2017102"/>
                <a:gd name="connsiteX406" fmla="*/ 884365 w 4011346"/>
                <a:gd name="connsiteY406" fmla="*/ 718921 h 2017102"/>
                <a:gd name="connsiteX407" fmla="*/ 824295 w 4011346"/>
                <a:gd name="connsiteY407" fmla="*/ 695560 h 2017102"/>
                <a:gd name="connsiteX408" fmla="*/ 810946 w 4011346"/>
                <a:gd name="connsiteY408" fmla="*/ 732269 h 2017102"/>
                <a:gd name="connsiteX409" fmla="*/ 827633 w 4011346"/>
                <a:gd name="connsiteY409" fmla="*/ 768979 h 2017102"/>
                <a:gd name="connsiteX410" fmla="*/ 814284 w 4011346"/>
                <a:gd name="connsiteY410" fmla="*/ 792340 h 2017102"/>
                <a:gd name="connsiteX411" fmla="*/ 800935 w 4011346"/>
                <a:gd name="connsiteY411" fmla="*/ 809026 h 2017102"/>
                <a:gd name="connsiteX412" fmla="*/ 770900 w 4011346"/>
                <a:gd name="connsiteY412" fmla="*/ 752293 h 2017102"/>
                <a:gd name="connsiteX413" fmla="*/ 744202 w 4011346"/>
                <a:gd name="connsiteY413" fmla="*/ 789002 h 2017102"/>
                <a:gd name="connsiteX414" fmla="*/ 707492 w 4011346"/>
                <a:gd name="connsiteY414" fmla="*/ 782328 h 2017102"/>
                <a:gd name="connsiteX415" fmla="*/ 654097 w 4011346"/>
                <a:gd name="connsiteY415" fmla="*/ 819037 h 2017102"/>
                <a:gd name="connsiteX416" fmla="*/ 644085 w 4011346"/>
                <a:gd name="connsiteY416" fmla="*/ 795677 h 2017102"/>
                <a:gd name="connsiteX417" fmla="*/ 654097 w 4011346"/>
                <a:gd name="connsiteY417" fmla="*/ 758967 h 2017102"/>
                <a:gd name="connsiteX418" fmla="*/ 614050 w 4011346"/>
                <a:gd name="connsiteY418" fmla="*/ 795677 h 2017102"/>
                <a:gd name="connsiteX419" fmla="*/ 594027 w 4011346"/>
                <a:gd name="connsiteY419" fmla="*/ 795677 h 2017102"/>
                <a:gd name="connsiteX420" fmla="*/ 533957 w 4011346"/>
                <a:gd name="connsiteY420" fmla="*/ 829049 h 2017102"/>
                <a:gd name="connsiteX421" fmla="*/ 510596 w 4011346"/>
                <a:gd name="connsiteY421" fmla="*/ 852410 h 2017102"/>
                <a:gd name="connsiteX422" fmla="*/ 500584 w 4011346"/>
                <a:gd name="connsiteY422" fmla="*/ 899131 h 2017102"/>
                <a:gd name="connsiteX423" fmla="*/ 450526 w 4011346"/>
                <a:gd name="connsiteY423" fmla="*/ 885782 h 2017102"/>
                <a:gd name="connsiteX424" fmla="*/ 433840 w 4011346"/>
                <a:gd name="connsiteY424" fmla="*/ 849072 h 2017102"/>
                <a:gd name="connsiteX425" fmla="*/ 467212 w 4011346"/>
                <a:gd name="connsiteY425" fmla="*/ 819037 h 2017102"/>
                <a:gd name="connsiteX426" fmla="*/ 453863 w 4011346"/>
                <a:gd name="connsiteY426" fmla="*/ 795677 h 2017102"/>
                <a:gd name="connsiteX427" fmla="*/ 390456 w 4011346"/>
                <a:gd name="connsiteY427" fmla="*/ 765642 h 2017102"/>
                <a:gd name="connsiteX428" fmla="*/ 417154 w 4011346"/>
                <a:gd name="connsiteY428" fmla="*/ 815700 h 2017102"/>
                <a:gd name="connsiteX429" fmla="*/ 407142 w 4011346"/>
                <a:gd name="connsiteY429" fmla="*/ 859084 h 2017102"/>
                <a:gd name="connsiteX430" fmla="*/ 413817 w 4011346"/>
                <a:gd name="connsiteY430" fmla="*/ 895794 h 2017102"/>
                <a:gd name="connsiteX431" fmla="*/ 427165 w 4011346"/>
                <a:gd name="connsiteY431" fmla="*/ 919154 h 2017102"/>
                <a:gd name="connsiteX432" fmla="*/ 413817 w 4011346"/>
                <a:gd name="connsiteY432" fmla="*/ 949189 h 2017102"/>
                <a:gd name="connsiteX433" fmla="*/ 390456 w 4011346"/>
                <a:gd name="connsiteY433" fmla="*/ 925829 h 2017102"/>
                <a:gd name="connsiteX434" fmla="*/ 360421 w 4011346"/>
                <a:gd name="connsiteY434" fmla="*/ 922491 h 2017102"/>
                <a:gd name="connsiteX435" fmla="*/ 333723 w 4011346"/>
                <a:gd name="connsiteY435" fmla="*/ 962538 h 2017102"/>
                <a:gd name="connsiteX436" fmla="*/ 307025 w 4011346"/>
                <a:gd name="connsiteY436" fmla="*/ 982561 h 2017102"/>
                <a:gd name="connsiteX437" fmla="*/ 320374 w 4011346"/>
                <a:gd name="connsiteY437" fmla="*/ 1009259 h 2017102"/>
                <a:gd name="connsiteX438" fmla="*/ 303688 w 4011346"/>
                <a:gd name="connsiteY438" fmla="*/ 1032620 h 2017102"/>
                <a:gd name="connsiteX439" fmla="*/ 233606 w 4011346"/>
                <a:gd name="connsiteY439" fmla="*/ 995910 h 2017102"/>
                <a:gd name="connsiteX440" fmla="*/ 243618 w 4011346"/>
                <a:gd name="connsiteY440" fmla="*/ 1045969 h 2017102"/>
                <a:gd name="connsiteX441" fmla="*/ 263641 w 4011346"/>
                <a:gd name="connsiteY441" fmla="*/ 1065992 h 2017102"/>
                <a:gd name="connsiteX442" fmla="*/ 250292 w 4011346"/>
                <a:gd name="connsiteY442" fmla="*/ 1079341 h 2017102"/>
                <a:gd name="connsiteX443" fmla="*/ 193560 w 4011346"/>
                <a:gd name="connsiteY443" fmla="*/ 1042631 h 2017102"/>
                <a:gd name="connsiteX444" fmla="*/ 170199 w 4011346"/>
                <a:gd name="connsiteY444" fmla="*/ 1002585 h 2017102"/>
                <a:gd name="connsiteX445" fmla="*/ 170199 w 4011346"/>
                <a:gd name="connsiteY445" fmla="*/ 955864 h 2017102"/>
                <a:gd name="connsiteX446" fmla="*/ 133490 w 4011346"/>
                <a:gd name="connsiteY446" fmla="*/ 879107 h 2017102"/>
                <a:gd name="connsiteX447" fmla="*/ 196897 w 4011346"/>
                <a:gd name="connsiteY447" fmla="*/ 909142 h 2017102"/>
                <a:gd name="connsiteX448" fmla="*/ 256967 w 4011346"/>
                <a:gd name="connsiteY448" fmla="*/ 939177 h 2017102"/>
                <a:gd name="connsiteX449" fmla="*/ 293676 w 4011346"/>
                <a:gd name="connsiteY449" fmla="*/ 942515 h 2017102"/>
                <a:gd name="connsiteX450" fmla="*/ 327049 w 4011346"/>
                <a:gd name="connsiteY450" fmla="*/ 912480 h 2017102"/>
                <a:gd name="connsiteX451" fmla="*/ 343735 w 4011346"/>
                <a:gd name="connsiteY451" fmla="*/ 875770 h 2017102"/>
                <a:gd name="connsiteX452" fmla="*/ 333723 w 4011346"/>
                <a:gd name="connsiteY452" fmla="*/ 825712 h 2017102"/>
                <a:gd name="connsiteX453" fmla="*/ 290339 w 4011346"/>
                <a:gd name="connsiteY453" fmla="*/ 805688 h 2017102"/>
                <a:gd name="connsiteX454" fmla="*/ 236944 w 4011346"/>
                <a:gd name="connsiteY454" fmla="*/ 758967 h 2017102"/>
                <a:gd name="connsiteX455" fmla="*/ 133490 w 4011346"/>
                <a:gd name="connsiteY455"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2127003 w 4011346"/>
                <a:gd name="connsiteY321" fmla="*/ 171242 h 2017102"/>
                <a:gd name="connsiteX322" fmla="*/ 2092713 w 4011346"/>
                <a:gd name="connsiteY322" fmla="*/ 102662 h 2017102"/>
                <a:gd name="connsiteX323" fmla="*/ 1877440 w 4011346"/>
                <a:gd name="connsiteY323" fmla="*/ 0 h 2017102"/>
                <a:gd name="connsiteX324" fmla="*/ 1835474 w 4011346"/>
                <a:gd name="connsiteY324" fmla="*/ 38128 h 2017102"/>
                <a:gd name="connsiteX325" fmla="*/ 1818788 w 4011346"/>
                <a:gd name="connsiteY325" fmla="*/ 78175 h 2017102"/>
                <a:gd name="connsiteX326" fmla="*/ 1838813 w 4011346"/>
                <a:gd name="connsiteY326" fmla="*/ 131569 h 2017102"/>
                <a:gd name="connsiteX327" fmla="*/ 1782079 w 4011346"/>
                <a:gd name="connsiteY327" fmla="*/ 118220 h 2017102"/>
                <a:gd name="connsiteX328" fmla="*/ 1768731 w 4011346"/>
                <a:gd name="connsiteY328" fmla="*/ 164942 h 2017102"/>
                <a:gd name="connsiteX329" fmla="*/ 1705322 w 4011346"/>
                <a:gd name="connsiteY329" fmla="*/ 188302 h 2017102"/>
                <a:gd name="connsiteX330" fmla="*/ 1685300 w 4011346"/>
                <a:gd name="connsiteY330" fmla="*/ 161604 h 2017102"/>
                <a:gd name="connsiteX331" fmla="*/ 1615218 w 4011346"/>
                <a:gd name="connsiteY331" fmla="*/ 164942 h 2017102"/>
                <a:gd name="connsiteX332" fmla="*/ 1638579 w 4011346"/>
                <a:gd name="connsiteY332" fmla="*/ 194977 h 2017102"/>
                <a:gd name="connsiteX333" fmla="*/ 1528449 w 4011346"/>
                <a:gd name="connsiteY333" fmla="*/ 221673 h 2017102"/>
                <a:gd name="connsiteX334" fmla="*/ 1465043 w 4011346"/>
                <a:gd name="connsiteY334" fmla="*/ 305104 h 2017102"/>
                <a:gd name="connsiteX335" fmla="*/ 1448357 w 4011346"/>
                <a:gd name="connsiteY335" fmla="*/ 331802 h 2017102"/>
                <a:gd name="connsiteX336" fmla="*/ 1481729 w 4011346"/>
                <a:gd name="connsiteY336" fmla="*/ 365175 h 2017102"/>
                <a:gd name="connsiteX337" fmla="*/ 1481729 w 4011346"/>
                <a:gd name="connsiteY337" fmla="*/ 395210 h 2017102"/>
                <a:gd name="connsiteX338" fmla="*/ 1458368 w 4011346"/>
                <a:gd name="connsiteY338" fmla="*/ 398547 h 2017102"/>
                <a:gd name="connsiteX339" fmla="*/ 1458368 w 4011346"/>
                <a:gd name="connsiteY339" fmla="*/ 378523 h 2017102"/>
                <a:gd name="connsiteX340" fmla="*/ 1418322 w 4011346"/>
                <a:gd name="connsiteY340" fmla="*/ 388535 h 2017102"/>
                <a:gd name="connsiteX341" fmla="*/ 1368263 w 4011346"/>
                <a:gd name="connsiteY341" fmla="*/ 395210 h 2017102"/>
                <a:gd name="connsiteX342" fmla="*/ 1321542 w 4011346"/>
                <a:gd name="connsiteY342" fmla="*/ 401884 h 2017102"/>
                <a:gd name="connsiteX343" fmla="*/ 1318205 w 4011346"/>
                <a:gd name="connsiteY343" fmla="*/ 488652 h 2017102"/>
                <a:gd name="connsiteX344" fmla="*/ 1358252 w 4011346"/>
                <a:gd name="connsiteY344" fmla="*/ 512013 h 2017102"/>
                <a:gd name="connsiteX345" fmla="*/ 1374938 w 4011346"/>
                <a:gd name="connsiteY345" fmla="*/ 542048 h 2017102"/>
                <a:gd name="connsiteX346" fmla="*/ 1384949 w 4011346"/>
                <a:gd name="connsiteY346" fmla="*/ 565408 h 2017102"/>
                <a:gd name="connsiteX347" fmla="*/ 1394961 w 4011346"/>
                <a:gd name="connsiteY347" fmla="*/ 615467 h 2017102"/>
                <a:gd name="connsiteX348" fmla="*/ 1384949 w 4011346"/>
                <a:gd name="connsiteY348" fmla="*/ 645502 h 2017102"/>
                <a:gd name="connsiteX349" fmla="*/ 1358252 w 4011346"/>
                <a:gd name="connsiteY349" fmla="*/ 612129 h 2017102"/>
                <a:gd name="connsiteX350" fmla="*/ 1361589 w 4011346"/>
                <a:gd name="connsiteY350" fmla="*/ 582094 h 2017102"/>
                <a:gd name="connsiteX351" fmla="*/ 1351577 w 4011346"/>
                <a:gd name="connsiteY351" fmla="*/ 542048 h 2017102"/>
                <a:gd name="connsiteX352" fmla="*/ 1328217 w 4011346"/>
                <a:gd name="connsiteY352" fmla="*/ 548722 h 2017102"/>
                <a:gd name="connsiteX353" fmla="*/ 1281495 w 4011346"/>
                <a:gd name="connsiteY353" fmla="*/ 512013 h 2017102"/>
                <a:gd name="connsiteX354" fmla="*/ 1241449 w 4011346"/>
                <a:gd name="connsiteY354" fmla="*/ 508675 h 2017102"/>
                <a:gd name="connsiteX355" fmla="*/ 1241449 w 4011346"/>
                <a:gd name="connsiteY355" fmla="*/ 555396 h 2017102"/>
                <a:gd name="connsiteX356" fmla="*/ 1201402 w 4011346"/>
                <a:gd name="connsiteY356" fmla="*/ 535373 h 2017102"/>
                <a:gd name="connsiteX357" fmla="*/ 1228100 w 4011346"/>
                <a:gd name="connsiteY357" fmla="*/ 585431 h 2017102"/>
                <a:gd name="connsiteX358" fmla="*/ 1258135 w 4011346"/>
                <a:gd name="connsiteY358" fmla="*/ 595443 h 2017102"/>
                <a:gd name="connsiteX359" fmla="*/ 1258135 w 4011346"/>
                <a:gd name="connsiteY359" fmla="*/ 615467 h 2017102"/>
                <a:gd name="connsiteX360" fmla="*/ 1198065 w 4011346"/>
                <a:gd name="connsiteY360" fmla="*/ 592106 h 2017102"/>
                <a:gd name="connsiteX361" fmla="*/ 1181379 w 4011346"/>
                <a:gd name="connsiteY361" fmla="*/ 592106 h 2017102"/>
                <a:gd name="connsiteX362" fmla="*/ 1178041 w 4011346"/>
                <a:gd name="connsiteY362" fmla="*/ 548722 h 2017102"/>
                <a:gd name="connsiteX363" fmla="*/ 1171367 w 4011346"/>
                <a:gd name="connsiteY363" fmla="*/ 461954 h 2017102"/>
                <a:gd name="connsiteX364" fmla="*/ 1161355 w 4011346"/>
                <a:gd name="connsiteY364" fmla="*/ 532036 h 2017102"/>
                <a:gd name="connsiteX365" fmla="*/ 1137995 w 4011346"/>
                <a:gd name="connsiteY365" fmla="*/ 562071 h 2017102"/>
                <a:gd name="connsiteX366" fmla="*/ 1158018 w 4011346"/>
                <a:gd name="connsiteY366" fmla="*/ 608792 h 2017102"/>
                <a:gd name="connsiteX367" fmla="*/ 1158018 w 4011346"/>
                <a:gd name="connsiteY367" fmla="*/ 642164 h 2017102"/>
                <a:gd name="connsiteX368" fmla="*/ 1141332 w 4011346"/>
                <a:gd name="connsiteY368" fmla="*/ 692223 h 2017102"/>
                <a:gd name="connsiteX369" fmla="*/ 1154681 w 4011346"/>
                <a:gd name="connsiteY369" fmla="*/ 725595 h 2017102"/>
                <a:gd name="connsiteX370" fmla="*/ 1184716 w 4011346"/>
                <a:gd name="connsiteY370" fmla="*/ 732269 h 2017102"/>
                <a:gd name="connsiteX371" fmla="*/ 1221425 w 4011346"/>
                <a:gd name="connsiteY371" fmla="*/ 738944 h 2017102"/>
                <a:gd name="connsiteX372" fmla="*/ 1241449 w 4011346"/>
                <a:gd name="connsiteY372" fmla="*/ 762304 h 2017102"/>
                <a:gd name="connsiteX373" fmla="*/ 1258135 w 4011346"/>
                <a:gd name="connsiteY373" fmla="*/ 805688 h 2017102"/>
                <a:gd name="connsiteX374" fmla="*/ 1258135 w 4011346"/>
                <a:gd name="connsiteY374" fmla="*/ 805688 h 2017102"/>
                <a:gd name="connsiteX375" fmla="*/ 1254798 w 4011346"/>
                <a:gd name="connsiteY375" fmla="*/ 839061 h 2017102"/>
                <a:gd name="connsiteX376" fmla="*/ 1274821 w 4011346"/>
                <a:gd name="connsiteY376" fmla="*/ 859084 h 2017102"/>
                <a:gd name="connsiteX377" fmla="*/ 1244786 w 4011346"/>
                <a:gd name="connsiteY377" fmla="*/ 865759 h 2017102"/>
                <a:gd name="connsiteX378" fmla="*/ 1224763 w 4011346"/>
                <a:gd name="connsiteY378" fmla="*/ 825712 h 2017102"/>
                <a:gd name="connsiteX379" fmla="*/ 1224763 w 4011346"/>
                <a:gd name="connsiteY379" fmla="*/ 785665 h 2017102"/>
                <a:gd name="connsiteX380" fmla="*/ 1194727 w 4011346"/>
                <a:gd name="connsiteY380" fmla="*/ 748956 h 2017102"/>
                <a:gd name="connsiteX381" fmla="*/ 1164692 w 4011346"/>
                <a:gd name="connsiteY381" fmla="*/ 792340 h 2017102"/>
                <a:gd name="connsiteX382" fmla="*/ 1178041 w 4011346"/>
                <a:gd name="connsiteY382" fmla="*/ 835723 h 2017102"/>
                <a:gd name="connsiteX383" fmla="*/ 1137995 w 4011346"/>
                <a:gd name="connsiteY383" fmla="*/ 892456 h 2017102"/>
                <a:gd name="connsiteX384" fmla="*/ 1097948 w 4011346"/>
                <a:gd name="connsiteY384" fmla="*/ 949189 h 2017102"/>
                <a:gd name="connsiteX385" fmla="*/ 1007843 w 4011346"/>
                <a:gd name="connsiteY385" fmla="*/ 912480 h 2017102"/>
                <a:gd name="connsiteX386" fmla="*/ 1074587 w 4011346"/>
                <a:gd name="connsiteY386" fmla="*/ 909142 h 2017102"/>
                <a:gd name="connsiteX387" fmla="*/ 1107960 w 4011346"/>
                <a:gd name="connsiteY387" fmla="*/ 845735 h 2017102"/>
                <a:gd name="connsiteX388" fmla="*/ 1121309 w 4011346"/>
                <a:gd name="connsiteY388" fmla="*/ 802351 h 2017102"/>
                <a:gd name="connsiteX389" fmla="*/ 1127983 w 4011346"/>
                <a:gd name="connsiteY389" fmla="*/ 768979 h 2017102"/>
                <a:gd name="connsiteX390" fmla="*/ 1117971 w 4011346"/>
                <a:gd name="connsiteY390" fmla="*/ 752293 h 2017102"/>
                <a:gd name="connsiteX391" fmla="*/ 1114634 w 4011346"/>
                <a:gd name="connsiteY391" fmla="*/ 702234 h 2017102"/>
                <a:gd name="connsiteX392" fmla="*/ 1104622 w 4011346"/>
                <a:gd name="connsiteY392" fmla="*/ 622141 h 2017102"/>
                <a:gd name="connsiteX393" fmla="*/ 1101285 w 4011346"/>
                <a:gd name="connsiteY393" fmla="*/ 562071 h 2017102"/>
                <a:gd name="connsiteX394" fmla="*/ 1124646 w 4011346"/>
                <a:gd name="connsiteY394" fmla="*/ 468629 h 2017102"/>
                <a:gd name="connsiteX395" fmla="*/ 1031203 w 4011346"/>
                <a:gd name="connsiteY395" fmla="*/ 458617 h 2017102"/>
                <a:gd name="connsiteX396" fmla="*/ 1014517 w 4011346"/>
                <a:gd name="connsiteY396" fmla="*/ 515350 h 2017102"/>
                <a:gd name="connsiteX397" fmla="*/ 1024529 w 4011346"/>
                <a:gd name="connsiteY397" fmla="*/ 562071 h 2017102"/>
                <a:gd name="connsiteX398" fmla="*/ 981145 w 4011346"/>
                <a:gd name="connsiteY398" fmla="*/ 615467 h 2017102"/>
                <a:gd name="connsiteX399" fmla="*/ 991157 w 4011346"/>
                <a:gd name="connsiteY399" fmla="*/ 652176 h 2017102"/>
                <a:gd name="connsiteX400" fmla="*/ 981145 w 4011346"/>
                <a:gd name="connsiteY400" fmla="*/ 698897 h 2017102"/>
                <a:gd name="connsiteX401" fmla="*/ 1001168 w 4011346"/>
                <a:gd name="connsiteY401" fmla="*/ 722258 h 2017102"/>
                <a:gd name="connsiteX402" fmla="*/ 1017854 w 4011346"/>
                <a:gd name="connsiteY402" fmla="*/ 768979 h 2017102"/>
                <a:gd name="connsiteX403" fmla="*/ 1047890 w 4011346"/>
                <a:gd name="connsiteY403" fmla="*/ 755630 h 2017102"/>
                <a:gd name="connsiteX404" fmla="*/ 1014517 w 4011346"/>
                <a:gd name="connsiteY404" fmla="*/ 809026 h 2017102"/>
                <a:gd name="connsiteX405" fmla="*/ 957784 w 4011346"/>
                <a:gd name="connsiteY405" fmla="*/ 755630 h 2017102"/>
                <a:gd name="connsiteX406" fmla="*/ 884365 w 4011346"/>
                <a:gd name="connsiteY406" fmla="*/ 718921 h 2017102"/>
                <a:gd name="connsiteX407" fmla="*/ 824295 w 4011346"/>
                <a:gd name="connsiteY407" fmla="*/ 695560 h 2017102"/>
                <a:gd name="connsiteX408" fmla="*/ 810946 w 4011346"/>
                <a:gd name="connsiteY408" fmla="*/ 732269 h 2017102"/>
                <a:gd name="connsiteX409" fmla="*/ 827633 w 4011346"/>
                <a:gd name="connsiteY409" fmla="*/ 768979 h 2017102"/>
                <a:gd name="connsiteX410" fmla="*/ 814284 w 4011346"/>
                <a:gd name="connsiteY410" fmla="*/ 792340 h 2017102"/>
                <a:gd name="connsiteX411" fmla="*/ 800935 w 4011346"/>
                <a:gd name="connsiteY411" fmla="*/ 809026 h 2017102"/>
                <a:gd name="connsiteX412" fmla="*/ 770900 w 4011346"/>
                <a:gd name="connsiteY412" fmla="*/ 752293 h 2017102"/>
                <a:gd name="connsiteX413" fmla="*/ 744202 w 4011346"/>
                <a:gd name="connsiteY413" fmla="*/ 789002 h 2017102"/>
                <a:gd name="connsiteX414" fmla="*/ 707492 w 4011346"/>
                <a:gd name="connsiteY414" fmla="*/ 782328 h 2017102"/>
                <a:gd name="connsiteX415" fmla="*/ 654097 w 4011346"/>
                <a:gd name="connsiteY415" fmla="*/ 819037 h 2017102"/>
                <a:gd name="connsiteX416" fmla="*/ 644085 w 4011346"/>
                <a:gd name="connsiteY416" fmla="*/ 795677 h 2017102"/>
                <a:gd name="connsiteX417" fmla="*/ 654097 w 4011346"/>
                <a:gd name="connsiteY417" fmla="*/ 758967 h 2017102"/>
                <a:gd name="connsiteX418" fmla="*/ 614050 w 4011346"/>
                <a:gd name="connsiteY418" fmla="*/ 795677 h 2017102"/>
                <a:gd name="connsiteX419" fmla="*/ 594027 w 4011346"/>
                <a:gd name="connsiteY419" fmla="*/ 795677 h 2017102"/>
                <a:gd name="connsiteX420" fmla="*/ 533957 w 4011346"/>
                <a:gd name="connsiteY420" fmla="*/ 829049 h 2017102"/>
                <a:gd name="connsiteX421" fmla="*/ 510596 w 4011346"/>
                <a:gd name="connsiteY421" fmla="*/ 852410 h 2017102"/>
                <a:gd name="connsiteX422" fmla="*/ 500584 w 4011346"/>
                <a:gd name="connsiteY422" fmla="*/ 899131 h 2017102"/>
                <a:gd name="connsiteX423" fmla="*/ 450526 w 4011346"/>
                <a:gd name="connsiteY423" fmla="*/ 885782 h 2017102"/>
                <a:gd name="connsiteX424" fmla="*/ 433840 w 4011346"/>
                <a:gd name="connsiteY424" fmla="*/ 849072 h 2017102"/>
                <a:gd name="connsiteX425" fmla="*/ 467212 w 4011346"/>
                <a:gd name="connsiteY425" fmla="*/ 819037 h 2017102"/>
                <a:gd name="connsiteX426" fmla="*/ 453863 w 4011346"/>
                <a:gd name="connsiteY426" fmla="*/ 795677 h 2017102"/>
                <a:gd name="connsiteX427" fmla="*/ 390456 w 4011346"/>
                <a:gd name="connsiteY427" fmla="*/ 765642 h 2017102"/>
                <a:gd name="connsiteX428" fmla="*/ 417154 w 4011346"/>
                <a:gd name="connsiteY428" fmla="*/ 815700 h 2017102"/>
                <a:gd name="connsiteX429" fmla="*/ 407142 w 4011346"/>
                <a:gd name="connsiteY429" fmla="*/ 859084 h 2017102"/>
                <a:gd name="connsiteX430" fmla="*/ 413817 w 4011346"/>
                <a:gd name="connsiteY430" fmla="*/ 895794 h 2017102"/>
                <a:gd name="connsiteX431" fmla="*/ 427165 w 4011346"/>
                <a:gd name="connsiteY431" fmla="*/ 919154 h 2017102"/>
                <a:gd name="connsiteX432" fmla="*/ 413817 w 4011346"/>
                <a:gd name="connsiteY432" fmla="*/ 949189 h 2017102"/>
                <a:gd name="connsiteX433" fmla="*/ 390456 w 4011346"/>
                <a:gd name="connsiteY433" fmla="*/ 925829 h 2017102"/>
                <a:gd name="connsiteX434" fmla="*/ 360421 w 4011346"/>
                <a:gd name="connsiteY434" fmla="*/ 922491 h 2017102"/>
                <a:gd name="connsiteX435" fmla="*/ 333723 w 4011346"/>
                <a:gd name="connsiteY435" fmla="*/ 962538 h 2017102"/>
                <a:gd name="connsiteX436" fmla="*/ 307025 w 4011346"/>
                <a:gd name="connsiteY436" fmla="*/ 982561 h 2017102"/>
                <a:gd name="connsiteX437" fmla="*/ 320374 w 4011346"/>
                <a:gd name="connsiteY437" fmla="*/ 1009259 h 2017102"/>
                <a:gd name="connsiteX438" fmla="*/ 303688 w 4011346"/>
                <a:gd name="connsiteY438" fmla="*/ 1032620 h 2017102"/>
                <a:gd name="connsiteX439" fmla="*/ 233606 w 4011346"/>
                <a:gd name="connsiteY439" fmla="*/ 995910 h 2017102"/>
                <a:gd name="connsiteX440" fmla="*/ 243618 w 4011346"/>
                <a:gd name="connsiteY440" fmla="*/ 1045969 h 2017102"/>
                <a:gd name="connsiteX441" fmla="*/ 263641 w 4011346"/>
                <a:gd name="connsiteY441" fmla="*/ 1065992 h 2017102"/>
                <a:gd name="connsiteX442" fmla="*/ 250292 w 4011346"/>
                <a:gd name="connsiteY442" fmla="*/ 1079341 h 2017102"/>
                <a:gd name="connsiteX443" fmla="*/ 193560 w 4011346"/>
                <a:gd name="connsiteY443" fmla="*/ 1042631 h 2017102"/>
                <a:gd name="connsiteX444" fmla="*/ 170199 w 4011346"/>
                <a:gd name="connsiteY444" fmla="*/ 1002585 h 2017102"/>
                <a:gd name="connsiteX445" fmla="*/ 170199 w 4011346"/>
                <a:gd name="connsiteY445" fmla="*/ 955864 h 2017102"/>
                <a:gd name="connsiteX446" fmla="*/ 133490 w 4011346"/>
                <a:gd name="connsiteY446" fmla="*/ 879107 h 2017102"/>
                <a:gd name="connsiteX447" fmla="*/ 196897 w 4011346"/>
                <a:gd name="connsiteY447" fmla="*/ 909142 h 2017102"/>
                <a:gd name="connsiteX448" fmla="*/ 256967 w 4011346"/>
                <a:gd name="connsiteY448" fmla="*/ 939177 h 2017102"/>
                <a:gd name="connsiteX449" fmla="*/ 293676 w 4011346"/>
                <a:gd name="connsiteY449" fmla="*/ 942515 h 2017102"/>
                <a:gd name="connsiteX450" fmla="*/ 327049 w 4011346"/>
                <a:gd name="connsiteY450" fmla="*/ 912480 h 2017102"/>
                <a:gd name="connsiteX451" fmla="*/ 343735 w 4011346"/>
                <a:gd name="connsiteY451" fmla="*/ 875770 h 2017102"/>
                <a:gd name="connsiteX452" fmla="*/ 333723 w 4011346"/>
                <a:gd name="connsiteY452" fmla="*/ 825712 h 2017102"/>
                <a:gd name="connsiteX453" fmla="*/ 290339 w 4011346"/>
                <a:gd name="connsiteY453" fmla="*/ 805688 h 2017102"/>
                <a:gd name="connsiteX454" fmla="*/ 236944 w 4011346"/>
                <a:gd name="connsiteY454" fmla="*/ 758967 h 2017102"/>
                <a:gd name="connsiteX455" fmla="*/ 133490 w 4011346"/>
                <a:gd name="connsiteY455"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2127003 w 4011346"/>
                <a:gd name="connsiteY321" fmla="*/ 171242 h 2017102"/>
                <a:gd name="connsiteX322" fmla="*/ 2092713 w 4011346"/>
                <a:gd name="connsiteY322" fmla="*/ 102662 h 2017102"/>
                <a:gd name="connsiteX323" fmla="*/ 2055565 w 4011346"/>
                <a:gd name="connsiteY323" fmla="*/ 79801 h 2017102"/>
                <a:gd name="connsiteX324" fmla="*/ 1877440 w 4011346"/>
                <a:gd name="connsiteY324" fmla="*/ 0 h 2017102"/>
                <a:gd name="connsiteX325" fmla="*/ 1835474 w 4011346"/>
                <a:gd name="connsiteY325" fmla="*/ 38128 h 2017102"/>
                <a:gd name="connsiteX326" fmla="*/ 1818788 w 4011346"/>
                <a:gd name="connsiteY326" fmla="*/ 78175 h 2017102"/>
                <a:gd name="connsiteX327" fmla="*/ 1838813 w 4011346"/>
                <a:gd name="connsiteY327" fmla="*/ 131569 h 2017102"/>
                <a:gd name="connsiteX328" fmla="*/ 1782079 w 4011346"/>
                <a:gd name="connsiteY328" fmla="*/ 118220 h 2017102"/>
                <a:gd name="connsiteX329" fmla="*/ 1768731 w 4011346"/>
                <a:gd name="connsiteY329" fmla="*/ 164942 h 2017102"/>
                <a:gd name="connsiteX330" fmla="*/ 1705322 w 4011346"/>
                <a:gd name="connsiteY330" fmla="*/ 188302 h 2017102"/>
                <a:gd name="connsiteX331" fmla="*/ 1685300 w 4011346"/>
                <a:gd name="connsiteY331" fmla="*/ 161604 h 2017102"/>
                <a:gd name="connsiteX332" fmla="*/ 1615218 w 4011346"/>
                <a:gd name="connsiteY332" fmla="*/ 164942 h 2017102"/>
                <a:gd name="connsiteX333" fmla="*/ 1638579 w 4011346"/>
                <a:gd name="connsiteY333" fmla="*/ 194977 h 2017102"/>
                <a:gd name="connsiteX334" fmla="*/ 1528449 w 4011346"/>
                <a:gd name="connsiteY334" fmla="*/ 221673 h 2017102"/>
                <a:gd name="connsiteX335" fmla="*/ 1465043 w 4011346"/>
                <a:gd name="connsiteY335" fmla="*/ 305104 h 2017102"/>
                <a:gd name="connsiteX336" fmla="*/ 1448357 w 4011346"/>
                <a:gd name="connsiteY336" fmla="*/ 331802 h 2017102"/>
                <a:gd name="connsiteX337" fmla="*/ 1481729 w 4011346"/>
                <a:gd name="connsiteY337" fmla="*/ 365175 h 2017102"/>
                <a:gd name="connsiteX338" fmla="*/ 1481729 w 4011346"/>
                <a:gd name="connsiteY338" fmla="*/ 395210 h 2017102"/>
                <a:gd name="connsiteX339" fmla="*/ 1458368 w 4011346"/>
                <a:gd name="connsiteY339" fmla="*/ 398547 h 2017102"/>
                <a:gd name="connsiteX340" fmla="*/ 1458368 w 4011346"/>
                <a:gd name="connsiteY340" fmla="*/ 378523 h 2017102"/>
                <a:gd name="connsiteX341" fmla="*/ 1418322 w 4011346"/>
                <a:gd name="connsiteY341" fmla="*/ 388535 h 2017102"/>
                <a:gd name="connsiteX342" fmla="*/ 1368263 w 4011346"/>
                <a:gd name="connsiteY342" fmla="*/ 395210 h 2017102"/>
                <a:gd name="connsiteX343" fmla="*/ 1321542 w 4011346"/>
                <a:gd name="connsiteY343" fmla="*/ 401884 h 2017102"/>
                <a:gd name="connsiteX344" fmla="*/ 1318205 w 4011346"/>
                <a:gd name="connsiteY344" fmla="*/ 488652 h 2017102"/>
                <a:gd name="connsiteX345" fmla="*/ 1358252 w 4011346"/>
                <a:gd name="connsiteY345" fmla="*/ 512013 h 2017102"/>
                <a:gd name="connsiteX346" fmla="*/ 1374938 w 4011346"/>
                <a:gd name="connsiteY346" fmla="*/ 542048 h 2017102"/>
                <a:gd name="connsiteX347" fmla="*/ 1384949 w 4011346"/>
                <a:gd name="connsiteY347" fmla="*/ 565408 h 2017102"/>
                <a:gd name="connsiteX348" fmla="*/ 1394961 w 4011346"/>
                <a:gd name="connsiteY348" fmla="*/ 615467 h 2017102"/>
                <a:gd name="connsiteX349" fmla="*/ 1384949 w 4011346"/>
                <a:gd name="connsiteY349" fmla="*/ 645502 h 2017102"/>
                <a:gd name="connsiteX350" fmla="*/ 1358252 w 4011346"/>
                <a:gd name="connsiteY350" fmla="*/ 612129 h 2017102"/>
                <a:gd name="connsiteX351" fmla="*/ 1361589 w 4011346"/>
                <a:gd name="connsiteY351" fmla="*/ 582094 h 2017102"/>
                <a:gd name="connsiteX352" fmla="*/ 1351577 w 4011346"/>
                <a:gd name="connsiteY352" fmla="*/ 542048 h 2017102"/>
                <a:gd name="connsiteX353" fmla="*/ 1328217 w 4011346"/>
                <a:gd name="connsiteY353" fmla="*/ 548722 h 2017102"/>
                <a:gd name="connsiteX354" fmla="*/ 1281495 w 4011346"/>
                <a:gd name="connsiteY354" fmla="*/ 512013 h 2017102"/>
                <a:gd name="connsiteX355" fmla="*/ 1241449 w 4011346"/>
                <a:gd name="connsiteY355" fmla="*/ 508675 h 2017102"/>
                <a:gd name="connsiteX356" fmla="*/ 1241449 w 4011346"/>
                <a:gd name="connsiteY356" fmla="*/ 555396 h 2017102"/>
                <a:gd name="connsiteX357" fmla="*/ 1201402 w 4011346"/>
                <a:gd name="connsiteY357" fmla="*/ 535373 h 2017102"/>
                <a:gd name="connsiteX358" fmla="*/ 1228100 w 4011346"/>
                <a:gd name="connsiteY358" fmla="*/ 585431 h 2017102"/>
                <a:gd name="connsiteX359" fmla="*/ 1258135 w 4011346"/>
                <a:gd name="connsiteY359" fmla="*/ 595443 h 2017102"/>
                <a:gd name="connsiteX360" fmla="*/ 1258135 w 4011346"/>
                <a:gd name="connsiteY360" fmla="*/ 615467 h 2017102"/>
                <a:gd name="connsiteX361" fmla="*/ 1198065 w 4011346"/>
                <a:gd name="connsiteY361" fmla="*/ 592106 h 2017102"/>
                <a:gd name="connsiteX362" fmla="*/ 1181379 w 4011346"/>
                <a:gd name="connsiteY362" fmla="*/ 592106 h 2017102"/>
                <a:gd name="connsiteX363" fmla="*/ 1178041 w 4011346"/>
                <a:gd name="connsiteY363" fmla="*/ 548722 h 2017102"/>
                <a:gd name="connsiteX364" fmla="*/ 1171367 w 4011346"/>
                <a:gd name="connsiteY364" fmla="*/ 461954 h 2017102"/>
                <a:gd name="connsiteX365" fmla="*/ 1161355 w 4011346"/>
                <a:gd name="connsiteY365" fmla="*/ 532036 h 2017102"/>
                <a:gd name="connsiteX366" fmla="*/ 1137995 w 4011346"/>
                <a:gd name="connsiteY366" fmla="*/ 562071 h 2017102"/>
                <a:gd name="connsiteX367" fmla="*/ 1158018 w 4011346"/>
                <a:gd name="connsiteY367" fmla="*/ 608792 h 2017102"/>
                <a:gd name="connsiteX368" fmla="*/ 1158018 w 4011346"/>
                <a:gd name="connsiteY368" fmla="*/ 642164 h 2017102"/>
                <a:gd name="connsiteX369" fmla="*/ 1141332 w 4011346"/>
                <a:gd name="connsiteY369" fmla="*/ 692223 h 2017102"/>
                <a:gd name="connsiteX370" fmla="*/ 1154681 w 4011346"/>
                <a:gd name="connsiteY370" fmla="*/ 725595 h 2017102"/>
                <a:gd name="connsiteX371" fmla="*/ 1184716 w 4011346"/>
                <a:gd name="connsiteY371" fmla="*/ 732269 h 2017102"/>
                <a:gd name="connsiteX372" fmla="*/ 1221425 w 4011346"/>
                <a:gd name="connsiteY372" fmla="*/ 738944 h 2017102"/>
                <a:gd name="connsiteX373" fmla="*/ 1241449 w 4011346"/>
                <a:gd name="connsiteY373" fmla="*/ 762304 h 2017102"/>
                <a:gd name="connsiteX374" fmla="*/ 1258135 w 4011346"/>
                <a:gd name="connsiteY374" fmla="*/ 805688 h 2017102"/>
                <a:gd name="connsiteX375" fmla="*/ 1258135 w 4011346"/>
                <a:gd name="connsiteY375" fmla="*/ 805688 h 2017102"/>
                <a:gd name="connsiteX376" fmla="*/ 1254798 w 4011346"/>
                <a:gd name="connsiteY376" fmla="*/ 839061 h 2017102"/>
                <a:gd name="connsiteX377" fmla="*/ 1274821 w 4011346"/>
                <a:gd name="connsiteY377" fmla="*/ 859084 h 2017102"/>
                <a:gd name="connsiteX378" fmla="*/ 1244786 w 4011346"/>
                <a:gd name="connsiteY378" fmla="*/ 865759 h 2017102"/>
                <a:gd name="connsiteX379" fmla="*/ 1224763 w 4011346"/>
                <a:gd name="connsiteY379" fmla="*/ 825712 h 2017102"/>
                <a:gd name="connsiteX380" fmla="*/ 1224763 w 4011346"/>
                <a:gd name="connsiteY380" fmla="*/ 785665 h 2017102"/>
                <a:gd name="connsiteX381" fmla="*/ 1194727 w 4011346"/>
                <a:gd name="connsiteY381" fmla="*/ 748956 h 2017102"/>
                <a:gd name="connsiteX382" fmla="*/ 1164692 w 4011346"/>
                <a:gd name="connsiteY382" fmla="*/ 792340 h 2017102"/>
                <a:gd name="connsiteX383" fmla="*/ 1178041 w 4011346"/>
                <a:gd name="connsiteY383" fmla="*/ 835723 h 2017102"/>
                <a:gd name="connsiteX384" fmla="*/ 1137995 w 4011346"/>
                <a:gd name="connsiteY384" fmla="*/ 892456 h 2017102"/>
                <a:gd name="connsiteX385" fmla="*/ 1097948 w 4011346"/>
                <a:gd name="connsiteY385" fmla="*/ 949189 h 2017102"/>
                <a:gd name="connsiteX386" fmla="*/ 1007843 w 4011346"/>
                <a:gd name="connsiteY386" fmla="*/ 912480 h 2017102"/>
                <a:gd name="connsiteX387" fmla="*/ 1074587 w 4011346"/>
                <a:gd name="connsiteY387" fmla="*/ 909142 h 2017102"/>
                <a:gd name="connsiteX388" fmla="*/ 1107960 w 4011346"/>
                <a:gd name="connsiteY388" fmla="*/ 845735 h 2017102"/>
                <a:gd name="connsiteX389" fmla="*/ 1121309 w 4011346"/>
                <a:gd name="connsiteY389" fmla="*/ 802351 h 2017102"/>
                <a:gd name="connsiteX390" fmla="*/ 1127983 w 4011346"/>
                <a:gd name="connsiteY390" fmla="*/ 768979 h 2017102"/>
                <a:gd name="connsiteX391" fmla="*/ 1117971 w 4011346"/>
                <a:gd name="connsiteY391" fmla="*/ 752293 h 2017102"/>
                <a:gd name="connsiteX392" fmla="*/ 1114634 w 4011346"/>
                <a:gd name="connsiteY392" fmla="*/ 702234 h 2017102"/>
                <a:gd name="connsiteX393" fmla="*/ 1104622 w 4011346"/>
                <a:gd name="connsiteY393" fmla="*/ 622141 h 2017102"/>
                <a:gd name="connsiteX394" fmla="*/ 1101285 w 4011346"/>
                <a:gd name="connsiteY394" fmla="*/ 562071 h 2017102"/>
                <a:gd name="connsiteX395" fmla="*/ 1124646 w 4011346"/>
                <a:gd name="connsiteY395" fmla="*/ 468629 h 2017102"/>
                <a:gd name="connsiteX396" fmla="*/ 1031203 w 4011346"/>
                <a:gd name="connsiteY396" fmla="*/ 458617 h 2017102"/>
                <a:gd name="connsiteX397" fmla="*/ 1014517 w 4011346"/>
                <a:gd name="connsiteY397" fmla="*/ 515350 h 2017102"/>
                <a:gd name="connsiteX398" fmla="*/ 1024529 w 4011346"/>
                <a:gd name="connsiteY398" fmla="*/ 562071 h 2017102"/>
                <a:gd name="connsiteX399" fmla="*/ 981145 w 4011346"/>
                <a:gd name="connsiteY399" fmla="*/ 615467 h 2017102"/>
                <a:gd name="connsiteX400" fmla="*/ 991157 w 4011346"/>
                <a:gd name="connsiteY400" fmla="*/ 652176 h 2017102"/>
                <a:gd name="connsiteX401" fmla="*/ 981145 w 4011346"/>
                <a:gd name="connsiteY401" fmla="*/ 698897 h 2017102"/>
                <a:gd name="connsiteX402" fmla="*/ 1001168 w 4011346"/>
                <a:gd name="connsiteY402" fmla="*/ 722258 h 2017102"/>
                <a:gd name="connsiteX403" fmla="*/ 1017854 w 4011346"/>
                <a:gd name="connsiteY403" fmla="*/ 768979 h 2017102"/>
                <a:gd name="connsiteX404" fmla="*/ 1047890 w 4011346"/>
                <a:gd name="connsiteY404" fmla="*/ 755630 h 2017102"/>
                <a:gd name="connsiteX405" fmla="*/ 1014517 w 4011346"/>
                <a:gd name="connsiteY405" fmla="*/ 809026 h 2017102"/>
                <a:gd name="connsiteX406" fmla="*/ 957784 w 4011346"/>
                <a:gd name="connsiteY406" fmla="*/ 755630 h 2017102"/>
                <a:gd name="connsiteX407" fmla="*/ 884365 w 4011346"/>
                <a:gd name="connsiteY407" fmla="*/ 718921 h 2017102"/>
                <a:gd name="connsiteX408" fmla="*/ 824295 w 4011346"/>
                <a:gd name="connsiteY408" fmla="*/ 695560 h 2017102"/>
                <a:gd name="connsiteX409" fmla="*/ 810946 w 4011346"/>
                <a:gd name="connsiteY409" fmla="*/ 732269 h 2017102"/>
                <a:gd name="connsiteX410" fmla="*/ 827633 w 4011346"/>
                <a:gd name="connsiteY410" fmla="*/ 768979 h 2017102"/>
                <a:gd name="connsiteX411" fmla="*/ 814284 w 4011346"/>
                <a:gd name="connsiteY411" fmla="*/ 792340 h 2017102"/>
                <a:gd name="connsiteX412" fmla="*/ 800935 w 4011346"/>
                <a:gd name="connsiteY412" fmla="*/ 809026 h 2017102"/>
                <a:gd name="connsiteX413" fmla="*/ 770900 w 4011346"/>
                <a:gd name="connsiteY413" fmla="*/ 752293 h 2017102"/>
                <a:gd name="connsiteX414" fmla="*/ 744202 w 4011346"/>
                <a:gd name="connsiteY414" fmla="*/ 789002 h 2017102"/>
                <a:gd name="connsiteX415" fmla="*/ 707492 w 4011346"/>
                <a:gd name="connsiteY415" fmla="*/ 782328 h 2017102"/>
                <a:gd name="connsiteX416" fmla="*/ 654097 w 4011346"/>
                <a:gd name="connsiteY416" fmla="*/ 819037 h 2017102"/>
                <a:gd name="connsiteX417" fmla="*/ 644085 w 4011346"/>
                <a:gd name="connsiteY417" fmla="*/ 795677 h 2017102"/>
                <a:gd name="connsiteX418" fmla="*/ 654097 w 4011346"/>
                <a:gd name="connsiteY418" fmla="*/ 758967 h 2017102"/>
                <a:gd name="connsiteX419" fmla="*/ 614050 w 4011346"/>
                <a:gd name="connsiteY419" fmla="*/ 795677 h 2017102"/>
                <a:gd name="connsiteX420" fmla="*/ 594027 w 4011346"/>
                <a:gd name="connsiteY420" fmla="*/ 795677 h 2017102"/>
                <a:gd name="connsiteX421" fmla="*/ 533957 w 4011346"/>
                <a:gd name="connsiteY421" fmla="*/ 829049 h 2017102"/>
                <a:gd name="connsiteX422" fmla="*/ 510596 w 4011346"/>
                <a:gd name="connsiteY422" fmla="*/ 852410 h 2017102"/>
                <a:gd name="connsiteX423" fmla="*/ 500584 w 4011346"/>
                <a:gd name="connsiteY423" fmla="*/ 899131 h 2017102"/>
                <a:gd name="connsiteX424" fmla="*/ 450526 w 4011346"/>
                <a:gd name="connsiteY424" fmla="*/ 885782 h 2017102"/>
                <a:gd name="connsiteX425" fmla="*/ 433840 w 4011346"/>
                <a:gd name="connsiteY425" fmla="*/ 849072 h 2017102"/>
                <a:gd name="connsiteX426" fmla="*/ 467212 w 4011346"/>
                <a:gd name="connsiteY426" fmla="*/ 819037 h 2017102"/>
                <a:gd name="connsiteX427" fmla="*/ 453863 w 4011346"/>
                <a:gd name="connsiteY427" fmla="*/ 795677 h 2017102"/>
                <a:gd name="connsiteX428" fmla="*/ 390456 w 4011346"/>
                <a:gd name="connsiteY428" fmla="*/ 765642 h 2017102"/>
                <a:gd name="connsiteX429" fmla="*/ 417154 w 4011346"/>
                <a:gd name="connsiteY429" fmla="*/ 815700 h 2017102"/>
                <a:gd name="connsiteX430" fmla="*/ 407142 w 4011346"/>
                <a:gd name="connsiteY430" fmla="*/ 859084 h 2017102"/>
                <a:gd name="connsiteX431" fmla="*/ 413817 w 4011346"/>
                <a:gd name="connsiteY431" fmla="*/ 895794 h 2017102"/>
                <a:gd name="connsiteX432" fmla="*/ 427165 w 4011346"/>
                <a:gd name="connsiteY432" fmla="*/ 919154 h 2017102"/>
                <a:gd name="connsiteX433" fmla="*/ 413817 w 4011346"/>
                <a:gd name="connsiteY433" fmla="*/ 949189 h 2017102"/>
                <a:gd name="connsiteX434" fmla="*/ 390456 w 4011346"/>
                <a:gd name="connsiteY434" fmla="*/ 925829 h 2017102"/>
                <a:gd name="connsiteX435" fmla="*/ 360421 w 4011346"/>
                <a:gd name="connsiteY435" fmla="*/ 922491 h 2017102"/>
                <a:gd name="connsiteX436" fmla="*/ 333723 w 4011346"/>
                <a:gd name="connsiteY436" fmla="*/ 962538 h 2017102"/>
                <a:gd name="connsiteX437" fmla="*/ 307025 w 4011346"/>
                <a:gd name="connsiteY437" fmla="*/ 982561 h 2017102"/>
                <a:gd name="connsiteX438" fmla="*/ 320374 w 4011346"/>
                <a:gd name="connsiteY438" fmla="*/ 1009259 h 2017102"/>
                <a:gd name="connsiteX439" fmla="*/ 303688 w 4011346"/>
                <a:gd name="connsiteY439" fmla="*/ 1032620 h 2017102"/>
                <a:gd name="connsiteX440" fmla="*/ 233606 w 4011346"/>
                <a:gd name="connsiteY440" fmla="*/ 995910 h 2017102"/>
                <a:gd name="connsiteX441" fmla="*/ 243618 w 4011346"/>
                <a:gd name="connsiteY441" fmla="*/ 1045969 h 2017102"/>
                <a:gd name="connsiteX442" fmla="*/ 263641 w 4011346"/>
                <a:gd name="connsiteY442" fmla="*/ 1065992 h 2017102"/>
                <a:gd name="connsiteX443" fmla="*/ 250292 w 4011346"/>
                <a:gd name="connsiteY443" fmla="*/ 1079341 h 2017102"/>
                <a:gd name="connsiteX444" fmla="*/ 193560 w 4011346"/>
                <a:gd name="connsiteY444" fmla="*/ 1042631 h 2017102"/>
                <a:gd name="connsiteX445" fmla="*/ 170199 w 4011346"/>
                <a:gd name="connsiteY445" fmla="*/ 1002585 h 2017102"/>
                <a:gd name="connsiteX446" fmla="*/ 170199 w 4011346"/>
                <a:gd name="connsiteY446" fmla="*/ 955864 h 2017102"/>
                <a:gd name="connsiteX447" fmla="*/ 133490 w 4011346"/>
                <a:gd name="connsiteY447" fmla="*/ 879107 h 2017102"/>
                <a:gd name="connsiteX448" fmla="*/ 196897 w 4011346"/>
                <a:gd name="connsiteY448" fmla="*/ 909142 h 2017102"/>
                <a:gd name="connsiteX449" fmla="*/ 256967 w 4011346"/>
                <a:gd name="connsiteY449" fmla="*/ 939177 h 2017102"/>
                <a:gd name="connsiteX450" fmla="*/ 293676 w 4011346"/>
                <a:gd name="connsiteY450" fmla="*/ 942515 h 2017102"/>
                <a:gd name="connsiteX451" fmla="*/ 327049 w 4011346"/>
                <a:gd name="connsiteY451" fmla="*/ 912480 h 2017102"/>
                <a:gd name="connsiteX452" fmla="*/ 343735 w 4011346"/>
                <a:gd name="connsiteY452" fmla="*/ 875770 h 2017102"/>
                <a:gd name="connsiteX453" fmla="*/ 333723 w 4011346"/>
                <a:gd name="connsiteY453" fmla="*/ 825712 h 2017102"/>
                <a:gd name="connsiteX454" fmla="*/ 290339 w 4011346"/>
                <a:gd name="connsiteY454" fmla="*/ 805688 h 2017102"/>
                <a:gd name="connsiteX455" fmla="*/ 236944 w 4011346"/>
                <a:gd name="connsiteY455" fmla="*/ 758967 h 2017102"/>
                <a:gd name="connsiteX456" fmla="*/ 133490 w 4011346"/>
                <a:gd name="connsiteY456"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2127003 w 4011346"/>
                <a:gd name="connsiteY321" fmla="*/ 171242 h 2017102"/>
                <a:gd name="connsiteX322" fmla="*/ 2092713 w 4011346"/>
                <a:gd name="connsiteY322" fmla="*/ 102662 h 2017102"/>
                <a:gd name="connsiteX323" fmla="*/ 1938408 w 4011346"/>
                <a:gd name="connsiteY323" fmla="*/ 162668 h 2017102"/>
                <a:gd name="connsiteX324" fmla="*/ 1877440 w 4011346"/>
                <a:gd name="connsiteY324" fmla="*/ 0 h 2017102"/>
                <a:gd name="connsiteX325" fmla="*/ 1835474 w 4011346"/>
                <a:gd name="connsiteY325" fmla="*/ 38128 h 2017102"/>
                <a:gd name="connsiteX326" fmla="*/ 1818788 w 4011346"/>
                <a:gd name="connsiteY326" fmla="*/ 78175 h 2017102"/>
                <a:gd name="connsiteX327" fmla="*/ 1838813 w 4011346"/>
                <a:gd name="connsiteY327" fmla="*/ 131569 h 2017102"/>
                <a:gd name="connsiteX328" fmla="*/ 1782079 w 4011346"/>
                <a:gd name="connsiteY328" fmla="*/ 118220 h 2017102"/>
                <a:gd name="connsiteX329" fmla="*/ 1768731 w 4011346"/>
                <a:gd name="connsiteY329" fmla="*/ 164942 h 2017102"/>
                <a:gd name="connsiteX330" fmla="*/ 1705322 w 4011346"/>
                <a:gd name="connsiteY330" fmla="*/ 188302 h 2017102"/>
                <a:gd name="connsiteX331" fmla="*/ 1685300 w 4011346"/>
                <a:gd name="connsiteY331" fmla="*/ 161604 h 2017102"/>
                <a:gd name="connsiteX332" fmla="*/ 1615218 w 4011346"/>
                <a:gd name="connsiteY332" fmla="*/ 164942 h 2017102"/>
                <a:gd name="connsiteX333" fmla="*/ 1638579 w 4011346"/>
                <a:gd name="connsiteY333" fmla="*/ 194977 h 2017102"/>
                <a:gd name="connsiteX334" fmla="*/ 1528449 w 4011346"/>
                <a:gd name="connsiteY334" fmla="*/ 221673 h 2017102"/>
                <a:gd name="connsiteX335" fmla="*/ 1465043 w 4011346"/>
                <a:gd name="connsiteY335" fmla="*/ 305104 h 2017102"/>
                <a:gd name="connsiteX336" fmla="*/ 1448357 w 4011346"/>
                <a:gd name="connsiteY336" fmla="*/ 331802 h 2017102"/>
                <a:gd name="connsiteX337" fmla="*/ 1481729 w 4011346"/>
                <a:gd name="connsiteY337" fmla="*/ 365175 h 2017102"/>
                <a:gd name="connsiteX338" fmla="*/ 1481729 w 4011346"/>
                <a:gd name="connsiteY338" fmla="*/ 395210 h 2017102"/>
                <a:gd name="connsiteX339" fmla="*/ 1458368 w 4011346"/>
                <a:gd name="connsiteY339" fmla="*/ 398547 h 2017102"/>
                <a:gd name="connsiteX340" fmla="*/ 1458368 w 4011346"/>
                <a:gd name="connsiteY340" fmla="*/ 378523 h 2017102"/>
                <a:gd name="connsiteX341" fmla="*/ 1418322 w 4011346"/>
                <a:gd name="connsiteY341" fmla="*/ 388535 h 2017102"/>
                <a:gd name="connsiteX342" fmla="*/ 1368263 w 4011346"/>
                <a:gd name="connsiteY342" fmla="*/ 395210 h 2017102"/>
                <a:gd name="connsiteX343" fmla="*/ 1321542 w 4011346"/>
                <a:gd name="connsiteY343" fmla="*/ 401884 h 2017102"/>
                <a:gd name="connsiteX344" fmla="*/ 1318205 w 4011346"/>
                <a:gd name="connsiteY344" fmla="*/ 488652 h 2017102"/>
                <a:gd name="connsiteX345" fmla="*/ 1358252 w 4011346"/>
                <a:gd name="connsiteY345" fmla="*/ 512013 h 2017102"/>
                <a:gd name="connsiteX346" fmla="*/ 1374938 w 4011346"/>
                <a:gd name="connsiteY346" fmla="*/ 542048 h 2017102"/>
                <a:gd name="connsiteX347" fmla="*/ 1384949 w 4011346"/>
                <a:gd name="connsiteY347" fmla="*/ 565408 h 2017102"/>
                <a:gd name="connsiteX348" fmla="*/ 1394961 w 4011346"/>
                <a:gd name="connsiteY348" fmla="*/ 615467 h 2017102"/>
                <a:gd name="connsiteX349" fmla="*/ 1384949 w 4011346"/>
                <a:gd name="connsiteY349" fmla="*/ 645502 h 2017102"/>
                <a:gd name="connsiteX350" fmla="*/ 1358252 w 4011346"/>
                <a:gd name="connsiteY350" fmla="*/ 612129 h 2017102"/>
                <a:gd name="connsiteX351" fmla="*/ 1361589 w 4011346"/>
                <a:gd name="connsiteY351" fmla="*/ 582094 h 2017102"/>
                <a:gd name="connsiteX352" fmla="*/ 1351577 w 4011346"/>
                <a:gd name="connsiteY352" fmla="*/ 542048 h 2017102"/>
                <a:gd name="connsiteX353" fmla="*/ 1328217 w 4011346"/>
                <a:gd name="connsiteY353" fmla="*/ 548722 h 2017102"/>
                <a:gd name="connsiteX354" fmla="*/ 1281495 w 4011346"/>
                <a:gd name="connsiteY354" fmla="*/ 512013 h 2017102"/>
                <a:gd name="connsiteX355" fmla="*/ 1241449 w 4011346"/>
                <a:gd name="connsiteY355" fmla="*/ 508675 h 2017102"/>
                <a:gd name="connsiteX356" fmla="*/ 1241449 w 4011346"/>
                <a:gd name="connsiteY356" fmla="*/ 555396 h 2017102"/>
                <a:gd name="connsiteX357" fmla="*/ 1201402 w 4011346"/>
                <a:gd name="connsiteY357" fmla="*/ 535373 h 2017102"/>
                <a:gd name="connsiteX358" fmla="*/ 1228100 w 4011346"/>
                <a:gd name="connsiteY358" fmla="*/ 585431 h 2017102"/>
                <a:gd name="connsiteX359" fmla="*/ 1258135 w 4011346"/>
                <a:gd name="connsiteY359" fmla="*/ 595443 h 2017102"/>
                <a:gd name="connsiteX360" fmla="*/ 1258135 w 4011346"/>
                <a:gd name="connsiteY360" fmla="*/ 615467 h 2017102"/>
                <a:gd name="connsiteX361" fmla="*/ 1198065 w 4011346"/>
                <a:gd name="connsiteY361" fmla="*/ 592106 h 2017102"/>
                <a:gd name="connsiteX362" fmla="*/ 1181379 w 4011346"/>
                <a:gd name="connsiteY362" fmla="*/ 592106 h 2017102"/>
                <a:gd name="connsiteX363" fmla="*/ 1178041 w 4011346"/>
                <a:gd name="connsiteY363" fmla="*/ 548722 h 2017102"/>
                <a:gd name="connsiteX364" fmla="*/ 1171367 w 4011346"/>
                <a:gd name="connsiteY364" fmla="*/ 461954 h 2017102"/>
                <a:gd name="connsiteX365" fmla="*/ 1161355 w 4011346"/>
                <a:gd name="connsiteY365" fmla="*/ 532036 h 2017102"/>
                <a:gd name="connsiteX366" fmla="*/ 1137995 w 4011346"/>
                <a:gd name="connsiteY366" fmla="*/ 562071 h 2017102"/>
                <a:gd name="connsiteX367" fmla="*/ 1158018 w 4011346"/>
                <a:gd name="connsiteY367" fmla="*/ 608792 h 2017102"/>
                <a:gd name="connsiteX368" fmla="*/ 1158018 w 4011346"/>
                <a:gd name="connsiteY368" fmla="*/ 642164 h 2017102"/>
                <a:gd name="connsiteX369" fmla="*/ 1141332 w 4011346"/>
                <a:gd name="connsiteY369" fmla="*/ 692223 h 2017102"/>
                <a:gd name="connsiteX370" fmla="*/ 1154681 w 4011346"/>
                <a:gd name="connsiteY370" fmla="*/ 725595 h 2017102"/>
                <a:gd name="connsiteX371" fmla="*/ 1184716 w 4011346"/>
                <a:gd name="connsiteY371" fmla="*/ 732269 h 2017102"/>
                <a:gd name="connsiteX372" fmla="*/ 1221425 w 4011346"/>
                <a:gd name="connsiteY372" fmla="*/ 738944 h 2017102"/>
                <a:gd name="connsiteX373" fmla="*/ 1241449 w 4011346"/>
                <a:gd name="connsiteY373" fmla="*/ 762304 h 2017102"/>
                <a:gd name="connsiteX374" fmla="*/ 1258135 w 4011346"/>
                <a:gd name="connsiteY374" fmla="*/ 805688 h 2017102"/>
                <a:gd name="connsiteX375" fmla="*/ 1258135 w 4011346"/>
                <a:gd name="connsiteY375" fmla="*/ 805688 h 2017102"/>
                <a:gd name="connsiteX376" fmla="*/ 1254798 w 4011346"/>
                <a:gd name="connsiteY376" fmla="*/ 839061 h 2017102"/>
                <a:gd name="connsiteX377" fmla="*/ 1274821 w 4011346"/>
                <a:gd name="connsiteY377" fmla="*/ 859084 h 2017102"/>
                <a:gd name="connsiteX378" fmla="*/ 1244786 w 4011346"/>
                <a:gd name="connsiteY378" fmla="*/ 865759 h 2017102"/>
                <a:gd name="connsiteX379" fmla="*/ 1224763 w 4011346"/>
                <a:gd name="connsiteY379" fmla="*/ 825712 h 2017102"/>
                <a:gd name="connsiteX380" fmla="*/ 1224763 w 4011346"/>
                <a:gd name="connsiteY380" fmla="*/ 785665 h 2017102"/>
                <a:gd name="connsiteX381" fmla="*/ 1194727 w 4011346"/>
                <a:gd name="connsiteY381" fmla="*/ 748956 h 2017102"/>
                <a:gd name="connsiteX382" fmla="*/ 1164692 w 4011346"/>
                <a:gd name="connsiteY382" fmla="*/ 792340 h 2017102"/>
                <a:gd name="connsiteX383" fmla="*/ 1178041 w 4011346"/>
                <a:gd name="connsiteY383" fmla="*/ 835723 h 2017102"/>
                <a:gd name="connsiteX384" fmla="*/ 1137995 w 4011346"/>
                <a:gd name="connsiteY384" fmla="*/ 892456 h 2017102"/>
                <a:gd name="connsiteX385" fmla="*/ 1097948 w 4011346"/>
                <a:gd name="connsiteY385" fmla="*/ 949189 h 2017102"/>
                <a:gd name="connsiteX386" fmla="*/ 1007843 w 4011346"/>
                <a:gd name="connsiteY386" fmla="*/ 912480 h 2017102"/>
                <a:gd name="connsiteX387" fmla="*/ 1074587 w 4011346"/>
                <a:gd name="connsiteY387" fmla="*/ 909142 h 2017102"/>
                <a:gd name="connsiteX388" fmla="*/ 1107960 w 4011346"/>
                <a:gd name="connsiteY388" fmla="*/ 845735 h 2017102"/>
                <a:gd name="connsiteX389" fmla="*/ 1121309 w 4011346"/>
                <a:gd name="connsiteY389" fmla="*/ 802351 h 2017102"/>
                <a:gd name="connsiteX390" fmla="*/ 1127983 w 4011346"/>
                <a:gd name="connsiteY390" fmla="*/ 768979 h 2017102"/>
                <a:gd name="connsiteX391" fmla="*/ 1117971 w 4011346"/>
                <a:gd name="connsiteY391" fmla="*/ 752293 h 2017102"/>
                <a:gd name="connsiteX392" fmla="*/ 1114634 w 4011346"/>
                <a:gd name="connsiteY392" fmla="*/ 702234 h 2017102"/>
                <a:gd name="connsiteX393" fmla="*/ 1104622 w 4011346"/>
                <a:gd name="connsiteY393" fmla="*/ 622141 h 2017102"/>
                <a:gd name="connsiteX394" fmla="*/ 1101285 w 4011346"/>
                <a:gd name="connsiteY394" fmla="*/ 562071 h 2017102"/>
                <a:gd name="connsiteX395" fmla="*/ 1124646 w 4011346"/>
                <a:gd name="connsiteY395" fmla="*/ 468629 h 2017102"/>
                <a:gd name="connsiteX396" fmla="*/ 1031203 w 4011346"/>
                <a:gd name="connsiteY396" fmla="*/ 458617 h 2017102"/>
                <a:gd name="connsiteX397" fmla="*/ 1014517 w 4011346"/>
                <a:gd name="connsiteY397" fmla="*/ 515350 h 2017102"/>
                <a:gd name="connsiteX398" fmla="*/ 1024529 w 4011346"/>
                <a:gd name="connsiteY398" fmla="*/ 562071 h 2017102"/>
                <a:gd name="connsiteX399" fmla="*/ 981145 w 4011346"/>
                <a:gd name="connsiteY399" fmla="*/ 615467 h 2017102"/>
                <a:gd name="connsiteX400" fmla="*/ 991157 w 4011346"/>
                <a:gd name="connsiteY400" fmla="*/ 652176 h 2017102"/>
                <a:gd name="connsiteX401" fmla="*/ 981145 w 4011346"/>
                <a:gd name="connsiteY401" fmla="*/ 698897 h 2017102"/>
                <a:gd name="connsiteX402" fmla="*/ 1001168 w 4011346"/>
                <a:gd name="connsiteY402" fmla="*/ 722258 h 2017102"/>
                <a:gd name="connsiteX403" fmla="*/ 1017854 w 4011346"/>
                <a:gd name="connsiteY403" fmla="*/ 768979 h 2017102"/>
                <a:gd name="connsiteX404" fmla="*/ 1047890 w 4011346"/>
                <a:gd name="connsiteY404" fmla="*/ 755630 h 2017102"/>
                <a:gd name="connsiteX405" fmla="*/ 1014517 w 4011346"/>
                <a:gd name="connsiteY405" fmla="*/ 809026 h 2017102"/>
                <a:gd name="connsiteX406" fmla="*/ 957784 w 4011346"/>
                <a:gd name="connsiteY406" fmla="*/ 755630 h 2017102"/>
                <a:gd name="connsiteX407" fmla="*/ 884365 w 4011346"/>
                <a:gd name="connsiteY407" fmla="*/ 718921 h 2017102"/>
                <a:gd name="connsiteX408" fmla="*/ 824295 w 4011346"/>
                <a:gd name="connsiteY408" fmla="*/ 695560 h 2017102"/>
                <a:gd name="connsiteX409" fmla="*/ 810946 w 4011346"/>
                <a:gd name="connsiteY409" fmla="*/ 732269 h 2017102"/>
                <a:gd name="connsiteX410" fmla="*/ 827633 w 4011346"/>
                <a:gd name="connsiteY410" fmla="*/ 768979 h 2017102"/>
                <a:gd name="connsiteX411" fmla="*/ 814284 w 4011346"/>
                <a:gd name="connsiteY411" fmla="*/ 792340 h 2017102"/>
                <a:gd name="connsiteX412" fmla="*/ 800935 w 4011346"/>
                <a:gd name="connsiteY412" fmla="*/ 809026 h 2017102"/>
                <a:gd name="connsiteX413" fmla="*/ 770900 w 4011346"/>
                <a:gd name="connsiteY413" fmla="*/ 752293 h 2017102"/>
                <a:gd name="connsiteX414" fmla="*/ 744202 w 4011346"/>
                <a:gd name="connsiteY414" fmla="*/ 789002 h 2017102"/>
                <a:gd name="connsiteX415" fmla="*/ 707492 w 4011346"/>
                <a:gd name="connsiteY415" fmla="*/ 782328 h 2017102"/>
                <a:gd name="connsiteX416" fmla="*/ 654097 w 4011346"/>
                <a:gd name="connsiteY416" fmla="*/ 819037 h 2017102"/>
                <a:gd name="connsiteX417" fmla="*/ 644085 w 4011346"/>
                <a:gd name="connsiteY417" fmla="*/ 795677 h 2017102"/>
                <a:gd name="connsiteX418" fmla="*/ 654097 w 4011346"/>
                <a:gd name="connsiteY418" fmla="*/ 758967 h 2017102"/>
                <a:gd name="connsiteX419" fmla="*/ 614050 w 4011346"/>
                <a:gd name="connsiteY419" fmla="*/ 795677 h 2017102"/>
                <a:gd name="connsiteX420" fmla="*/ 594027 w 4011346"/>
                <a:gd name="connsiteY420" fmla="*/ 795677 h 2017102"/>
                <a:gd name="connsiteX421" fmla="*/ 533957 w 4011346"/>
                <a:gd name="connsiteY421" fmla="*/ 829049 h 2017102"/>
                <a:gd name="connsiteX422" fmla="*/ 510596 w 4011346"/>
                <a:gd name="connsiteY422" fmla="*/ 852410 h 2017102"/>
                <a:gd name="connsiteX423" fmla="*/ 500584 w 4011346"/>
                <a:gd name="connsiteY423" fmla="*/ 899131 h 2017102"/>
                <a:gd name="connsiteX424" fmla="*/ 450526 w 4011346"/>
                <a:gd name="connsiteY424" fmla="*/ 885782 h 2017102"/>
                <a:gd name="connsiteX425" fmla="*/ 433840 w 4011346"/>
                <a:gd name="connsiteY425" fmla="*/ 849072 h 2017102"/>
                <a:gd name="connsiteX426" fmla="*/ 467212 w 4011346"/>
                <a:gd name="connsiteY426" fmla="*/ 819037 h 2017102"/>
                <a:gd name="connsiteX427" fmla="*/ 453863 w 4011346"/>
                <a:gd name="connsiteY427" fmla="*/ 795677 h 2017102"/>
                <a:gd name="connsiteX428" fmla="*/ 390456 w 4011346"/>
                <a:gd name="connsiteY428" fmla="*/ 765642 h 2017102"/>
                <a:gd name="connsiteX429" fmla="*/ 417154 w 4011346"/>
                <a:gd name="connsiteY429" fmla="*/ 815700 h 2017102"/>
                <a:gd name="connsiteX430" fmla="*/ 407142 w 4011346"/>
                <a:gd name="connsiteY430" fmla="*/ 859084 h 2017102"/>
                <a:gd name="connsiteX431" fmla="*/ 413817 w 4011346"/>
                <a:gd name="connsiteY431" fmla="*/ 895794 h 2017102"/>
                <a:gd name="connsiteX432" fmla="*/ 427165 w 4011346"/>
                <a:gd name="connsiteY432" fmla="*/ 919154 h 2017102"/>
                <a:gd name="connsiteX433" fmla="*/ 413817 w 4011346"/>
                <a:gd name="connsiteY433" fmla="*/ 949189 h 2017102"/>
                <a:gd name="connsiteX434" fmla="*/ 390456 w 4011346"/>
                <a:gd name="connsiteY434" fmla="*/ 925829 h 2017102"/>
                <a:gd name="connsiteX435" fmla="*/ 360421 w 4011346"/>
                <a:gd name="connsiteY435" fmla="*/ 922491 h 2017102"/>
                <a:gd name="connsiteX436" fmla="*/ 333723 w 4011346"/>
                <a:gd name="connsiteY436" fmla="*/ 962538 h 2017102"/>
                <a:gd name="connsiteX437" fmla="*/ 307025 w 4011346"/>
                <a:gd name="connsiteY437" fmla="*/ 982561 h 2017102"/>
                <a:gd name="connsiteX438" fmla="*/ 320374 w 4011346"/>
                <a:gd name="connsiteY438" fmla="*/ 1009259 h 2017102"/>
                <a:gd name="connsiteX439" fmla="*/ 303688 w 4011346"/>
                <a:gd name="connsiteY439" fmla="*/ 1032620 h 2017102"/>
                <a:gd name="connsiteX440" fmla="*/ 233606 w 4011346"/>
                <a:gd name="connsiteY440" fmla="*/ 995910 h 2017102"/>
                <a:gd name="connsiteX441" fmla="*/ 243618 w 4011346"/>
                <a:gd name="connsiteY441" fmla="*/ 1045969 h 2017102"/>
                <a:gd name="connsiteX442" fmla="*/ 263641 w 4011346"/>
                <a:gd name="connsiteY442" fmla="*/ 1065992 h 2017102"/>
                <a:gd name="connsiteX443" fmla="*/ 250292 w 4011346"/>
                <a:gd name="connsiteY443" fmla="*/ 1079341 h 2017102"/>
                <a:gd name="connsiteX444" fmla="*/ 193560 w 4011346"/>
                <a:gd name="connsiteY444" fmla="*/ 1042631 h 2017102"/>
                <a:gd name="connsiteX445" fmla="*/ 170199 w 4011346"/>
                <a:gd name="connsiteY445" fmla="*/ 1002585 h 2017102"/>
                <a:gd name="connsiteX446" fmla="*/ 170199 w 4011346"/>
                <a:gd name="connsiteY446" fmla="*/ 955864 h 2017102"/>
                <a:gd name="connsiteX447" fmla="*/ 133490 w 4011346"/>
                <a:gd name="connsiteY447" fmla="*/ 879107 h 2017102"/>
                <a:gd name="connsiteX448" fmla="*/ 196897 w 4011346"/>
                <a:gd name="connsiteY448" fmla="*/ 909142 h 2017102"/>
                <a:gd name="connsiteX449" fmla="*/ 256967 w 4011346"/>
                <a:gd name="connsiteY449" fmla="*/ 939177 h 2017102"/>
                <a:gd name="connsiteX450" fmla="*/ 293676 w 4011346"/>
                <a:gd name="connsiteY450" fmla="*/ 942515 h 2017102"/>
                <a:gd name="connsiteX451" fmla="*/ 327049 w 4011346"/>
                <a:gd name="connsiteY451" fmla="*/ 912480 h 2017102"/>
                <a:gd name="connsiteX452" fmla="*/ 343735 w 4011346"/>
                <a:gd name="connsiteY452" fmla="*/ 875770 h 2017102"/>
                <a:gd name="connsiteX453" fmla="*/ 333723 w 4011346"/>
                <a:gd name="connsiteY453" fmla="*/ 825712 h 2017102"/>
                <a:gd name="connsiteX454" fmla="*/ 290339 w 4011346"/>
                <a:gd name="connsiteY454" fmla="*/ 805688 h 2017102"/>
                <a:gd name="connsiteX455" fmla="*/ 236944 w 4011346"/>
                <a:gd name="connsiteY455" fmla="*/ 758967 h 2017102"/>
                <a:gd name="connsiteX456" fmla="*/ 133490 w 4011346"/>
                <a:gd name="connsiteY456"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2127003 w 4011346"/>
                <a:gd name="connsiteY321" fmla="*/ 171242 h 2017102"/>
                <a:gd name="connsiteX322" fmla="*/ 2092713 w 4011346"/>
                <a:gd name="connsiteY322" fmla="*/ 102662 h 2017102"/>
                <a:gd name="connsiteX323" fmla="*/ 1952696 w 4011346"/>
                <a:gd name="connsiteY323" fmla="*/ 134093 h 2017102"/>
                <a:gd name="connsiteX324" fmla="*/ 1877440 w 4011346"/>
                <a:gd name="connsiteY324" fmla="*/ 0 h 2017102"/>
                <a:gd name="connsiteX325" fmla="*/ 1835474 w 4011346"/>
                <a:gd name="connsiteY325" fmla="*/ 38128 h 2017102"/>
                <a:gd name="connsiteX326" fmla="*/ 1818788 w 4011346"/>
                <a:gd name="connsiteY326" fmla="*/ 78175 h 2017102"/>
                <a:gd name="connsiteX327" fmla="*/ 1838813 w 4011346"/>
                <a:gd name="connsiteY327" fmla="*/ 131569 h 2017102"/>
                <a:gd name="connsiteX328" fmla="*/ 1782079 w 4011346"/>
                <a:gd name="connsiteY328" fmla="*/ 118220 h 2017102"/>
                <a:gd name="connsiteX329" fmla="*/ 1768731 w 4011346"/>
                <a:gd name="connsiteY329" fmla="*/ 164942 h 2017102"/>
                <a:gd name="connsiteX330" fmla="*/ 1705322 w 4011346"/>
                <a:gd name="connsiteY330" fmla="*/ 188302 h 2017102"/>
                <a:gd name="connsiteX331" fmla="*/ 1685300 w 4011346"/>
                <a:gd name="connsiteY331" fmla="*/ 161604 h 2017102"/>
                <a:gd name="connsiteX332" fmla="*/ 1615218 w 4011346"/>
                <a:gd name="connsiteY332" fmla="*/ 164942 h 2017102"/>
                <a:gd name="connsiteX333" fmla="*/ 1638579 w 4011346"/>
                <a:gd name="connsiteY333" fmla="*/ 194977 h 2017102"/>
                <a:gd name="connsiteX334" fmla="*/ 1528449 w 4011346"/>
                <a:gd name="connsiteY334" fmla="*/ 221673 h 2017102"/>
                <a:gd name="connsiteX335" fmla="*/ 1465043 w 4011346"/>
                <a:gd name="connsiteY335" fmla="*/ 305104 h 2017102"/>
                <a:gd name="connsiteX336" fmla="*/ 1448357 w 4011346"/>
                <a:gd name="connsiteY336" fmla="*/ 331802 h 2017102"/>
                <a:gd name="connsiteX337" fmla="*/ 1481729 w 4011346"/>
                <a:gd name="connsiteY337" fmla="*/ 365175 h 2017102"/>
                <a:gd name="connsiteX338" fmla="*/ 1481729 w 4011346"/>
                <a:gd name="connsiteY338" fmla="*/ 395210 h 2017102"/>
                <a:gd name="connsiteX339" fmla="*/ 1458368 w 4011346"/>
                <a:gd name="connsiteY339" fmla="*/ 398547 h 2017102"/>
                <a:gd name="connsiteX340" fmla="*/ 1458368 w 4011346"/>
                <a:gd name="connsiteY340" fmla="*/ 378523 h 2017102"/>
                <a:gd name="connsiteX341" fmla="*/ 1418322 w 4011346"/>
                <a:gd name="connsiteY341" fmla="*/ 388535 h 2017102"/>
                <a:gd name="connsiteX342" fmla="*/ 1368263 w 4011346"/>
                <a:gd name="connsiteY342" fmla="*/ 395210 h 2017102"/>
                <a:gd name="connsiteX343" fmla="*/ 1321542 w 4011346"/>
                <a:gd name="connsiteY343" fmla="*/ 401884 h 2017102"/>
                <a:gd name="connsiteX344" fmla="*/ 1318205 w 4011346"/>
                <a:gd name="connsiteY344" fmla="*/ 488652 h 2017102"/>
                <a:gd name="connsiteX345" fmla="*/ 1358252 w 4011346"/>
                <a:gd name="connsiteY345" fmla="*/ 512013 h 2017102"/>
                <a:gd name="connsiteX346" fmla="*/ 1374938 w 4011346"/>
                <a:gd name="connsiteY346" fmla="*/ 542048 h 2017102"/>
                <a:gd name="connsiteX347" fmla="*/ 1384949 w 4011346"/>
                <a:gd name="connsiteY347" fmla="*/ 565408 h 2017102"/>
                <a:gd name="connsiteX348" fmla="*/ 1394961 w 4011346"/>
                <a:gd name="connsiteY348" fmla="*/ 615467 h 2017102"/>
                <a:gd name="connsiteX349" fmla="*/ 1384949 w 4011346"/>
                <a:gd name="connsiteY349" fmla="*/ 645502 h 2017102"/>
                <a:gd name="connsiteX350" fmla="*/ 1358252 w 4011346"/>
                <a:gd name="connsiteY350" fmla="*/ 612129 h 2017102"/>
                <a:gd name="connsiteX351" fmla="*/ 1361589 w 4011346"/>
                <a:gd name="connsiteY351" fmla="*/ 582094 h 2017102"/>
                <a:gd name="connsiteX352" fmla="*/ 1351577 w 4011346"/>
                <a:gd name="connsiteY352" fmla="*/ 542048 h 2017102"/>
                <a:gd name="connsiteX353" fmla="*/ 1328217 w 4011346"/>
                <a:gd name="connsiteY353" fmla="*/ 548722 h 2017102"/>
                <a:gd name="connsiteX354" fmla="*/ 1281495 w 4011346"/>
                <a:gd name="connsiteY354" fmla="*/ 512013 h 2017102"/>
                <a:gd name="connsiteX355" fmla="*/ 1241449 w 4011346"/>
                <a:gd name="connsiteY355" fmla="*/ 508675 h 2017102"/>
                <a:gd name="connsiteX356" fmla="*/ 1241449 w 4011346"/>
                <a:gd name="connsiteY356" fmla="*/ 555396 h 2017102"/>
                <a:gd name="connsiteX357" fmla="*/ 1201402 w 4011346"/>
                <a:gd name="connsiteY357" fmla="*/ 535373 h 2017102"/>
                <a:gd name="connsiteX358" fmla="*/ 1228100 w 4011346"/>
                <a:gd name="connsiteY358" fmla="*/ 585431 h 2017102"/>
                <a:gd name="connsiteX359" fmla="*/ 1258135 w 4011346"/>
                <a:gd name="connsiteY359" fmla="*/ 595443 h 2017102"/>
                <a:gd name="connsiteX360" fmla="*/ 1258135 w 4011346"/>
                <a:gd name="connsiteY360" fmla="*/ 615467 h 2017102"/>
                <a:gd name="connsiteX361" fmla="*/ 1198065 w 4011346"/>
                <a:gd name="connsiteY361" fmla="*/ 592106 h 2017102"/>
                <a:gd name="connsiteX362" fmla="*/ 1181379 w 4011346"/>
                <a:gd name="connsiteY362" fmla="*/ 592106 h 2017102"/>
                <a:gd name="connsiteX363" fmla="*/ 1178041 w 4011346"/>
                <a:gd name="connsiteY363" fmla="*/ 548722 h 2017102"/>
                <a:gd name="connsiteX364" fmla="*/ 1171367 w 4011346"/>
                <a:gd name="connsiteY364" fmla="*/ 461954 h 2017102"/>
                <a:gd name="connsiteX365" fmla="*/ 1161355 w 4011346"/>
                <a:gd name="connsiteY365" fmla="*/ 532036 h 2017102"/>
                <a:gd name="connsiteX366" fmla="*/ 1137995 w 4011346"/>
                <a:gd name="connsiteY366" fmla="*/ 562071 h 2017102"/>
                <a:gd name="connsiteX367" fmla="*/ 1158018 w 4011346"/>
                <a:gd name="connsiteY367" fmla="*/ 608792 h 2017102"/>
                <a:gd name="connsiteX368" fmla="*/ 1158018 w 4011346"/>
                <a:gd name="connsiteY368" fmla="*/ 642164 h 2017102"/>
                <a:gd name="connsiteX369" fmla="*/ 1141332 w 4011346"/>
                <a:gd name="connsiteY369" fmla="*/ 692223 h 2017102"/>
                <a:gd name="connsiteX370" fmla="*/ 1154681 w 4011346"/>
                <a:gd name="connsiteY370" fmla="*/ 725595 h 2017102"/>
                <a:gd name="connsiteX371" fmla="*/ 1184716 w 4011346"/>
                <a:gd name="connsiteY371" fmla="*/ 732269 h 2017102"/>
                <a:gd name="connsiteX372" fmla="*/ 1221425 w 4011346"/>
                <a:gd name="connsiteY372" fmla="*/ 738944 h 2017102"/>
                <a:gd name="connsiteX373" fmla="*/ 1241449 w 4011346"/>
                <a:gd name="connsiteY373" fmla="*/ 762304 h 2017102"/>
                <a:gd name="connsiteX374" fmla="*/ 1258135 w 4011346"/>
                <a:gd name="connsiteY374" fmla="*/ 805688 h 2017102"/>
                <a:gd name="connsiteX375" fmla="*/ 1258135 w 4011346"/>
                <a:gd name="connsiteY375" fmla="*/ 805688 h 2017102"/>
                <a:gd name="connsiteX376" fmla="*/ 1254798 w 4011346"/>
                <a:gd name="connsiteY376" fmla="*/ 839061 h 2017102"/>
                <a:gd name="connsiteX377" fmla="*/ 1274821 w 4011346"/>
                <a:gd name="connsiteY377" fmla="*/ 859084 h 2017102"/>
                <a:gd name="connsiteX378" fmla="*/ 1244786 w 4011346"/>
                <a:gd name="connsiteY378" fmla="*/ 865759 h 2017102"/>
                <a:gd name="connsiteX379" fmla="*/ 1224763 w 4011346"/>
                <a:gd name="connsiteY379" fmla="*/ 825712 h 2017102"/>
                <a:gd name="connsiteX380" fmla="*/ 1224763 w 4011346"/>
                <a:gd name="connsiteY380" fmla="*/ 785665 h 2017102"/>
                <a:gd name="connsiteX381" fmla="*/ 1194727 w 4011346"/>
                <a:gd name="connsiteY381" fmla="*/ 748956 h 2017102"/>
                <a:gd name="connsiteX382" fmla="*/ 1164692 w 4011346"/>
                <a:gd name="connsiteY382" fmla="*/ 792340 h 2017102"/>
                <a:gd name="connsiteX383" fmla="*/ 1178041 w 4011346"/>
                <a:gd name="connsiteY383" fmla="*/ 835723 h 2017102"/>
                <a:gd name="connsiteX384" fmla="*/ 1137995 w 4011346"/>
                <a:gd name="connsiteY384" fmla="*/ 892456 h 2017102"/>
                <a:gd name="connsiteX385" fmla="*/ 1097948 w 4011346"/>
                <a:gd name="connsiteY385" fmla="*/ 949189 h 2017102"/>
                <a:gd name="connsiteX386" fmla="*/ 1007843 w 4011346"/>
                <a:gd name="connsiteY386" fmla="*/ 912480 h 2017102"/>
                <a:gd name="connsiteX387" fmla="*/ 1074587 w 4011346"/>
                <a:gd name="connsiteY387" fmla="*/ 909142 h 2017102"/>
                <a:gd name="connsiteX388" fmla="*/ 1107960 w 4011346"/>
                <a:gd name="connsiteY388" fmla="*/ 845735 h 2017102"/>
                <a:gd name="connsiteX389" fmla="*/ 1121309 w 4011346"/>
                <a:gd name="connsiteY389" fmla="*/ 802351 h 2017102"/>
                <a:gd name="connsiteX390" fmla="*/ 1127983 w 4011346"/>
                <a:gd name="connsiteY390" fmla="*/ 768979 h 2017102"/>
                <a:gd name="connsiteX391" fmla="*/ 1117971 w 4011346"/>
                <a:gd name="connsiteY391" fmla="*/ 752293 h 2017102"/>
                <a:gd name="connsiteX392" fmla="*/ 1114634 w 4011346"/>
                <a:gd name="connsiteY392" fmla="*/ 702234 h 2017102"/>
                <a:gd name="connsiteX393" fmla="*/ 1104622 w 4011346"/>
                <a:gd name="connsiteY393" fmla="*/ 622141 h 2017102"/>
                <a:gd name="connsiteX394" fmla="*/ 1101285 w 4011346"/>
                <a:gd name="connsiteY394" fmla="*/ 562071 h 2017102"/>
                <a:gd name="connsiteX395" fmla="*/ 1124646 w 4011346"/>
                <a:gd name="connsiteY395" fmla="*/ 468629 h 2017102"/>
                <a:gd name="connsiteX396" fmla="*/ 1031203 w 4011346"/>
                <a:gd name="connsiteY396" fmla="*/ 458617 h 2017102"/>
                <a:gd name="connsiteX397" fmla="*/ 1014517 w 4011346"/>
                <a:gd name="connsiteY397" fmla="*/ 515350 h 2017102"/>
                <a:gd name="connsiteX398" fmla="*/ 1024529 w 4011346"/>
                <a:gd name="connsiteY398" fmla="*/ 562071 h 2017102"/>
                <a:gd name="connsiteX399" fmla="*/ 981145 w 4011346"/>
                <a:gd name="connsiteY399" fmla="*/ 615467 h 2017102"/>
                <a:gd name="connsiteX400" fmla="*/ 991157 w 4011346"/>
                <a:gd name="connsiteY400" fmla="*/ 652176 h 2017102"/>
                <a:gd name="connsiteX401" fmla="*/ 981145 w 4011346"/>
                <a:gd name="connsiteY401" fmla="*/ 698897 h 2017102"/>
                <a:gd name="connsiteX402" fmla="*/ 1001168 w 4011346"/>
                <a:gd name="connsiteY402" fmla="*/ 722258 h 2017102"/>
                <a:gd name="connsiteX403" fmla="*/ 1017854 w 4011346"/>
                <a:gd name="connsiteY403" fmla="*/ 768979 h 2017102"/>
                <a:gd name="connsiteX404" fmla="*/ 1047890 w 4011346"/>
                <a:gd name="connsiteY404" fmla="*/ 755630 h 2017102"/>
                <a:gd name="connsiteX405" fmla="*/ 1014517 w 4011346"/>
                <a:gd name="connsiteY405" fmla="*/ 809026 h 2017102"/>
                <a:gd name="connsiteX406" fmla="*/ 957784 w 4011346"/>
                <a:gd name="connsiteY406" fmla="*/ 755630 h 2017102"/>
                <a:gd name="connsiteX407" fmla="*/ 884365 w 4011346"/>
                <a:gd name="connsiteY407" fmla="*/ 718921 h 2017102"/>
                <a:gd name="connsiteX408" fmla="*/ 824295 w 4011346"/>
                <a:gd name="connsiteY408" fmla="*/ 695560 h 2017102"/>
                <a:gd name="connsiteX409" fmla="*/ 810946 w 4011346"/>
                <a:gd name="connsiteY409" fmla="*/ 732269 h 2017102"/>
                <a:gd name="connsiteX410" fmla="*/ 827633 w 4011346"/>
                <a:gd name="connsiteY410" fmla="*/ 768979 h 2017102"/>
                <a:gd name="connsiteX411" fmla="*/ 814284 w 4011346"/>
                <a:gd name="connsiteY411" fmla="*/ 792340 h 2017102"/>
                <a:gd name="connsiteX412" fmla="*/ 800935 w 4011346"/>
                <a:gd name="connsiteY412" fmla="*/ 809026 h 2017102"/>
                <a:gd name="connsiteX413" fmla="*/ 770900 w 4011346"/>
                <a:gd name="connsiteY413" fmla="*/ 752293 h 2017102"/>
                <a:gd name="connsiteX414" fmla="*/ 744202 w 4011346"/>
                <a:gd name="connsiteY414" fmla="*/ 789002 h 2017102"/>
                <a:gd name="connsiteX415" fmla="*/ 707492 w 4011346"/>
                <a:gd name="connsiteY415" fmla="*/ 782328 h 2017102"/>
                <a:gd name="connsiteX416" fmla="*/ 654097 w 4011346"/>
                <a:gd name="connsiteY416" fmla="*/ 819037 h 2017102"/>
                <a:gd name="connsiteX417" fmla="*/ 644085 w 4011346"/>
                <a:gd name="connsiteY417" fmla="*/ 795677 h 2017102"/>
                <a:gd name="connsiteX418" fmla="*/ 654097 w 4011346"/>
                <a:gd name="connsiteY418" fmla="*/ 758967 h 2017102"/>
                <a:gd name="connsiteX419" fmla="*/ 614050 w 4011346"/>
                <a:gd name="connsiteY419" fmla="*/ 795677 h 2017102"/>
                <a:gd name="connsiteX420" fmla="*/ 594027 w 4011346"/>
                <a:gd name="connsiteY420" fmla="*/ 795677 h 2017102"/>
                <a:gd name="connsiteX421" fmla="*/ 533957 w 4011346"/>
                <a:gd name="connsiteY421" fmla="*/ 829049 h 2017102"/>
                <a:gd name="connsiteX422" fmla="*/ 510596 w 4011346"/>
                <a:gd name="connsiteY422" fmla="*/ 852410 h 2017102"/>
                <a:gd name="connsiteX423" fmla="*/ 500584 w 4011346"/>
                <a:gd name="connsiteY423" fmla="*/ 899131 h 2017102"/>
                <a:gd name="connsiteX424" fmla="*/ 450526 w 4011346"/>
                <a:gd name="connsiteY424" fmla="*/ 885782 h 2017102"/>
                <a:gd name="connsiteX425" fmla="*/ 433840 w 4011346"/>
                <a:gd name="connsiteY425" fmla="*/ 849072 h 2017102"/>
                <a:gd name="connsiteX426" fmla="*/ 467212 w 4011346"/>
                <a:gd name="connsiteY426" fmla="*/ 819037 h 2017102"/>
                <a:gd name="connsiteX427" fmla="*/ 453863 w 4011346"/>
                <a:gd name="connsiteY427" fmla="*/ 795677 h 2017102"/>
                <a:gd name="connsiteX428" fmla="*/ 390456 w 4011346"/>
                <a:gd name="connsiteY428" fmla="*/ 765642 h 2017102"/>
                <a:gd name="connsiteX429" fmla="*/ 417154 w 4011346"/>
                <a:gd name="connsiteY429" fmla="*/ 815700 h 2017102"/>
                <a:gd name="connsiteX430" fmla="*/ 407142 w 4011346"/>
                <a:gd name="connsiteY430" fmla="*/ 859084 h 2017102"/>
                <a:gd name="connsiteX431" fmla="*/ 413817 w 4011346"/>
                <a:gd name="connsiteY431" fmla="*/ 895794 h 2017102"/>
                <a:gd name="connsiteX432" fmla="*/ 427165 w 4011346"/>
                <a:gd name="connsiteY432" fmla="*/ 919154 h 2017102"/>
                <a:gd name="connsiteX433" fmla="*/ 413817 w 4011346"/>
                <a:gd name="connsiteY433" fmla="*/ 949189 h 2017102"/>
                <a:gd name="connsiteX434" fmla="*/ 390456 w 4011346"/>
                <a:gd name="connsiteY434" fmla="*/ 925829 h 2017102"/>
                <a:gd name="connsiteX435" fmla="*/ 360421 w 4011346"/>
                <a:gd name="connsiteY435" fmla="*/ 922491 h 2017102"/>
                <a:gd name="connsiteX436" fmla="*/ 333723 w 4011346"/>
                <a:gd name="connsiteY436" fmla="*/ 962538 h 2017102"/>
                <a:gd name="connsiteX437" fmla="*/ 307025 w 4011346"/>
                <a:gd name="connsiteY437" fmla="*/ 982561 h 2017102"/>
                <a:gd name="connsiteX438" fmla="*/ 320374 w 4011346"/>
                <a:gd name="connsiteY438" fmla="*/ 1009259 h 2017102"/>
                <a:gd name="connsiteX439" fmla="*/ 303688 w 4011346"/>
                <a:gd name="connsiteY439" fmla="*/ 1032620 h 2017102"/>
                <a:gd name="connsiteX440" fmla="*/ 233606 w 4011346"/>
                <a:gd name="connsiteY440" fmla="*/ 995910 h 2017102"/>
                <a:gd name="connsiteX441" fmla="*/ 243618 w 4011346"/>
                <a:gd name="connsiteY441" fmla="*/ 1045969 h 2017102"/>
                <a:gd name="connsiteX442" fmla="*/ 263641 w 4011346"/>
                <a:gd name="connsiteY442" fmla="*/ 1065992 h 2017102"/>
                <a:gd name="connsiteX443" fmla="*/ 250292 w 4011346"/>
                <a:gd name="connsiteY443" fmla="*/ 1079341 h 2017102"/>
                <a:gd name="connsiteX444" fmla="*/ 193560 w 4011346"/>
                <a:gd name="connsiteY444" fmla="*/ 1042631 h 2017102"/>
                <a:gd name="connsiteX445" fmla="*/ 170199 w 4011346"/>
                <a:gd name="connsiteY445" fmla="*/ 1002585 h 2017102"/>
                <a:gd name="connsiteX446" fmla="*/ 170199 w 4011346"/>
                <a:gd name="connsiteY446" fmla="*/ 955864 h 2017102"/>
                <a:gd name="connsiteX447" fmla="*/ 133490 w 4011346"/>
                <a:gd name="connsiteY447" fmla="*/ 879107 h 2017102"/>
                <a:gd name="connsiteX448" fmla="*/ 196897 w 4011346"/>
                <a:gd name="connsiteY448" fmla="*/ 909142 h 2017102"/>
                <a:gd name="connsiteX449" fmla="*/ 256967 w 4011346"/>
                <a:gd name="connsiteY449" fmla="*/ 939177 h 2017102"/>
                <a:gd name="connsiteX450" fmla="*/ 293676 w 4011346"/>
                <a:gd name="connsiteY450" fmla="*/ 942515 h 2017102"/>
                <a:gd name="connsiteX451" fmla="*/ 327049 w 4011346"/>
                <a:gd name="connsiteY451" fmla="*/ 912480 h 2017102"/>
                <a:gd name="connsiteX452" fmla="*/ 343735 w 4011346"/>
                <a:gd name="connsiteY452" fmla="*/ 875770 h 2017102"/>
                <a:gd name="connsiteX453" fmla="*/ 333723 w 4011346"/>
                <a:gd name="connsiteY453" fmla="*/ 825712 h 2017102"/>
                <a:gd name="connsiteX454" fmla="*/ 290339 w 4011346"/>
                <a:gd name="connsiteY454" fmla="*/ 805688 h 2017102"/>
                <a:gd name="connsiteX455" fmla="*/ 236944 w 4011346"/>
                <a:gd name="connsiteY455" fmla="*/ 758967 h 2017102"/>
                <a:gd name="connsiteX456" fmla="*/ 133490 w 4011346"/>
                <a:gd name="connsiteY456" fmla="*/ 702234 h 2017102"/>
                <a:gd name="connsiteX0" fmla="*/ 133490 w 4011346"/>
                <a:gd name="connsiteY0" fmla="*/ 702234 h 2017102"/>
                <a:gd name="connsiteX1" fmla="*/ 46722 w 4011346"/>
                <a:gd name="connsiteY1" fmla="*/ 732269 h 2017102"/>
                <a:gd name="connsiteX2" fmla="*/ 33373 w 4011346"/>
                <a:gd name="connsiteY2" fmla="*/ 762304 h 2017102"/>
                <a:gd name="connsiteX3" fmla="*/ 43384 w 4011346"/>
                <a:gd name="connsiteY3" fmla="*/ 792340 h 2017102"/>
                <a:gd name="connsiteX4" fmla="*/ 60071 w 4011346"/>
                <a:gd name="connsiteY4" fmla="*/ 819037 h 2017102"/>
                <a:gd name="connsiteX5" fmla="*/ 73419 w 4011346"/>
                <a:gd name="connsiteY5" fmla="*/ 849072 h 2017102"/>
                <a:gd name="connsiteX6" fmla="*/ 56733 w 4011346"/>
                <a:gd name="connsiteY6" fmla="*/ 872433 h 2017102"/>
                <a:gd name="connsiteX7" fmla="*/ 76757 w 4011346"/>
                <a:gd name="connsiteY7" fmla="*/ 952526 h 2017102"/>
                <a:gd name="connsiteX8" fmla="*/ 66745 w 4011346"/>
                <a:gd name="connsiteY8" fmla="*/ 969213 h 2017102"/>
                <a:gd name="connsiteX9" fmla="*/ 70082 w 4011346"/>
                <a:gd name="connsiteY9" fmla="*/ 995910 h 2017102"/>
                <a:gd name="connsiteX10" fmla="*/ 70082 w 4011346"/>
                <a:gd name="connsiteY10" fmla="*/ 1035957 h 2017102"/>
                <a:gd name="connsiteX11" fmla="*/ 80094 w 4011346"/>
                <a:gd name="connsiteY11" fmla="*/ 1055980 h 2017102"/>
                <a:gd name="connsiteX12" fmla="*/ 76757 w 4011346"/>
                <a:gd name="connsiteY12" fmla="*/ 1079341 h 2017102"/>
                <a:gd name="connsiteX13" fmla="*/ 106792 w 4011346"/>
                <a:gd name="connsiteY13" fmla="*/ 1112713 h 2017102"/>
                <a:gd name="connsiteX14" fmla="*/ 106792 w 4011346"/>
                <a:gd name="connsiteY14" fmla="*/ 1142748 h 2017102"/>
                <a:gd name="connsiteX15" fmla="*/ 13349 w 4011346"/>
                <a:gd name="connsiteY15" fmla="*/ 1232853 h 2017102"/>
                <a:gd name="connsiteX16" fmla="*/ 33373 w 4011346"/>
                <a:gd name="connsiteY16" fmla="*/ 1266226 h 2017102"/>
                <a:gd name="connsiteX17" fmla="*/ 33373 w 4011346"/>
                <a:gd name="connsiteY17" fmla="*/ 1266226 h 2017102"/>
                <a:gd name="connsiteX18" fmla="*/ 16687 w 4011346"/>
                <a:gd name="connsiteY18" fmla="*/ 1296261 h 2017102"/>
                <a:gd name="connsiteX19" fmla="*/ 3338 w 4011346"/>
                <a:gd name="connsiteY19" fmla="*/ 1326296 h 2017102"/>
                <a:gd name="connsiteX20" fmla="*/ 0 w 4011346"/>
                <a:gd name="connsiteY20" fmla="*/ 1386366 h 2017102"/>
                <a:gd name="connsiteX21" fmla="*/ 16687 w 4011346"/>
                <a:gd name="connsiteY21" fmla="*/ 1429750 h 2017102"/>
                <a:gd name="connsiteX22" fmla="*/ 20024 w 4011346"/>
                <a:gd name="connsiteY22" fmla="*/ 1463122 h 2017102"/>
                <a:gd name="connsiteX23" fmla="*/ 56733 w 4011346"/>
                <a:gd name="connsiteY23" fmla="*/ 1473134 h 2017102"/>
                <a:gd name="connsiteX24" fmla="*/ 116803 w 4011346"/>
                <a:gd name="connsiteY24" fmla="*/ 1559902 h 2017102"/>
                <a:gd name="connsiteX25" fmla="*/ 96780 w 4011346"/>
                <a:gd name="connsiteY25" fmla="*/ 1583262 h 2017102"/>
                <a:gd name="connsiteX26" fmla="*/ 93443 w 4011346"/>
                <a:gd name="connsiteY26" fmla="*/ 1613297 h 2017102"/>
                <a:gd name="connsiteX27" fmla="*/ 120141 w 4011346"/>
                <a:gd name="connsiteY27" fmla="*/ 1616634 h 2017102"/>
                <a:gd name="connsiteX28" fmla="*/ 160187 w 4011346"/>
                <a:gd name="connsiteY28" fmla="*/ 1629983 h 2017102"/>
                <a:gd name="connsiteX29" fmla="*/ 186885 w 4011346"/>
                <a:gd name="connsiteY29" fmla="*/ 1643332 h 2017102"/>
                <a:gd name="connsiteX30" fmla="*/ 213583 w 4011346"/>
                <a:gd name="connsiteY30" fmla="*/ 1673367 h 2017102"/>
                <a:gd name="connsiteX31" fmla="*/ 243618 w 4011346"/>
                <a:gd name="connsiteY31" fmla="*/ 1676704 h 2017102"/>
                <a:gd name="connsiteX32" fmla="*/ 287002 w 4011346"/>
                <a:gd name="connsiteY32" fmla="*/ 1706740 h 2017102"/>
                <a:gd name="connsiteX33" fmla="*/ 310363 w 4011346"/>
                <a:gd name="connsiteY33" fmla="*/ 1716751 h 2017102"/>
                <a:gd name="connsiteX34" fmla="*/ 310363 w 4011346"/>
                <a:gd name="connsiteY34" fmla="*/ 1753461 h 2017102"/>
                <a:gd name="connsiteX35" fmla="*/ 270316 w 4011346"/>
                <a:gd name="connsiteY35" fmla="*/ 1793507 h 2017102"/>
                <a:gd name="connsiteX36" fmla="*/ 280327 w 4011346"/>
                <a:gd name="connsiteY36" fmla="*/ 1816868 h 2017102"/>
                <a:gd name="connsiteX37" fmla="*/ 273653 w 4011346"/>
                <a:gd name="connsiteY37" fmla="*/ 1836891 h 2017102"/>
                <a:gd name="connsiteX38" fmla="*/ 266979 w 4011346"/>
                <a:gd name="connsiteY38" fmla="*/ 1853577 h 2017102"/>
                <a:gd name="connsiteX39" fmla="*/ 240281 w 4011346"/>
                <a:gd name="connsiteY39" fmla="*/ 1893624 h 2017102"/>
                <a:gd name="connsiteX40" fmla="*/ 307025 w 4011346"/>
                <a:gd name="connsiteY40" fmla="*/ 1930334 h 2017102"/>
                <a:gd name="connsiteX41" fmla="*/ 337060 w 4011346"/>
                <a:gd name="connsiteY41" fmla="*/ 1937008 h 2017102"/>
                <a:gd name="connsiteX42" fmla="*/ 360421 w 4011346"/>
                <a:gd name="connsiteY42" fmla="*/ 1943683 h 2017102"/>
                <a:gd name="connsiteX43" fmla="*/ 380444 w 4011346"/>
                <a:gd name="connsiteY43" fmla="*/ 1950357 h 2017102"/>
                <a:gd name="connsiteX44" fmla="*/ 407142 w 4011346"/>
                <a:gd name="connsiteY44" fmla="*/ 1970380 h 2017102"/>
                <a:gd name="connsiteX45" fmla="*/ 437177 w 4011346"/>
                <a:gd name="connsiteY45" fmla="*/ 1967043 h 2017102"/>
                <a:gd name="connsiteX46" fmla="*/ 507259 w 4011346"/>
                <a:gd name="connsiteY46" fmla="*/ 2017102 h 2017102"/>
                <a:gd name="connsiteX47" fmla="*/ 517271 w 4011346"/>
                <a:gd name="connsiteY47" fmla="*/ 2003753 h 2017102"/>
                <a:gd name="connsiteX48" fmla="*/ 507259 w 4011346"/>
                <a:gd name="connsiteY48" fmla="*/ 1963706 h 2017102"/>
                <a:gd name="connsiteX49" fmla="*/ 500584 w 4011346"/>
                <a:gd name="connsiteY49" fmla="*/ 1930334 h 2017102"/>
                <a:gd name="connsiteX50" fmla="*/ 483898 w 4011346"/>
                <a:gd name="connsiteY50" fmla="*/ 1886950 h 2017102"/>
                <a:gd name="connsiteX51" fmla="*/ 513933 w 4011346"/>
                <a:gd name="connsiteY51" fmla="*/ 1866926 h 2017102"/>
                <a:gd name="connsiteX52" fmla="*/ 547306 w 4011346"/>
                <a:gd name="connsiteY52" fmla="*/ 1843566 h 2017102"/>
                <a:gd name="connsiteX53" fmla="*/ 527282 w 4011346"/>
                <a:gd name="connsiteY53" fmla="*/ 1826880 h 2017102"/>
                <a:gd name="connsiteX54" fmla="*/ 517271 w 4011346"/>
                <a:gd name="connsiteY54" fmla="*/ 1793507 h 2017102"/>
                <a:gd name="connsiteX55" fmla="*/ 480561 w 4011346"/>
                <a:gd name="connsiteY55" fmla="*/ 1776821 h 2017102"/>
                <a:gd name="connsiteX56" fmla="*/ 470549 w 4011346"/>
                <a:gd name="connsiteY56" fmla="*/ 1756798 h 2017102"/>
                <a:gd name="connsiteX57" fmla="*/ 480561 w 4011346"/>
                <a:gd name="connsiteY57" fmla="*/ 1726763 h 2017102"/>
                <a:gd name="connsiteX58" fmla="*/ 490573 w 4011346"/>
                <a:gd name="connsiteY58" fmla="*/ 1686716 h 2017102"/>
                <a:gd name="connsiteX59" fmla="*/ 513933 w 4011346"/>
                <a:gd name="connsiteY59" fmla="*/ 1706740 h 2017102"/>
                <a:gd name="connsiteX60" fmla="*/ 520608 w 4011346"/>
                <a:gd name="connsiteY60" fmla="*/ 1690053 h 2017102"/>
                <a:gd name="connsiteX61" fmla="*/ 543968 w 4011346"/>
                <a:gd name="connsiteY61" fmla="*/ 1653344 h 2017102"/>
                <a:gd name="connsiteX62" fmla="*/ 574003 w 4011346"/>
                <a:gd name="connsiteY62" fmla="*/ 1636658 h 2017102"/>
                <a:gd name="connsiteX63" fmla="*/ 590690 w 4011346"/>
                <a:gd name="connsiteY63" fmla="*/ 1650007 h 2017102"/>
                <a:gd name="connsiteX64" fmla="*/ 610713 w 4011346"/>
                <a:gd name="connsiteY64" fmla="*/ 1623309 h 2017102"/>
                <a:gd name="connsiteX65" fmla="*/ 630736 w 4011346"/>
                <a:gd name="connsiteY65" fmla="*/ 1650007 h 2017102"/>
                <a:gd name="connsiteX66" fmla="*/ 657434 w 4011346"/>
                <a:gd name="connsiteY66" fmla="*/ 1673367 h 2017102"/>
                <a:gd name="connsiteX67" fmla="*/ 674120 w 4011346"/>
                <a:gd name="connsiteY67" fmla="*/ 1680042 h 2017102"/>
                <a:gd name="connsiteX68" fmla="*/ 697481 w 4011346"/>
                <a:gd name="connsiteY68" fmla="*/ 1680042 h 2017102"/>
                <a:gd name="connsiteX69" fmla="*/ 717504 w 4011346"/>
                <a:gd name="connsiteY69" fmla="*/ 1666693 h 2017102"/>
                <a:gd name="connsiteX70" fmla="*/ 744202 w 4011346"/>
                <a:gd name="connsiteY70" fmla="*/ 1666693 h 2017102"/>
                <a:gd name="connsiteX71" fmla="*/ 760888 w 4011346"/>
                <a:gd name="connsiteY71" fmla="*/ 1663356 h 2017102"/>
                <a:gd name="connsiteX72" fmla="*/ 790923 w 4011346"/>
                <a:gd name="connsiteY72" fmla="*/ 1696728 h 2017102"/>
                <a:gd name="connsiteX73" fmla="*/ 797598 w 4011346"/>
                <a:gd name="connsiteY73" fmla="*/ 1670030 h 2017102"/>
                <a:gd name="connsiteX74" fmla="*/ 817621 w 4011346"/>
                <a:gd name="connsiteY74" fmla="*/ 1686716 h 2017102"/>
                <a:gd name="connsiteX75" fmla="*/ 837644 w 4011346"/>
                <a:gd name="connsiteY75" fmla="*/ 1663356 h 2017102"/>
                <a:gd name="connsiteX76" fmla="*/ 827633 w 4011346"/>
                <a:gd name="connsiteY76" fmla="*/ 1643332 h 2017102"/>
                <a:gd name="connsiteX77" fmla="*/ 810946 w 4011346"/>
                <a:gd name="connsiteY77" fmla="*/ 1629983 h 2017102"/>
                <a:gd name="connsiteX78" fmla="*/ 810946 w 4011346"/>
                <a:gd name="connsiteY78" fmla="*/ 1603286 h 2017102"/>
                <a:gd name="connsiteX79" fmla="*/ 810946 w 4011346"/>
                <a:gd name="connsiteY79" fmla="*/ 1589937 h 2017102"/>
                <a:gd name="connsiteX80" fmla="*/ 830970 w 4011346"/>
                <a:gd name="connsiteY80" fmla="*/ 1586599 h 2017102"/>
                <a:gd name="connsiteX81" fmla="*/ 840981 w 4011346"/>
                <a:gd name="connsiteY81" fmla="*/ 1583262 h 2017102"/>
                <a:gd name="connsiteX82" fmla="*/ 820958 w 4011346"/>
                <a:gd name="connsiteY82" fmla="*/ 1546553 h 2017102"/>
                <a:gd name="connsiteX83" fmla="*/ 854330 w 4011346"/>
                <a:gd name="connsiteY83" fmla="*/ 1539878 h 2017102"/>
                <a:gd name="connsiteX84" fmla="*/ 891040 w 4011346"/>
                <a:gd name="connsiteY84" fmla="*/ 1546553 h 2017102"/>
                <a:gd name="connsiteX85" fmla="*/ 964459 w 4011346"/>
                <a:gd name="connsiteY85" fmla="*/ 1503169 h 2017102"/>
                <a:gd name="connsiteX86" fmla="*/ 1001168 w 4011346"/>
                <a:gd name="connsiteY86" fmla="*/ 1503169 h 2017102"/>
                <a:gd name="connsiteX87" fmla="*/ 1027866 w 4011346"/>
                <a:gd name="connsiteY87" fmla="*/ 1479808 h 2017102"/>
                <a:gd name="connsiteX88" fmla="*/ 1047890 w 4011346"/>
                <a:gd name="connsiteY88" fmla="*/ 1489820 h 2017102"/>
                <a:gd name="connsiteX89" fmla="*/ 1067913 w 4011346"/>
                <a:gd name="connsiteY89" fmla="*/ 1499831 h 2017102"/>
                <a:gd name="connsiteX90" fmla="*/ 1087936 w 4011346"/>
                <a:gd name="connsiteY90" fmla="*/ 1526529 h 2017102"/>
                <a:gd name="connsiteX91" fmla="*/ 1074587 w 4011346"/>
                <a:gd name="connsiteY91" fmla="*/ 1539878 h 2017102"/>
                <a:gd name="connsiteX92" fmla="*/ 1104622 w 4011346"/>
                <a:gd name="connsiteY92" fmla="*/ 1539878 h 2017102"/>
                <a:gd name="connsiteX93" fmla="*/ 1107960 w 4011346"/>
                <a:gd name="connsiteY93" fmla="*/ 1556564 h 2017102"/>
                <a:gd name="connsiteX94" fmla="*/ 1121309 w 4011346"/>
                <a:gd name="connsiteY94" fmla="*/ 1539878 h 2017102"/>
                <a:gd name="connsiteX95" fmla="*/ 1134657 w 4011346"/>
                <a:gd name="connsiteY95" fmla="*/ 1553227 h 2017102"/>
                <a:gd name="connsiteX96" fmla="*/ 1134657 w 4011346"/>
                <a:gd name="connsiteY96" fmla="*/ 1573250 h 2017102"/>
                <a:gd name="connsiteX97" fmla="*/ 1148006 w 4011346"/>
                <a:gd name="connsiteY97" fmla="*/ 1569913 h 2017102"/>
                <a:gd name="connsiteX98" fmla="*/ 1208076 w 4011346"/>
                <a:gd name="connsiteY98" fmla="*/ 1523192 h 2017102"/>
                <a:gd name="connsiteX99" fmla="*/ 1211414 w 4011346"/>
                <a:gd name="connsiteY99" fmla="*/ 1543215 h 2017102"/>
                <a:gd name="connsiteX100" fmla="*/ 1244786 w 4011346"/>
                <a:gd name="connsiteY100" fmla="*/ 1563239 h 2017102"/>
                <a:gd name="connsiteX101" fmla="*/ 1264809 w 4011346"/>
                <a:gd name="connsiteY101" fmla="*/ 1593274 h 2017102"/>
                <a:gd name="connsiteX102" fmla="*/ 1298181 w 4011346"/>
                <a:gd name="connsiteY102" fmla="*/ 1700065 h 2017102"/>
                <a:gd name="connsiteX103" fmla="*/ 1308193 w 4011346"/>
                <a:gd name="connsiteY103" fmla="*/ 1656681 h 2017102"/>
                <a:gd name="connsiteX104" fmla="*/ 1344903 w 4011346"/>
                <a:gd name="connsiteY104" fmla="*/ 1676704 h 2017102"/>
                <a:gd name="connsiteX105" fmla="*/ 1388287 w 4011346"/>
                <a:gd name="connsiteY105" fmla="*/ 1676704 h 2017102"/>
                <a:gd name="connsiteX106" fmla="*/ 1394961 w 4011346"/>
                <a:gd name="connsiteY106" fmla="*/ 1700065 h 2017102"/>
                <a:gd name="connsiteX107" fmla="*/ 1435008 w 4011346"/>
                <a:gd name="connsiteY107" fmla="*/ 1723426 h 2017102"/>
                <a:gd name="connsiteX108" fmla="*/ 1465043 w 4011346"/>
                <a:gd name="connsiteY108" fmla="*/ 1723426 h 2017102"/>
                <a:gd name="connsiteX109" fmla="*/ 1491741 w 4011346"/>
                <a:gd name="connsiteY109" fmla="*/ 1736775 h 2017102"/>
                <a:gd name="connsiteX110" fmla="*/ 1535125 w 4011346"/>
                <a:gd name="connsiteY110" fmla="*/ 1693391 h 2017102"/>
                <a:gd name="connsiteX111" fmla="*/ 1571834 w 4011346"/>
                <a:gd name="connsiteY111" fmla="*/ 1673367 h 2017102"/>
                <a:gd name="connsiteX112" fmla="*/ 1608544 w 4011346"/>
                <a:gd name="connsiteY112" fmla="*/ 1676704 h 2017102"/>
                <a:gd name="connsiteX113" fmla="*/ 1655265 w 4011346"/>
                <a:gd name="connsiteY113" fmla="*/ 1690053 h 2017102"/>
                <a:gd name="connsiteX114" fmla="*/ 1681963 w 4011346"/>
                <a:gd name="connsiteY114" fmla="*/ 1706740 h 2017102"/>
                <a:gd name="connsiteX115" fmla="*/ 1735358 w 4011346"/>
                <a:gd name="connsiteY115" fmla="*/ 1700065 h 2017102"/>
                <a:gd name="connsiteX116" fmla="*/ 1745370 w 4011346"/>
                <a:gd name="connsiteY116" fmla="*/ 1680042 h 2017102"/>
                <a:gd name="connsiteX117" fmla="*/ 1738695 w 4011346"/>
                <a:gd name="connsiteY117" fmla="*/ 1660018 h 2017102"/>
                <a:gd name="connsiteX118" fmla="*/ 1765393 w 4011346"/>
                <a:gd name="connsiteY118" fmla="*/ 1633321 h 2017102"/>
                <a:gd name="connsiteX119" fmla="*/ 1778742 w 4011346"/>
                <a:gd name="connsiteY119" fmla="*/ 1629983 h 2017102"/>
                <a:gd name="connsiteX120" fmla="*/ 1812114 w 4011346"/>
                <a:gd name="connsiteY120" fmla="*/ 1646669 h 2017102"/>
                <a:gd name="connsiteX121" fmla="*/ 1852161 w 4011346"/>
                <a:gd name="connsiteY121" fmla="*/ 1660018 h 2017102"/>
                <a:gd name="connsiteX122" fmla="*/ 1858836 w 4011346"/>
                <a:gd name="connsiteY122" fmla="*/ 1686716 h 2017102"/>
                <a:gd name="connsiteX123" fmla="*/ 1872184 w 4011346"/>
                <a:gd name="connsiteY123" fmla="*/ 1693391 h 2017102"/>
                <a:gd name="connsiteX124" fmla="*/ 1902219 w 4011346"/>
                <a:gd name="connsiteY124" fmla="*/ 1696728 h 2017102"/>
                <a:gd name="connsiteX125" fmla="*/ 1932254 w 4011346"/>
                <a:gd name="connsiteY125" fmla="*/ 1680042 h 2017102"/>
                <a:gd name="connsiteX126" fmla="*/ 1962290 w 4011346"/>
                <a:gd name="connsiteY126" fmla="*/ 1693391 h 2017102"/>
                <a:gd name="connsiteX127" fmla="*/ 1985650 w 4011346"/>
                <a:gd name="connsiteY127" fmla="*/ 1706740 h 2017102"/>
                <a:gd name="connsiteX128" fmla="*/ 1995662 w 4011346"/>
                <a:gd name="connsiteY128" fmla="*/ 1716751 h 2017102"/>
                <a:gd name="connsiteX129" fmla="*/ 2032371 w 4011346"/>
                <a:gd name="connsiteY129" fmla="*/ 1736775 h 2017102"/>
                <a:gd name="connsiteX130" fmla="*/ 2069081 w 4011346"/>
                <a:gd name="connsiteY130" fmla="*/ 1733437 h 2017102"/>
                <a:gd name="connsiteX131" fmla="*/ 2142500 w 4011346"/>
                <a:gd name="connsiteY131" fmla="*/ 1690053 h 2017102"/>
                <a:gd name="connsiteX132" fmla="*/ 2195895 w 4011346"/>
                <a:gd name="connsiteY132" fmla="*/ 1703402 h 2017102"/>
                <a:gd name="connsiteX133" fmla="*/ 2225930 w 4011346"/>
                <a:gd name="connsiteY133" fmla="*/ 1713414 h 2017102"/>
                <a:gd name="connsiteX134" fmla="*/ 2259303 w 4011346"/>
                <a:gd name="connsiteY134" fmla="*/ 1700065 h 2017102"/>
                <a:gd name="connsiteX135" fmla="*/ 2262640 w 4011346"/>
                <a:gd name="connsiteY135" fmla="*/ 1673367 h 2017102"/>
                <a:gd name="connsiteX136" fmla="*/ 2282663 w 4011346"/>
                <a:gd name="connsiteY136" fmla="*/ 1643332 h 2017102"/>
                <a:gd name="connsiteX137" fmla="*/ 2299349 w 4011346"/>
                <a:gd name="connsiteY137" fmla="*/ 1589937 h 2017102"/>
                <a:gd name="connsiteX138" fmla="*/ 2282663 w 4011346"/>
                <a:gd name="connsiteY138" fmla="*/ 1593274 h 2017102"/>
                <a:gd name="connsiteX139" fmla="*/ 2312698 w 4011346"/>
                <a:gd name="connsiteY139" fmla="*/ 1566576 h 2017102"/>
                <a:gd name="connsiteX140" fmla="*/ 2339396 w 4011346"/>
                <a:gd name="connsiteY140" fmla="*/ 1563239 h 2017102"/>
                <a:gd name="connsiteX141" fmla="*/ 2396129 w 4011346"/>
                <a:gd name="connsiteY141" fmla="*/ 1573250 h 2017102"/>
                <a:gd name="connsiteX142" fmla="*/ 2436176 w 4011346"/>
                <a:gd name="connsiteY142" fmla="*/ 1599948 h 2017102"/>
                <a:gd name="connsiteX143" fmla="*/ 2462873 w 4011346"/>
                <a:gd name="connsiteY143" fmla="*/ 1629983 h 2017102"/>
                <a:gd name="connsiteX144" fmla="*/ 2469548 w 4011346"/>
                <a:gd name="connsiteY144" fmla="*/ 1666693 h 2017102"/>
                <a:gd name="connsiteX145" fmla="*/ 2476222 w 4011346"/>
                <a:gd name="connsiteY145" fmla="*/ 1706740 h 2017102"/>
                <a:gd name="connsiteX146" fmla="*/ 2486234 w 4011346"/>
                <a:gd name="connsiteY146" fmla="*/ 1726763 h 2017102"/>
                <a:gd name="connsiteX147" fmla="*/ 2529618 w 4011346"/>
                <a:gd name="connsiteY147" fmla="*/ 1740112 h 2017102"/>
                <a:gd name="connsiteX148" fmla="*/ 2549641 w 4011346"/>
                <a:gd name="connsiteY148" fmla="*/ 1760135 h 2017102"/>
                <a:gd name="connsiteX149" fmla="*/ 2562990 w 4011346"/>
                <a:gd name="connsiteY149" fmla="*/ 1793507 h 2017102"/>
                <a:gd name="connsiteX150" fmla="*/ 2586351 w 4011346"/>
                <a:gd name="connsiteY150" fmla="*/ 1786833 h 2017102"/>
                <a:gd name="connsiteX151" fmla="*/ 2606374 w 4011346"/>
                <a:gd name="connsiteY151" fmla="*/ 1776821 h 2017102"/>
                <a:gd name="connsiteX152" fmla="*/ 2639746 w 4011346"/>
                <a:gd name="connsiteY152" fmla="*/ 1760135 h 2017102"/>
                <a:gd name="connsiteX153" fmla="*/ 2643084 w 4011346"/>
                <a:gd name="connsiteY153" fmla="*/ 1776821 h 2017102"/>
                <a:gd name="connsiteX154" fmla="*/ 2626398 w 4011346"/>
                <a:gd name="connsiteY154" fmla="*/ 1806856 h 2017102"/>
                <a:gd name="connsiteX155" fmla="*/ 2616386 w 4011346"/>
                <a:gd name="connsiteY155" fmla="*/ 1843566 h 2017102"/>
                <a:gd name="connsiteX156" fmla="*/ 2603037 w 4011346"/>
                <a:gd name="connsiteY156" fmla="*/ 1896961 h 2017102"/>
                <a:gd name="connsiteX157" fmla="*/ 2579676 w 4011346"/>
                <a:gd name="connsiteY157" fmla="*/ 1870264 h 2017102"/>
                <a:gd name="connsiteX158" fmla="*/ 2552979 w 4011346"/>
                <a:gd name="connsiteY158" fmla="*/ 1893624 h 2017102"/>
                <a:gd name="connsiteX159" fmla="*/ 2559653 w 4011346"/>
                <a:gd name="connsiteY159" fmla="*/ 1920322 h 2017102"/>
                <a:gd name="connsiteX160" fmla="*/ 2559653 w 4011346"/>
                <a:gd name="connsiteY160" fmla="*/ 1957031 h 2017102"/>
                <a:gd name="connsiteX161" fmla="*/ 2549641 w 4011346"/>
                <a:gd name="connsiteY161" fmla="*/ 1977055 h 2017102"/>
                <a:gd name="connsiteX162" fmla="*/ 2589688 w 4011346"/>
                <a:gd name="connsiteY162" fmla="*/ 1957031 h 2017102"/>
                <a:gd name="connsiteX163" fmla="*/ 2626398 w 4011346"/>
                <a:gd name="connsiteY163" fmla="*/ 1967043 h 2017102"/>
                <a:gd name="connsiteX164" fmla="*/ 2653095 w 4011346"/>
                <a:gd name="connsiteY164" fmla="*/ 1943683 h 2017102"/>
                <a:gd name="connsiteX165" fmla="*/ 2683130 w 4011346"/>
                <a:gd name="connsiteY165" fmla="*/ 1890287 h 2017102"/>
                <a:gd name="connsiteX166" fmla="*/ 2753212 w 4011346"/>
                <a:gd name="connsiteY166" fmla="*/ 1803519 h 2017102"/>
                <a:gd name="connsiteX167" fmla="*/ 2783247 w 4011346"/>
                <a:gd name="connsiteY167" fmla="*/ 1733437 h 2017102"/>
                <a:gd name="connsiteX168" fmla="*/ 2803271 w 4011346"/>
                <a:gd name="connsiteY168" fmla="*/ 1629983 h 2017102"/>
                <a:gd name="connsiteX169" fmla="*/ 2793259 w 4011346"/>
                <a:gd name="connsiteY169" fmla="*/ 1579925 h 2017102"/>
                <a:gd name="connsiteX170" fmla="*/ 2769898 w 4011346"/>
                <a:gd name="connsiteY170" fmla="*/ 1546553 h 2017102"/>
                <a:gd name="connsiteX171" fmla="*/ 2726514 w 4011346"/>
                <a:gd name="connsiteY171" fmla="*/ 1546553 h 2017102"/>
                <a:gd name="connsiteX172" fmla="*/ 2699817 w 4011346"/>
                <a:gd name="connsiteY172" fmla="*/ 1546553 h 2017102"/>
                <a:gd name="connsiteX173" fmla="*/ 2683130 w 4011346"/>
                <a:gd name="connsiteY173" fmla="*/ 1526529 h 2017102"/>
                <a:gd name="connsiteX174" fmla="*/ 2669781 w 4011346"/>
                <a:gd name="connsiteY174" fmla="*/ 1506506 h 2017102"/>
                <a:gd name="connsiteX175" fmla="*/ 2763224 w 4011346"/>
                <a:gd name="connsiteY175" fmla="*/ 1389703 h 2017102"/>
                <a:gd name="connsiteX176" fmla="*/ 2846654 w 4011346"/>
                <a:gd name="connsiteY176" fmla="*/ 1322959 h 2017102"/>
                <a:gd name="connsiteX177" fmla="*/ 2890038 w 4011346"/>
                <a:gd name="connsiteY177" fmla="*/ 1299598 h 2017102"/>
                <a:gd name="connsiteX178" fmla="*/ 2933422 w 4011346"/>
                <a:gd name="connsiteY178" fmla="*/ 1319621 h 2017102"/>
                <a:gd name="connsiteX179" fmla="*/ 2950109 w 4011346"/>
                <a:gd name="connsiteY179" fmla="*/ 1302935 h 2017102"/>
                <a:gd name="connsiteX180" fmla="*/ 2993492 w 4011346"/>
                <a:gd name="connsiteY180" fmla="*/ 1319621 h 2017102"/>
                <a:gd name="connsiteX181" fmla="*/ 3006841 w 4011346"/>
                <a:gd name="connsiteY181" fmla="*/ 1286249 h 2017102"/>
                <a:gd name="connsiteX182" fmla="*/ 3053563 w 4011346"/>
                <a:gd name="connsiteY182" fmla="*/ 1296261 h 2017102"/>
                <a:gd name="connsiteX183" fmla="*/ 3070249 w 4011346"/>
                <a:gd name="connsiteY183" fmla="*/ 1312947 h 2017102"/>
                <a:gd name="connsiteX184" fmla="*/ 3060237 w 4011346"/>
                <a:gd name="connsiteY184" fmla="*/ 1332970 h 2017102"/>
                <a:gd name="connsiteX185" fmla="*/ 3123644 w 4011346"/>
                <a:gd name="connsiteY185" fmla="*/ 1316284 h 2017102"/>
                <a:gd name="connsiteX186" fmla="*/ 3140330 w 4011346"/>
                <a:gd name="connsiteY186" fmla="*/ 1302935 h 2017102"/>
                <a:gd name="connsiteX187" fmla="*/ 3123644 w 4011346"/>
                <a:gd name="connsiteY187" fmla="*/ 1289586 h 2017102"/>
                <a:gd name="connsiteX188" fmla="*/ 3143668 w 4011346"/>
                <a:gd name="connsiteY188" fmla="*/ 1249540 h 2017102"/>
                <a:gd name="connsiteX189" fmla="*/ 3190389 w 4011346"/>
                <a:gd name="connsiteY189" fmla="*/ 1179458 h 2017102"/>
                <a:gd name="connsiteX190" fmla="*/ 3233773 w 4011346"/>
                <a:gd name="connsiteY190" fmla="*/ 1176121 h 2017102"/>
                <a:gd name="connsiteX191" fmla="*/ 3273819 w 4011346"/>
                <a:gd name="connsiteY191" fmla="*/ 1186132 h 2017102"/>
                <a:gd name="connsiteX192" fmla="*/ 3277157 w 4011346"/>
                <a:gd name="connsiteY192" fmla="*/ 1242865 h 2017102"/>
                <a:gd name="connsiteX193" fmla="*/ 3320541 w 4011346"/>
                <a:gd name="connsiteY193" fmla="*/ 1199481 h 2017102"/>
                <a:gd name="connsiteX194" fmla="*/ 3343901 w 4011346"/>
                <a:gd name="connsiteY194" fmla="*/ 1182795 h 2017102"/>
                <a:gd name="connsiteX195" fmla="*/ 3350576 w 4011346"/>
                <a:gd name="connsiteY195" fmla="*/ 1149423 h 2017102"/>
                <a:gd name="connsiteX196" fmla="*/ 3377273 w 4011346"/>
                <a:gd name="connsiteY196" fmla="*/ 1132737 h 2017102"/>
                <a:gd name="connsiteX197" fmla="*/ 3407309 w 4011346"/>
                <a:gd name="connsiteY197" fmla="*/ 1142748 h 2017102"/>
                <a:gd name="connsiteX198" fmla="*/ 3373936 w 4011346"/>
                <a:gd name="connsiteY198" fmla="*/ 1172783 h 2017102"/>
                <a:gd name="connsiteX199" fmla="*/ 3360587 w 4011346"/>
                <a:gd name="connsiteY199" fmla="*/ 1222842 h 2017102"/>
                <a:gd name="connsiteX200" fmla="*/ 3323878 w 4011346"/>
                <a:gd name="connsiteY200" fmla="*/ 1262888 h 2017102"/>
                <a:gd name="connsiteX201" fmla="*/ 3210412 w 4011346"/>
                <a:gd name="connsiteY201" fmla="*/ 1359668 h 2017102"/>
                <a:gd name="connsiteX202" fmla="*/ 3163691 w 4011346"/>
                <a:gd name="connsiteY202" fmla="*/ 1429750 h 2017102"/>
                <a:gd name="connsiteX203" fmla="*/ 3160354 w 4011346"/>
                <a:gd name="connsiteY203" fmla="*/ 1503169 h 2017102"/>
                <a:gd name="connsiteX204" fmla="*/ 3170365 w 4011346"/>
                <a:gd name="connsiteY204" fmla="*/ 1593274 h 2017102"/>
                <a:gd name="connsiteX205" fmla="*/ 3190389 w 4011346"/>
                <a:gd name="connsiteY205" fmla="*/ 1656681 h 2017102"/>
                <a:gd name="connsiteX206" fmla="*/ 3217087 w 4011346"/>
                <a:gd name="connsiteY206" fmla="*/ 1646669 h 2017102"/>
                <a:gd name="connsiteX207" fmla="*/ 3240447 w 4011346"/>
                <a:gd name="connsiteY207" fmla="*/ 1579925 h 2017102"/>
                <a:gd name="connsiteX208" fmla="*/ 3270482 w 4011346"/>
                <a:gd name="connsiteY208" fmla="*/ 1576588 h 2017102"/>
                <a:gd name="connsiteX209" fmla="*/ 3287168 w 4011346"/>
                <a:gd name="connsiteY209" fmla="*/ 1516518 h 2017102"/>
                <a:gd name="connsiteX210" fmla="*/ 3313866 w 4011346"/>
                <a:gd name="connsiteY210" fmla="*/ 1506506 h 2017102"/>
                <a:gd name="connsiteX211" fmla="*/ 3313866 w 4011346"/>
                <a:gd name="connsiteY211" fmla="*/ 1476471 h 2017102"/>
                <a:gd name="connsiteX212" fmla="*/ 3337227 w 4011346"/>
                <a:gd name="connsiteY212" fmla="*/ 1439761 h 2017102"/>
                <a:gd name="connsiteX213" fmla="*/ 3330552 w 4011346"/>
                <a:gd name="connsiteY213" fmla="*/ 1396377 h 2017102"/>
                <a:gd name="connsiteX214" fmla="*/ 3333890 w 4011346"/>
                <a:gd name="connsiteY214" fmla="*/ 1366342 h 2017102"/>
                <a:gd name="connsiteX215" fmla="*/ 3323878 w 4011346"/>
                <a:gd name="connsiteY215" fmla="*/ 1356331 h 2017102"/>
                <a:gd name="connsiteX216" fmla="*/ 3363925 w 4011346"/>
                <a:gd name="connsiteY216" fmla="*/ 1269563 h 2017102"/>
                <a:gd name="connsiteX217" fmla="*/ 3383948 w 4011346"/>
                <a:gd name="connsiteY217" fmla="*/ 1279575 h 2017102"/>
                <a:gd name="connsiteX218" fmla="*/ 3410646 w 4011346"/>
                <a:gd name="connsiteY218" fmla="*/ 1252877 h 2017102"/>
                <a:gd name="connsiteX219" fmla="*/ 3420657 w 4011346"/>
                <a:gd name="connsiteY219" fmla="*/ 1279575 h 2017102"/>
                <a:gd name="connsiteX220" fmla="*/ 3447355 w 4011346"/>
                <a:gd name="connsiteY220" fmla="*/ 1262888 h 2017102"/>
                <a:gd name="connsiteX221" fmla="*/ 3477390 w 4011346"/>
                <a:gd name="connsiteY221" fmla="*/ 1252877 h 2017102"/>
                <a:gd name="connsiteX222" fmla="*/ 3514100 w 4011346"/>
                <a:gd name="connsiteY222" fmla="*/ 1279575 h 2017102"/>
                <a:gd name="connsiteX223" fmla="*/ 3574170 w 4011346"/>
                <a:gd name="connsiteY223" fmla="*/ 1212830 h 2017102"/>
                <a:gd name="connsiteX224" fmla="*/ 3637577 w 4011346"/>
                <a:gd name="connsiteY224" fmla="*/ 1166109 h 2017102"/>
                <a:gd name="connsiteX225" fmla="*/ 3690973 w 4011346"/>
                <a:gd name="connsiteY225" fmla="*/ 1129399 h 2017102"/>
                <a:gd name="connsiteX226" fmla="*/ 3741031 w 4011346"/>
                <a:gd name="connsiteY226" fmla="*/ 1156097 h 2017102"/>
                <a:gd name="connsiteX227" fmla="*/ 3751043 w 4011346"/>
                <a:gd name="connsiteY227" fmla="*/ 1129399 h 2017102"/>
                <a:gd name="connsiteX228" fmla="*/ 3727682 w 4011346"/>
                <a:gd name="connsiteY228" fmla="*/ 1062655 h 2017102"/>
                <a:gd name="connsiteX229" fmla="*/ 3700984 w 4011346"/>
                <a:gd name="connsiteY229" fmla="*/ 1045969 h 2017102"/>
                <a:gd name="connsiteX230" fmla="*/ 3697647 w 4011346"/>
                <a:gd name="connsiteY230" fmla="*/ 1015934 h 2017102"/>
                <a:gd name="connsiteX231" fmla="*/ 3751043 w 4011346"/>
                <a:gd name="connsiteY231" fmla="*/ 1022608 h 2017102"/>
                <a:gd name="connsiteX232" fmla="*/ 3774403 w 4011346"/>
                <a:gd name="connsiteY232" fmla="*/ 979224 h 2017102"/>
                <a:gd name="connsiteX233" fmla="*/ 3767729 w 4011346"/>
                <a:gd name="connsiteY233" fmla="*/ 952526 h 2017102"/>
                <a:gd name="connsiteX234" fmla="*/ 3794427 w 4011346"/>
                <a:gd name="connsiteY234" fmla="*/ 919154 h 2017102"/>
                <a:gd name="connsiteX235" fmla="*/ 3804438 w 4011346"/>
                <a:gd name="connsiteY235" fmla="*/ 962538 h 2017102"/>
                <a:gd name="connsiteX236" fmla="*/ 3827799 w 4011346"/>
                <a:gd name="connsiteY236" fmla="*/ 979224 h 2017102"/>
                <a:gd name="connsiteX237" fmla="*/ 3874520 w 4011346"/>
                <a:gd name="connsiteY237" fmla="*/ 999248 h 2017102"/>
                <a:gd name="connsiteX238" fmla="*/ 3894544 w 4011346"/>
                <a:gd name="connsiteY238" fmla="*/ 1025945 h 2017102"/>
                <a:gd name="connsiteX239" fmla="*/ 3941265 w 4011346"/>
                <a:gd name="connsiteY239" fmla="*/ 1049306 h 2017102"/>
                <a:gd name="connsiteX240" fmla="*/ 3947939 w 4011346"/>
                <a:gd name="connsiteY240" fmla="*/ 1035957 h 2017102"/>
                <a:gd name="connsiteX241" fmla="*/ 3957951 w 4011346"/>
                <a:gd name="connsiteY241" fmla="*/ 972550 h 2017102"/>
                <a:gd name="connsiteX242" fmla="*/ 4004672 w 4011346"/>
                <a:gd name="connsiteY242" fmla="*/ 965875 h 2017102"/>
                <a:gd name="connsiteX243" fmla="*/ 4011346 w 4011346"/>
                <a:gd name="connsiteY243" fmla="*/ 932503 h 2017102"/>
                <a:gd name="connsiteX244" fmla="*/ 3967963 w 4011346"/>
                <a:gd name="connsiteY244" fmla="*/ 895794 h 2017102"/>
                <a:gd name="connsiteX245" fmla="*/ 3921241 w 4011346"/>
                <a:gd name="connsiteY245" fmla="*/ 879107 h 2017102"/>
                <a:gd name="connsiteX246" fmla="*/ 3907892 w 4011346"/>
                <a:gd name="connsiteY246" fmla="*/ 882445 h 2017102"/>
                <a:gd name="connsiteX247" fmla="*/ 3907892 w 4011346"/>
                <a:gd name="connsiteY247" fmla="*/ 915817 h 2017102"/>
                <a:gd name="connsiteX248" fmla="*/ 3887869 w 4011346"/>
                <a:gd name="connsiteY248" fmla="*/ 909142 h 2017102"/>
                <a:gd name="connsiteX249" fmla="*/ 3874520 w 4011346"/>
                <a:gd name="connsiteY249" fmla="*/ 855747 h 2017102"/>
                <a:gd name="connsiteX250" fmla="*/ 3817787 w 4011346"/>
                <a:gd name="connsiteY250" fmla="*/ 792340 h 2017102"/>
                <a:gd name="connsiteX251" fmla="*/ 3717671 w 4011346"/>
                <a:gd name="connsiteY251" fmla="*/ 715583 h 2017102"/>
                <a:gd name="connsiteX252" fmla="*/ 3664275 w 4011346"/>
                <a:gd name="connsiteY252" fmla="*/ 695560 h 2017102"/>
                <a:gd name="connsiteX253" fmla="*/ 3584181 w 4011346"/>
                <a:gd name="connsiteY253" fmla="*/ 688886 h 2017102"/>
                <a:gd name="connsiteX254" fmla="*/ 3520774 w 4011346"/>
                <a:gd name="connsiteY254" fmla="*/ 672199 h 2017102"/>
                <a:gd name="connsiteX255" fmla="*/ 3530786 w 4011346"/>
                <a:gd name="connsiteY255" fmla="*/ 712246 h 2017102"/>
                <a:gd name="connsiteX256" fmla="*/ 3537460 w 4011346"/>
                <a:gd name="connsiteY256" fmla="*/ 738944 h 2017102"/>
                <a:gd name="connsiteX257" fmla="*/ 3507425 w 4011346"/>
                <a:gd name="connsiteY257" fmla="*/ 762304 h 2017102"/>
                <a:gd name="connsiteX258" fmla="*/ 3477390 w 4011346"/>
                <a:gd name="connsiteY258" fmla="*/ 735607 h 2017102"/>
                <a:gd name="connsiteX259" fmla="*/ 3477390 w 4011346"/>
                <a:gd name="connsiteY259" fmla="*/ 715583 h 2017102"/>
                <a:gd name="connsiteX260" fmla="*/ 3504088 w 4011346"/>
                <a:gd name="connsiteY260" fmla="*/ 695560 h 2017102"/>
                <a:gd name="connsiteX261" fmla="*/ 3467379 w 4011346"/>
                <a:gd name="connsiteY261" fmla="*/ 682211 h 2017102"/>
                <a:gd name="connsiteX262" fmla="*/ 3450692 w 4011346"/>
                <a:gd name="connsiteY262" fmla="*/ 708909 h 2017102"/>
                <a:gd name="connsiteX263" fmla="*/ 3440681 w 4011346"/>
                <a:gd name="connsiteY263" fmla="*/ 722258 h 2017102"/>
                <a:gd name="connsiteX264" fmla="*/ 3357250 w 4011346"/>
                <a:gd name="connsiteY264" fmla="*/ 708909 h 2017102"/>
                <a:gd name="connsiteX265" fmla="*/ 3297180 w 4011346"/>
                <a:gd name="connsiteY265" fmla="*/ 715583 h 2017102"/>
                <a:gd name="connsiteX266" fmla="*/ 3267145 w 4011346"/>
                <a:gd name="connsiteY266" fmla="*/ 692223 h 2017102"/>
                <a:gd name="connsiteX267" fmla="*/ 3267145 w 4011346"/>
                <a:gd name="connsiteY267" fmla="*/ 655513 h 2017102"/>
                <a:gd name="connsiteX268" fmla="*/ 3203738 w 4011346"/>
                <a:gd name="connsiteY268" fmla="*/ 598780 h 2017102"/>
                <a:gd name="connsiteX269" fmla="*/ 3076923 w 4011346"/>
                <a:gd name="connsiteY269" fmla="*/ 605455 h 2017102"/>
                <a:gd name="connsiteX270" fmla="*/ 3043551 w 4011346"/>
                <a:gd name="connsiteY270" fmla="*/ 582094 h 2017102"/>
                <a:gd name="connsiteX271" fmla="*/ 3000167 w 4011346"/>
                <a:gd name="connsiteY271" fmla="*/ 535373 h 2017102"/>
                <a:gd name="connsiteX272" fmla="*/ 3013516 w 4011346"/>
                <a:gd name="connsiteY272" fmla="*/ 528699 h 2017102"/>
                <a:gd name="connsiteX273" fmla="*/ 3000167 w 4011346"/>
                <a:gd name="connsiteY273" fmla="*/ 508675 h 2017102"/>
                <a:gd name="connsiteX274" fmla="*/ 2970132 w 4011346"/>
                <a:gd name="connsiteY274" fmla="*/ 505338 h 2017102"/>
                <a:gd name="connsiteX275" fmla="*/ 2920073 w 4011346"/>
                <a:gd name="connsiteY275" fmla="*/ 552059 h 2017102"/>
                <a:gd name="connsiteX276" fmla="*/ 2920073 w 4011346"/>
                <a:gd name="connsiteY276" fmla="*/ 552059 h 2017102"/>
                <a:gd name="connsiteX277" fmla="*/ 2916736 w 4011346"/>
                <a:gd name="connsiteY277" fmla="*/ 502001 h 2017102"/>
                <a:gd name="connsiteX278" fmla="*/ 2936760 w 4011346"/>
                <a:gd name="connsiteY278" fmla="*/ 498664 h 2017102"/>
                <a:gd name="connsiteX279" fmla="*/ 2866678 w 4011346"/>
                <a:gd name="connsiteY279" fmla="*/ 468629 h 2017102"/>
                <a:gd name="connsiteX280" fmla="*/ 2813282 w 4011346"/>
                <a:gd name="connsiteY280" fmla="*/ 465291 h 2017102"/>
                <a:gd name="connsiteX281" fmla="*/ 2793259 w 4011346"/>
                <a:gd name="connsiteY281" fmla="*/ 488652 h 2017102"/>
                <a:gd name="connsiteX282" fmla="*/ 2743200 w 4011346"/>
                <a:gd name="connsiteY282" fmla="*/ 498664 h 2017102"/>
                <a:gd name="connsiteX283" fmla="*/ 2786584 w 4011346"/>
                <a:gd name="connsiteY283" fmla="*/ 508675 h 2017102"/>
                <a:gd name="connsiteX284" fmla="*/ 2763224 w 4011346"/>
                <a:gd name="connsiteY284" fmla="*/ 528699 h 2017102"/>
                <a:gd name="connsiteX285" fmla="*/ 2769898 w 4011346"/>
                <a:gd name="connsiteY285" fmla="*/ 578757 h 2017102"/>
                <a:gd name="connsiteX286" fmla="*/ 2749875 w 4011346"/>
                <a:gd name="connsiteY286" fmla="*/ 562071 h 2017102"/>
                <a:gd name="connsiteX287" fmla="*/ 2733189 w 4011346"/>
                <a:gd name="connsiteY287" fmla="*/ 575420 h 2017102"/>
                <a:gd name="connsiteX288" fmla="*/ 2666444 w 4011346"/>
                <a:gd name="connsiteY288" fmla="*/ 565408 h 2017102"/>
                <a:gd name="connsiteX289" fmla="*/ 2636409 w 4011346"/>
                <a:gd name="connsiteY289" fmla="*/ 575420 h 2017102"/>
                <a:gd name="connsiteX290" fmla="*/ 2603037 w 4011346"/>
                <a:gd name="connsiteY290" fmla="*/ 535373 h 2017102"/>
                <a:gd name="connsiteX291" fmla="*/ 2569665 w 4011346"/>
                <a:gd name="connsiteY291" fmla="*/ 618804 h 2017102"/>
                <a:gd name="connsiteX292" fmla="*/ 2552979 w 4011346"/>
                <a:gd name="connsiteY292" fmla="*/ 638827 h 2017102"/>
                <a:gd name="connsiteX293" fmla="*/ 2469548 w 4011346"/>
                <a:gd name="connsiteY293" fmla="*/ 502001 h 2017102"/>
                <a:gd name="connsiteX294" fmla="*/ 2446187 w 4011346"/>
                <a:gd name="connsiteY294" fmla="*/ 518687 h 2017102"/>
                <a:gd name="connsiteX295" fmla="*/ 2442850 w 4011346"/>
                <a:gd name="connsiteY295" fmla="*/ 485315 h 2017102"/>
                <a:gd name="connsiteX296" fmla="*/ 2449525 w 4011346"/>
                <a:gd name="connsiteY296" fmla="*/ 415233 h 2017102"/>
                <a:gd name="connsiteX297" fmla="*/ 2386117 w 4011346"/>
                <a:gd name="connsiteY297" fmla="*/ 388535 h 2017102"/>
                <a:gd name="connsiteX298" fmla="*/ 2369431 w 4011346"/>
                <a:gd name="connsiteY298" fmla="*/ 428582 h 2017102"/>
                <a:gd name="connsiteX299" fmla="*/ 2379443 w 4011346"/>
                <a:gd name="connsiteY299" fmla="*/ 451942 h 2017102"/>
                <a:gd name="connsiteX300" fmla="*/ 2376106 w 4011346"/>
                <a:gd name="connsiteY300" fmla="*/ 471966 h 2017102"/>
                <a:gd name="connsiteX301" fmla="*/ 2352745 w 4011346"/>
                <a:gd name="connsiteY301" fmla="*/ 448605 h 2017102"/>
                <a:gd name="connsiteX302" fmla="*/ 2316036 w 4011346"/>
                <a:gd name="connsiteY302" fmla="*/ 455280 h 2017102"/>
                <a:gd name="connsiteX303" fmla="*/ 2272652 w 4011346"/>
                <a:gd name="connsiteY303" fmla="*/ 441931 h 2017102"/>
                <a:gd name="connsiteX304" fmla="*/ 2245954 w 4011346"/>
                <a:gd name="connsiteY304" fmla="*/ 401884 h 2017102"/>
                <a:gd name="connsiteX305" fmla="*/ 2209244 w 4011346"/>
                <a:gd name="connsiteY305" fmla="*/ 398547 h 2017102"/>
                <a:gd name="connsiteX306" fmla="*/ 2159186 w 4011346"/>
                <a:gd name="connsiteY306" fmla="*/ 388535 h 2017102"/>
                <a:gd name="connsiteX307" fmla="*/ 2132488 w 4011346"/>
                <a:gd name="connsiteY307" fmla="*/ 405221 h 2017102"/>
                <a:gd name="connsiteX308" fmla="*/ 2115802 w 4011346"/>
                <a:gd name="connsiteY308" fmla="*/ 418570 h 2017102"/>
                <a:gd name="connsiteX309" fmla="*/ 2115802 w 4011346"/>
                <a:gd name="connsiteY309" fmla="*/ 388535 h 2017102"/>
                <a:gd name="connsiteX310" fmla="*/ 2082430 w 4011346"/>
                <a:gd name="connsiteY310" fmla="*/ 385198 h 2017102"/>
                <a:gd name="connsiteX311" fmla="*/ 2045720 w 4011346"/>
                <a:gd name="connsiteY311" fmla="*/ 358500 h 2017102"/>
                <a:gd name="connsiteX312" fmla="*/ 2025697 w 4011346"/>
                <a:gd name="connsiteY312" fmla="*/ 388535 h 2017102"/>
                <a:gd name="connsiteX313" fmla="*/ 2055732 w 4011346"/>
                <a:gd name="connsiteY313" fmla="*/ 385198 h 2017102"/>
                <a:gd name="connsiteX314" fmla="*/ 2045720 w 4011346"/>
                <a:gd name="connsiteY314" fmla="*/ 411896 h 2017102"/>
                <a:gd name="connsiteX315" fmla="*/ 1988987 w 4011346"/>
                <a:gd name="connsiteY315" fmla="*/ 431919 h 2017102"/>
                <a:gd name="connsiteX316" fmla="*/ 1935592 w 4011346"/>
                <a:gd name="connsiteY316" fmla="*/ 441931 h 2017102"/>
                <a:gd name="connsiteX317" fmla="*/ 1995662 w 4011346"/>
                <a:gd name="connsiteY317" fmla="*/ 385198 h 2017102"/>
                <a:gd name="connsiteX318" fmla="*/ 2055732 w 4011346"/>
                <a:gd name="connsiteY318" fmla="*/ 315116 h 2017102"/>
                <a:gd name="connsiteX319" fmla="*/ 2055732 w 4011346"/>
                <a:gd name="connsiteY319" fmla="*/ 315116 h 2017102"/>
                <a:gd name="connsiteX320" fmla="*/ 2129860 w 4011346"/>
                <a:gd name="connsiteY320" fmla="*/ 245536 h 2017102"/>
                <a:gd name="connsiteX321" fmla="*/ 2127003 w 4011346"/>
                <a:gd name="connsiteY321" fmla="*/ 171242 h 2017102"/>
                <a:gd name="connsiteX322" fmla="*/ 2092713 w 4011346"/>
                <a:gd name="connsiteY322" fmla="*/ 102662 h 2017102"/>
                <a:gd name="connsiteX323" fmla="*/ 1952696 w 4011346"/>
                <a:gd name="connsiteY323" fmla="*/ 134093 h 2017102"/>
                <a:gd name="connsiteX324" fmla="*/ 1898403 w 4011346"/>
                <a:gd name="connsiteY324" fmla="*/ 39796 h 2017102"/>
                <a:gd name="connsiteX325" fmla="*/ 1877440 w 4011346"/>
                <a:gd name="connsiteY325" fmla="*/ 0 h 2017102"/>
                <a:gd name="connsiteX326" fmla="*/ 1835474 w 4011346"/>
                <a:gd name="connsiteY326" fmla="*/ 38128 h 2017102"/>
                <a:gd name="connsiteX327" fmla="*/ 1818788 w 4011346"/>
                <a:gd name="connsiteY327" fmla="*/ 78175 h 2017102"/>
                <a:gd name="connsiteX328" fmla="*/ 1838813 w 4011346"/>
                <a:gd name="connsiteY328" fmla="*/ 131569 h 2017102"/>
                <a:gd name="connsiteX329" fmla="*/ 1782079 w 4011346"/>
                <a:gd name="connsiteY329" fmla="*/ 118220 h 2017102"/>
                <a:gd name="connsiteX330" fmla="*/ 1768731 w 4011346"/>
                <a:gd name="connsiteY330" fmla="*/ 164942 h 2017102"/>
                <a:gd name="connsiteX331" fmla="*/ 1705322 w 4011346"/>
                <a:gd name="connsiteY331" fmla="*/ 188302 h 2017102"/>
                <a:gd name="connsiteX332" fmla="*/ 1685300 w 4011346"/>
                <a:gd name="connsiteY332" fmla="*/ 161604 h 2017102"/>
                <a:gd name="connsiteX333" fmla="*/ 1615218 w 4011346"/>
                <a:gd name="connsiteY333" fmla="*/ 164942 h 2017102"/>
                <a:gd name="connsiteX334" fmla="*/ 1638579 w 4011346"/>
                <a:gd name="connsiteY334" fmla="*/ 194977 h 2017102"/>
                <a:gd name="connsiteX335" fmla="*/ 1528449 w 4011346"/>
                <a:gd name="connsiteY335" fmla="*/ 221673 h 2017102"/>
                <a:gd name="connsiteX336" fmla="*/ 1465043 w 4011346"/>
                <a:gd name="connsiteY336" fmla="*/ 305104 h 2017102"/>
                <a:gd name="connsiteX337" fmla="*/ 1448357 w 4011346"/>
                <a:gd name="connsiteY337" fmla="*/ 331802 h 2017102"/>
                <a:gd name="connsiteX338" fmla="*/ 1481729 w 4011346"/>
                <a:gd name="connsiteY338" fmla="*/ 365175 h 2017102"/>
                <a:gd name="connsiteX339" fmla="*/ 1481729 w 4011346"/>
                <a:gd name="connsiteY339" fmla="*/ 395210 h 2017102"/>
                <a:gd name="connsiteX340" fmla="*/ 1458368 w 4011346"/>
                <a:gd name="connsiteY340" fmla="*/ 398547 h 2017102"/>
                <a:gd name="connsiteX341" fmla="*/ 1458368 w 4011346"/>
                <a:gd name="connsiteY341" fmla="*/ 378523 h 2017102"/>
                <a:gd name="connsiteX342" fmla="*/ 1418322 w 4011346"/>
                <a:gd name="connsiteY342" fmla="*/ 388535 h 2017102"/>
                <a:gd name="connsiteX343" fmla="*/ 1368263 w 4011346"/>
                <a:gd name="connsiteY343" fmla="*/ 395210 h 2017102"/>
                <a:gd name="connsiteX344" fmla="*/ 1321542 w 4011346"/>
                <a:gd name="connsiteY344" fmla="*/ 401884 h 2017102"/>
                <a:gd name="connsiteX345" fmla="*/ 1318205 w 4011346"/>
                <a:gd name="connsiteY345" fmla="*/ 488652 h 2017102"/>
                <a:gd name="connsiteX346" fmla="*/ 1358252 w 4011346"/>
                <a:gd name="connsiteY346" fmla="*/ 512013 h 2017102"/>
                <a:gd name="connsiteX347" fmla="*/ 1374938 w 4011346"/>
                <a:gd name="connsiteY347" fmla="*/ 542048 h 2017102"/>
                <a:gd name="connsiteX348" fmla="*/ 1384949 w 4011346"/>
                <a:gd name="connsiteY348" fmla="*/ 565408 h 2017102"/>
                <a:gd name="connsiteX349" fmla="*/ 1394961 w 4011346"/>
                <a:gd name="connsiteY349" fmla="*/ 615467 h 2017102"/>
                <a:gd name="connsiteX350" fmla="*/ 1384949 w 4011346"/>
                <a:gd name="connsiteY350" fmla="*/ 645502 h 2017102"/>
                <a:gd name="connsiteX351" fmla="*/ 1358252 w 4011346"/>
                <a:gd name="connsiteY351" fmla="*/ 612129 h 2017102"/>
                <a:gd name="connsiteX352" fmla="*/ 1361589 w 4011346"/>
                <a:gd name="connsiteY352" fmla="*/ 582094 h 2017102"/>
                <a:gd name="connsiteX353" fmla="*/ 1351577 w 4011346"/>
                <a:gd name="connsiteY353" fmla="*/ 542048 h 2017102"/>
                <a:gd name="connsiteX354" fmla="*/ 1328217 w 4011346"/>
                <a:gd name="connsiteY354" fmla="*/ 548722 h 2017102"/>
                <a:gd name="connsiteX355" fmla="*/ 1281495 w 4011346"/>
                <a:gd name="connsiteY355" fmla="*/ 512013 h 2017102"/>
                <a:gd name="connsiteX356" fmla="*/ 1241449 w 4011346"/>
                <a:gd name="connsiteY356" fmla="*/ 508675 h 2017102"/>
                <a:gd name="connsiteX357" fmla="*/ 1241449 w 4011346"/>
                <a:gd name="connsiteY357" fmla="*/ 555396 h 2017102"/>
                <a:gd name="connsiteX358" fmla="*/ 1201402 w 4011346"/>
                <a:gd name="connsiteY358" fmla="*/ 535373 h 2017102"/>
                <a:gd name="connsiteX359" fmla="*/ 1228100 w 4011346"/>
                <a:gd name="connsiteY359" fmla="*/ 585431 h 2017102"/>
                <a:gd name="connsiteX360" fmla="*/ 1258135 w 4011346"/>
                <a:gd name="connsiteY360" fmla="*/ 595443 h 2017102"/>
                <a:gd name="connsiteX361" fmla="*/ 1258135 w 4011346"/>
                <a:gd name="connsiteY361" fmla="*/ 615467 h 2017102"/>
                <a:gd name="connsiteX362" fmla="*/ 1198065 w 4011346"/>
                <a:gd name="connsiteY362" fmla="*/ 592106 h 2017102"/>
                <a:gd name="connsiteX363" fmla="*/ 1181379 w 4011346"/>
                <a:gd name="connsiteY363" fmla="*/ 592106 h 2017102"/>
                <a:gd name="connsiteX364" fmla="*/ 1178041 w 4011346"/>
                <a:gd name="connsiteY364" fmla="*/ 548722 h 2017102"/>
                <a:gd name="connsiteX365" fmla="*/ 1171367 w 4011346"/>
                <a:gd name="connsiteY365" fmla="*/ 461954 h 2017102"/>
                <a:gd name="connsiteX366" fmla="*/ 1161355 w 4011346"/>
                <a:gd name="connsiteY366" fmla="*/ 532036 h 2017102"/>
                <a:gd name="connsiteX367" fmla="*/ 1137995 w 4011346"/>
                <a:gd name="connsiteY367" fmla="*/ 562071 h 2017102"/>
                <a:gd name="connsiteX368" fmla="*/ 1158018 w 4011346"/>
                <a:gd name="connsiteY368" fmla="*/ 608792 h 2017102"/>
                <a:gd name="connsiteX369" fmla="*/ 1158018 w 4011346"/>
                <a:gd name="connsiteY369" fmla="*/ 642164 h 2017102"/>
                <a:gd name="connsiteX370" fmla="*/ 1141332 w 4011346"/>
                <a:gd name="connsiteY370" fmla="*/ 692223 h 2017102"/>
                <a:gd name="connsiteX371" fmla="*/ 1154681 w 4011346"/>
                <a:gd name="connsiteY371" fmla="*/ 725595 h 2017102"/>
                <a:gd name="connsiteX372" fmla="*/ 1184716 w 4011346"/>
                <a:gd name="connsiteY372" fmla="*/ 732269 h 2017102"/>
                <a:gd name="connsiteX373" fmla="*/ 1221425 w 4011346"/>
                <a:gd name="connsiteY373" fmla="*/ 738944 h 2017102"/>
                <a:gd name="connsiteX374" fmla="*/ 1241449 w 4011346"/>
                <a:gd name="connsiteY374" fmla="*/ 762304 h 2017102"/>
                <a:gd name="connsiteX375" fmla="*/ 1258135 w 4011346"/>
                <a:gd name="connsiteY375" fmla="*/ 805688 h 2017102"/>
                <a:gd name="connsiteX376" fmla="*/ 1258135 w 4011346"/>
                <a:gd name="connsiteY376" fmla="*/ 805688 h 2017102"/>
                <a:gd name="connsiteX377" fmla="*/ 1254798 w 4011346"/>
                <a:gd name="connsiteY377" fmla="*/ 839061 h 2017102"/>
                <a:gd name="connsiteX378" fmla="*/ 1274821 w 4011346"/>
                <a:gd name="connsiteY378" fmla="*/ 859084 h 2017102"/>
                <a:gd name="connsiteX379" fmla="*/ 1244786 w 4011346"/>
                <a:gd name="connsiteY379" fmla="*/ 865759 h 2017102"/>
                <a:gd name="connsiteX380" fmla="*/ 1224763 w 4011346"/>
                <a:gd name="connsiteY380" fmla="*/ 825712 h 2017102"/>
                <a:gd name="connsiteX381" fmla="*/ 1224763 w 4011346"/>
                <a:gd name="connsiteY381" fmla="*/ 785665 h 2017102"/>
                <a:gd name="connsiteX382" fmla="*/ 1194727 w 4011346"/>
                <a:gd name="connsiteY382" fmla="*/ 748956 h 2017102"/>
                <a:gd name="connsiteX383" fmla="*/ 1164692 w 4011346"/>
                <a:gd name="connsiteY383" fmla="*/ 792340 h 2017102"/>
                <a:gd name="connsiteX384" fmla="*/ 1178041 w 4011346"/>
                <a:gd name="connsiteY384" fmla="*/ 835723 h 2017102"/>
                <a:gd name="connsiteX385" fmla="*/ 1137995 w 4011346"/>
                <a:gd name="connsiteY385" fmla="*/ 892456 h 2017102"/>
                <a:gd name="connsiteX386" fmla="*/ 1097948 w 4011346"/>
                <a:gd name="connsiteY386" fmla="*/ 949189 h 2017102"/>
                <a:gd name="connsiteX387" fmla="*/ 1007843 w 4011346"/>
                <a:gd name="connsiteY387" fmla="*/ 912480 h 2017102"/>
                <a:gd name="connsiteX388" fmla="*/ 1074587 w 4011346"/>
                <a:gd name="connsiteY388" fmla="*/ 909142 h 2017102"/>
                <a:gd name="connsiteX389" fmla="*/ 1107960 w 4011346"/>
                <a:gd name="connsiteY389" fmla="*/ 845735 h 2017102"/>
                <a:gd name="connsiteX390" fmla="*/ 1121309 w 4011346"/>
                <a:gd name="connsiteY390" fmla="*/ 802351 h 2017102"/>
                <a:gd name="connsiteX391" fmla="*/ 1127983 w 4011346"/>
                <a:gd name="connsiteY391" fmla="*/ 768979 h 2017102"/>
                <a:gd name="connsiteX392" fmla="*/ 1117971 w 4011346"/>
                <a:gd name="connsiteY392" fmla="*/ 752293 h 2017102"/>
                <a:gd name="connsiteX393" fmla="*/ 1114634 w 4011346"/>
                <a:gd name="connsiteY393" fmla="*/ 702234 h 2017102"/>
                <a:gd name="connsiteX394" fmla="*/ 1104622 w 4011346"/>
                <a:gd name="connsiteY394" fmla="*/ 622141 h 2017102"/>
                <a:gd name="connsiteX395" fmla="*/ 1101285 w 4011346"/>
                <a:gd name="connsiteY395" fmla="*/ 562071 h 2017102"/>
                <a:gd name="connsiteX396" fmla="*/ 1124646 w 4011346"/>
                <a:gd name="connsiteY396" fmla="*/ 468629 h 2017102"/>
                <a:gd name="connsiteX397" fmla="*/ 1031203 w 4011346"/>
                <a:gd name="connsiteY397" fmla="*/ 458617 h 2017102"/>
                <a:gd name="connsiteX398" fmla="*/ 1014517 w 4011346"/>
                <a:gd name="connsiteY398" fmla="*/ 515350 h 2017102"/>
                <a:gd name="connsiteX399" fmla="*/ 1024529 w 4011346"/>
                <a:gd name="connsiteY399" fmla="*/ 562071 h 2017102"/>
                <a:gd name="connsiteX400" fmla="*/ 981145 w 4011346"/>
                <a:gd name="connsiteY400" fmla="*/ 615467 h 2017102"/>
                <a:gd name="connsiteX401" fmla="*/ 991157 w 4011346"/>
                <a:gd name="connsiteY401" fmla="*/ 652176 h 2017102"/>
                <a:gd name="connsiteX402" fmla="*/ 981145 w 4011346"/>
                <a:gd name="connsiteY402" fmla="*/ 698897 h 2017102"/>
                <a:gd name="connsiteX403" fmla="*/ 1001168 w 4011346"/>
                <a:gd name="connsiteY403" fmla="*/ 722258 h 2017102"/>
                <a:gd name="connsiteX404" fmla="*/ 1017854 w 4011346"/>
                <a:gd name="connsiteY404" fmla="*/ 768979 h 2017102"/>
                <a:gd name="connsiteX405" fmla="*/ 1047890 w 4011346"/>
                <a:gd name="connsiteY405" fmla="*/ 755630 h 2017102"/>
                <a:gd name="connsiteX406" fmla="*/ 1014517 w 4011346"/>
                <a:gd name="connsiteY406" fmla="*/ 809026 h 2017102"/>
                <a:gd name="connsiteX407" fmla="*/ 957784 w 4011346"/>
                <a:gd name="connsiteY407" fmla="*/ 755630 h 2017102"/>
                <a:gd name="connsiteX408" fmla="*/ 884365 w 4011346"/>
                <a:gd name="connsiteY408" fmla="*/ 718921 h 2017102"/>
                <a:gd name="connsiteX409" fmla="*/ 824295 w 4011346"/>
                <a:gd name="connsiteY409" fmla="*/ 695560 h 2017102"/>
                <a:gd name="connsiteX410" fmla="*/ 810946 w 4011346"/>
                <a:gd name="connsiteY410" fmla="*/ 732269 h 2017102"/>
                <a:gd name="connsiteX411" fmla="*/ 827633 w 4011346"/>
                <a:gd name="connsiteY411" fmla="*/ 768979 h 2017102"/>
                <a:gd name="connsiteX412" fmla="*/ 814284 w 4011346"/>
                <a:gd name="connsiteY412" fmla="*/ 792340 h 2017102"/>
                <a:gd name="connsiteX413" fmla="*/ 800935 w 4011346"/>
                <a:gd name="connsiteY413" fmla="*/ 809026 h 2017102"/>
                <a:gd name="connsiteX414" fmla="*/ 770900 w 4011346"/>
                <a:gd name="connsiteY414" fmla="*/ 752293 h 2017102"/>
                <a:gd name="connsiteX415" fmla="*/ 744202 w 4011346"/>
                <a:gd name="connsiteY415" fmla="*/ 789002 h 2017102"/>
                <a:gd name="connsiteX416" fmla="*/ 707492 w 4011346"/>
                <a:gd name="connsiteY416" fmla="*/ 782328 h 2017102"/>
                <a:gd name="connsiteX417" fmla="*/ 654097 w 4011346"/>
                <a:gd name="connsiteY417" fmla="*/ 819037 h 2017102"/>
                <a:gd name="connsiteX418" fmla="*/ 644085 w 4011346"/>
                <a:gd name="connsiteY418" fmla="*/ 795677 h 2017102"/>
                <a:gd name="connsiteX419" fmla="*/ 654097 w 4011346"/>
                <a:gd name="connsiteY419" fmla="*/ 758967 h 2017102"/>
                <a:gd name="connsiteX420" fmla="*/ 614050 w 4011346"/>
                <a:gd name="connsiteY420" fmla="*/ 795677 h 2017102"/>
                <a:gd name="connsiteX421" fmla="*/ 594027 w 4011346"/>
                <a:gd name="connsiteY421" fmla="*/ 795677 h 2017102"/>
                <a:gd name="connsiteX422" fmla="*/ 533957 w 4011346"/>
                <a:gd name="connsiteY422" fmla="*/ 829049 h 2017102"/>
                <a:gd name="connsiteX423" fmla="*/ 510596 w 4011346"/>
                <a:gd name="connsiteY423" fmla="*/ 852410 h 2017102"/>
                <a:gd name="connsiteX424" fmla="*/ 500584 w 4011346"/>
                <a:gd name="connsiteY424" fmla="*/ 899131 h 2017102"/>
                <a:gd name="connsiteX425" fmla="*/ 450526 w 4011346"/>
                <a:gd name="connsiteY425" fmla="*/ 885782 h 2017102"/>
                <a:gd name="connsiteX426" fmla="*/ 433840 w 4011346"/>
                <a:gd name="connsiteY426" fmla="*/ 849072 h 2017102"/>
                <a:gd name="connsiteX427" fmla="*/ 467212 w 4011346"/>
                <a:gd name="connsiteY427" fmla="*/ 819037 h 2017102"/>
                <a:gd name="connsiteX428" fmla="*/ 453863 w 4011346"/>
                <a:gd name="connsiteY428" fmla="*/ 795677 h 2017102"/>
                <a:gd name="connsiteX429" fmla="*/ 390456 w 4011346"/>
                <a:gd name="connsiteY429" fmla="*/ 765642 h 2017102"/>
                <a:gd name="connsiteX430" fmla="*/ 417154 w 4011346"/>
                <a:gd name="connsiteY430" fmla="*/ 815700 h 2017102"/>
                <a:gd name="connsiteX431" fmla="*/ 407142 w 4011346"/>
                <a:gd name="connsiteY431" fmla="*/ 859084 h 2017102"/>
                <a:gd name="connsiteX432" fmla="*/ 413817 w 4011346"/>
                <a:gd name="connsiteY432" fmla="*/ 895794 h 2017102"/>
                <a:gd name="connsiteX433" fmla="*/ 427165 w 4011346"/>
                <a:gd name="connsiteY433" fmla="*/ 919154 h 2017102"/>
                <a:gd name="connsiteX434" fmla="*/ 413817 w 4011346"/>
                <a:gd name="connsiteY434" fmla="*/ 949189 h 2017102"/>
                <a:gd name="connsiteX435" fmla="*/ 390456 w 4011346"/>
                <a:gd name="connsiteY435" fmla="*/ 925829 h 2017102"/>
                <a:gd name="connsiteX436" fmla="*/ 360421 w 4011346"/>
                <a:gd name="connsiteY436" fmla="*/ 922491 h 2017102"/>
                <a:gd name="connsiteX437" fmla="*/ 333723 w 4011346"/>
                <a:gd name="connsiteY437" fmla="*/ 962538 h 2017102"/>
                <a:gd name="connsiteX438" fmla="*/ 307025 w 4011346"/>
                <a:gd name="connsiteY438" fmla="*/ 982561 h 2017102"/>
                <a:gd name="connsiteX439" fmla="*/ 320374 w 4011346"/>
                <a:gd name="connsiteY439" fmla="*/ 1009259 h 2017102"/>
                <a:gd name="connsiteX440" fmla="*/ 303688 w 4011346"/>
                <a:gd name="connsiteY440" fmla="*/ 1032620 h 2017102"/>
                <a:gd name="connsiteX441" fmla="*/ 233606 w 4011346"/>
                <a:gd name="connsiteY441" fmla="*/ 995910 h 2017102"/>
                <a:gd name="connsiteX442" fmla="*/ 243618 w 4011346"/>
                <a:gd name="connsiteY442" fmla="*/ 1045969 h 2017102"/>
                <a:gd name="connsiteX443" fmla="*/ 263641 w 4011346"/>
                <a:gd name="connsiteY443" fmla="*/ 1065992 h 2017102"/>
                <a:gd name="connsiteX444" fmla="*/ 250292 w 4011346"/>
                <a:gd name="connsiteY444" fmla="*/ 1079341 h 2017102"/>
                <a:gd name="connsiteX445" fmla="*/ 193560 w 4011346"/>
                <a:gd name="connsiteY445" fmla="*/ 1042631 h 2017102"/>
                <a:gd name="connsiteX446" fmla="*/ 170199 w 4011346"/>
                <a:gd name="connsiteY446" fmla="*/ 1002585 h 2017102"/>
                <a:gd name="connsiteX447" fmla="*/ 170199 w 4011346"/>
                <a:gd name="connsiteY447" fmla="*/ 955864 h 2017102"/>
                <a:gd name="connsiteX448" fmla="*/ 133490 w 4011346"/>
                <a:gd name="connsiteY448" fmla="*/ 879107 h 2017102"/>
                <a:gd name="connsiteX449" fmla="*/ 196897 w 4011346"/>
                <a:gd name="connsiteY449" fmla="*/ 909142 h 2017102"/>
                <a:gd name="connsiteX450" fmla="*/ 256967 w 4011346"/>
                <a:gd name="connsiteY450" fmla="*/ 939177 h 2017102"/>
                <a:gd name="connsiteX451" fmla="*/ 293676 w 4011346"/>
                <a:gd name="connsiteY451" fmla="*/ 942515 h 2017102"/>
                <a:gd name="connsiteX452" fmla="*/ 327049 w 4011346"/>
                <a:gd name="connsiteY452" fmla="*/ 912480 h 2017102"/>
                <a:gd name="connsiteX453" fmla="*/ 343735 w 4011346"/>
                <a:gd name="connsiteY453" fmla="*/ 875770 h 2017102"/>
                <a:gd name="connsiteX454" fmla="*/ 333723 w 4011346"/>
                <a:gd name="connsiteY454" fmla="*/ 825712 h 2017102"/>
                <a:gd name="connsiteX455" fmla="*/ 290339 w 4011346"/>
                <a:gd name="connsiteY455" fmla="*/ 805688 h 2017102"/>
                <a:gd name="connsiteX456" fmla="*/ 236944 w 4011346"/>
                <a:gd name="connsiteY456" fmla="*/ 758967 h 2017102"/>
                <a:gd name="connsiteX457" fmla="*/ 133490 w 4011346"/>
                <a:gd name="connsiteY457" fmla="*/ 702234 h 2017102"/>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09833 w 4011346"/>
                <a:gd name="connsiteY324" fmla="*/ 0 h 2020169"/>
                <a:gd name="connsiteX325" fmla="*/ 1877440 w 4011346"/>
                <a:gd name="connsiteY325" fmla="*/ 3067 h 2020169"/>
                <a:gd name="connsiteX326" fmla="*/ 1835474 w 4011346"/>
                <a:gd name="connsiteY326" fmla="*/ 41195 h 2020169"/>
                <a:gd name="connsiteX327" fmla="*/ 1818788 w 4011346"/>
                <a:gd name="connsiteY327" fmla="*/ 81242 h 2020169"/>
                <a:gd name="connsiteX328" fmla="*/ 1838813 w 4011346"/>
                <a:gd name="connsiteY328" fmla="*/ 134636 h 2020169"/>
                <a:gd name="connsiteX329" fmla="*/ 1782079 w 4011346"/>
                <a:gd name="connsiteY329" fmla="*/ 121287 h 2020169"/>
                <a:gd name="connsiteX330" fmla="*/ 1768731 w 4011346"/>
                <a:gd name="connsiteY330" fmla="*/ 168009 h 2020169"/>
                <a:gd name="connsiteX331" fmla="*/ 1705322 w 4011346"/>
                <a:gd name="connsiteY331" fmla="*/ 191369 h 2020169"/>
                <a:gd name="connsiteX332" fmla="*/ 1685300 w 4011346"/>
                <a:gd name="connsiteY332" fmla="*/ 164671 h 2020169"/>
                <a:gd name="connsiteX333" fmla="*/ 1615218 w 4011346"/>
                <a:gd name="connsiteY333" fmla="*/ 168009 h 2020169"/>
                <a:gd name="connsiteX334" fmla="*/ 1638579 w 4011346"/>
                <a:gd name="connsiteY334" fmla="*/ 198044 h 2020169"/>
                <a:gd name="connsiteX335" fmla="*/ 1528449 w 4011346"/>
                <a:gd name="connsiteY335" fmla="*/ 224740 h 2020169"/>
                <a:gd name="connsiteX336" fmla="*/ 1465043 w 4011346"/>
                <a:gd name="connsiteY336" fmla="*/ 308171 h 2020169"/>
                <a:gd name="connsiteX337" fmla="*/ 1448357 w 4011346"/>
                <a:gd name="connsiteY337" fmla="*/ 334869 h 2020169"/>
                <a:gd name="connsiteX338" fmla="*/ 1481729 w 4011346"/>
                <a:gd name="connsiteY338" fmla="*/ 368242 h 2020169"/>
                <a:gd name="connsiteX339" fmla="*/ 1481729 w 4011346"/>
                <a:gd name="connsiteY339" fmla="*/ 398277 h 2020169"/>
                <a:gd name="connsiteX340" fmla="*/ 1458368 w 4011346"/>
                <a:gd name="connsiteY340" fmla="*/ 401614 h 2020169"/>
                <a:gd name="connsiteX341" fmla="*/ 1458368 w 4011346"/>
                <a:gd name="connsiteY341" fmla="*/ 381590 h 2020169"/>
                <a:gd name="connsiteX342" fmla="*/ 1418322 w 4011346"/>
                <a:gd name="connsiteY342" fmla="*/ 391602 h 2020169"/>
                <a:gd name="connsiteX343" fmla="*/ 1368263 w 4011346"/>
                <a:gd name="connsiteY343" fmla="*/ 398277 h 2020169"/>
                <a:gd name="connsiteX344" fmla="*/ 1321542 w 4011346"/>
                <a:gd name="connsiteY344" fmla="*/ 404951 h 2020169"/>
                <a:gd name="connsiteX345" fmla="*/ 1318205 w 4011346"/>
                <a:gd name="connsiteY345" fmla="*/ 491719 h 2020169"/>
                <a:gd name="connsiteX346" fmla="*/ 1358252 w 4011346"/>
                <a:gd name="connsiteY346" fmla="*/ 515080 h 2020169"/>
                <a:gd name="connsiteX347" fmla="*/ 1374938 w 4011346"/>
                <a:gd name="connsiteY347" fmla="*/ 545115 h 2020169"/>
                <a:gd name="connsiteX348" fmla="*/ 1384949 w 4011346"/>
                <a:gd name="connsiteY348" fmla="*/ 568475 h 2020169"/>
                <a:gd name="connsiteX349" fmla="*/ 1394961 w 4011346"/>
                <a:gd name="connsiteY349" fmla="*/ 618534 h 2020169"/>
                <a:gd name="connsiteX350" fmla="*/ 1384949 w 4011346"/>
                <a:gd name="connsiteY350" fmla="*/ 648569 h 2020169"/>
                <a:gd name="connsiteX351" fmla="*/ 1358252 w 4011346"/>
                <a:gd name="connsiteY351" fmla="*/ 615196 h 2020169"/>
                <a:gd name="connsiteX352" fmla="*/ 1361589 w 4011346"/>
                <a:gd name="connsiteY352" fmla="*/ 585161 h 2020169"/>
                <a:gd name="connsiteX353" fmla="*/ 1351577 w 4011346"/>
                <a:gd name="connsiteY353" fmla="*/ 545115 h 2020169"/>
                <a:gd name="connsiteX354" fmla="*/ 1328217 w 4011346"/>
                <a:gd name="connsiteY354" fmla="*/ 551789 h 2020169"/>
                <a:gd name="connsiteX355" fmla="*/ 1281495 w 4011346"/>
                <a:gd name="connsiteY355" fmla="*/ 515080 h 2020169"/>
                <a:gd name="connsiteX356" fmla="*/ 1241449 w 4011346"/>
                <a:gd name="connsiteY356" fmla="*/ 511742 h 2020169"/>
                <a:gd name="connsiteX357" fmla="*/ 1241449 w 4011346"/>
                <a:gd name="connsiteY357" fmla="*/ 558463 h 2020169"/>
                <a:gd name="connsiteX358" fmla="*/ 1201402 w 4011346"/>
                <a:gd name="connsiteY358" fmla="*/ 538440 h 2020169"/>
                <a:gd name="connsiteX359" fmla="*/ 1228100 w 4011346"/>
                <a:gd name="connsiteY359" fmla="*/ 588498 h 2020169"/>
                <a:gd name="connsiteX360" fmla="*/ 1258135 w 4011346"/>
                <a:gd name="connsiteY360" fmla="*/ 598510 h 2020169"/>
                <a:gd name="connsiteX361" fmla="*/ 1258135 w 4011346"/>
                <a:gd name="connsiteY361" fmla="*/ 618534 h 2020169"/>
                <a:gd name="connsiteX362" fmla="*/ 1198065 w 4011346"/>
                <a:gd name="connsiteY362" fmla="*/ 595173 h 2020169"/>
                <a:gd name="connsiteX363" fmla="*/ 1181379 w 4011346"/>
                <a:gd name="connsiteY363" fmla="*/ 595173 h 2020169"/>
                <a:gd name="connsiteX364" fmla="*/ 1178041 w 4011346"/>
                <a:gd name="connsiteY364" fmla="*/ 551789 h 2020169"/>
                <a:gd name="connsiteX365" fmla="*/ 1171367 w 4011346"/>
                <a:gd name="connsiteY365" fmla="*/ 465021 h 2020169"/>
                <a:gd name="connsiteX366" fmla="*/ 1161355 w 4011346"/>
                <a:gd name="connsiteY366" fmla="*/ 535103 h 2020169"/>
                <a:gd name="connsiteX367" fmla="*/ 1137995 w 4011346"/>
                <a:gd name="connsiteY367" fmla="*/ 565138 h 2020169"/>
                <a:gd name="connsiteX368" fmla="*/ 1158018 w 4011346"/>
                <a:gd name="connsiteY368" fmla="*/ 611859 h 2020169"/>
                <a:gd name="connsiteX369" fmla="*/ 1158018 w 4011346"/>
                <a:gd name="connsiteY369" fmla="*/ 645231 h 2020169"/>
                <a:gd name="connsiteX370" fmla="*/ 1141332 w 4011346"/>
                <a:gd name="connsiteY370" fmla="*/ 695290 h 2020169"/>
                <a:gd name="connsiteX371" fmla="*/ 1154681 w 4011346"/>
                <a:gd name="connsiteY371" fmla="*/ 728662 h 2020169"/>
                <a:gd name="connsiteX372" fmla="*/ 1184716 w 4011346"/>
                <a:gd name="connsiteY372" fmla="*/ 735336 h 2020169"/>
                <a:gd name="connsiteX373" fmla="*/ 1221425 w 4011346"/>
                <a:gd name="connsiteY373" fmla="*/ 742011 h 2020169"/>
                <a:gd name="connsiteX374" fmla="*/ 1241449 w 4011346"/>
                <a:gd name="connsiteY374" fmla="*/ 765371 h 2020169"/>
                <a:gd name="connsiteX375" fmla="*/ 1258135 w 4011346"/>
                <a:gd name="connsiteY375" fmla="*/ 808755 h 2020169"/>
                <a:gd name="connsiteX376" fmla="*/ 1258135 w 4011346"/>
                <a:gd name="connsiteY376" fmla="*/ 808755 h 2020169"/>
                <a:gd name="connsiteX377" fmla="*/ 1254798 w 4011346"/>
                <a:gd name="connsiteY377" fmla="*/ 842128 h 2020169"/>
                <a:gd name="connsiteX378" fmla="*/ 1274821 w 4011346"/>
                <a:gd name="connsiteY378" fmla="*/ 862151 h 2020169"/>
                <a:gd name="connsiteX379" fmla="*/ 1244786 w 4011346"/>
                <a:gd name="connsiteY379" fmla="*/ 868826 h 2020169"/>
                <a:gd name="connsiteX380" fmla="*/ 1224763 w 4011346"/>
                <a:gd name="connsiteY380" fmla="*/ 828779 h 2020169"/>
                <a:gd name="connsiteX381" fmla="*/ 1224763 w 4011346"/>
                <a:gd name="connsiteY381" fmla="*/ 788732 h 2020169"/>
                <a:gd name="connsiteX382" fmla="*/ 1194727 w 4011346"/>
                <a:gd name="connsiteY382" fmla="*/ 752023 h 2020169"/>
                <a:gd name="connsiteX383" fmla="*/ 1164692 w 4011346"/>
                <a:gd name="connsiteY383" fmla="*/ 795407 h 2020169"/>
                <a:gd name="connsiteX384" fmla="*/ 1178041 w 4011346"/>
                <a:gd name="connsiteY384" fmla="*/ 838790 h 2020169"/>
                <a:gd name="connsiteX385" fmla="*/ 1137995 w 4011346"/>
                <a:gd name="connsiteY385" fmla="*/ 895523 h 2020169"/>
                <a:gd name="connsiteX386" fmla="*/ 1097948 w 4011346"/>
                <a:gd name="connsiteY386" fmla="*/ 952256 h 2020169"/>
                <a:gd name="connsiteX387" fmla="*/ 1007843 w 4011346"/>
                <a:gd name="connsiteY387" fmla="*/ 915547 h 2020169"/>
                <a:gd name="connsiteX388" fmla="*/ 1074587 w 4011346"/>
                <a:gd name="connsiteY388" fmla="*/ 912209 h 2020169"/>
                <a:gd name="connsiteX389" fmla="*/ 1107960 w 4011346"/>
                <a:gd name="connsiteY389" fmla="*/ 848802 h 2020169"/>
                <a:gd name="connsiteX390" fmla="*/ 1121309 w 4011346"/>
                <a:gd name="connsiteY390" fmla="*/ 805418 h 2020169"/>
                <a:gd name="connsiteX391" fmla="*/ 1127983 w 4011346"/>
                <a:gd name="connsiteY391" fmla="*/ 772046 h 2020169"/>
                <a:gd name="connsiteX392" fmla="*/ 1117971 w 4011346"/>
                <a:gd name="connsiteY392" fmla="*/ 755360 h 2020169"/>
                <a:gd name="connsiteX393" fmla="*/ 1114634 w 4011346"/>
                <a:gd name="connsiteY393" fmla="*/ 705301 h 2020169"/>
                <a:gd name="connsiteX394" fmla="*/ 1104622 w 4011346"/>
                <a:gd name="connsiteY394" fmla="*/ 625208 h 2020169"/>
                <a:gd name="connsiteX395" fmla="*/ 1101285 w 4011346"/>
                <a:gd name="connsiteY395" fmla="*/ 565138 h 2020169"/>
                <a:gd name="connsiteX396" fmla="*/ 1124646 w 4011346"/>
                <a:gd name="connsiteY396" fmla="*/ 471696 h 2020169"/>
                <a:gd name="connsiteX397" fmla="*/ 1031203 w 4011346"/>
                <a:gd name="connsiteY397" fmla="*/ 461684 h 2020169"/>
                <a:gd name="connsiteX398" fmla="*/ 1014517 w 4011346"/>
                <a:gd name="connsiteY398" fmla="*/ 518417 h 2020169"/>
                <a:gd name="connsiteX399" fmla="*/ 1024529 w 4011346"/>
                <a:gd name="connsiteY399" fmla="*/ 565138 h 2020169"/>
                <a:gd name="connsiteX400" fmla="*/ 981145 w 4011346"/>
                <a:gd name="connsiteY400" fmla="*/ 618534 h 2020169"/>
                <a:gd name="connsiteX401" fmla="*/ 991157 w 4011346"/>
                <a:gd name="connsiteY401" fmla="*/ 655243 h 2020169"/>
                <a:gd name="connsiteX402" fmla="*/ 981145 w 4011346"/>
                <a:gd name="connsiteY402" fmla="*/ 701964 h 2020169"/>
                <a:gd name="connsiteX403" fmla="*/ 1001168 w 4011346"/>
                <a:gd name="connsiteY403" fmla="*/ 725325 h 2020169"/>
                <a:gd name="connsiteX404" fmla="*/ 1017854 w 4011346"/>
                <a:gd name="connsiteY404" fmla="*/ 772046 h 2020169"/>
                <a:gd name="connsiteX405" fmla="*/ 1047890 w 4011346"/>
                <a:gd name="connsiteY405" fmla="*/ 758697 h 2020169"/>
                <a:gd name="connsiteX406" fmla="*/ 1014517 w 4011346"/>
                <a:gd name="connsiteY406" fmla="*/ 812093 h 2020169"/>
                <a:gd name="connsiteX407" fmla="*/ 957784 w 4011346"/>
                <a:gd name="connsiteY407" fmla="*/ 758697 h 2020169"/>
                <a:gd name="connsiteX408" fmla="*/ 884365 w 4011346"/>
                <a:gd name="connsiteY408" fmla="*/ 721988 h 2020169"/>
                <a:gd name="connsiteX409" fmla="*/ 824295 w 4011346"/>
                <a:gd name="connsiteY409" fmla="*/ 698627 h 2020169"/>
                <a:gd name="connsiteX410" fmla="*/ 810946 w 4011346"/>
                <a:gd name="connsiteY410" fmla="*/ 735336 h 2020169"/>
                <a:gd name="connsiteX411" fmla="*/ 827633 w 4011346"/>
                <a:gd name="connsiteY411" fmla="*/ 772046 h 2020169"/>
                <a:gd name="connsiteX412" fmla="*/ 814284 w 4011346"/>
                <a:gd name="connsiteY412" fmla="*/ 795407 h 2020169"/>
                <a:gd name="connsiteX413" fmla="*/ 800935 w 4011346"/>
                <a:gd name="connsiteY413" fmla="*/ 812093 h 2020169"/>
                <a:gd name="connsiteX414" fmla="*/ 770900 w 4011346"/>
                <a:gd name="connsiteY414" fmla="*/ 755360 h 2020169"/>
                <a:gd name="connsiteX415" fmla="*/ 744202 w 4011346"/>
                <a:gd name="connsiteY415" fmla="*/ 792069 h 2020169"/>
                <a:gd name="connsiteX416" fmla="*/ 707492 w 4011346"/>
                <a:gd name="connsiteY416" fmla="*/ 785395 h 2020169"/>
                <a:gd name="connsiteX417" fmla="*/ 654097 w 4011346"/>
                <a:gd name="connsiteY417" fmla="*/ 822104 h 2020169"/>
                <a:gd name="connsiteX418" fmla="*/ 644085 w 4011346"/>
                <a:gd name="connsiteY418" fmla="*/ 798744 h 2020169"/>
                <a:gd name="connsiteX419" fmla="*/ 654097 w 4011346"/>
                <a:gd name="connsiteY419" fmla="*/ 762034 h 2020169"/>
                <a:gd name="connsiteX420" fmla="*/ 614050 w 4011346"/>
                <a:gd name="connsiteY420" fmla="*/ 798744 h 2020169"/>
                <a:gd name="connsiteX421" fmla="*/ 594027 w 4011346"/>
                <a:gd name="connsiteY421" fmla="*/ 798744 h 2020169"/>
                <a:gd name="connsiteX422" fmla="*/ 533957 w 4011346"/>
                <a:gd name="connsiteY422" fmla="*/ 832116 h 2020169"/>
                <a:gd name="connsiteX423" fmla="*/ 510596 w 4011346"/>
                <a:gd name="connsiteY423" fmla="*/ 855477 h 2020169"/>
                <a:gd name="connsiteX424" fmla="*/ 500584 w 4011346"/>
                <a:gd name="connsiteY424" fmla="*/ 902198 h 2020169"/>
                <a:gd name="connsiteX425" fmla="*/ 450526 w 4011346"/>
                <a:gd name="connsiteY425" fmla="*/ 888849 h 2020169"/>
                <a:gd name="connsiteX426" fmla="*/ 433840 w 4011346"/>
                <a:gd name="connsiteY426" fmla="*/ 852139 h 2020169"/>
                <a:gd name="connsiteX427" fmla="*/ 467212 w 4011346"/>
                <a:gd name="connsiteY427" fmla="*/ 822104 h 2020169"/>
                <a:gd name="connsiteX428" fmla="*/ 453863 w 4011346"/>
                <a:gd name="connsiteY428" fmla="*/ 798744 h 2020169"/>
                <a:gd name="connsiteX429" fmla="*/ 390456 w 4011346"/>
                <a:gd name="connsiteY429" fmla="*/ 768709 h 2020169"/>
                <a:gd name="connsiteX430" fmla="*/ 417154 w 4011346"/>
                <a:gd name="connsiteY430" fmla="*/ 818767 h 2020169"/>
                <a:gd name="connsiteX431" fmla="*/ 407142 w 4011346"/>
                <a:gd name="connsiteY431" fmla="*/ 862151 h 2020169"/>
                <a:gd name="connsiteX432" fmla="*/ 413817 w 4011346"/>
                <a:gd name="connsiteY432" fmla="*/ 898861 h 2020169"/>
                <a:gd name="connsiteX433" fmla="*/ 427165 w 4011346"/>
                <a:gd name="connsiteY433" fmla="*/ 922221 h 2020169"/>
                <a:gd name="connsiteX434" fmla="*/ 413817 w 4011346"/>
                <a:gd name="connsiteY434" fmla="*/ 952256 h 2020169"/>
                <a:gd name="connsiteX435" fmla="*/ 390456 w 4011346"/>
                <a:gd name="connsiteY435" fmla="*/ 928896 h 2020169"/>
                <a:gd name="connsiteX436" fmla="*/ 360421 w 4011346"/>
                <a:gd name="connsiteY436" fmla="*/ 925558 h 2020169"/>
                <a:gd name="connsiteX437" fmla="*/ 333723 w 4011346"/>
                <a:gd name="connsiteY437" fmla="*/ 965605 h 2020169"/>
                <a:gd name="connsiteX438" fmla="*/ 307025 w 4011346"/>
                <a:gd name="connsiteY438" fmla="*/ 985628 h 2020169"/>
                <a:gd name="connsiteX439" fmla="*/ 320374 w 4011346"/>
                <a:gd name="connsiteY439" fmla="*/ 1012326 h 2020169"/>
                <a:gd name="connsiteX440" fmla="*/ 303688 w 4011346"/>
                <a:gd name="connsiteY440" fmla="*/ 1035687 h 2020169"/>
                <a:gd name="connsiteX441" fmla="*/ 233606 w 4011346"/>
                <a:gd name="connsiteY441" fmla="*/ 998977 h 2020169"/>
                <a:gd name="connsiteX442" fmla="*/ 243618 w 4011346"/>
                <a:gd name="connsiteY442" fmla="*/ 1049036 h 2020169"/>
                <a:gd name="connsiteX443" fmla="*/ 263641 w 4011346"/>
                <a:gd name="connsiteY443" fmla="*/ 1069059 h 2020169"/>
                <a:gd name="connsiteX444" fmla="*/ 250292 w 4011346"/>
                <a:gd name="connsiteY444" fmla="*/ 1082408 h 2020169"/>
                <a:gd name="connsiteX445" fmla="*/ 193560 w 4011346"/>
                <a:gd name="connsiteY445" fmla="*/ 1045698 h 2020169"/>
                <a:gd name="connsiteX446" fmla="*/ 170199 w 4011346"/>
                <a:gd name="connsiteY446" fmla="*/ 1005652 h 2020169"/>
                <a:gd name="connsiteX447" fmla="*/ 170199 w 4011346"/>
                <a:gd name="connsiteY447" fmla="*/ 958931 h 2020169"/>
                <a:gd name="connsiteX448" fmla="*/ 133490 w 4011346"/>
                <a:gd name="connsiteY448" fmla="*/ 882174 h 2020169"/>
                <a:gd name="connsiteX449" fmla="*/ 196897 w 4011346"/>
                <a:gd name="connsiteY449" fmla="*/ 912209 h 2020169"/>
                <a:gd name="connsiteX450" fmla="*/ 256967 w 4011346"/>
                <a:gd name="connsiteY450" fmla="*/ 942244 h 2020169"/>
                <a:gd name="connsiteX451" fmla="*/ 293676 w 4011346"/>
                <a:gd name="connsiteY451" fmla="*/ 945582 h 2020169"/>
                <a:gd name="connsiteX452" fmla="*/ 327049 w 4011346"/>
                <a:gd name="connsiteY452" fmla="*/ 915547 h 2020169"/>
                <a:gd name="connsiteX453" fmla="*/ 343735 w 4011346"/>
                <a:gd name="connsiteY453" fmla="*/ 878837 h 2020169"/>
                <a:gd name="connsiteX454" fmla="*/ 333723 w 4011346"/>
                <a:gd name="connsiteY454" fmla="*/ 828779 h 2020169"/>
                <a:gd name="connsiteX455" fmla="*/ 290339 w 4011346"/>
                <a:gd name="connsiteY455" fmla="*/ 808755 h 2020169"/>
                <a:gd name="connsiteX456" fmla="*/ 236944 w 4011346"/>
                <a:gd name="connsiteY456" fmla="*/ 762034 h 2020169"/>
                <a:gd name="connsiteX457" fmla="*/ 133490 w 4011346"/>
                <a:gd name="connsiteY457"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32693 w 4011346"/>
                <a:gd name="connsiteY324" fmla="*/ 77154 h 2020169"/>
                <a:gd name="connsiteX325" fmla="*/ 1909833 w 4011346"/>
                <a:gd name="connsiteY325" fmla="*/ 0 h 2020169"/>
                <a:gd name="connsiteX326" fmla="*/ 1877440 w 4011346"/>
                <a:gd name="connsiteY326" fmla="*/ 3067 h 2020169"/>
                <a:gd name="connsiteX327" fmla="*/ 1835474 w 4011346"/>
                <a:gd name="connsiteY327" fmla="*/ 41195 h 2020169"/>
                <a:gd name="connsiteX328" fmla="*/ 1818788 w 4011346"/>
                <a:gd name="connsiteY328" fmla="*/ 81242 h 2020169"/>
                <a:gd name="connsiteX329" fmla="*/ 1838813 w 4011346"/>
                <a:gd name="connsiteY329" fmla="*/ 134636 h 2020169"/>
                <a:gd name="connsiteX330" fmla="*/ 1782079 w 4011346"/>
                <a:gd name="connsiteY330" fmla="*/ 121287 h 2020169"/>
                <a:gd name="connsiteX331" fmla="*/ 1768731 w 4011346"/>
                <a:gd name="connsiteY331" fmla="*/ 168009 h 2020169"/>
                <a:gd name="connsiteX332" fmla="*/ 1705322 w 4011346"/>
                <a:gd name="connsiteY332" fmla="*/ 191369 h 2020169"/>
                <a:gd name="connsiteX333" fmla="*/ 1685300 w 4011346"/>
                <a:gd name="connsiteY333" fmla="*/ 164671 h 2020169"/>
                <a:gd name="connsiteX334" fmla="*/ 1615218 w 4011346"/>
                <a:gd name="connsiteY334" fmla="*/ 168009 h 2020169"/>
                <a:gd name="connsiteX335" fmla="*/ 1638579 w 4011346"/>
                <a:gd name="connsiteY335" fmla="*/ 198044 h 2020169"/>
                <a:gd name="connsiteX336" fmla="*/ 1528449 w 4011346"/>
                <a:gd name="connsiteY336" fmla="*/ 224740 h 2020169"/>
                <a:gd name="connsiteX337" fmla="*/ 1465043 w 4011346"/>
                <a:gd name="connsiteY337" fmla="*/ 308171 h 2020169"/>
                <a:gd name="connsiteX338" fmla="*/ 1448357 w 4011346"/>
                <a:gd name="connsiteY338" fmla="*/ 334869 h 2020169"/>
                <a:gd name="connsiteX339" fmla="*/ 1481729 w 4011346"/>
                <a:gd name="connsiteY339" fmla="*/ 368242 h 2020169"/>
                <a:gd name="connsiteX340" fmla="*/ 1481729 w 4011346"/>
                <a:gd name="connsiteY340" fmla="*/ 398277 h 2020169"/>
                <a:gd name="connsiteX341" fmla="*/ 1458368 w 4011346"/>
                <a:gd name="connsiteY341" fmla="*/ 401614 h 2020169"/>
                <a:gd name="connsiteX342" fmla="*/ 1458368 w 4011346"/>
                <a:gd name="connsiteY342" fmla="*/ 381590 h 2020169"/>
                <a:gd name="connsiteX343" fmla="*/ 1418322 w 4011346"/>
                <a:gd name="connsiteY343" fmla="*/ 391602 h 2020169"/>
                <a:gd name="connsiteX344" fmla="*/ 1368263 w 4011346"/>
                <a:gd name="connsiteY344" fmla="*/ 398277 h 2020169"/>
                <a:gd name="connsiteX345" fmla="*/ 1321542 w 4011346"/>
                <a:gd name="connsiteY345" fmla="*/ 404951 h 2020169"/>
                <a:gd name="connsiteX346" fmla="*/ 1318205 w 4011346"/>
                <a:gd name="connsiteY346" fmla="*/ 491719 h 2020169"/>
                <a:gd name="connsiteX347" fmla="*/ 1358252 w 4011346"/>
                <a:gd name="connsiteY347" fmla="*/ 515080 h 2020169"/>
                <a:gd name="connsiteX348" fmla="*/ 1374938 w 4011346"/>
                <a:gd name="connsiteY348" fmla="*/ 545115 h 2020169"/>
                <a:gd name="connsiteX349" fmla="*/ 1384949 w 4011346"/>
                <a:gd name="connsiteY349" fmla="*/ 568475 h 2020169"/>
                <a:gd name="connsiteX350" fmla="*/ 1394961 w 4011346"/>
                <a:gd name="connsiteY350" fmla="*/ 618534 h 2020169"/>
                <a:gd name="connsiteX351" fmla="*/ 1384949 w 4011346"/>
                <a:gd name="connsiteY351" fmla="*/ 648569 h 2020169"/>
                <a:gd name="connsiteX352" fmla="*/ 1358252 w 4011346"/>
                <a:gd name="connsiteY352" fmla="*/ 615196 h 2020169"/>
                <a:gd name="connsiteX353" fmla="*/ 1361589 w 4011346"/>
                <a:gd name="connsiteY353" fmla="*/ 585161 h 2020169"/>
                <a:gd name="connsiteX354" fmla="*/ 1351577 w 4011346"/>
                <a:gd name="connsiteY354" fmla="*/ 545115 h 2020169"/>
                <a:gd name="connsiteX355" fmla="*/ 1328217 w 4011346"/>
                <a:gd name="connsiteY355" fmla="*/ 551789 h 2020169"/>
                <a:gd name="connsiteX356" fmla="*/ 1281495 w 4011346"/>
                <a:gd name="connsiteY356" fmla="*/ 515080 h 2020169"/>
                <a:gd name="connsiteX357" fmla="*/ 1241449 w 4011346"/>
                <a:gd name="connsiteY357" fmla="*/ 511742 h 2020169"/>
                <a:gd name="connsiteX358" fmla="*/ 1241449 w 4011346"/>
                <a:gd name="connsiteY358" fmla="*/ 558463 h 2020169"/>
                <a:gd name="connsiteX359" fmla="*/ 1201402 w 4011346"/>
                <a:gd name="connsiteY359" fmla="*/ 538440 h 2020169"/>
                <a:gd name="connsiteX360" fmla="*/ 1228100 w 4011346"/>
                <a:gd name="connsiteY360" fmla="*/ 588498 h 2020169"/>
                <a:gd name="connsiteX361" fmla="*/ 1258135 w 4011346"/>
                <a:gd name="connsiteY361" fmla="*/ 598510 h 2020169"/>
                <a:gd name="connsiteX362" fmla="*/ 1258135 w 4011346"/>
                <a:gd name="connsiteY362" fmla="*/ 618534 h 2020169"/>
                <a:gd name="connsiteX363" fmla="*/ 1198065 w 4011346"/>
                <a:gd name="connsiteY363" fmla="*/ 595173 h 2020169"/>
                <a:gd name="connsiteX364" fmla="*/ 1181379 w 4011346"/>
                <a:gd name="connsiteY364" fmla="*/ 595173 h 2020169"/>
                <a:gd name="connsiteX365" fmla="*/ 1178041 w 4011346"/>
                <a:gd name="connsiteY365" fmla="*/ 551789 h 2020169"/>
                <a:gd name="connsiteX366" fmla="*/ 1171367 w 4011346"/>
                <a:gd name="connsiteY366" fmla="*/ 465021 h 2020169"/>
                <a:gd name="connsiteX367" fmla="*/ 1161355 w 4011346"/>
                <a:gd name="connsiteY367" fmla="*/ 535103 h 2020169"/>
                <a:gd name="connsiteX368" fmla="*/ 1137995 w 4011346"/>
                <a:gd name="connsiteY368" fmla="*/ 565138 h 2020169"/>
                <a:gd name="connsiteX369" fmla="*/ 1158018 w 4011346"/>
                <a:gd name="connsiteY369" fmla="*/ 611859 h 2020169"/>
                <a:gd name="connsiteX370" fmla="*/ 1158018 w 4011346"/>
                <a:gd name="connsiteY370" fmla="*/ 645231 h 2020169"/>
                <a:gd name="connsiteX371" fmla="*/ 1141332 w 4011346"/>
                <a:gd name="connsiteY371" fmla="*/ 695290 h 2020169"/>
                <a:gd name="connsiteX372" fmla="*/ 1154681 w 4011346"/>
                <a:gd name="connsiteY372" fmla="*/ 728662 h 2020169"/>
                <a:gd name="connsiteX373" fmla="*/ 1184716 w 4011346"/>
                <a:gd name="connsiteY373" fmla="*/ 735336 h 2020169"/>
                <a:gd name="connsiteX374" fmla="*/ 1221425 w 4011346"/>
                <a:gd name="connsiteY374" fmla="*/ 742011 h 2020169"/>
                <a:gd name="connsiteX375" fmla="*/ 1241449 w 4011346"/>
                <a:gd name="connsiteY375" fmla="*/ 765371 h 2020169"/>
                <a:gd name="connsiteX376" fmla="*/ 1258135 w 4011346"/>
                <a:gd name="connsiteY376" fmla="*/ 808755 h 2020169"/>
                <a:gd name="connsiteX377" fmla="*/ 1258135 w 4011346"/>
                <a:gd name="connsiteY377" fmla="*/ 808755 h 2020169"/>
                <a:gd name="connsiteX378" fmla="*/ 1254798 w 4011346"/>
                <a:gd name="connsiteY378" fmla="*/ 842128 h 2020169"/>
                <a:gd name="connsiteX379" fmla="*/ 1274821 w 4011346"/>
                <a:gd name="connsiteY379" fmla="*/ 862151 h 2020169"/>
                <a:gd name="connsiteX380" fmla="*/ 1244786 w 4011346"/>
                <a:gd name="connsiteY380" fmla="*/ 868826 h 2020169"/>
                <a:gd name="connsiteX381" fmla="*/ 1224763 w 4011346"/>
                <a:gd name="connsiteY381" fmla="*/ 828779 h 2020169"/>
                <a:gd name="connsiteX382" fmla="*/ 1224763 w 4011346"/>
                <a:gd name="connsiteY382" fmla="*/ 788732 h 2020169"/>
                <a:gd name="connsiteX383" fmla="*/ 1194727 w 4011346"/>
                <a:gd name="connsiteY383" fmla="*/ 752023 h 2020169"/>
                <a:gd name="connsiteX384" fmla="*/ 1164692 w 4011346"/>
                <a:gd name="connsiteY384" fmla="*/ 795407 h 2020169"/>
                <a:gd name="connsiteX385" fmla="*/ 1178041 w 4011346"/>
                <a:gd name="connsiteY385" fmla="*/ 838790 h 2020169"/>
                <a:gd name="connsiteX386" fmla="*/ 1137995 w 4011346"/>
                <a:gd name="connsiteY386" fmla="*/ 895523 h 2020169"/>
                <a:gd name="connsiteX387" fmla="*/ 1097948 w 4011346"/>
                <a:gd name="connsiteY387" fmla="*/ 952256 h 2020169"/>
                <a:gd name="connsiteX388" fmla="*/ 1007843 w 4011346"/>
                <a:gd name="connsiteY388" fmla="*/ 915547 h 2020169"/>
                <a:gd name="connsiteX389" fmla="*/ 1074587 w 4011346"/>
                <a:gd name="connsiteY389" fmla="*/ 912209 h 2020169"/>
                <a:gd name="connsiteX390" fmla="*/ 1107960 w 4011346"/>
                <a:gd name="connsiteY390" fmla="*/ 848802 h 2020169"/>
                <a:gd name="connsiteX391" fmla="*/ 1121309 w 4011346"/>
                <a:gd name="connsiteY391" fmla="*/ 805418 h 2020169"/>
                <a:gd name="connsiteX392" fmla="*/ 1127983 w 4011346"/>
                <a:gd name="connsiteY392" fmla="*/ 772046 h 2020169"/>
                <a:gd name="connsiteX393" fmla="*/ 1117971 w 4011346"/>
                <a:gd name="connsiteY393" fmla="*/ 755360 h 2020169"/>
                <a:gd name="connsiteX394" fmla="*/ 1114634 w 4011346"/>
                <a:gd name="connsiteY394" fmla="*/ 705301 h 2020169"/>
                <a:gd name="connsiteX395" fmla="*/ 1104622 w 4011346"/>
                <a:gd name="connsiteY395" fmla="*/ 625208 h 2020169"/>
                <a:gd name="connsiteX396" fmla="*/ 1101285 w 4011346"/>
                <a:gd name="connsiteY396" fmla="*/ 565138 h 2020169"/>
                <a:gd name="connsiteX397" fmla="*/ 1124646 w 4011346"/>
                <a:gd name="connsiteY397" fmla="*/ 471696 h 2020169"/>
                <a:gd name="connsiteX398" fmla="*/ 1031203 w 4011346"/>
                <a:gd name="connsiteY398" fmla="*/ 461684 h 2020169"/>
                <a:gd name="connsiteX399" fmla="*/ 1014517 w 4011346"/>
                <a:gd name="connsiteY399" fmla="*/ 518417 h 2020169"/>
                <a:gd name="connsiteX400" fmla="*/ 1024529 w 4011346"/>
                <a:gd name="connsiteY400" fmla="*/ 565138 h 2020169"/>
                <a:gd name="connsiteX401" fmla="*/ 981145 w 4011346"/>
                <a:gd name="connsiteY401" fmla="*/ 618534 h 2020169"/>
                <a:gd name="connsiteX402" fmla="*/ 991157 w 4011346"/>
                <a:gd name="connsiteY402" fmla="*/ 655243 h 2020169"/>
                <a:gd name="connsiteX403" fmla="*/ 981145 w 4011346"/>
                <a:gd name="connsiteY403" fmla="*/ 701964 h 2020169"/>
                <a:gd name="connsiteX404" fmla="*/ 1001168 w 4011346"/>
                <a:gd name="connsiteY404" fmla="*/ 725325 h 2020169"/>
                <a:gd name="connsiteX405" fmla="*/ 1017854 w 4011346"/>
                <a:gd name="connsiteY405" fmla="*/ 772046 h 2020169"/>
                <a:gd name="connsiteX406" fmla="*/ 1047890 w 4011346"/>
                <a:gd name="connsiteY406" fmla="*/ 758697 h 2020169"/>
                <a:gd name="connsiteX407" fmla="*/ 1014517 w 4011346"/>
                <a:gd name="connsiteY407" fmla="*/ 812093 h 2020169"/>
                <a:gd name="connsiteX408" fmla="*/ 957784 w 4011346"/>
                <a:gd name="connsiteY408" fmla="*/ 758697 h 2020169"/>
                <a:gd name="connsiteX409" fmla="*/ 884365 w 4011346"/>
                <a:gd name="connsiteY409" fmla="*/ 721988 h 2020169"/>
                <a:gd name="connsiteX410" fmla="*/ 824295 w 4011346"/>
                <a:gd name="connsiteY410" fmla="*/ 698627 h 2020169"/>
                <a:gd name="connsiteX411" fmla="*/ 810946 w 4011346"/>
                <a:gd name="connsiteY411" fmla="*/ 735336 h 2020169"/>
                <a:gd name="connsiteX412" fmla="*/ 827633 w 4011346"/>
                <a:gd name="connsiteY412" fmla="*/ 772046 h 2020169"/>
                <a:gd name="connsiteX413" fmla="*/ 814284 w 4011346"/>
                <a:gd name="connsiteY413" fmla="*/ 795407 h 2020169"/>
                <a:gd name="connsiteX414" fmla="*/ 800935 w 4011346"/>
                <a:gd name="connsiteY414" fmla="*/ 812093 h 2020169"/>
                <a:gd name="connsiteX415" fmla="*/ 770900 w 4011346"/>
                <a:gd name="connsiteY415" fmla="*/ 755360 h 2020169"/>
                <a:gd name="connsiteX416" fmla="*/ 744202 w 4011346"/>
                <a:gd name="connsiteY416" fmla="*/ 792069 h 2020169"/>
                <a:gd name="connsiteX417" fmla="*/ 707492 w 4011346"/>
                <a:gd name="connsiteY417" fmla="*/ 785395 h 2020169"/>
                <a:gd name="connsiteX418" fmla="*/ 654097 w 4011346"/>
                <a:gd name="connsiteY418" fmla="*/ 822104 h 2020169"/>
                <a:gd name="connsiteX419" fmla="*/ 644085 w 4011346"/>
                <a:gd name="connsiteY419" fmla="*/ 798744 h 2020169"/>
                <a:gd name="connsiteX420" fmla="*/ 654097 w 4011346"/>
                <a:gd name="connsiteY420" fmla="*/ 762034 h 2020169"/>
                <a:gd name="connsiteX421" fmla="*/ 614050 w 4011346"/>
                <a:gd name="connsiteY421" fmla="*/ 798744 h 2020169"/>
                <a:gd name="connsiteX422" fmla="*/ 594027 w 4011346"/>
                <a:gd name="connsiteY422" fmla="*/ 798744 h 2020169"/>
                <a:gd name="connsiteX423" fmla="*/ 533957 w 4011346"/>
                <a:gd name="connsiteY423" fmla="*/ 832116 h 2020169"/>
                <a:gd name="connsiteX424" fmla="*/ 510596 w 4011346"/>
                <a:gd name="connsiteY424" fmla="*/ 855477 h 2020169"/>
                <a:gd name="connsiteX425" fmla="*/ 500584 w 4011346"/>
                <a:gd name="connsiteY425" fmla="*/ 902198 h 2020169"/>
                <a:gd name="connsiteX426" fmla="*/ 450526 w 4011346"/>
                <a:gd name="connsiteY426" fmla="*/ 888849 h 2020169"/>
                <a:gd name="connsiteX427" fmla="*/ 433840 w 4011346"/>
                <a:gd name="connsiteY427" fmla="*/ 852139 h 2020169"/>
                <a:gd name="connsiteX428" fmla="*/ 467212 w 4011346"/>
                <a:gd name="connsiteY428" fmla="*/ 822104 h 2020169"/>
                <a:gd name="connsiteX429" fmla="*/ 453863 w 4011346"/>
                <a:gd name="connsiteY429" fmla="*/ 798744 h 2020169"/>
                <a:gd name="connsiteX430" fmla="*/ 390456 w 4011346"/>
                <a:gd name="connsiteY430" fmla="*/ 768709 h 2020169"/>
                <a:gd name="connsiteX431" fmla="*/ 417154 w 4011346"/>
                <a:gd name="connsiteY431" fmla="*/ 818767 h 2020169"/>
                <a:gd name="connsiteX432" fmla="*/ 407142 w 4011346"/>
                <a:gd name="connsiteY432" fmla="*/ 862151 h 2020169"/>
                <a:gd name="connsiteX433" fmla="*/ 413817 w 4011346"/>
                <a:gd name="connsiteY433" fmla="*/ 898861 h 2020169"/>
                <a:gd name="connsiteX434" fmla="*/ 427165 w 4011346"/>
                <a:gd name="connsiteY434" fmla="*/ 922221 h 2020169"/>
                <a:gd name="connsiteX435" fmla="*/ 413817 w 4011346"/>
                <a:gd name="connsiteY435" fmla="*/ 952256 h 2020169"/>
                <a:gd name="connsiteX436" fmla="*/ 390456 w 4011346"/>
                <a:gd name="connsiteY436" fmla="*/ 928896 h 2020169"/>
                <a:gd name="connsiteX437" fmla="*/ 360421 w 4011346"/>
                <a:gd name="connsiteY437" fmla="*/ 925558 h 2020169"/>
                <a:gd name="connsiteX438" fmla="*/ 333723 w 4011346"/>
                <a:gd name="connsiteY438" fmla="*/ 965605 h 2020169"/>
                <a:gd name="connsiteX439" fmla="*/ 307025 w 4011346"/>
                <a:gd name="connsiteY439" fmla="*/ 985628 h 2020169"/>
                <a:gd name="connsiteX440" fmla="*/ 320374 w 4011346"/>
                <a:gd name="connsiteY440" fmla="*/ 1012326 h 2020169"/>
                <a:gd name="connsiteX441" fmla="*/ 303688 w 4011346"/>
                <a:gd name="connsiteY441" fmla="*/ 1035687 h 2020169"/>
                <a:gd name="connsiteX442" fmla="*/ 233606 w 4011346"/>
                <a:gd name="connsiteY442" fmla="*/ 998977 h 2020169"/>
                <a:gd name="connsiteX443" fmla="*/ 243618 w 4011346"/>
                <a:gd name="connsiteY443" fmla="*/ 1049036 h 2020169"/>
                <a:gd name="connsiteX444" fmla="*/ 263641 w 4011346"/>
                <a:gd name="connsiteY444" fmla="*/ 1069059 h 2020169"/>
                <a:gd name="connsiteX445" fmla="*/ 250292 w 4011346"/>
                <a:gd name="connsiteY445" fmla="*/ 1082408 h 2020169"/>
                <a:gd name="connsiteX446" fmla="*/ 193560 w 4011346"/>
                <a:gd name="connsiteY446" fmla="*/ 1045698 h 2020169"/>
                <a:gd name="connsiteX447" fmla="*/ 170199 w 4011346"/>
                <a:gd name="connsiteY447" fmla="*/ 1005652 h 2020169"/>
                <a:gd name="connsiteX448" fmla="*/ 170199 w 4011346"/>
                <a:gd name="connsiteY448" fmla="*/ 958931 h 2020169"/>
                <a:gd name="connsiteX449" fmla="*/ 133490 w 4011346"/>
                <a:gd name="connsiteY449" fmla="*/ 882174 h 2020169"/>
                <a:gd name="connsiteX450" fmla="*/ 196897 w 4011346"/>
                <a:gd name="connsiteY450" fmla="*/ 912209 h 2020169"/>
                <a:gd name="connsiteX451" fmla="*/ 256967 w 4011346"/>
                <a:gd name="connsiteY451" fmla="*/ 942244 h 2020169"/>
                <a:gd name="connsiteX452" fmla="*/ 293676 w 4011346"/>
                <a:gd name="connsiteY452" fmla="*/ 945582 h 2020169"/>
                <a:gd name="connsiteX453" fmla="*/ 327049 w 4011346"/>
                <a:gd name="connsiteY453" fmla="*/ 915547 h 2020169"/>
                <a:gd name="connsiteX454" fmla="*/ 343735 w 4011346"/>
                <a:gd name="connsiteY454" fmla="*/ 878837 h 2020169"/>
                <a:gd name="connsiteX455" fmla="*/ 333723 w 4011346"/>
                <a:gd name="connsiteY455" fmla="*/ 828779 h 2020169"/>
                <a:gd name="connsiteX456" fmla="*/ 290339 w 4011346"/>
                <a:gd name="connsiteY456" fmla="*/ 808755 h 2020169"/>
                <a:gd name="connsiteX457" fmla="*/ 236944 w 4011346"/>
                <a:gd name="connsiteY457" fmla="*/ 762034 h 2020169"/>
                <a:gd name="connsiteX458" fmla="*/ 133490 w 4011346"/>
                <a:gd name="connsiteY458"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38408 w 4011346"/>
                <a:gd name="connsiteY324" fmla="*/ 28576 h 2020169"/>
                <a:gd name="connsiteX325" fmla="*/ 1909833 w 4011346"/>
                <a:gd name="connsiteY325" fmla="*/ 0 h 2020169"/>
                <a:gd name="connsiteX326" fmla="*/ 1877440 w 4011346"/>
                <a:gd name="connsiteY326" fmla="*/ 3067 h 2020169"/>
                <a:gd name="connsiteX327" fmla="*/ 1835474 w 4011346"/>
                <a:gd name="connsiteY327" fmla="*/ 41195 h 2020169"/>
                <a:gd name="connsiteX328" fmla="*/ 1818788 w 4011346"/>
                <a:gd name="connsiteY328" fmla="*/ 81242 h 2020169"/>
                <a:gd name="connsiteX329" fmla="*/ 1838813 w 4011346"/>
                <a:gd name="connsiteY329" fmla="*/ 134636 h 2020169"/>
                <a:gd name="connsiteX330" fmla="*/ 1782079 w 4011346"/>
                <a:gd name="connsiteY330" fmla="*/ 121287 h 2020169"/>
                <a:gd name="connsiteX331" fmla="*/ 1768731 w 4011346"/>
                <a:gd name="connsiteY331" fmla="*/ 168009 h 2020169"/>
                <a:gd name="connsiteX332" fmla="*/ 1705322 w 4011346"/>
                <a:gd name="connsiteY332" fmla="*/ 191369 h 2020169"/>
                <a:gd name="connsiteX333" fmla="*/ 1685300 w 4011346"/>
                <a:gd name="connsiteY333" fmla="*/ 164671 h 2020169"/>
                <a:gd name="connsiteX334" fmla="*/ 1615218 w 4011346"/>
                <a:gd name="connsiteY334" fmla="*/ 168009 h 2020169"/>
                <a:gd name="connsiteX335" fmla="*/ 1638579 w 4011346"/>
                <a:gd name="connsiteY335" fmla="*/ 198044 h 2020169"/>
                <a:gd name="connsiteX336" fmla="*/ 1528449 w 4011346"/>
                <a:gd name="connsiteY336" fmla="*/ 224740 h 2020169"/>
                <a:gd name="connsiteX337" fmla="*/ 1465043 w 4011346"/>
                <a:gd name="connsiteY337" fmla="*/ 308171 h 2020169"/>
                <a:gd name="connsiteX338" fmla="*/ 1448357 w 4011346"/>
                <a:gd name="connsiteY338" fmla="*/ 334869 h 2020169"/>
                <a:gd name="connsiteX339" fmla="*/ 1481729 w 4011346"/>
                <a:gd name="connsiteY339" fmla="*/ 368242 h 2020169"/>
                <a:gd name="connsiteX340" fmla="*/ 1481729 w 4011346"/>
                <a:gd name="connsiteY340" fmla="*/ 398277 h 2020169"/>
                <a:gd name="connsiteX341" fmla="*/ 1458368 w 4011346"/>
                <a:gd name="connsiteY341" fmla="*/ 401614 h 2020169"/>
                <a:gd name="connsiteX342" fmla="*/ 1458368 w 4011346"/>
                <a:gd name="connsiteY342" fmla="*/ 381590 h 2020169"/>
                <a:gd name="connsiteX343" fmla="*/ 1418322 w 4011346"/>
                <a:gd name="connsiteY343" fmla="*/ 391602 h 2020169"/>
                <a:gd name="connsiteX344" fmla="*/ 1368263 w 4011346"/>
                <a:gd name="connsiteY344" fmla="*/ 398277 h 2020169"/>
                <a:gd name="connsiteX345" fmla="*/ 1321542 w 4011346"/>
                <a:gd name="connsiteY345" fmla="*/ 404951 h 2020169"/>
                <a:gd name="connsiteX346" fmla="*/ 1318205 w 4011346"/>
                <a:gd name="connsiteY346" fmla="*/ 491719 h 2020169"/>
                <a:gd name="connsiteX347" fmla="*/ 1358252 w 4011346"/>
                <a:gd name="connsiteY347" fmla="*/ 515080 h 2020169"/>
                <a:gd name="connsiteX348" fmla="*/ 1374938 w 4011346"/>
                <a:gd name="connsiteY348" fmla="*/ 545115 h 2020169"/>
                <a:gd name="connsiteX349" fmla="*/ 1384949 w 4011346"/>
                <a:gd name="connsiteY349" fmla="*/ 568475 h 2020169"/>
                <a:gd name="connsiteX350" fmla="*/ 1394961 w 4011346"/>
                <a:gd name="connsiteY350" fmla="*/ 618534 h 2020169"/>
                <a:gd name="connsiteX351" fmla="*/ 1384949 w 4011346"/>
                <a:gd name="connsiteY351" fmla="*/ 648569 h 2020169"/>
                <a:gd name="connsiteX352" fmla="*/ 1358252 w 4011346"/>
                <a:gd name="connsiteY352" fmla="*/ 615196 h 2020169"/>
                <a:gd name="connsiteX353" fmla="*/ 1361589 w 4011346"/>
                <a:gd name="connsiteY353" fmla="*/ 585161 h 2020169"/>
                <a:gd name="connsiteX354" fmla="*/ 1351577 w 4011346"/>
                <a:gd name="connsiteY354" fmla="*/ 545115 h 2020169"/>
                <a:gd name="connsiteX355" fmla="*/ 1328217 w 4011346"/>
                <a:gd name="connsiteY355" fmla="*/ 551789 h 2020169"/>
                <a:gd name="connsiteX356" fmla="*/ 1281495 w 4011346"/>
                <a:gd name="connsiteY356" fmla="*/ 515080 h 2020169"/>
                <a:gd name="connsiteX357" fmla="*/ 1241449 w 4011346"/>
                <a:gd name="connsiteY357" fmla="*/ 511742 h 2020169"/>
                <a:gd name="connsiteX358" fmla="*/ 1241449 w 4011346"/>
                <a:gd name="connsiteY358" fmla="*/ 558463 h 2020169"/>
                <a:gd name="connsiteX359" fmla="*/ 1201402 w 4011346"/>
                <a:gd name="connsiteY359" fmla="*/ 538440 h 2020169"/>
                <a:gd name="connsiteX360" fmla="*/ 1228100 w 4011346"/>
                <a:gd name="connsiteY360" fmla="*/ 588498 h 2020169"/>
                <a:gd name="connsiteX361" fmla="*/ 1258135 w 4011346"/>
                <a:gd name="connsiteY361" fmla="*/ 598510 h 2020169"/>
                <a:gd name="connsiteX362" fmla="*/ 1258135 w 4011346"/>
                <a:gd name="connsiteY362" fmla="*/ 618534 h 2020169"/>
                <a:gd name="connsiteX363" fmla="*/ 1198065 w 4011346"/>
                <a:gd name="connsiteY363" fmla="*/ 595173 h 2020169"/>
                <a:gd name="connsiteX364" fmla="*/ 1181379 w 4011346"/>
                <a:gd name="connsiteY364" fmla="*/ 595173 h 2020169"/>
                <a:gd name="connsiteX365" fmla="*/ 1178041 w 4011346"/>
                <a:gd name="connsiteY365" fmla="*/ 551789 h 2020169"/>
                <a:gd name="connsiteX366" fmla="*/ 1171367 w 4011346"/>
                <a:gd name="connsiteY366" fmla="*/ 465021 h 2020169"/>
                <a:gd name="connsiteX367" fmla="*/ 1161355 w 4011346"/>
                <a:gd name="connsiteY367" fmla="*/ 535103 h 2020169"/>
                <a:gd name="connsiteX368" fmla="*/ 1137995 w 4011346"/>
                <a:gd name="connsiteY368" fmla="*/ 565138 h 2020169"/>
                <a:gd name="connsiteX369" fmla="*/ 1158018 w 4011346"/>
                <a:gd name="connsiteY369" fmla="*/ 611859 h 2020169"/>
                <a:gd name="connsiteX370" fmla="*/ 1158018 w 4011346"/>
                <a:gd name="connsiteY370" fmla="*/ 645231 h 2020169"/>
                <a:gd name="connsiteX371" fmla="*/ 1141332 w 4011346"/>
                <a:gd name="connsiteY371" fmla="*/ 695290 h 2020169"/>
                <a:gd name="connsiteX372" fmla="*/ 1154681 w 4011346"/>
                <a:gd name="connsiteY372" fmla="*/ 728662 h 2020169"/>
                <a:gd name="connsiteX373" fmla="*/ 1184716 w 4011346"/>
                <a:gd name="connsiteY373" fmla="*/ 735336 h 2020169"/>
                <a:gd name="connsiteX374" fmla="*/ 1221425 w 4011346"/>
                <a:gd name="connsiteY374" fmla="*/ 742011 h 2020169"/>
                <a:gd name="connsiteX375" fmla="*/ 1241449 w 4011346"/>
                <a:gd name="connsiteY375" fmla="*/ 765371 h 2020169"/>
                <a:gd name="connsiteX376" fmla="*/ 1258135 w 4011346"/>
                <a:gd name="connsiteY376" fmla="*/ 808755 h 2020169"/>
                <a:gd name="connsiteX377" fmla="*/ 1258135 w 4011346"/>
                <a:gd name="connsiteY377" fmla="*/ 808755 h 2020169"/>
                <a:gd name="connsiteX378" fmla="*/ 1254798 w 4011346"/>
                <a:gd name="connsiteY378" fmla="*/ 842128 h 2020169"/>
                <a:gd name="connsiteX379" fmla="*/ 1274821 w 4011346"/>
                <a:gd name="connsiteY379" fmla="*/ 862151 h 2020169"/>
                <a:gd name="connsiteX380" fmla="*/ 1244786 w 4011346"/>
                <a:gd name="connsiteY380" fmla="*/ 868826 h 2020169"/>
                <a:gd name="connsiteX381" fmla="*/ 1224763 w 4011346"/>
                <a:gd name="connsiteY381" fmla="*/ 828779 h 2020169"/>
                <a:gd name="connsiteX382" fmla="*/ 1224763 w 4011346"/>
                <a:gd name="connsiteY382" fmla="*/ 788732 h 2020169"/>
                <a:gd name="connsiteX383" fmla="*/ 1194727 w 4011346"/>
                <a:gd name="connsiteY383" fmla="*/ 752023 h 2020169"/>
                <a:gd name="connsiteX384" fmla="*/ 1164692 w 4011346"/>
                <a:gd name="connsiteY384" fmla="*/ 795407 h 2020169"/>
                <a:gd name="connsiteX385" fmla="*/ 1178041 w 4011346"/>
                <a:gd name="connsiteY385" fmla="*/ 838790 h 2020169"/>
                <a:gd name="connsiteX386" fmla="*/ 1137995 w 4011346"/>
                <a:gd name="connsiteY386" fmla="*/ 895523 h 2020169"/>
                <a:gd name="connsiteX387" fmla="*/ 1097948 w 4011346"/>
                <a:gd name="connsiteY387" fmla="*/ 952256 h 2020169"/>
                <a:gd name="connsiteX388" fmla="*/ 1007843 w 4011346"/>
                <a:gd name="connsiteY388" fmla="*/ 915547 h 2020169"/>
                <a:gd name="connsiteX389" fmla="*/ 1074587 w 4011346"/>
                <a:gd name="connsiteY389" fmla="*/ 912209 h 2020169"/>
                <a:gd name="connsiteX390" fmla="*/ 1107960 w 4011346"/>
                <a:gd name="connsiteY390" fmla="*/ 848802 h 2020169"/>
                <a:gd name="connsiteX391" fmla="*/ 1121309 w 4011346"/>
                <a:gd name="connsiteY391" fmla="*/ 805418 h 2020169"/>
                <a:gd name="connsiteX392" fmla="*/ 1127983 w 4011346"/>
                <a:gd name="connsiteY392" fmla="*/ 772046 h 2020169"/>
                <a:gd name="connsiteX393" fmla="*/ 1117971 w 4011346"/>
                <a:gd name="connsiteY393" fmla="*/ 755360 h 2020169"/>
                <a:gd name="connsiteX394" fmla="*/ 1114634 w 4011346"/>
                <a:gd name="connsiteY394" fmla="*/ 705301 h 2020169"/>
                <a:gd name="connsiteX395" fmla="*/ 1104622 w 4011346"/>
                <a:gd name="connsiteY395" fmla="*/ 625208 h 2020169"/>
                <a:gd name="connsiteX396" fmla="*/ 1101285 w 4011346"/>
                <a:gd name="connsiteY396" fmla="*/ 565138 h 2020169"/>
                <a:gd name="connsiteX397" fmla="*/ 1124646 w 4011346"/>
                <a:gd name="connsiteY397" fmla="*/ 471696 h 2020169"/>
                <a:gd name="connsiteX398" fmla="*/ 1031203 w 4011346"/>
                <a:gd name="connsiteY398" fmla="*/ 461684 h 2020169"/>
                <a:gd name="connsiteX399" fmla="*/ 1014517 w 4011346"/>
                <a:gd name="connsiteY399" fmla="*/ 518417 h 2020169"/>
                <a:gd name="connsiteX400" fmla="*/ 1024529 w 4011346"/>
                <a:gd name="connsiteY400" fmla="*/ 565138 h 2020169"/>
                <a:gd name="connsiteX401" fmla="*/ 981145 w 4011346"/>
                <a:gd name="connsiteY401" fmla="*/ 618534 h 2020169"/>
                <a:gd name="connsiteX402" fmla="*/ 991157 w 4011346"/>
                <a:gd name="connsiteY402" fmla="*/ 655243 h 2020169"/>
                <a:gd name="connsiteX403" fmla="*/ 981145 w 4011346"/>
                <a:gd name="connsiteY403" fmla="*/ 701964 h 2020169"/>
                <a:gd name="connsiteX404" fmla="*/ 1001168 w 4011346"/>
                <a:gd name="connsiteY404" fmla="*/ 725325 h 2020169"/>
                <a:gd name="connsiteX405" fmla="*/ 1017854 w 4011346"/>
                <a:gd name="connsiteY405" fmla="*/ 772046 h 2020169"/>
                <a:gd name="connsiteX406" fmla="*/ 1047890 w 4011346"/>
                <a:gd name="connsiteY406" fmla="*/ 758697 h 2020169"/>
                <a:gd name="connsiteX407" fmla="*/ 1014517 w 4011346"/>
                <a:gd name="connsiteY407" fmla="*/ 812093 h 2020169"/>
                <a:gd name="connsiteX408" fmla="*/ 957784 w 4011346"/>
                <a:gd name="connsiteY408" fmla="*/ 758697 h 2020169"/>
                <a:gd name="connsiteX409" fmla="*/ 884365 w 4011346"/>
                <a:gd name="connsiteY409" fmla="*/ 721988 h 2020169"/>
                <a:gd name="connsiteX410" fmla="*/ 824295 w 4011346"/>
                <a:gd name="connsiteY410" fmla="*/ 698627 h 2020169"/>
                <a:gd name="connsiteX411" fmla="*/ 810946 w 4011346"/>
                <a:gd name="connsiteY411" fmla="*/ 735336 h 2020169"/>
                <a:gd name="connsiteX412" fmla="*/ 827633 w 4011346"/>
                <a:gd name="connsiteY412" fmla="*/ 772046 h 2020169"/>
                <a:gd name="connsiteX413" fmla="*/ 814284 w 4011346"/>
                <a:gd name="connsiteY413" fmla="*/ 795407 h 2020169"/>
                <a:gd name="connsiteX414" fmla="*/ 800935 w 4011346"/>
                <a:gd name="connsiteY414" fmla="*/ 812093 h 2020169"/>
                <a:gd name="connsiteX415" fmla="*/ 770900 w 4011346"/>
                <a:gd name="connsiteY415" fmla="*/ 755360 h 2020169"/>
                <a:gd name="connsiteX416" fmla="*/ 744202 w 4011346"/>
                <a:gd name="connsiteY416" fmla="*/ 792069 h 2020169"/>
                <a:gd name="connsiteX417" fmla="*/ 707492 w 4011346"/>
                <a:gd name="connsiteY417" fmla="*/ 785395 h 2020169"/>
                <a:gd name="connsiteX418" fmla="*/ 654097 w 4011346"/>
                <a:gd name="connsiteY418" fmla="*/ 822104 h 2020169"/>
                <a:gd name="connsiteX419" fmla="*/ 644085 w 4011346"/>
                <a:gd name="connsiteY419" fmla="*/ 798744 h 2020169"/>
                <a:gd name="connsiteX420" fmla="*/ 654097 w 4011346"/>
                <a:gd name="connsiteY420" fmla="*/ 762034 h 2020169"/>
                <a:gd name="connsiteX421" fmla="*/ 614050 w 4011346"/>
                <a:gd name="connsiteY421" fmla="*/ 798744 h 2020169"/>
                <a:gd name="connsiteX422" fmla="*/ 594027 w 4011346"/>
                <a:gd name="connsiteY422" fmla="*/ 798744 h 2020169"/>
                <a:gd name="connsiteX423" fmla="*/ 533957 w 4011346"/>
                <a:gd name="connsiteY423" fmla="*/ 832116 h 2020169"/>
                <a:gd name="connsiteX424" fmla="*/ 510596 w 4011346"/>
                <a:gd name="connsiteY424" fmla="*/ 855477 h 2020169"/>
                <a:gd name="connsiteX425" fmla="*/ 500584 w 4011346"/>
                <a:gd name="connsiteY425" fmla="*/ 902198 h 2020169"/>
                <a:gd name="connsiteX426" fmla="*/ 450526 w 4011346"/>
                <a:gd name="connsiteY426" fmla="*/ 888849 h 2020169"/>
                <a:gd name="connsiteX427" fmla="*/ 433840 w 4011346"/>
                <a:gd name="connsiteY427" fmla="*/ 852139 h 2020169"/>
                <a:gd name="connsiteX428" fmla="*/ 467212 w 4011346"/>
                <a:gd name="connsiteY428" fmla="*/ 822104 h 2020169"/>
                <a:gd name="connsiteX429" fmla="*/ 453863 w 4011346"/>
                <a:gd name="connsiteY429" fmla="*/ 798744 h 2020169"/>
                <a:gd name="connsiteX430" fmla="*/ 390456 w 4011346"/>
                <a:gd name="connsiteY430" fmla="*/ 768709 h 2020169"/>
                <a:gd name="connsiteX431" fmla="*/ 417154 w 4011346"/>
                <a:gd name="connsiteY431" fmla="*/ 818767 h 2020169"/>
                <a:gd name="connsiteX432" fmla="*/ 407142 w 4011346"/>
                <a:gd name="connsiteY432" fmla="*/ 862151 h 2020169"/>
                <a:gd name="connsiteX433" fmla="*/ 413817 w 4011346"/>
                <a:gd name="connsiteY433" fmla="*/ 898861 h 2020169"/>
                <a:gd name="connsiteX434" fmla="*/ 427165 w 4011346"/>
                <a:gd name="connsiteY434" fmla="*/ 922221 h 2020169"/>
                <a:gd name="connsiteX435" fmla="*/ 413817 w 4011346"/>
                <a:gd name="connsiteY435" fmla="*/ 952256 h 2020169"/>
                <a:gd name="connsiteX436" fmla="*/ 390456 w 4011346"/>
                <a:gd name="connsiteY436" fmla="*/ 928896 h 2020169"/>
                <a:gd name="connsiteX437" fmla="*/ 360421 w 4011346"/>
                <a:gd name="connsiteY437" fmla="*/ 925558 h 2020169"/>
                <a:gd name="connsiteX438" fmla="*/ 333723 w 4011346"/>
                <a:gd name="connsiteY438" fmla="*/ 965605 h 2020169"/>
                <a:gd name="connsiteX439" fmla="*/ 307025 w 4011346"/>
                <a:gd name="connsiteY439" fmla="*/ 985628 h 2020169"/>
                <a:gd name="connsiteX440" fmla="*/ 320374 w 4011346"/>
                <a:gd name="connsiteY440" fmla="*/ 1012326 h 2020169"/>
                <a:gd name="connsiteX441" fmla="*/ 303688 w 4011346"/>
                <a:gd name="connsiteY441" fmla="*/ 1035687 h 2020169"/>
                <a:gd name="connsiteX442" fmla="*/ 233606 w 4011346"/>
                <a:gd name="connsiteY442" fmla="*/ 998977 h 2020169"/>
                <a:gd name="connsiteX443" fmla="*/ 243618 w 4011346"/>
                <a:gd name="connsiteY443" fmla="*/ 1049036 h 2020169"/>
                <a:gd name="connsiteX444" fmla="*/ 263641 w 4011346"/>
                <a:gd name="connsiteY444" fmla="*/ 1069059 h 2020169"/>
                <a:gd name="connsiteX445" fmla="*/ 250292 w 4011346"/>
                <a:gd name="connsiteY445" fmla="*/ 1082408 h 2020169"/>
                <a:gd name="connsiteX446" fmla="*/ 193560 w 4011346"/>
                <a:gd name="connsiteY446" fmla="*/ 1045698 h 2020169"/>
                <a:gd name="connsiteX447" fmla="*/ 170199 w 4011346"/>
                <a:gd name="connsiteY447" fmla="*/ 1005652 h 2020169"/>
                <a:gd name="connsiteX448" fmla="*/ 170199 w 4011346"/>
                <a:gd name="connsiteY448" fmla="*/ 958931 h 2020169"/>
                <a:gd name="connsiteX449" fmla="*/ 133490 w 4011346"/>
                <a:gd name="connsiteY449" fmla="*/ 882174 h 2020169"/>
                <a:gd name="connsiteX450" fmla="*/ 196897 w 4011346"/>
                <a:gd name="connsiteY450" fmla="*/ 912209 h 2020169"/>
                <a:gd name="connsiteX451" fmla="*/ 256967 w 4011346"/>
                <a:gd name="connsiteY451" fmla="*/ 942244 h 2020169"/>
                <a:gd name="connsiteX452" fmla="*/ 293676 w 4011346"/>
                <a:gd name="connsiteY452" fmla="*/ 945582 h 2020169"/>
                <a:gd name="connsiteX453" fmla="*/ 327049 w 4011346"/>
                <a:gd name="connsiteY453" fmla="*/ 915547 h 2020169"/>
                <a:gd name="connsiteX454" fmla="*/ 343735 w 4011346"/>
                <a:gd name="connsiteY454" fmla="*/ 878837 h 2020169"/>
                <a:gd name="connsiteX455" fmla="*/ 333723 w 4011346"/>
                <a:gd name="connsiteY455" fmla="*/ 828779 h 2020169"/>
                <a:gd name="connsiteX456" fmla="*/ 290339 w 4011346"/>
                <a:gd name="connsiteY456" fmla="*/ 808755 h 2020169"/>
                <a:gd name="connsiteX457" fmla="*/ 236944 w 4011346"/>
                <a:gd name="connsiteY457" fmla="*/ 762034 h 2020169"/>
                <a:gd name="connsiteX458" fmla="*/ 133490 w 4011346"/>
                <a:gd name="connsiteY458"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38408 w 4011346"/>
                <a:gd name="connsiteY324" fmla="*/ 28576 h 2020169"/>
                <a:gd name="connsiteX325" fmla="*/ 1938408 w 4011346"/>
                <a:gd name="connsiteY325" fmla="*/ 54294 h 2020169"/>
                <a:gd name="connsiteX326" fmla="*/ 1909833 w 4011346"/>
                <a:gd name="connsiteY326" fmla="*/ 0 h 2020169"/>
                <a:gd name="connsiteX327" fmla="*/ 1877440 w 4011346"/>
                <a:gd name="connsiteY327" fmla="*/ 3067 h 2020169"/>
                <a:gd name="connsiteX328" fmla="*/ 1835474 w 4011346"/>
                <a:gd name="connsiteY328" fmla="*/ 41195 h 2020169"/>
                <a:gd name="connsiteX329" fmla="*/ 1818788 w 4011346"/>
                <a:gd name="connsiteY329" fmla="*/ 81242 h 2020169"/>
                <a:gd name="connsiteX330" fmla="*/ 1838813 w 4011346"/>
                <a:gd name="connsiteY330" fmla="*/ 134636 h 2020169"/>
                <a:gd name="connsiteX331" fmla="*/ 1782079 w 4011346"/>
                <a:gd name="connsiteY331" fmla="*/ 121287 h 2020169"/>
                <a:gd name="connsiteX332" fmla="*/ 1768731 w 4011346"/>
                <a:gd name="connsiteY332" fmla="*/ 168009 h 2020169"/>
                <a:gd name="connsiteX333" fmla="*/ 1705322 w 4011346"/>
                <a:gd name="connsiteY333" fmla="*/ 191369 h 2020169"/>
                <a:gd name="connsiteX334" fmla="*/ 1685300 w 4011346"/>
                <a:gd name="connsiteY334" fmla="*/ 164671 h 2020169"/>
                <a:gd name="connsiteX335" fmla="*/ 1615218 w 4011346"/>
                <a:gd name="connsiteY335" fmla="*/ 168009 h 2020169"/>
                <a:gd name="connsiteX336" fmla="*/ 1638579 w 4011346"/>
                <a:gd name="connsiteY336" fmla="*/ 198044 h 2020169"/>
                <a:gd name="connsiteX337" fmla="*/ 1528449 w 4011346"/>
                <a:gd name="connsiteY337" fmla="*/ 224740 h 2020169"/>
                <a:gd name="connsiteX338" fmla="*/ 1465043 w 4011346"/>
                <a:gd name="connsiteY338" fmla="*/ 308171 h 2020169"/>
                <a:gd name="connsiteX339" fmla="*/ 1448357 w 4011346"/>
                <a:gd name="connsiteY339" fmla="*/ 334869 h 2020169"/>
                <a:gd name="connsiteX340" fmla="*/ 1481729 w 4011346"/>
                <a:gd name="connsiteY340" fmla="*/ 368242 h 2020169"/>
                <a:gd name="connsiteX341" fmla="*/ 1481729 w 4011346"/>
                <a:gd name="connsiteY341" fmla="*/ 398277 h 2020169"/>
                <a:gd name="connsiteX342" fmla="*/ 1458368 w 4011346"/>
                <a:gd name="connsiteY342" fmla="*/ 401614 h 2020169"/>
                <a:gd name="connsiteX343" fmla="*/ 1458368 w 4011346"/>
                <a:gd name="connsiteY343" fmla="*/ 381590 h 2020169"/>
                <a:gd name="connsiteX344" fmla="*/ 1418322 w 4011346"/>
                <a:gd name="connsiteY344" fmla="*/ 391602 h 2020169"/>
                <a:gd name="connsiteX345" fmla="*/ 1368263 w 4011346"/>
                <a:gd name="connsiteY345" fmla="*/ 398277 h 2020169"/>
                <a:gd name="connsiteX346" fmla="*/ 1321542 w 4011346"/>
                <a:gd name="connsiteY346" fmla="*/ 404951 h 2020169"/>
                <a:gd name="connsiteX347" fmla="*/ 1318205 w 4011346"/>
                <a:gd name="connsiteY347" fmla="*/ 491719 h 2020169"/>
                <a:gd name="connsiteX348" fmla="*/ 1358252 w 4011346"/>
                <a:gd name="connsiteY348" fmla="*/ 515080 h 2020169"/>
                <a:gd name="connsiteX349" fmla="*/ 1374938 w 4011346"/>
                <a:gd name="connsiteY349" fmla="*/ 545115 h 2020169"/>
                <a:gd name="connsiteX350" fmla="*/ 1384949 w 4011346"/>
                <a:gd name="connsiteY350" fmla="*/ 568475 h 2020169"/>
                <a:gd name="connsiteX351" fmla="*/ 1394961 w 4011346"/>
                <a:gd name="connsiteY351" fmla="*/ 618534 h 2020169"/>
                <a:gd name="connsiteX352" fmla="*/ 1384949 w 4011346"/>
                <a:gd name="connsiteY352" fmla="*/ 648569 h 2020169"/>
                <a:gd name="connsiteX353" fmla="*/ 1358252 w 4011346"/>
                <a:gd name="connsiteY353" fmla="*/ 615196 h 2020169"/>
                <a:gd name="connsiteX354" fmla="*/ 1361589 w 4011346"/>
                <a:gd name="connsiteY354" fmla="*/ 585161 h 2020169"/>
                <a:gd name="connsiteX355" fmla="*/ 1351577 w 4011346"/>
                <a:gd name="connsiteY355" fmla="*/ 545115 h 2020169"/>
                <a:gd name="connsiteX356" fmla="*/ 1328217 w 4011346"/>
                <a:gd name="connsiteY356" fmla="*/ 551789 h 2020169"/>
                <a:gd name="connsiteX357" fmla="*/ 1281495 w 4011346"/>
                <a:gd name="connsiteY357" fmla="*/ 515080 h 2020169"/>
                <a:gd name="connsiteX358" fmla="*/ 1241449 w 4011346"/>
                <a:gd name="connsiteY358" fmla="*/ 511742 h 2020169"/>
                <a:gd name="connsiteX359" fmla="*/ 1241449 w 4011346"/>
                <a:gd name="connsiteY359" fmla="*/ 558463 h 2020169"/>
                <a:gd name="connsiteX360" fmla="*/ 1201402 w 4011346"/>
                <a:gd name="connsiteY360" fmla="*/ 538440 h 2020169"/>
                <a:gd name="connsiteX361" fmla="*/ 1228100 w 4011346"/>
                <a:gd name="connsiteY361" fmla="*/ 588498 h 2020169"/>
                <a:gd name="connsiteX362" fmla="*/ 1258135 w 4011346"/>
                <a:gd name="connsiteY362" fmla="*/ 598510 h 2020169"/>
                <a:gd name="connsiteX363" fmla="*/ 1258135 w 4011346"/>
                <a:gd name="connsiteY363" fmla="*/ 618534 h 2020169"/>
                <a:gd name="connsiteX364" fmla="*/ 1198065 w 4011346"/>
                <a:gd name="connsiteY364" fmla="*/ 595173 h 2020169"/>
                <a:gd name="connsiteX365" fmla="*/ 1181379 w 4011346"/>
                <a:gd name="connsiteY365" fmla="*/ 595173 h 2020169"/>
                <a:gd name="connsiteX366" fmla="*/ 1178041 w 4011346"/>
                <a:gd name="connsiteY366" fmla="*/ 551789 h 2020169"/>
                <a:gd name="connsiteX367" fmla="*/ 1171367 w 4011346"/>
                <a:gd name="connsiteY367" fmla="*/ 465021 h 2020169"/>
                <a:gd name="connsiteX368" fmla="*/ 1161355 w 4011346"/>
                <a:gd name="connsiteY368" fmla="*/ 535103 h 2020169"/>
                <a:gd name="connsiteX369" fmla="*/ 1137995 w 4011346"/>
                <a:gd name="connsiteY369" fmla="*/ 565138 h 2020169"/>
                <a:gd name="connsiteX370" fmla="*/ 1158018 w 4011346"/>
                <a:gd name="connsiteY370" fmla="*/ 611859 h 2020169"/>
                <a:gd name="connsiteX371" fmla="*/ 1158018 w 4011346"/>
                <a:gd name="connsiteY371" fmla="*/ 645231 h 2020169"/>
                <a:gd name="connsiteX372" fmla="*/ 1141332 w 4011346"/>
                <a:gd name="connsiteY372" fmla="*/ 695290 h 2020169"/>
                <a:gd name="connsiteX373" fmla="*/ 1154681 w 4011346"/>
                <a:gd name="connsiteY373" fmla="*/ 728662 h 2020169"/>
                <a:gd name="connsiteX374" fmla="*/ 1184716 w 4011346"/>
                <a:gd name="connsiteY374" fmla="*/ 735336 h 2020169"/>
                <a:gd name="connsiteX375" fmla="*/ 1221425 w 4011346"/>
                <a:gd name="connsiteY375" fmla="*/ 742011 h 2020169"/>
                <a:gd name="connsiteX376" fmla="*/ 1241449 w 4011346"/>
                <a:gd name="connsiteY376" fmla="*/ 765371 h 2020169"/>
                <a:gd name="connsiteX377" fmla="*/ 1258135 w 4011346"/>
                <a:gd name="connsiteY377" fmla="*/ 808755 h 2020169"/>
                <a:gd name="connsiteX378" fmla="*/ 1258135 w 4011346"/>
                <a:gd name="connsiteY378" fmla="*/ 808755 h 2020169"/>
                <a:gd name="connsiteX379" fmla="*/ 1254798 w 4011346"/>
                <a:gd name="connsiteY379" fmla="*/ 842128 h 2020169"/>
                <a:gd name="connsiteX380" fmla="*/ 1274821 w 4011346"/>
                <a:gd name="connsiteY380" fmla="*/ 862151 h 2020169"/>
                <a:gd name="connsiteX381" fmla="*/ 1244786 w 4011346"/>
                <a:gd name="connsiteY381" fmla="*/ 868826 h 2020169"/>
                <a:gd name="connsiteX382" fmla="*/ 1224763 w 4011346"/>
                <a:gd name="connsiteY382" fmla="*/ 828779 h 2020169"/>
                <a:gd name="connsiteX383" fmla="*/ 1224763 w 4011346"/>
                <a:gd name="connsiteY383" fmla="*/ 788732 h 2020169"/>
                <a:gd name="connsiteX384" fmla="*/ 1194727 w 4011346"/>
                <a:gd name="connsiteY384" fmla="*/ 752023 h 2020169"/>
                <a:gd name="connsiteX385" fmla="*/ 1164692 w 4011346"/>
                <a:gd name="connsiteY385" fmla="*/ 795407 h 2020169"/>
                <a:gd name="connsiteX386" fmla="*/ 1178041 w 4011346"/>
                <a:gd name="connsiteY386" fmla="*/ 838790 h 2020169"/>
                <a:gd name="connsiteX387" fmla="*/ 1137995 w 4011346"/>
                <a:gd name="connsiteY387" fmla="*/ 895523 h 2020169"/>
                <a:gd name="connsiteX388" fmla="*/ 1097948 w 4011346"/>
                <a:gd name="connsiteY388" fmla="*/ 952256 h 2020169"/>
                <a:gd name="connsiteX389" fmla="*/ 1007843 w 4011346"/>
                <a:gd name="connsiteY389" fmla="*/ 915547 h 2020169"/>
                <a:gd name="connsiteX390" fmla="*/ 1074587 w 4011346"/>
                <a:gd name="connsiteY390" fmla="*/ 912209 h 2020169"/>
                <a:gd name="connsiteX391" fmla="*/ 1107960 w 4011346"/>
                <a:gd name="connsiteY391" fmla="*/ 848802 h 2020169"/>
                <a:gd name="connsiteX392" fmla="*/ 1121309 w 4011346"/>
                <a:gd name="connsiteY392" fmla="*/ 805418 h 2020169"/>
                <a:gd name="connsiteX393" fmla="*/ 1127983 w 4011346"/>
                <a:gd name="connsiteY393" fmla="*/ 772046 h 2020169"/>
                <a:gd name="connsiteX394" fmla="*/ 1117971 w 4011346"/>
                <a:gd name="connsiteY394" fmla="*/ 755360 h 2020169"/>
                <a:gd name="connsiteX395" fmla="*/ 1114634 w 4011346"/>
                <a:gd name="connsiteY395" fmla="*/ 705301 h 2020169"/>
                <a:gd name="connsiteX396" fmla="*/ 1104622 w 4011346"/>
                <a:gd name="connsiteY396" fmla="*/ 625208 h 2020169"/>
                <a:gd name="connsiteX397" fmla="*/ 1101285 w 4011346"/>
                <a:gd name="connsiteY397" fmla="*/ 565138 h 2020169"/>
                <a:gd name="connsiteX398" fmla="*/ 1124646 w 4011346"/>
                <a:gd name="connsiteY398" fmla="*/ 471696 h 2020169"/>
                <a:gd name="connsiteX399" fmla="*/ 1031203 w 4011346"/>
                <a:gd name="connsiteY399" fmla="*/ 461684 h 2020169"/>
                <a:gd name="connsiteX400" fmla="*/ 1014517 w 4011346"/>
                <a:gd name="connsiteY400" fmla="*/ 518417 h 2020169"/>
                <a:gd name="connsiteX401" fmla="*/ 1024529 w 4011346"/>
                <a:gd name="connsiteY401" fmla="*/ 565138 h 2020169"/>
                <a:gd name="connsiteX402" fmla="*/ 981145 w 4011346"/>
                <a:gd name="connsiteY402" fmla="*/ 618534 h 2020169"/>
                <a:gd name="connsiteX403" fmla="*/ 991157 w 4011346"/>
                <a:gd name="connsiteY403" fmla="*/ 655243 h 2020169"/>
                <a:gd name="connsiteX404" fmla="*/ 981145 w 4011346"/>
                <a:gd name="connsiteY404" fmla="*/ 701964 h 2020169"/>
                <a:gd name="connsiteX405" fmla="*/ 1001168 w 4011346"/>
                <a:gd name="connsiteY405" fmla="*/ 725325 h 2020169"/>
                <a:gd name="connsiteX406" fmla="*/ 1017854 w 4011346"/>
                <a:gd name="connsiteY406" fmla="*/ 772046 h 2020169"/>
                <a:gd name="connsiteX407" fmla="*/ 1047890 w 4011346"/>
                <a:gd name="connsiteY407" fmla="*/ 758697 h 2020169"/>
                <a:gd name="connsiteX408" fmla="*/ 1014517 w 4011346"/>
                <a:gd name="connsiteY408" fmla="*/ 812093 h 2020169"/>
                <a:gd name="connsiteX409" fmla="*/ 957784 w 4011346"/>
                <a:gd name="connsiteY409" fmla="*/ 758697 h 2020169"/>
                <a:gd name="connsiteX410" fmla="*/ 884365 w 4011346"/>
                <a:gd name="connsiteY410" fmla="*/ 721988 h 2020169"/>
                <a:gd name="connsiteX411" fmla="*/ 824295 w 4011346"/>
                <a:gd name="connsiteY411" fmla="*/ 698627 h 2020169"/>
                <a:gd name="connsiteX412" fmla="*/ 810946 w 4011346"/>
                <a:gd name="connsiteY412" fmla="*/ 735336 h 2020169"/>
                <a:gd name="connsiteX413" fmla="*/ 827633 w 4011346"/>
                <a:gd name="connsiteY413" fmla="*/ 772046 h 2020169"/>
                <a:gd name="connsiteX414" fmla="*/ 814284 w 4011346"/>
                <a:gd name="connsiteY414" fmla="*/ 795407 h 2020169"/>
                <a:gd name="connsiteX415" fmla="*/ 800935 w 4011346"/>
                <a:gd name="connsiteY415" fmla="*/ 812093 h 2020169"/>
                <a:gd name="connsiteX416" fmla="*/ 770900 w 4011346"/>
                <a:gd name="connsiteY416" fmla="*/ 755360 h 2020169"/>
                <a:gd name="connsiteX417" fmla="*/ 744202 w 4011346"/>
                <a:gd name="connsiteY417" fmla="*/ 792069 h 2020169"/>
                <a:gd name="connsiteX418" fmla="*/ 707492 w 4011346"/>
                <a:gd name="connsiteY418" fmla="*/ 785395 h 2020169"/>
                <a:gd name="connsiteX419" fmla="*/ 654097 w 4011346"/>
                <a:gd name="connsiteY419" fmla="*/ 822104 h 2020169"/>
                <a:gd name="connsiteX420" fmla="*/ 644085 w 4011346"/>
                <a:gd name="connsiteY420" fmla="*/ 798744 h 2020169"/>
                <a:gd name="connsiteX421" fmla="*/ 654097 w 4011346"/>
                <a:gd name="connsiteY421" fmla="*/ 762034 h 2020169"/>
                <a:gd name="connsiteX422" fmla="*/ 614050 w 4011346"/>
                <a:gd name="connsiteY422" fmla="*/ 798744 h 2020169"/>
                <a:gd name="connsiteX423" fmla="*/ 594027 w 4011346"/>
                <a:gd name="connsiteY423" fmla="*/ 798744 h 2020169"/>
                <a:gd name="connsiteX424" fmla="*/ 533957 w 4011346"/>
                <a:gd name="connsiteY424" fmla="*/ 832116 h 2020169"/>
                <a:gd name="connsiteX425" fmla="*/ 510596 w 4011346"/>
                <a:gd name="connsiteY425" fmla="*/ 855477 h 2020169"/>
                <a:gd name="connsiteX426" fmla="*/ 500584 w 4011346"/>
                <a:gd name="connsiteY426" fmla="*/ 902198 h 2020169"/>
                <a:gd name="connsiteX427" fmla="*/ 450526 w 4011346"/>
                <a:gd name="connsiteY427" fmla="*/ 888849 h 2020169"/>
                <a:gd name="connsiteX428" fmla="*/ 433840 w 4011346"/>
                <a:gd name="connsiteY428" fmla="*/ 852139 h 2020169"/>
                <a:gd name="connsiteX429" fmla="*/ 467212 w 4011346"/>
                <a:gd name="connsiteY429" fmla="*/ 822104 h 2020169"/>
                <a:gd name="connsiteX430" fmla="*/ 453863 w 4011346"/>
                <a:gd name="connsiteY430" fmla="*/ 798744 h 2020169"/>
                <a:gd name="connsiteX431" fmla="*/ 390456 w 4011346"/>
                <a:gd name="connsiteY431" fmla="*/ 768709 h 2020169"/>
                <a:gd name="connsiteX432" fmla="*/ 417154 w 4011346"/>
                <a:gd name="connsiteY432" fmla="*/ 818767 h 2020169"/>
                <a:gd name="connsiteX433" fmla="*/ 407142 w 4011346"/>
                <a:gd name="connsiteY433" fmla="*/ 862151 h 2020169"/>
                <a:gd name="connsiteX434" fmla="*/ 413817 w 4011346"/>
                <a:gd name="connsiteY434" fmla="*/ 898861 h 2020169"/>
                <a:gd name="connsiteX435" fmla="*/ 427165 w 4011346"/>
                <a:gd name="connsiteY435" fmla="*/ 922221 h 2020169"/>
                <a:gd name="connsiteX436" fmla="*/ 413817 w 4011346"/>
                <a:gd name="connsiteY436" fmla="*/ 952256 h 2020169"/>
                <a:gd name="connsiteX437" fmla="*/ 390456 w 4011346"/>
                <a:gd name="connsiteY437" fmla="*/ 928896 h 2020169"/>
                <a:gd name="connsiteX438" fmla="*/ 360421 w 4011346"/>
                <a:gd name="connsiteY438" fmla="*/ 925558 h 2020169"/>
                <a:gd name="connsiteX439" fmla="*/ 333723 w 4011346"/>
                <a:gd name="connsiteY439" fmla="*/ 965605 h 2020169"/>
                <a:gd name="connsiteX440" fmla="*/ 307025 w 4011346"/>
                <a:gd name="connsiteY440" fmla="*/ 985628 h 2020169"/>
                <a:gd name="connsiteX441" fmla="*/ 320374 w 4011346"/>
                <a:gd name="connsiteY441" fmla="*/ 1012326 h 2020169"/>
                <a:gd name="connsiteX442" fmla="*/ 303688 w 4011346"/>
                <a:gd name="connsiteY442" fmla="*/ 1035687 h 2020169"/>
                <a:gd name="connsiteX443" fmla="*/ 233606 w 4011346"/>
                <a:gd name="connsiteY443" fmla="*/ 998977 h 2020169"/>
                <a:gd name="connsiteX444" fmla="*/ 243618 w 4011346"/>
                <a:gd name="connsiteY444" fmla="*/ 1049036 h 2020169"/>
                <a:gd name="connsiteX445" fmla="*/ 263641 w 4011346"/>
                <a:gd name="connsiteY445" fmla="*/ 1069059 h 2020169"/>
                <a:gd name="connsiteX446" fmla="*/ 250292 w 4011346"/>
                <a:gd name="connsiteY446" fmla="*/ 1082408 h 2020169"/>
                <a:gd name="connsiteX447" fmla="*/ 193560 w 4011346"/>
                <a:gd name="connsiteY447" fmla="*/ 1045698 h 2020169"/>
                <a:gd name="connsiteX448" fmla="*/ 170199 w 4011346"/>
                <a:gd name="connsiteY448" fmla="*/ 1005652 h 2020169"/>
                <a:gd name="connsiteX449" fmla="*/ 170199 w 4011346"/>
                <a:gd name="connsiteY449" fmla="*/ 958931 h 2020169"/>
                <a:gd name="connsiteX450" fmla="*/ 133490 w 4011346"/>
                <a:gd name="connsiteY450" fmla="*/ 882174 h 2020169"/>
                <a:gd name="connsiteX451" fmla="*/ 196897 w 4011346"/>
                <a:gd name="connsiteY451" fmla="*/ 912209 h 2020169"/>
                <a:gd name="connsiteX452" fmla="*/ 256967 w 4011346"/>
                <a:gd name="connsiteY452" fmla="*/ 942244 h 2020169"/>
                <a:gd name="connsiteX453" fmla="*/ 293676 w 4011346"/>
                <a:gd name="connsiteY453" fmla="*/ 945582 h 2020169"/>
                <a:gd name="connsiteX454" fmla="*/ 327049 w 4011346"/>
                <a:gd name="connsiteY454" fmla="*/ 915547 h 2020169"/>
                <a:gd name="connsiteX455" fmla="*/ 343735 w 4011346"/>
                <a:gd name="connsiteY455" fmla="*/ 878837 h 2020169"/>
                <a:gd name="connsiteX456" fmla="*/ 333723 w 4011346"/>
                <a:gd name="connsiteY456" fmla="*/ 828779 h 2020169"/>
                <a:gd name="connsiteX457" fmla="*/ 290339 w 4011346"/>
                <a:gd name="connsiteY457" fmla="*/ 808755 h 2020169"/>
                <a:gd name="connsiteX458" fmla="*/ 236944 w 4011346"/>
                <a:gd name="connsiteY458" fmla="*/ 762034 h 2020169"/>
                <a:gd name="connsiteX459" fmla="*/ 133490 w 4011346"/>
                <a:gd name="connsiteY459"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38408 w 4011346"/>
                <a:gd name="connsiteY324" fmla="*/ 28576 h 2020169"/>
                <a:gd name="connsiteX325" fmla="*/ 1906976 w 4011346"/>
                <a:gd name="connsiteY325" fmla="*/ 97157 h 2020169"/>
                <a:gd name="connsiteX326" fmla="*/ 1909833 w 4011346"/>
                <a:gd name="connsiteY326" fmla="*/ 0 h 2020169"/>
                <a:gd name="connsiteX327" fmla="*/ 1877440 w 4011346"/>
                <a:gd name="connsiteY327" fmla="*/ 3067 h 2020169"/>
                <a:gd name="connsiteX328" fmla="*/ 1835474 w 4011346"/>
                <a:gd name="connsiteY328" fmla="*/ 41195 h 2020169"/>
                <a:gd name="connsiteX329" fmla="*/ 1818788 w 4011346"/>
                <a:gd name="connsiteY329" fmla="*/ 81242 h 2020169"/>
                <a:gd name="connsiteX330" fmla="*/ 1838813 w 4011346"/>
                <a:gd name="connsiteY330" fmla="*/ 134636 h 2020169"/>
                <a:gd name="connsiteX331" fmla="*/ 1782079 w 4011346"/>
                <a:gd name="connsiteY331" fmla="*/ 121287 h 2020169"/>
                <a:gd name="connsiteX332" fmla="*/ 1768731 w 4011346"/>
                <a:gd name="connsiteY332" fmla="*/ 168009 h 2020169"/>
                <a:gd name="connsiteX333" fmla="*/ 1705322 w 4011346"/>
                <a:gd name="connsiteY333" fmla="*/ 191369 h 2020169"/>
                <a:gd name="connsiteX334" fmla="*/ 1685300 w 4011346"/>
                <a:gd name="connsiteY334" fmla="*/ 164671 h 2020169"/>
                <a:gd name="connsiteX335" fmla="*/ 1615218 w 4011346"/>
                <a:gd name="connsiteY335" fmla="*/ 168009 h 2020169"/>
                <a:gd name="connsiteX336" fmla="*/ 1638579 w 4011346"/>
                <a:gd name="connsiteY336" fmla="*/ 198044 h 2020169"/>
                <a:gd name="connsiteX337" fmla="*/ 1528449 w 4011346"/>
                <a:gd name="connsiteY337" fmla="*/ 224740 h 2020169"/>
                <a:gd name="connsiteX338" fmla="*/ 1465043 w 4011346"/>
                <a:gd name="connsiteY338" fmla="*/ 308171 h 2020169"/>
                <a:gd name="connsiteX339" fmla="*/ 1448357 w 4011346"/>
                <a:gd name="connsiteY339" fmla="*/ 334869 h 2020169"/>
                <a:gd name="connsiteX340" fmla="*/ 1481729 w 4011346"/>
                <a:gd name="connsiteY340" fmla="*/ 368242 h 2020169"/>
                <a:gd name="connsiteX341" fmla="*/ 1481729 w 4011346"/>
                <a:gd name="connsiteY341" fmla="*/ 398277 h 2020169"/>
                <a:gd name="connsiteX342" fmla="*/ 1458368 w 4011346"/>
                <a:gd name="connsiteY342" fmla="*/ 401614 h 2020169"/>
                <a:gd name="connsiteX343" fmla="*/ 1458368 w 4011346"/>
                <a:gd name="connsiteY343" fmla="*/ 381590 h 2020169"/>
                <a:gd name="connsiteX344" fmla="*/ 1418322 w 4011346"/>
                <a:gd name="connsiteY344" fmla="*/ 391602 h 2020169"/>
                <a:gd name="connsiteX345" fmla="*/ 1368263 w 4011346"/>
                <a:gd name="connsiteY345" fmla="*/ 398277 h 2020169"/>
                <a:gd name="connsiteX346" fmla="*/ 1321542 w 4011346"/>
                <a:gd name="connsiteY346" fmla="*/ 404951 h 2020169"/>
                <a:gd name="connsiteX347" fmla="*/ 1318205 w 4011346"/>
                <a:gd name="connsiteY347" fmla="*/ 491719 h 2020169"/>
                <a:gd name="connsiteX348" fmla="*/ 1358252 w 4011346"/>
                <a:gd name="connsiteY348" fmla="*/ 515080 h 2020169"/>
                <a:gd name="connsiteX349" fmla="*/ 1374938 w 4011346"/>
                <a:gd name="connsiteY349" fmla="*/ 545115 h 2020169"/>
                <a:gd name="connsiteX350" fmla="*/ 1384949 w 4011346"/>
                <a:gd name="connsiteY350" fmla="*/ 568475 h 2020169"/>
                <a:gd name="connsiteX351" fmla="*/ 1394961 w 4011346"/>
                <a:gd name="connsiteY351" fmla="*/ 618534 h 2020169"/>
                <a:gd name="connsiteX352" fmla="*/ 1384949 w 4011346"/>
                <a:gd name="connsiteY352" fmla="*/ 648569 h 2020169"/>
                <a:gd name="connsiteX353" fmla="*/ 1358252 w 4011346"/>
                <a:gd name="connsiteY353" fmla="*/ 615196 h 2020169"/>
                <a:gd name="connsiteX354" fmla="*/ 1361589 w 4011346"/>
                <a:gd name="connsiteY354" fmla="*/ 585161 h 2020169"/>
                <a:gd name="connsiteX355" fmla="*/ 1351577 w 4011346"/>
                <a:gd name="connsiteY355" fmla="*/ 545115 h 2020169"/>
                <a:gd name="connsiteX356" fmla="*/ 1328217 w 4011346"/>
                <a:gd name="connsiteY356" fmla="*/ 551789 h 2020169"/>
                <a:gd name="connsiteX357" fmla="*/ 1281495 w 4011346"/>
                <a:gd name="connsiteY357" fmla="*/ 515080 h 2020169"/>
                <a:gd name="connsiteX358" fmla="*/ 1241449 w 4011346"/>
                <a:gd name="connsiteY358" fmla="*/ 511742 h 2020169"/>
                <a:gd name="connsiteX359" fmla="*/ 1241449 w 4011346"/>
                <a:gd name="connsiteY359" fmla="*/ 558463 h 2020169"/>
                <a:gd name="connsiteX360" fmla="*/ 1201402 w 4011346"/>
                <a:gd name="connsiteY360" fmla="*/ 538440 h 2020169"/>
                <a:gd name="connsiteX361" fmla="*/ 1228100 w 4011346"/>
                <a:gd name="connsiteY361" fmla="*/ 588498 h 2020169"/>
                <a:gd name="connsiteX362" fmla="*/ 1258135 w 4011346"/>
                <a:gd name="connsiteY362" fmla="*/ 598510 h 2020169"/>
                <a:gd name="connsiteX363" fmla="*/ 1258135 w 4011346"/>
                <a:gd name="connsiteY363" fmla="*/ 618534 h 2020169"/>
                <a:gd name="connsiteX364" fmla="*/ 1198065 w 4011346"/>
                <a:gd name="connsiteY364" fmla="*/ 595173 h 2020169"/>
                <a:gd name="connsiteX365" fmla="*/ 1181379 w 4011346"/>
                <a:gd name="connsiteY365" fmla="*/ 595173 h 2020169"/>
                <a:gd name="connsiteX366" fmla="*/ 1178041 w 4011346"/>
                <a:gd name="connsiteY366" fmla="*/ 551789 h 2020169"/>
                <a:gd name="connsiteX367" fmla="*/ 1171367 w 4011346"/>
                <a:gd name="connsiteY367" fmla="*/ 465021 h 2020169"/>
                <a:gd name="connsiteX368" fmla="*/ 1161355 w 4011346"/>
                <a:gd name="connsiteY368" fmla="*/ 535103 h 2020169"/>
                <a:gd name="connsiteX369" fmla="*/ 1137995 w 4011346"/>
                <a:gd name="connsiteY369" fmla="*/ 565138 h 2020169"/>
                <a:gd name="connsiteX370" fmla="*/ 1158018 w 4011346"/>
                <a:gd name="connsiteY370" fmla="*/ 611859 h 2020169"/>
                <a:gd name="connsiteX371" fmla="*/ 1158018 w 4011346"/>
                <a:gd name="connsiteY371" fmla="*/ 645231 h 2020169"/>
                <a:gd name="connsiteX372" fmla="*/ 1141332 w 4011346"/>
                <a:gd name="connsiteY372" fmla="*/ 695290 h 2020169"/>
                <a:gd name="connsiteX373" fmla="*/ 1154681 w 4011346"/>
                <a:gd name="connsiteY373" fmla="*/ 728662 h 2020169"/>
                <a:gd name="connsiteX374" fmla="*/ 1184716 w 4011346"/>
                <a:gd name="connsiteY374" fmla="*/ 735336 h 2020169"/>
                <a:gd name="connsiteX375" fmla="*/ 1221425 w 4011346"/>
                <a:gd name="connsiteY375" fmla="*/ 742011 h 2020169"/>
                <a:gd name="connsiteX376" fmla="*/ 1241449 w 4011346"/>
                <a:gd name="connsiteY376" fmla="*/ 765371 h 2020169"/>
                <a:gd name="connsiteX377" fmla="*/ 1258135 w 4011346"/>
                <a:gd name="connsiteY377" fmla="*/ 808755 h 2020169"/>
                <a:gd name="connsiteX378" fmla="*/ 1258135 w 4011346"/>
                <a:gd name="connsiteY378" fmla="*/ 808755 h 2020169"/>
                <a:gd name="connsiteX379" fmla="*/ 1254798 w 4011346"/>
                <a:gd name="connsiteY379" fmla="*/ 842128 h 2020169"/>
                <a:gd name="connsiteX380" fmla="*/ 1274821 w 4011346"/>
                <a:gd name="connsiteY380" fmla="*/ 862151 h 2020169"/>
                <a:gd name="connsiteX381" fmla="*/ 1244786 w 4011346"/>
                <a:gd name="connsiteY381" fmla="*/ 868826 h 2020169"/>
                <a:gd name="connsiteX382" fmla="*/ 1224763 w 4011346"/>
                <a:gd name="connsiteY382" fmla="*/ 828779 h 2020169"/>
                <a:gd name="connsiteX383" fmla="*/ 1224763 w 4011346"/>
                <a:gd name="connsiteY383" fmla="*/ 788732 h 2020169"/>
                <a:gd name="connsiteX384" fmla="*/ 1194727 w 4011346"/>
                <a:gd name="connsiteY384" fmla="*/ 752023 h 2020169"/>
                <a:gd name="connsiteX385" fmla="*/ 1164692 w 4011346"/>
                <a:gd name="connsiteY385" fmla="*/ 795407 h 2020169"/>
                <a:gd name="connsiteX386" fmla="*/ 1178041 w 4011346"/>
                <a:gd name="connsiteY386" fmla="*/ 838790 h 2020169"/>
                <a:gd name="connsiteX387" fmla="*/ 1137995 w 4011346"/>
                <a:gd name="connsiteY387" fmla="*/ 895523 h 2020169"/>
                <a:gd name="connsiteX388" fmla="*/ 1097948 w 4011346"/>
                <a:gd name="connsiteY388" fmla="*/ 952256 h 2020169"/>
                <a:gd name="connsiteX389" fmla="*/ 1007843 w 4011346"/>
                <a:gd name="connsiteY389" fmla="*/ 915547 h 2020169"/>
                <a:gd name="connsiteX390" fmla="*/ 1074587 w 4011346"/>
                <a:gd name="connsiteY390" fmla="*/ 912209 h 2020169"/>
                <a:gd name="connsiteX391" fmla="*/ 1107960 w 4011346"/>
                <a:gd name="connsiteY391" fmla="*/ 848802 h 2020169"/>
                <a:gd name="connsiteX392" fmla="*/ 1121309 w 4011346"/>
                <a:gd name="connsiteY392" fmla="*/ 805418 h 2020169"/>
                <a:gd name="connsiteX393" fmla="*/ 1127983 w 4011346"/>
                <a:gd name="connsiteY393" fmla="*/ 772046 h 2020169"/>
                <a:gd name="connsiteX394" fmla="*/ 1117971 w 4011346"/>
                <a:gd name="connsiteY394" fmla="*/ 755360 h 2020169"/>
                <a:gd name="connsiteX395" fmla="*/ 1114634 w 4011346"/>
                <a:gd name="connsiteY395" fmla="*/ 705301 h 2020169"/>
                <a:gd name="connsiteX396" fmla="*/ 1104622 w 4011346"/>
                <a:gd name="connsiteY396" fmla="*/ 625208 h 2020169"/>
                <a:gd name="connsiteX397" fmla="*/ 1101285 w 4011346"/>
                <a:gd name="connsiteY397" fmla="*/ 565138 h 2020169"/>
                <a:gd name="connsiteX398" fmla="*/ 1124646 w 4011346"/>
                <a:gd name="connsiteY398" fmla="*/ 471696 h 2020169"/>
                <a:gd name="connsiteX399" fmla="*/ 1031203 w 4011346"/>
                <a:gd name="connsiteY399" fmla="*/ 461684 h 2020169"/>
                <a:gd name="connsiteX400" fmla="*/ 1014517 w 4011346"/>
                <a:gd name="connsiteY400" fmla="*/ 518417 h 2020169"/>
                <a:gd name="connsiteX401" fmla="*/ 1024529 w 4011346"/>
                <a:gd name="connsiteY401" fmla="*/ 565138 h 2020169"/>
                <a:gd name="connsiteX402" fmla="*/ 981145 w 4011346"/>
                <a:gd name="connsiteY402" fmla="*/ 618534 h 2020169"/>
                <a:gd name="connsiteX403" fmla="*/ 991157 w 4011346"/>
                <a:gd name="connsiteY403" fmla="*/ 655243 h 2020169"/>
                <a:gd name="connsiteX404" fmla="*/ 981145 w 4011346"/>
                <a:gd name="connsiteY404" fmla="*/ 701964 h 2020169"/>
                <a:gd name="connsiteX405" fmla="*/ 1001168 w 4011346"/>
                <a:gd name="connsiteY405" fmla="*/ 725325 h 2020169"/>
                <a:gd name="connsiteX406" fmla="*/ 1017854 w 4011346"/>
                <a:gd name="connsiteY406" fmla="*/ 772046 h 2020169"/>
                <a:gd name="connsiteX407" fmla="*/ 1047890 w 4011346"/>
                <a:gd name="connsiteY407" fmla="*/ 758697 h 2020169"/>
                <a:gd name="connsiteX408" fmla="*/ 1014517 w 4011346"/>
                <a:gd name="connsiteY408" fmla="*/ 812093 h 2020169"/>
                <a:gd name="connsiteX409" fmla="*/ 957784 w 4011346"/>
                <a:gd name="connsiteY409" fmla="*/ 758697 h 2020169"/>
                <a:gd name="connsiteX410" fmla="*/ 884365 w 4011346"/>
                <a:gd name="connsiteY410" fmla="*/ 721988 h 2020169"/>
                <a:gd name="connsiteX411" fmla="*/ 824295 w 4011346"/>
                <a:gd name="connsiteY411" fmla="*/ 698627 h 2020169"/>
                <a:gd name="connsiteX412" fmla="*/ 810946 w 4011346"/>
                <a:gd name="connsiteY412" fmla="*/ 735336 h 2020169"/>
                <a:gd name="connsiteX413" fmla="*/ 827633 w 4011346"/>
                <a:gd name="connsiteY413" fmla="*/ 772046 h 2020169"/>
                <a:gd name="connsiteX414" fmla="*/ 814284 w 4011346"/>
                <a:gd name="connsiteY414" fmla="*/ 795407 h 2020169"/>
                <a:gd name="connsiteX415" fmla="*/ 800935 w 4011346"/>
                <a:gd name="connsiteY415" fmla="*/ 812093 h 2020169"/>
                <a:gd name="connsiteX416" fmla="*/ 770900 w 4011346"/>
                <a:gd name="connsiteY416" fmla="*/ 755360 h 2020169"/>
                <a:gd name="connsiteX417" fmla="*/ 744202 w 4011346"/>
                <a:gd name="connsiteY417" fmla="*/ 792069 h 2020169"/>
                <a:gd name="connsiteX418" fmla="*/ 707492 w 4011346"/>
                <a:gd name="connsiteY418" fmla="*/ 785395 h 2020169"/>
                <a:gd name="connsiteX419" fmla="*/ 654097 w 4011346"/>
                <a:gd name="connsiteY419" fmla="*/ 822104 h 2020169"/>
                <a:gd name="connsiteX420" fmla="*/ 644085 w 4011346"/>
                <a:gd name="connsiteY420" fmla="*/ 798744 h 2020169"/>
                <a:gd name="connsiteX421" fmla="*/ 654097 w 4011346"/>
                <a:gd name="connsiteY421" fmla="*/ 762034 h 2020169"/>
                <a:gd name="connsiteX422" fmla="*/ 614050 w 4011346"/>
                <a:gd name="connsiteY422" fmla="*/ 798744 h 2020169"/>
                <a:gd name="connsiteX423" fmla="*/ 594027 w 4011346"/>
                <a:gd name="connsiteY423" fmla="*/ 798744 h 2020169"/>
                <a:gd name="connsiteX424" fmla="*/ 533957 w 4011346"/>
                <a:gd name="connsiteY424" fmla="*/ 832116 h 2020169"/>
                <a:gd name="connsiteX425" fmla="*/ 510596 w 4011346"/>
                <a:gd name="connsiteY425" fmla="*/ 855477 h 2020169"/>
                <a:gd name="connsiteX426" fmla="*/ 500584 w 4011346"/>
                <a:gd name="connsiteY426" fmla="*/ 902198 h 2020169"/>
                <a:gd name="connsiteX427" fmla="*/ 450526 w 4011346"/>
                <a:gd name="connsiteY427" fmla="*/ 888849 h 2020169"/>
                <a:gd name="connsiteX428" fmla="*/ 433840 w 4011346"/>
                <a:gd name="connsiteY428" fmla="*/ 852139 h 2020169"/>
                <a:gd name="connsiteX429" fmla="*/ 467212 w 4011346"/>
                <a:gd name="connsiteY429" fmla="*/ 822104 h 2020169"/>
                <a:gd name="connsiteX430" fmla="*/ 453863 w 4011346"/>
                <a:gd name="connsiteY430" fmla="*/ 798744 h 2020169"/>
                <a:gd name="connsiteX431" fmla="*/ 390456 w 4011346"/>
                <a:gd name="connsiteY431" fmla="*/ 768709 h 2020169"/>
                <a:gd name="connsiteX432" fmla="*/ 417154 w 4011346"/>
                <a:gd name="connsiteY432" fmla="*/ 818767 h 2020169"/>
                <a:gd name="connsiteX433" fmla="*/ 407142 w 4011346"/>
                <a:gd name="connsiteY433" fmla="*/ 862151 h 2020169"/>
                <a:gd name="connsiteX434" fmla="*/ 413817 w 4011346"/>
                <a:gd name="connsiteY434" fmla="*/ 898861 h 2020169"/>
                <a:gd name="connsiteX435" fmla="*/ 427165 w 4011346"/>
                <a:gd name="connsiteY435" fmla="*/ 922221 h 2020169"/>
                <a:gd name="connsiteX436" fmla="*/ 413817 w 4011346"/>
                <a:gd name="connsiteY436" fmla="*/ 952256 h 2020169"/>
                <a:gd name="connsiteX437" fmla="*/ 390456 w 4011346"/>
                <a:gd name="connsiteY437" fmla="*/ 928896 h 2020169"/>
                <a:gd name="connsiteX438" fmla="*/ 360421 w 4011346"/>
                <a:gd name="connsiteY438" fmla="*/ 925558 h 2020169"/>
                <a:gd name="connsiteX439" fmla="*/ 333723 w 4011346"/>
                <a:gd name="connsiteY439" fmla="*/ 965605 h 2020169"/>
                <a:gd name="connsiteX440" fmla="*/ 307025 w 4011346"/>
                <a:gd name="connsiteY440" fmla="*/ 985628 h 2020169"/>
                <a:gd name="connsiteX441" fmla="*/ 320374 w 4011346"/>
                <a:gd name="connsiteY441" fmla="*/ 1012326 h 2020169"/>
                <a:gd name="connsiteX442" fmla="*/ 303688 w 4011346"/>
                <a:gd name="connsiteY442" fmla="*/ 1035687 h 2020169"/>
                <a:gd name="connsiteX443" fmla="*/ 233606 w 4011346"/>
                <a:gd name="connsiteY443" fmla="*/ 998977 h 2020169"/>
                <a:gd name="connsiteX444" fmla="*/ 243618 w 4011346"/>
                <a:gd name="connsiteY444" fmla="*/ 1049036 h 2020169"/>
                <a:gd name="connsiteX445" fmla="*/ 263641 w 4011346"/>
                <a:gd name="connsiteY445" fmla="*/ 1069059 h 2020169"/>
                <a:gd name="connsiteX446" fmla="*/ 250292 w 4011346"/>
                <a:gd name="connsiteY446" fmla="*/ 1082408 h 2020169"/>
                <a:gd name="connsiteX447" fmla="*/ 193560 w 4011346"/>
                <a:gd name="connsiteY447" fmla="*/ 1045698 h 2020169"/>
                <a:gd name="connsiteX448" fmla="*/ 170199 w 4011346"/>
                <a:gd name="connsiteY448" fmla="*/ 1005652 h 2020169"/>
                <a:gd name="connsiteX449" fmla="*/ 170199 w 4011346"/>
                <a:gd name="connsiteY449" fmla="*/ 958931 h 2020169"/>
                <a:gd name="connsiteX450" fmla="*/ 133490 w 4011346"/>
                <a:gd name="connsiteY450" fmla="*/ 882174 h 2020169"/>
                <a:gd name="connsiteX451" fmla="*/ 196897 w 4011346"/>
                <a:gd name="connsiteY451" fmla="*/ 912209 h 2020169"/>
                <a:gd name="connsiteX452" fmla="*/ 256967 w 4011346"/>
                <a:gd name="connsiteY452" fmla="*/ 942244 h 2020169"/>
                <a:gd name="connsiteX453" fmla="*/ 293676 w 4011346"/>
                <a:gd name="connsiteY453" fmla="*/ 945582 h 2020169"/>
                <a:gd name="connsiteX454" fmla="*/ 327049 w 4011346"/>
                <a:gd name="connsiteY454" fmla="*/ 915547 h 2020169"/>
                <a:gd name="connsiteX455" fmla="*/ 343735 w 4011346"/>
                <a:gd name="connsiteY455" fmla="*/ 878837 h 2020169"/>
                <a:gd name="connsiteX456" fmla="*/ 333723 w 4011346"/>
                <a:gd name="connsiteY456" fmla="*/ 828779 h 2020169"/>
                <a:gd name="connsiteX457" fmla="*/ 290339 w 4011346"/>
                <a:gd name="connsiteY457" fmla="*/ 808755 h 2020169"/>
                <a:gd name="connsiteX458" fmla="*/ 236944 w 4011346"/>
                <a:gd name="connsiteY458" fmla="*/ 762034 h 2020169"/>
                <a:gd name="connsiteX459" fmla="*/ 133490 w 4011346"/>
                <a:gd name="connsiteY459"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58411 w 4011346"/>
                <a:gd name="connsiteY324" fmla="*/ 71438 h 2020169"/>
                <a:gd name="connsiteX325" fmla="*/ 1906976 w 4011346"/>
                <a:gd name="connsiteY325" fmla="*/ 97157 h 2020169"/>
                <a:gd name="connsiteX326" fmla="*/ 1909833 w 4011346"/>
                <a:gd name="connsiteY326" fmla="*/ 0 h 2020169"/>
                <a:gd name="connsiteX327" fmla="*/ 1877440 w 4011346"/>
                <a:gd name="connsiteY327" fmla="*/ 3067 h 2020169"/>
                <a:gd name="connsiteX328" fmla="*/ 1835474 w 4011346"/>
                <a:gd name="connsiteY328" fmla="*/ 41195 h 2020169"/>
                <a:gd name="connsiteX329" fmla="*/ 1818788 w 4011346"/>
                <a:gd name="connsiteY329" fmla="*/ 81242 h 2020169"/>
                <a:gd name="connsiteX330" fmla="*/ 1838813 w 4011346"/>
                <a:gd name="connsiteY330" fmla="*/ 134636 h 2020169"/>
                <a:gd name="connsiteX331" fmla="*/ 1782079 w 4011346"/>
                <a:gd name="connsiteY331" fmla="*/ 121287 h 2020169"/>
                <a:gd name="connsiteX332" fmla="*/ 1768731 w 4011346"/>
                <a:gd name="connsiteY332" fmla="*/ 168009 h 2020169"/>
                <a:gd name="connsiteX333" fmla="*/ 1705322 w 4011346"/>
                <a:gd name="connsiteY333" fmla="*/ 191369 h 2020169"/>
                <a:gd name="connsiteX334" fmla="*/ 1685300 w 4011346"/>
                <a:gd name="connsiteY334" fmla="*/ 164671 h 2020169"/>
                <a:gd name="connsiteX335" fmla="*/ 1615218 w 4011346"/>
                <a:gd name="connsiteY335" fmla="*/ 168009 h 2020169"/>
                <a:gd name="connsiteX336" fmla="*/ 1638579 w 4011346"/>
                <a:gd name="connsiteY336" fmla="*/ 198044 h 2020169"/>
                <a:gd name="connsiteX337" fmla="*/ 1528449 w 4011346"/>
                <a:gd name="connsiteY337" fmla="*/ 224740 h 2020169"/>
                <a:gd name="connsiteX338" fmla="*/ 1465043 w 4011346"/>
                <a:gd name="connsiteY338" fmla="*/ 308171 h 2020169"/>
                <a:gd name="connsiteX339" fmla="*/ 1448357 w 4011346"/>
                <a:gd name="connsiteY339" fmla="*/ 334869 h 2020169"/>
                <a:gd name="connsiteX340" fmla="*/ 1481729 w 4011346"/>
                <a:gd name="connsiteY340" fmla="*/ 368242 h 2020169"/>
                <a:gd name="connsiteX341" fmla="*/ 1481729 w 4011346"/>
                <a:gd name="connsiteY341" fmla="*/ 398277 h 2020169"/>
                <a:gd name="connsiteX342" fmla="*/ 1458368 w 4011346"/>
                <a:gd name="connsiteY342" fmla="*/ 401614 h 2020169"/>
                <a:gd name="connsiteX343" fmla="*/ 1458368 w 4011346"/>
                <a:gd name="connsiteY343" fmla="*/ 381590 h 2020169"/>
                <a:gd name="connsiteX344" fmla="*/ 1418322 w 4011346"/>
                <a:gd name="connsiteY344" fmla="*/ 391602 h 2020169"/>
                <a:gd name="connsiteX345" fmla="*/ 1368263 w 4011346"/>
                <a:gd name="connsiteY345" fmla="*/ 398277 h 2020169"/>
                <a:gd name="connsiteX346" fmla="*/ 1321542 w 4011346"/>
                <a:gd name="connsiteY346" fmla="*/ 404951 h 2020169"/>
                <a:gd name="connsiteX347" fmla="*/ 1318205 w 4011346"/>
                <a:gd name="connsiteY347" fmla="*/ 491719 h 2020169"/>
                <a:gd name="connsiteX348" fmla="*/ 1358252 w 4011346"/>
                <a:gd name="connsiteY348" fmla="*/ 515080 h 2020169"/>
                <a:gd name="connsiteX349" fmla="*/ 1374938 w 4011346"/>
                <a:gd name="connsiteY349" fmla="*/ 545115 h 2020169"/>
                <a:gd name="connsiteX350" fmla="*/ 1384949 w 4011346"/>
                <a:gd name="connsiteY350" fmla="*/ 568475 h 2020169"/>
                <a:gd name="connsiteX351" fmla="*/ 1394961 w 4011346"/>
                <a:gd name="connsiteY351" fmla="*/ 618534 h 2020169"/>
                <a:gd name="connsiteX352" fmla="*/ 1384949 w 4011346"/>
                <a:gd name="connsiteY352" fmla="*/ 648569 h 2020169"/>
                <a:gd name="connsiteX353" fmla="*/ 1358252 w 4011346"/>
                <a:gd name="connsiteY353" fmla="*/ 615196 h 2020169"/>
                <a:gd name="connsiteX354" fmla="*/ 1361589 w 4011346"/>
                <a:gd name="connsiteY354" fmla="*/ 585161 h 2020169"/>
                <a:gd name="connsiteX355" fmla="*/ 1351577 w 4011346"/>
                <a:gd name="connsiteY355" fmla="*/ 545115 h 2020169"/>
                <a:gd name="connsiteX356" fmla="*/ 1328217 w 4011346"/>
                <a:gd name="connsiteY356" fmla="*/ 551789 h 2020169"/>
                <a:gd name="connsiteX357" fmla="*/ 1281495 w 4011346"/>
                <a:gd name="connsiteY357" fmla="*/ 515080 h 2020169"/>
                <a:gd name="connsiteX358" fmla="*/ 1241449 w 4011346"/>
                <a:gd name="connsiteY358" fmla="*/ 511742 h 2020169"/>
                <a:gd name="connsiteX359" fmla="*/ 1241449 w 4011346"/>
                <a:gd name="connsiteY359" fmla="*/ 558463 h 2020169"/>
                <a:gd name="connsiteX360" fmla="*/ 1201402 w 4011346"/>
                <a:gd name="connsiteY360" fmla="*/ 538440 h 2020169"/>
                <a:gd name="connsiteX361" fmla="*/ 1228100 w 4011346"/>
                <a:gd name="connsiteY361" fmla="*/ 588498 h 2020169"/>
                <a:gd name="connsiteX362" fmla="*/ 1258135 w 4011346"/>
                <a:gd name="connsiteY362" fmla="*/ 598510 h 2020169"/>
                <a:gd name="connsiteX363" fmla="*/ 1258135 w 4011346"/>
                <a:gd name="connsiteY363" fmla="*/ 618534 h 2020169"/>
                <a:gd name="connsiteX364" fmla="*/ 1198065 w 4011346"/>
                <a:gd name="connsiteY364" fmla="*/ 595173 h 2020169"/>
                <a:gd name="connsiteX365" fmla="*/ 1181379 w 4011346"/>
                <a:gd name="connsiteY365" fmla="*/ 595173 h 2020169"/>
                <a:gd name="connsiteX366" fmla="*/ 1178041 w 4011346"/>
                <a:gd name="connsiteY366" fmla="*/ 551789 h 2020169"/>
                <a:gd name="connsiteX367" fmla="*/ 1171367 w 4011346"/>
                <a:gd name="connsiteY367" fmla="*/ 465021 h 2020169"/>
                <a:gd name="connsiteX368" fmla="*/ 1161355 w 4011346"/>
                <a:gd name="connsiteY368" fmla="*/ 535103 h 2020169"/>
                <a:gd name="connsiteX369" fmla="*/ 1137995 w 4011346"/>
                <a:gd name="connsiteY369" fmla="*/ 565138 h 2020169"/>
                <a:gd name="connsiteX370" fmla="*/ 1158018 w 4011346"/>
                <a:gd name="connsiteY370" fmla="*/ 611859 h 2020169"/>
                <a:gd name="connsiteX371" fmla="*/ 1158018 w 4011346"/>
                <a:gd name="connsiteY371" fmla="*/ 645231 h 2020169"/>
                <a:gd name="connsiteX372" fmla="*/ 1141332 w 4011346"/>
                <a:gd name="connsiteY372" fmla="*/ 695290 h 2020169"/>
                <a:gd name="connsiteX373" fmla="*/ 1154681 w 4011346"/>
                <a:gd name="connsiteY373" fmla="*/ 728662 h 2020169"/>
                <a:gd name="connsiteX374" fmla="*/ 1184716 w 4011346"/>
                <a:gd name="connsiteY374" fmla="*/ 735336 h 2020169"/>
                <a:gd name="connsiteX375" fmla="*/ 1221425 w 4011346"/>
                <a:gd name="connsiteY375" fmla="*/ 742011 h 2020169"/>
                <a:gd name="connsiteX376" fmla="*/ 1241449 w 4011346"/>
                <a:gd name="connsiteY376" fmla="*/ 765371 h 2020169"/>
                <a:gd name="connsiteX377" fmla="*/ 1258135 w 4011346"/>
                <a:gd name="connsiteY377" fmla="*/ 808755 h 2020169"/>
                <a:gd name="connsiteX378" fmla="*/ 1258135 w 4011346"/>
                <a:gd name="connsiteY378" fmla="*/ 808755 h 2020169"/>
                <a:gd name="connsiteX379" fmla="*/ 1254798 w 4011346"/>
                <a:gd name="connsiteY379" fmla="*/ 842128 h 2020169"/>
                <a:gd name="connsiteX380" fmla="*/ 1274821 w 4011346"/>
                <a:gd name="connsiteY380" fmla="*/ 862151 h 2020169"/>
                <a:gd name="connsiteX381" fmla="*/ 1244786 w 4011346"/>
                <a:gd name="connsiteY381" fmla="*/ 868826 h 2020169"/>
                <a:gd name="connsiteX382" fmla="*/ 1224763 w 4011346"/>
                <a:gd name="connsiteY382" fmla="*/ 828779 h 2020169"/>
                <a:gd name="connsiteX383" fmla="*/ 1224763 w 4011346"/>
                <a:gd name="connsiteY383" fmla="*/ 788732 h 2020169"/>
                <a:gd name="connsiteX384" fmla="*/ 1194727 w 4011346"/>
                <a:gd name="connsiteY384" fmla="*/ 752023 h 2020169"/>
                <a:gd name="connsiteX385" fmla="*/ 1164692 w 4011346"/>
                <a:gd name="connsiteY385" fmla="*/ 795407 h 2020169"/>
                <a:gd name="connsiteX386" fmla="*/ 1178041 w 4011346"/>
                <a:gd name="connsiteY386" fmla="*/ 838790 h 2020169"/>
                <a:gd name="connsiteX387" fmla="*/ 1137995 w 4011346"/>
                <a:gd name="connsiteY387" fmla="*/ 895523 h 2020169"/>
                <a:gd name="connsiteX388" fmla="*/ 1097948 w 4011346"/>
                <a:gd name="connsiteY388" fmla="*/ 952256 h 2020169"/>
                <a:gd name="connsiteX389" fmla="*/ 1007843 w 4011346"/>
                <a:gd name="connsiteY389" fmla="*/ 915547 h 2020169"/>
                <a:gd name="connsiteX390" fmla="*/ 1074587 w 4011346"/>
                <a:gd name="connsiteY390" fmla="*/ 912209 h 2020169"/>
                <a:gd name="connsiteX391" fmla="*/ 1107960 w 4011346"/>
                <a:gd name="connsiteY391" fmla="*/ 848802 h 2020169"/>
                <a:gd name="connsiteX392" fmla="*/ 1121309 w 4011346"/>
                <a:gd name="connsiteY392" fmla="*/ 805418 h 2020169"/>
                <a:gd name="connsiteX393" fmla="*/ 1127983 w 4011346"/>
                <a:gd name="connsiteY393" fmla="*/ 772046 h 2020169"/>
                <a:gd name="connsiteX394" fmla="*/ 1117971 w 4011346"/>
                <a:gd name="connsiteY394" fmla="*/ 755360 h 2020169"/>
                <a:gd name="connsiteX395" fmla="*/ 1114634 w 4011346"/>
                <a:gd name="connsiteY395" fmla="*/ 705301 h 2020169"/>
                <a:gd name="connsiteX396" fmla="*/ 1104622 w 4011346"/>
                <a:gd name="connsiteY396" fmla="*/ 625208 h 2020169"/>
                <a:gd name="connsiteX397" fmla="*/ 1101285 w 4011346"/>
                <a:gd name="connsiteY397" fmla="*/ 565138 h 2020169"/>
                <a:gd name="connsiteX398" fmla="*/ 1124646 w 4011346"/>
                <a:gd name="connsiteY398" fmla="*/ 471696 h 2020169"/>
                <a:gd name="connsiteX399" fmla="*/ 1031203 w 4011346"/>
                <a:gd name="connsiteY399" fmla="*/ 461684 h 2020169"/>
                <a:gd name="connsiteX400" fmla="*/ 1014517 w 4011346"/>
                <a:gd name="connsiteY400" fmla="*/ 518417 h 2020169"/>
                <a:gd name="connsiteX401" fmla="*/ 1024529 w 4011346"/>
                <a:gd name="connsiteY401" fmla="*/ 565138 h 2020169"/>
                <a:gd name="connsiteX402" fmla="*/ 981145 w 4011346"/>
                <a:gd name="connsiteY402" fmla="*/ 618534 h 2020169"/>
                <a:gd name="connsiteX403" fmla="*/ 991157 w 4011346"/>
                <a:gd name="connsiteY403" fmla="*/ 655243 h 2020169"/>
                <a:gd name="connsiteX404" fmla="*/ 981145 w 4011346"/>
                <a:gd name="connsiteY404" fmla="*/ 701964 h 2020169"/>
                <a:gd name="connsiteX405" fmla="*/ 1001168 w 4011346"/>
                <a:gd name="connsiteY405" fmla="*/ 725325 h 2020169"/>
                <a:gd name="connsiteX406" fmla="*/ 1017854 w 4011346"/>
                <a:gd name="connsiteY406" fmla="*/ 772046 h 2020169"/>
                <a:gd name="connsiteX407" fmla="*/ 1047890 w 4011346"/>
                <a:gd name="connsiteY407" fmla="*/ 758697 h 2020169"/>
                <a:gd name="connsiteX408" fmla="*/ 1014517 w 4011346"/>
                <a:gd name="connsiteY408" fmla="*/ 812093 h 2020169"/>
                <a:gd name="connsiteX409" fmla="*/ 957784 w 4011346"/>
                <a:gd name="connsiteY409" fmla="*/ 758697 h 2020169"/>
                <a:gd name="connsiteX410" fmla="*/ 884365 w 4011346"/>
                <a:gd name="connsiteY410" fmla="*/ 721988 h 2020169"/>
                <a:gd name="connsiteX411" fmla="*/ 824295 w 4011346"/>
                <a:gd name="connsiteY411" fmla="*/ 698627 h 2020169"/>
                <a:gd name="connsiteX412" fmla="*/ 810946 w 4011346"/>
                <a:gd name="connsiteY412" fmla="*/ 735336 h 2020169"/>
                <a:gd name="connsiteX413" fmla="*/ 827633 w 4011346"/>
                <a:gd name="connsiteY413" fmla="*/ 772046 h 2020169"/>
                <a:gd name="connsiteX414" fmla="*/ 814284 w 4011346"/>
                <a:gd name="connsiteY414" fmla="*/ 795407 h 2020169"/>
                <a:gd name="connsiteX415" fmla="*/ 800935 w 4011346"/>
                <a:gd name="connsiteY415" fmla="*/ 812093 h 2020169"/>
                <a:gd name="connsiteX416" fmla="*/ 770900 w 4011346"/>
                <a:gd name="connsiteY416" fmla="*/ 755360 h 2020169"/>
                <a:gd name="connsiteX417" fmla="*/ 744202 w 4011346"/>
                <a:gd name="connsiteY417" fmla="*/ 792069 h 2020169"/>
                <a:gd name="connsiteX418" fmla="*/ 707492 w 4011346"/>
                <a:gd name="connsiteY418" fmla="*/ 785395 h 2020169"/>
                <a:gd name="connsiteX419" fmla="*/ 654097 w 4011346"/>
                <a:gd name="connsiteY419" fmla="*/ 822104 h 2020169"/>
                <a:gd name="connsiteX420" fmla="*/ 644085 w 4011346"/>
                <a:gd name="connsiteY420" fmla="*/ 798744 h 2020169"/>
                <a:gd name="connsiteX421" fmla="*/ 654097 w 4011346"/>
                <a:gd name="connsiteY421" fmla="*/ 762034 h 2020169"/>
                <a:gd name="connsiteX422" fmla="*/ 614050 w 4011346"/>
                <a:gd name="connsiteY422" fmla="*/ 798744 h 2020169"/>
                <a:gd name="connsiteX423" fmla="*/ 594027 w 4011346"/>
                <a:gd name="connsiteY423" fmla="*/ 798744 h 2020169"/>
                <a:gd name="connsiteX424" fmla="*/ 533957 w 4011346"/>
                <a:gd name="connsiteY424" fmla="*/ 832116 h 2020169"/>
                <a:gd name="connsiteX425" fmla="*/ 510596 w 4011346"/>
                <a:gd name="connsiteY425" fmla="*/ 855477 h 2020169"/>
                <a:gd name="connsiteX426" fmla="*/ 500584 w 4011346"/>
                <a:gd name="connsiteY426" fmla="*/ 902198 h 2020169"/>
                <a:gd name="connsiteX427" fmla="*/ 450526 w 4011346"/>
                <a:gd name="connsiteY427" fmla="*/ 888849 h 2020169"/>
                <a:gd name="connsiteX428" fmla="*/ 433840 w 4011346"/>
                <a:gd name="connsiteY428" fmla="*/ 852139 h 2020169"/>
                <a:gd name="connsiteX429" fmla="*/ 467212 w 4011346"/>
                <a:gd name="connsiteY429" fmla="*/ 822104 h 2020169"/>
                <a:gd name="connsiteX430" fmla="*/ 453863 w 4011346"/>
                <a:gd name="connsiteY430" fmla="*/ 798744 h 2020169"/>
                <a:gd name="connsiteX431" fmla="*/ 390456 w 4011346"/>
                <a:gd name="connsiteY431" fmla="*/ 768709 h 2020169"/>
                <a:gd name="connsiteX432" fmla="*/ 417154 w 4011346"/>
                <a:gd name="connsiteY432" fmla="*/ 818767 h 2020169"/>
                <a:gd name="connsiteX433" fmla="*/ 407142 w 4011346"/>
                <a:gd name="connsiteY433" fmla="*/ 862151 h 2020169"/>
                <a:gd name="connsiteX434" fmla="*/ 413817 w 4011346"/>
                <a:gd name="connsiteY434" fmla="*/ 898861 h 2020169"/>
                <a:gd name="connsiteX435" fmla="*/ 427165 w 4011346"/>
                <a:gd name="connsiteY435" fmla="*/ 922221 h 2020169"/>
                <a:gd name="connsiteX436" fmla="*/ 413817 w 4011346"/>
                <a:gd name="connsiteY436" fmla="*/ 952256 h 2020169"/>
                <a:gd name="connsiteX437" fmla="*/ 390456 w 4011346"/>
                <a:gd name="connsiteY437" fmla="*/ 928896 h 2020169"/>
                <a:gd name="connsiteX438" fmla="*/ 360421 w 4011346"/>
                <a:gd name="connsiteY438" fmla="*/ 925558 h 2020169"/>
                <a:gd name="connsiteX439" fmla="*/ 333723 w 4011346"/>
                <a:gd name="connsiteY439" fmla="*/ 965605 h 2020169"/>
                <a:gd name="connsiteX440" fmla="*/ 307025 w 4011346"/>
                <a:gd name="connsiteY440" fmla="*/ 985628 h 2020169"/>
                <a:gd name="connsiteX441" fmla="*/ 320374 w 4011346"/>
                <a:gd name="connsiteY441" fmla="*/ 1012326 h 2020169"/>
                <a:gd name="connsiteX442" fmla="*/ 303688 w 4011346"/>
                <a:gd name="connsiteY442" fmla="*/ 1035687 h 2020169"/>
                <a:gd name="connsiteX443" fmla="*/ 233606 w 4011346"/>
                <a:gd name="connsiteY443" fmla="*/ 998977 h 2020169"/>
                <a:gd name="connsiteX444" fmla="*/ 243618 w 4011346"/>
                <a:gd name="connsiteY444" fmla="*/ 1049036 h 2020169"/>
                <a:gd name="connsiteX445" fmla="*/ 263641 w 4011346"/>
                <a:gd name="connsiteY445" fmla="*/ 1069059 h 2020169"/>
                <a:gd name="connsiteX446" fmla="*/ 250292 w 4011346"/>
                <a:gd name="connsiteY446" fmla="*/ 1082408 h 2020169"/>
                <a:gd name="connsiteX447" fmla="*/ 193560 w 4011346"/>
                <a:gd name="connsiteY447" fmla="*/ 1045698 h 2020169"/>
                <a:gd name="connsiteX448" fmla="*/ 170199 w 4011346"/>
                <a:gd name="connsiteY448" fmla="*/ 1005652 h 2020169"/>
                <a:gd name="connsiteX449" fmla="*/ 170199 w 4011346"/>
                <a:gd name="connsiteY449" fmla="*/ 958931 h 2020169"/>
                <a:gd name="connsiteX450" fmla="*/ 133490 w 4011346"/>
                <a:gd name="connsiteY450" fmla="*/ 882174 h 2020169"/>
                <a:gd name="connsiteX451" fmla="*/ 196897 w 4011346"/>
                <a:gd name="connsiteY451" fmla="*/ 912209 h 2020169"/>
                <a:gd name="connsiteX452" fmla="*/ 256967 w 4011346"/>
                <a:gd name="connsiteY452" fmla="*/ 942244 h 2020169"/>
                <a:gd name="connsiteX453" fmla="*/ 293676 w 4011346"/>
                <a:gd name="connsiteY453" fmla="*/ 945582 h 2020169"/>
                <a:gd name="connsiteX454" fmla="*/ 327049 w 4011346"/>
                <a:gd name="connsiteY454" fmla="*/ 915547 h 2020169"/>
                <a:gd name="connsiteX455" fmla="*/ 343735 w 4011346"/>
                <a:gd name="connsiteY455" fmla="*/ 878837 h 2020169"/>
                <a:gd name="connsiteX456" fmla="*/ 333723 w 4011346"/>
                <a:gd name="connsiteY456" fmla="*/ 828779 h 2020169"/>
                <a:gd name="connsiteX457" fmla="*/ 290339 w 4011346"/>
                <a:gd name="connsiteY457" fmla="*/ 808755 h 2020169"/>
                <a:gd name="connsiteX458" fmla="*/ 236944 w 4011346"/>
                <a:gd name="connsiteY458" fmla="*/ 762034 h 2020169"/>
                <a:gd name="connsiteX459" fmla="*/ 133490 w 4011346"/>
                <a:gd name="connsiteY459"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58411 w 4011346"/>
                <a:gd name="connsiteY324" fmla="*/ 71438 h 2020169"/>
                <a:gd name="connsiteX325" fmla="*/ 1926978 w 4011346"/>
                <a:gd name="connsiteY325" fmla="*/ 31434 h 2020169"/>
                <a:gd name="connsiteX326" fmla="*/ 1909833 w 4011346"/>
                <a:gd name="connsiteY326" fmla="*/ 0 h 2020169"/>
                <a:gd name="connsiteX327" fmla="*/ 1877440 w 4011346"/>
                <a:gd name="connsiteY327" fmla="*/ 3067 h 2020169"/>
                <a:gd name="connsiteX328" fmla="*/ 1835474 w 4011346"/>
                <a:gd name="connsiteY328" fmla="*/ 41195 h 2020169"/>
                <a:gd name="connsiteX329" fmla="*/ 1818788 w 4011346"/>
                <a:gd name="connsiteY329" fmla="*/ 81242 h 2020169"/>
                <a:gd name="connsiteX330" fmla="*/ 1838813 w 4011346"/>
                <a:gd name="connsiteY330" fmla="*/ 134636 h 2020169"/>
                <a:gd name="connsiteX331" fmla="*/ 1782079 w 4011346"/>
                <a:gd name="connsiteY331" fmla="*/ 121287 h 2020169"/>
                <a:gd name="connsiteX332" fmla="*/ 1768731 w 4011346"/>
                <a:gd name="connsiteY332" fmla="*/ 168009 h 2020169"/>
                <a:gd name="connsiteX333" fmla="*/ 1705322 w 4011346"/>
                <a:gd name="connsiteY333" fmla="*/ 191369 h 2020169"/>
                <a:gd name="connsiteX334" fmla="*/ 1685300 w 4011346"/>
                <a:gd name="connsiteY334" fmla="*/ 164671 h 2020169"/>
                <a:gd name="connsiteX335" fmla="*/ 1615218 w 4011346"/>
                <a:gd name="connsiteY335" fmla="*/ 168009 h 2020169"/>
                <a:gd name="connsiteX336" fmla="*/ 1638579 w 4011346"/>
                <a:gd name="connsiteY336" fmla="*/ 198044 h 2020169"/>
                <a:gd name="connsiteX337" fmla="*/ 1528449 w 4011346"/>
                <a:gd name="connsiteY337" fmla="*/ 224740 h 2020169"/>
                <a:gd name="connsiteX338" fmla="*/ 1465043 w 4011346"/>
                <a:gd name="connsiteY338" fmla="*/ 308171 h 2020169"/>
                <a:gd name="connsiteX339" fmla="*/ 1448357 w 4011346"/>
                <a:gd name="connsiteY339" fmla="*/ 334869 h 2020169"/>
                <a:gd name="connsiteX340" fmla="*/ 1481729 w 4011346"/>
                <a:gd name="connsiteY340" fmla="*/ 368242 h 2020169"/>
                <a:gd name="connsiteX341" fmla="*/ 1481729 w 4011346"/>
                <a:gd name="connsiteY341" fmla="*/ 398277 h 2020169"/>
                <a:gd name="connsiteX342" fmla="*/ 1458368 w 4011346"/>
                <a:gd name="connsiteY342" fmla="*/ 401614 h 2020169"/>
                <a:gd name="connsiteX343" fmla="*/ 1458368 w 4011346"/>
                <a:gd name="connsiteY343" fmla="*/ 381590 h 2020169"/>
                <a:gd name="connsiteX344" fmla="*/ 1418322 w 4011346"/>
                <a:gd name="connsiteY344" fmla="*/ 391602 h 2020169"/>
                <a:gd name="connsiteX345" fmla="*/ 1368263 w 4011346"/>
                <a:gd name="connsiteY345" fmla="*/ 398277 h 2020169"/>
                <a:gd name="connsiteX346" fmla="*/ 1321542 w 4011346"/>
                <a:gd name="connsiteY346" fmla="*/ 404951 h 2020169"/>
                <a:gd name="connsiteX347" fmla="*/ 1318205 w 4011346"/>
                <a:gd name="connsiteY347" fmla="*/ 491719 h 2020169"/>
                <a:gd name="connsiteX348" fmla="*/ 1358252 w 4011346"/>
                <a:gd name="connsiteY348" fmla="*/ 515080 h 2020169"/>
                <a:gd name="connsiteX349" fmla="*/ 1374938 w 4011346"/>
                <a:gd name="connsiteY349" fmla="*/ 545115 h 2020169"/>
                <a:gd name="connsiteX350" fmla="*/ 1384949 w 4011346"/>
                <a:gd name="connsiteY350" fmla="*/ 568475 h 2020169"/>
                <a:gd name="connsiteX351" fmla="*/ 1394961 w 4011346"/>
                <a:gd name="connsiteY351" fmla="*/ 618534 h 2020169"/>
                <a:gd name="connsiteX352" fmla="*/ 1384949 w 4011346"/>
                <a:gd name="connsiteY352" fmla="*/ 648569 h 2020169"/>
                <a:gd name="connsiteX353" fmla="*/ 1358252 w 4011346"/>
                <a:gd name="connsiteY353" fmla="*/ 615196 h 2020169"/>
                <a:gd name="connsiteX354" fmla="*/ 1361589 w 4011346"/>
                <a:gd name="connsiteY354" fmla="*/ 585161 h 2020169"/>
                <a:gd name="connsiteX355" fmla="*/ 1351577 w 4011346"/>
                <a:gd name="connsiteY355" fmla="*/ 545115 h 2020169"/>
                <a:gd name="connsiteX356" fmla="*/ 1328217 w 4011346"/>
                <a:gd name="connsiteY356" fmla="*/ 551789 h 2020169"/>
                <a:gd name="connsiteX357" fmla="*/ 1281495 w 4011346"/>
                <a:gd name="connsiteY357" fmla="*/ 515080 h 2020169"/>
                <a:gd name="connsiteX358" fmla="*/ 1241449 w 4011346"/>
                <a:gd name="connsiteY358" fmla="*/ 511742 h 2020169"/>
                <a:gd name="connsiteX359" fmla="*/ 1241449 w 4011346"/>
                <a:gd name="connsiteY359" fmla="*/ 558463 h 2020169"/>
                <a:gd name="connsiteX360" fmla="*/ 1201402 w 4011346"/>
                <a:gd name="connsiteY360" fmla="*/ 538440 h 2020169"/>
                <a:gd name="connsiteX361" fmla="*/ 1228100 w 4011346"/>
                <a:gd name="connsiteY361" fmla="*/ 588498 h 2020169"/>
                <a:gd name="connsiteX362" fmla="*/ 1258135 w 4011346"/>
                <a:gd name="connsiteY362" fmla="*/ 598510 h 2020169"/>
                <a:gd name="connsiteX363" fmla="*/ 1258135 w 4011346"/>
                <a:gd name="connsiteY363" fmla="*/ 618534 h 2020169"/>
                <a:gd name="connsiteX364" fmla="*/ 1198065 w 4011346"/>
                <a:gd name="connsiteY364" fmla="*/ 595173 h 2020169"/>
                <a:gd name="connsiteX365" fmla="*/ 1181379 w 4011346"/>
                <a:gd name="connsiteY365" fmla="*/ 595173 h 2020169"/>
                <a:gd name="connsiteX366" fmla="*/ 1178041 w 4011346"/>
                <a:gd name="connsiteY366" fmla="*/ 551789 h 2020169"/>
                <a:gd name="connsiteX367" fmla="*/ 1171367 w 4011346"/>
                <a:gd name="connsiteY367" fmla="*/ 465021 h 2020169"/>
                <a:gd name="connsiteX368" fmla="*/ 1161355 w 4011346"/>
                <a:gd name="connsiteY368" fmla="*/ 535103 h 2020169"/>
                <a:gd name="connsiteX369" fmla="*/ 1137995 w 4011346"/>
                <a:gd name="connsiteY369" fmla="*/ 565138 h 2020169"/>
                <a:gd name="connsiteX370" fmla="*/ 1158018 w 4011346"/>
                <a:gd name="connsiteY370" fmla="*/ 611859 h 2020169"/>
                <a:gd name="connsiteX371" fmla="*/ 1158018 w 4011346"/>
                <a:gd name="connsiteY371" fmla="*/ 645231 h 2020169"/>
                <a:gd name="connsiteX372" fmla="*/ 1141332 w 4011346"/>
                <a:gd name="connsiteY372" fmla="*/ 695290 h 2020169"/>
                <a:gd name="connsiteX373" fmla="*/ 1154681 w 4011346"/>
                <a:gd name="connsiteY373" fmla="*/ 728662 h 2020169"/>
                <a:gd name="connsiteX374" fmla="*/ 1184716 w 4011346"/>
                <a:gd name="connsiteY374" fmla="*/ 735336 h 2020169"/>
                <a:gd name="connsiteX375" fmla="*/ 1221425 w 4011346"/>
                <a:gd name="connsiteY375" fmla="*/ 742011 h 2020169"/>
                <a:gd name="connsiteX376" fmla="*/ 1241449 w 4011346"/>
                <a:gd name="connsiteY376" fmla="*/ 765371 h 2020169"/>
                <a:gd name="connsiteX377" fmla="*/ 1258135 w 4011346"/>
                <a:gd name="connsiteY377" fmla="*/ 808755 h 2020169"/>
                <a:gd name="connsiteX378" fmla="*/ 1258135 w 4011346"/>
                <a:gd name="connsiteY378" fmla="*/ 808755 h 2020169"/>
                <a:gd name="connsiteX379" fmla="*/ 1254798 w 4011346"/>
                <a:gd name="connsiteY379" fmla="*/ 842128 h 2020169"/>
                <a:gd name="connsiteX380" fmla="*/ 1274821 w 4011346"/>
                <a:gd name="connsiteY380" fmla="*/ 862151 h 2020169"/>
                <a:gd name="connsiteX381" fmla="*/ 1244786 w 4011346"/>
                <a:gd name="connsiteY381" fmla="*/ 868826 h 2020169"/>
                <a:gd name="connsiteX382" fmla="*/ 1224763 w 4011346"/>
                <a:gd name="connsiteY382" fmla="*/ 828779 h 2020169"/>
                <a:gd name="connsiteX383" fmla="*/ 1224763 w 4011346"/>
                <a:gd name="connsiteY383" fmla="*/ 788732 h 2020169"/>
                <a:gd name="connsiteX384" fmla="*/ 1194727 w 4011346"/>
                <a:gd name="connsiteY384" fmla="*/ 752023 h 2020169"/>
                <a:gd name="connsiteX385" fmla="*/ 1164692 w 4011346"/>
                <a:gd name="connsiteY385" fmla="*/ 795407 h 2020169"/>
                <a:gd name="connsiteX386" fmla="*/ 1178041 w 4011346"/>
                <a:gd name="connsiteY386" fmla="*/ 838790 h 2020169"/>
                <a:gd name="connsiteX387" fmla="*/ 1137995 w 4011346"/>
                <a:gd name="connsiteY387" fmla="*/ 895523 h 2020169"/>
                <a:gd name="connsiteX388" fmla="*/ 1097948 w 4011346"/>
                <a:gd name="connsiteY388" fmla="*/ 952256 h 2020169"/>
                <a:gd name="connsiteX389" fmla="*/ 1007843 w 4011346"/>
                <a:gd name="connsiteY389" fmla="*/ 915547 h 2020169"/>
                <a:gd name="connsiteX390" fmla="*/ 1074587 w 4011346"/>
                <a:gd name="connsiteY390" fmla="*/ 912209 h 2020169"/>
                <a:gd name="connsiteX391" fmla="*/ 1107960 w 4011346"/>
                <a:gd name="connsiteY391" fmla="*/ 848802 h 2020169"/>
                <a:gd name="connsiteX392" fmla="*/ 1121309 w 4011346"/>
                <a:gd name="connsiteY392" fmla="*/ 805418 h 2020169"/>
                <a:gd name="connsiteX393" fmla="*/ 1127983 w 4011346"/>
                <a:gd name="connsiteY393" fmla="*/ 772046 h 2020169"/>
                <a:gd name="connsiteX394" fmla="*/ 1117971 w 4011346"/>
                <a:gd name="connsiteY394" fmla="*/ 755360 h 2020169"/>
                <a:gd name="connsiteX395" fmla="*/ 1114634 w 4011346"/>
                <a:gd name="connsiteY395" fmla="*/ 705301 h 2020169"/>
                <a:gd name="connsiteX396" fmla="*/ 1104622 w 4011346"/>
                <a:gd name="connsiteY396" fmla="*/ 625208 h 2020169"/>
                <a:gd name="connsiteX397" fmla="*/ 1101285 w 4011346"/>
                <a:gd name="connsiteY397" fmla="*/ 565138 h 2020169"/>
                <a:gd name="connsiteX398" fmla="*/ 1124646 w 4011346"/>
                <a:gd name="connsiteY398" fmla="*/ 471696 h 2020169"/>
                <a:gd name="connsiteX399" fmla="*/ 1031203 w 4011346"/>
                <a:gd name="connsiteY399" fmla="*/ 461684 h 2020169"/>
                <a:gd name="connsiteX400" fmla="*/ 1014517 w 4011346"/>
                <a:gd name="connsiteY400" fmla="*/ 518417 h 2020169"/>
                <a:gd name="connsiteX401" fmla="*/ 1024529 w 4011346"/>
                <a:gd name="connsiteY401" fmla="*/ 565138 h 2020169"/>
                <a:gd name="connsiteX402" fmla="*/ 981145 w 4011346"/>
                <a:gd name="connsiteY402" fmla="*/ 618534 h 2020169"/>
                <a:gd name="connsiteX403" fmla="*/ 991157 w 4011346"/>
                <a:gd name="connsiteY403" fmla="*/ 655243 h 2020169"/>
                <a:gd name="connsiteX404" fmla="*/ 981145 w 4011346"/>
                <a:gd name="connsiteY404" fmla="*/ 701964 h 2020169"/>
                <a:gd name="connsiteX405" fmla="*/ 1001168 w 4011346"/>
                <a:gd name="connsiteY405" fmla="*/ 725325 h 2020169"/>
                <a:gd name="connsiteX406" fmla="*/ 1017854 w 4011346"/>
                <a:gd name="connsiteY406" fmla="*/ 772046 h 2020169"/>
                <a:gd name="connsiteX407" fmla="*/ 1047890 w 4011346"/>
                <a:gd name="connsiteY407" fmla="*/ 758697 h 2020169"/>
                <a:gd name="connsiteX408" fmla="*/ 1014517 w 4011346"/>
                <a:gd name="connsiteY408" fmla="*/ 812093 h 2020169"/>
                <a:gd name="connsiteX409" fmla="*/ 957784 w 4011346"/>
                <a:gd name="connsiteY409" fmla="*/ 758697 h 2020169"/>
                <a:gd name="connsiteX410" fmla="*/ 884365 w 4011346"/>
                <a:gd name="connsiteY410" fmla="*/ 721988 h 2020169"/>
                <a:gd name="connsiteX411" fmla="*/ 824295 w 4011346"/>
                <a:gd name="connsiteY411" fmla="*/ 698627 h 2020169"/>
                <a:gd name="connsiteX412" fmla="*/ 810946 w 4011346"/>
                <a:gd name="connsiteY412" fmla="*/ 735336 h 2020169"/>
                <a:gd name="connsiteX413" fmla="*/ 827633 w 4011346"/>
                <a:gd name="connsiteY413" fmla="*/ 772046 h 2020169"/>
                <a:gd name="connsiteX414" fmla="*/ 814284 w 4011346"/>
                <a:gd name="connsiteY414" fmla="*/ 795407 h 2020169"/>
                <a:gd name="connsiteX415" fmla="*/ 800935 w 4011346"/>
                <a:gd name="connsiteY415" fmla="*/ 812093 h 2020169"/>
                <a:gd name="connsiteX416" fmla="*/ 770900 w 4011346"/>
                <a:gd name="connsiteY416" fmla="*/ 755360 h 2020169"/>
                <a:gd name="connsiteX417" fmla="*/ 744202 w 4011346"/>
                <a:gd name="connsiteY417" fmla="*/ 792069 h 2020169"/>
                <a:gd name="connsiteX418" fmla="*/ 707492 w 4011346"/>
                <a:gd name="connsiteY418" fmla="*/ 785395 h 2020169"/>
                <a:gd name="connsiteX419" fmla="*/ 654097 w 4011346"/>
                <a:gd name="connsiteY419" fmla="*/ 822104 h 2020169"/>
                <a:gd name="connsiteX420" fmla="*/ 644085 w 4011346"/>
                <a:gd name="connsiteY420" fmla="*/ 798744 h 2020169"/>
                <a:gd name="connsiteX421" fmla="*/ 654097 w 4011346"/>
                <a:gd name="connsiteY421" fmla="*/ 762034 h 2020169"/>
                <a:gd name="connsiteX422" fmla="*/ 614050 w 4011346"/>
                <a:gd name="connsiteY422" fmla="*/ 798744 h 2020169"/>
                <a:gd name="connsiteX423" fmla="*/ 594027 w 4011346"/>
                <a:gd name="connsiteY423" fmla="*/ 798744 h 2020169"/>
                <a:gd name="connsiteX424" fmla="*/ 533957 w 4011346"/>
                <a:gd name="connsiteY424" fmla="*/ 832116 h 2020169"/>
                <a:gd name="connsiteX425" fmla="*/ 510596 w 4011346"/>
                <a:gd name="connsiteY425" fmla="*/ 855477 h 2020169"/>
                <a:gd name="connsiteX426" fmla="*/ 500584 w 4011346"/>
                <a:gd name="connsiteY426" fmla="*/ 902198 h 2020169"/>
                <a:gd name="connsiteX427" fmla="*/ 450526 w 4011346"/>
                <a:gd name="connsiteY427" fmla="*/ 888849 h 2020169"/>
                <a:gd name="connsiteX428" fmla="*/ 433840 w 4011346"/>
                <a:gd name="connsiteY428" fmla="*/ 852139 h 2020169"/>
                <a:gd name="connsiteX429" fmla="*/ 467212 w 4011346"/>
                <a:gd name="connsiteY429" fmla="*/ 822104 h 2020169"/>
                <a:gd name="connsiteX430" fmla="*/ 453863 w 4011346"/>
                <a:gd name="connsiteY430" fmla="*/ 798744 h 2020169"/>
                <a:gd name="connsiteX431" fmla="*/ 390456 w 4011346"/>
                <a:gd name="connsiteY431" fmla="*/ 768709 h 2020169"/>
                <a:gd name="connsiteX432" fmla="*/ 417154 w 4011346"/>
                <a:gd name="connsiteY432" fmla="*/ 818767 h 2020169"/>
                <a:gd name="connsiteX433" fmla="*/ 407142 w 4011346"/>
                <a:gd name="connsiteY433" fmla="*/ 862151 h 2020169"/>
                <a:gd name="connsiteX434" fmla="*/ 413817 w 4011346"/>
                <a:gd name="connsiteY434" fmla="*/ 898861 h 2020169"/>
                <a:gd name="connsiteX435" fmla="*/ 427165 w 4011346"/>
                <a:gd name="connsiteY435" fmla="*/ 922221 h 2020169"/>
                <a:gd name="connsiteX436" fmla="*/ 413817 w 4011346"/>
                <a:gd name="connsiteY436" fmla="*/ 952256 h 2020169"/>
                <a:gd name="connsiteX437" fmla="*/ 390456 w 4011346"/>
                <a:gd name="connsiteY437" fmla="*/ 928896 h 2020169"/>
                <a:gd name="connsiteX438" fmla="*/ 360421 w 4011346"/>
                <a:gd name="connsiteY438" fmla="*/ 925558 h 2020169"/>
                <a:gd name="connsiteX439" fmla="*/ 333723 w 4011346"/>
                <a:gd name="connsiteY439" fmla="*/ 965605 h 2020169"/>
                <a:gd name="connsiteX440" fmla="*/ 307025 w 4011346"/>
                <a:gd name="connsiteY440" fmla="*/ 985628 h 2020169"/>
                <a:gd name="connsiteX441" fmla="*/ 320374 w 4011346"/>
                <a:gd name="connsiteY441" fmla="*/ 1012326 h 2020169"/>
                <a:gd name="connsiteX442" fmla="*/ 303688 w 4011346"/>
                <a:gd name="connsiteY442" fmla="*/ 1035687 h 2020169"/>
                <a:gd name="connsiteX443" fmla="*/ 233606 w 4011346"/>
                <a:gd name="connsiteY443" fmla="*/ 998977 h 2020169"/>
                <a:gd name="connsiteX444" fmla="*/ 243618 w 4011346"/>
                <a:gd name="connsiteY444" fmla="*/ 1049036 h 2020169"/>
                <a:gd name="connsiteX445" fmla="*/ 263641 w 4011346"/>
                <a:gd name="connsiteY445" fmla="*/ 1069059 h 2020169"/>
                <a:gd name="connsiteX446" fmla="*/ 250292 w 4011346"/>
                <a:gd name="connsiteY446" fmla="*/ 1082408 h 2020169"/>
                <a:gd name="connsiteX447" fmla="*/ 193560 w 4011346"/>
                <a:gd name="connsiteY447" fmla="*/ 1045698 h 2020169"/>
                <a:gd name="connsiteX448" fmla="*/ 170199 w 4011346"/>
                <a:gd name="connsiteY448" fmla="*/ 1005652 h 2020169"/>
                <a:gd name="connsiteX449" fmla="*/ 170199 w 4011346"/>
                <a:gd name="connsiteY449" fmla="*/ 958931 h 2020169"/>
                <a:gd name="connsiteX450" fmla="*/ 133490 w 4011346"/>
                <a:gd name="connsiteY450" fmla="*/ 882174 h 2020169"/>
                <a:gd name="connsiteX451" fmla="*/ 196897 w 4011346"/>
                <a:gd name="connsiteY451" fmla="*/ 912209 h 2020169"/>
                <a:gd name="connsiteX452" fmla="*/ 256967 w 4011346"/>
                <a:gd name="connsiteY452" fmla="*/ 942244 h 2020169"/>
                <a:gd name="connsiteX453" fmla="*/ 293676 w 4011346"/>
                <a:gd name="connsiteY453" fmla="*/ 945582 h 2020169"/>
                <a:gd name="connsiteX454" fmla="*/ 327049 w 4011346"/>
                <a:gd name="connsiteY454" fmla="*/ 915547 h 2020169"/>
                <a:gd name="connsiteX455" fmla="*/ 343735 w 4011346"/>
                <a:gd name="connsiteY455" fmla="*/ 878837 h 2020169"/>
                <a:gd name="connsiteX456" fmla="*/ 333723 w 4011346"/>
                <a:gd name="connsiteY456" fmla="*/ 828779 h 2020169"/>
                <a:gd name="connsiteX457" fmla="*/ 290339 w 4011346"/>
                <a:gd name="connsiteY457" fmla="*/ 808755 h 2020169"/>
                <a:gd name="connsiteX458" fmla="*/ 236944 w 4011346"/>
                <a:gd name="connsiteY458" fmla="*/ 762034 h 2020169"/>
                <a:gd name="connsiteX459" fmla="*/ 133490 w 4011346"/>
                <a:gd name="connsiteY459"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895546 w 4011346"/>
                <a:gd name="connsiteY324" fmla="*/ 60008 h 2020169"/>
                <a:gd name="connsiteX325" fmla="*/ 1926978 w 4011346"/>
                <a:gd name="connsiteY325" fmla="*/ 31434 h 2020169"/>
                <a:gd name="connsiteX326" fmla="*/ 1909833 w 4011346"/>
                <a:gd name="connsiteY326" fmla="*/ 0 h 2020169"/>
                <a:gd name="connsiteX327" fmla="*/ 1877440 w 4011346"/>
                <a:gd name="connsiteY327" fmla="*/ 3067 h 2020169"/>
                <a:gd name="connsiteX328" fmla="*/ 1835474 w 4011346"/>
                <a:gd name="connsiteY328" fmla="*/ 41195 h 2020169"/>
                <a:gd name="connsiteX329" fmla="*/ 1818788 w 4011346"/>
                <a:gd name="connsiteY329" fmla="*/ 81242 h 2020169"/>
                <a:gd name="connsiteX330" fmla="*/ 1838813 w 4011346"/>
                <a:gd name="connsiteY330" fmla="*/ 134636 h 2020169"/>
                <a:gd name="connsiteX331" fmla="*/ 1782079 w 4011346"/>
                <a:gd name="connsiteY331" fmla="*/ 121287 h 2020169"/>
                <a:gd name="connsiteX332" fmla="*/ 1768731 w 4011346"/>
                <a:gd name="connsiteY332" fmla="*/ 168009 h 2020169"/>
                <a:gd name="connsiteX333" fmla="*/ 1705322 w 4011346"/>
                <a:gd name="connsiteY333" fmla="*/ 191369 h 2020169"/>
                <a:gd name="connsiteX334" fmla="*/ 1685300 w 4011346"/>
                <a:gd name="connsiteY334" fmla="*/ 164671 h 2020169"/>
                <a:gd name="connsiteX335" fmla="*/ 1615218 w 4011346"/>
                <a:gd name="connsiteY335" fmla="*/ 168009 h 2020169"/>
                <a:gd name="connsiteX336" fmla="*/ 1638579 w 4011346"/>
                <a:gd name="connsiteY336" fmla="*/ 198044 h 2020169"/>
                <a:gd name="connsiteX337" fmla="*/ 1528449 w 4011346"/>
                <a:gd name="connsiteY337" fmla="*/ 224740 h 2020169"/>
                <a:gd name="connsiteX338" fmla="*/ 1465043 w 4011346"/>
                <a:gd name="connsiteY338" fmla="*/ 308171 h 2020169"/>
                <a:gd name="connsiteX339" fmla="*/ 1448357 w 4011346"/>
                <a:gd name="connsiteY339" fmla="*/ 334869 h 2020169"/>
                <a:gd name="connsiteX340" fmla="*/ 1481729 w 4011346"/>
                <a:gd name="connsiteY340" fmla="*/ 368242 h 2020169"/>
                <a:gd name="connsiteX341" fmla="*/ 1481729 w 4011346"/>
                <a:gd name="connsiteY341" fmla="*/ 398277 h 2020169"/>
                <a:gd name="connsiteX342" fmla="*/ 1458368 w 4011346"/>
                <a:gd name="connsiteY342" fmla="*/ 401614 h 2020169"/>
                <a:gd name="connsiteX343" fmla="*/ 1458368 w 4011346"/>
                <a:gd name="connsiteY343" fmla="*/ 381590 h 2020169"/>
                <a:gd name="connsiteX344" fmla="*/ 1418322 w 4011346"/>
                <a:gd name="connsiteY344" fmla="*/ 391602 h 2020169"/>
                <a:gd name="connsiteX345" fmla="*/ 1368263 w 4011346"/>
                <a:gd name="connsiteY345" fmla="*/ 398277 h 2020169"/>
                <a:gd name="connsiteX346" fmla="*/ 1321542 w 4011346"/>
                <a:gd name="connsiteY346" fmla="*/ 404951 h 2020169"/>
                <a:gd name="connsiteX347" fmla="*/ 1318205 w 4011346"/>
                <a:gd name="connsiteY347" fmla="*/ 491719 h 2020169"/>
                <a:gd name="connsiteX348" fmla="*/ 1358252 w 4011346"/>
                <a:gd name="connsiteY348" fmla="*/ 515080 h 2020169"/>
                <a:gd name="connsiteX349" fmla="*/ 1374938 w 4011346"/>
                <a:gd name="connsiteY349" fmla="*/ 545115 h 2020169"/>
                <a:gd name="connsiteX350" fmla="*/ 1384949 w 4011346"/>
                <a:gd name="connsiteY350" fmla="*/ 568475 h 2020169"/>
                <a:gd name="connsiteX351" fmla="*/ 1394961 w 4011346"/>
                <a:gd name="connsiteY351" fmla="*/ 618534 h 2020169"/>
                <a:gd name="connsiteX352" fmla="*/ 1384949 w 4011346"/>
                <a:gd name="connsiteY352" fmla="*/ 648569 h 2020169"/>
                <a:gd name="connsiteX353" fmla="*/ 1358252 w 4011346"/>
                <a:gd name="connsiteY353" fmla="*/ 615196 h 2020169"/>
                <a:gd name="connsiteX354" fmla="*/ 1361589 w 4011346"/>
                <a:gd name="connsiteY354" fmla="*/ 585161 h 2020169"/>
                <a:gd name="connsiteX355" fmla="*/ 1351577 w 4011346"/>
                <a:gd name="connsiteY355" fmla="*/ 545115 h 2020169"/>
                <a:gd name="connsiteX356" fmla="*/ 1328217 w 4011346"/>
                <a:gd name="connsiteY356" fmla="*/ 551789 h 2020169"/>
                <a:gd name="connsiteX357" fmla="*/ 1281495 w 4011346"/>
                <a:gd name="connsiteY357" fmla="*/ 515080 h 2020169"/>
                <a:gd name="connsiteX358" fmla="*/ 1241449 w 4011346"/>
                <a:gd name="connsiteY358" fmla="*/ 511742 h 2020169"/>
                <a:gd name="connsiteX359" fmla="*/ 1241449 w 4011346"/>
                <a:gd name="connsiteY359" fmla="*/ 558463 h 2020169"/>
                <a:gd name="connsiteX360" fmla="*/ 1201402 w 4011346"/>
                <a:gd name="connsiteY360" fmla="*/ 538440 h 2020169"/>
                <a:gd name="connsiteX361" fmla="*/ 1228100 w 4011346"/>
                <a:gd name="connsiteY361" fmla="*/ 588498 h 2020169"/>
                <a:gd name="connsiteX362" fmla="*/ 1258135 w 4011346"/>
                <a:gd name="connsiteY362" fmla="*/ 598510 h 2020169"/>
                <a:gd name="connsiteX363" fmla="*/ 1258135 w 4011346"/>
                <a:gd name="connsiteY363" fmla="*/ 618534 h 2020169"/>
                <a:gd name="connsiteX364" fmla="*/ 1198065 w 4011346"/>
                <a:gd name="connsiteY364" fmla="*/ 595173 h 2020169"/>
                <a:gd name="connsiteX365" fmla="*/ 1181379 w 4011346"/>
                <a:gd name="connsiteY365" fmla="*/ 595173 h 2020169"/>
                <a:gd name="connsiteX366" fmla="*/ 1178041 w 4011346"/>
                <a:gd name="connsiteY366" fmla="*/ 551789 h 2020169"/>
                <a:gd name="connsiteX367" fmla="*/ 1171367 w 4011346"/>
                <a:gd name="connsiteY367" fmla="*/ 465021 h 2020169"/>
                <a:gd name="connsiteX368" fmla="*/ 1161355 w 4011346"/>
                <a:gd name="connsiteY368" fmla="*/ 535103 h 2020169"/>
                <a:gd name="connsiteX369" fmla="*/ 1137995 w 4011346"/>
                <a:gd name="connsiteY369" fmla="*/ 565138 h 2020169"/>
                <a:gd name="connsiteX370" fmla="*/ 1158018 w 4011346"/>
                <a:gd name="connsiteY370" fmla="*/ 611859 h 2020169"/>
                <a:gd name="connsiteX371" fmla="*/ 1158018 w 4011346"/>
                <a:gd name="connsiteY371" fmla="*/ 645231 h 2020169"/>
                <a:gd name="connsiteX372" fmla="*/ 1141332 w 4011346"/>
                <a:gd name="connsiteY372" fmla="*/ 695290 h 2020169"/>
                <a:gd name="connsiteX373" fmla="*/ 1154681 w 4011346"/>
                <a:gd name="connsiteY373" fmla="*/ 728662 h 2020169"/>
                <a:gd name="connsiteX374" fmla="*/ 1184716 w 4011346"/>
                <a:gd name="connsiteY374" fmla="*/ 735336 h 2020169"/>
                <a:gd name="connsiteX375" fmla="*/ 1221425 w 4011346"/>
                <a:gd name="connsiteY375" fmla="*/ 742011 h 2020169"/>
                <a:gd name="connsiteX376" fmla="*/ 1241449 w 4011346"/>
                <a:gd name="connsiteY376" fmla="*/ 765371 h 2020169"/>
                <a:gd name="connsiteX377" fmla="*/ 1258135 w 4011346"/>
                <a:gd name="connsiteY377" fmla="*/ 808755 h 2020169"/>
                <a:gd name="connsiteX378" fmla="*/ 1258135 w 4011346"/>
                <a:gd name="connsiteY378" fmla="*/ 808755 h 2020169"/>
                <a:gd name="connsiteX379" fmla="*/ 1254798 w 4011346"/>
                <a:gd name="connsiteY379" fmla="*/ 842128 h 2020169"/>
                <a:gd name="connsiteX380" fmla="*/ 1274821 w 4011346"/>
                <a:gd name="connsiteY380" fmla="*/ 862151 h 2020169"/>
                <a:gd name="connsiteX381" fmla="*/ 1244786 w 4011346"/>
                <a:gd name="connsiteY381" fmla="*/ 868826 h 2020169"/>
                <a:gd name="connsiteX382" fmla="*/ 1224763 w 4011346"/>
                <a:gd name="connsiteY382" fmla="*/ 828779 h 2020169"/>
                <a:gd name="connsiteX383" fmla="*/ 1224763 w 4011346"/>
                <a:gd name="connsiteY383" fmla="*/ 788732 h 2020169"/>
                <a:gd name="connsiteX384" fmla="*/ 1194727 w 4011346"/>
                <a:gd name="connsiteY384" fmla="*/ 752023 h 2020169"/>
                <a:gd name="connsiteX385" fmla="*/ 1164692 w 4011346"/>
                <a:gd name="connsiteY385" fmla="*/ 795407 h 2020169"/>
                <a:gd name="connsiteX386" fmla="*/ 1178041 w 4011346"/>
                <a:gd name="connsiteY386" fmla="*/ 838790 h 2020169"/>
                <a:gd name="connsiteX387" fmla="*/ 1137995 w 4011346"/>
                <a:gd name="connsiteY387" fmla="*/ 895523 h 2020169"/>
                <a:gd name="connsiteX388" fmla="*/ 1097948 w 4011346"/>
                <a:gd name="connsiteY388" fmla="*/ 952256 h 2020169"/>
                <a:gd name="connsiteX389" fmla="*/ 1007843 w 4011346"/>
                <a:gd name="connsiteY389" fmla="*/ 915547 h 2020169"/>
                <a:gd name="connsiteX390" fmla="*/ 1074587 w 4011346"/>
                <a:gd name="connsiteY390" fmla="*/ 912209 h 2020169"/>
                <a:gd name="connsiteX391" fmla="*/ 1107960 w 4011346"/>
                <a:gd name="connsiteY391" fmla="*/ 848802 h 2020169"/>
                <a:gd name="connsiteX392" fmla="*/ 1121309 w 4011346"/>
                <a:gd name="connsiteY392" fmla="*/ 805418 h 2020169"/>
                <a:gd name="connsiteX393" fmla="*/ 1127983 w 4011346"/>
                <a:gd name="connsiteY393" fmla="*/ 772046 h 2020169"/>
                <a:gd name="connsiteX394" fmla="*/ 1117971 w 4011346"/>
                <a:gd name="connsiteY394" fmla="*/ 755360 h 2020169"/>
                <a:gd name="connsiteX395" fmla="*/ 1114634 w 4011346"/>
                <a:gd name="connsiteY395" fmla="*/ 705301 h 2020169"/>
                <a:gd name="connsiteX396" fmla="*/ 1104622 w 4011346"/>
                <a:gd name="connsiteY396" fmla="*/ 625208 h 2020169"/>
                <a:gd name="connsiteX397" fmla="*/ 1101285 w 4011346"/>
                <a:gd name="connsiteY397" fmla="*/ 565138 h 2020169"/>
                <a:gd name="connsiteX398" fmla="*/ 1124646 w 4011346"/>
                <a:gd name="connsiteY398" fmla="*/ 471696 h 2020169"/>
                <a:gd name="connsiteX399" fmla="*/ 1031203 w 4011346"/>
                <a:gd name="connsiteY399" fmla="*/ 461684 h 2020169"/>
                <a:gd name="connsiteX400" fmla="*/ 1014517 w 4011346"/>
                <a:gd name="connsiteY400" fmla="*/ 518417 h 2020169"/>
                <a:gd name="connsiteX401" fmla="*/ 1024529 w 4011346"/>
                <a:gd name="connsiteY401" fmla="*/ 565138 h 2020169"/>
                <a:gd name="connsiteX402" fmla="*/ 981145 w 4011346"/>
                <a:gd name="connsiteY402" fmla="*/ 618534 h 2020169"/>
                <a:gd name="connsiteX403" fmla="*/ 991157 w 4011346"/>
                <a:gd name="connsiteY403" fmla="*/ 655243 h 2020169"/>
                <a:gd name="connsiteX404" fmla="*/ 981145 w 4011346"/>
                <a:gd name="connsiteY404" fmla="*/ 701964 h 2020169"/>
                <a:gd name="connsiteX405" fmla="*/ 1001168 w 4011346"/>
                <a:gd name="connsiteY405" fmla="*/ 725325 h 2020169"/>
                <a:gd name="connsiteX406" fmla="*/ 1017854 w 4011346"/>
                <a:gd name="connsiteY406" fmla="*/ 772046 h 2020169"/>
                <a:gd name="connsiteX407" fmla="*/ 1047890 w 4011346"/>
                <a:gd name="connsiteY407" fmla="*/ 758697 h 2020169"/>
                <a:gd name="connsiteX408" fmla="*/ 1014517 w 4011346"/>
                <a:gd name="connsiteY408" fmla="*/ 812093 h 2020169"/>
                <a:gd name="connsiteX409" fmla="*/ 957784 w 4011346"/>
                <a:gd name="connsiteY409" fmla="*/ 758697 h 2020169"/>
                <a:gd name="connsiteX410" fmla="*/ 884365 w 4011346"/>
                <a:gd name="connsiteY410" fmla="*/ 721988 h 2020169"/>
                <a:gd name="connsiteX411" fmla="*/ 824295 w 4011346"/>
                <a:gd name="connsiteY411" fmla="*/ 698627 h 2020169"/>
                <a:gd name="connsiteX412" fmla="*/ 810946 w 4011346"/>
                <a:gd name="connsiteY412" fmla="*/ 735336 h 2020169"/>
                <a:gd name="connsiteX413" fmla="*/ 827633 w 4011346"/>
                <a:gd name="connsiteY413" fmla="*/ 772046 h 2020169"/>
                <a:gd name="connsiteX414" fmla="*/ 814284 w 4011346"/>
                <a:gd name="connsiteY414" fmla="*/ 795407 h 2020169"/>
                <a:gd name="connsiteX415" fmla="*/ 800935 w 4011346"/>
                <a:gd name="connsiteY415" fmla="*/ 812093 h 2020169"/>
                <a:gd name="connsiteX416" fmla="*/ 770900 w 4011346"/>
                <a:gd name="connsiteY416" fmla="*/ 755360 h 2020169"/>
                <a:gd name="connsiteX417" fmla="*/ 744202 w 4011346"/>
                <a:gd name="connsiteY417" fmla="*/ 792069 h 2020169"/>
                <a:gd name="connsiteX418" fmla="*/ 707492 w 4011346"/>
                <a:gd name="connsiteY418" fmla="*/ 785395 h 2020169"/>
                <a:gd name="connsiteX419" fmla="*/ 654097 w 4011346"/>
                <a:gd name="connsiteY419" fmla="*/ 822104 h 2020169"/>
                <a:gd name="connsiteX420" fmla="*/ 644085 w 4011346"/>
                <a:gd name="connsiteY420" fmla="*/ 798744 h 2020169"/>
                <a:gd name="connsiteX421" fmla="*/ 654097 w 4011346"/>
                <a:gd name="connsiteY421" fmla="*/ 762034 h 2020169"/>
                <a:gd name="connsiteX422" fmla="*/ 614050 w 4011346"/>
                <a:gd name="connsiteY422" fmla="*/ 798744 h 2020169"/>
                <a:gd name="connsiteX423" fmla="*/ 594027 w 4011346"/>
                <a:gd name="connsiteY423" fmla="*/ 798744 h 2020169"/>
                <a:gd name="connsiteX424" fmla="*/ 533957 w 4011346"/>
                <a:gd name="connsiteY424" fmla="*/ 832116 h 2020169"/>
                <a:gd name="connsiteX425" fmla="*/ 510596 w 4011346"/>
                <a:gd name="connsiteY425" fmla="*/ 855477 h 2020169"/>
                <a:gd name="connsiteX426" fmla="*/ 500584 w 4011346"/>
                <a:gd name="connsiteY426" fmla="*/ 902198 h 2020169"/>
                <a:gd name="connsiteX427" fmla="*/ 450526 w 4011346"/>
                <a:gd name="connsiteY427" fmla="*/ 888849 h 2020169"/>
                <a:gd name="connsiteX428" fmla="*/ 433840 w 4011346"/>
                <a:gd name="connsiteY428" fmla="*/ 852139 h 2020169"/>
                <a:gd name="connsiteX429" fmla="*/ 467212 w 4011346"/>
                <a:gd name="connsiteY429" fmla="*/ 822104 h 2020169"/>
                <a:gd name="connsiteX430" fmla="*/ 453863 w 4011346"/>
                <a:gd name="connsiteY430" fmla="*/ 798744 h 2020169"/>
                <a:gd name="connsiteX431" fmla="*/ 390456 w 4011346"/>
                <a:gd name="connsiteY431" fmla="*/ 768709 h 2020169"/>
                <a:gd name="connsiteX432" fmla="*/ 417154 w 4011346"/>
                <a:gd name="connsiteY432" fmla="*/ 818767 h 2020169"/>
                <a:gd name="connsiteX433" fmla="*/ 407142 w 4011346"/>
                <a:gd name="connsiteY433" fmla="*/ 862151 h 2020169"/>
                <a:gd name="connsiteX434" fmla="*/ 413817 w 4011346"/>
                <a:gd name="connsiteY434" fmla="*/ 898861 h 2020169"/>
                <a:gd name="connsiteX435" fmla="*/ 427165 w 4011346"/>
                <a:gd name="connsiteY435" fmla="*/ 922221 h 2020169"/>
                <a:gd name="connsiteX436" fmla="*/ 413817 w 4011346"/>
                <a:gd name="connsiteY436" fmla="*/ 952256 h 2020169"/>
                <a:gd name="connsiteX437" fmla="*/ 390456 w 4011346"/>
                <a:gd name="connsiteY437" fmla="*/ 928896 h 2020169"/>
                <a:gd name="connsiteX438" fmla="*/ 360421 w 4011346"/>
                <a:gd name="connsiteY438" fmla="*/ 925558 h 2020169"/>
                <a:gd name="connsiteX439" fmla="*/ 333723 w 4011346"/>
                <a:gd name="connsiteY439" fmla="*/ 965605 h 2020169"/>
                <a:gd name="connsiteX440" fmla="*/ 307025 w 4011346"/>
                <a:gd name="connsiteY440" fmla="*/ 985628 h 2020169"/>
                <a:gd name="connsiteX441" fmla="*/ 320374 w 4011346"/>
                <a:gd name="connsiteY441" fmla="*/ 1012326 h 2020169"/>
                <a:gd name="connsiteX442" fmla="*/ 303688 w 4011346"/>
                <a:gd name="connsiteY442" fmla="*/ 1035687 h 2020169"/>
                <a:gd name="connsiteX443" fmla="*/ 233606 w 4011346"/>
                <a:gd name="connsiteY443" fmla="*/ 998977 h 2020169"/>
                <a:gd name="connsiteX444" fmla="*/ 243618 w 4011346"/>
                <a:gd name="connsiteY444" fmla="*/ 1049036 h 2020169"/>
                <a:gd name="connsiteX445" fmla="*/ 263641 w 4011346"/>
                <a:gd name="connsiteY445" fmla="*/ 1069059 h 2020169"/>
                <a:gd name="connsiteX446" fmla="*/ 250292 w 4011346"/>
                <a:gd name="connsiteY446" fmla="*/ 1082408 h 2020169"/>
                <a:gd name="connsiteX447" fmla="*/ 193560 w 4011346"/>
                <a:gd name="connsiteY447" fmla="*/ 1045698 h 2020169"/>
                <a:gd name="connsiteX448" fmla="*/ 170199 w 4011346"/>
                <a:gd name="connsiteY448" fmla="*/ 1005652 h 2020169"/>
                <a:gd name="connsiteX449" fmla="*/ 170199 w 4011346"/>
                <a:gd name="connsiteY449" fmla="*/ 958931 h 2020169"/>
                <a:gd name="connsiteX450" fmla="*/ 133490 w 4011346"/>
                <a:gd name="connsiteY450" fmla="*/ 882174 h 2020169"/>
                <a:gd name="connsiteX451" fmla="*/ 196897 w 4011346"/>
                <a:gd name="connsiteY451" fmla="*/ 912209 h 2020169"/>
                <a:gd name="connsiteX452" fmla="*/ 256967 w 4011346"/>
                <a:gd name="connsiteY452" fmla="*/ 942244 h 2020169"/>
                <a:gd name="connsiteX453" fmla="*/ 293676 w 4011346"/>
                <a:gd name="connsiteY453" fmla="*/ 945582 h 2020169"/>
                <a:gd name="connsiteX454" fmla="*/ 327049 w 4011346"/>
                <a:gd name="connsiteY454" fmla="*/ 915547 h 2020169"/>
                <a:gd name="connsiteX455" fmla="*/ 343735 w 4011346"/>
                <a:gd name="connsiteY455" fmla="*/ 878837 h 2020169"/>
                <a:gd name="connsiteX456" fmla="*/ 333723 w 4011346"/>
                <a:gd name="connsiteY456" fmla="*/ 828779 h 2020169"/>
                <a:gd name="connsiteX457" fmla="*/ 290339 w 4011346"/>
                <a:gd name="connsiteY457" fmla="*/ 808755 h 2020169"/>
                <a:gd name="connsiteX458" fmla="*/ 236944 w 4011346"/>
                <a:gd name="connsiteY458" fmla="*/ 762034 h 2020169"/>
                <a:gd name="connsiteX459" fmla="*/ 133490 w 4011346"/>
                <a:gd name="connsiteY459"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24120 w 4011346"/>
                <a:gd name="connsiteY324" fmla="*/ 105729 h 2020169"/>
                <a:gd name="connsiteX325" fmla="*/ 1895546 w 4011346"/>
                <a:gd name="connsiteY325" fmla="*/ 60008 h 2020169"/>
                <a:gd name="connsiteX326" fmla="*/ 1926978 w 4011346"/>
                <a:gd name="connsiteY326" fmla="*/ 31434 h 2020169"/>
                <a:gd name="connsiteX327" fmla="*/ 1909833 w 4011346"/>
                <a:gd name="connsiteY327" fmla="*/ 0 h 2020169"/>
                <a:gd name="connsiteX328" fmla="*/ 1877440 w 4011346"/>
                <a:gd name="connsiteY328" fmla="*/ 3067 h 2020169"/>
                <a:gd name="connsiteX329" fmla="*/ 1835474 w 4011346"/>
                <a:gd name="connsiteY329" fmla="*/ 41195 h 2020169"/>
                <a:gd name="connsiteX330" fmla="*/ 1818788 w 4011346"/>
                <a:gd name="connsiteY330" fmla="*/ 81242 h 2020169"/>
                <a:gd name="connsiteX331" fmla="*/ 1838813 w 4011346"/>
                <a:gd name="connsiteY331" fmla="*/ 134636 h 2020169"/>
                <a:gd name="connsiteX332" fmla="*/ 1782079 w 4011346"/>
                <a:gd name="connsiteY332" fmla="*/ 121287 h 2020169"/>
                <a:gd name="connsiteX333" fmla="*/ 1768731 w 4011346"/>
                <a:gd name="connsiteY333" fmla="*/ 168009 h 2020169"/>
                <a:gd name="connsiteX334" fmla="*/ 1705322 w 4011346"/>
                <a:gd name="connsiteY334" fmla="*/ 191369 h 2020169"/>
                <a:gd name="connsiteX335" fmla="*/ 1685300 w 4011346"/>
                <a:gd name="connsiteY335" fmla="*/ 164671 h 2020169"/>
                <a:gd name="connsiteX336" fmla="*/ 1615218 w 4011346"/>
                <a:gd name="connsiteY336" fmla="*/ 168009 h 2020169"/>
                <a:gd name="connsiteX337" fmla="*/ 1638579 w 4011346"/>
                <a:gd name="connsiteY337" fmla="*/ 198044 h 2020169"/>
                <a:gd name="connsiteX338" fmla="*/ 1528449 w 4011346"/>
                <a:gd name="connsiteY338" fmla="*/ 224740 h 2020169"/>
                <a:gd name="connsiteX339" fmla="*/ 1465043 w 4011346"/>
                <a:gd name="connsiteY339" fmla="*/ 308171 h 2020169"/>
                <a:gd name="connsiteX340" fmla="*/ 1448357 w 4011346"/>
                <a:gd name="connsiteY340" fmla="*/ 334869 h 2020169"/>
                <a:gd name="connsiteX341" fmla="*/ 1481729 w 4011346"/>
                <a:gd name="connsiteY341" fmla="*/ 368242 h 2020169"/>
                <a:gd name="connsiteX342" fmla="*/ 1481729 w 4011346"/>
                <a:gd name="connsiteY342" fmla="*/ 398277 h 2020169"/>
                <a:gd name="connsiteX343" fmla="*/ 1458368 w 4011346"/>
                <a:gd name="connsiteY343" fmla="*/ 401614 h 2020169"/>
                <a:gd name="connsiteX344" fmla="*/ 1458368 w 4011346"/>
                <a:gd name="connsiteY344" fmla="*/ 381590 h 2020169"/>
                <a:gd name="connsiteX345" fmla="*/ 1418322 w 4011346"/>
                <a:gd name="connsiteY345" fmla="*/ 391602 h 2020169"/>
                <a:gd name="connsiteX346" fmla="*/ 1368263 w 4011346"/>
                <a:gd name="connsiteY346" fmla="*/ 398277 h 2020169"/>
                <a:gd name="connsiteX347" fmla="*/ 1321542 w 4011346"/>
                <a:gd name="connsiteY347" fmla="*/ 404951 h 2020169"/>
                <a:gd name="connsiteX348" fmla="*/ 1318205 w 4011346"/>
                <a:gd name="connsiteY348" fmla="*/ 491719 h 2020169"/>
                <a:gd name="connsiteX349" fmla="*/ 1358252 w 4011346"/>
                <a:gd name="connsiteY349" fmla="*/ 515080 h 2020169"/>
                <a:gd name="connsiteX350" fmla="*/ 1374938 w 4011346"/>
                <a:gd name="connsiteY350" fmla="*/ 545115 h 2020169"/>
                <a:gd name="connsiteX351" fmla="*/ 1384949 w 4011346"/>
                <a:gd name="connsiteY351" fmla="*/ 568475 h 2020169"/>
                <a:gd name="connsiteX352" fmla="*/ 1394961 w 4011346"/>
                <a:gd name="connsiteY352" fmla="*/ 618534 h 2020169"/>
                <a:gd name="connsiteX353" fmla="*/ 1384949 w 4011346"/>
                <a:gd name="connsiteY353" fmla="*/ 648569 h 2020169"/>
                <a:gd name="connsiteX354" fmla="*/ 1358252 w 4011346"/>
                <a:gd name="connsiteY354" fmla="*/ 615196 h 2020169"/>
                <a:gd name="connsiteX355" fmla="*/ 1361589 w 4011346"/>
                <a:gd name="connsiteY355" fmla="*/ 585161 h 2020169"/>
                <a:gd name="connsiteX356" fmla="*/ 1351577 w 4011346"/>
                <a:gd name="connsiteY356" fmla="*/ 545115 h 2020169"/>
                <a:gd name="connsiteX357" fmla="*/ 1328217 w 4011346"/>
                <a:gd name="connsiteY357" fmla="*/ 551789 h 2020169"/>
                <a:gd name="connsiteX358" fmla="*/ 1281495 w 4011346"/>
                <a:gd name="connsiteY358" fmla="*/ 515080 h 2020169"/>
                <a:gd name="connsiteX359" fmla="*/ 1241449 w 4011346"/>
                <a:gd name="connsiteY359" fmla="*/ 511742 h 2020169"/>
                <a:gd name="connsiteX360" fmla="*/ 1241449 w 4011346"/>
                <a:gd name="connsiteY360" fmla="*/ 558463 h 2020169"/>
                <a:gd name="connsiteX361" fmla="*/ 1201402 w 4011346"/>
                <a:gd name="connsiteY361" fmla="*/ 538440 h 2020169"/>
                <a:gd name="connsiteX362" fmla="*/ 1228100 w 4011346"/>
                <a:gd name="connsiteY362" fmla="*/ 588498 h 2020169"/>
                <a:gd name="connsiteX363" fmla="*/ 1258135 w 4011346"/>
                <a:gd name="connsiteY363" fmla="*/ 598510 h 2020169"/>
                <a:gd name="connsiteX364" fmla="*/ 1258135 w 4011346"/>
                <a:gd name="connsiteY364" fmla="*/ 618534 h 2020169"/>
                <a:gd name="connsiteX365" fmla="*/ 1198065 w 4011346"/>
                <a:gd name="connsiteY365" fmla="*/ 595173 h 2020169"/>
                <a:gd name="connsiteX366" fmla="*/ 1181379 w 4011346"/>
                <a:gd name="connsiteY366" fmla="*/ 595173 h 2020169"/>
                <a:gd name="connsiteX367" fmla="*/ 1178041 w 4011346"/>
                <a:gd name="connsiteY367" fmla="*/ 551789 h 2020169"/>
                <a:gd name="connsiteX368" fmla="*/ 1171367 w 4011346"/>
                <a:gd name="connsiteY368" fmla="*/ 465021 h 2020169"/>
                <a:gd name="connsiteX369" fmla="*/ 1161355 w 4011346"/>
                <a:gd name="connsiteY369" fmla="*/ 535103 h 2020169"/>
                <a:gd name="connsiteX370" fmla="*/ 1137995 w 4011346"/>
                <a:gd name="connsiteY370" fmla="*/ 565138 h 2020169"/>
                <a:gd name="connsiteX371" fmla="*/ 1158018 w 4011346"/>
                <a:gd name="connsiteY371" fmla="*/ 611859 h 2020169"/>
                <a:gd name="connsiteX372" fmla="*/ 1158018 w 4011346"/>
                <a:gd name="connsiteY372" fmla="*/ 645231 h 2020169"/>
                <a:gd name="connsiteX373" fmla="*/ 1141332 w 4011346"/>
                <a:gd name="connsiteY373" fmla="*/ 695290 h 2020169"/>
                <a:gd name="connsiteX374" fmla="*/ 1154681 w 4011346"/>
                <a:gd name="connsiteY374" fmla="*/ 728662 h 2020169"/>
                <a:gd name="connsiteX375" fmla="*/ 1184716 w 4011346"/>
                <a:gd name="connsiteY375" fmla="*/ 735336 h 2020169"/>
                <a:gd name="connsiteX376" fmla="*/ 1221425 w 4011346"/>
                <a:gd name="connsiteY376" fmla="*/ 742011 h 2020169"/>
                <a:gd name="connsiteX377" fmla="*/ 1241449 w 4011346"/>
                <a:gd name="connsiteY377" fmla="*/ 765371 h 2020169"/>
                <a:gd name="connsiteX378" fmla="*/ 1258135 w 4011346"/>
                <a:gd name="connsiteY378" fmla="*/ 808755 h 2020169"/>
                <a:gd name="connsiteX379" fmla="*/ 1258135 w 4011346"/>
                <a:gd name="connsiteY379" fmla="*/ 808755 h 2020169"/>
                <a:gd name="connsiteX380" fmla="*/ 1254798 w 4011346"/>
                <a:gd name="connsiteY380" fmla="*/ 842128 h 2020169"/>
                <a:gd name="connsiteX381" fmla="*/ 1274821 w 4011346"/>
                <a:gd name="connsiteY381" fmla="*/ 862151 h 2020169"/>
                <a:gd name="connsiteX382" fmla="*/ 1244786 w 4011346"/>
                <a:gd name="connsiteY382" fmla="*/ 868826 h 2020169"/>
                <a:gd name="connsiteX383" fmla="*/ 1224763 w 4011346"/>
                <a:gd name="connsiteY383" fmla="*/ 828779 h 2020169"/>
                <a:gd name="connsiteX384" fmla="*/ 1224763 w 4011346"/>
                <a:gd name="connsiteY384" fmla="*/ 788732 h 2020169"/>
                <a:gd name="connsiteX385" fmla="*/ 1194727 w 4011346"/>
                <a:gd name="connsiteY385" fmla="*/ 752023 h 2020169"/>
                <a:gd name="connsiteX386" fmla="*/ 1164692 w 4011346"/>
                <a:gd name="connsiteY386" fmla="*/ 795407 h 2020169"/>
                <a:gd name="connsiteX387" fmla="*/ 1178041 w 4011346"/>
                <a:gd name="connsiteY387" fmla="*/ 838790 h 2020169"/>
                <a:gd name="connsiteX388" fmla="*/ 1137995 w 4011346"/>
                <a:gd name="connsiteY388" fmla="*/ 895523 h 2020169"/>
                <a:gd name="connsiteX389" fmla="*/ 1097948 w 4011346"/>
                <a:gd name="connsiteY389" fmla="*/ 952256 h 2020169"/>
                <a:gd name="connsiteX390" fmla="*/ 1007843 w 4011346"/>
                <a:gd name="connsiteY390" fmla="*/ 915547 h 2020169"/>
                <a:gd name="connsiteX391" fmla="*/ 1074587 w 4011346"/>
                <a:gd name="connsiteY391" fmla="*/ 912209 h 2020169"/>
                <a:gd name="connsiteX392" fmla="*/ 1107960 w 4011346"/>
                <a:gd name="connsiteY392" fmla="*/ 848802 h 2020169"/>
                <a:gd name="connsiteX393" fmla="*/ 1121309 w 4011346"/>
                <a:gd name="connsiteY393" fmla="*/ 805418 h 2020169"/>
                <a:gd name="connsiteX394" fmla="*/ 1127983 w 4011346"/>
                <a:gd name="connsiteY394" fmla="*/ 772046 h 2020169"/>
                <a:gd name="connsiteX395" fmla="*/ 1117971 w 4011346"/>
                <a:gd name="connsiteY395" fmla="*/ 755360 h 2020169"/>
                <a:gd name="connsiteX396" fmla="*/ 1114634 w 4011346"/>
                <a:gd name="connsiteY396" fmla="*/ 705301 h 2020169"/>
                <a:gd name="connsiteX397" fmla="*/ 1104622 w 4011346"/>
                <a:gd name="connsiteY397" fmla="*/ 625208 h 2020169"/>
                <a:gd name="connsiteX398" fmla="*/ 1101285 w 4011346"/>
                <a:gd name="connsiteY398" fmla="*/ 565138 h 2020169"/>
                <a:gd name="connsiteX399" fmla="*/ 1124646 w 4011346"/>
                <a:gd name="connsiteY399" fmla="*/ 471696 h 2020169"/>
                <a:gd name="connsiteX400" fmla="*/ 1031203 w 4011346"/>
                <a:gd name="connsiteY400" fmla="*/ 461684 h 2020169"/>
                <a:gd name="connsiteX401" fmla="*/ 1014517 w 4011346"/>
                <a:gd name="connsiteY401" fmla="*/ 518417 h 2020169"/>
                <a:gd name="connsiteX402" fmla="*/ 1024529 w 4011346"/>
                <a:gd name="connsiteY402" fmla="*/ 565138 h 2020169"/>
                <a:gd name="connsiteX403" fmla="*/ 981145 w 4011346"/>
                <a:gd name="connsiteY403" fmla="*/ 618534 h 2020169"/>
                <a:gd name="connsiteX404" fmla="*/ 991157 w 4011346"/>
                <a:gd name="connsiteY404" fmla="*/ 655243 h 2020169"/>
                <a:gd name="connsiteX405" fmla="*/ 981145 w 4011346"/>
                <a:gd name="connsiteY405" fmla="*/ 701964 h 2020169"/>
                <a:gd name="connsiteX406" fmla="*/ 1001168 w 4011346"/>
                <a:gd name="connsiteY406" fmla="*/ 725325 h 2020169"/>
                <a:gd name="connsiteX407" fmla="*/ 1017854 w 4011346"/>
                <a:gd name="connsiteY407" fmla="*/ 772046 h 2020169"/>
                <a:gd name="connsiteX408" fmla="*/ 1047890 w 4011346"/>
                <a:gd name="connsiteY408" fmla="*/ 758697 h 2020169"/>
                <a:gd name="connsiteX409" fmla="*/ 1014517 w 4011346"/>
                <a:gd name="connsiteY409" fmla="*/ 812093 h 2020169"/>
                <a:gd name="connsiteX410" fmla="*/ 957784 w 4011346"/>
                <a:gd name="connsiteY410" fmla="*/ 758697 h 2020169"/>
                <a:gd name="connsiteX411" fmla="*/ 884365 w 4011346"/>
                <a:gd name="connsiteY411" fmla="*/ 721988 h 2020169"/>
                <a:gd name="connsiteX412" fmla="*/ 824295 w 4011346"/>
                <a:gd name="connsiteY412" fmla="*/ 698627 h 2020169"/>
                <a:gd name="connsiteX413" fmla="*/ 810946 w 4011346"/>
                <a:gd name="connsiteY413" fmla="*/ 735336 h 2020169"/>
                <a:gd name="connsiteX414" fmla="*/ 827633 w 4011346"/>
                <a:gd name="connsiteY414" fmla="*/ 772046 h 2020169"/>
                <a:gd name="connsiteX415" fmla="*/ 814284 w 4011346"/>
                <a:gd name="connsiteY415" fmla="*/ 795407 h 2020169"/>
                <a:gd name="connsiteX416" fmla="*/ 800935 w 4011346"/>
                <a:gd name="connsiteY416" fmla="*/ 812093 h 2020169"/>
                <a:gd name="connsiteX417" fmla="*/ 770900 w 4011346"/>
                <a:gd name="connsiteY417" fmla="*/ 755360 h 2020169"/>
                <a:gd name="connsiteX418" fmla="*/ 744202 w 4011346"/>
                <a:gd name="connsiteY418" fmla="*/ 792069 h 2020169"/>
                <a:gd name="connsiteX419" fmla="*/ 707492 w 4011346"/>
                <a:gd name="connsiteY419" fmla="*/ 785395 h 2020169"/>
                <a:gd name="connsiteX420" fmla="*/ 654097 w 4011346"/>
                <a:gd name="connsiteY420" fmla="*/ 822104 h 2020169"/>
                <a:gd name="connsiteX421" fmla="*/ 644085 w 4011346"/>
                <a:gd name="connsiteY421" fmla="*/ 798744 h 2020169"/>
                <a:gd name="connsiteX422" fmla="*/ 654097 w 4011346"/>
                <a:gd name="connsiteY422" fmla="*/ 762034 h 2020169"/>
                <a:gd name="connsiteX423" fmla="*/ 614050 w 4011346"/>
                <a:gd name="connsiteY423" fmla="*/ 798744 h 2020169"/>
                <a:gd name="connsiteX424" fmla="*/ 594027 w 4011346"/>
                <a:gd name="connsiteY424" fmla="*/ 798744 h 2020169"/>
                <a:gd name="connsiteX425" fmla="*/ 533957 w 4011346"/>
                <a:gd name="connsiteY425" fmla="*/ 832116 h 2020169"/>
                <a:gd name="connsiteX426" fmla="*/ 510596 w 4011346"/>
                <a:gd name="connsiteY426" fmla="*/ 855477 h 2020169"/>
                <a:gd name="connsiteX427" fmla="*/ 500584 w 4011346"/>
                <a:gd name="connsiteY427" fmla="*/ 902198 h 2020169"/>
                <a:gd name="connsiteX428" fmla="*/ 450526 w 4011346"/>
                <a:gd name="connsiteY428" fmla="*/ 888849 h 2020169"/>
                <a:gd name="connsiteX429" fmla="*/ 433840 w 4011346"/>
                <a:gd name="connsiteY429" fmla="*/ 852139 h 2020169"/>
                <a:gd name="connsiteX430" fmla="*/ 467212 w 4011346"/>
                <a:gd name="connsiteY430" fmla="*/ 822104 h 2020169"/>
                <a:gd name="connsiteX431" fmla="*/ 453863 w 4011346"/>
                <a:gd name="connsiteY431" fmla="*/ 798744 h 2020169"/>
                <a:gd name="connsiteX432" fmla="*/ 390456 w 4011346"/>
                <a:gd name="connsiteY432" fmla="*/ 768709 h 2020169"/>
                <a:gd name="connsiteX433" fmla="*/ 417154 w 4011346"/>
                <a:gd name="connsiteY433" fmla="*/ 818767 h 2020169"/>
                <a:gd name="connsiteX434" fmla="*/ 407142 w 4011346"/>
                <a:gd name="connsiteY434" fmla="*/ 862151 h 2020169"/>
                <a:gd name="connsiteX435" fmla="*/ 413817 w 4011346"/>
                <a:gd name="connsiteY435" fmla="*/ 898861 h 2020169"/>
                <a:gd name="connsiteX436" fmla="*/ 427165 w 4011346"/>
                <a:gd name="connsiteY436" fmla="*/ 922221 h 2020169"/>
                <a:gd name="connsiteX437" fmla="*/ 413817 w 4011346"/>
                <a:gd name="connsiteY437" fmla="*/ 952256 h 2020169"/>
                <a:gd name="connsiteX438" fmla="*/ 390456 w 4011346"/>
                <a:gd name="connsiteY438" fmla="*/ 928896 h 2020169"/>
                <a:gd name="connsiteX439" fmla="*/ 360421 w 4011346"/>
                <a:gd name="connsiteY439" fmla="*/ 925558 h 2020169"/>
                <a:gd name="connsiteX440" fmla="*/ 333723 w 4011346"/>
                <a:gd name="connsiteY440" fmla="*/ 965605 h 2020169"/>
                <a:gd name="connsiteX441" fmla="*/ 307025 w 4011346"/>
                <a:gd name="connsiteY441" fmla="*/ 985628 h 2020169"/>
                <a:gd name="connsiteX442" fmla="*/ 320374 w 4011346"/>
                <a:gd name="connsiteY442" fmla="*/ 1012326 h 2020169"/>
                <a:gd name="connsiteX443" fmla="*/ 303688 w 4011346"/>
                <a:gd name="connsiteY443" fmla="*/ 1035687 h 2020169"/>
                <a:gd name="connsiteX444" fmla="*/ 233606 w 4011346"/>
                <a:gd name="connsiteY444" fmla="*/ 998977 h 2020169"/>
                <a:gd name="connsiteX445" fmla="*/ 243618 w 4011346"/>
                <a:gd name="connsiteY445" fmla="*/ 1049036 h 2020169"/>
                <a:gd name="connsiteX446" fmla="*/ 263641 w 4011346"/>
                <a:gd name="connsiteY446" fmla="*/ 1069059 h 2020169"/>
                <a:gd name="connsiteX447" fmla="*/ 250292 w 4011346"/>
                <a:gd name="connsiteY447" fmla="*/ 1082408 h 2020169"/>
                <a:gd name="connsiteX448" fmla="*/ 193560 w 4011346"/>
                <a:gd name="connsiteY448" fmla="*/ 1045698 h 2020169"/>
                <a:gd name="connsiteX449" fmla="*/ 170199 w 4011346"/>
                <a:gd name="connsiteY449" fmla="*/ 1005652 h 2020169"/>
                <a:gd name="connsiteX450" fmla="*/ 170199 w 4011346"/>
                <a:gd name="connsiteY450" fmla="*/ 958931 h 2020169"/>
                <a:gd name="connsiteX451" fmla="*/ 133490 w 4011346"/>
                <a:gd name="connsiteY451" fmla="*/ 882174 h 2020169"/>
                <a:gd name="connsiteX452" fmla="*/ 196897 w 4011346"/>
                <a:gd name="connsiteY452" fmla="*/ 912209 h 2020169"/>
                <a:gd name="connsiteX453" fmla="*/ 256967 w 4011346"/>
                <a:gd name="connsiteY453" fmla="*/ 942244 h 2020169"/>
                <a:gd name="connsiteX454" fmla="*/ 293676 w 4011346"/>
                <a:gd name="connsiteY454" fmla="*/ 945582 h 2020169"/>
                <a:gd name="connsiteX455" fmla="*/ 327049 w 4011346"/>
                <a:gd name="connsiteY455" fmla="*/ 915547 h 2020169"/>
                <a:gd name="connsiteX456" fmla="*/ 343735 w 4011346"/>
                <a:gd name="connsiteY456" fmla="*/ 878837 h 2020169"/>
                <a:gd name="connsiteX457" fmla="*/ 333723 w 4011346"/>
                <a:gd name="connsiteY457" fmla="*/ 828779 h 2020169"/>
                <a:gd name="connsiteX458" fmla="*/ 290339 w 4011346"/>
                <a:gd name="connsiteY458" fmla="*/ 808755 h 2020169"/>
                <a:gd name="connsiteX459" fmla="*/ 236944 w 4011346"/>
                <a:gd name="connsiteY459" fmla="*/ 762034 h 2020169"/>
                <a:gd name="connsiteX460" fmla="*/ 133490 w 4011346"/>
                <a:gd name="connsiteY460"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41265 w 4011346"/>
                <a:gd name="connsiteY324" fmla="*/ 77154 h 2020169"/>
                <a:gd name="connsiteX325" fmla="*/ 1895546 w 4011346"/>
                <a:gd name="connsiteY325" fmla="*/ 60008 h 2020169"/>
                <a:gd name="connsiteX326" fmla="*/ 1926978 w 4011346"/>
                <a:gd name="connsiteY326" fmla="*/ 31434 h 2020169"/>
                <a:gd name="connsiteX327" fmla="*/ 1909833 w 4011346"/>
                <a:gd name="connsiteY327" fmla="*/ 0 h 2020169"/>
                <a:gd name="connsiteX328" fmla="*/ 1877440 w 4011346"/>
                <a:gd name="connsiteY328" fmla="*/ 3067 h 2020169"/>
                <a:gd name="connsiteX329" fmla="*/ 1835474 w 4011346"/>
                <a:gd name="connsiteY329" fmla="*/ 41195 h 2020169"/>
                <a:gd name="connsiteX330" fmla="*/ 1818788 w 4011346"/>
                <a:gd name="connsiteY330" fmla="*/ 81242 h 2020169"/>
                <a:gd name="connsiteX331" fmla="*/ 1838813 w 4011346"/>
                <a:gd name="connsiteY331" fmla="*/ 134636 h 2020169"/>
                <a:gd name="connsiteX332" fmla="*/ 1782079 w 4011346"/>
                <a:gd name="connsiteY332" fmla="*/ 121287 h 2020169"/>
                <a:gd name="connsiteX333" fmla="*/ 1768731 w 4011346"/>
                <a:gd name="connsiteY333" fmla="*/ 168009 h 2020169"/>
                <a:gd name="connsiteX334" fmla="*/ 1705322 w 4011346"/>
                <a:gd name="connsiteY334" fmla="*/ 191369 h 2020169"/>
                <a:gd name="connsiteX335" fmla="*/ 1685300 w 4011346"/>
                <a:gd name="connsiteY335" fmla="*/ 164671 h 2020169"/>
                <a:gd name="connsiteX336" fmla="*/ 1615218 w 4011346"/>
                <a:gd name="connsiteY336" fmla="*/ 168009 h 2020169"/>
                <a:gd name="connsiteX337" fmla="*/ 1638579 w 4011346"/>
                <a:gd name="connsiteY337" fmla="*/ 198044 h 2020169"/>
                <a:gd name="connsiteX338" fmla="*/ 1528449 w 4011346"/>
                <a:gd name="connsiteY338" fmla="*/ 224740 h 2020169"/>
                <a:gd name="connsiteX339" fmla="*/ 1465043 w 4011346"/>
                <a:gd name="connsiteY339" fmla="*/ 308171 h 2020169"/>
                <a:gd name="connsiteX340" fmla="*/ 1448357 w 4011346"/>
                <a:gd name="connsiteY340" fmla="*/ 334869 h 2020169"/>
                <a:gd name="connsiteX341" fmla="*/ 1481729 w 4011346"/>
                <a:gd name="connsiteY341" fmla="*/ 368242 h 2020169"/>
                <a:gd name="connsiteX342" fmla="*/ 1481729 w 4011346"/>
                <a:gd name="connsiteY342" fmla="*/ 398277 h 2020169"/>
                <a:gd name="connsiteX343" fmla="*/ 1458368 w 4011346"/>
                <a:gd name="connsiteY343" fmla="*/ 401614 h 2020169"/>
                <a:gd name="connsiteX344" fmla="*/ 1458368 w 4011346"/>
                <a:gd name="connsiteY344" fmla="*/ 381590 h 2020169"/>
                <a:gd name="connsiteX345" fmla="*/ 1418322 w 4011346"/>
                <a:gd name="connsiteY345" fmla="*/ 391602 h 2020169"/>
                <a:gd name="connsiteX346" fmla="*/ 1368263 w 4011346"/>
                <a:gd name="connsiteY346" fmla="*/ 398277 h 2020169"/>
                <a:gd name="connsiteX347" fmla="*/ 1321542 w 4011346"/>
                <a:gd name="connsiteY347" fmla="*/ 404951 h 2020169"/>
                <a:gd name="connsiteX348" fmla="*/ 1318205 w 4011346"/>
                <a:gd name="connsiteY348" fmla="*/ 491719 h 2020169"/>
                <a:gd name="connsiteX349" fmla="*/ 1358252 w 4011346"/>
                <a:gd name="connsiteY349" fmla="*/ 515080 h 2020169"/>
                <a:gd name="connsiteX350" fmla="*/ 1374938 w 4011346"/>
                <a:gd name="connsiteY350" fmla="*/ 545115 h 2020169"/>
                <a:gd name="connsiteX351" fmla="*/ 1384949 w 4011346"/>
                <a:gd name="connsiteY351" fmla="*/ 568475 h 2020169"/>
                <a:gd name="connsiteX352" fmla="*/ 1394961 w 4011346"/>
                <a:gd name="connsiteY352" fmla="*/ 618534 h 2020169"/>
                <a:gd name="connsiteX353" fmla="*/ 1384949 w 4011346"/>
                <a:gd name="connsiteY353" fmla="*/ 648569 h 2020169"/>
                <a:gd name="connsiteX354" fmla="*/ 1358252 w 4011346"/>
                <a:gd name="connsiteY354" fmla="*/ 615196 h 2020169"/>
                <a:gd name="connsiteX355" fmla="*/ 1361589 w 4011346"/>
                <a:gd name="connsiteY355" fmla="*/ 585161 h 2020169"/>
                <a:gd name="connsiteX356" fmla="*/ 1351577 w 4011346"/>
                <a:gd name="connsiteY356" fmla="*/ 545115 h 2020169"/>
                <a:gd name="connsiteX357" fmla="*/ 1328217 w 4011346"/>
                <a:gd name="connsiteY357" fmla="*/ 551789 h 2020169"/>
                <a:gd name="connsiteX358" fmla="*/ 1281495 w 4011346"/>
                <a:gd name="connsiteY358" fmla="*/ 515080 h 2020169"/>
                <a:gd name="connsiteX359" fmla="*/ 1241449 w 4011346"/>
                <a:gd name="connsiteY359" fmla="*/ 511742 h 2020169"/>
                <a:gd name="connsiteX360" fmla="*/ 1241449 w 4011346"/>
                <a:gd name="connsiteY360" fmla="*/ 558463 h 2020169"/>
                <a:gd name="connsiteX361" fmla="*/ 1201402 w 4011346"/>
                <a:gd name="connsiteY361" fmla="*/ 538440 h 2020169"/>
                <a:gd name="connsiteX362" fmla="*/ 1228100 w 4011346"/>
                <a:gd name="connsiteY362" fmla="*/ 588498 h 2020169"/>
                <a:gd name="connsiteX363" fmla="*/ 1258135 w 4011346"/>
                <a:gd name="connsiteY363" fmla="*/ 598510 h 2020169"/>
                <a:gd name="connsiteX364" fmla="*/ 1258135 w 4011346"/>
                <a:gd name="connsiteY364" fmla="*/ 618534 h 2020169"/>
                <a:gd name="connsiteX365" fmla="*/ 1198065 w 4011346"/>
                <a:gd name="connsiteY365" fmla="*/ 595173 h 2020169"/>
                <a:gd name="connsiteX366" fmla="*/ 1181379 w 4011346"/>
                <a:gd name="connsiteY366" fmla="*/ 595173 h 2020169"/>
                <a:gd name="connsiteX367" fmla="*/ 1178041 w 4011346"/>
                <a:gd name="connsiteY367" fmla="*/ 551789 h 2020169"/>
                <a:gd name="connsiteX368" fmla="*/ 1171367 w 4011346"/>
                <a:gd name="connsiteY368" fmla="*/ 465021 h 2020169"/>
                <a:gd name="connsiteX369" fmla="*/ 1161355 w 4011346"/>
                <a:gd name="connsiteY369" fmla="*/ 535103 h 2020169"/>
                <a:gd name="connsiteX370" fmla="*/ 1137995 w 4011346"/>
                <a:gd name="connsiteY370" fmla="*/ 565138 h 2020169"/>
                <a:gd name="connsiteX371" fmla="*/ 1158018 w 4011346"/>
                <a:gd name="connsiteY371" fmla="*/ 611859 h 2020169"/>
                <a:gd name="connsiteX372" fmla="*/ 1158018 w 4011346"/>
                <a:gd name="connsiteY372" fmla="*/ 645231 h 2020169"/>
                <a:gd name="connsiteX373" fmla="*/ 1141332 w 4011346"/>
                <a:gd name="connsiteY373" fmla="*/ 695290 h 2020169"/>
                <a:gd name="connsiteX374" fmla="*/ 1154681 w 4011346"/>
                <a:gd name="connsiteY374" fmla="*/ 728662 h 2020169"/>
                <a:gd name="connsiteX375" fmla="*/ 1184716 w 4011346"/>
                <a:gd name="connsiteY375" fmla="*/ 735336 h 2020169"/>
                <a:gd name="connsiteX376" fmla="*/ 1221425 w 4011346"/>
                <a:gd name="connsiteY376" fmla="*/ 742011 h 2020169"/>
                <a:gd name="connsiteX377" fmla="*/ 1241449 w 4011346"/>
                <a:gd name="connsiteY377" fmla="*/ 765371 h 2020169"/>
                <a:gd name="connsiteX378" fmla="*/ 1258135 w 4011346"/>
                <a:gd name="connsiteY378" fmla="*/ 808755 h 2020169"/>
                <a:gd name="connsiteX379" fmla="*/ 1258135 w 4011346"/>
                <a:gd name="connsiteY379" fmla="*/ 808755 h 2020169"/>
                <a:gd name="connsiteX380" fmla="*/ 1254798 w 4011346"/>
                <a:gd name="connsiteY380" fmla="*/ 842128 h 2020169"/>
                <a:gd name="connsiteX381" fmla="*/ 1274821 w 4011346"/>
                <a:gd name="connsiteY381" fmla="*/ 862151 h 2020169"/>
                <a:gd name="connsiteX382" fmla="*/ 1244786 w 4011346"/>
                <a:gd name="connsiteY382" fmla="*/ 868826 h 2020169"/>
                <a:gd name="connsiteX383" fmla="*/ 1224763 w 4011346"/>
                <a:gd name="connsiteY383" fmla="*/ 828779 h 2020169"/>
                <a:gd name="connsiteX384" fmla="*/ 1224763 w 4011346"/>
                <a:gd name="connsiteY384" fmla="*/ 788732 h 2020169"/>
                <a:gd name="connsiteX385" fmla="*/ 1194727 w 4011346"/>
                <a:gd name="connsiteY385" fmla="*/ 752023 h 2020169"/>
                <a:gd name="connsiteX386" fmla="*/ 1164692 w 4011346"/>
                <a:gd name="connsiteY386" fmla="*/ 795407 h 2020169"/>
                <a:gd name="connsiteX387" fmla="*/ 1178041 w 4011346"/>
                <a:gd name="connsiteY387" fmla="*/ 838790 h 2020169"/>
                <a:gd name="connsiteX388" fmla="*/ 1137995 w 4011346"/>
                <a:gd name="connsiteY388" fmla="*/ 895523 h 2020169"/>
                <a:gd name="connsiteX389" fmla="*/ 1097948 w 4011346"/>
                <a:gd name="connsiteY389" fmla="*/ 952256 h 2020169"/>
                <a:gd name="connsiteX390" fmla="*/ 1007843 w 4011346"/>
                <a:gd name="connsiteY390" fmla="*/ 915547 h 2020169"/>
                <a:gd name="connsiteX391" fmla="*/ 1074587 w 4011346"/>
                <a:gd name="connsiteY391" fmla="*/ 912209 h 2020169"/>
                <a:gd name="connsiteX392" fmla="*/ 1107960 w 4011346"/>
                <a:gd name="connsiteY392" fmla="*/ 848802 h 2020169"/>
                <a:gd name="connsiteX393" fmla="*/ 1121309 w 4011346"/>
                <a:gd name="connsiteY393" fmla="*/ 805418 h 2020169"/>
                <a:gd name="connsiteX394" fmla="*/ 1127983 w 4011346"/>
                <a:gd name="connsiteY394" fmla="*/ 772046 h 2020169"/>
                <a:gd name="connsiteX395" fmla="*/ 1117971 w 4011346"/>
                <a:gd name="connsiteY395" fmla="*/ 755360 h 2020169"/>
                <a:gd name="connsiteX396" fmla="*/ 1114634 w 4011346"/>
                <a:gd name="connsiteY396" fmla="*/ 705301 h 2020169"/>
                <a:gd name="connsiteX397" fmla="*/ 1104622 w 4011346"/>
                <a:gd name="connsiteY397" fmla="*/ 625208 h 2020169"/>
                <a:gd name="connsiteX398" fmla="*/ 1101285 w 4011346"/>
                <a:gd name="connsiteY398" fmla="*/ 565138 h 2020169"/>
                <a:gd name="connsiteX399" fmla="*/ 1124646 w 4011346"/>
                <a:gd name="connsiteY399" fmla="*/ 471696 h 2020169"/>
                <a:gd name="connsiteX400" fmla="*/ 1031203 w 4011346"/>
                <a:gd name="connsiteY400" fmla="*/ 461684 h 2020169"/>
                <a:gd name="connsiteX401" fmla="*/ 1014517 w 4011346"/>
                <a:gd name="connsiteY401" fmla="*/ 518417 h 2020169"/>
                <a:gd name="connsiteX402" fmla="*/ 1024529 w 4011346"/>
                <a:gd name="connsiteY402" fmla="*/ 565138 h 2020169"/>
                <a:gd name="connsiteX403" fmla="*/ 981145 w 4011346"/>
                <a:gd name="connsiteY403" fmla="*/ 618534 h 2020169"/>
                <a:gd name="connsiteX404" fmla="*/ 991157 w 4011346"/>
                <a:gd name="connsiteY404" fmla="*/ 655243 h 2020169"/>
                <a:gd name="connsiteX405" fmla="*/ 981145 w 4011346"/>
                <a:gd name="connsiteY405" fmla="*/ 701964 h 2020169"/>
                <a:gd name="connsiteX406" fmla="*/ 1001168 w 4011346"/>
                <a:gd name="connsiteY406" fmla="*/ 725325 h 2020169"/>
                <a:gd name="connsiteX407" fmla="*/ 1017854 w 4011346"/>
                <a:gd name="connsiteY407" fmla="*/ 772046 h 2020169"/>
                <a:gd name="connsiteX408" fmla="*/ 1047890 w 4011346"/>
                <a:gd name="connsiteY408" fmla="*/ 758697 h 2020169"/>
                <a:gd name="connsiteX409" fmla="*/ 1014517 w 4011346"/>
                <a:gd name="connsiteY409" fmla="*/ 812093 h 2020169"/>
                <a:gd name="connsiteX410" fmla="*/ 957784 w 4011346"/>
                <a:gd name="connsiteY410" fmla="*/ 758697 h 2020169"/>
                <a:gd name="connsiteX411" fmla="*/ 884365 w 4011346"/>
                <a:gd name="connsiteY411" fmla="*/ 721988 h 2020169"/>
                <a:gd name="connsiteX412" fmla="*/ 824295 w 4011346"/>
                <a:gd name="connsiteY412" fmla="*/ 698627 h 2020169"/>
                <a:gd name="connsiteX413" fmla="*/ 810946 w 4011346"/>
                <a:gd name="connsiteY413" fmla="*/ 735336 h 2020169"/>
                <a:gd name="connsiteX414" fmla="*/ 827633 w 4011346"/>
                <a:gd name="connsiteY414" fmla="*/ 772046 h 2020169"/>
                <a:gd name="connsiteX415" fmla="*/ 814284 w 4011346"/>
                <a:gd name="connsiteY415" fmla="*/ 795407 h 2020169"/>
                <a:gd name="connsiteX416" fmla="*/ 800935 w 4011346"/>
                <a:gd name="connsiteY416" fmla="*/ 812093 h 2020169"/>
                <a:gd name="connsiteX417" fmla="*/ 770900 w 4011346"/>
                <a:gd name="connsiteY417" fmla="*/ 755360 h 2020169"/>
                <a:gd name="connsiteX418" fmla="*/ 744202 w 4011346"/>
                <a:gd name="connsiteY418" fmla="*/ 792069 h 2020169"/>
                <a:gd name="connsiteX419" fmla="*/ 707492 w 4011346"/>
                <a:gd name="connsiteY419" fmla="*/ 785395 h 2020169"/>
                <a:gd name="connsiteX420" fmla="*/ 654097 w 4011346"/>
                <a:gd name="connsiteY420" fmla="*/ 822104 h 2020169"/>
                <a:gd name="connsiteX421" fmla="*/ 644085 w 4011346"/>
                <a:gd name="connsiteY421" fmla="*/ 798744 h 2020169"/>
                <a:gd name="connsiteX422" fmla="*/ 654097 w 4011346"/>
                <a:gd name="connsiteY422" fmla="*/ 762034 h 2020169"/>
                <a:gd name="connsiteX423" fmla="*/ 614050 w 4011346"/>
                <a:gd name="connsiteY423" fmla="*/ 798744 h 2020169"/>
                <a:gd name="connsiteX424" fmla="*/ 594027 w 4011346"/>
                <a:gd name="connsiteY424" fmla="*/ 798744 h 2020169"/>
                <a:gd name="connsiteX425" fmla="*/ 533957 w 4011346"/>
                <a:gd name="connsiteY425" fmla="*/ 832116 h 2020169"/>
                <a:gd name="connsiteX426" fmla="*/ 510596 w 4011346"/>
                <a:gd name="connsiteY426" fmla="*/ 855477 h 2020169"/>
                <a:gd name="connsiteX427" fmla="*/ 500584 w 4011346"/>
                <a:gd name="connsiteY427" fmla="*/ 902198 h 2020169"/>
                <a:gd name="connsiteX428" fmla="*/ 450526 w 4011346"/>
                <a:gd name="connsiteY428" fmla="*/ 888849 h 2020169"/>
                <a:gd name="connsiteX429" fmla="*/ 433840 w 4011346"/>
                <a:gd name="connsiteY429" fmla="*/ 852139 h 2020169"/>
                <a:gd name="connsiteX430" fmla="*/ 467212 w 4011346"/>
                <a:gd name="connsiteY430" fmla="*/ 822104 h 2020169"/>
                <a:gd name="connsiteX431" fmla="*/ 453863 w 4011346"/>
                <a:gd name="connsiteY431" fmla="*/ 798744 h 2020169"/>
                <a:gd name="connsiteX432" fmla="*/ 390456 w 4011346"/>
                <a:gd name="connsiteY432" fmla="*/ 768709 h 2020169"/>
                <a:gd name="connsiteX433" fmla="*/ 417154 w 4011346"/>
                <a:gd name="connsiteY433" fmla="*/ 818767 h 2020169"/>
                <a:gd name="connsiteX434" fmla="*/ 407142 w 4011346"/>
                <a:gd name="connsiteY434" fmla="*/ 862151 h 2020169"/>
                <a:gd name="connsiteX435" fmla="*/ 413817 w 4011346"/>
                <a:gd name="connsiteY435" fmla="*/ 898861 h 2020169"/>
                <a:gd name="connsiteX436" fmla="*/ 427165 w 4011346"/>
                <a:gd name="connsiteY436" fmla="*/ 922221 h 2020169"/>
                <a:gd name="connsiteX437" fmla="*/ 413817 w 4011346"/>
                <a:gd name="connsiteY437" fmla="*/ 952256 h 2020169"/>
                <a:gd name="connsiteX438" fmla="*/ 390456 w 4011346"/>
                <a:gd name="connsiteY438" fmla="*/ 928896 h 2020169"/>
                <a:gd name="connsiteX439" fmla="*/ 360421 w 4011346"/>
                <a:gd name="connsiteY439" fmla="*/ 925558 h 2020169"/>
                <a:gd name="connsiteX440" fmla="*/ 333723 w 4011346"/>
                <a:gd name="connsiteY440" fmla="*/ 965605 h 2020169"/>
                <a:gd name="connsiteX441" fmla="*/ 307025 w 4011346"/>
                <a:gd name="connsiteY441" fmla="*/ 985628 h 2020169"/>
                <a:gd name="connsiteX442" fmla="*/ 320374 w 4011346"/>
                <a:gd name="connsiteY442" fmla="*/ 1012326 h 2020169"/>
                <a:gd name="connsiteX443" fmla="*/ 303688 w 4011346"/>
                <a:gd name="connsiteY443" fmla="*/ 1035687 h 2020169"/>
                <a:gd name="connsiteX444" fmla="*/ 233606 w 4011346"/>
                <a:gd name="connsiteY444" fmla="*/ 998977 h 2020169"/>
                <a:gd name="connsiteX445" fmla="*/ 243618 w 4011346"/>
                <a:gd name="connsiteY445" fmla="*/ 1049036 h 2020169"/>
                <a:gd name="connsiteX446" fmla="*/ 263641 w 4011346"/>
                <a:gd name="connsiteY446" fmla="*/ 1069059 h 2020169"/>
                <a:gd name="connsiteX447" fmla="*/ 250292 w 4011346"/>
                <a:gd name="connsiteY447" fmla="*/ 1082408 h 2020169"/>
                <a:gd name="connsiteX448" fmla="*/ 193560 w 4011346"/>
                <a:gd name="connsiteY448" fmla="*/ 1045698 h 2020169"/>
                <a:gd name="connsiteX449" fmla="*/ 170199 w 4011346"/>
                <a:gd name="connsiteY449" fmla="*/ 1005652 h 2020169"/>
                <a:gd name="connsiteX450" fmla="*/ 170199 w 4011346"/>
                <a:gd name="connsiteY450" fmla="*/ 958931 h 2020169"/>
                <a:gd name="connsiteX451" fmla="*/ 133490 w 4011346"/>
                <a:gd name="connsiteY451" fmla="*/ 882174 h 2020169"/>
                <a:gd name="connsiteX452" fmla="*/ 196897 w 4011346"/>
                <a:gd name="connsiteY452" fmla="*/ 912209 h 2020169"/>
                <a:gd name="connsiteX453" fmla="*/ 256967 w 4011346"/>
                <a:gd name="connsiteY453" fmla="*/ 942244 h 2020169"/>
                <a:gd name="connsiteX454" fmla="*/ 293676 w 4011346"/>
                <a:gd name="connsiteY454" fmla="*/ 945582 h 2020169"/>
                <a:gd name="connsiteX455" fmla="*/ 327049 w 4011346"/>
                <a:gd name="connsiteY455" fmla="*/ 915547 h 2020169"/>
                <a:gd name="connsiteX456" fmla="*/ 343735 w 4011346"/>
                <a:gd name="connsiteY456" fmla="*/ 878837 h 2020169"/>
                <a:gd name="connsiteX457" fmla="*/ 333723 w 4011346"/>
                <a:gd name="connsiteY457" fmla="*/ 828779 h 2020169"/>
                <a:gd name="connsiteX458" fmla="*/ 290339 w 4011346"/>
                <a:gd name="connsiteY458" fmla="*/ 808755 h 2020169"/>
                <a:gd name="connsiteX459" fmla="*/ 236944 w 4011346"/>
                <a:gd name="connsiteY459" fmla="*/ 762034 h 2020169"/>
                <a:gd name="connsiteX460" fmla="*/ 133490 w 4011346"/>
                <a:gd name="connsiteY460"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41265 w 4011346"/>
                <a:gd name="connsiteY324" fmla="*/ 77154 h 2020169"/>
                <a:gd name="connsiteX325" fmla="*/ 1946980 w 4011346"/>
                <a:gd name="connsiteY325" fmla="*/ 97157 h 2020169"/>
                <a:gd name="connsiteX326" fmla="*/ 1895546 w 4011346"/>
                <a:gd name="connsiteY326" fmla="*/ 60008 h 2020169"/>
                <a:gd name="connsiteX327" fmla="*/ 1926978 w 4011346"/>
                <a:gd name="connsiteY327" fmla="*/ 31434 h 2020169"/>
                <a:gd name="connsiteX328" fmla="*/ 1909833 w 4011346"/>
                <a:gd name="connsiteY328" fmla="*/ 0 h 2020169"/>
                <a:gd name="connsiteX329" fmla="*/ 1877440 w 4011346"/>
                <a:gd name="connsiteY329" fmla="*/ 3067 h 2020169"/>
                <a:gd name="connsiteX330" fmla="*/ 1835474 w 4011346"/>
                <a:gd name="connsiteY330" fmla="*/ 41195 h 2020169"/>
                <a:gd name="connsiteX331" fmla="*/ 1818788 w 4011346"/>
                <a:gd name="connsiteY331" fmla="*/ 81242 h 2020169"/>
                <a:gd name="connsiteX332" fmla="*/ 1838813 w 4011346"/>
                <a:gd name="connsiteY332" fmla="*/ 134636 h 2020169"/>
                <a:gd name="connsiteX333" fmla="*/ 1782079 w 4011346"/>
                <a:gd name="connsiteY333" fmla="*/ 121287 h 2020169"/>
                <a:gd name="connsiteX334" fmla="*/ 1768731 w 4011346"/>
                <a:gd name="connsiteY334" fmla="*/ 168009 h 2020169"/>
                <a:gd name="connsiteX335" fmla="*/ 1705322 w 4011346"/>
                <a:gd name="connsiteY335" fmla="*/ 191369 h 2020169"/>
                <a:gd name="connsiteX336" fmla="*/ 1685300 w 4011346"/>
                <a:gd name="connsiteY336" fmla="*/ 164671 h 2020169"/>
                <a:gd name="connsiteX337" fmla="*/ 1615218 w 4011346"/>
                <a:gd name="connsiteY337" fmla="*/ 168009 h 2020169"/>
                <a:gd name="connsiteX338" fmla="*/ 1638579 w 4011346"/>
                <a:gd name="connsiteY338" fmla="*/ 198044 h 2020169"/>
                <a:gd name="connsiteX339" fmla="*/ 1528449 w 4011346"/>
                <a:gd name="connsiteY339" fmla="*/ 224740 h 2020169"/>
                <a:gd name="connsiteX340" fmla="*/ 1465043 w 4011346"/>
                <a:gd name="connsiteY340" fmla="*/ 308171 h 2020169"/>
                <a:gd name="connsiteX341" fmla="*/ 1448357 w 4011346"/>
                <a:gd name="connsiteY341" fmla="*/ 334869 h 2020169"/>
                <a:gd name="connsiteX342" fmla="*/ 1481729 w 4011346"/>
                <a:gd name="connsiteY342" fmla="*/ 368242 h 2020169"/>
                <a:gd name="connsiteX343" fmla="*/ 1481729 w 4011346"/>
                <a:gd name="connsiteY343" fmla="*/ 398277 h 2020169"/>
                <a:gd name="connsiteX344" fmla="*/ 1458368 w 4011346"/>
                <a:gd name="connsiteY344" fmla="*/ 401614 h 2020169"/>
                <a:gd name="connsiteX345" fmla="*/ 1458368 w 4011346"/>
                <a:gd name="connsiteY345" fmla="*/ 381590 h 2020169"/>
                <a:gd name="connsiteX346" fmla="*/ 1418322 w 4011346"/>
                <a:gd name="connsiteY346" fmla="*/ 391602 h 2020169"/>
                <a:gd name="connsiteX347" fmla="*/ 1368263 w 4011346"/>
                <a:gd name="connsiteY347" fmla="*/ 398277 h 2020169"/>
                <a:gd name="connsiteX348" fmla="*/ 1321542 w 4011346"/>
                <a:gd name="connsiteY348" fmla="*/ 404951 h 2020169"/>
                <a:gd name="connsiteX349" fmla="*/ 1318205 w 4011346"/>
                <a:gd name="connsiteY349" fmla="*/ 491719 h 2020169"/>
                <a:gd name="connsiteX350" fmla="*/ 1358252 w 4011346"/>
                <a:gd name="connsiteY350" fmla="*/ 515080 h 2020169"/>
                <a:gd name="connsiteX351" fmla="*/ 1374938 w 4011346"/>
                <a:gd name="connsiteY351" fmla="*/ 545115 h 2020169"/>
                <a:gd name="connsiteX352" fmla="*/ 1384949 w 4011346"/>
                <a:gd name="connsiteY352" fmla="*/ 568475 h 2020169"/>
                <a:gd name="connsiteX353" fmla="*/ 1394961 w 4011346"/>
                <a:gd name="connsiteY353" fmla="*/ 618534 h 2020169"/>
                <a:gd name="connsiteX354" fmla="*/ 1384949 w 4011346"/>
                <a:gd name="connsiteY354" fmla="*/ 648569 h 2020169"/>
                <a:gd name="connsiteX355" fmla="*/ 1358252 w 4011346"/>
                <a:gd name="connsiteY355" fmla="*/ 615196 h 2020169"/>
                <a:gd name="connsiteX356" fmla="*/ 1361589 w 4011346"/>
                <a:gd name="connsiteY356" fmla="*/ 585161 h 2020169"/>
                <a:gd name="connsiteX357" fmla="*/ 1351577 w 4011346"/>
                <a:gd name="connsiteY357" fmla="*/ 545115 h 2020169"/>
                <a:gd name="connsiteX358" fmla="*/ 1328217 w 4011346"/>
                <a:gd name="connsiteY358" fmla="*/ 551789 h 2020169"/>
                <a:gd name="connsiteX359" fmla="*/ 1281495 w 4011346"/>
                <a:gd name="connsiteY359" fmla="*/ 515080 h 2020169"/>
                <a:gd name="connsiteX360" fmla="*/ 1241449 w 4011346"/>
                <a:gd name="connsiteY360" fmla="*/ 511742 h 2020169"/>
                <a:gd name="connsiteX361" fmla="*/ 1241449 w 4011346"/>
                <a:gd name="connsiteY361" fmla="*/ 558463 h 2020169"/>
                <a:gd name="connsiteX362" fmla="*/ 1201402 w 4011346"/>
                <a:gd name="connsiteY362" fmla="*/ 538440 h 2020169"/>
                <a:gd name="connsiteX363" fmla="*/ 1228100 w 4011346"/>
                <a:gd name="connsiteY363" fmla="*/ 588498 h 2020169"/>
                <a:gd name="connsiteX364" fmla="*/ 1258135 w 4011346"/>
                <a:gd name="connsiteY364" fmla="*/ 598510 h 2020169"/>
                <a:gd name="connsiteX365" fmla="*/ 1258135 w 4011346"/>
                <a:gd name="connsiteY365" fmla="*/ 618534 h 2020169"/>
                <a:gd name="connsiteX366" fmla="*/ 1198065 w 4011346"/>
                <a:gd name="connsiteY366" fmla="*/ 595173 h 2020169"/>
                <a:gd name="connsiteX367" fmla="*/ 1181379 w 4011346"/>
                <a:gd name="connsiteY367" fmla="*/ 595173 h 2020169"/>
                <a:gd name="connsiteX368" fmla="*/ 1178041 w 4011346"/>
                <a:gd name="connsiteY368" fmla="*/ 551789 h 2020169"/>
                <a:gd name="connsiteX369" fmla="*/ 1171367 w 4011346"/>
                <a:gd name="connsiteY369" fmla="*/ 465021 h 2020169"/>
                <a:gd name="connsiteX370" fmla="*/ 1161355 w 4011346"/>
                <a:gd name="connsiteY370" fmla="*/ 535103 h 2020169"/>
                <a:gd name="connsiteX371" fmla="*/ 1137995 w 4011346"/>
                <a:gd name="connsiteY371" fmla="*/ 565138 h 2020169"/>
                <a:gd name="connsiteX372" fmla="*/ 1158018 w 4011346"/>
                <a:gd name="connsiteY372" fmla="*/ 611859 h 2020169"/>
                <a:gd name="connsiteX373" fmla="*/ 1158018 w 4011346"/>
                <a:gd name="connsiteY373" fmla="*/ 645231 h 2020169"/>
                <a:gd name="connsiteX374" fmla="*/ 1141332 w 4011346"/>
                <a:gd name="connsiteY374" fmla="*/ 695290 h 2020169"/>
                <a:gd name="connsiteX375" fmla="*/ 1154681 w 4011346"/>
                <a:gd name="connsiteY375" fmla="*/ 728662 h 2020169"/>
                <a:gd name="connsiteX376" fmla="*/ 1184716 w 4011346"/>
                <a:gd name="connsiteY376" fmla="*/ 735336 h 2020169"/>
                <a:gd name="connsiteX377" fmla="*/ 1221425 w 4011346"/>
                <a:gd name="connsiteY377" fmla="*/ 742011 h 2020169"/>
                <a:gd name="connsiteX378" fmla="*/ 1241449 w 4011346"/>
                <a:gd name="connsiteY378" fmla="*/ 765371 h 2020169"/>
                <a:gd name="connsiteX379" fmla="*/ 1258135 w 4011346"/>
                <a:gd name="connsiteY379" fmla="*/ 808755 h 2020169"/>
                <a:gd name="connsiteX380" fmla="*/ 1258135 w 4011346"/>
                <a:gd name="connsiteY380" fmla="*/ 808755 h 2020169"/>
                <a:gd name="connsiteX381" fmla="*/ 1254798 w 4011346"/>
                <a:gd name="connsiteY381" fmla="*/ 842128 h 2020169"/>
                <a:gd name="connsiteX382" fmla="*/ 1274821 w 4011346"/>
                <a:gd name="connsiteY382" fmla="*/ 862151 h 2020169"/>
                <a:gd name="connsiteX383" fmla="*/ 1244786 w 4011346"/>
                <a:gd name="connsiteY383" fmla="*/ 868826 h 2020169"/>
                <a:gd name="connsiteX384" fmla="*/ 1224763 w 4011346"/>
                <a:gd name="connsiteY384" fmla="*/ 828779 h 2020169"/>
                <a:gd name="connsiteX385" fmla="*/ 1224763 w 4011346"/>
                <a:gd name="connsiteY385" fmla="*/ 788732 h 2020169"/>
                <a:gd name="connsiteX386" fmla="*/ 1194727 w 4011346"/>
                <a:gd name="connsiteY386" fmla="*/ 752023 h 2020169"/>
                <a:gd name="connsiteX387" fmla="*/ 1164692 w 4011346"/>
                <a:gd name="connsiteY387" fmla="*/ 795407 h 2020169"/>
                <a:gd name="connsiteX388" fmla="*/ 1178041 w 4011346"/>
                <a:gd name="connsiteY388" fmla="*/ 838790 h 2020169"/>
                <a:gd name="connsiteX389" fmla="*/ 1137995 w 4011346"/>
                <a:gd name="connsiteY389" fmla="*/ 895523 h 2020169"/>
                <a:gd name="connsiteX390" fmla="*/ 1097948 w 4011346"/>
                <a:gd name="connsiteY390" fmla="*/ 952256 h 2020169"/>
                <a:gd name="connsiteX391" fmla="*/ 1007843 w 4011346"/>
                <a:gd name="connsiteY391" fmla="*/ 915547 h 2020169"/>
                <a:gd name="connsiteX392" fmla="*/ 1074587 w 4011346"/>
                <a:gd name="connsiteY392" fmla="*/ 912209 h 2020169"/>
                <a:gd name="connsiteX393" fmla="*/ 1107960 w 4011346"/>
                <a:gd name="connsiteY393" fmla="*/ 848802 h 2020169"/>
                <a:gd name="connsiteX394" fmla="*/ 1121309 w 4011346"/>
                <a:gd name="connsiteY394" fmla="*/ 805418 h 2020169"/>
                <a:gd name="connsiteX395" fmla="*/ 1127983 w 4011346"/>
                <a:gd name="connsiteY395" fmla="*/ 772046 h 2020169"/>
                <a:gd name="connsiteX396" fmla="*/ 1117971 w 4011346"/>
                <a:gd name="connsiteY396" fmla="*/ 755360 h 2020169"/>
                <a:gd name="connsiteX397" fmla="*/ 1114634 w 4011346"/>
                <a:gd name="connsiteY397" fmla="*/ 705301 h 2020169"/>
                <a:gd name="connsiteX398" fmla="*/ 1104622 w 4011346"/>
                <a:gd name="connsiteY398" fmla="*/ 625208 h 2020169"/>
                <a:gd name="connsiteX399" fmla="*/ 1101285 w 4011346"/>
                <a:gd name="connsiteY399" fmla="*/ 565138 h 2020169"/>
                <a:gd name="connsiteX400" fmla="*/ 1124646 w 4011346"/>
                <a:gd name="connsiteY400" fmla="*/ 471696 h 2020169"/>
                <a:gd name="connsiteX401" fmla="*/ 1031203 w 4011346"/>
                <a:gd name="connsiteY401" fmla="*/ 461684 h 2020169"/>
                <a:gd name="connsiteX402" fmla="*/ 1014517 w 4011346"/>
                <a:gd name="connsiteY402" fmla="*/ 518417 h 2020169"/>
                <a:gd name="connsiteX403" fmla="*/ 1024529 w 4011346"/>
                <a:gd name="connsiteY403" fmla="*/ 565138 h 2020169"/>
                <a:gd name="connsiteX404" fmla="*/ 981145 w 4011346"/>
                <a:gd name="connsiteY404" fmla="*/ 618534 h 2020169"/>
                <a:gd name="connsiteX405" fmla="*/ 991157 w 4011346"/>
                <a:gd name="connsiteY405" fmla="*/ 655243 h 2020169"/>
                <a:gd name="connsiteX406" fmla="*/ 981145 w 4011346"/>
                <a:gd name="connsiteY406" fmla="*/ 701964 h 2020169"/>
                <a:gd name="connsiteX407" fmla="*/ 1001168 w 4011346"/>
                <a:gd name="connsiteY407" fmla="*/ 725325 h 2020169"/>
                <a:gd name="connsiteX408" fmla="*/ 1017854 w 4011346"/>
                <a:gd name="connsiteY408" fmla="*/ 772046 h 2020169"/>
                <a:gd name="connsiteX409" fmla="*/ 1047890 w 4011346"/>
                <a:gd name="connsiteY409" fmla="*/ 758697 h 2020169"/>
                <a:gd name="connsiteX410" fmla="*/ 1014517 w 4011346"/>
                <a:gd name="connsiteY410" fmla="*/ 812093 h 2020169"/>
                <a:gd name="connsiteX411" fmla="*/ 957784 w 4011346"/>
                <a:gd name="connsiteY411" fmla="*/ 758697 h 2020169"/>
                <a:gd name="connsiteX412" fmla="*/ 884365 w 4011346"/>
                <a:gd name="connsiteY412" fmla="*/ 721988 h 2020169"/>
                <a:gd name="connsiteX413" fmla="*/ 824295 w 4011346"/>
                <a:gd name="connsiteY413" fmla="*/ 698627 h 2020169"/>
                <a:gd name="connsiteX414" fmla="*/ 810946 w 4011346"/>
                <a:gd name="connsiteY414" fmla="*/ 735336 h 2020169"/>
                <a:gd name="connsiteX415" fmla="*/ 827633 w 4011346"/>
                <a:gd name="connsiteY415" fmla="*/ 772046 h 2020169"/>
                <a:gd name="connsiteX416" fmla="*/ 814284 w 4011346"/>
                <a:gd name="connsiteY416" fmla="*/ 795407 h 2020169"/>
                <a:gd name="connsiteX417" fmla="*/ 800935 w 4011346"/>
                <a:gd name="connsiteY417" fmla="*/ 812093 h 2020169"/>
                <a:gd name="connsiteX418" fmla="*/ 770900 w 4011346"/>
                <a:gd name="connsiteY418" fmla="*/ 755360 h 2020169"/>
                <a:gd name="connsiteX419" fmla="*/ 744202 w 4011346"/>
                <a:gd name="connsiteY419" fmla="*/ 792069 h 2020169"/>
                <a:gd name="connsiteX420" fmla="*/ 707492 w 4011346"/>
                <a:gd name="connsiteY420" fmla="*/ 785395 h 2020169"/>
                <a:gd name="connsiteX421" fmla="*/ 654097 w 4011346"/>
                <a:gd name="connsiteY421" fmla="*/ 822104 h 2020169"/>
                <a:gd name="connsiteX422" fmla="*/ 644085 w 4011346"/>
                <a:gd name="connsiteY422" fmla="*/ 798744 h 2020169"/>
                <a:gd name="connsiteX423" fmla="*/ 654097 w 4011346"/>
                <a:gd name="connsiteY423" fmla="*/ 762034 h 2020169"/>
                <a:gd name="connsiteX424" fmla="*/ 614050 w 4011346"/>
                <a:gd name="connsiteY424" fmla="*/ 798744 h 2020169"/>
                <a:gd name="connsiteX425" fmla="*/ 594027 w 4011346"/>
                <a:gd name="connsiteY425" fmla="*/ 798744 h 2020169"/>
                <a:gd name="connsiteX426" fmla="*/ 533957 w 4011346"/>
                <a:gd name="connsiteY426" fmla="*/ 832116 h 2020169"/>
                <a:gd name="connsiteX427" fmla="*/ 510596 w 4011346"/>
                <a:gd name="connsiteY427" fmla="*/ 855477 h 2020169"/>
                <a:gd name="connsiteX428" fmla="*/ 500584 w 4011346"/>
                <a:gd name="connsiteY428" fmla="*/ 902198 h 2020169"/>
                <a:gd name="connsiteX429" fmla="*/ 450526 w 4011346"/>
                <a:gd name="connsiteY429" fmla="*/ 888849 h 2020169"/>
                <a:gd name="connsiteX430" fmla="*/ 433840 w 4011346"/>
                <a:gd name="connsiteY430" fmla="*/ 852139 h 2020169"/>
                <a:gd name="connsiteX431" fmla="*/ 467212 w 4011346"/>
                <a:gd name="connsiteY431" fmla="*/ 822104 h 2020169"/>
                <a:gd name="connsiteX432" fmla="*/ 453863 w 4011346"/>
                <a:gd name="connsiteY432" fmla="*/ 798744 h 2020169"/>
                <a:gd name="connsiteX433" fmla="*/ 390456 w 4011346"/>
                <a:gd name="connsiteY433" fmla="*/ 768709 h 2020169"/>
                <a:gd name="connsiteX434" fmla="*/ 417154 w 4011346"/>
                <a:gd name="connsiteY434" fmla="*/ 818767 h 2020169"/>
                <a:gd name="connsiteX435" fmla="*/ 407142 w 4011346"/>
                <a:gd name="connsiteY435" fmla="*/ 862151 h 2020169"/>
                <a:gd name="connsiteX436" fmla="*/ 413817 w 4011346"/>
                <a:gd name="connsiteY436" fmla="*/ 898861 h 2020169"/>
                <a:gd name="connsiteX437" fmla="*/ 427165 w 4011346"/>
                <a:gd name="connsiteY437" fmla="*/ 922221 h 2020169"/>
                <a:gd name="connsiteX438" fmla="*/ 413817 w 4011346"/>
                <a:gd name="connsiteY438" fmla="*/ 952256 h 2020169"/>
                <a:gd name="connsiteX439" fmla="*/ 390456 w 4011346"/>
                <a:gd name="connsiteY439" fmla="*/ 928896 h 2020169"/>
                <a:gd name="connsiteX440" fmla="*/ 360421 w 4011346"/>
                <a:gd name="connsiteY440" fmla="*/ 925558 h 2020169"/>
                <a:gd name="connsiteX441" fmla="*/ 333723 w 4011346"/>
                <a:gd name="connsiteY441" fmla="*/ 965605 h 2020169"/>
                <a:gd name="connsiteX442" fmla="*/ 307025 w 4011346"/>
                <a:gd name="connsiteY442" fmla="*/ 985628 h 2020169"/>
                <a:gd name="connsiteX443" fmla="*/ 320374 w 4011346"/>
                <a:gd name="connsiteY443" fmla="*/ 1012326 h 2020169"/>
                <a:gd name="connsiteX444" fmla="*/ 303688 w 4011346"/>
                <a:gd name="connsiteY444" fmla="*/ 1035687 h 2020169"/>
                <a:gd name="connsiteX445" fmla="*/ 233606 w 4011346"/>
                <a:gd name="connsiteY445" fmla="*/ 998977 h 2020169"/>
                <a:gd name="connsiteX446" fmla="*/ 243618 w 4011346"/>
                <a:gd name="connsiteY446" fmla="*/ 1049036 h 2020169"/>
                <a:gd name="connsiteX447" fmla="*/ 263641 w 4011346"/>
                <a:gd name="connsiteY447" fmla="*/ 1069059 h 2020169"/>
                <a:gd name="connsiteX448" fmla="*/ 250292 w 4011346"/>
                <a:gd name="connsiteY448" fmla="*/ 1082408 h 2020169"/>
                <a:gd name="connsiteX449" fmla="*/ 193560 w 4011346"/>
                <a:gd name="connsiteY449" fmla="*/ 1045698 h 2020169"/>
                <a:gd name="connsiteX450" fmla="*/ 170199 w 4011346"/>
                <a:gd name="connsiteY450" fmla="*/ 1005652 h 2020169"/>
                <a:gd name="connsiteX451" fmla="*/ 170199 w 4011346"/>
                <a:gd name="connsiteY451" fmla="*/ 958931 h 2020169"/>
                <a:gd name="connsiteX452" fmla="*/ 133490 w 4011346"/>
                <a:gd name="connsiteY452" fmla="*/ 882174 h 2020169"/>
                <a:gd name="connsiteX453" fmla="*/ 196897 w 4011346"/>
                <a:gd name="connsiteY453" fmla="*/ 912209 h 2020169"/>
                <a:gd name="connsiteX454" fmla="*/ 256967 w 4011346"/>
                <a:gd name="connsiteY454" fmla="*/ 942244 h 2020169"/>
                <a:gd name="connsiteX455" fmla="*/ 293676 w 4011346"/>
                <a:gd name="connsiteY455" fmla="*/ 945582 h 2020169"/>
                <a:gd name="connsiteX456" fmla="*/ 327049 w 4011346"/>
                <a:gd name="connsiteY456" fmla="*/ 915547 h 2020169"/>
                <a:gd name="connsiteX457" fmla="*/ 343735 w 4011346"/>
                <a:gd name="connsiteY457" fmla="*/ 878837 h 2020169"/>
                <a:gd name="connsiteX458" fmla="*/ 333723 w 4011346"/>
                <a:gd name="connsiteY458" fmla="*/ 828779 h 2020169"/>
                <a:gd name="connsiteX459" fmla="*/ 290339 w 4011346"/>
                <a:gd name="connsiteY459" fmla="*/ 808755 h 2020169"/>
                <a:gd name="connsiteX460" fmla="*/ 236944 w 4011346"/>
                <a:gd name="connsiteY460" fmla="*/ 762034 h 2020169"/>
                <a:gd name="connsiteX461" fmla="*/ 133490 w 4011346"/>
                <a:gd name="connsiteY461"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41265 w 4011346"/>
                <a:gd name="connsiteY324" fmla="*/ 77154 h 2020169"/>
                <a:gd name="connsiteX325" fmla="*/ 1964125 w 4011346"/>
                <a:gd name="connsiteY325" fmla="*/ 74297 h 2020169"/>
                <a:gd name="connsiteX326" fmla="*/ 1895546 w 4011346"/>
                <a:gd name="connsiteY326" fmla="*/ 60008 h 2020169"/>
                <a:gd name="connsiteX327" fmla="*/ 1926978 w 4011346"/>
                <a:gd name="connsiteY327" fmla="*/ 31434 h 2020169"/>
                <a:gd name="connsiteX328" fmla="*/ 1909833 w 4011346"/>
                <a:gd name="connsiteY328" fmla="*/ 0 h 2020169"/>
                <a:gd name="connsiteX329" fmla="*/ 1877440 w 4011346"/>
                <a:gd name="connsiteY329" fmla="*/ 3067 h 2020169"/>
                <a:gd name="connsiteX330" fmla="*/ 1835474 w 4011346"/>
                <a:gd name="connsiteY330" fmla="*/ 41195 h 2020169"/>
                <a:gd name="connsiteX331" fmla="*/ 1818788 w 4011346"/>
                <a:gd name="connsiteY331" fmla="*/ 81242 h 2020169"/>
                <a:gd name="connsiteX332" fmla="*/ 1838813 w 4011346"/>
                <a:gd name="connsiteY332" fmla="*/ 134636 h 2020169"/>
                <a:gd name="connsiteX333" fmla="*/ 1782079 w 4011346"/>
                <a:gd name="connsiteY333" fmla="*/ 121287 h 2020169"/>
                <a:gd name="connsiteX334" fmla="*/ 1768731 w 4011346"/>
                <a:gd name="connsiteY334" fmla="*/ 168009 h 2020169"/>
                <a:gd name="connsiteX335" fmla="*/ 1705322 w 4011346"/>
                <a:gd name="connsiteY335" fmla="*/ 191369 h 2020169"/>
                <a:gd name="connsiteX336" fmla="*/ 1685300 w 4011346"/>
                <a:gd name="connsiteY336" fmla="*/ 164671 h 2020169"/>
                <a:gd name="connsiteX337" fmla="*/ 1615218 w 4011346"/>
                <a:gd name="connsiteY337" fmla="*/ 168009 h 2020169"/>
                <a:gd name="connsiteX338" fmla="*/ 1638579 w 4011346"/>
                <a:gd name="connsiteY338" fmla="*/ 198044 h 2020169"/>
                <a:gd name="connsiteX339" fmla="*/ 1528449 w 4011346"/>
                <a:gd name="connsiteY339" fmla="*/ 224740 h 2020169"/>
                <a:gd name="connsiteX340" fmla="*/ 1465043 w 4011346"/>
                <a:gd name="connsiteY340" fmla="*/ 308171 h 2020169"/>
                <a:gd name="connsiteX341" fmla="*/ 1448357 w 4011346"/>
                <a:gd name="connsiteY341" fmla="*/ 334869 h 2020169"/>
                <a:gd name="connsiteX342" fmla="*/ 1481729 w 4011346"/>
                <a:gd name="connsiteY342" fmla="*/ 368242 h 2020169"/>
                <a:gd name="connsiteX343" fmla="*/ 1481729 w 4011346"/>
                <a:gd name="connsiteY343" fmla="*/ 398277 h 2020169"/>
                <a:gd name="connsiteX344" fmla="*/ 1458368 w 4011346"/>
                <a:gd name="connsiteY344" fmla="*/ 401614 h 2020169"/>
                <a:gd name="connsiteX345" fmla="*/ 1458368 w 4011346"/>
                <a:gd name="connsiteY345" fmla="*/ 381590 h 2020169"/>
                <a:gd name="connsiteX346" fmla="*/ 1418322 w 4011346"/>
                <a:gd name="connsiteY346" fmla="*/ 391602 h 2020169"/>
                <a:gd name="connsiteX347" fmla="*/ 1368263 w 4011346"/>
                <a:gd name="connsiteY347" fmla="*/ 398277 h 2020169"/>
                <a:gd name="connsiteX348" fmla="*/ 1321542 w 4011346"/>
                <a:gd name="connsiteY348" fmla="*/ 404951 h 2020169"/>
                <a:gd name="connsiteX349" fmla="*/ 1318205 w 4011346"/>
                <a:gd name="connsiteY349" fmla="*/ 491719 h 2020169"/>
                <a:gd name="connsiteX350" fmla="*/ 1358252 w 4011346"/>
                <a:gd name="connsiteY350" fmla="*/ 515080 h 2020169"/>
                <a:gd name="connsiteX351" fmla="*/ 1374938 w 4011346"/>
                <a:gd name="connsiteY351" fmla="*/ 545115 h 2020169"/>
                <a:gd name="connsiteX352" fmla="*/ 1384949 w 4011346"/>
                <a:gd name="connsiteY352" fmla="*/ 568475 h 2020169"/>
                <a:gd name="connsiteX353" fmla="*/ 1394961 w 4011346"/>
                <a:gd name="connsiteY353" fmla="*/ 618534 h 2020169"/>
                <a:gd name="connsiteX354" fmla="*/ 1384949 w 4011346"/>
                <a:gd name="connsiteY354" fmla="*/ 648569 h 2020169"/>
                <a:gd name="connsiteX355" fmla="*/ 1358252 w 4011346"/>
                <a:gd name="connsiteY355" fmla="*/ 615196 h 2020169"/>
                <a:gd name="connsiteX356" fmla="*/ 1361589 w 4011346"/>
                <a:gd name="connsiteY356" fmla="*/ 585161 h 2020169"/>
                <a:gd name="connsiteX357" fmla="*/ 1351577 w 4011346"/>
                <a:gd name="connsiteY357" fmla="*/ 545115 h 2020169"/>
                <a:gd name="connsiteX358" fmla="*/ 1328217 w 4011346"/>
                <a:gd name="connsiteY358" fmla="*/ 551789 h 2020169"/>
                <a:gd name="connsiteX359" fmla="*/ 1281495 w 4011346"/>
                <a:gd name="connsiteY359" fmla="*/ 515080 h 2020169"/>
                <a:gd name="connsiteX360" fmla="*/ 1241449 w 4011346"/>
                <a:gd name="connsiteY360" fmla="*/ 511742 h 2020169"/>
                <a:gd name="connsiteX361" fmla="*/ 1241449 w 4011346"/>
                <a:gd name="connsiteY361" fmla="*/ 558463 h 2020169"/>
                <a:gd name="connsiteX362" fmla="*/ 1201402 w 4011346"/>
                <a:gd name="connsiteY362" fmla="*/ 538440 h 2020169"/>
                <a:gd name="connsiteX363" fmla="*/ 1228100 w 4011346"/>
                <a:gd name="connsiteY363" fmla="*/ 588498 h 2020169"/>
                <a:gd name="connsiteX364" fmla="*/ 1258135 w 4011346"/>
                <a:gd name="connsiteY364" fmla="*/ 598510 h 2020169"/>
                <a:gd name="connsiteX365" fmla="*/ 1258135 w 4011346"/>
                <a:gd name="connsiteY365" fmla="*/ 618534 h 2020169"/>
                <a:gd name="connsiteX366" fmla="*/ 1198065 w 4011346"/>
                <a:gd name="connsiteY366" fmla="*/ 595173 h 2020169"/>
                <a:gd name="connsiteX367" fmla="*/ 1181379 w 4011346"/>
                <a:gd name="connsiteY367" fmla="*/ 595173 h 2020169"/>
                <a:gd name="connsiteX368" fmla="*/ 1178041 w 4011346"/>
                <a:gd name="connsiteY368" fmla="*/ 551789 h 2020169"/>
                <a:gd name="connsiteX369" fmla="*/ 1171367 w 4011346"/>
                <a:gd name="connsiteY369" fmla="*/ 465021 h 2020169"/>
                <a:gd name="connsiteX370" fmla="*/ 1161355 w 4011346"/>
                <a:gd name="connsiteY370" fmla="*/ 535103 h 2020169"/>
                <a:gd name="connsiteX371" fmla="*/ 1137995 w 4011346"/>
                <a:gd name="connsiteY371" fmla="*/ 565138 h 2020169"/>
                <a:gd name="connsiteX372" fmla="*/ 1158018 w 4011346"/>
                <a:gd name="connsiteY372" fmla="*/ 611859 h 2020169"/>
                <a:gd name="connsiteX373" fmla="*/ 1158018 w 4011346"/>
                <a:gd name="connsiteY373" fmla="*/ 645231 h 2020169"/>
                <a:gd name="connsiteX374" fmla="*/ 1141332 w 4011346"/>
                <a:gd name="connsiteY374" fmla="*/ 695290 h 2020169"/>
                <a:gd name="connsiteX375" fmla="*/ 1154681 w 4011346"/>
                <a:gd name="connsiteY375" fmla="*/ 728662 h 2020169"/>
                <a:gd name="connsiteX376" fmla="*/ 1184716 w 4011346"/>
                <a:gd name="connsiteY376" fmla="*/ 735336 h 2020169"/>
                <a:gd name="connsiteX377" fmla="*/ 1221425 w 4011346"/>
                <a:gd name="connsiteY377" fmla="*/ 742011 h 2020169"/>
                <a:gd name="connsiteX378" fmla="*/ 1241449 w 4011346"/>
                <a:gd name="connsiteY378" fmla="*/ 765371 h 2020169"/>
                <a:gd name="connsiteX379" fmla="*/ 1258135 w 4011346"/>
                <a:gd name="connsiteY379" fmla="*/ 808755 h 2020169"/>
                <a:gd name="connsiteX380" fmla="*/ 1258135 w 4011346"/>
                <a:gd name="connsiteY380" fmla="*/ 808755 h 2020169"/>
                <a:gd name="connsiteX381" fmla="*/ 1254798 w 4011346"/>
                <a:gd name="connsiteY381" fmla="*/ 842128 h 2020169"/>
                <a:gd name="connsiteX382" fmla="*/ 1274821 w 4011346"/>
                <a:gd name="connsiteY382" fmla="*/ 862151 h 2020169"/>
                <a:gd name="connsiteX383" fmla="*/ 1244786 w 4011346"/>
                <a:gd name="connsiteY383" fmla="*/ 868826 h 2020169"/>
                <a:gd name="connsiteX384" fmla="*/ 1224763 w 4011346"/>
                <a:gd name="connsiteY384" fmla="*/ 828779 h 2020169"/>
                <a:gd name="connsiteX385" fmla="*/ 1224763 w 4011346"/>
                <a:gd name="connsiteY385" fmla="*/ 788732 h 2020169"/>
                <a:gd name="connsiteX386" fmla="*/ 1194727 w 4011346"/>
                <a:gd name="connsiteY386" fmla="*/ 752023 h 2020169"/>
                <a:gd name="connsiteX387" fmla="*/ 1164692 w 4011346"/>
                <a:gd name="connsiteY387" fmla="*/ 795407 h 2020169"/>
                <a:gd name="connsiteX388" fmla="*/ 1178041 w 4011346"/>
                <a:gd name="connsiteY388" fmla="*/ 838790 h 2020169"/>
                <a:gd name="connsiteX389" fmla="*/ 1137995 w 4011346"/>
                <a:gd name="connsiteY389" fmla="*/ 895523 h 2020169"/>
                <a:gd name="connsiteX390" fmla="*/ 1097948 w 4011346"/>
                <a:gd name="connsiteY390" fmla="*/ 952256 h 2020169"/>
                <a:gd name="connsiteX391" fmla="*/ 1007843 w 4011346"/>
                <a:gd name="connsiteY391" fmla="*/ 915547 h 2020169"/>
                <a:gd name="connsiteX392" fmla="*/ 1074587 w 4011346"/>
                <a:gd name="connsiteY392" fmla="*/ 912209 h 2020169"/>
                <a:gd name="connsiteX393" fmla="*/ 1107960 w 4011346"/>
                <a:gd name="connsiteY393" fmla="*/ 848802 h 2020169"/>
                <a:gd name="connsiteX394" fmla="*/ 1121309 w 4011346"/>
                <a:gd name="connsiteY394" fmla="*/ 805418 h 2020169"/>
                <a:gd name="connsiteX395" fmla="*/ 1127983 w 4011346"/>
                <a:gd name="connsiteY395" fmla="*/ 772046 h 2020169"/>
                <a:gd name="connsiteX396" fmla="*/ 1117971 w 4011346"/>
                <a:gd name="connsiteY396" fmla="*/ 755360 h 2020169"/>
                <a:gd name="connsiteX397" fmla="*/ 1114634 w 4011346"/>
                <a:gd name="connsiteY397" fmla="*/ 705301 h 2020169"/>
                <a:gd name="connsiteX398" fmla="*/ 1104622 w 4011346"/>
                <a:gd name="connsiteY398" fmla="*/ 625208 h 2020169"/>
                <a:gd name="connsiteX399" fmla="*/ 1101285 w 4011346"/>
                <a:gd name="connsiteY399" fmla="*/ 565138 h 2020169"/>
                <a:gd name="connsiteX400" fmla="*/ 1124646 w 4011346"/>
                <a:gd name="connsiteY400" fmla="*/ 471696 h 2020169"/>
                <a:gd name="connsiteX401" fmla="*/ 1031203 w 4011346"/>
                <a:gd name="connsiteY401" fmla="*/ 461684 h 2020169"/>
                <a:gd name="connsiteX402" fmla="*/ 1014517 w 4011346"/>
                <a:gd name="connsiteY402" fmla="*/ 518417 h 2020169"/>
                <a:gd name="connsiteX403" fmla="*/ 1024529 w 4011346"/>
                <a:gd name="connsiteY403" fmla="*/ 565138 h 2020169"/>
                <a:gd name="connsiteX404" fmla="*/ 981145 w 4011346"/>
                <a:gd name="connsiteY404" fmla="*/ 618534 h 2020169"/>
                <a:gd name="connsiteX405" fmla="*/ 991157 w 4011346"/>
                <a:gd name="connsiteY405" fmla="*/ 655243 h 2020169"/>
                <a:gd name="connsiteX406" fmla="*/ 981145 w 4011346"/>
                <a:gd name="connsiteY406" fmla="*/ 701964 h 2020169"/>
                <a:gd name="connsiteX407" fmla="*/ 1001168 w 4011346"/>
                <a:gd name="connsiteY407" fmla="*/ 725325 h 2020169"/>
                <a:gd name="connsiteX408" fmla="*/ 1017854 w 4011346"/>
                <a:gd name="connsiteY408" fmla="*/ 772046 h 2020169"/>
                <a:gd name="connsiteX409" fmla="*/ 1047890 w 4011346"/>
                <a:gd name="connsiteY409" fmla="*/ 758697 h 2020169"/>
                <a:gd name="connsiteX410" fmla="*/ 1014517 w 4011346"/>
                <a:gd name="connsiteY410" fmla="*/ 812093 h 2020169"/>
                <a:gd name="connsiteX411" fmla="*/ 957784 w 4011346"/>
                <a:gd name="connsiteY411" fmla="*/ 758697 h 2020169"/>
                <a:gd name="connsiteX412" fmla="*/ 884365 w 4011346"/>
                <a:gd name="connsiteY412" fmla="*/ 721988 h 2020169"/>
                <a:gd name="connsiteX413" fmla="*/ 824295 w 4011346"/>
                <a:gd name="connsiteY413" fmla="*/ 698627 h 2020169"/>
                <a:gd name="connsiteX414" fmla="*/ 810946 w 4011346"/>
                <a:gd name="connsiteY414" fmla="*/ 735336 h 2020169"/>
                <a:gd name="connsiteX415" fmla="*/ 827633 w 4011346"/>
                <a:gd name="connsiteY415" fmla="*/ 772046 h 2020169"/>
                <a:gd name="connsiteX416" fmla="*/ 814284 w 4011346"/>
                <a:gd name="connsiteY416" fmla="*/ 795407 h 2020169"/>
                <a:gd name="connsiteX417" fmla="*/ 800935 w 4011346"/>
                <a:gd name="connsiteY417" fmla="*/ 812093 h 2020169"/>
                <a:gd name="connsiteX418" fmla="*/ 770900 w 4011346"/>
                <a:gd name="connsiteY418" fmla="*/ 755360 h 2020169"/>
                <a:gd name="connsiteX419" fmla="*/ 744202 w 4011346"/>
                <a:gd name="connsiteY419" fmla="*/ 792069 h 2020169"/>
                <a:gd name="connsiteX420" fmla="*/ 707492 w 4011346"/>
                <a:gd name="connsiteY420" fmla="*/ 785395 h 2020169"/>
                <a:gd name="connsiteX421" fmla="*/ 654097 w 4011346"/>
                <a:gd name="connsiteY421" fmla="*/ 822104 h 2020169"/>
                <a:gd name="connsiteX422" fmla="*/ 644085 w 4011346"/>
                <a:gd name="connsiteY422" fmla="*/ 798744 h 2020169"/>
                <a:gd name="connsiteX423" fmla="*/ 654097 w 4011346"/>
                <a:gd name="connsiteY423" fmla="*/ 762034 h 2020169"/>
                <a:gd name="connsiteX424" fmla="*/ 614050 w 4011346"/>
                <a:gd name="connsiteY424" fmla="*/ 798744 h 2020169"/>
                <a:gd name="connsiteX425" fmla="*/ 594027 w 4011346"/>
                <a:gd name="connsiteY425" fmla="*/ 798744 h 2020169"/>
                <a:gd name="connsiteX426" fmla="*/ 533957 w 4011346"/>
                <a:gd name="connsiteY426" fmla="*/ 832116 h 2020169"/>
                <a:gd name="connsiteX427" fmla="*/ 510596 w 4011346"/>
                <a:gd name="connsiteY427" fmla="*/ 855477 h 2020169"/>
                <a:gd name="connsiteX428" fmla="*/ 500584 w 4011346"/>
                <a:gd name="connsiteY428" fmla="*/ 902198 h 2020169"/>
                <a:gd name="connsiteX429" fmla="*/ 450526 w 4011346"/>
                <a:gd name="connsiteY429" fmla="*/ 888849 h 2020169"/>
                <a:gd name="connsiteX430" fmla="*/ 433840 w 4011346"/>
                <a:gd name="connsiteY430" fmla="*/ 852139 h 2020169"/>
                <a:gd name="connsiteX431" fmla="*/ 467212 w 4011346"/>
                <a:gd name="connsiteY431" fmla="*/ 822104 h 2020169"/>
                <a:gd name="connsiteX432" fmla="*/ 453863 w 4011346"/>
                <a:gd name="connsiteY432" fmla="*/ 798744 h 2020169"/>
                <a:gd name="connsiteX433" fmla="*/ 390456 w 4011346"/>
                <a:gd name="connsiteY433" fmla="*/ 768709 h 2020169"/>
                <a:gd name="connsiteX434" fmla="*/ 417154 w 4011346"/>
                <a:gd name="connsiteY434" fmla="*/ 818767 h 2020169"/>
                <a:gd name="connsiteX435" fmla="*/ 407142 w 4011346"/>
                <a:gd name="connsiteY435" fmla="*/ 862151 h 2020169"/>
                <a:gd name="connsiteX436" fmla="*/ 413817 w 4011346"/>
                <a:gd name="connsiteY436" fmla="*/ 898861 h 2020169"/>
                <a:gd name="connsiteX437" fmla="*/ 427165 w 4011346"/>
                <a:gd name="connsiteY437" fmla="*/ 922221 h 2020169"/>
                <a:gd name="connsiteX438" fmla="*/ 413817 w 4011346"/>
                <a:gd name="connsiteY438" fmla="*/ 952256 h 2020169"/>
                <a:gd name="connsiteX439" fmla="*/ 390456 w 4011346"/>
                <a:gd name="connsiteY439" fmla="*/ 928896 h 2020169"/>
                <a:gd name="connsiteX440" fmla="*/ 360421 w 4011346"/>
                <a:gd name="connsiteY440" fmla="*/ 925558 h 2020169"/>
                <a:gd name="connsiteX441" fmla="*/ 333723 w 4011346"/>
                <a:gd name="connsiteY441" fmla="*/ 965605 h 2020169"/>
                <a:gd name="connsiteX442" fmla="*/ 307025 w 4011346"/>
                <a:gd name="connsiteY442" fmla="*/ 985628 h 2020169"/>
                <a:gd name="connsiteX443" fmla="*/ 320374 w 4011346"/>
                <a:gd name="connsiteY443" fmla="*/ 1012326 h 2020169"/>
                <a:gd name="connsiteX444" fmla="*/ 303688 w 4011346"/>
                <a:gd name="connsiteY444" fmla="*/ 1035687 h 2020169"/>
                <a:gd name="connsiteX445" fmla="*/ 233606 w 4011346"/>
                <a:gd name="connsiteY445" fmla="*/ 998977 h 2020169"/>
                <a:gd name="connsiteX446" fmla="*/ 243618 w 4011346"/>
                <a:gd name="connsiteY446" fmla="*/ 1049036 h 2020169"/>
                <a:gd name="connsiteX447" fmla="*/ 263641 w 4011346"/>
                <a:gd name="connsiteY447" fmla="*/ 1069059 h 2020169"/>
                <a:gd name="connsiteX448" fmla="*/ 250292 w 4011346"/>
                <a:gd name="connsiteY448" fmla="*/ 1082408 h 2020169"/>
                <a:gd name="connsiteX449" fmla="*/ 193560 w 4011346"/>
                <a:gd name="connsiteY449" fmla="*/ 1045698 h 2020169"/>
                <a:gd name="connsiteX450" fmla="*/ 170199 w 4011346"/>
                <a:gd name="connsiteY450" fmla="*/ 1005652 h 2020169"/>
                <a:gd name="connsiteX451" fmla="*/ 170199 w 4011346"/>
                <a:gd name="connsiteY451" fmla="*/ 958931 h 2020169"/>
                <a:gd name="connsiteX452" fmla="*/ 133490 w 4011346"/>
                <a:gd name="connsiteY452" fmla="*/ 882174 h 2020169"/>
                <a:gd name="connsiteX453" fmla="*/ 196897 w 4011346"/>
                <a:gd name="connsiteY453" fmla="*/ 912209 h 2020169"/>
                <a:gd name="connsiteX454" fmla="*/ 256967 w 4011346"/>
                <a:gd name="connsiteY454" fmla="*/ 942244 h 2020169"/>
                <a:gd name="connsiteX455" fmla="*/ 293676 w 4011346"/>
                <a:gd name="connsiteY455" fmla="*/ 945582 h 2020169"/>
                <a:gd name="connsiteX456" fmla="*/ 327049 w 4011346"/>
                <a:gd name="connsiteY456" fmla="*/ 915547 h 2020169"/>
                <a:gd name="connsiteX457" fmla="*/ 343735 w 4011346"/>
                <a:gd name="connsiteY457" fmla="*/ 878837 h 2020169"/>
                <a:gd name="connsiteX458" fmla="*/ 333723 w 4011346"/>
                <a:gd name="connsiteY458" fmla="*/ 828779 h 2020169"/>
                <a:gd name="connsiteX459" fmla="*/ 290339 w 4011346"/>
                <a:gd name="connsiteY459" fmla="*/ 808755 h 2020169"/>
                <a:gd name="connsiteX460" fmla="*/ 236944 w 4011346"/>
                <a:gd name="connsiteY460" fmla="*/ 762034 h 2020169"/>
                <a:gd name="connsiteX461" fmla="*/ 133490 w 4011346"/>
                <a:gd name="connsiteY461"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41265 w 4011346"/>
                <a:gd name="connsiteY324" fmla="*/ 77154 h 2020169"/>
                <a:gd name="connsiteX325" fmla="*/ 1955552 w 4011346"/>
                <a:gd name="connsiteY325" fmla="*/ 65725 h 2020169"/>
                <a:gd name="connsiteX326" fmla="*/ 1895546 w 4011346"/>
                <a:gd name="connsiteY326" fmla="*/ 60008 h 2020169"/>
                <a:gd name="connsiteX327" fmla="*/ 1926978 w 4011346"/>
                <a:gd name="connsiteY327" fmla="*/ 31434 h 2020169"/>
                <a:gd name="connsiteX328" fmla="*/ 1909833 w 4011346"/>
                <a:gd name="connsiteY328" fmla="*/ 0 h 2020169"/>
                <a:gd name="connsiteX329" fmla="*/ 1877440 w 4011346"/>
                <a:gd name="connsiteY329" fmla="*/ 3067 h 2020169"/>
                <a:gd name="connsiteX330" fmla="*/ 1835474 w 4011346"/>
                <a:gd name="connsiteY330" fmla="*/ 41195 h 2020169"/>
                <a:gd name="connsiteX331" fmla="*/ 1818788 w 4011346"/>
                <a:gd name="connsiteY331" fmla="*/ 81242 h 2020169"/>
                <a:gd name="connsiteX332" fmla="*/ 1838813 w 4011346"/>
                <a:gd name="connsiteY332" fmla="*/ 134636 h 2020169"/>
                <a:gd name="connsiteX333" fmla="*/ 1782079 w 4011346"/>
                <a:gd name="connsiteY333" fmla="*/ 121287 h 2020169"/>
                <a:gd name="connsiteX334" fmla="*/ 1768731 w 4011346"/>
                <a:gd name="connsiteY334" fmla="*/ 168009 h 2020169"/>
                <a:gd name="connsiteX335" fmla="*/ 1705322 w 4011346"/>
                <a:gd name="connsiteY335" fmla="*/ 191369 h 2020169"/>
                <a:gd name="connsiteX336" fmla="*/ 1685300 w 4011346"/>
                <a:gd name="connsiteY336" fmla="*/ 164671 h 2020169"/>
                <a:gd name="connsiteX337" fmla="*/ 1615218 w 4011346"/>
                <a:gd name="connsiteY337" fmla="*/ 168009 h 2020169"/>
                <a:gd name="connsiteX338" fmla="*/ 1638579 w 4011346"/>
                <a:gd name="connsiteY338" fmla="*/ 198044 h 2020169"/>
                <a:gd name="connsiteX339" fmla="*/ 1528449 w 4011346"/>
                <a:gd name="connsiteY339" fmla="*/ 224740 h 2020169"/>
                <a:gd name="connsiteX340" fmla="*/ 1465043 w 4011346"/>
                <a:gd name="connsiteY340" fmla="*/ 308171 h 2020169"/>
                <a:gd name="connsiteX341" fmla="*/ 1448357 w 4011346"/>
                <a:gd name="connsiteY341" fmla="*/ 334869 h 2020169"/>
                <a:gd name="connsiteX342" fmla="*/ 1481729 w 4011346"/>
                <a:gd name="connsiteY342" fmla="*/ 368242 h 2020169"/>
                <a:gd name="connsiteX343" fmla="*/ 1481729 w 4011346"/>
                <a:gd name="connsiteY343" fmla="*/ 398277 h 2020169"/>
                <a:gd name="connsiteX344" fmla="*/ 1458368 w 4011346"/>
                <a:gd name="connsiteY344" fmla="*/ 401614 h 2020169"/>
                <a:gd name="connsiteX345" fmla="*/ 1458368 w 4011346"/>
                <a:gd name="connsiteY345" fmla="*/ 381590 h 2020169"/>
                <a:gd name="connsiteX346" fmla="*/ 1418322 w 4011346"/>
                <a:gd name="connsiteY346" fmla="*/ 391602 h 2020169"/>
                <a:gd name="connsiteX347" fmla="*/ 1368263 w 4011346"/>
                <a:gd name="connsiteY347" fmla="*/ 398277 h 2020169"/>
                <a:gd name="connsiteX348" fmla="*/ 1321542 w 4011346"/>
                <a:gd name="connsiteY348" fmla="*/ 404951 h 2020169"/>
                <a:gd name="connsiteX349" fmla="*/ 1318205 w 4011346"/>
                <a:gd name="connsiteY349" fmla="*/ 491719 h 2020169"/>
                <a:gd name="connsiteX350" fmla="*/ 1358252 w 4011346"/>
                <a:gd name="connsiteY350" fmla="*/ 515080 h 2020169"/>
                <a:gd name="connsiteX351" fmla="*/ 1374938 w 4011346"/>
                <a:gd name="connsiteY351" fmla="*/ 545115 h 2020169"/>
                <a:gd name="connsiteX352" fmla="*/ 1384949 w 4011346"/>
                <a:gd name="connsiteY352" fmla="*/ 568475 h 2020169"/>
                <a:gd name="connsiteX353" fmla="*/ 1394961 w 4011346"/>
                <a:gd name="connsiteY353" fmla="*/ 618534 h 2020169"/>
                <a:gd name="connsiteX354" fmla="*/ 1384949 w 4011346"/>
                <a:gd name="connsiteY354" fmla="*/ 648569 h 2020169"/>
                <a:gd name="connsiteX355" fmla="*/ 1358252 w 4011346"/>
                <a:gd name="connsiteY355" fmla="*/ 615196 h 2020169"/>
                <a:gd name="connsiteX356" fmla="*/ 1361589 w 4011346"/>
                <a:gd name="connsiteY356" fmla="*/ 585161 h 2020169"/>
                <a:gd name="connsiteX357" fmla="*/ 1351577 w 4011346"/>
                <a:gd name="connsiteY357" fmla="*/ 545115 h 2020169"/>
                <a:gd name="connsiteX358" fmla="*/ 1328217 w 4011346"/>
                <a:gd name="connsiteY358" fmla="*/ 551789 h 2020169"/>
                <a:gd name="connsiteX359" fmla="*/ 1281495 w 4011346"/>
                <a:gd name="connsiteY359" fmla="*/ 515080 h 2020169"/>
                <a:gd name="connsiteX360" fmla="*/ 1241449 w 4011346"/>
                <a:gd name="connsiteY360" fmla="*/ 511742 h 2020169"/>
                <a:gd name="connsiteX361" fmla="*/ 1241449 w 4011346"/>
                <a:gd name="connsiteY361" fmla="*/ 558463 h 2020169"/>
                <a:gd name="connsiteX362" fmla="*/ 1201402 w 4011346"/>
                <a:gd name="connsiteY362" fmla="*/ 538440 h 2020169"/>
                <a:gd name="connsiteX363" fmla="*/ 1228100 w 4011346"/>
                <a:gd name="connsiteY363" fmla="*/ 588498 h 2020169"/>
                <a:gd name="connsiteX364" fmla="*/ 1258135 w 4011346"/>
                <a:gd name="connsiteY364" fmla="*/ 598510 h 2020169"/>
                <a:gd name="connsiteX365" fmla="*/ 1258135 w 4011346"/>
                <a:gd name="connsiteY365" fmla="*/ 618534 h 2020169"/>
                <a:gd name="connsiteX366" fmla="*/ 1198065 w 4011346"/>
                <a:gd name="connsiteY366" fmla="*/ 595173 h 2020169"/>
                <a:gd name="connsiteX367" fmla="*/ 1181379 w 4011346"/>
                <a:gd name="connsiteY367" fmla="*/ 595173 h 2020169"/>
                <a:gd name="connsiteX368" fmla="*/ 1178041 w 4011346"/>
                <a:gd name="connsiteY368" fmla="*/ 551789 h 2020169"/>
                <a:gd name="connsiteX369" fmla="*/ 1171367 w 4011346"/>
                <a:gd name="connsiteY369" fmla="*/ 465021 h 2020169"/>
                <a:gd name="connsiteX370" fmla="*/ 1161355 w 4011346"/>
                <a:gd name="connsiteY370" fmla="*/ 535103 h 2020169"/>
                <a:gd name="connsiteX371" fmla="*/ 1137995 w 4011346"/>
                <a:gd name="connsiteY371" fmla="*/ 565138 h 2020169"/>
                <a:gd name="connsiteX372" fmla="*/ 1158018 w 4011346"/>
                <a:gd name="connsiteY372" fmla="*/ 611859 h 2020169"/>
                <a:gd name="connsiteX373" fmla="*/ 1158018 w 4011346"/>
                <a:gd name="connsiteY373" fmla="*/ 645231 h 2020169"/>
                <a:gd name="connsiteX374" fmla="*/ 1141332 w 4011346"/>
                <a:gd name="connsiteY374" fmla="*/ 695290 h 2020169"/>
                <a:gd name="connsiteX375" fmla="*/ 1154681 w 4011346"/>
                <a:gd name="connsiteY375" fmla="*/ 728662 h 2020169"/>
                <a:gd name="connsiteX376" fmla="*/ 1184716 w 4011346"/>
                <a:gd name="connsiteY376" fmla="*/ 735336 h 2020169"/>
                <a:gd name="connsiteX377" fmla="*/ 1221425 w 4011346"/>
                <a:gd name="connsiteY377" fmla="*/ 742011 h 2020169"/>
                <a:gd name="connsiteX378" fmla="*/ 1241449 w 4011346"/>
                <a:gd name="connsiteY378" fmla="*/ 765371 h 2020169"/>
                <a:gd name="connsiteX379" fmla="*/ 1258135 w 4011346"/>
                <a:gd name="connsiteY379" fmla="*/ 808755 h 2020169"/>
                <a:gd name="connsiteX380" fmla="*/ 1258135 w 4011346"/>
                <a:gd name="connsiteY380" fmla="*/ 808755 h 2020169"/>
                <a:gd name="connsiteX381" fmla="*/ 1254798 w 4011346"/>
                <a:gd name="connsiteY381" fmla="*/ 842128 h 2020169"/>
                <a:gd name="connsiteX382" fmla="*/ 1274821 w 4011346"/>
                <a:gd name="connsiteY382" fmla="*/ 862151 h 2020169"/>
                <a:gd name="connsiteX383" fmla="*/ 1244786 w 4011346"/>
                <a:gd name="connsiteY383" fmla="*/ 868826 h 2020169"/>
                <a:gd name="connsiteX384" fmla="*/ 1224763 w 4011346"/>
                <a:gd name="connsiteY384" fmla="*/ 828779 h 2020169"/>
                <a:gd name="connsiteX385" fmla="*/ 1224763 w 4011346"/>
                <a:gd name="connsiteY385" fmla="*/ 788732 h 2020169"/>
                <a:gd name="connsiteX386" fmla="*/ 1194727 w 4011346"/>
                <a:gd name="connsiteY386" fmla="*/ 752023 h 2020169"/>
                <a:gd name="connsiteX387" fmla="*/ 1164692 w 4011346"/>
                <a:gd name="connsiteY387" fmla="*/ 795407 h 2020169"/>
                <a:gd name="connsiteX388" fmla="*/ 1178041 w 4011346"/>
                <a:gd name="connsiteY388" fmla="*/ 838790 h 2020169"/>
                <a:gd name="connsiteX389" fmla="*/ 1137995 w 4011346"/>
                <a:gd name="connsiteY389" fmla="*/ 895523 h 2020169"/>
                <a:gd name="connsiteX390" fmla="*/ 1097948 w 4011346"/>
                <a:gd name="connsiteY390" fmla="*/ 952256 h 2020169"/>
                <a:gd name="connsiteX391" fmla="*/ 1007843 w 4011346"/>
                <a:gd name="connsiteY391" fmla="*/ 915547 h 2020169"/>
                <a:gd name="connsiteX392" fmla="*/ 1074587 w 4011346"/>
                <a:gd name="connsiteY392" fmla="*/ 912209 h 2020169"/>
                <a:gd name="connsiteX393" fmla="*/ 1107960 w 4011346"/>
                <a:gd name="connsiteY393" fmla="*/ 848802 h 2020169"/>
                <a:gd name="connsiteX394" fmla="*/ 1121309 w 4011346"/>
                <a:gd name="connsiteY394" fmla="*/ 805418 h 2020169"/>
                <a:gd name="connsiteX395" fmla="*/ 1127983 w 4011346"/>
                <a:gd name="connsiteY395" fmla="*/ 772046 h 2020169"/>
                <a:gd name="connsiteX396" fmla="*/ 1117971 w 4011346"/>
                <a:gd name="connsiteY396" fmla="*/ 755360 h 2020169"/>
                <a:gd name="connsiteX397" fmla="*/ 1114634 w 4011346"/>
                <a:gd name="connsiteY397" fmla="*/ 705301 h 2020169"/>
                <a:gd name="connsiteX398" fmla="*/ 1104622 w 4011346"/>
                <a:gd name="connsiteY398" fmla="*/ 625208 h 2020169"/>
                <a:gd name="connsiteX399" fmla="*/ 1101285 w 4011346"/>
                <a:gd name="connsiteY399" fmla="*/ 565138 h 2020169"/>
                <a:gd name="connsiteX400" fmla="*/ 1124646 w 4011346"/>
                <a:gd name="connsiteY400" fmla="*/ 471696 h 2020169"/>
                <a:gd name="connsiteX401" fmla="*/ 1031203 w 4011346"/>
                <a:gd name="connsiteY401" fmla="*/ 461684 h 2020169"/>
                <a:gd name="connsiteX402" fmla="*/ 1014517 w 4011346"/>
                <a:gd name="connsiteY402" fmla="*/ 518417 h 2020169"/>
                <a:gd name="connsiteX403" fmla="*/ 1024529 w 4011346"/>
                <a:gd name="connsiteY403" fmla="*/ 565138 h 2020169"/>
                <a:gd name="connsiteX404" fmla="*/ 981145 w 4011346"/>
                <a:gd name="connsiteY404" fmla="*/ 618534 h 2020169"/>
                <a:gd name="connsiteX405" fmla="*/ 991157 w 4011346"/>
                <a:gd name="connsiteY405" fmla="*/ 655243 h 2020169"/>
                <a:gd name="connsiteX406" fmla="*/ 981145 w 4011346"/>
                <a:gd name="connsiteY406" fmla="*/ 701964 h 2020169"/>
                <a:gd name="connsiteX407" fmla="*/ 1001168 w 4011346"/>
                <a:gd name="connsiteY407" fmla="*/ 725325 h 2020169"/>
                <a:gd name="connsiteX408" fmla="*/ 1017854 w 4011346"/>
                <a:gd name="connsiteY408" fmla="*/ 772046 h 2020169"/>
                <a:gd name="connsiteX409" fmla="*/ 1047890 w 4011346"/>
                <a:gd name="connsiteY409" fmla="*/ 758697 h 2020169"/>
                <a:gd name="connsiteX410" fmla="*/ 1014517 w 4011346"/>
                <a:gd name="connsiteY410" fmla="*/ 812093 h 2020169"/>
                <a:gd name="connsiteX411" fmla="*/ 957784 w 4011346"/>
                <a:gd name="connsiteY411" fmla="*/ 758697 h 2020169"/>
                <a:gd name="connsiteX412" fmla="*/ 884365 w 4011346"/>
                <a:gd name="connsiteY412" fmla="*/ 721988 h 2020169"/>
                <a:gd name="connsiteX413" fmla="*/ 824295 w 4011346"/>
                <a:gd name="connsiteY413" fmla="*/ 698627 h 2020169"/>
                <a:gd name="connsiteX414" fmla="*/ 810946 w 4011346"/>
                <a:gd name="connsiteY414" fmla="*/ 735336 h 2020169"/>
                <a:gd name="connsiteX415" fmla="*/ 827633 w 4011346"/>
                <a:gd name="connsiteY415" fmla="*/ 772046 h 2020169"/>
                <a:gd name="connsiteX416" fmla="*/ 814284 w 4011346"/>
                <a:gd name="connsiteY416" fmla="*/ 795407 h 2020169"/>
                <a:gd name="connsiteX417" fmla="*/ 800935 w 4011346"/>
                <a:gd name="connsiteY417" fmla="*/ 812093 h 2020169"/>
                <a:gd name="connsiteX418" fmla="*/ 770900 w 4011346"/>
                <a:gd name="connsiteY418" fmla="*/ 755360 h 2020169"/>
                <a:gd name="connsiteX419" fmla="*/ 744202 w 4011346"/>
                <a:gd name="connsiteY419" fmla="*/ 792069 h 2020169"/>
                <a:gd name="connsiteX420" fmla="*/ 707492 w 4011346"/>
                <a:gd name="connsiteY420" fmla="*/ 785395 h 2020169"/>
                <a:gd name="connsiteX421" fmla="*/ 654097 w 4011346"/>
                <a:gd name="connsiteY421" fmla="*/ 822104 h 2020169"/>
                <a:gd name="connsiteX422" fmla="*/ 644085 w 4011346"/>
                <a:gd name="connsiteY422" fmla="*/ 798744 h 2020169"/>
                <a:gd name="connsiteX423" fmla="*/ 654097 w 4011346"/>
                <a:gd name="connsiteY423" fmla="*/ 762034 h 2020169"/>
                <a:gd name="connsiteX424" fmla="*/ 614050 w 4011346"/>
                <a:gd name="connsiteY424" fmla="*/ 798744 h 2020169"/>
                <a:gd name="connsiteX425" fmla="*/ 594027 w 4011346"/>
                <a:gd name="connsiteY425" fmla="*/ 798744 h 2020169"/>
                <a:gd name="connsiteX426" fmla="*/ 533957 w 4011346"/>
                <a:gd name="connsiteY426" fmla="*/ 832116 h 2020169"/>
                <a:gd name="connsiteX427" fmla="*/ 510596 w 4011346"/>
                <a:gd name="connsiteY427" fmla="*/ 855477 h 2020169"/>
                <a:gd name="connsiteX428" fmla="*/ 500584 w 4011346"/>
                <a:gd name="connsiteY428" fmla="*/ 902198 h 2020169"/>
                <a:gd name="connsiteX429" fmla="*/ 450526 w 4011346"/>
                <a:gd name="connsiteY429" fmla="*/ 888849 h 2020169"/>
                <a:gd name="connsiteX430" fmla="*/ 433840 w 4011346"/>
                <a:gd name="connsiteY430" fmla="*/ 852139 h 2020169"/>
                <a:gd name="connsiteX431" fmla="*/ 467212 w 4011346"/>
                <a:gd name="connsiteY431" fmla="*/ 822104 h 2020169"/>
                <a:gd name="connsiteX432" fmla="*/ 453863 w 4011346"/>
                <a:gd name="connsiteY432" fmla="*/ 798744 h 2020169"/>
                <a:gd name="connsiteX433" fmla="*/ 390456 w 4011346"/>
                <a:gd name="connsiteY433" fmla="*/ 768709 h 2020169"/>
                <a:gd name="connsiteX434" fmla="*/ 417154 w 4011346"/>
                <a:gd name="connsiteY434" fmla="*/ 818767 h 2020169"/>
                <a:gd name="connsiteX435" fmla="*/ 407142 w 4011346"/>
                <a:gd name="connsiteY435" fmla="*/ 862151 h 2020169"/>
                <a:gd name="connsiteX436" fmla="*/ 413817 w 4011346"/>
                <a:gd name="connsiteY436" fmla="*/ 898861 h 2020169"/>
                <a:gd name="connsiteX437" fmla="*/ 427165 w 4011346"/>
                <a:gd name="connsiteY437" fmla="*/ 922221 h 2020169"/>
                <a:gd name="connsiteX438" fmla="*/ 413817 w 4011346"/>
                <a:gd name="connsiteY438" fmla="*/ 952256 h 2020169"/>
                <a:gd name="connsiteX439" fmla="*/ 390456 w 4011346"/>
                <a:gd name="connsiteY439" fmla="*/ 928896 h 2020169"/>
                <a:gd name="connsiteX440" fmla="*/ 360421 w 4011346"/>
                <a:gd name="connsiteY440" fmla="*/ 925558 h 2020169"/>
                <a:gd name="connsiteX441" fmla="*/ 333723 w 4011346"/>
                <a:gd name="connsiteY441" fmla="*/ 965605 h 2020169"/>
                <a:gd name="connsiteX442" fmla="*/ 307025 w 4011346"/>
                <a:gd name="connsiteY442" fmla="*/ 985628 h 2020169"/>
                <a:gd name="connsiteX443" fmla="*/ 320374 w 4011346"/>
                <a:gd name="connsiteY443" fmla="*/ 1012326 h 2020169"/>
                <a:gd name="connsiteX444" fmla="*/ 303688 w 4011346"/>
                <a:gd name="connsiteY444" fmla="*/ 1035687 h 2020169"/>
                <a:gd name="connsiteX445" fmla="*/ 233606 w 4011346"/>
                <a:gd name="connsiteY445" fmla="*/ 998977 h 2020169"/>
                <a:gd name="connsiteX446" fmla="*/ 243618 w 4011346"/>
                <a:gd name="connsiteY446" fmla="*/ 1049036 h 2020169"/>
                <a:gd name="connsiteX447" fmla="*/ 263641 w 4011346"/>
                <a:gd name="connsiteY447" fmla="*/ 1069059 h 2020169"/>
                <a:gd name="connsiteX448" fmla="*/ 250292 w 4011346"/>
                <a:gd name="connsiteY448" fmla="*/ 1082408 h 2020169"/>
                <a:gd name="connsiteX449" fmla="*/ 193560 w 4011346"/>
                <a:gd name="connsiteY449" fmla="*/ 1045698 h 2020169"/>
                <a:gd name="connsiteX450" fmla="*/ 170199 w 4011346"/>
                <a:gd name="connsiteY450" fmla="*/ 1005652 h 2020169"/>
                <a:gd name="connsiteX451" fmla="*/ 170199 w 4011346"/>
                <a:gd name="connsiteY451" fmla="*/ 958931 h 2020169"/>
                <a:gd name="connsiteX452" fmla="*/ 133490 w 4011346"/>
                <a:gd name="connsiteY452" fmla="*/ 882174 h 2020169"/>
                <a:gd name="connsiteX453" fmla="*/ 196897 w 4011346"/>
                <a:gd name="connsiteY453" fmla="*/ 912209 h 2020169"/>
                <a:gd name="connsiteX454" fmla="*/ 256967 w 4011346"/>
                <a:gd name="connsiteY454" fmla="*/ 942244 h 2020169"/>
                <a:gd name="connsiteX455" fmla="*/ 293676 w 4011346"/>
                <a:gd name="connsiteY455" fmla="*/ 945582 h 2020169"/>
                <a:gd name="connsiteX456" fmla="*/ 327049 w 4011346"/>
                <a:gd name="connsiteY456" fmla="*/ 915547 h 2020169"/>
                <a:gd name="connsiteX457" fmla="*/ 343735 w 4011346"/>
                <a:gd name="connsiteY457" fmla="*/ 878837 h 2020169"/>
                <a:gd name="connsiteX458" fmla="*/ 333723 w 4011346"/>
                <a:gd name="connsiteY458" fmla="*/ 828779 h 2020169"/>
                <a:gd name="connsiteX459" fmla="*/ 290339 w 4011346"/>
                <a:gd name="connsiteY459" fmla="*/ 808755 h 2020169"/>
                <a:gd name="connsiteX460" fmla="*/ 236944 w 4011346"/>
                <a:gd name="connsiteY460" fmla="*/ 762034 h 2020169"/>
                <a:gd name="connsiteX461" fmla="*/ 133490 w 4011346"/>
                <a:gd name="connsiteY461"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1952696 w 4011346"/>
                <a:gd name="connsiteY323" fmla="*/ 137160 h 2020169"/>
                <a:gd name="connsiteX324" fmla="*/ 1961267 w 4011346"/>
                <a:gd name="connsiteY324" fmla="*/ 82869 h 2020169"/>
                <a:gd name="connsiteX325" fmla="*/ 1955552 w 4011346"/>
                <a:gd name="connsiteY325" fmla="*/ 65725 h 2020169"/>
                <a:gd name="connsiteX326" fmla="*/ 1895546 w 4011346"/>
                <a:gd name="connsiteY326" fmla="*/ 60008 h 2020169"/>
                <a:gd name="connsiteX327" fmla="*/ 1926978 w 4011346"/>
                <a:gd name="connsiteY327" fmla="*/ 31434 h 2020169"/>
                <a:gd name="connsiteX328" fmla="*/ 1909833 w 4011346"/>
                <a:gd name="connsiteY328" fmla="*/ 0 h 2020169"/>
                <a:gd name="connsiteX329" fmla="*/ 1877440 w 4011346"/>
                <a:gd name="connsiteY329" fmla="*/ 3067 h 2020169"/>
                <a:gd name="connsiteX330" fmla="*/ 1835474 w 4011346"/>
                <a:gd name="connsiteY330" fmla="*/ 41195 h 2020169"/>
                <a:gd name="connsiteX331" fmla="*/ 1818788 w 4011346"/>
                <a:gd name="connsiteY331" fmla="*/ 81242 h 2020169"/>
                <a:gd name="connsiteX332" fmla="*/ 1838813 w 4011346"/>
                <a:gd name="connsiteY332" fmla="*/ 134636 h 2020169"/>
                <a:gd name="connsiteX333" fmla="*/ 1782079 w 4011346"/>
                <a:gd name="connsiteY333" fmla="*/ 121287 h 2020169"/>
                <a:gd name="connsiteX334" fmla="*/ 1768731 w 4011346"/>
                <a:gd name="connsiteY334" fmla="*/ 168009 h 2020169"/>
                <a:gd name="connsiteX335" fmla="*/ 1705322 w 4011346"/>
                <a:gd name="connsiteY335" fmla="*/ 191369 h 2020169"/>
                <a:gd name="connsiteX336" fmla="*/ 1685300 w 4011346"/>
                <a:gd name="connsiteY336" fmla="*/ 164671 h 2020169"/>
                <a:gd name="connsiteX337" fmla="*/ 1615218 w 4011346"/>
                <a:gd name="connsiteY337" fmla="*/ 168009 h 2020169"/>
                <a:gd name="connsiteX338" fmla="*/ 1638579 w 4011346"/>
                <a:gd name="connsiteY338" fmla="*/ 198044 h 2020169"/>
                <a:gd name="connsiteX339" fmla="*/ 1528449 w 4011346"/>
                <a:gd name="connsiteY339" fmla="*/ 224740 h 2020169"/>
                <a:gd name="connsiteX340" fmla="*/ 1465043 w 4011346"/>
                <a:gd name="connsiteY340" fmla="*/ 308171 h 2020169"/>
                <a:gd name="connsiteX341" fmla="*/ 1448357 w 4011346"/>
                <a:gd name="connsiteY341" fmla="*/ 334869 h 2020169"/>
                <a:gd name="connsiteX342" fmla="*/ 1481729 w 4011346"/>
                <a:gd name="connsiteY342" fmla="*/ 368242 h 2020169"/>
                <a:gd name="connsiteX343" fmla="*/ 1481729 w 4011346"/>
                <a:gd name="connsiteY343" fmla="*/ 398277 h 2020169"/>
                <a:gd name="connsiteX344" fmla="*/ 1458368 w 4011346"/>
                <a:gd name="connsiteY344" fmla="*/ 401614 h 2020169"/>
                <a:gd name="connsiteX345" fmla="*/ 1458368 w 4011346"/>
                <a:gd name="connsiteY345" fmla="*/ 381590 h 2020169"/>
                <a:gd name="connsiteX346" fmla="*/ 1418322 w 4011346"/>
                <a:gd name="connsiteY346" fmla="*/ 391602 h 2020169"/>
                <a:gd name="connsiteX347" fmla="*/ 1368263 w 4011346"/>
                <a:gd name="connsiteY347" fmla="*/ 398277 h 2020169"/>
                <a:gd name="connsiteX348" fmla="*/ 1321542 w 4011346"/>
                <a:gd name="connsiteY348" fmla="*/ 404951 h 2020169"/>
                <a:gd name="connsiteX349" fmla="*/ 1318205 w 4011346"/>
                <a:gd name="connsiteY349" fmla="*/ 491719 h 2020169"/>
                <a:gd name="connsiteX350" fmla="*/ 1358252 w 4011346"/>
                <a:gd name="connsiteY350" fmla="*/ 515080 h 2020169"/>
                <a:gd name="connsiteX351" fmla="*/ 1374938 w 4011346"/>
                <a:gd name="connsiteY351" fmla="*/ 545115 h 2020169"/>
                <a:gd name="connsiteX352" fmla="*/ 1384949 w 4011346"/>
                <a:gd name="connsiteY352" fmla="*/ 568475 h 2020169"/>
                <a:gd name="connsiteX353" fmla="*/ 1394961 w 4011346"/>
                <a:gd name="connsiteY353" fmla="*/ 618534 h 2020169"/>
                <a:gd name="connsiteX354" fmla="*/ 1384949 w 4011346"/>
                <a:gd name="connsiteY354" fmla="*/ 648569 h 2020169"/>
                <a:gd name="connsiteX355" fmla="*/ 1358252 w 4011346"/>
                <a:gd name="connsiteY355" fmla="*/ 615196 h 2020169"/>
                <a:gd name="connsiteX356" fmla="*/ 1361589 w 4011346"/>
                <a:gd name="connsiteY356" fmla="*/ 585161 h 2020169"/>
                <a:gd name="connsiteX357" fmla="*/ 1351577 w 4011346"/>
                <a:gd name="connsiteY357" fmla="*/ 545115 h 2020169"/>
                <a:gd name="connsiteX358" fmla="*/ 1328217 w 4011346"/>
                <a:gd name="connsiteY358" fmla="*/ 551789 h 2020169"/>
                <a:gd name="connsiteX359" fmla="*/ 1281495 w 4011346"/>
                <a:gd name="connsiteY359" fmla="*/ 515080 h 2020169"/>
                <a:gd name="connsiteX360" fmla="*/ 1241449 w 4011346"/>
                <a:gd name="connsiteY360" fmla="*/ 511742 h 2020169"/>
                <a:gd name="connsiteX361" fmla="*/ 1241449 w 4011346"/>
                <a:gd name="connsiteY361" fmla="*/ 558463 h 2020169"/>
                <a:gd name="connsiteX362" fmla="*/ 1201402 w 4011346"/>
                <a:gd name="connsiteY362" fmla="*/ 538440 h 2020169"/>
                <a:gd name="connsiteX363" fmla="*/ 1228100 w 4011346"/>
                <a:gd name="connsiteY363" fmla="*/ 588498 h 2020169"/>
                <a:gd name="connsiteX364" fmla="*/ 1258135 w 4011346"/>
                <a:gd name="connsiteY364" fmla="*/ 598510 h 2020169"/>
                <a:gd name="connsiteX365" fmla="*/ 1258135 w 4011346"/>
                <a:gd name="connsiteY365" fmla="*/ 618534 h 2020169"/>
                <a:gd name="connsiteX366" fmla="*/ 1198065 w 4011346"/>
                <a:gd name="connsiteY366" fmla="*/ 595173 h 2020169"/>
                <a:gd name="connsiteX367" fmla="*/ 1181379 w 4011346"/>
                <a:gd name="connsiteY367" fmla="*/ 595173 h 2020169"/>
                <a:gd name="connsiteX368" fmla="*/ 1178041 w 4011346"/>
                <a:gd name="connsiteY368" fmla="*/ 551789 h 2020169"/>
                <a:gd name="connsiteX369" fmla="*/ 1171367 w 4011346"/>
                <a:gd name="connsiteY369" fmla="*/ 465021 h 2020169"/>
                <a:gd name="connsiteX370" fmla="*/ 1161355 w 4011346"/>
                <a:gd name="connsiteY370" fmla="*/ 535103 h 2020169"/>
                <a:gd name="connsiteX371" fmla="*/ 1137995 w 4011346"/>
                <a:gd name="connsiteY371" fmla="*/ 565138 h 2020169"/>
                <a:gd name="connsiteX372" fmla="*/ 1158018 w 4011346"/>
                <a:gd name="connsiteY372" fmla="*/ 611859 h 2020169"/>
                <a:gd name="connsiteX373" fmla="*/ 1158018 w 4011346"/>
                <a:gd name="connsiteY373" fmla="*/ 645231 h 2020169"/>
                <a:gd name="connsiteX374" fmla="*/ 1141332 w 4011346"/>
                <a:gd name="connsiteY374" fmla="*/ 695290 h 2020169"/>
                <a:gd name="connsiteX375" fmla="*/ 1154681 w 4011346"/>
                <a:gd name="connsiteY375" fmla="*/ 728662 h 2020169"/>
                <a:gd name="connsiteX376" fmla="*/ 1184716 w 4011346"/>
                <a:gd name="connsiteY376" fmla="*/ 735336 h 2020169"/>
                <a:gd name="connsiteX377" fmla="*/ 1221425 w 4011346"/>
                <a:gd name="connsiteY377" fmla="*/ 742011 h 2020169"/>
                <a:gd name="connsiteX378" fmla="*/ 1241449 w 4011346"/>
                <a:gd name="connsiteY378" fmla="*/ 765371 h 2020169"/>
                <a:gd name="connsiteX379" fmla="*/ 1258135 w 4011346"/>
                <a:gd name="connsiteY379" fmla="*/ 808755 h 2020169"/>
                <a:gd name="connsiteX380" fmla="*/ 1258135 w 4011346"/>
                <a:gd name="connsiteY380" fmla="*/ 808755 h 2020169"/>
                <a:gd name="connsiteX381" fmla="*/ 1254798 w 4011346"/>
                <a:gd name="connsiteY381" fmla="*/ 842128 h 2020169"/>
                <a:gd name="connsiteX382" fmla="*/ 1274821 w 4011346"/>
                <a:gd name="connsiteY382" fmla="*/ 862151 h 2020169"/>
                <a:gd name="connsiteX383" fmla="*/ 1244786 w 4011346"/>
                <a:gd name="connsiteY383" fmla="*/ 868826 h 2020169"/>
                <a:gd name="connsiteX384" fmla="*/ 1224763 w 4011346"/>
                <a:gd name="connsiteY384" fmla="*/ 828779 h 2020169"/>
                <a:gd name="connsiteX385" fmla="*/ 1224763 w 4011346"/>
                <a:gd name="connsiteY385" fmla="*/ 788732 h 2020169"/>
                <a:gd name="connsiteX386" fmla="*/ 1194727 w 4011346"/>
                <a:gd name="connsiteY386" fmla="*/ 752023 h 2020169"/>
                <a:gd name="connsiteX387" fmla="*/ 1164692 w 4011346"/>
                <a:gd name="connsiteY387" fmla="*/ 795407 h 2020169"/>
                <a:gd name="connsiteX388" fmla="*/ 1178041 w 4011346"/>
                <a:gd name="connsiteY388" fmla="*/ 838790 h 2020169"/>
                <a:gd name="connsiteX389" fmla="*/ 1137995 w 4011346"/>
                <a:gd name="connsiteY389" fmla="*/ 895523 h 2020169"/>
                <a:gd name="connsiteX390" fmla="*/ 1097948 w 4011346"/>
                <a:gd name="connsiteY390" fmla="*/ 952256 h 2020169"/>
                <a:gd name="connsiteX391" fmla="*/ 1007843 w 4011346"/>
                <a:gd name="connsiteY391" fmla="*/ 915547 h 2020169"/>
                <a:gd name="connsiteX392" fmla="*/ 1074587 w 4011346"/>
                <a:gd name="connsiteY392" fmla="*/ 912209 h 2020169"/>
                <a:gd name="connsiteX393" fmla="*/ 1107960 w 4011346"/>
                <a:gd name="connsiteY393" fmla="*/ 848802 h 2020169"/>
                <a:gd name="connsiteX394" fmla="*/ 1121309 w 4011346"/>
                <a:gd name="connsiteY394" fmla="*/ 805418 h 2020169"/>
                <a:gd name="connsiteX395" fmla="*/ 1127983 w 4011346"/>
                <a:gd name="connsiteY395" fmla="*/ 772046 h 2020169"/>
                <a:gd name="connsiteX396" fmla="*/ 1117971 w 4011346"/>
                <a:gd name="connsiteY396" fmla="*/ 755360 h 2020169"/>
                <a:gd name="connsiteX397" fmla="*/ 1114634 w 4011346"/>
                <a:gd name="connsiteY397" fmla="*/ 705301 h 2020169"/>
                <a:gd name="connsiteX398" fmla="*/ 1104622 w 4011346"/>
                <a:gd name="connsiteY398" fmla="*/ 625208 h 2020169"/>
                <a:gd name="connsiteX399" fmla="*/ 1101285 w 4011346"/>
                <a:gd name="connsiteY399" fmla="*/ 565138 h 2020169"/>
                <a:gd name="connsiteX400" fmla="*/ 1124646 w 4011346"/>
                <a:gd name="connsiteY400" fmla="*/ 471696 h 2020169"/>
                <a:gd name="connsiteX401" fmla="*/ 1031203 w 4011346"/>
                <a:gd name="connsiteY401" fmla="*/ 461684 h 2020169"/>
                <a:gd name="connsiteX402" fmla="*/ 1014517 w 4011346"/>
                <a:gd name="connsiteY402" fmla="*/ 518417 h 2020169"/>
                <a:gd name="connsiteX403" fmla="*/ 1024529 w 4011346"/>
                <a:gd name="connsiteY403" fmla="*/ 565138 h 2020169"/>
                <a:gd name="connsiteX404" fmla="*/ 981145 w 4011346"/>
                <a:gd name="connsiteY404" fmla="*/ 618534 h 2020169"/>
                <a:gd name="connsiteX405" fmla="*/ 991157 w 4011346"/>
                <a:gd name="connsiteY405" fmla="*/ 655243 h 2020169"/>
                <a:gd name="connsiteX406" fmla="*/ 981145 w 4011346"/>
                <a:gd name="connsiteY406" fmla="*/ 701964 h 2020169"/>
                <a:gd name="connsiteX407" fmla="*/ 1001168 w 4011346"/>
                <a:gd name="connsiteY407" fmla="*/ 725325 h 2020169"/>
                <a:gd name="connsiteX408" fmla="*/ 1017854 w 4011346"/>
                <a:gd name="connsiteY408" fmla="*/ 772046 h 2020169"/>
                <a:gd name="connsiteX409" fmla="*/ 1047890 w 4011346"/>
                <a:gd name="connsiteY409" fmla="*/ 758697 h 2020169"/>
                <a:gd name="connsiteX410" fmla="*/ 1014517 w 4011346"/>
                <a:gd name="connsiteY410" fmla="*/ 812093 h 2020169"/>
                <a:gd name="connsiteX411" fmla="*/ 957784 w 4011346"/>
                <a:gd name="connsiteY411" fmla="*/ 758697 h 2020169"/>
                <a:gd name="connsiteX412" fmla="*/ 884365 w 4011346"/>
                <a:gd name="connsiteY412" fmla="*/ 721988 h 2020169"/>
                <a:gd name="connsiteX413" fmla="*/ 824295 w 4011346"/>
                <a:gd name="connsiteY413" fmla="*/ 698627 h 2020169"/>
                <a:gd name="connsiteX414" fmla="*/ 810946 w 4011346"/>
                <a:gd name="connsiteY414" fmla="*/ 735336 h 2020169"/>
                <a:gd name="connsiteX415" fmla="*/ 827633 w 4011346"/>
                <a:gd name="connsiteY415" fmla="*/ 772046 h 2020169"/>
                <a:gd name="connsiteX416" fmla="*/ 814284 w 4011346"/>
                <a:gd name="connsiteY416" fmla="*/ 795407 h 2020169"/>
                <a:gd name="connsiteX417" fmla="*/ 800935 w 4011346"/>
                <a:gd name="connsiteY417" fmla="*/ 812093 h 2020169"/>
                <a:gd name="connsiteX418" fmla="*/ 770900 w 4011346"/>
                <a:gd name="connsiteY418" fmla="*/ 755360 h 2020169"/>
                <a:gd name="connsiteX419" fmla="*/ 744202 w 4011346"/>
                <a:gd name="connsiteY419" fmla="*/ 792069 h 2020169"/>
                <a:gd name="connsiteX420" fmla="*/ 707492 w 4011346"/>
                <a:gd name="connsiteY420" fmla="*/ 785395 h 2020169"/>
                <a:gd name="connsiteX421" fmla="*/ 654097 w 4011346"/>
                <a:gd name="connsiteY421" fmla="*/ 822104 h 2020169"/>
                <a:gd name="connsiteX422" fmla="*/ 644085 w 4011346"/>
                <a:gd name="connsiteY422" fmla="*/ 798744 h 2020169"/>
                <a:gd name="connsiteX423" fmla="*/ 654097 w 4011346"/>
                <a:gd name="connsiteY423" fmla="*/ 762034 h 2020169"/>
                <a:gd name="connsiteX424" fmla="*/ 614050 w 4011346"/>
                <a:gd name="connsiteY424" fmla="*/ 798744 h 2020169"/>
                <a:gd name="connsiteX425" fmla="*/ 594027 w 4011346"/>
                <a:gd name="connsiteY425" fmla="*/ 798744 h 2020169"/>
                <a:gd name="connsiteX426" fmla="*/ 533957 w 4011346"/>
                <a:gd name="connsiteY426" fmla="*/ 832116 h 2020169"/>
                <a:gd name="connsiteX427" fmla="*/ 510596 w 4011346"/>
                <a:gd name="connsiteY427" fmla="*/ 855477 h 2020169"/>
                <a:gd name="connsiteX428" fmla="*/ 500584 w 4011346"/>
                <a:gd name="connsiteY428" fmla="*/ 902198 h 2020169"/>
                <a:gd name="connsiteX429" fmla="*/ 450526 w 4011346"/>
                <a:gd name="connsiteY429" fmla="*/ 888849 h 2020169"/>
                <a:gd name="connsiteX430" fmla="*/ 433840 w 4011346"/>
                <a:gd name="connsiteY430" fmla="*/ 852139 h 2020169"/>
                <a:gd name="connsiteX431" fmla="*/ 467212 w 4011346"/>
                <a:gd name="connsiteY431" fmla="*/ 822104 h 2020169"/>
                <a:gd name="connsiteX432" fmla="*/ 453863 w 4011346"/>
                <a:gd name="connsiteY432" fmla="*/ 798744 h 2020169"/>
                <a:gd name="connsiteX433" fmla="*/ 390456 w 4011346"/>
                <a:gd name="connsiteY433" fmla="*/ 768709 h 2020169"/>
                <a:gd name="connsiteX434" fmla="*/ 417154 w 4011346"/>
                <a:gd name="connsiteY434" fmla="*/ 818767 h 2020169"/>
                <a:gd name="connsiteX435" fmla="*/ 407142 w 4011346"/>
                <a:gd name="connsiteY435" fmla="*/ 862151 h 2020169"/>
                <a:gd name="connsiteX436" fmla="*/ 413817 w 4011346"/>
                <a:gd name="connsiteY436" fmla="*/ 898861 h 2020169"/>
                <a:gd name="connsiteX437" fmla="*/ 427165 w 4011346"/>
                <a:gd name="connsiteY437" fmla="*/ 922221 h 2020169"/>
                <a:gd name="connsiteX438" fmla="*/ 413817 w 4011346"/>
                <a:gd name="connsiteY438" fmla="*/ 952256 h 2020169"/>
                <a:gd name="connsiteX439" fmla="*/ 390456 w 4011346"/>
                <a:gd name="connsiteY439" fmla="*/ 928896 h 2020169"/>
                <a:gd name="connsiteX440" fmla="*/ 360421 w 4011346"/>
                <a:gd name="connsiteY440" fmla="*/ 925558 h 2020169"/>
                <a:gd name="connsiteX441" fmla="*/ 333723 w 4011346"/>
                <a:gd name="connsiteY441" fmla="*/ 965605 h 2020169"/>
                <a:gd name="connsiteX442" fmla="*/ 307025 w 4011346"/>
                <a:gd name="connsiteY442" fmla="*/ 985628 h 2020169"/>
                <a:gd name="connsiteX443" fmla="*/ 320374 w 4011346"/>
                <a:gd name="connsiteY443" fmla="*/ 1012326 h 2020169"/>
                <a:gd name="connsiteX444" fmla="*/ 303688 w 4011346"/>
                <a:gd name="connsiteY444" fmla="*/ 1035687 h 2020169"/>
                <a:gd name="connsiteX445" fmla="*/ 233606 w 4011346"/>
                <a:gd name="connsiteY445" fmla="*/ 998977 h 2020169"/>
                <a:gd name="connsiteX446" fmla="*/ 243618 w 4011346"/>
                <a:gd name="connsiteY446" fmla="*/ 1049036 h 2020169"/>
                <a:gd name="connsiteX447" fmla="*/ 263641 w 4011346"/>
                <a:gd name="connsiteY447" fmla="*/ 1069059 h 2020169"/>
                <a:gd name="connsiteX448" fmla="*/ 250292 w 4011346"/>
                <a:gd name="connsiteY448" fmla="*/ 1082408 h 2020169"/>
                <a:gd name="connsiteX449" fmla="*/ 193560 w 4011346"/>
                <a:gd name="connsiteY449" fmla="*/ 1045698 h 2020169"/>
                <a:gd name="connsiteX450" fmla="*/ 170199 w 4011346"/>
                <a:gd name="connsiteY450" fmla="*/ 1005652 h 2020169"/>
                <a:gd name="connsiteX451" fmla="*/ 170199 w 4011346"/>
                <a:gd name="connsiteY451" fmla="*/ 958931 h 2020169"/>
                <a:gd name="connsiteX452" fmla="*/ 133490 w 4011346"/>
                <a:gd name="connsiteY452" fmla="*/ 882174 h 2020169"/>
                <a:gd name="connsiteX453" fmla="*/ 196897 w 4011346"/>
                <a:gd name="connsiteY453" fmla="*/ 912209 h 2020169"/>
                <a:gd name="connsiteX454" fmla="*/ 256967 w 4011346"/>
                <a:gd name="connsiteY454" fmla="*/ 942244 h 2020169"/>
                <a:gd name="connsiteX455" fmla="*/ 293676 w 4011346"/>
                <a:gd name="connsiteY455" fmla="*/ 945582 h 2020169"/>
                <a:gd name="connsiteX456" fmla="*/ 327049 w 4011346"/>
                <a:gd name="connsiteY456" fmla="*/ 915547 h 2020169"/>
                <a:gd name="connsiteX457" fmla="*/ 343735 w 4011346"/>
                <a:gd name="connsiteY457" fmla="*/ 878837 h 2020169"/>
                <a:gd name="connsiteX458" fmla="*/ 333723 w 4011346"/>
                <a:gd name="connsiteY458" fmla="*/ 828779 h 2020169"/>
                <a:gd name="connsiteX459" fmla="*/ 290339 w 4011346"/>
                <a:gd name="connsiteY459" fmla="*/ 808755 h 2020169"/>
                <a:gd name="connsiteX460" fmla="*/ 236944 w 4011346"/>
                <a:gd name="connsiteY460" fmla="*/ 762034 h 2020169"/>
                <a:gd name="connsiteX461" fmla="*/ 133490 w 4011346"/>
                <a:gd name="connsiteY461"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2041278 w 4011346"/>
                <a:gd name="connsiteY323" fmla="*/ 117159 h 2020169"/>
                <a:gd name="connsiteX324" fmla="*/ 1952696 w 4011346"/>
                <a:gd name="connsiteY324" fmla="*/ 137160 h 2020169"/>
                <a:gd name="connsiteX325" fmla="*/ 1961267 w 4011346"/>
                <a:gd name="connsiteY325" fmla="*/ 82869 h 2020169"/>
                <a:gd name="connsiteX326" fmla="*/ 1955552 w 4011346"/>
                <a:gd name="connsiteY326" fmla="*/ 65725 h 2020169"/>
                <a:gd name="connsiteX327" fmla="*/ 1895546 w 4011346"/>
                <a:gd name="connsiteY327" fmla="*/ 60008 h 2020169"/>
                <a:gd name="connsiteX328" fmla="*/ 1926978 w 4011346"/>
                <a:gd name="connsiteY328" fmla="*/ 31434 h 2020169"/>
                <a:gd name="connsiteX329" fmla="*/ 1909833 w 4011346"/>
                <a:gd name="connsiteY329" fmla="*/ 0 h 2020169"/>
                <a:gd name="connsiteX330" fmla="*/ 1877440 w 4011346"/>
                <a:gd name="connsiteY330" fmla="*/ 3067 h 2020169"/>
                <a:gd name="connsiteX331" fmla="*/ 1835474 w 4011346"/>
                <a:gd name="connsiteY331" fmla="*/ 41195 h 2020169"/>
                <a:gd name="connsiteX332" fmla="*/ 1818788 w 4011346"/>
                <a:gd name="connsiteY332" fmla="*/ 81242 h 2020169"/>
                <a:gd name="connsiteX333" fmla="*/ 1838813 w 4011346"/>
                <a:gd name="connsiteY333" fmla="*/ 134636 h 2020169"/>
                <a:gd name="connsiteX334" fmla="*/ 1782079 w 4011346"/>
                <a:gd name="connsiteY334" fmla="*/ 121287 h 2020169"/>
                <a:gd name="connsiteX335" fmla="*/ 1768731 w 4011346"/>
                <a:gd name="connsiteY335" fmla="*/ 168009 h 2020169"/>
                <a:gd name="connsiteX336" fmla="*/ 1705322 w 4011346"/>
                <a:gd name="connsiteY336" fmla="*/ 191369 h 2020169"/>
                <a:gd name="connsiteX337" fmla="*/ 1685300 w 4011346"/>
                <a:gd name="connsiteY337" fmla="*/ 164671 h 2020169"/>
                <a:gd name="connsiteX338" fmla="*/ 1615218 w 4011346"/>
                <a:gd name="connsiteY338" fmla="*/ 168009 h 2020169"/>
                <a:gd name="connsiteX339" fmla="*/ 1638579 w 4011346"/>
                <a:gd name="connsiteY339" fmla="*/ 198044 h 2020169"/>
                <a:gd name="connsiteX340" fmla="*/ 1528449 w 4011346"/>
                <a:gd name="connsiteY340" fmla="*/ 224740 h 2020169"/>
                <a:gd name="connsiteX341" fmla="*/ 1465043 w 4011346"/>
                <a:gd name="connsiteY341" fmla="*/ 308171 h 2020169"/>
                <a:gd name="connsiteX342" fmla="*/ 1448357 w 4011346"/>
                <a:gd name="connsiteY342" fmla="*/ 334869 h 2020169"/>
                <a:gd name="connsiteX343" fmla="*/ 1481729 w 4011346"/>
                <a:gd name="connsiteY343" fmla="*/ 368242 h 2020169"/>
                <a:gd name="connsiteX344" fmla="*/ 1481729 w 4011346"/>
                <a:gd name="connsiteY344" fmla="*/ 398277 h 2020169"/>
                <a:gd name="connsiteX345" fmla="*/ 1458368 w 4011346"/>
                <a:gd name="connsiteY345" fmla="*/ 401614 h 2020169"/>
                <a:gd name="connsiteX346" fmla="*/ 1458368 w 4011346"/>
                <a:gd name="connsiteY346" fmla="*/ 381590 h 2020169"/>
                <a:gd name="connsiteX347" fmla="*/ 1418322 w 4011346"/>
                <a:gd name="connsiteY347" fmla="*/ 391602 h 2020169"/>
                <a:gd name="connsiteX348" fmla="*/ 1368263 w 4011346"/>
                <a:gd name="connsiteY348" fmla="*/ 398277 h 2020169"/>
                <a:gd name="connsiteX349" fmla="*/ 1321542 w 4011346"/>
                <a:gd name="connsiteY349" fmla="*/ 404951 h 2020169"/>
                <a:gd name="connsiteX350" fmla="*/ 1318205 w 4011346"/>
                <a:gd name="connsiteY350" fmla="*/ 491719 h 2020169"/>
                <a:gd name="connsiteX351" fmla="*/ 1358252 w 4011346"/>
                <a:gd name="connsiteY351" fmla="*/ 515080 h 2020169"/>
                <a:gd name="connsiteX352" fmla="*/ 1374938 w 4011346"/>
                <a:gd name="connsiteY352" fmla="*/ 545115 h 2020169"/>
                <a:gd name="connsiteX353" fmla="*/ 1384949 w 4011346"/>
                <a:gd name="connsiteY353" fmla="*/ 568475 h 2020169"/>
                <a:gd name="connsiteX354" fmla="*/ 1394961 w 4011346"/>
                <a:gd name="connsiteY354" fmla="*/ 618534 h 2020169"/>
                <a:gd name="connsiteX355" fmla="*/ 1384949 w 4011346"/>
                <a:gd name="connsiteY355" fmla="*/ 648569 h 2020169"/>
                <a:gd name="connsiteX356" fmla="*/ 1358252 w 4011346"/>
                <a:gd name="connsiteY356" fmla="*/ 615196 h 2020169"/>
                <a:gd name="connsiteX357" fmla="*/ 1361589 w 4011346"/>
                <a:gd name="connsiteY357" fmla="*/ 585161 h 2020169"/>
                <a:gd name="connsiteX358" fmla="*/ 1351577 w 4011346"/>
                <a:gd name="connsiteY358" fmla="*/ 545115 h 2020169"/>
                <a:gd name="connsiteX359" fmla="*/ 1328217 w 4011346"/>
                <a:gd name="connsiteY359" fmla="*/ 551789 h 2020169"/>
                <a:gd name="connsiteX360" fmla="*/ 1281495 w 4011346"/>
                <a:gd name="connsiteY360" fmla="*/ 515080 h 2020169"/>
                <a:gd name="connsiteX361" fmla="*/ 1241449 w 4011346"/>
                <a:gd name="connsiteY361" fmla="*/ 511742 h 2020169"/>
                <a:gd name="connsiteX362" fmla="*/ 1241449 w 4011346"/>
                <a:gd name="connsiteY362" fmla="*/ 558463 h 2020169"/>
                <a:gd name="connsiteX363" fmla="*/ 1201402 w 4011346"/>
                <a:gd name="connsiteY363" fmla="*/ 538440 h 2020169"/>
                <a:gd name="connsiteX364" fmla="*/ 1228100 w 4011346"/>
                <a:gd name="connsiteY364" fmla="*/ 588498 h 2020169"/>
                <a:gd name="connsiteX365" fmla="*/ 1258135 w 4011346"/>
                <a:gd name="connsiteY365" fmla="*/ 598510 h 2020169"/>
                <a:gd name="connsiteX366" fmla="*/ 1258135 w 4011346"/>
                <a:gd name="connsiteY366" fmla="*/ 618534 h 2020169"/>
                <a:gd name="connsiteX367" fmla="*/ 1198065 w 4011346"/>
                <a:gd name="connsiteY367" fmla="*/ 595173 h 2020169"/>
                <a:gd name="connsiteX368" fmla="*/ 1181379 w 4011346"/>
                <a:gd name="connsiteY368" fmla="*/ 595173 h 2020169"/>
                <a:gd name="connsiteX369" fmla="*/ 1178041 w 4011346"/>
                <a:gd name="connsiteY369" fmla="*/ 551789 h 2020169"/>
                <a:gd name="connsiteX370" fmla="*/ 1171367 w 4011346"/>
                <a:gd name="connsiteY370" fmla="*/ 465021 h 2020169"/>
                <a:gd name="connsiteX371" fmla="*/ 1161355 w 4011346"/>
                <a:gd name="connsiteY371" fmla="*/ 535103 h 2020169"/>
                <a:gd name="connsiteX372" fmla="*/ 1137995 w 4011346"/>
                <a:gd name="connsiteY372" fmla="*/ 565138 h 2020169"/>
                <a:gd name="connsiteX373" fmla="*/ 1158018 w 4011346"/>
                <a:gd name="connsiteY373" fmla="*/ 611859 h 2020169"/>
                <a:gd name="connsiteX374" fmla="*/ 1158018 w 4011346"/>
                <a:gd name="connsiteY374" fmla="*/ 645231 h 2020169"/>
                <a:gd name="connsiteX375" fmla="*/ 1141332 w 4011346"/>
                <a:gd name="connsiteY375" fmla="*/ 695290 h 2020169"/>
                <a:gd name="connsiteX376" fmla="*/ 1154681 w 4011346"/>
                <a:gd name="connsiteY376" fmla="*/ 728662 h 2020169"/>
                <a:gd name="connsiteX377" fmla="*/ 1184716 w 4011346"/>
                <a:gd name="connsiteY377" fmla="*/ 735336 h 2020169"/>
                <a:gd name="connsiteX378" fmla="*/ 1221425 w 4011346"/>
                <a:gd name="connsiteY378" fmla="*/ 742011 h 2020169"/>
                <a:gd name="connsiteX379" fmla="*/ 1241449 w 4011346"/>
                <a:gd name="connsiteY379" fmla="*/ 765371 h 2020169"/>
                <a:gd name="connsiteX380" fmla="*/ 1258135 w 4011346"/>
                <a:gd name="connsiteY380" fmla="*/ 808755 h 2020169"/>
                <a:gd name="connsiteX381" fmla="*/ 1258135 w 4011346"/>
                <a:gd name="connsiteY381" fmla="*/ 808755 h 2020169"/>
                <a:gd name="connsiteX382" fmla="*/ 1254798 w 4011346"/>
                <a:gd name="connsiteY382" fmla="*/ 842128 h 2020169"/>
                <a:gd name="connsiteX383" fmla="*/ 1274821 w 4011346"/>
                <a:gd name="connsiteY383" fmla="*/ 862151 h 2020169"/>
                <a:gd name="connsiteX384" fmla="*/ 1244786 w 4011346"/>
                <a:gd name="connsiteY384" fmla="*/ 868826 h 2020169"/>
                <a:gd name="connsiteX385" fmla="*/ 1224763 w 4011346"/>
                <a:gd name="connsiteY385" fmla="*/ 828779 h 2020169"/>
                <a:gd name="connsiteX386" fmla="*/ 1224763 w 4011346"/>
                <a:gd name="connsiteY386" fmla="*/ 788732 h 2020169"/>
                <a:gd name="connsiteX387" fmla="*/ 1194727 w 4011346"/>
                <a:gd name="connsiteY387" fmla="*/ 752023 h 2020169"/>
                <a:gd name="connsiteX388" fmla="*/ 1164692 w 4011346"/>
                <a:gd name="connsiteY388" fmla="*/ 795407 h 2020169"/>
                <a:gd name="connsiteX389" fmla="*/ 1178041 w 4011346"/>
                <a:gd name="connsiteY389" fmla="*/ 838790 h 2020169"/>
                <a:gd name="connsiteX390" fmla="*/ 1137995 w 4011346"/>
                <a:gd name="connsiteY390" fmla="*/ 895523 h 2020169"/>
                <a:gd name="connsiteX391" fmla="*/ 1097948 w 4011346"/>
                <a:gd name="connsiteY391" fmla="*/ 952256 h 2020169"/>
                <a:gd name="connsiteX392" fmla="*/ 1007843 w 4011346"/>
                <a:gd name="connsiteY392" fmla="*/ 915547 h 2020169"/>
                <a:gd name="connsiteX393" fmla="*/ 1074587 w 4011346"/>
                <a:gd name="connsiteY393" fmla="*/ 912209 h 2020169"/>
                <a:gd name="connsiteX394" fmla="*/ 1107960 w 4011346"/>
                <a:gd name="connsiteY394" fmla="*/ 848802 h 2020169"/>
                <a:gd name="connsiteX395" fmla="*/ 1121309 w 4011346"/>
                <a:gd name="connsiteY395" fmla="*/ 805418 h 2020169"/>
                <a:gd name="connsiteX396" fmla="*/ 1127983 w 4011346"/>
                <a:gd name="connsiteY396" fmla="*/ 772046 h 2020169"/>
                <a:gd name="connsiteX397" fmla="*/ 1117971 w 4011346"/>
                <a:gd name="connsiteY397" fmla="*/ 755360 h 2020169"/>
                <a:gd name="connsiteX398" fmla="*/ 1114634 w 4011346"/>
                <a:gd name="connsiteY398" fmla="*/ 705301 h 2020169"/>
                <a:gd name="connsiteX399" fmla="*/ 1104622 w 4011346"/>
                <a:gd name="connsiteY399" fmla="*/ 625208 h 2020169"/>
                <a:gd name="connsiteX400" fmla="*/ 1101285 w 4011346"/>
                <a:gd name="connsiteY400" fmla="*/ 565138 h 2020169"/>
                <a:gd name="connsiteX401" fmla="*/ 1124646 w 4011346"/>
                <a:gd name="connsiteY401" fmla="*/ 471696 h 2020169"/>
                <a:gd name="connsiteX402" fmla="*/ 1031203 w 4011346"/>
                <a:gd name="connsiteY402" fmla="*/ 461684 h 2020169"/>
                <a:gd name="connsiteX403" fmla="*/ 1014517 w 4011346"/>
                <a:gd name="connsiteY403" fmla="*/ 518417 h 2020169"/>
                <a:gd name="connsiteX404" fmla="*/ 1024529 w 4011346"/>
                <a:gd name="connsiteY404" fmla="*/ 565138 h 2020169"/>
                <a:gd name="connsiteX405" fmla="*/ 981145 w 4011346"/>
                <a:gd name="connsiteY405" fmla="*/ 618534 h 2020169"/>
                <a:gd name="connsiteX406" fmla="*/ 991157 w 4011346"/>
                <a:gd name="connsiteY406" fmla="*/ 655243 h 2020169"/>
                <a:gd name="connsiteX407" fmla="*/ 981145 w 4011346"/>
                <a:gd name="connsiteY407" fmla="*/ 701964 h 2020169"/>
                <a:gd name="connsiteX408" fmla="*/ 1001168 w 4011346"/>
                <a:gd name="connsiteY408" fmla="*/ 725325 h 2020169"/>
                <a:gd name="connsiteX409" fmla="*/ 1017854 w 4011346"/>
                <a:gd name="connsiteY409" fmla="*/ 772046 h 2020169"/>
                <a:gd name="connsiteX410" fmla="*/ 1047890 w 4011346"/>
                <a:gd name="connsiteY410" fmla="*/ 758697 h 2020169"/>
                <a:gd name="connsiteX411" fmla="*/ 1014517 w 4011346"/>
                <a:gd name="connsiteY411" fmla="*/ 812093 h 2020169"/>
                <a:gd name="connsiteX412" fmla="*/ 957784 w 4011346"/>
                <a:gd name="connsiteY412" fmla="*/ 758697 h 2020169"/>
                <a:gd name="connsiteX413" fmla="*/ 884365 w 4011346"/>
                <a:gd name="connsiteY413" fmla="*/ 721988 h 2020169"/>
                <a:gd name="connsiteX414" fmla="*/ 824295 w 4011346"/>
                <a:gd name="connsiteY414" fmla="*/ 698627 h 2020169"/>
                <a:gd name="connsiteX415" fmla="*/ 810946 w 4011346"/>
                <a:gd name="connsiteY415" fmla="*/ 735336 h 2020169"/>
                <a:gd name="connsiteX416" fmla="*/ 827633 w 4011346"/>
                <a:gd name="connsiteY416" fmla="*/ 772046 h 2020169"/>
                <a:gd name="connsiteX417" fmla="*/ 814284 w 4011346"/>
                <a:gd name="connsiteY417" fmla="*/ 795407 h 2020169"/>
                <a:gd name="connsiteX418" fmla="*/ 800935 w 4011346"/>
                <a:gd name="connsiteY418" fmla="*/ 812093 h 2020169"/>
                <a:gd name="connsiteX419" fmla="*/ 770900 w 4011346"/>
                <a:gd name="connsiteY419" fmla="*/ 755360 h 2020169"/>
                <a:gd name="connsiteX420" fmla="*/ 744202 w 4011346"/>
                <a:gd name="connsiteY420" fmla="*/ 792069 h 2020169"/>
                <a:gd name="connsiteX421" fmla="*/ 707492 w 4011346"/>
                <a:gd name="connsiteY421" fmla="*/ 785395 h 2020169"/>
                <a:gd name="connsiteX422" fmla="*/ 654097 w 4011346"/>
                <a:gd name="connsiteY422" fmla="*/ 822104 h 2020169"/>
                <a:gd name="connsiteX423" fmla="*/ 644085 w 4011346"/>
                <a:gd name="connsiteY423" fmla="*/ 798744 h 2020169"/>
                <a:gd name="connsiteX424" fmla="*/ 654097 w 4011346"/>
                <a:gd name="connsiteY424" fmla="*/ 762034 h 2020169"/>
                <a:gd name="connsiteX425" fmla="*/ 614050 w 4011346"/>
                <a:gd name="connsiteY425" fmla="*/ 798744 h 2020169"/>
                <a:gd name="connsiteX426" fmla="*/ 594027 w 4011346"/>
                <a:gd name="connsiteY426" fmla="*/ 798744 h 2020169"/>
                <a:gd name="connsiteX427" fmla="*/ 533957 w 4011346"/>
                <a:gd name="connsiteY427" fmla="*/ 832116 h 2020169"/>
                <a:gd name="connsiteX428" fmla="*/ 510596 w 4011346"/>
                <a:gd name="connsiteY428" fmla="*/ 855477 h 2020169"/>
                <a:gd name="connsiteX429" fmla="*/ 500584 w 4011346"/>
                <a:gd name="connsiteY429" fmla="*/ 902198 h 2020169"/>
                <a:gd name="connsiteX430" fmla="*/ 450526 w 4011346"/>
                <a:gd name="connsiteY430" fmla="*/ 888849 h 2020169"/>
                <a:gd name="connsiteX431" fmla="*/ 433840 w 4011346"/>
                <a:gd name="connsiteY431" fmla="*/ 852139 h 2020169"/>
                <a:gd name="connsiteX432" fmla="*/ 467212 w 4011346"/>
                <a:gd name="connsiteY432" fmla="*/ 822104 h 2020169"/>
                <a:gd name="connsiteX433" fmla="*/ 453863 w 4011346"/>
                <a:gd name="connsiteY433" fmla="*/ 798744 h 2020169"/>
                <a:gd name="connsiteX434" fmla="*/ 390456 w 4011346"/>
                <a:gd name="connsiteY434" fmla="*/ 768709 h 2020169"/>
                <a:gd name="connsiteX435" fmla="*/ 417154 w 4011346"/>
                <a:gd name="connsiteY435" fmla="*/ 818767 h 2020169"/>
                <a:gd name="connsiteX436" fmla="*/ 407142 w 4011346"/>
                <a:gd name="connsiteY436" fmla="*/ 862151 h 2020169"/>
                <a:gd name="connsiteX437" fmla="*/ 413817 w 4011346"/>
                <a:gd name="connsiteY437" fmla="*/ 898861 h 2020169"/>
                <a:gd name="connsiteX438" fmla="*/ 427165 w 4011346"/>
                <a:gd name="connsiteY438" fmla="*/ 922221 h 2020169"/>
                <a:gd name="connsiteX439" fmla="*/ 413817 w 4011346"/>
                <a:gd name="connsiteY439" fmla="*/ 952256 h 2020169"/>
                <a:gd name="connsiteX440" fmla="*/ 390456 w 4011346"/>
                <a:gd name="connsiteY440" fmla="*/ 928896 h 2020169"/>
                <a:gd name="connsiteX441" fmla="*/ 360421 w 4011346"/>
                <a:gd name="connsiteY441" fmla="*/ 925558 h 2020169"/>
                <a:gd name="connsiteX442" fmla="*/ 333723 w 4011346"/>
                <a:gd name="connsiteY442" fmla="*/ 965605 h 2020169"/>
                <a:gd name="connsiteX443" fmla="*/ 307025 w 4011346"/>
                <a:gd name="connsiteY443" fmla="*/ 985628 h 2020169"/>
                <a:gd name="connsiteX444" fmla="*/ 320374 w 4011346"/>
                <a:gd name="connsiteY444" fmla="*/ 1012326 h 2020169"/>
                <a:gd name="connsiteX445" fmla="*/ 303688 w 4011346"/>
                <a:gd name="connsiteY445" fmla="*/ 1035687 h 2020169"/>
                <a:gd name="connsiteX446" fmla="*/ 233606 w 4011346"/>
                <a:gd name="connsiteY446" fmla="*/ 998977 h 2020169"/>
                <a:gd name="connsiteX447" fmla="*/ 243618 w 4011346"/>
                <a:gd name="connsiteY447" fmla="*/ 1049036 h 2020169"/>
                <a:gd name="connsiteX448" fmla="*/ 263641 w 4011346"/>
                <a:gd name="connsiteY448" fmla="*/ 1069059 h 2020169"/>
                <a:gd name="connsiteX449" fmla="*/ 250292 w 4011346"/>
                <a:gd name="connsiteY449" fmla="*/ 1082408 h 2020169"/>
                <a:gd name="connsiteX450" fmla="*/ 193560 w 4011346"/>
                <a:gd name="connsiteY450" fmla="*/ 1045698 h 2020169"/>
                <a:gd name="connsiteX451" fmla="*/ 170199 w 4011346"/>
                <a:gd name="connsiteY451" fmla="*/ 1005652 h 2020169"/>
                <a:gd name="connsiteX452" fmla="*/ 170199 w 4011346"/>
                <a:gd name="connsiteY452" fmla="*/ 958931 h 2020169"/>
                <a:gd name="connsiteX453" fmla="*/ 133490 w 4011346"/>
                <a:gd name="connsiteY453" fmla="*/ 882174 h 2020169"/>
                <a:gd name="connsiteX454" fmla="*/ 196897 w 4011346"/>
                <a:gd name="connsiteY454" fmla="*/ 912209 h 2020169"/>
                <a:gd name="connsiteX455" fmla="*/ 256967 w 4011346"/>
                <a:gd name="connsiteY455" fmla="*/ 942244 h 2020169"/>
                <a:gd name="connsiteX456" fmla="*/ 293676 w 4011346"/>
                <a:gd name="connsiteY456" fmla="*/ 945582 h 2020169"/>
                <a:gd name="connsiteX457" fmla="*/ 327049 w 4011346"/>
                <a:gd name="connsiteY457" fmla="*/ 915547 h 2020169"/>
                <a:gd name="connsiteX458" fmla="*/ 343735 w 4011346"/>
                <a:gd name="connsiteY458" fmla="*/ 878837 h 2020169"/>
                <a:gd name="connsiteX459" fmla="*/ 333723 w 4011346"/>
                <a:gd name="connsiteY459" fmla="*/ 828779 h 2020169"/>
                <a:gd name="connsiteX460" fmla="*/ 290339 w 4011346"/>
                <a:gd name="connsiteY460" fmla="*/ 808755 h 2020169"/>
                <a:gd name="connsiteX461" fmla="*/ 236944 w 4011346"/>
                <a:gd name="connsiteY461" fmla="*/ 762034 h 2020169"/>
                <a:gd name="connsiteX462" fmla="*/ 133490 w 4011346"/>
                <a:gd name="connsiteY462"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106792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2018418 w 4011346"/>
                <a:gd name="connsiteY323" fmla="*/ 105729 h 2020169"/>
                <a:gd name="connsiteX324" fmla="*/ 1952696 w 4011346"/>
                <a:gd name="connsiteY324" fmla="*/ 137160 h 2020169"/>
                <a:gd name="connsiteX325" fmla="*/ 1961267 w 4011346"/>
                <a:gd name="connsiteY325" fmla="*/ 82869 h 2020169"/>
                <a:gd name="connsiteX326" fmla="*/ 1955552 w 4011346"/>
                <a:gd name="connsiteY326" fmla="*/ 65725 h 2020169"/>
                <a:gd name="connsiteX327" fmla="*/ 1895546 w 4011346"/>
                <a:gd name="connsiteY327" fmla="*/ 60008 h 2020169"/>
                <a:gd name="connsiteX328" fmla="*/ 1926978 w 4011346"/>
                <a:gd name="connsiteY328" fmla="*/ 31434 h 2020169"/>
                <a:gd name="connsiteX329" fmla="*/ 1909833 w 4011346"/>
                <a:gd name="connsiteY329" fmla="*/ 0 h 2020169"/>
                <a:gd name="connsiteX330" fmla="*/ 1877440 w 4011346"/>
                <a:gd name="connsiteY330" fmla="*/ 3067 h 2020169"/>
                <a:gd name="connsiteX331" fmla="*/ 1835474 w 4011346"/>
                <a:gd name="connsiteY331" fmla="*/ 41195 h 2020169"/>
                <a:gd name="connsiteX332" fmla="*/ 1818788 w 4011346"/>
                <a:gd name="connsiteY332" fmla="*/ 81242 h 2020169"/>
                <a:gd name="connsiteX333" fmla="*/ 1838813 w 4011346"/>
                <a:gd name="connsiteY333" fmla="*/ 134636 h 2020169"/>
                <a:gd name="connsiteX334" fmla="*/ 1782079 w 4011346"/>
                <a:gd name="connsiteY334" fmla="*/ 121287 h 2020169"/>
                <a:gd name="connsiteX335" fmla="*/ 1768731 w 4011346"/>
                <a:gd name="connsiteY335" fmla="*/ 168009 h 2020169"/>
                <a:gd name="connsiteX336" fmla="*/ 1705322 w 4011346"/>
                <a:gd name="connsiteY336" fmla="*/ 191369 h 2020169"/>
                <a:gd name="connsiteX337" fmla="*/ 1685300 w 4011346"/>
                <a:gd name="connsiteY337" fmla="*/ 164671 h 2020169"/>
                <a:gd name="connsiteX338" fmla="*/ 1615218 w 4011346"/>
                <a:gd name="connsiteY338" fmla="*/ 168009 h 2020169"/>
                <a:gd name="connsiteX339" fmla="*/ 1638579 w 4011346"/>
                <a:gd name="connsiteY339" fmla="*/ 198044 h 2020169"/>
                <a:gd name="connsiteX340" fmla="*/ 1528449 w 4011346"/>
                <a:gd name="connsiteY340" fmla="*/ 224740 h 2020169"/>
                <a:gd name="connsiteX341" fmla="*/ 1465043 w 4011346"/>
                <a:gd name="connsiteY341" fmla="*/ 308171 h 2020169"/>
                <a:gd name="connsiteX342" fmla="*/ 1448357 w 4011346"/>
                <a:gd name="connsiteY342" fmla="*/ 334869 h 2020169"/>
                <a:gd name="connsiteX343" fmla="*/ 1481729 w 4011346"/>
                <a:gd name="connsiteY343" fmla="*/ 368242 h 2020169"/>
                <a:gd name="connsiteX344" fmla="*/ 1481729 w 4011346"/>
                <a:gd name="connsiteY344" fmla="*/ 398277 h 2020169"/>
                <a:gd name="connsiteX345" fmla="*/ 1458368 w 4011346"/>
                <a:gd name="connsiteY345" fmla="*/ 401614 h 2020169"/>
                <a:gd name="connsiteX346" fmla="*/ 1458368 w 4011346"/>
                <a:gd name="connsiteY346" fmla="*/ 381590 h 2020169"/>
                <a:gd name="connsiteX347" fmla="*/ 1418322 w 4011346"/>
                <a:gd name="connsiteY347" fmla="*/ 391602 h 2020169"/>
                <a:gd name="connsiteX348" fmla="*/ 1368263 w 4011346"/>
                <a:gd name="connsiteY348" fmla="*/ 398277 h 2020169"/>
                <a:gd name="connsiteX349" fmla="*/ 1321542 w 4011346"/>
                <a:gd name="connsiteY349" fmla="*/ 404951 h 2020169"/>
                <a:gd name="connsiteX350" fmla="*/ 1318205 w 4011346"/>
                <a:gd name="connsiteY350" fmla="*/ 491719 h 2020169"/>
                <a:gd name="connsiteX351" fmla="*/ 1358252 w 4011346"/>
                <a:gd name="connsiteY351" fmla="*/ 515080 h 2020169"/>
                <a:gd name="connsiteX352" fmla="*/ 1374938 w 4011346"/>
                <a:gd name="connsiteY352" fmla="*/ 545115 h 2020169"/>
                <a:gd name="connsiteX353" fmla="*/ 1384949 w 4011346"/>
                <a:gd name="connsiteY353" fmla="*/ 568475 h 2020169"/>
                <a:gd name="connsiteX354" fmla="*/ 1394961 w 4011346"/>
                <a:gd name="connsiteY354" fmla="*/ 618534 h 2020169"/>
                <a:gd name="connsiteX355" fmla="*/ 1384949 w 4011346"/>
                <a:gd name="connsiteY355" fmla="*/ 648569 h 2020169"/>
                <a:gd name="connsiteX356" fmla="*/ 1358252 w 4011346"/>
                <a:gd name="connsiteY356" fmla="*/ 615196 h 2020169"/>
                <a:gd name="connsiteX357" fmla="*/ 1361589 w 4011346"/>
                <a:gd name="connsiteY357" fmla="*/ 585161 h 2020169"/>
                <a:gd name="connsiteX358" fmla="*/ 1351577 w 4011346"/>
                <a:gd name="connsiteY358" fmla="*/ 545115 h 2020169"/>
                <a:gd name="connsiteX359" fmla="*/ 1328217 w 4011346"/>
                <a:gd name="connsiteY359" fmla="*/ 551789 h 2020169"/>
                <a:gd name="connsiteX360" fmla="*/ 1281495 w 4011346"/>
                <a:gd name="connsiteY360" fmla="*/ 515080 h 2020169"/>
                <a:gd name="connsiteX361" fmla="*/ 1241449 w 4011346"/>
                <a:gd name="connsiteY361" fmla="*/ 511742 h 2020169"/>
                <a:gd name="connsiteX362" fmla="*/ 1241449 w 4011346"/>
                <a:gd name="connsiteY362" fmla="*/ 558463 h 2020169"/>
                <a:gd name="connsiteX363" fmla="*/ 1201402 w 4011346"/>
                <a:gd name="connsiteY363" fmla="*/ 538440 h 2020169"/>
                <a:gd name="connsiteX364" fmla="*/ 1228100 w 4011346"/>
                <a:gd name="connsiteY364" fmla="*/ 588498 h 2020169"/>
                <a:gd name="connsiteX365" fmla="*/ 1258135 w 4011346"/>
                <a:gd name="connsiteY365" fmla="*/ 598510 h 2020169"/>
                <a:gd name="connsiteX366" fmla="*/ 1258135 w 4011346"/>
                <a:gd name="connsiteY366" fmla="*/ 618534 h 2020169"/>
                <a:gd name="connsiteX367" fmla="*/ 1198065 w 4011346"/>
                <a:gd name="connsiteY367" fmla="*/ 595173 h 2020169"/>
                <a:gd name="connsiteX368" fmla="*/ 1181379 w 4011346"/>
                <a:gd name="connsiteY368" fmla="*/ 595173 h 2020169"/>
                <a:gd name="connsiteX369" fmla="*/ 1178041 w 4011346"/>
                <a:gd name="connsiteY369" fmla="*/ 551789 h 2020169"/>
                <a:gd name="connsiteX370" fmla="*/ 1171367 w 4011346"/>
                <a:gd name="connsiteY370" fmla="*/ 465021 h 2020169"/>
                <a:gd name="connsiteX371" fmla="*/ 1161355 w 4011346"/>
                <a:gd name="connsiteY371" fmla="*/ 535103 h 2020169"/>
                <a:gd name="connsiteX372" fmla="*/ 1137995 w 4011346"/>
                <a:gd name="connsiteY372" fmla="*/ 565138 h 2020169"/>
                <a:gd name="connsiteX373" fmla="*/ 1158018 w 4011346"/>
                <a:gd name="connsiteY373" fmla="*/ 611859 h 2020169"/>
                <a:gd name="connsiteX374" fmla="*/ 1158018 w 4011346"/>
                <a:gd name="connsiteY374" fmla="*/ 645231 h 2020169"/>
                <a:gd name="connsiteX375" fmla="*/ 1141332 w 4011346"/>
                <a:gd name="connsiteY375" fmla="*/ 695290 h 2020169"/>
                <a:gd name="connsiteX376" fmla="*/ 1154681 w 4011346"/>
                <a:gd name="connsiteY376" fmla="*/ 728662 h 2020169"/>
                <a:gd name="connsiteX377" fmla="*/ 1184716 w 4011346"/>
                <a:gd name="connsiteY377" fmla="*/ 735336 h 2020169"/>
                <a:gd name="connsiteX378" fmla="*/ 1221425 w 4011346"/>
                <a:gd name="connsiteY378" fmla="*/ 742011 h 2020169"/>
                <a:gd name="connsiteX379" fmla="*/ 1241449 w 4011346"/>
                <a:gd name="connsiteY379" fmla="*/ 765371 h 2020169"/>
                <a:gd name="connsiteX380" fmla="*/ 1258135 w 4011346"/>
                <a:gd name="connsiteY380" fmla="*/ 808755 h 2020169"/>
                <a:gd name="connsiteX381" fmla="*/ 1258135 w 4011346"/>
                <a:gd name="connsiteY381" fmla="*/ 808755 h 2020169"/>
                <a:gd name="connsiteX382" fmla="*/ 1254798 w 4011346"/>
                <a:gd name="connsiteY382" fmla="*/ 842128 h 2020169"/>
                <a:gd name="connsiteX383" fmla="*/ 1274821 w 4011346"/>
                <a:gd name="connsiteY383" fmla="*/ 862151 h 2020169"/>
                <a:gd name="connsiteX384" fmla="*/ 1244786 w 4011346"/>
                <a:gd name="connsiteY384" fmla="*/ 868826 h 2020169"/>
                <a:gd name="connsiteX385" fmla="*/ 1224763 w 4011346"/>
                <a:gd name="connsiteY385" fmla="*/ 828779 h 2020169"/>
                <a:gd name="connsiteX386" fmla="*/ 1224763 w 4011346"/>
                <a:gd name="connsiteY386" fmla="*/ 788732 h 2020169"/>
                <a:gd name="connsiteX387" fmla="*/ 1194727 w 4011346"/>
                <a:gd name="connsiteY387" fmla="*/ 752023 h 2020169"/>
                <a:gd name="connsiteX388" fmla="*/ 1164692 w 4011346"/>
                <a:gd name="connsiteY388" fmla="*/ 795407 h 2020169"/>
                <a:gd name="connsiteX389" fmla="*/ 1178041 w 4011346"/>
                <a:gd name="connsiteY389" fmla="*/ 838790 h 2020169"/>
                <a:gd name="connsiteX390" fmla="*/ 1137995 w 4011346"/>
                <a:gd name="connsiteY390" fmla="*/ 895523 h 2020169"/>
                <a:gd name="connsiteX391" fmla="*/ 1097948 w 4011346"/>
                <a:gd name="connsiteY391" fmla="*/ 952256 h 2020169"/>
                <a:gd name="connsiteX392" fmla="*/ 1007843 w 4011346"/>
                <a:gd name="connsiteY392" fmla="*/ 915547 h 2020169"/>
                <a:gd name="connsiteX393" fmla="*/ 1074587 w 4011346"/>
                <a:gd name="connsiteY393" fmla="*/ 912209 h 2020169"/>
                <a:gd name="connsiteX394" fmla="*/ 1107960 w 4011346"/>
                <a:gd name="connsiteY394" fmla="*/ 848802 h 2020169"/>
                <a:gd name="connsiteX395" fmla="*/ 1121309 w 4011346"/>
                <a:gd name="connsiteY395" fmla="*/ 805418 h 2020169"/>
                <a:gd name="connsiteX396" fmla="*/ 1127983 w 4011346"/>
                <a:gd name="connsiteY396" fmla="*/ 772046 h 2020169"/>
                <a:gd name="connsiteX397" fmla="*/ 1117971 w 4011346"/>
                <a:gd name="connsiteY397" fmla="*/ 755360 h 2020169"/>
                <a:gd name="connsiteX398" fmla="*/ 1114634 w 4011346"/>
                <a:gd name="connsiteY398" fmla="*/ 705301 h 2020169"/>
                <a:gd name="connsiteX399" fmla="*/ 1104622 w 4011346"/>
                <a:gd name="connsiteY399" fmla="*/ 625208 h 2020169"/>
                <a:gd name="connsiteX400" fmla="*/ 1101285 w 4011346"/>
                <a:gd name="connsiteY400" fmla="*/ 565138 h 2020169"/>
                <a:gd name="connsiteX401" fmla="*/ 1124646 w 4011346"/>
                <a:gd name="connsiteY401" fmla="*/ 471696 h 2020169"/>
                <a:gd name="connsiteX402" fmla="*/ 1031203 w 4011346"/>
                <a:gd name="connsiteY402" fmla="*/ 461684 h 2020169"/>
                <a:gd name="connsiteX403" fmla="*/ 1014517 w 4011346"/>
                <a:gd name="connsiteY403" fmla="*/ 518417 h 2020169"/>
                <a:gd name="connsiteX404" fmla="*/ 1024529 w 4011346"/>
                <a:gd name="connsiteY404" fmla="*/ 565138 h 2020169"/>
                <a:gd name="connsiteX405" fmla="*/ 981145 w 4011346"/>
                <a:gd name="connsiteY405" fmla="*/ 618534 h 2020169"/>
                <a:gd name="connsiteX406" fmla="*/ 991157 w 4011346"/>
                <a:gd name="connsiteY406" fmla="*/ 655243 h 2020169"/>
                <a:gd name="connsiteX407" fmla="*/ 981145 w 4011346"/>
                <a:gd name="connsiteY407" fmla="*/ 701964 h 2020169"/>
                <a:gd name="connsiteX408" fmla="*/ 1001168 w 4011346"/>
                <a:gd name="connsiteY408" fmla="*/ 725325 h 2020169"/>
                <a:gd name="connsiteX409" fmla="*/ 1017854 w 4011346"/>
                <a:gd name="connsiteY409" fmla="*/ 772046 h 2020169"/>
                <a:gd name="connsiteX410" fmla="*/ 1047890 w 4011346"/>
                <a:gd name="connsiteY410" fmla="*/ 758697 h 2020169"/>
                <a:gd name="connsiteX411" fmla="*/ 1014517 w 4011346"/>
                <a:gd name="connsiteY411" fmla="*/ 812093 h 2020169"/>
                <a:gd name="connsiteX412" fmla="*/ 957784 w 4011346"/>
                <a:gd name="connsiteY412" fmla="*/ 758697 h 2020169"/>
                <a:gd name="connsiteX413" fmla="*/ 884365 w 4011346"/>
                <a:gd name="connsiteY413" fmla="*/ 721988 h 2020169"/>
                <a:gd name="connsiteX414" fmla="*/ 824295 w 4011346"/>
                <a:gd name="connsiteY414" fmla="*/ 698627 h 2020169"/>
                <a:gd name="connsiteX415" fmla="*/ 810946 w 4011346"/>
                <a:gd name="connsiteY415" fmla="*/ 735336 h 2020169"/>
                <a:gd name="connsiteX416" fmla="*/ 827633 w 4011346"/>
                <a:gd name="connsiteY416" fmla="*/ 772046 h 2020169"/>
                <a:gd name="connsiteX417" fmla="*/ 814284 w 4011346"/>
                <a:gd name="connsiteY417" fmla="*/ 795407 h 2020169"/>
                <a:gd name="connsiteX418" fmla="*/ 800935 w 4011346"/>
                <a:gd name="connsiteY418" fmla="*/ 812093 h 2020169"/>
                <a:gd name="connsiteX419" fmla="*/ 770900 w 4011346"/>
                <a:gd name="connsiteY419" fmla="*/ 755360 h 2020169"/>
                <a:gd name="connsiteX420" fmla="*/ 744202 w 4011346"/>
                <a:gd name="connsiteY420" fmla="*/ 792069 h 2020169"/>
                <a:gd name="connsiteX421" fmla="*/ 707492 w 4011346"/>
                <a:gd name="connsiteY421" fmla="*/ 785395 h 2020169"/>
                <a:gd name="connsiteX422" fmla="*/ 654097 w 4011346"/>
                <a:gd name="connsiteY422" fmla="*/ 822104 h 2020169"/>
                <a:gd name="connsiteX423" fmla="*/ 644085 w 4011346"/>
                <a:gd name="connsiteY423" fmla="*/ 798744 h 2020169"/>
                <a:gd name="connsiteX424" fmla="*/ 654097 w 4011346"/>
                <a:gd name="connsiteY424" fmla="*/ 762034 h 2020169"/>
                <a:gd name="connsiteX425" fmla="*/ 614050 w 4011346"/>
                <a:gd name="connsiteY425" fmla="*/ 798744 h 2020169"/>
                <a:gd name="connsiteX426" fmla="*/ 594027 w 4011346"/>
                <a:gd name="connsiteY426" fmla="*/ 798744 h 2020169"/>
                <a:gd name="connsiteX427" fmla="*/ 533957 w 4011346"/>
                <a:gd name="connsiteY427" fmla="*/ 832116 h 2020169"/>
                <a:gd name="connsiteX428" fmla="*/ 510596 w 4011346"/>
                <a:gd name="connsiteY428" fmla="*/ 855477 h 2020169"/>
                <a:gd name="connsiteX429" fmla="*/ 500584 w 4011346"/>
                <a:gd name="connsiteY429" fmla="*/ 902198 h 2020169"/>
                <a:gd name="connsiteX430" fmla="*/ 450526 w 4011346"/>
                <a:gd name="connsiteY430" fmla="*/ 888849 h 2020169"/>
                <a:gd name="connsiteX431" fmla="*/ 433840 w 4011346"/>
                <a:gd name="connsiteY431" fmla="*/ 852139 h 2020169"/>
                <a:gd name="connsiteX432" fmla="*/ 467212 w 4011346"/>
                <a:gd name="connsiteY432" fmla="*/ 822104 h 2020169"/>
                <a:gd name="connsiteX433" fmla="*/ 453863 w 4011346"/>
                <a:gd name="connsiteY433" fmla="*/ 798744 h 2020169"/>
                <a:gd name="connsiteX434" fmla="*/ 390456 w 4011346"/>
                <a:gd name="connsiteY434" fmla="*/ 768709 h 2020169"/>
                <a:gd name="connsiteX435" fmla="*/ 417154 w 4011346"/>
                <a:gd name="connsiteY435" fmla="*/ 818767 h 2020169"/>
                <a:gd name="connsiteX436" fmla="*/ 407142 w 4011346"/>
                <a:gd name="connsiteY436" fmla="*/ 862151 h 2020169"/>
                <a:gd name="connsiteX437" fmla="*/ 413817 w 4011346"/>
                <a:gd name="connsiteY437" fmla="*/ 898861 h 2020169"/>
                <a:gd name="connsiteX438" fmla="*/ 427165 w 4011346"/>
                <a:gd name="connsiteY438" fmla="*/ 922221 h 2020169"/>
                <a:gd name="connsiteX439" fmla="*/ 413817 w 4011346"/>
                <a:gd name="connsiteY439" fmla="*/ 952256 h 2020169"/>
                <a:gd name="connsiteX440" fmla="*/ 390456 w 4011346"/>
                <a:gd name="connsiteY440" fmla="*/ 928896 h 2020169"/>
                <a:gd name="connsiteX441" fmla="*/ 360421 w 4011346"/>
                <a:gd name="connsiteY441" fmla="*/ 925558 h 2020169"/>
                <a:gd name="connsiteX442" fmla="*/ 333723 w 4011346"/>
                <a:gd name="connsiteY442" fmla="*/ 965605 h 2020169"/>
                <a:gd name="connsiteX443" fmla="*/ 307025 w 4011346"/>
                <a:gd name="connsiteY443" fmla="*/ 985628 h 2020169"/>
                <a:gd name="connsiteX444" fmla="*/ 320374 w 4011346"/>
                <a:gd name="connsiteY444" fmla="*/ 1012326 h 2020169"/>
                <a:gd name="connsiteX445" fmla="*/ 303688 w 4011346"/>
                <a:gd name="connsiteY445" fmla="*/ 1035687 h 2020169"/>
                <a:gd name="connsiteX446" fmla="*/ 233606 w 4011346"/>
                <a:gd name="connsiteY446" fmla="*/ 998977 h 2020169"/>
                <a:gd name="connsiteX447" fmla="*/ 243618 w 4011346"/>
                <a:gd name="connsiteY447" fmla="*/ 1049036 h 2020169"/>
                <a:gd name="connsiteX448" fmla="*/ 263641 w 4011346"/>
                <a:gd name="connsiteY448" fmla="*/ 1069059 h 2020169"/>
                <a:gd name="connsiteX449" fmla="*/ 250292 w 4011346"/>
                <a:gd name="connsiteY449" fmla="*/ 1082408 h 2020169"/>
                <a:gd name="connsiteX450" fmla="*/ 193560 w 4011346"/>
                <a:gd name="connsiteY450" fmla="*/ 1045698 h 2020169"/>
                <a:gd name="connsiteX451" fmla="*/ 170199 w 4011346"/>
                <a:gd name="connsiteY451" fmla="*/ 1005652 h 2020169"/>
                <a:gd name="connsiteX452" fmla="*/ 170199 w 4011346"/>
                <a:gd name="connsiteY452" fmla="*/ 958931 h 2020169"/>
                <a:gd name="connsiteX453" fmla="*/ 133490 w 4011346"/>
                <a:gd name="connsiteY453" fmla="*/ 882174 h 2020169"/>
                <a:gd name="connsiteX454" fmla="*/ 196897 w 4011346"/>
                <a:gd name="connsiteY454" fmla="*/ 912209 h 2020169"/>
                <a:gd name="connsiteX455" fmla="*/ 256967 w 4011346"/>
                <a:gd name="connsiteY455" fmla="*/ 942244 h 2020169"/>
                <a:gd name="connsiteX456" fmla="*/ 293676 w 4011346"/>
                <a:gd name="connsiteY456" fmla="*/ 945582 h 2020169"/>
                <a:gd name="connsiteX457" fmla="*/ 327049 w 4011346"/>
                <a:gd name="connsiteY457" fmla="*/ 915547 h 2020169"/>
                <a:gd name="connsiteX458" fmla="*/ 343735 w 4011346"/>
                <a:gd name="connsiteY458" fmla="*/ 878837 h 2020169"/>
                <a:gd name="connsiteX459" fmla="*/ 333723 w 4011346"/>
                <a:gd name="connsiteY459" fmla="*/ 828779 h 2020169"/>
                <a:gd name="connsiteX460" fmla="*/ 290339 w 4011346"/>
                <a:gd name="connsiteY460" fmla="*/ 808755 h 2020169"/>
                <a:gd name="connsiteX461" fmla="*/ 236944 w 4011346"/>
                <a:gd name="connsiteY461" fmla="*/ 762034 h 2020169"/>
                <a:gd name="connsiteX462" fmla="*/ 133490 w 4011346"/>
                <a:gd name="connsiteY462" fmla="*/ 705301 h 2020169"/>
                <a:gd name="connsiteX0" fmla="*/ 133490 w 4011346"/>
                <a:gd name="connsiteY0" fmla="*/ 705301 h 2020169"/>
                <a:gd name="connsiteX1" fmla="*/ 46722 w 4011346"/>
                <a:gd name="connsiteY1" fmla="*/ 735336 h 2020169"/>
                <a:gd name="connsiteX2" fmla="*/ 33373 w 4011346"/>
                <a:gd name="connsiteY2" fmla="*/ 765371 h 2020169"/>
                <a:gd name="connsiteX3" fmla="*/ 43384 w 4011346"/>
                <a:gd name="connsiteY3" fmla="*/ 795407 h 2020169"/>
                <a:gd name="connsiteX4" fmla="*/ 60071 w 4011346"/>
                <a:gd name="connsiteY4" fmla="*/ 822104 h 2020169"/>
                <a:gd name="connsiteX5" fmla="*/ 73419 w 4011346"/>
                <a:gd name="connsiteY5" fmla="*/ 852139 h 2020169"/>
                <a:gd name="connsiteX6" fmla="*/ 56733 w 4011346"/>
                <a:gd name="connsiteY6" fmla="*/ 875500 h 2020169"/>
                <a:gd name="connsiteX7" fmla="*/ 76757 w 4011346"/>
                <a:gd name="connsiteY7" fmla="*/ 955593 h 2020169"/>
                <a:gd name="connsiteX8" fmla="*/ 66745 w 4011346"/>
                <a:gd name="connsiteY8" fmla="*/ 972280 h 2020169"/>
                <a:gd name="connsiteX9" fmla="*/ 70082 w 4011346"/>
                <a:gd name="connsiteY9" fmla="*/ 998977 h 2020169"/>
                <a:gd name="connsiteX10" fmla="*/ 70082 w 4011346"/>
                <a:gd name="connsiteY10" fmla="*/ 1039024 h 2020169"/>
                <a:gd name="connsiteX11" fmla="*/ 80094 w 4011346"/>
                <a:gd name="connsiteY11" fmla="*/ 1059047 h 2020169"/>
                <a:gd name="connsiteX12" fmla="*/ 76757 w 4011346"/>
                <a:gd name="connsiteY12" fmla="*/ 1082408 h 2020169"/>
                <a:gd name="connsiteX13" fmla="*/ 106792 w 4011346"/>
                <a:gd name="connsiteY13" fmla="*/ 1115780 h 2020169"/>
                <a:gd name="connsiteX14" fmla="*/ 93729 w 4011346"/>
                <a:gd name="connsiteY14" fmla="*/ 1145815 h 2020169"/>
                <a:gd name="connsiteX15" fmla="*/ 13349 w 4011346"/>
                <a:gd name="connsiteY15" fmla="*/ 1235920 h 2020169"/>
                <a:gd name="connsiteX16" fmla="*/ 33373 w 4011346"/>
                <a:gd name="connsiteY16" fmla="*/ 1269293 h 2020169"/>
                <a:gd name="connsiteX17" fmla="*/ 33373 w 4011346"/>
                <a:gd name="connsiteY17" fmla="*/ 1269293 h 2020169"/>
                <a:gd name="connsiteX18" fmla="*/ 16687 w 4011346"/>
                <a:gd name="connsiteY18" fmla="*/ 1299328 h 2020169"/>
                <a:gd name="connsiteX19" fmla="*/ 3338 w 4011346"/>
                <a:gd name="connsiteY19" fmla="*/ 1329363 h 2020169"/>
                <a:gd name="connsiteX20" fmla="*/ 0 w 4011346"/>
                <a:gd name="connsiteY20" fmla="*/ 1389433 h 2020169"/>
                <a:gd name="connsiteX21" fmla="*/ 16687 w 4011346"/>
                <a:gd name="connsiteY21" fmla="*/ 1432817 h 2020169"/>
                <a:gd name="connsiteX22" fmla="*/ 20024 w 4011346"/>
                <a:gd name="connsiteY22" fmla="*/ 1466189 h 2020169"/>
                <a:gd name="connsiteX23" fmla="*/ 56733 w 4011346"/>
                <a:gd name="connsiteY23" fmla="*/ 1476201 h 2020169"/>
                <a:gd name="connsiteX24" fmla="*/ 116803 w 4011346"/>
                <a:gd name="connsiteY24" fmla="*/ 1562969 h 2020169"/>
                <a:gd name="connsiteX25" fmla="*/ 96780 w 4011346"/>
                <a:gd name="connsiteY25" fmla="*/ 1586329 h 2020169"/>
                <a:gd name="connsiteX26" fmla="*/ 93443 w 4011346"/>
                <a:gd name="connsiteY26" fmla="*/ 1616364 h 2020169"/>
                <a:gd name="connsiteX27" fmla="*/ 120141 w 4011346"/>
                <a:gd name="connsiteY27" fmla="*/ 1619701 h 2020169"/>
                <a:gd name="connsiteX28" fmla="*/ 160187 w 4011346"/>
                <a:gd name="connsiteY28" fmla="*/ 1633050 h 2020169"/>
                <a:gd name="connsiteX29" fmla="*/ 186885 w 4011346"/>
                <a:gd name="connsiteY29" fmla="*/ 1646399 h 2020169"/>
                <a:gd name="connsiteX30" fmla="*/ 213583 w 4011346"/>
                <a:gd name="connsiteY30" fmla="*/ 1676434 h 2020169"/>
                <a:gd name="connsiteX31" fmla="*/ 243618 w 4011346"/>
                <a:gd name="connsiteY31" fmla="*/ 1679771 h 2020169"/>
                <a:gd name="connsiteX32" fmla="*/ 287002 w 4011346"/>
                <a:gd name="connsiteY32" fmla="*/ 1709807 h 2020169"/>
                <a:gd name="connsiteX33" fmla="*/ 310363 w 4011346"/>
                <a:gd name="connsiteY33" fmla="*/ 1719818 h 2020169"/>
                <a:gd name="connsiteX34" fmla="*/ 310363 w 4011346"/>
                <a:gd name="connsiteY34" fmla="*/ 1756528 h 2020169"/>
                <a:gd name="connsiteX35" fmla="*/ 270316 w 4011346"/>
                <a:gd name="connsiteY35" fmla="*/ 1796574 h 2020169"/>
                <a:gd name="connsiteX36" fmla="*/ 280327 w 4011346"/>
                <a:gd name="connsiteY36" fmla="*/ 1819935 h 2020169"/>
                <a:gd name="connsiteX37" fmla="*/ 273653 w 4011346"/>
                <a:gd name="connsiteY37" fmla="*/ 1839958 h 2020169"/>
                <a:gd name="connsiteX38" fmla="*/ 266979 w 4011346"/>
                <a:gd name="connsiteY38" fmla="*/ 1856644 h 2020169"/>
                <a:gd name="connsiteX39" fmla="*/ 240281 w 4011346"/>
                <a:gd name="connsiteY39" fmla="*/ 1896691 h 2020169"/>
                <a:gd name="connsiteX40" fmla="*/ 307025 w 4011346"/>
                <a:gd name="connsiteY40" fmla="*/ 1933401 h 2020169"/>
                <a:gd name="connsiteX41" fmla="*/ 337060 w 4011346"/>
                <a:gd name="connsiteY41" fmla="*/ 1940075 h 2020169"/>
                <a:gd name="connsiteX42" fmla="*/ 360421 w 4011346"/>
                <a:gd name="connsiteY42" fmla="*/ 1946750 h 2020169"/>
                <a:gd name="connsiteX43" fmla="*/ 380444 w 4011346"/>
                <a:gd name="connsiteY43" fmla="*/ 1953424 h 2020169"/>
                <a:gd name="connsiteX44" fmla="*/ 407142 w 4011346"/>
                <a:gd name="connsiteY44" fmla="*/ 1973447 h 2020169"/>
                <a:gd name="connsiteX45" fmla="*/ 437177 w 4011346"/>
                <a:gd name="connsiteY45" fmla="*/ 1970110 h 2020169"/>
                <a:gd name="connsiteX46" fmla="*/ 507259 w 4011346"/>
                <a:gd name="connsiteY46" fmla="*/ 2020169 h 2020169"/>
                <a:gd name="connsiteX47" fmla="*/ 517271 w 4011346"/>
                <a:gd name="connsiteY47" fmla="*/ 2006820 h 2020169"/>
                <a:gd name="connsiteX48" fmla="*/ 507259 w 4011346"/>
                <a:gd name="connsiteY48" fmla="*/ 1966773 h 2020169"/>
                <a:gd name="connsiteX49" fmla="*/ 500584 w 4011346"/>
                <a:gd name="connsiteY49" fmla="*/ 1933401 h 2020169"/>
                <a:gd name="connsiteX50" fmla="*/ 483898 w 4011346"/>
                <a:gd name="connsiteY50" fmla="*/ 1890017 h 2020169"/>
                <a:gd name="connsiteX51" fmla="*/ 513933 w 4011346"/>
                <a:gd name="connsiteY51" fmla="*/ 1869993 h 2020169"/>
                <a:gd name="connsiteX52" fmla="*/ 547306 w 4011346"/>
                <a:gd name="connsiteY52" fmla="*/ 1846633 h 2020169"/>
                <a:gd name="connsiteX53" fmla="*/ 527282 w 4011346"/>
                <a:gd name="connsiteY53" fmla="*/ 1829947 h 2020169"/>
                <a:gd name="connsiteX54" fmla="*/ 517271 w 4011346"/>
                <a:gd name="connsiteY54" fmla="*/ 1796574 h 2020169"/>
                <a:gd name="connsiteX55" fmla="*/ 480561 w 4011346"/>
                <a:gd name="connsiteY55" fmla="*/ 1779888 h 2020169"/>
                <a:gd name="connsiteX56" fmla="*/ 470549 w 4011346"/>
                <a:gd name="connsiteY56" fmla="*/ 1759865 h 2020169"/>
                <a:gd name="connsiteX57" fmla="*/ 480561 w 4011346"/>
                <a:gd name="connsiteY57" fmla="*/ 1729830 h 2020169"/>
                <a:gd name="connsiteX58" fmla="*/ 490573 w 4011346"/>
                <a:gd name="connsiteY58" fmla="*/ 1689783 h 2020169"/>
                <a:gd name="connsiteX59" fmla="*/ 513933 w 4011346"/>
                <a:gd name="connsiteY59" fmla="*/ 1709807 h 2020169"/>
                <a:gd name="connsiteX60" fmla="*/ 520608 w 4011346"/>
                <a:gd name="connsiteY60" fmla="*/ 1693120 h 2020169"/>
                <a:gd name="connsiteX61" fmla="*/ 543968 w 4011346"/>
                <a:gd name="connsiteY61" fmla="*/ 1656411 h 2020169"/>
                <a:gd name="connsiteX62" fmla="*/ 574003 w 4011346"/>
                <a:gd name="connsiteY62" fmla="*/ 1639725 h 2020169"/>
                <a:gd name="connsiteX63" fmla="*/ 590690 w 4011346"/>
                <a:gd name="connsiteY63" fmla="*/ 1653074 h 2020169"/>
                <a:gd name="connsiteX64" fmla="*/ 610713 w 4011346"/>
                <a:gd name="connsiteY64" fmla="*/ 1626376 h 2020169"/>
                <a:gd name="connsiteX65" fmla="*/ 630736 w 4011346"/>
                <a:gd name="connsiteY65" fmla="*/ 1653074 h 2020169"/>
                <a:gd name="connsiteX66" fmla="*/ 657434 w 4011346"/>
                <a:gd name="connsiteY66" fmla="*/ 1676434 h 2020169"/>
                <a:gd name="connsiteX67" fmla="*/ 674120 w 4011346"/>
                <a:gd name="connsiteY67" fmla="*/ 1683109 h 2020169"/>
                <a:gd name="connsiteX68" fmla="*/ 697481 w 4011346"/>
                <a:gd name="connsiteY68" fmla="*/ 1683109 h 2020169"/>
                <a:gd name="connsiteX69" fmla="*/ 717504 w 4011346"/>
                <a:gd name="connsiteY69" fmla="*/ 1669760 h 2020169"/>
                <a:gd name="connsiteX70" fmla="*/ 744202 w 4011346"/>
                <a:gd name="connsiteY70" fmla="*/ 1669760 h 2020169"/>
                <a:gd name="connsiteX71" fmla="*/ 760888 w 4011346"/>
                <a:gd name="connsiteY71" fmla="*/ 1666423 h 2020169"/>
                <a:gd name="connsiteX72" fmla="*/ 790923 w 4011346"/>
                <a:gd name="connsiteY72" fmla="*/ 1699795 h 2020169"/>
                <a:gd name="connsiteX73" fmla="*/ 797598 w 4011346"/>
                <a:gd name="connsiteY73" fmla="*/ 1673097 h 2020169"/>
                <a:gd name="connsiteX74" fmla="*/ 817621 w 4011346"/>
                <a:gd name="connsiteY74" fmla="*/ 1689783 h 2020169"/>
                <a:gd name="connsiteX75" fmla="*/ 837644 w 4011346"/>
                <a:gd name="connsiteY75" fmla="*/ 1666423 h 2020169"/>
                <a:gd name="connsiteX76" fmla="*/ 827633 w 4011346"/>
                <a:gd name="connsiteY76" fmla="*/ 1646399 h 2020169"/>
                <a:gd name="connsiteX77" fmla="*/ 810946 w 4011346"/>
                <a:gd name="connsiteY77" fmla="*/ 1633050 h 2020169"/>
                <a:gd name="connsiteX78" fmla="*/ 810946 w 4011346"/>
                <a:gd name="connsiteY78" fmla="*/ 1606353 h 2020169"/>
                <a:gd name="connsiteX79" fmla="*/ 810946 w 4011346"/>
                <a:gd name="connsiteY79" fmla="*/ 1593004 h 2020169"/>
                <a:gd name="connsiteX80" fmla="*/ 830970 w 4011346"/>
                <a:gd name="connsiteY80" fmla="*/ 1589666 h 2020169"/>
                <a:gd name="connsiteX81" fmla="*/ 840981 w 4011346"/>
                <a:gd name="connsiteY81" fmla="*/ 1586329 h 2020169"/>
                <a:gd name="connsiteX82" fmla="*/ 820958 w 4011346"/>
                <a:gd name="connsiteY82" fmla="*/ 1549620 h 2020169"/>
                <a:gd name="connsiteX83" fmla="*/ 854330 w 4011346"/>
                <a:gd name="connsiteY83" fmla="*/ 1542945 h 2020169"/>
                <a:gd name="connsiteX84" fmla="*/ 891040 w 4011346"/>
                <a:gd name="connsiteY84" fmla="*/ 1549620 h 2020169"/>
                <a:gd name="connsiteX85" fmla="*/ 964459 w 4011346"/>
                <a:gd name="connsiteY85" fmla="*/ 1506236 h 2020169"/>
                <a:gd name="connsiteX86" fmla="*/ 1001168 w 4011346"/>
                <a:gd name="connsiteY86" fmla="*/ 1506236 h 2020169"/>
                <a:gd name="connsiteX87" fmla="*/ 1027866 w 4011346"/>
                <a:gd name="connsiteY87" fmla="*/ 1482875 h 2020169"/>
                <a:gd name="connsiteX88" fmla="*/ 1047890 w 4011346"/>
                <a:gd name="connsiteY88" fmla="*/ 1492887 h 2020169"/>
                <a:gd name="connsiteX89" fmla="*/ 1067913 w 4011346"/>
                <a:gd name="connsiteY89" fmla="*/ 1502898 h 2020169"/>
                <a:gd name="connsiteX90" fmla="*/ 1087936 w 4011346"/>
                <a:gd name="connsiteY90" fmla="*/ 1529596 h 2020169"/>
                <a:gd name="connsiteX91" fmla="*/ 1074587 w 4011346"/>
                <a:gd name="connsiteY91" fmla="*/ 1542945 h 2020169"/>
                <a:gd name="connsiteX92" fmla="*/ 1104622 w 4011346"/>
                <a:gd name="connsiteY92" fmla="*/ 1542945 h 2020169"/>
                <a:gd name="connsiteX93" fmla="*/ 1107960 w 4011346"/>
                <a:gd name="connsiteY93" fmla="*/ 1559631 h 2020169"/>
                <a:gd name="connsiteX94" fmla="*/ 1121309 w 4011346"/>
                <a:gd name="connsiteY94" fmla="*/ 1542945 h 2020169"/>
                <a:gd name="connsiteX95" fmla="*/ 1134657 w 4011346"/>
                <a:gd name="connsiteY95" fmla="*/ 1556294 h 2020169"/>
                <a:gd name="connsiteX96" fmla="*/ 1134657 w 4011346"/>
                <a:gd name="connsiteY96" fmla="*/ 1576317 h 2020169"/>
                <a:gd name="connsiteX97" fmla="*/ 1148006 w 4011346"/>
                <a:gd name="connsiteY97" fmla="*/ 1572980 h 2020169"/>
                <a:gd name="connsiteX98" fmla="*/ 1208076 w 4011346"/>
                <a:gd name="connsiteY98" fmla="*/ 1526259 h 2020169"/>
                <a:gd name="connsiteX99" fmla="*/ 1211414 w 4011346"/>
                <a:gd name="connsiteY99" fmla="*/ 1546282 h 2020169"/>
                <a:gd name="connsiteX100" fmla="*/ 1244786 w 4011346"/>
                <a:gd name="connsiteY100" fmla="*/ 1566306 h 2020169"/>
                <a:gd name="connsiteX101" fmla="*/ 1264809 w 4011346"/>
                <a:gd name="connsiteY101" fmla="*/ 1596341 h 2020169"/>
                <a:gd name="connsiteX102" fmla="*/ 1298181 w 4011346"/>
                <a:gd name="connsiteY102" fmla="*/ 1703132 h 2020169"/>
                <a:gd name="connsiteX103" fmla="*/ 1308193 w 4011346"/>
                <a:gd name="connsiteY103" fmla="*/ 1659748 h 2020169"/>
                <a:gd name="connsiteX104" fmla="*/ 1344903 w 4011346"/>
                <a:gd name="connsiteY104" fmla="*/ 1679771 h 2020169"/>
                <a:gd name="connsiteX105" fmla="*/ 1388287 w 4011346"/>
                <a:gd name="connsiteY105" fmla="*/ 1679771 h 2020169"/>
                <a:gd name="connsiteX106" fmla="*/ 1394961 w 4011346"/>
                <a:gd name="connsiteY106" fmla="*/ 1703132 h 2020169"/>
                <a:gd name="connsiteX107" fmla="*/ 1435008 w 4011346"/>
                <a:gd name="connsiteY107" fmla="*/ 1726493 h 2020169"/>
                <a:gd name="connsiteX108" fmla="*/ 1465043 w 4011346"/>
                <a:gd name="connsiteY108" fmla="*/ 1726493 h 2020169"/>
                <a:gd name="connsiteX109" fmla="*/ 1491741 w 4011346"/>
                <a:gd name="connsiteY109" fmla="*/ 1739842 h 2020169"/>
                <a:gd name="connsiteX110" fmla="*/ 1535125 w 4011346"/>
                <a:gd name="connsiteY110" fmla="*/ 1696458 h 2020169"/>
                <a:gd name="connsiteX111" fmla="*/ 1571834 w 4011346"/>
                <a:gd name="connsiteY111" fmla="*/ 1676434 h 2020169"/>
                <a:gd name="connsiteX112" fmla="*/ 1608544 w 4011346"/>
                <a:gd name="connsiteY112" fmla="*/ 1679771 h 2020169"/>
                <a:gd name="connsiteX113" fmla="*/ 1655265 w 4011346"/>
                <a:gd name="connsiteY113" fmla="*/ 1693120 h 2020169"/>
                <a:gd name="connsiteX114" fmla="*/ 1681963 w 4011346"/>
                <a:gd name="connsiteY114" fmla="*/ 1709807 h 2020169"/>
                <a:gd name="connsiteX115" fmla="*/ 1735358 w 4011346"/>
                <a:gd name="connsiteY115" fmla="*/ 1703132 h 2020169"/>
                <a:gd name="connsiteX116" fmla="*/ 1745370 w 4011346"/>
                <a:gd name="connsiteY116" fmla="*/ 1683109 h 2020169"/>
                <a:gd name="connsiteX117" fmla="*/ 1738695 w 4011346"/>
                <a:gd name="connsiteY117" fmla="*/ 1663085 h 2020169"/>
                <a:gd name="connsiteX118" fmla="*/ 1765393 w 4011346"/>
                <a:gd name="connsiteY118" fmla="*/ 1636388 h 2020169"/>
                <a:gd name="connsiteX119" fmla="*/ 1778742 w 4011346"/>
                <a:gd name="connsiteY119" fmla="*/ 1633050 h 2020169"/>
                <a:gd name="connsiteX120" fmla="*/ 1812114 w 4011346"/>
                <a:gd name="connsiteY120" fmla="*/ 1649736 h 2020169"/>
                <a:gd name="connsiteX121" fmla="*/ 1852161 w 4011346"/>
                <a:gd name="connsiteY121" fmla="*/ 1663085 h 2020169"/>
                <a:gd name="connsiteX122" fmla="*/ 1858836 w 4011346"/>
                <a:gd name="connsiteY122" fmla="*/ 1689783 h 2020169"/>
                <a:gd name="connsiteX123" fmla="*/ 1872184 w 4011346"/>
                <a:gd name="connsiteY123" fmla="*/ 1696458 h 2020169"/>
                <a:gd name="connsiteX124" fmla="*/ 1902219 w 4011346"/>
                <a:gd name="connsiteY124" fmla="*/ 1699795 h 2020169"/>
                <a:gd name="connsiteX125" fmla="*/ 1932254 w 4011346"/>
                <a:gd name="connsiteY125" fmla="*/ 1683109 h 2020169"/>
                <a:gd name="connsiteX126" fmla="*/ 1962290 w 4011346"/>
                <a:gd name="connsiteY126" fmla="*/ 1696458 h 2020169"/>
                <a:gd name="connsiteX127" fmla="*/ 1985650 w 4011346"/>
                <a:gd name="connsiteY127" fmla="*/ 1709807 h 2020169"/>
                <a:gd name="connsiteX128" fmla="*/ 1995662 w 4011346"/>
                <a:gd name="connsiteY128" fmla="*/ 1719818 h 2020169"/>
                <a:gd name="connsiteX129" fmla="*/ 2032371 w 4011346"/>
                <a:gd name="connsiteY129" fmla="*/ 1739842 h 2020169"/>
                <a:gd name="connsiteX130" fmla="*/ 2069081 w 4011346"/>
                <a:gd name="connsiteY130" fmla="*/ 1736504 h 2020169"/>
                <a:gd name="connsiteX131" fmla="*/ 2142500 w 4011346"/>
                <a:gd name="connsiteY131" fmla="*/ 1693120 h 2020169"/>
                <a:gd name="connsiteX132" fmla="*/ 2195895 w 4011346"/>
                <a:gd name="connsiteY132" fmla="*/ 1706469 h 2020169"/>
                <a:gd name="connsiteX133" fmla="*/ 2225930 w 4011346"/>
                <a:gd name="connsiteY133" fmla="*/ 1716481 h 2020169"/>
                <a:gd name="connsiteX134" fmla="*/ 2259303 w 4011346"/>
                <a:gd name="connsiteY134" fmla="*/ 1703132 h 2020169"/>
                <a:gd name="connsiteX135" fmla="*/ 2262640 w 4011346"/>
                <a:gd name="connsiteY135" fmla="*/ 1676434 h 2020169"/>
                <a:gd name="connsiteX136" fmla="*/ 2282663 w 4011346"/>
                <a:gd name="connsiteY136" fmla="*/ 1646399 h 2020169"/>
                <a:gd name="connsiteX137" fmla="*/ 2299349 w 4011346"/>
                <a:gd name="connsiteY137" fmla="*/ 1593004 h 2020169"/>
                <a:gd name="connsiteX138" fmla="*/ 2282663 w 4011346"/>
                <a:gd name="connsiteY138" fmla="*/ 1596341 h 2020169"/>
                <a:gd name="connsiteX139" fmla="*/ 2312698 w 4011346"/>
                <a:gd name="connsiteY139" fmla="*/ 1569643 h 2020169"/>
                <a:gd name="connsiteX140" fmla="*/ 2339396 w 4011346"/>
                <a:gd name="connsiteY140" fmla="*/ 1566306 h 2020169"/>
                <a:gd name="connsiteX141" fmla="*/ 2396129 w 4011346"/>
                <a:gd name="connsiteY141" fmla="*/ 1576317 h 2020169"/>
                <a:gd name="connsiteX142" fmla="*/ 2436176 w 4011346"/>
                <a:gd name="connsiteY142" fmla="*/ 1603015 h 2020169"/>
                <a:gd name="connsiteX143" fmla="*/ 2462873 w 4011346"/>
                <a:gd name="connsiteY143" fmla="*/ 1633050 h 2020169"/>
                <a:gd name="connsiteX144" fmla="*/ 2469548 w 4011346"/>
                <a:gd name="connsiteY144" fmla="*/ 1669760 h 2020169"/>
                <a:gd name="connsiteX145" fmla="*/ 2476222 w 4011346"/>
                <a:gd name="connsiteY145" fmla="*/ 1709807 h 2020169"/>
                <a:gd name="connsiteX146" fmla="*/ 2486234 w 4011346"/>
                <a:gd name="connsiteY146" fmla="*/ 1729830 h 2020169"/>
                <a:gd name="connsiteX147" fmla="*/ 2529618 w 4011346"/>
                <a:gd name="connsiteY147" fmla="*/ 1743179 h 2020169"/>
                <a:gd name="connsiteX148" fmla="*/ 2549641 w 4011346"/>
                <a:gd name="connsiteY148" fmla="*/ 1763202 h 2020169"/>
                <a:gd name="connsiteX149" fmla="*/ 2562990 w 4011346"/>
                <a:gd name="connsiteY149" fmla="*/ 1796574 h 2020169"/>
                <a:gd name="connsiteX150" fmla="*/ 2586351 w 4011346"/>
                <a:gd name="connsiteY150" fmla="*/ 1789900 h 2020169"/>
                <a:gd name="connsiteX151" fmla="*/ 2606374 w 4011346"/>
                <a:gd name="connsiteY151" fmla="*/ 1779888 h 2020169"/>
                <a:gd name="connsiteX152" fmla="*/ 2639746 w 4011346"/>
                <a:gd name="connsiteY152" fmla="*/ 1763202 h 2020169"/>
                <a:gd name="connsiteX153" fmla="*/ 2643084 w 4011346"/>
                <a:gd name="connsiteY153" fmla="*/ 1779888 h 2020169"/>
                <a:gd name="connsiteX154" fmla="*/ 2626398 w 4011346"/>
                <a:gd name="connsiteY154" fmla="*/ 1809923 h 2020169"/>
                <a:gd name="connsiteX155" fmla="*/ 2616386 w 4011346"/>
                <a:gd name="connsiteY155" fmla="*/ 1846633 h 2020169"/>
                <a:gd name="connsiteX156" fmla="*/ 2603037 w 4011346"/>
                <a:gd name="connsiteY156" fmla="*/ 1900028 h 2020169"/>
                <a:gd name="connsiteX157" fmla="*/ 2579676 w 4011346"/>
                <a:gd name="connsiteY157" fmla="*/ 1873331 h 2020169"/>
                <a:gd name="connsiteX158" fmla="*/ 2552979 w 4011346"/>
                <a:gd name="connsiteY158" fmla="*/ 1896691 h 2020169"/>
                <a:gd name="connsiteX159" fmla="*/ 2559653 w 4011346"/>
                <a:gd name="connsiteY159" fmla="*/ 1923389 h 2020169"/>
                <a:gd name="connsiteX160" fmla="*/ 2559653 w 4011346"/>
                <a:gd name="connsiteY160" fmla="*/ 1960098 h 2020169"/>
                <a:gd name="connsiteX161" fmla="*/ 2549641 w 4011346"/>
                <a:gd name="connsiteY161" fmla="*/ 1980122 h 2020169"/>
                <a:gd name="connsiteX162" fmla="*/ 2589688 w 4011346"/>
                <a:gd name="connsiteY162" fmla="*/ 1960098 h 2020169"/>
                <a:gd name="connsiteX163" fmla="*/ 2626398 w 4011346"/>
                <a:gd name="connsiteY163" fmla="*/ 1970110 h 2020169"/>
                <a:gd name="connsiteX164" fmla="*/ 2653095 w 4011346"/>
                <a:gd name="connsiteY164" fmla="*/ 1946750 h 2020169"/>
                <a:gd name="connsiteX165" fmla="*/ 2683130 w 4011346"/>
                <a:gd name="connsiteY165" fmla="*/ 1893354 h 2020169"/>
                <a:gd name="connsiteX166" fmla="*/ 2753212 w 4011346"/>
                <a:gd name="connsiteY166" fmla="*/ 1806586 h 2020169"/>
                <a:gd name="connsiteX167" fmla="*/ 2783247 w 4011346"/>
                <a:gd name="connsiteY167" fmla="*/ 1736504 h 2020169"/>
                <a:gd name="connsiteX168" fmla="*/ 2803271 w 4011346"/>
                <a:gd name="connsiteY168" fmla="*/ 1633050 h 2020169"/>
                <a:gd name="connsiteX169" fmla="*/ 2793259 w 4011346"/>
                <a:gd name="connsiteY169" fmla="*/ 1582992 h 2020169"/>
                <a:gd name="connsiteX170" fmla="*/ 2769898 w 4011346"/>
                <a:gd name="connsiteY170" fmla="*/ 1549620 h 2020169"/>
                <a:gd name="connsiteX171" fmla="*/ 2726514 w 4011346"/>
                <a:gd name="connsiteY171" fmla="*/ 1549620 h 2020169"/>
                <a:gd name="connsiteX172" fmla="*/ 2699817 w 4011346"/>
                <a:gd name="connsiteY172" fmla="*/ 1549620 h 2020169"/>
                <a:gd name="connsiteX173" fmla="*/ 2683130 w 4011346"/>
                <a:gd name="connsiteY173" fmla="*/ 1529596 h 2020169"/>
                <a:gd name="connsiteX174" fmla="*/ 2669781 w 4011346"/>
                <a:gd name="connsiteY174" fmla="*/ 1509573 h 2020169"/>
                <a:gd name="connsiteX175" fmla="*/ 2763224 w 4011346"/>
                <a:gd name="connsiteY175" fmla="*/ 1392770 h 2020169"/>
                <a:gd name="connsiteX176" fmla="*/ 2846654 w 4011346"/>
                <a:gd name="connsiteY176" fmla="*/ 1326026 h 2020169"/>
                <a:gd name="connsiteX177" fmla="*/ 2890038 w 4011346"/>
                <a:gd name="connsiteY177" fmla="*/ 1302665 h 2020169"/>
                <a:gd name="connsiteX178" fmla="*/ 2933422 w 4011346"/>
                <a:gd name="connsiteY178" fmla="*/ 1322688 h 2020169"/>
                <a:gd name="connsiteX179" fmla="*/ 2950109 w 4011346"/>
                <a:gd name="connsiteY179" fmla="*/ 1306002 h 2020169"/>
                <a:gd name="connsiteX180" fmla="*/ 2993492 w 4011346"/>
                <a:gd name="connsiteY180" fmla="*/ 1322688 h 2020169"/>
                <a:gd name="connsiteX181" fmla="*/ 3006841 w 4011346"/>
                <a:gd name="connsiteY181" fmla="*/ 1289316 h 2020169"/>
                <a:gd name="connsiteX182" fmla="*/ 3053563 w 4011346"/>
                <a:gd name="connsiteY182" fmla="*/ 1299328 h 2020169"/>
                <a:gd name="connsiteX183" fmla="*/ 3070249 w 4011346"/>
                <a:gd name="connsiteY183" fmla="*/ 1316014 h 2020169"/>
                <a:gd name="connsiteX184" fmla="*/ 3060237 w 4011346"/>
                <a:gd name="connsiteY184" fmla="*/ 1336037 h 2020169"/>
                <a:gd name="connsiteX185" fmla="*/ 3123644 w 4011346"/>
                <a:gd name="connsiteY185" fmla="*/ 1319351 h 2020169"/>
                <a:gd name="connsiteX186" fmla="*/ 3140330 w 4011346"/>
                <a:gd name="connsiteY186" fmla="*/ 1306002 h 2020169"/>
                <a:gd name="connsiteX187" fmla="*/ 3123644 w 4011346"/>
                <a:gd name="connsiteY187" fmla="*/ 1292653 h 2020169"/>
                <a:gd name="connsiteX188" fmla="*/ 3143668 w 4011346"/>
                <a:gd name="connsiteY188" fmla="*/ 1252607 h 2020169"/>
                <a:gd name="connsiteX189" fmla="*/ 3190389 w 4011346"/>
                <a:gd name="connsiteY189" fmla="*/ 1182525 h 2020169"/>
                <a:gd name="connsiteX190" fmla="*/ 3233773 w 4011346"/>
                <a:gd name="connsiteY190" fmla="*/ 1179188 h 2020169"/>
                <a:gd name="connsiteX191" fmla="*/ 3273819 w 4011346"/>
                <a:gd name="connsiteY191" fmla="*/ 1189199 h 2020169"/>
                <a:gd name="connsiteX192" fmla="*/ 3277157 w 4011346"/>
                <a:gd name="connsiteY192" fmla="*/ 1245932 h 2020169"/>
                <a:gd name="connsiteX193" fmla="*/ 3320541 w 4011346"/>
                <a:gd name="connsiteY193" fmla="*/ 1202548 h 2020169"/>
                <a:gd name="connsiteX194" fmla="*/ 3343901 w 4011346"/>
                <a:gd name="connsiteY194" fmla="*/ 1185862 h 2020169"/>
                <a:gd name="connsiteX195" fmla="*/ 3350576 w 4011346"/>
                <a:gd name="connsiteY195" fmla="*/ 1152490 h 2020169"/>
                <a:gd name="connsiteX196" fmla="*/ 3377273 w 4011346"/>
                <a:gd name="connsiteY196" fmla="*/ 1135804 h 2020169"/>
                <a:gd name="connsiteX197" fmla="*/ 3407309 w 4011346"/>
                <a:gd name="connsiteY197" fmla="*/ 1145815 h 2020169"/>
                <a:gd name="connsiteX198" fmla="*/ 3373936 w 4011346"/>
                <a:gd name="connsiteY198" fmla="*/ 1175850 h 2020169"/>
                <a:gd name="connsiteX199" fmla="*/ 3360587 w 4011346"/>
                <a:gd name="connsiteY199" fmla="*/ 1225909 h 2020169"/>
                <a:gd name="connsiteX200" fmla="*/ 3323878 w 4011346"/>
                <a:gd name="connsiteY200" fmla="*/ 1265955 h 2020169"/>
                <a:gd name="connsiteX201" fmla="*/ 3210412 w 4011346"/>
                <a:gd name="connsiteY201" fmla="*/ 1362735 h 2020169"/>
                <a:gd name="connsiteX202" fmla="*/ 3163691 w 4011346"/>
                <a:gd name="connsiteY202" fmla="*/ 1432817 h 2020169"/>
                <a:gd name="connsiteX203" fmla="*/ 3160354 w 4011346"/>
                <a:gd name="connsiteY203" fmla="*/ 1506236 h 2020169"/>
                <a:gd name="connsiteX204" fmla="*/ 3170365 w 4011346"/>
                <a:gd name="connsiteY204" fmla="*/ 1596341 h 2020169"/>
                <a:gd name="connsiteX205" fmla="*/ 3190389 w 4011346"/>
                <a:gd name="connsiteY205" fmla="*/ 1659748 h 2020169"/>
                <a:gd name="connsiteX206" fmla="*/ 3217087 w 4011346"/>
                <a:gd name="connsiteY206" fmla="*/ 1649736 h 2020169"/>
                <a:gd name="connsiteX207" fmla="*/ 3240447 w 4011346"/>
                <a:gd name="connsiteY207" fmla="*/ 1582992 h 2020169"/>
                <a:gd name="connsiteX208" fmla="*/ 3270482 w 4011346"/>
                <a:gd name="connsiteY208" fmla="*/ 1579655 h 2020169"/>
                <a:gd name="connsiteX209" fmla="*/ 3287168 w 4011346"/>
                <a:gd name="connsiteY209" fmla="*/ 1519585 h 2020169"/>
                <a:gd name="connsiteX210" fmla="*/ 3313866 w 4011346"/>
                <a:gd name="connsiteY210" fmla="*/ 1509573 h 2020169"/>
                <a:gd name="connsiteX211" fmla="*/ 3313866 w 4011346"/>
                <a:gd name="connsiteY211" fmla="*/ 1479538 h 2020169"/>
                <a:gd name="connsiteX212" fmla="*/ 3337227 w 4011346"/>
                <a:gd name="connsiteY212" fmla="*/ 1442828 h 2020169"/>
                <a:gd name="connsiteX213" fmla="*/ 3330552 w 4011346"/>
                <a:gd name="connsiteY213" fmla="*/ 1399444 h 2020169"/>
                <a:gd name="connsiteX214" fmla="*/ 3333890 w 4011346"/>
                <a:gd name="connsiteY214" fmla="*/ 1369409 h 2020169"/>
                <a:gd name="connsiteX215" fmla="*/ 3323878 w 4011346"/>
                <a:gd name="connsiteY215" fmla="*/ 1359398 h 2020169"/>
                <a:gd name="connsiteX216" fmla="*/ 3363925 w 4011346"/>
                <a:gd name="connsiteY216" fmla="*/ 1272630 h 2020169"/>
                <a:gd name="connsiteX217" fmla="*/ 3383948 w 4011346"/>
                <a:gd name="connsiteY217" fmla="*/ 1282642 h 2020169"/>
                <a:gd name="connsiteX218" fmla="*/ 3410646 w 4011346"/>
                <a:gd name="connsiteY218" fmla="*/ 1255944 h 2020169"/>
                <a:gd name="connsiteX219" fmla="*/ 3420657 w 4011346"/>
                <a:gd name="connsiteY219" fmla="*/ 1282642 h 2020169"/>
                <a:gd name="connsiteX220" fmla="*/ 3447355 w 4011346"/>
                <a:gd name="connsiteY220" fmla="*/ 1265955 h 2020169"/>
                <a:gd name="connsiteX221" fmla="*/ 3477390 w 4011346"/>
                <a:gd name="connsiteY221" fmla="*/ 1255944 h 2020169"/>
                <a:gd name="connsiteX222" fmla="*/ 3514100 w 4011346"/>
                <a:gd name="connsiteY222" fmla="*/ 1282642 h 2020169"/>
                <a:gd name="connsiteX223" fmla="*/ 3574170 w 4011346"/>
                <a:gd name="connsiteY223" fmla="*/ 1215897 h 2020169"/>
                <a:gd name="connsiteX224" fmla="*/ 3637577 w 4011346"/>
                <a:gd name="connsiteY224" fmla="*/ 1169176 h 2020169"/>
                <a:gd name="connsiteX225" fmla="*/ 3690973 w 4011346"/>
                <a:gd name="connsiteY225" fmla="*/ 1132466 h 2020169"/>
                <a:gd name="connsiteX226" fmla="*/ 3741031 w 4011346"/>
                <a:gd name="connsiteY226" fmla="*/ 1159164 h 2020169"/>
                <a:gd name="connsiteX227" fmla="*/ 3751043 w 4011346"/>
                <a:gd name="connsiteY227" fmla="*/ 1132466 h 2020169"/>
                <a:gd name="connsiteX228" fmla="*/ 3727682 w 4011346"/>
                <a:gd name="connsiteY228" fmla="*/ 1065722 h 2020169"/>
                <a:gd name="connsiteX229" fmla="*/ 3700984 w 4011346"/>
                <a:gd name="connsiteY229" fmla="*/ 1049036 h 2020169"/>
                <a:gd name="connsiteX230" fmla="*/ 3697647 w 4011346"/>
                <a:gd name="connsiteY230" fmla="*/ 1019001 h 2020169"/>
                <a:gd name="connsiteX231" fmla="*/ 3751043 w 4011346"/>
                <a:gd name="connsiteY231" fmla="*/ 1025675 h 2020169"/>
                <a:gd name="connsiteX232" fmla="*/ 3774403 w 4011346"/>
                <a:gd name="connsiteY232" fmla="*/ 982291 h 2020169"/>
                <a:gd name="connsiteX233" fmla="*/ 3767729 w 4011346"/>
                <a:gd name="connsiteY233" fmla="*/ 955593 h 2020169"/>
                <a:gd name="connsiteX234" fmla="*/ 3794427 w 4011346"/>
                <a:gd name="connsiteY234" fmla="*/ 922221 h 2020169"/>
                <a:gd name="connsiteX235" fmla="*/ 3804438 w 4011346"/>
                <a:gd name="connsiteY235" fmla="*/ 965605 h 2020169"/>
                <a:gd name="connsiteX236" fmla="*/ 3827799 w 4011346"/>
                <a:gd name="connsiteY236" fmla="*/ 982291 h 2020169"/>
                <a:gd name="connsiteX237" fmla="*/ 3874520 w 4011346"/>
                <a:gd name="connsiteY237" fmla="*/ 1002315 h 2020169"/>
                <a:gd name="connsiteX238" fmla="*/ 3894544 w 4011346"/>
                <a:gd name="connsiteY238" fmla="*/ 1029012 h 2020169"/>
                <a:gd name="connsiteX239" fmla="*/ 3941265 w 4011346"/>
                <a:gd name="connsiteY239" fmla="*/ 1052373 h 2020169"/>
                <a:gd name="connsiteX240" fmla="*/ 3947939 w 4011346"/>
                <a:gd name="connsiteY240" fmla="*/ 1039024 h 2020169"/>
                <a:gd name="connsiteX241" fmla="*/ 3957951 w 4011346"/>
                <a:gd name="connsiteY241" fmla="*/ 975617 h 2020169"/>
                <a:gd name="connsiteX242" fmla="*/ 4004672 w 4011346"/>
                <a:gd name="connsiteY242" fmla="*/ 968942 h 2020169"/>
                <a:gd name="connsiteX243" fmla="*/ 4011346 w 4011346"/>
                <a:gd name="connsiteY243" fmla="*/ 935570 h 2020169"/>
                <a:gd name="connsiteX244" fmla="*/ 3967963 w 4011346"/>
                <a:gd name="connsiteY244" fmla="*/ 898861 h 2020169"/>
                <a:gd name="connsiteX245" fmla="*/ 3921241 w 4011346"/>
                <a:gd name="connsiteY245" fmla="*/ 882174 h 2020169"/>
                <a:gd name="connsiteX246" fmla="*/ 3907892 w 4011346"/>
                <a:gd name="connsiteY246" fmla="*/ 885512 h 2020169"/>
                <a:gd name="connsiteX247" fmla="*/ 3907892 w 4011346"/>
                <a:gd name="connsiteY247" fmla="*/ 918884 h 2020169"/>
                <a:gd name="connsiteX248" fmla="*/ 3887869 w 4011346"/>
                <a:gd name="connsiteY248" fmla="*/ 912209 h 2020169"/>
                <a:gd name="connsiteX249" fmla="*/ 3874520 w 4011346"/>
                <a:gd name="connsiteY249" fmla="*/ 858814 h 2020169"/>
                <a:gd name="connsiteX250" fmla="*/ 3817787 w 4011346"/>
                <a:gd name="connsiteY250" fmla="*/ 795407 h 2020169"/>
                <a:gd name="connsiteX251" fmla="*/ 3717671 w 4011346"/>
                <a:gd name="connsiteY251" fmla="*/ 718650 h 2020169"/>
                <a:gd name="connsiteX252" fmla="*/ 3664275 w 4011346"/>
                <a:gd name="connsiteY252" fmla="*/ 698627 h 2020169"/>
                <a:gd name="connsiteX253" fmla="*/ 3584181 w 4011346"/>
                <a:gd name="connsiteY253" fmla="*/ 691953 h 2020169"/>
                <a:gd name="connsiteX254" fmla="*/ 3520774 w 4011346"/>
                <a:gd name="connsiteY254" fmla="*/ 675266 h 2020169"/>
                <a:gd name="connsiteX255" fmla="*/ 3530786 w 4011346"/>
                <a:gd name="connsiteY255" fmla="*/ 715313 h 2020169"/>
                <a:gd name="connsiteX256" fmla="*/ 3537460 w 4011346"/>
                <a:gd name="connsiteY256" fmla="*/ 742011 h 2020169"/>
                <a:gd name="connsiteX257" fmla="*/ 3507425 w 4011346"/>
                <a:gd name="connsiteY257" fmla="*/ 765371 h 2020169"/>
                <a:gd name="connsiteX258" fmla="*/ 3477390 w 4011346"/>
                <a:gd name="connsiteY258" fmla="*/ 738674 h 2020169"/>
                <a:gd name="connsiteX259" fmla="*/ 3477390 w 4011346"/>
                <a:gd name="connsiteY259" fmla="*/ 718650 h 2020169"/>
                <a:gd name="connsiteX260" fmla="*/ 3504088 w 4011346"/>
                <a:gd name="connsiteY260" fmla="*/ 698627 h 2020169"/>
                <a:gd name="connsiteX261" fmla="*/ 3467379 w 4011346"/>
                <a:gd name="connsiteY261" fmla="*/ 685278 h 2020169"/>
                <a:gd name="connsiteX262" fmla="*/ 3450692 w 4011346"/>
                <a:gd name="connsiteY262" fmla="*/ 711976 h 2020169"/>
                <a:gd name="connsiteX263" fmla="*/ 3440681 w 4011346"/>
                <a:gd name="connsiteY263" fmla="*/ 725325 h 2020169"/>
                <a:gd name="connsiteX264" fmla="*/ 3357250 w 4011346"/>
                <a:gd name="connsiteY264" fmla="*/ 711976 h 2020169"/>
                <a:gd name="connsiteX265" fmla="*/ 3297180 w 4011346"/>
                <a:gd name="connsiteY265" fmla="*/ 718650 h 2020169"/>
                <a:gd name="connsiteX266" fmla="*/ 3267145 w 4011346"/>
                <a:gd name="connsiteY266" fmla="*/ 695290 h 2020169"/>
                <a:gd name="connsiteX267" fmla="*/ 3267145 w 4011346"/>
                <a:gd name="connsiteY267" fmla="*/ 658580 h 2020169"/>
                <a:gd name="connsiteX268" fmla="*/ 3203738 w 4011346"/>
                <a:gd name="connsiteY268" fmla="*/ 601847 h 2020169"/>
                <a:gd name="connsiteX269" fmla="*/ 3076923 w 4011346"/>
                <a:gd name="connsiteY269" fmla="*/ 608522 h 2020169"/>
                <a:gd name="connsiteX270" fmla="*/ 3043551 w 4011346"/>
                <a:gd name="connsiteY270" fmla="*/ 585161 h 2020169"/>
                <a:gd name="connsiteX271" fmla="*/ 3000167 w 4011346"/>
                <a:gd name="connsiteY271" fmla="*/ 538440 h 2020169"/>
                <a:gd name="connsiteX272" fmla="*/ 3013516 w 4011346"/>
                <a:gd name="connsiteY272" fmla="*/ 531766 h 2020169"/>
                <a:gd name="connsiteX273" fmla="*/ 3000167 w 4011346"/>
                <a:gd name="connsiteY273" fmla="*/ 511742 h 2020169"/>
                <a:gd name="connsiteX274" fmla="*/ 2970132 w 4011346"/>
                <a:gd name="connsiteY274" fmla="*/ 508405 h 2020169"/>
                <a:gd name="connsiteX275" fmla="*/ 2920073 w 4011346"/>
                <a:gd name="connsiteY275" fmla="*/ 555126 h 2020169"/>
                <a:gd name="connsiteX276" fmla="*/ 2920073 w 4011346"/>
                <a:gd name="connsiteY276" fmla="*/ 555126 h 2020169"/>
                <a:gd name="connsiteX277" fmla="*/ 2916736 w 4011346"/>
                <a:gd name="connsiteY277" fmla="*/ 505068 h 2020169"/>
                <a:gd name="connsiteX278" fmla="*/ 2936760 w 4011346"/>
                <a:gd name="connsiteY278" fmla="*/ 501731 h 2020169"/>
                <a:gd name="connsiteX279" fmla="*/ 2866678 w 4011346"/>
                <a:gd name="connsiteY279" fmla="*/ 471696 h 2020169"/>
                <a:gd name="connsiteX280" fmla="*/ 2813282 w 4011346"/>
                <a:gd name="connsiteY280" fmla="*/ 468358 h 2020169"/>
                <a:gd name="connsiteX281" fmla="*/ 2793259 w 4011346"/>
                <a:gd name="connsiteY281" fmla="*/ 491719 h 2020169"/>
                <a:gd name="connsiteX282" fmla="*/ 2743200 w 4011346"/>
                <a:gd name="connsiteY282" fmla="*/ 501731 h 2020169"/>
                <a:gd name="connsiteX283" fmla="*/ 2786584 w 4011346"/>
                <a:gd name="connsiteY283" fmla="*/ 511742 h 2020169"/>
                <a:gd name="connsiteX284" fmla="*/ 2763224 w 4011346"/>
                <a:gd name="connsiteY284" fmla="*/ 531766 h 2020169"/>
                <a:gd name="connsiteX285" fmla="*/ 2769898 w 4011346"/>
                <a:gd name="connsiteY285" fmla="*/ 581824 h 2020169"/>
                <a:gd name="connsiteX286" fmla="*/ 2749875 w 4011346"/>
                <a:gd name="connsiteY286" fmla="*/ 565138 h 2020169"/>
                <a:gd name="connsiteX287" fmla="*/ 2733189 w 4011346"/>
                <a:gd name="connsiteY287" fmla="*/ 578487 h 2020169"/>
                <a:gd name="connsiteX288" fmla="*/ 2666444 w 4011346"/>
                <a:gd name="connsiteY288" fmla="*/ 568475 h 2020169"/>
                <a:gd name="connsiteX289" fmla="*/ 2636409 w 4011346"/>
                <a:gd name="connsiteY289" fmla="*/ 578487 h 2020169"/>
                <a:gd name="connsiteX290" fmla="*/ 2603037 w 4011346"/>
                <a:gd name="connsiteY290" fmla="*/ 538440 h 2020169"/>
                <a:gd name="connsiteX291" fmla="*/ 2569665 w 4011346"/>
                <a:gd name="connsiteY291" fmla="*/ 621871 h 2020169"/>
                <a:gd name="connsiteX292" fmla="*/ 2552979 w 4011346"/>
                <a:gd name="connsiteY292" fmla="*/ 641894 h 2020169"/>
                <a:gd name="connsiteX293" fmla="*/ 2469548 w 4011346"/>
                <a:gd name="connsiteY293" fmla="*/ 505068 h 2020169"/>
                <a:gd name="connsiteX294" fmla="*/ 2446187 w 4011346"/>
                <a:gd name="connsiteY294" fmla="*/ 521754 h 2020169"/>
                <a:gd name="connsiteX295" fmla="*/ 2442850 w 4011346"/>
                <a:gd name="connsiteY295" fmla="*/ 488382 h 2020169"/>
                <a:gd name="connsiteX296" fmla="*/ 2449525 w 4011346"/>
                <a:gd name="connsiteY296" fmla="*/ 418300 h 2020169"/>
                <a:gd name="connsiteX297" fmla="*/ 2386117 w 4011346"/>
                <a:gd name="connsiteY297" fmla="*/ 391602 h 2020169"/>
                <a:gd name="connsiteX298" fmla="*/ 2369431 w 4011346"/>
                <a:gd name="connsiteY298" fmla="*/ 431649 h 2020169"/>
                <a:gd name="connsiteX299" fmla="*/ 2379443 w 4011346"/>
                <a:gd name="connsiteY299" fmla="*/ 455009 h 2020169"/>
                <a:gd name="connsiteX300" fmla="*/ 2376106 w 4011346"/>
                <a:gd name="connsiteY300" fmla="*/ 475033 h 2020169"/>
                <a:gd name="connsiteX301" fmla="*/ 2352745 w 4011346"/>
                <a:gd name="connsiteY301" fmla="*/ 451672 h 2020169"/>
                <a:gd name="connsiteX302" fmla="*/ 2316036 w 4011346"/>
                <a:gd name="connsiteY302" fmla="*/ 458347 h 2020169"/>
                <a:gd name="connsiteX303" fmla="*/ 2272652 w 4011346"/>
                <a:gd name="connsiteY303" fmla="*/ 444998 h 2020169"/>
                <a:gd name="connsiteX304" fmla="*/ 2245954 w 4011346"/>
                <a:gd name="connsiteY304" fmla="*/ 404951 h 2020169"/>
                <a:gd name="connsiteX305" fmla="*/ 2209244 w 4011346"/>
                <a:gd name="connsiteY305" fmla="*/ 401614 h 2020169"/>
                <a:gd name="connsiteX306" fmla="*/ 2159186 w 4011346"/>
                <a:gd name="connsiteY306" fmla="*/ 391602 h 2020169"/>
                <a:gd name="connsiteX307" fmla="*/ 2132488 w 4011346"/>
                <a:gd name="connsiteY307" fmla="*/ 408288 h 2020169"/>
                <a:gd name="connsiteX308" fmla="*/ 2115802 w 4011346"/>
                <a:gd name="connsiteY308" fmla="*/ 421637 h 2020169"/>
                <a:gd name="connsiteX309" fmla="*/ 2115802 w 4011346"/>
                <a:gd name="connsiteY309" fmla="*/ 391602 h 2020169"/>
                <a:gd name="connsiteX310" fmla="*/ 2082430 w 4011346"/>
                <a:gd name="connsiteY310" fmla="*/ 388265 h 2020169"/>
                <a:gd name="connsiteX311" fmla="*/ 2045720 w 4011346"/>
                <a:gd name="connsiteY311" fmla="*/ 361567 h 2020169"/>
                <a:gd name="connsiteX312" fmla="*/ 2025697 w 4011346"/>
                <a:gd name="connsiteY312" fmla="*/ 391602 h 2020169"/>
                <a:gd name="connsiteX313" fmla="*/ 2055732 w 4011346"/>
                <a:gd name="connsiteY313" fmla="*/ 388265 h 2020169"/>
                <a:gd name="connsiteX314" fmla="*/ 2045720 w 4011346"/>
                <a:gd name="connsiteY314" fmla="*/ 414963 h 2020169"/>
                <a:gd name="connsiteX315" fmla="*/ 1988987 w 4011346"/>
                <a:gd name="connsiteY315" fmla="*/ 434986 h 2020169"/>
                <a:gd name="connsiteX316" fmla="*/ 1935592 w 4011346"/>
                <a:gd name="connsiteY316" fmla="*/ 444998 h 2020169"/>
                <a:gd name="connsiteX317" fmla="*/ 1995662 w 4011346"/>
                <a:gd name="connsiteY317" fmla="*/ 388265 h 2020169"/>
                <a:gd name="connsiteX318" fmla="*/ 2055732 w 4011346"/>
                <a:gd name="connsiteY318" fmla="*/ 318183 h 2020169"/>
                <a:gd name="connsiteX319" fmla="*/ 2055732 w 4011346"/>
                <a:gd name="connsiteY319" fmla="*/ 318183 h 2020169"/>
                <a:gd name="connsiteX320" fmla="*/ 2129860 w 4011346"/>
                <a:gd name="connsiteY320" fmla="*/ 248603 h 2020169"/>
                <a:gd name="connsiteX321" fmla="*/ 2127003 w 4011346"/>
                <a:gd name="connsiteY321" fmla="*/ 174309 h 2020169"/>
                <a:gd name="connsiteX322" fmla="*/ 2092713 w 4011346"/>
                <a:gd name="connsiteY322" fmla="*/ 105729 h 2020169"/>
                <a:gd name="connsiteX323" fmla="*/ 2018418 w 4011346"/>
                <a:gd name="connsiteY323" fmla="*/ 105729 h 2020169"/>
                <a:gd name="connsiteX324" fmla="*/ 1952696 w 4011346"/>
                <a:gd name="connsiteY324" fmla="*/ 137160 h 2020169"/>
                <a:gd name="connsiteX325" fmla="*/ 1961267 w 4011346"/>
                <a:gd name="connsiteY325" fmla="*/ 82869 h 2020169"/>
                <a:gd name="connsiteX326" fmla="*/ 1955552 w 4011346"/>
                <a:gd name="connsiteY326" fmla="*/ 65725 h 2020169"/>
                <a:gd name="connsiteX327" fmla="*/ 1895546 w 4011346"/>
                <a:gd name="connsiteY327" fmla="*/ 60008 h 2020169"/>
                <a:gd name="connsiteX328" fmla="*/ 1926978 w 4011346"/>
                <a:gd name="connsiteY328" fmla="*/ 31434 h 2020169"/>
                <a:gd name="connsiteX329" fmla="*/ 1909833 w 4011346"/>
                <a:gd name="connsiteY329" fmla="*/ 0 h 2020169"/>
                <a:gd name="connsiteX330" fmla="*/ 1877440 w 4011346"/>
                <a:gd name="connsiteY330" fmla="*/ 3067 h 2020169"/>
                <a:gd name="connsiteX331" fmla="*/ 1835474 w 4011346"/>
                <a:gd name="connsiteY331" fmla="*/ 41195 h 2020169"/>
                <a:gd name="connsiteX332" fmla="*/ 1818788 w 4011346"/>
                <a:gd name="connsiteY332" fmla="*/ 81242 h 2020169"/>
                <a:gd name="connsiteX333" fmla="*/ 1838813 w 4011346"/>
                <a:gd name="connsiteY333" fmla="*/ 134636 h 2020169"/>
                <a:gd name="connsiteX334" fmla="*/ 1782079 w 4011346"/>
                <a:gd name="connsiteY334" fmla="*/ 121287 h 2020169"/>
                <a:gd name="connsiteX335" fmla="*/ 1768731 w 4011346"/>
                <a:gd name="connsiteY335" fmla="*/ 168009 h 2020169"/>
                <a:gd name="connsiteX336" fmla="*/ 1705322 w 4011346"/>
                <a:gd name="connsiteY336" fmla="*/ 191369 h 2020169"/>
                <a:gd name="connsiteX337" fmla="*/ 1685300 w 4011346"/>
                <a:gd name="connsiteY337" fmla="*/ 164671 h 2020169"/>
                <a:gd name="connsiteX338" fmla="*/ 1615218 w 4011346"/>
                <a:gd name="connsiteY338" fmla="*/ 168009 h 2020169"/>
                <a:gd name="connsiteX339" fmla="*/ 1638579 w 4011346"/>
                <a:gd name="connsiteY339" fmla="*/ 198044 h 2020169"/>
                <a:gd name="connsiteX340" fmla="*/ 1528449 w 4011346"/>
                <a:gd name="connsiteY340" fmla="*/ 224740 h 2020169"/>
                <a:gd name="connsiteX341" fmla="*/ 1465043 w 4011346"/>
                <a:gd name="connsiteY341" fmla="*/ 308171 h 2020169"/>
                <a:gd name="connsiteX342" fmla="*/ 1448357 w 4011346"/>
                <a:gd name="connsiteY342" fmla="*/ 334869 h 2020169"/>
                <a:gd name="connsiteX343" fmla="*/ 1481729 w 4011346"/>
                <a:gd name="connsiteY343" fmla="*/ 368242 h 2020169"/>
                <a:gd name="connsiteX344" fmla="*/ 1481729 w 4011346"/>
                <a:gd name="connsiteY344" fmla="*/ 398277 h 2020169"/>
                <a:gd name="connsiteX345" fmla="*/ 1458368 w 4011346"/>
                <a:gd name="connsiteY345" fmla="*/ 401614 h 2020169"/>
                <a:gd name="connsiteX346" fmla="*/ 1458368 w 4011346"/>
                <a:gd name="connsiteY346" fmla="*/ 381590 h 2020169"/>
                <a:gd name="connsiteX347" fmla="*/ 1418322 w 4011346"/>
                <a:gd name="connsiteY347" fmla="*/ 391602 h 2020169"/>
                <a:gd name="connsiteX348" fmla="*/ 1368263 w 4011346"/>
                <a:gd name="connsiteY348" fmla="*/ 398277 h 2020169"/>
                <a:gd name="connsiteX349" fmla="*/ 1321542 w 4011346"/>
                <a:gd name="connsiteY349" fmla="*/ 404951 h 2020169"/>
                <a:gd name="connsiteX350" fmla="*/ 1318205 w 4011346"/>
                <a:gd name="connsiteY350" fmla="*/ 491719 h 2020169"/>
                <a:gd name="connsiteX351" fmla="*/ 1358252 w 4011346"/>
                <a:gd name="connsiteY351" fmla="*/ 515080 h 2020169"/>
                <a:gd name="connsiteX352" fmla="*/ 1374938 w 4011346"/>
                <a:gd name="connsiteY352" fmla="*/ 545115 h 2020169"/>
                <a:gd name="connsiteX353" fmla="*/ 1384949 w 4011346"/>
                <a:gd name="connsiteY353" fmla="*/ 568475 h 2020169"/>
                <a:gd name="connsiteX354" fmla="*/ 1394961 w 4011346"/>
                <a:gd name="connsiteY354" fmla="*/ 618534 h 2020169"/>
                <a:gd name="connsiteX355" fmla="*/ 1384949 w 4011346"/>
                <a:gd name="connsiteY355" fmla="*/ 648569 h 2020169"/>
                <a:gd name="connsiteX356" fmla="*/ 1358252 w 4011346"/>
                <a:gd name="connsiteY356" fmla="*/ 615196 h 2020169"/>
                <a:gd name="connsiteX357" fmla="*/ 1361589 w 4011346"/>
                <a:gd name="connsiteY357" fmla="*/ 585161 h 2020169"/>
                <a:gd name="connsiteX358" fmla="*/ 1351577 w 4011346"/>
                <a:gd name="connsiteY358" fmla="*/ 545115 h 2020169"/>
                <a:gd name="connsiteX359" fmla="*/ 1328217 w 4011346"/>
                <a:gd name="connsiteY359" fmla="*/ 551789 h 2020169"/>
                <a:gd name="connsiteX360" fmla="*/ 1281495 w 4011346"/>
                <a:gd name="connsiteY360" fmla="*/ 515080 h 2020169"/>
                <a:gd name="connsiteX361" fmla="*/ 1241449 w 4011346"/>
                <a:gd name="connsiteY361" fmla="*/ 511742 h 2020169"/>
                <a:gd name="connsiteX362" fmla="*/ 1241449 w 4011346"/>
                <a:gd name="connsiteY362" fmla="*/ 558463 h 2020169"/>
                <a:gd name="connsiteX363" fmla="*/ 1201402 w 4011346"/>
                <a:gd name="connsiteY363" fmla="*/ 538440 h 2020169"/>
                <a:gd name="connsiteX364" fmla="*/ 1228100 w 4011346"/>
                <a:gd name="connsiteY364" fmla="*/ 588498 h 2020169"/>
                <a:gd name="connsiteX365" fmla="*/ 1258135 w 4011346"/>
                <a:gd name="connsiteY365" fmla="*/ 598510 h 2020169"/>
                <a:gd name="connsiteX366" fmla="*/ 1258135 w 4011346"/>
                <a:gd name="connsiteY366" fmla="*/ 618534 h 2020169"/>
                <a:gd name="connsiteX367" fmla="*/ 1198065 w 4011346"/>
                <a:gd name="connsiteY367" fmla="*/ 595173 h 2020169"/>
                <a:gd name="connsiteX368" fmla="*/ 1181379 w 4011346"/>
                <a:gd name="connsiteY368" fmla="*/ 595173 h 2020169"/>
                <a:gd name="connsiteX369" fmla="*/ 1178041 w 4011346"/>
                <a:gd name="connsiteY369" fmla="*/ 551789 h 2020169"/>
                <a:gd name="connsiteX370" fmla="*/ 1171367 w 4011346"/>
                <a:gd name="connsiteY370" fmla="*/ 465021 h 2020169"/>
                <a:gd name="connsiteX371" fmla="*/ 1161355 w 4011346"/>
                <a:gd name="connsiteY371" fmla="*/ 535103 h 2020169"/>
                <a:gd name="connsiteX372" fmla="*/ 1137995 w 4011346"/>
                <a:gd name="connsiteY372" fmla="*/ 565138 h 2020169"/>
                <a:gd name="connsiteX373" fmla="*/ 1158018 w 4011346"/>
                <a:gd name="connsiteY373" fmla="*/ 611859 h 2020169"/>
                <a:gd name="connsiteX374" fmla="*/ 1158018 w 4011346"/>
                <a:gd name="connsiteY374" fmla="*/ 645231 h 2020169"/>
                <a:gd name="connsiteX375" fmla="*/ 1141332 w 4011346"/>
                <a:gd name="connsiteY375" fmla="*/ 695290 h 2020169"/>
                <a:gd name="connsiteX376" fmla="*/ 1154681 w 4011346"/>
                <a:gd name="connsiteY376" fmla="*/ 728662 h 2020169"/>
                <a:gd name="connsiteX377" fmla="*/ 1184716 w 4011346"/>
                <a:gd name="connsiteY377" fmla="*/ 735336 h 2020169"/>
                <a:gd name="connsiteX378" fmla="*/ 1221425 w 4011346"/>
                <a:gd name="connsiteY378" fmla="*/ 742011 h 2020169"/>
                <a:gd name="connsiteX379" fmla="*/ 1241449 w 4011346"/>
                <a:gd name="connsiteY379" fmla="*/ 765371 h 2020169"/>
                <a:gd name="connsiteX380" fmla="*/ 1258135 w 4011346"/>
                <a:gd name="connsiteY380" fmla="*/ 808755 h 2020169"/>
                <a:gd name="connsiteX381" fmla="*/ 1258135 w 4011346"/>
                <a:gd name="connsiteY381" fmla="*/ 808755 h 2020169"/>
                <a:gd name="connsiteX382" fmla="*/ 1254798 w 4011346"/>
                <a:gd name="connsiteY382" fmla="*/ 842128 h 2020169"/>
                <a:gd name="connsiteX383" fmla="*/ 1274821 w 4011346"/>
                <a:gd name="connsiteY383" fmla="*/ 862151 h 2020169"/>
                <a:gd name="connsiteX384" fmla="*/ 1244786 w 4011346"/>
                <a:gd name="connsiteY384" fmla="*/ 868826 h 2020169"/>
                <a:gd name="connsiteX385" fmla="*/ 1224763 w 4011346"/>
                <a:gd name="connsiteY385" fmla="*/ 828779 h 2020169"/>
                <a:gd name="connsiteX386" fmla="*/ 1224763 w 4011346"/>
                <a:gd name="connsiteY386" fmla="*/ 788732 h 2020169"/>
                <a:gd name="connsiteX387" fmla="*/ 1194727 w 4011346"/>
                <a:gd name="connsiteY387" fmla="*/ 752023 h 2020169"/>
                <a:gd name="connsiteX388" fmla="*/ 1164692 w 4011346"/>
                <a:gd name="connsiteY388" fmla="*/ 795407 h 2020169"/>
                <a:gd name="connsiteX389" fmla="*/ 1178041 w 4011346"/>
                <a:gd name="connsiteY389" fmla="*/ 838790 h 2020169"/>
                <a:gd name="connsiteX390" fmla="*/ 1137995 w 4011346"/>
                <a:gd name="connsiteY390" fmla="*/ 895523 h 2020169"/>
                <a:gd name="connsiteX391" fmla="*/ 1097948 w 4011346"/>
                <a:gd name="connsiteY391" fmla="*/ 952256 h 2020169"/>
                <a:gd name="connsiteX392" fmla="*/ 1007843 w 4011346"/>
                <a:gd name="connsiteY392" fmla="*/ 915547 h 2020169"/>
                <a:gd name="connsiteX393" fmla="*/ 1074587 w 4011346"/>
                <a:gd name="connsiteY393" fmla="*/ 912209 h 2020169"/>
                <a:gd name="connsiteX394" fmla="*/ 1107960 w 4011346"/>
                <a:gd name="connsiteY394" fmla="*/ 848802 h 2020169"/>
                <a:gd name="connsiteX395" fmla="*/ 1121309 w 4011346"/>
                <a:gd name="connsiteY395" fmla="*/ 805418 h 2020169"/>
                <a:gd name="connsiteX396" fmla="*/ 1127983 w 4011346"/>
                <a:gd name="connsiteY396" fmla="*/ 772046 h 2020169"/>
                <a:gd name="connsiteX397" fmla="*/ 1117971 w 4011346"/>
                <a:gd name="connsiteY397" fmla="*/ 755360 h 2020169"/>
                <a:gd name="connsiteX398" fmla="*/ 1114634 w 4011346"/>
                <a:gd name="connsiteY398" fmla="*/ 705301 h 2020169"/>
                <a:gd name="connsiteX399" fmla="*/ 1104622 w 4011346"/>
                <a:gd name="connsiteY399" fmla="*/ 625208 h 2020169"/>
                <a:gd name="connsiteX400" fmla="*/ 1101285 w 4011346"/>
                <a:gd name="connsiteY400" fmla="*/ 565138 h 2020169"/>
                <a:gd name="connsiteX401" fmla="*/ 1124646 w 4011346"/>
                <a:gd name="connsiteY401" fmla="*/ 471696 h 2020169"/>
                <a:gd name="connsiteX402" fmla="*/ 1031203 w 4011346"/>
                <a:gd name="connsiteY402" fmla="*/ 461684 h 2020169"/>
                <a:gd name="connsiteX403" fmla="*/ 1014517 w 4011346"/>
                <a:gd name="connsiteY403" fmla="*/ 518417 h 2020169"/>
                <a:gd name="connsiteX404" fmla="*/ 1024529 w 4011346"/>
                <a:gd name="connsiteY404" fmla="*/ 565138 h 2020169"/>
                <a:gd name="connsiteX405" fmla="*/ 981145 w 4011346"/>
                <a:gd name="connsiteY405" fmla="*/ 618534 h 2020169"/>
                <a:gd name="connsiteX406" fmla="*/ 991157 w 4011346"/>
                <a:gd name="connsiteY406" fmla="*/ 655243 h 2020169"/>
                <a:gd name="connsiteX407" fmla="*/ 981145 w 4011346"/>
                <a:gd name="connsiteY407" fmla="*/ 701964 h 2020169"/>
                <a:gd name="connsiteX408" fmla="*/ 1001168 w 4011346"/>
                <a:gd name="connsiteY408" fmla="*/ 725325 h 2020169"/>
                <a:gd name="connsiteX409" fmla="*/ 1017854 w 4011346"/>
                <a:gd name="connsiteY409" fmla="*/ 772046 h 2020169"/>
                <a:gd name="connsiteX410" fmla="*/ 1047890 w 4011346"/>
                <a:gd name="connsiteY410" fmla="*/ 758697 h 2020169"/>
                <a:gd name="connsiteX411" fmla="*/ 1014517 w 4011346"/>
                <a:gd name="connsiteY411" fmla="*/ 812093 h 2020169"/>
                <a:gd name="connsiteX412" fmla="*/ 957784 w 4011346"/>
                <a:gd name="connsiteY412" fmla="*/ 758697 h 2020169"/>
                <a:gd name="connsiteX413" fmla="*/ 884365 w 4011346"/>
                <a:gd name="connsiteY413" fmla="*/ 721988 h 2020169"/>
                <a:gd name="connsiteX414" fmla="*/ 824295 w 4011346"/>
                <a:gd name="connsiteY414" fmla="*/ 698627 h 2020169"/>
                <a:gd name="connsiteX415" fmla="*/ 810946 w 4011346"/>
                <a:gd name="connsiteY415" fmla="*/ 735336 h 2020169"/>
                <a:gd name="connsiteX416" fmla="*/ 827633 w 4011346"/>
                <a:gd name="connsiteY416" fmla="*/ 772046 h 2020169"/>
                <a:gd name="connsiteX417" fmla="*/ 814284 w 4011346"/>
                <a:gd name="connsiteY417" fmla="*/ 795407 h 2020169"/>
                <a:gd name="connsiteX418" fmla="*/ 800935 w 4011346"/>
                <a:gd name="connsiteY418" fmla="*/ 812093 h 2020169"/>
                <a:gd name="connsiteX419" fmla="*/ 770900 w 4011346"/>
                <a:gd name="connsiteY419" fmla="*/ 755360 h 2020169"/>
                <a:gd name="connsiteX420" fmla="*/ 744202 w 4011346"/>
                <a:gd name="connsiteY420" fmla="*/ 792069 h 2020169"/>
                <a:gd name="connsiteX421" fmla="*/ 707492 w 4011346"/>
                <a:gd name="connsiteY421" fmla="*/ 785395 h 2020169"/>
                <a:gd name="connsiteX422" fmla="*/ 654097 w 4011346"/>
                <a:gd name="connsiteY422" fmla="*/ 822104 h 2020169"/>
                <a:gd name="connsiteX423" fmla="*/ 644085 w 4011346"/>
                <a:gd name="connsiteY423" fmla="*/ 798744 h 2020169"/>
                <a:gd name="connsiteX424" fmla="*/ 654097 w 4011346"/>
                <a:gd name="connsiteY424" fmla="*/ 762034 h 2020169"/>
                <a:gd name="connsiteX425" fmla="*/ 614050 w 4011346"/>
                <a:gd name="connsiteY425" fmla="*/ 798744 h 2020169"/>
                <a:gd name="connsiteX426" fmla="*/ 594027 w 4011346"/>
                <a:gd name="connsiteY426" fmla="*/ 798744 h 2020169"/>
                <a:gd name="connsiteX427" fmla="*/ 533957 w 4011346"/>
                <a:gd name="connsiteY427" fmla="*/ 832116 h 2020169"/>
                <a:gd name="connsiteX428" fmla="*/ 510596 w 4011346"/>
                <a:gd name="connsiteY428" fmla="*/ 855477 h 2020169"/>
                <a:gd name="connsiteX429" fmla="*/ 500584 w 4011346"/>
                <a:gd name="connsiteY429" fmla="*/ 902198 h 2020169"/>
                <a:gd name="connsiteX430" fmla="*/ 450526 w 4011346"/>
                <a:gd name="connsiteY430" fmla="*/ 888849 h 2020169"/>
                <a:gd name="connsiteX431" fmla="*/ 433840 w 4011346"/>
                <a:gd name="connsiteY431" fmla="*/ 852139 h 2020169"/>
                <a:gd name="connsiteX432" fmla="*/ 467212 w 4011346"/>
                <a:gd name="connsiteY432" fmla="*/ 822104 h 2020169"/>
                <a:gd name="connsiteX433" fmla="*/ 453863 w 4011346"/>
                <a:gd name="connsiteY433" fmla="*/ 798744 h 2020169"/>
                <a:gd name="connsiteX434" fmla="*/ 390456 w 4011346"/>
                <a:gd name="connsiteY434" fmla="*/ 768709 h 2020169"/>
                <a:gd name="connsiteX435" fmla="*/ 417154 w 4011346"/>
                <a:gd name="connsiteY435" fmla="*/ 818767 h 2020169"/>
                <a:gd name="connsiteX436" fmla="*/ 407142 w 4011346"/>
                <a:gd name="connsiteY436" fmla="*/ 862151 h 2020169"/>
                <a:gd name="connsiteX437" fmla="*/ 413817 w 4011346"/>
                <a:gd name="connsiteY437" fmla="*/ 898861 h 2020169"/>
                <a:gd name="connsiteX438" fmla="*/ 427165 w 4011346"/>
                <a:gd name="connsiteY438" fmla="*/ 922221 h 2020169"/>
                <a:gd name="connsiteX439" fmla="*/ 413817 w 4011346"/>
                <a:gd name="connsiteY439" fmla="*/ 952256 h 2020169"/>
                <a:gd name="connsiteX440" fmla="*/ 390456 w 4011346"/>
                <a:gd name="connsiteY440" fmla="*/ 928896 h 2020169"/>
                <a:gd name="connsiteX441" fmla="*/ 360421 w 4011346"/>
                <a:gd name="connsiteY441" fmla="*/ 925558 h 2020169"/>
                <a:gd name="connsiteX442" fmla="*/ 333723 w 4011346"/>
                <a:gd name="connsiteY442" fmla="*/ 965605 h 2020169"/>
                <a:gd name="connsiteX443" fmla="*/ 307025 w 4011346"/>
                <a:gd name="connsiteY443" fmla="*/ 985628 h 2020169"/>
                <a:gd name="connsiteX444" fmla="*/ 320374 w 4011346"/>
                <a:gd name="connsiteY444" fmla="*/ 1012326 h 2020169"/>
                <a:gd name="connsiteX445" fmla="*/ 303688 w 4011346"/>
                <a:gd name="connsiteY445" fmla="*/ 1035687 h 2020169"/>
                <a:gd name="connsiteX446" fmla="*/ 233606 w 4011346"/>
                <a:gd name="connsiteY446" fmla="*/ 998977 h 2020169"/>
                <a:gd name="connsiteX447" fmla="*/ 243618 w 4011346"/>
                <a:gd name="connsiteY447" fmla="*/ 1049036 h 2020169"/>
                <a:gd name="connsiteX448" fmla="*/ 263641 w 4011346"/>
                <a:gd name="connsiteY448" fmla="*/ 1069059 h 2020169"/>
                <a:gd name="connsiteX449" fmla="*/ 250292 w 4011346"/>
                <a:gd name="connsiteY449" fmla="*/ 1082408 h 2020169"/>
                <a:gd name="connsiteX450" fmla="*/ 193560 w 4011346"/>
                <a:gd name="connsiteY450" fmla="*/ 1045698 h 2020169"/>
                <a:gd name="connsiteX451" fmla="*/ 170199 w 4011346"/>
                <a:gd name="connsiteY451" fmla="*/ 1005652 h 2020169"/>
                <a:gd name="connsiteX452" fmla="*/ 170199 w 4011346"/>
                <a:gd name="connsiteY452" fmla="*/ 958931 h 2020169"/>
                <a:gd name="connsiteX453" fmla="*/ 133490 w 4011346"/>
                <a:gd name="connsiteY453" fmla="*/ 882174 h 2020169"/>
                <a:gd name="connsiteX454" fmla="*/ 196897 w 4011346"/>
                <a:gd name="connsiteY454" fmla="*/ 912209 h 2020169"/>
                <a:gd name="connsiteX455" fmla="*/ 256967 w 4011346"/>
                <a:gd name="connsiteY455" fmla="*/ 942244 h 2020169"/>
                <a:gd name="connsiteX456" fmla="*/ 293676 w 4011346"/>
                <a:gd name="connsiteY456" fmla="*/ 945582 h 2020169"/>
                <a:gd name="connsiteX457" fmla="*/ 327049 w 4011346"/>
                <a:gd name="connsiteY457" fmla="*/ 915547 h 2020169"/>
                <a:gd name="connsiteX458" fmla="*/ 343735 w 4011346"/>
                <a:gd name="connsiteY458" fmla="*/ 878837 h 2020169"/>
                <a:gd name="connsiteX459" fmla="*/ 333723 w 4011346"/>
                <a:gd name="connsiteY459" fmla="*/ 828779 h 2020169"/>
                <a:gd name="connsiteX460" fmla="*/ 290339 w 4011346"/>
                <a:gd name="connsiteY460" fmla="*/ 808755 h 2020169"/>
                <a:gd name="connsiteX461" fmla="*/ 236944 w 4011346"/>
                <a:gd name="connsiteY461" fmla="*/ 762034 h 2020169"/>
                <a:gd name="connsiteX462" fmla="*/ 133490 w 4011346"/>
                <a:gd name="connsiteY462" fmla="*/ 705301 h 202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Lst>
              <a:rect l="l" t="t" r="r" b="b"/>
              <a:pathLst>
                <a:path w="4011346" h="2020169">
                  <a:moveTo>
                    <a:pt x="133490" y="705301"/>
                  </a:moveTo>
                  <a:lnTo>
                    <a:pt x="46722" y="735336"/>
                  </a:lnTo>
                  <a:lnTo>
                    <a:pt x="33373" y="765371"/>
                  </a:lnTo>
                  <a:lnTo>
                    <a:pt x="43384" y="795407"/>
                  </a:lnTo>
                  <a:lnTo>
                    <a:pt x="60071" y="822104"/>
                  </a:lnTo>
                  <a:lnTo>
                    <a:pt x="73419" y="852139"/>
                  </a:lnTo>
                  <a:lnTo>
                    <a:pt x="56733" y="875500"/>
                  </a:lnTo>
                  <a:lnTo>
                    <a:pt x="76757" y="955593"/>
                  </a:lnTo>
                  <a:lnTo>
                    <a:pt x="66745" y="972280"/>
                  </a:lnTo>
                  <a:lnTo>
                    <a:pt x="70082" y="998977"/>
                  </a:lnTo>
                  <a:lnTo>
                    <a:pt x="70082" y="1039024"/>
                  </a:lnTo>
                  <a:lnTo>
                    <a:pt x="80094" y="1059047"/>
                  </a:lnTo>
                  <a:lnTo>
                    <a:pt x="76757" y="1082408"/>
                  </a:lnTo>
                  <a:lnTo>
                    <a:pt x="106792" y="1115780"/>
                  </a:lnTo>
                  <a:lnTo>
                    <a:pt x="93729" y="1145815"/>
                  </a:lnTo>
                  <a:lnTo>
                    <a:pt x="13349" y="1235920"/>
                  </a:lnTo>
                  <a:lnTo>
                    <a:pt x="33373" y="1269293"/>
                  </a:lnTo>
                  <a:lnTo>
                    <a:pt x="33373" y="1269293"/>
                  </a:lnTo>
                  <a:lnTo>
                    <a:pt x="16687" y="1299328"/>
                  </a:lnTo>
                  <a:lnTo>
                    <a:pt x="3338" y="1329363"/>
                  </a:lnTo>
                  <a:lnTo>
                    <a:pt x="0" y="1389433"/>
                  </a:lnTo>
                  <a:lnTo>
                    <a:pt x="16687" y="1432817"/>
                  </a:lnTo>
                  <a:lnTo>
                    <a:pt x="20024" y="1466189"/>
                  </a:lnTo>
                  <a:lnTo>
                    <a:pt x="56733" y="1476201"/>
                  </a:lnTo>
                  <a:lnTo>
                    <a:pt x="116803" y="1562969"/>
                  </a:lnTo>
                  <a:lnTo>
                    <a:pt x="96780" y="1586329"/>
                  </a:lnTo>
                  <a:lnTo>
                    <a:pt x="93443" y="1616364"/>
                  </a:lnTo>
                  <a:lnTo>
                    <a:pt x="120141" y="1619701"/>
                  </a:lnTo>
                  <a:lnTo>
                    <a:pt x="160187" y="1633050"/>
                  </a:lnTo>
                  <a:lnTo>
                    <a:pt x="186885" y="1646399"/>
                  </a:lnTo>
                  <a:lnTo>
                    <a:pt x="213583" y="1676434"/>
                  </a:lnTo>
                  <a:lnTo>
                    <a:pt x="243618" y="1679771"/>
                  </a:lnTo>
                  <a:lnTo>
                    <a:pt x="287002" y="1709807"/>
                  </a:lnTo>
                  <a:lnTo>
                    <a:pt x="310363" y="1719818"/>
                  </a:lnTo>
                  <a:lnTo>
                    <a:pt x="310363" y="1756528"/>
                  </a:lnTo>
                  <a:lnTo>
                    <a:pt x="270316" y="1796574"/>
                  </a:lnTo>
                  <a:lnTo>
                    <a:pt x="280327" y="1819935"/>
                  </a:lnTo>
                  <a:lnTo>
                    <a:pt x="273653" y="1839958"/>
                  </a:lnTo>
                  <a:lnTo>
                    <a:pt x="266979" y="1856644"/>
                  </a:lnTo>
                  <a:lnTo>
                    <a:pt x="240281" y="1896691"/>
                  </a:lnTo>
                  <a:lnTo>
                    <a:pt x="307025" y="1933401"/>
                  </a:lnTo>
                  <a:lnTo>
                    <a:pt x="337060" y="1940075"/>
                  </a:lnTo>
                  <a:lnTo>
                    <a:pt x="360421" y="1946750"/>
                  </a:lnTo>
                  <a:lnTo>
                    <a:pt x="380444" y="1953424"/>
                  </a:lnTo>
                  <a:lnTo>
                    <a:pt x="407142" y="1973447"/>
                  </a:lnTo>
                  <a:lnTo>
                    <a:pt x="437177" y="1970110"/>
                  </a:lnTo>
                  <a:lnTo>
                    <a:pt x="507259" y="2020169"/>
                  </a:lnTo>
                  <a:lnTo>
                    <a:pt x="517271" y="2006820"/>
                  </a:lnTo>
                  <a:lnTo>
                    <a:pt x="507259" y="1966773"/>
                  </a:lnTo>
                  <a:lnTo>
                    <a:pt x="500584" y="1933401"/>
                  </a:lnTo>
                  <a:lnTo>
                    <a:pt x="483898" y="1890017"/>
                  </a:lnTo>
                  <a:lnTo>
                    <a:pt x="513933" y="1869993"/>
                  </a:lnTo>
                  <a:lnTo>
                    <a:pt x="547306" y="1846633"/>
                  </a:lnTo>
                  <a:lnTo>
                    <a:pt x="527282" y="1829947"/>
                  </a:lnTo>
                  <a:lnTo>
                    <a:pt x="517271" y="1796574"/>
                  </a:lnTo>
                  <a:lnTo>
                    <a:pt x="480561" y="1779888"/>
                  </a:lnTo>
                  <a:lnTo>
                    <a:pt x="470549" y="1759865"/>
                  </a:lnTo>
                  <a:lnTo>
                    <a:pt x="480561" y="1729830"/>
                  </a:lnTo>
                  <a:lnTo>
                    <a:pt x="490573" y="1689783"/>
                  </a:lnTo>
                  <a:lnTo>
                    <a:pt x="513933" y="1709807"/>
                  </a:lnTo>
                  <a:lnTo>
                    <a:pt x="520608" y="1693120"/>
                  </a:lnTo>
                  <a:lnTo>
                    <a:pt x="543968" y="1656411"/>
                  </a:lnTo>
                  <a:lnTo>
                    <a:pt x="574003" y="1639725"/>
                  </a:lnTo>
                  <a:lnTo>
                    <a:pt x="590690" y="1653074"/>
                  </a:lnTo>
                  <a:lnTo>
                    <a:pt x="610713" y="1626376"/>
                  </a:lnTo>
                  <a:lnTo>
                    <a:pt x="630736" y="1653074"/>
                  </a:lnTo>
                  <a:lnTo>
                    <a:pt x="657434" y="1676434"/>
                  </a:lnTo>
                  <a:lnTo>
                    <a:pt x="674120" y="1683109"/>
                  </a:lnTo>
                  <a:lnTo>
                    <a:pt x="697481" y="1683109"/>
                  </a:lnTo>
                  <a:lnTo>
                    <a:pt x="717504" y="1669760"/>
                  </a:lnTo>
                  <a:lnTo>
                    <a:pt x="744202" y="1669760"/>
                  </a:lnTo>
                  <a:lnTo>
                    <a:pt x="760888" y="1666423"/>
                  </a:lnTo>
                  <a:lnTo>
                    <a:pt x="790923" y="1699795"/>
                  </a:lnTo>
                  <a:lnTo>
                    <a:pt x="797598" y="1673097"/>
                  </a:lnTo>
                  <a:lnTo>
                    <a:pt x="817621" y="1689783"/>
                  </a:lnTo>
                  <a:lnTo>
                    <a:pt x="837644" y="1666423"/>
                  </a:lnTo>
                  <a:lnTo>
                    <a:pt x="827633" y="1646399"/>
                  </a:lnTo>
                  <a:lnTo>
                    <a:pt x="810946" y="1633050"/>
                  </a:lnTo>
                  <a:lnTo>
                    <a:pt x="810946" y="1606353"/>
                  </a:lnTo>
                  <a:lnTo>
                    <a:pt x="810946" y="1593004"/>
                  </a:lnTo>
                  <a:lnTo>
                    <a:pt x="830970" y="1589666"/>
                  </a:lnTo>
                  <a:lnTo>
                    <a:pt x="840981" y="1586329"/>
                  </a:lnTo>
                  <a:lnTo>
                    <a:pt x="820958" y="1549620"/>
                  </a:lnTo>
                  <a:lnTo>
                    <a:pt x="854330" y="1542945"/>
                  </a:lnTo>
                  <a:lnTo>
                    <a:pt x="891040" y="1549620"/>
                  </a:lnTo>
                  <a:lnTo>
                    <a:pt x="964459" y="1506236"/>
                  </a:lnTo>
                  <a:lnTo>
                    <a:pt x="1001168" y="1506236"/>
                  </a:lnTo>
                  <a:lnTo>
                    <a:pt x="1027866" y="1482875"/>
                  </a:lnTo>
                  <a:lnTo>
                    <a:pt x="1047890" y="1492887"/>
                  </a:lnTo>
                  <a:lnTo>
                    <a:pt x="1067913" y="1502898"/>
                  </a:lnTo>
                  <a:lnTo>
                    <a:pt x="1087936" y="1529596"/>
                  </a:lnTo>
                  <a:lnTo>
                    <a:pt x="1074587" y="1542945"/>
                  </a:lnTo>
                  <a:lnTo>
                    <a:pt x="1104622" y="1542945"/>
                  </a:lnTo>
                  <a:lnTo>
                    <a:pt x="1107960" y="1559631"/>
                  </a:lnTo>
                  <a:lnTo>
                    <a:pt x="1121309" y="1542945"/>
                  </a:lnTo>
                  <a:lnTo>
                    <a:pt x="1134657" y="1556294"/>
                  </a:lnTo>
                  <a:lnTo>
                    <a:pt x="1134657" y="1576317"/>
                  </a:lnTo>
                  <a:lnTo>
                    <a:pt x="1148006" y="1572980"/>
                  </a:lnTo>
                  <a:lnTo>
                    <a:pt x="1208076" y="1526259"/>
                  </a:lnTo>
                  <a:lnTo>
                    <a:pt x="1211414" y="1546282"/>
                  </a:lnTo>
                  <a:lnTo>
                    <a:pt x="1244786" y="1566306"/>
                  </a:lnTo>
                  <a:lnTo>
                    <a:pt x="1264809" y="1596341"/>
                  </a:lnTo>
                  <a:lnTo>
                    <a:pt x="1298181" y="1703132"/>
                  </a:lnTo>
                  <a:lnTo>
                    <a:pt x="1308193" y="1659748"/>
                  </a:lnTo>
                  <a:lnTo>
                    <a:pt x="1344903" y="1679771"/>
                  </a:lnTo>
                  <a:lnTo>
                    <a:pt x="1388287" y="1679771"/>
                  </a:lnTo>
                  <a:lnTo>
                    <a:pt x="1394961" y="1703132"/>
                  </a:lnTo>
                  <a:lnTo>
                    <a:pt x="1435008" y="1726493"/>
                  </a:lnTo>
                  <a:lnTo>
                    <a:pt x="1465043" y="1726493"/>
                  </a:lnTo>
                  <a:lnTo>
                    <a:pt x="1491741" y="1739842"/>
                  </a:lnTo>
                  <a:lnTo>
                    <a:pt x="1535125" y="1696458"/>
                  </a:lnTo>
                  <a:lnTo>
                    <a:pt x="1571834" y="1676434"/>
                  </a:lnTo>
                  <a:lnTo>
                    <a:pt x="1608544" y="1679771"/>
                  </a:lnTo>
                  <a:lnTo>
                    <a:pt x="1655265" y="1693120"/>
                  </a:lnTo>
                  <a:lnTo>
                    <a:pt x="1681963" y="1709807"/>
                  </a:lnTo>
                  <a:lnTo>
                    <a:pt x="1735358" y="1703132"/>
                  </a:lnTo>
                  <a:lnTo>
                    <a:pt x="1745370" y="1683109"/>
                  </a:lnTo>
                  <a:lnTo>
                    <a:pt x="1738695" y="1663085"/>
                  </a:lnTo>
                  <a:lnTo>
                    <a:pt x="1765393" y="1636388"/>
                  </a:lnTo>
                  <a:lnTo>
                    <a:pt x="1778742" y="1633050"/>
                  </a:lnTo>
                  <a:lnTo>
                    <a:pt x="1812114" y="1649736"/>
                  </a:lnTo>
                  <a:lnTo>
                    <a:pt x="1852161" y="1663085"/>
                  </a:lnTo>
                  <a:lnTo>
                    <a:pt x="1858836" y="1689783"/>
                  </a:lnTo>
                  <a:lnTo>
                    <a:pt x="1872184" y="1696458"/>
                  </a:lnTo>
                  <a:lnTo>
                    <a:pt x="1902219" y="1699795"/>
                  </a:lnTo>
                  <a:lnTo>
                    <a:pt x="1932254" y="1683109"/>
                  </a:lnTo>
                  <a:lnTo>
                    <a:pt x="1962290" y="1696458"/>
                  </a:lnTo>
                  <a:lnTo>
                    <a:pt x="1985650" y="1709807"/>
                  </a:lnTo>
                  <a:lnTo>
                    <a:pt x="1995662" y="1719818"/>
                  </a:lnTo>
                  <a:lnTo>
                    <a:pt x="2032371" y="1739842"/>
                  </a:lnTo>
                  <a:lnTo>
                    <a:pt x="2069081" y="1736504"/>
                  </a:lnTo>
                  <a:lnTo>
                    <a:pt x="2142500" y="1693120"/>
                  </a:lnTo>
                  <a:lnTo>
                    <a:pt x="2195895" y="1706469"/>
                  </a:lnTo>
                  <a:lnTo>
                    <a:pt x="2225930" y="1716481"/>
                  </a:lnTo>
                  <a:lnTo>
                    <a:pt x="2259303" y="1703132"/>
                  </a:lnTo>
                  <a:lnTo>
                    <a:pt x="2262640" y="1676434"/>
                  </a:lnTo>
                  <a:lnTo>
                    <a:pt x="2282663" y="1646399"/>
                  </a:lnTo>
                  <a:lnTo>
                    <a:pt x="2299349" y="1593004"/>
                  </a:lnTo>
                  <a:lnTo>
                    <a:pt x="2282663" y="1596341"/>
                  </a:lnTo>
                  <a:lnTo>
                    <a:pt x="2312698" y="1569643"/>
                  </a:lnTo>
                  <a:lnTo>
                    <a:pt x="2339396" y="1566306"/>
                  </a:lnTo>
                  <a:lnTo>
                    <a:pt x="2396129" y="1576317"/>
                  </a:lnTo>
                  <a:lnTo>
                    <a:pt x="2436176" y="1603015"/>
                  </a:lnTo>
                  <a:lnTo>
                    <a:pt x="2462873" y="1633050"/>
                  </a:lnTo>
                  <a:lnTo>
                    <a:pt x="2469548" y="1669760"/>
                  </a:lnTo>
                  <a:lnTo>
                    <a:pt x="2476222" y="1709807"/>
                  </a:lnTo>
                  <a:lnTo>
                    <a:pt x="2486234" y="1729830"/>
                  </a:lnTo>
                  <a:lnTo>
                    <a:pt x="2529618" y="1743179"/>
                  </a:lnTo>
                  <a:lnTo>
                    <a:pt x="2549641" y="1763202"/>
                  </a:lnTo>
                  <a:lnTo>
                    <a:pt x="2562990" y="1796574"/>
                  </a:lnTo>
                  <a:lnTo>
                    <a:pt x="2586351" y="1789900"/>
                  </a:lnTo>
                  <a:lnTo>
                    <a:pt x="2606374" y="1779888"/>
                  </a:lnTo>
                  <a:lnTo>
                    <a:pt x="2639746" y="1763202"/>
                  </a:lnTo>
                  <a:lnTo>
                    <a:pt x="2643084" y="1779888"/>
                  </a:lnTo>
                  <a:lnTo>
                    <a:pt x="2626398" y="1809923"/>
                  </a:lnTo>
                  <a:lnTo>
                    <a:pt x="2616386" y="1846633"/>
                  </a:lnTo>
                  <a:lnTo>
                    <a:pt x="2603037" y="1900028"/>
                  </a:lnTo>
                  <a:lnTo>
                    <a:pt x="2579676" y="1873331"/>
                  </a:lnTo>
                  <a:lnTo>
                    <a:pt x="2552979" y="1896691"/>
                  </a:lnTo>
                  <a:lnTo>
                    <a:pt x="2559653" y="1923389"/>
                  </a:lnTo>
                  <a:lnTo>
                    <a:pt x="2559653" y="1960098"/>
                  </a:lnTo>
                  <a:lnTo>
                    <a:pt x="2549641" y="1980122"/>
                  </a:lnTo>
                  <a:lnTo>
                    <a:pt x="2589688" y="1960098"/>
                  </a:lnTo>
                  <a:lnTo>
                    <a:pt x="2626398" y="1970110"/>
                  </a:lnTo>
                  <a:lnTo>
                    <a:pt x="2653095" y="1946750"/>
                  </a:lnTo>
                  <a:lnTo>
                    <a:pt x="2683130" y="1893354"/>
                  </a:lnTo>
                  <a:lnTo>
                    <a:pt x="2753212" y="1806586"/>
                  </a:lnTo>
                  <a:lnTo>
                    <a:pt x="2783247" y="1736504"/>
                  </a:lnTo>
                  <a:lnTo>
                    <a:pt x="2803271" y="1633050"/>
                  </a:lnTo>
                  <a:lnTo>
                    <a:pt x="2793259" y="1582992"/>
                  </a:lnTo>
                  <a:lnTo>
                    <a:pt x="2769898" y="1549620"/>
                  </a:lnTo>
                  <a:lnTo>
                    <a:pt x="2726514" y="1549620"/>
                  </a:lnTo>
                  <a:lnTo>
                    <a:pt x="2699817" y="1549620"/>
                  </a:lnTo>
                  <a:lnTo>
                    <a:pt x="2683130" y="1529596"/>
                  </a:lnTo>
                  <a:lnTo>
                    <a:pt x="2669781" y="1509573"/>
                  </a:lnTo>
                  <a:lnTo>
                    <a:pt x="2763224" y="1392770"/>
                  </a:lnTo>
                  <a:lnTo>
                    <a:pt x="2846654" y="1326026"/>
                  </a:lnTo>
                  <a:lnTo>
                    <a:pt x="2890038" y="1302665"/>
                  </a:lnTo>
                  <a:lnTo>
                    <a:pt x="2933422" y="1322688"/>
                  </a:lnTo>
                  <a:lnTo>
                    <a:pt x="2950109" y="1306002"/>
                  </a:lnTo>
                  <a:lnTo>
                    <a:pt x="2993492" y="1322688"/>
                  </a:lnTo>
                  <a:lnTo>
                    <a:pt x="3006841" y="1289316"/>
                  </a:lnTo>
                  <a:lnTo>
                    <a:pt x="3053563" y="1299328"/>
                  </a:lnTo>
                  <a:lnTo>
                    <a:pt x="3070249" y="1316014"/>
                  </a:lnTo>
                  <a:lnTo>
                    <a:pt x="3060237" y="1336037"/>
                  </a:lnTo>
                  <a:lnTo>
                    <a:pt x="3123644" y="1319351"/>
                  </a:lnTo>
                  <a:lnTo>
                    <a:pt x="3140330" y="1306002"/>
                  </a:lnTo>
                  <a:lnTo>
                    <a:pt x="3123644" y="1292653"/>
                  </a:lnTo>
                  <a:lnTo>
                    <a:pt x="3143668" y="1252607"/>
                  </a:lnTo>
                  <a:lnTo>
                    <a:pt x="3190389" y="1182525"/>
                  </a:lnTo>
                  <a:lnTo>
                    <a:pt x="3233773" y="1179188"/>
                  </a:lnTo>
                  <a:lnTo>
                    <a:pt x="3273819" y="1189199"/>
                  </a:lnTo>
                  <a:lnTo>
                    <a:pt x="3277157" y="1245932"/>
                  </a:lnTo>
                  <a:lnTo>
                    <a:pt x="3320541" y="1202548"/>
                  </a:lnTo>
                  <a:lnTo>
                    <a:pt x="3343901" y="1185862"/>
                  </a:lnTo>
                  <a:lnTo>
                    <a:pt x="3350576" y="1152490"/>
                  </a:lnTo>
                  <a:lnTo>
                    <a:pt x="3377273" y="1135804"/>
                  </a:lnTo>
                  <a:lnTo>
                    <a:pt x="3407309" y="1145815"/>
                  </a:lnTo>
                  <a:lnTo>
                    <a:pt x="3373936" y="1175850"/>
                  </a:lnTo>
                  <a:lnTo>
                    <a:pt x="3360587" y="1225909"/>
                  </a:lnTo>
                  <a:lnTo>
                    <a:pt x="3323878" y="1265955"/>
                  </a:lnTo>
                  <a:lnTo>
                    <a:pt x="3210412" y="1362735"/>
                  </a:lnTo>
                  <a:lnTo>
                    <a:pt x="3163691" y="1432817"/>
                  </a:lnTo>
                  <a:lnTo>
                    <a:pt x="3160354" y="1506236"/>
                  </a:lnTo>
                  <a:lnTo>
                    <a:pt x="3170365" y="1596341"/>
                  </a:lnTo>
                  <a:lnTo>
                    <a:pt x="3190389" y="1659748"/>
                  </a:lnTo>
                  <a:lnTo>
                    <a:pt x="3217087" y="1649736"/>
                  </a:lnTo>
                  <a:lnTo>
                    <a:pt x="3240447" y="1582992"/>
                  </a:lnTo>
                  <a:lnTo>
                    <a:pt x="3270482" y="1579655"/>
                  </a:lnTo>
                  <a:lnTo>
                    <a:pt x="3287168" y="1519585"/>
                  </a:lnTo>
                  <a:lnTo>
                    <a:pt x="3313866" y="1509573"/>
                  </a:lnTo>
                  <a:lnTo>
                    <a:pt x="3313866" y="1479538"/>
                  </a:lnTo>
                  <a:lnTo>
                    <a:pt x="3337227" y="1442828"/>
                  </a:lnTo>
                  <a:lnTo>
                    <a:pt x="3330552" y="1399444"/>
                  </a:lnTo>
                  <a:lnTo>
                    <a:pt x="3333890" y="1369409"/>
                  </a:lnTo>
                  <a:lnTo>
                    <a:pt x="3323878" y="1359398"/>
                  </a:lnTo>
                  <a:lnTo>
                    <a:pt x="3363925" y="1272630"/>
                  </a:lnTo>
                  <a:lnTo>
                    <a:pt x="3383948" y="1282642"/>
                  </a:lnTo>
                  <a:lnTo>
                    <a:pt x="3410646" y="1255944"/>
                  </a:lnTo>
                  <a:lnTo>
                    <a:pt x="3420657" y="1282642"/>
                  </a:lnTo>
                  <a:lnTo>
                    <a:pt x="3447355" y="1265955"/>
                  </a:lnTo>
                  <a:lnTo>
                    <a:pt x="3477390" y="1255944"/>
                  </a:lnTo>
                  <a:lnTo>
                    <a:pt x="3514100" y="1282642"/>
                  </a:lnTo>
                  <a:lnTo>
                    <a:pt x="3574170" y="1215897"/>
                  </a:lnTo>
                  <a:lnTo>
                    <a:pt x="3637577" y="1169176"/>
                  </a:lnTo>
                  <a:lnTo>
                    <a:pt x="3690973" y="1132466"/>
                  </a:lnTo>
                  <a:lnTo>
                    <a:pt x="3741031" y="1159164"/>
                  </a:lnTo>
                  <a:lnTo>
                    <a:pt x="3751043" y="1132466"/>
                  </a:lnTo>
                  <a:lnTo>
                    <a:pt x="3727682" y="1065722"/>
                  </a:lnTo>
                  <a:lnTo>
                    <a:pt x="3700984" y="1049036"/>
                  </a:lnTo>
                  <a:lnTo>
                    <a:pt x="3697647" y="1019001"/>
                  </a:lnTo>
                  <a:lnTo>
                    <a:pt x="3751043" y="1025675"/>
                  </a:lnTo>
                  <a:lnTo>
                    <a:pt x="3774403" y="982291"/>
                  </a:lnTo>
                  <a:lnTo>
                    <a:pt x="3767729" y="955593"/>
                  </a:lnTo>
                  <a:lnTo>
                    <a:pt x="3794427" y="922221"/>
                  </a:lnTo>
                  <a:lnTo>
                    <a:pt x="3804438" y="965605"/>
                  </a:lnTo>
                  <a:lnTo>
                    <a:pt x="3827799" y="982291"/>
                  </a:lnTo>
                  <a:lnTo>
                    <a:pt x="3874520" y="1002315"/>
                  </a:lnTo>
                  <a:lnTo>
                    <a:pt x="3894544" y="1029012"/>
                  </a:lnTo>
                  <a:lnTo>
                    <a:pt x="3941265" y="1052373"/>
                  </a:lnTo>
                  <a:lnTo>
                    <a:pt x="3947939" y="1039024"/>
                  </a:lnTo>
                  <a:lnTo>
                    <a:pt x="3957951" y="975617"/>
                  </a:lnTo>
                  <a:lnTo>
                    <a:pt x="4004672" y="968942"/>
                  </a:lnTo>
                  <a:lnTo>
                    <a:pt x="4011346" y="935570"/>
                  </a:lnTo>
                  <a:lnTo>
                    <a:pt x="3967963" y="898861"/>
                  </a:lnTo>
                  <a:lnTo>
                    <a:pt x="3921241" y="882174"/>
                  </a:lnTo>
                  <a:lnTo>
                    <a:pt x="3907892" y="885512"/>
                  </a:lnTo>
                  <a:lnTo>
                    <a:pt x="3907892" y="918884"/>
                  </a:lnTo>
                  <a:lnTo>
                    <a:pt x="3887869" y="912209"/>
                  </a:lnTo>
                  <a:lnTo>
                    <a:pt x="3874520" y="858814"/>
                  </a:lnTo>
                  <a:lnTo>
                    <a:pt x="3817787" y="795407"/>
                  </a:lnTo>
                  <a:lnTo>
                    <a:pt x="3717671" y="718650"/>
                  </a:lnTo>
                  <a:lnTo>
                    <a:pt x="3664275" y="698627"/>
                  </a:lnTo>
                  <a:lnTo>
                    <a:pt x="3584181" y="691953"/>
                  </a:lnTo>
                  <a:lnTo>
                    <a:pt x="3520774" y="675266"/>
                  </a:lnTo>
                  <a:lnTo>
                    <a:pt x="3530786" y="715313"/>
                  </a:lnTo>
                  <a:lnTo>
                    <a:pt x="3537460" y="742011"/>
                  </a:lnTo>
                  <a:lnTo>
                    <a:pt x="3507425" y="765371"/>
                  </a:lnTo>
                  <a:lnTo>
                    <a:pt x="3477390" y="738674"/>
                  </a:lnTo>
                  <a:lnTo>
                    <a:pt x="3477390" y="718650"/>
                  </a:lnTo>
                  <a:lnTo>
                    <a:pt x="3504088" y="698627"/>
                  </a:lnTo>
                  <a:lnTo>
                    <a:pt x="3467379" y="685278"/>
                  </a:lnTo>
                  <a:lnTo>
                    <a:pt x="3450692" y="711976"/>
                  </a:lnTo>
                  <a:lnTo>
                    <a:pt x="3440681" y="725325"/>
                  </a:lnTo>
                  <a:lnTo>
                    <a:pt x="3357250" y="711976"/>
                  </a:lnTo>
                  <a:lnTo>
                    <a:pt x="3297180" y="718650"/>
                  </a:lnTo>
                  <a:lnTo>
                    <a:pt x="3267145" y="695290"/>
                  </a:lnTo>
                  <a:lnTo>
                    <a:pt x="3267145" y="658580"/>
                  </a:lnTo>
                  <a:lnTo>
                    <a:pt x="3203738" y="601847"/>
                  </a:lnTo>
                  <a:lnTo>
                    <a:pt x="3076923" y="608522"/>
                  </a:lnTo>
                  <a:lnTo>
                    <a:pt x="3043551" y="585161"/>
                  </a:lnTo>
                  <a:lnTo>
                    <a:pt x="3000167" y="538440"/>
                  </a:lnTo>
                  <a:lnTo>
                    <a:pt x="3013516" y="531766"/>
                  </a:lnTo>
                  <a:lnTo>
                    <a:pt x="3000167" y="511742"/>
                  </a:lnTo>
                  <a:lnTo>
                    <a:pt x="2970132" y="508405"/>
                  </a:lnTo>
                  <a:lnTo>
                    <a:pt x="2920073" y="555126"/>
                  </a:lnTo>
                  <a:lnTo>
                    <a:pt x="2920073" y="555126"/>
                  </a:lnTo>
                  <a:lnTo>
                    <a:pt x="2916736" y="505068"/>
                  </a:lnTo>
                  <a:lnTo>
                    <a:pt x="2936760" y="501731"/>
                  </a:lnTo>
                  <a:lnTo>
                    <a:pt x="2866678" y="471696"/>
                  </a:lnTo>
                  <a:lnTo>
                    <a:pt x="2813282" y="468358"/>
                  </a:lnTo>
                  <a:lnTo>
                    <a:pt x="2793259" y="491719"/>
                  </a:lnTo>
                  <a:lnTo>
                    <a:pt x="2743200" y="501731"/>
                  </a:lnTo>
                  <a:lnTo>
                    <a:pt x="2786584" y="511742"/>
                  </a:lnTo>
                  <a:lnTo>
                    <a:pt x="2763224" y="531766"/>
                  </a:lnTo>
                  <a:lnTo>
                    <a:pt x="2769898" y="581824"/>
                  </a:lnTo>
                  <a:lnTo>
                    <a:pt x="2749875" y="565138"/>
                  </a:lnTo>
                  <a:lnTo>
                    <a:pt x="2733189" y="578487"/>
                  </a:lnTo>
                  <a:lnTo>
                    <a:pt x="2666444" y="568475"/>
                  </a:lnTo>
                  <a:lnTo>
                    <a:pt x="2636409" y="578487"/>
                  </a:lnTo>
                  <a:lnTo>
                    <a:pt x="2603037" y="538440"/>
                  </a:lnTo>
                  <a:lnTo>
                    <a:pt x="2569665" y="621871"/>
                  </a:lnTo>
                  <a:lnTo>
                    <a:pt x="2552979" y="641894"/>
                  </a:lnTo>
                  <a:lnTo>
                    <a:pt x="2469548" y="505068"/>
                  </a:lnTo>
                  <a:lnTo>
                    <a:pt x="2446187" y="521754"/>
                  </a:lnTo>
                  <a:lnTo>
                    <a:pt x="2442850" y="488382"/>
                  </a:lnTo>
                  <a:lnTo>
                    <a:pt x="2449525" y="418300"/>
                  </a:lnTo>
                  <a:lnTo>
                    <a:pt x="2386117" y="391602"/>
                  </a:lnTo>
                  <a:lnTo>
                    <a:pt x="2369431" y="431649"/>
                  </a:lnTo>
                  <a:lnTo>
                    <a:pt x="2379443" y="455009"/>
                  </a:lnTo>
                  <a:lnTo>
                    <a:pt x="2376106" y="475033"/>
                  </a:lnTo>
                  <a:lnTo>
                    <a:pt x="2352745" y="451672"/>
                  </a:lnTo>
                  <a:lnTo>
                    <a:pt x="2316036" y="458347"/>
                  </a:lnTo>
                  <a:lnTo>
                    <a:pt x="2272652" y="444998"/>
                  </a:lnTo>
                  <a:lnTo>
                    <a:pt x="2245954" y="404951"/>
                  </a:lnTo>
                  <a:lnTo>
                    <a:pt x="2209244" y="401614"/>
                  </a:lnTo>
                  <a:lnTo>
                    <a:pt x="2159186" y="391602"/>
                  </a:lnTo>
                  <a:lnTo>
                    <a:pt x="2132488" y="408288"/>
                  </a:lnTo>
                  <a:lnTo>
                    <a:pt x="2115802" y="421637"/>
                  </a:lnTo>
                  <a:lnTo>
                    <a:pt x="2115802" y="391602"/>
                  </a:lnTo>
                  <a:lnTo>
                    <a:pt x="2082430" y="388265"/>
                  </a:lnTo>
                  <a:lnTo>
                    <a:pt x="2045720" y="361567"/>
                  </a:lnTo>
                  <a:lnTo>
                    <a:pt x="2025697" y="391602"/>
                  </a:lnTo>
                  <a:lnTo>
                    <a:pt x="2055732" y="388265"/>
                  </a:lnTo>
                  <a:lnTo>
                    <a:pt x="2045720" y="414963"/>
                  </a:lnTo>
                  <a:lnTo>
                    <a:pt x="1988987" y="434986"/>
                  </a:lnTo>
                  <a:lnTo>
                    <a:pt x="1935592" y="444998"/>
                  </a:lnTo>
                  <a:lnTo>
                    <a:pt x="1995662" y="388265"/>
                  </a:lnTo>
                  <a:lnTo>
                    <a:pt x="2055732" y="318183"/>
                  </a:lnTo>
                  <a:lnTo>
                    <a:pt x="2055732" y="318183"/>
                  </a:lnTo>
                  <a:lnTo>
                    <a:pt x="2129860" y="248603"/>
                  </a:lnTo>
                  <a:lnTo>
                    <a:pt x="2127003" y="174309"/>
                  </a:lnTo>
                  <a:lnTo>
                    <a:pt x="2092713" y="105729"/>
                  </a:lnTo>
                  <a:lnTo>
                    <a:pt x="2018418" y="105729"/>
                  </a:lnTo>
                  <a:lnTo>
                    <a:pt x="1952696" y="137160"/>
                  </a:lnTo>
                  <a:lnTo>
                    <a:pt x="1961267" y="82869"/>
                  </a:lnTo>
                  <a:lnTo>
                    <a:pt x="1955552" y="65725"/>
                  </a:lnTo>
                  <a:lnTo>
                    <a:pt x="1895546" y="60008"/>
                  </a:lnTo>
                  <a:lnTo>
                    <a:pt x="1926978" y="31434"/>
                  </a:lnTo>
                  <a:cubicBezTo>
                    <a:pt x="1927930" y="-952"/>
                    <a:pt x="1908881" y="32386"/>
                    <a:pt x="1909833" y="0"/>
                  </a:cubicBezTo>
                  <a:lnTo>
                    <a:pt x="1877440" y="3067"/>
                  </a:lnTo>
                  <a:lnTo>
                    <a:pt x="1835474" y="41195"/>
                  </a:lnTo>
                  <a:lnTo>
                    <a:pt x="1818788" y="81242"/>
                  </a:lnTo>
                  <a:cubicBezTo>
                    <a:pt x="1818788" y="101265"/>
                    <a:pt x="1838813" y="114613"/>
                    <a:pt x="1838813" y="134636"/>
                  </a:cubicBezTo>
                  <a:lnTo>
                    <a:pt x="1782079" y="121287"/>
                  </a:lnTo>
                  <a:lnTo>
                    <a:pt x="1768731" y="168009"/>
                  </a:lnTo>
                  <a:lnTo>
                    <a:pt x="1705322" y="191369"/>
                  </a:lnTo>
                  <a:lnTo>
                    <a:pt x="1685300" y="164671"/>
                  </a:lnTo>
                  <a:lnTo>
                    <a:pt x="1615218" y="168009"/>
                  </a:lnTo>
                  <a:lnTo>
                    <a:pt x="1638579" y="198044"/>
                  </a:lnTo>
                  <a:lnTo>
                    <a:pt x="1528449" y="224740"/>
                  </a:lnTo>
                  <a:lnTo>
                    <a:pt x="1465043" y="308171"/>
                  </a:lnTo>
                  <a:lnTo>
                    <a:pt x="1448357" y="334869"/>
                  </a:lnTo>
                  <a:lnTo>
                    <a:pt x="1481729" y="368242"/>
                  </a:lnTo>
                  <a:lnTo>
                    <a:pt x="1481729" y="398277"/>
                  </a:lnTo>
                  <a:lnTo>
                    <a:pt x="1458368" y="401614"/>
                  </a:lnTo>
                  <a:lnTo>
                    <a:pt x="1458368" y="381590"/>
                  </a:lnTo>
                  <a:lnTo>
                    <a:pt x="1418322" y="391602"/>
                  </a:lnTo>
                  <a:lnTo>
                    <a:pt x="1368263" y="398277"/>
                  </a:lnTo>
                  <a:lnTo>
                    <a:pt x="1321542" y="404951"/>
                  </a:lnTo>
                  <a:lnTo>
                    <a:pt x="1318205" y="491719"/>
                  </a:lnTo>
                  <a:lnTo>
                    <a:pt x="1358252" y="515080"/>
                  </a:lnTo>
                  <a:lnTo>
                    <a:pt x="1374938" y="545115"/>
                  </a:lnTo>
                  <a:lnTo>
                    <a:pt x="1384949" y="568475"/>
                  </a:lnTo>
                  <a:lnTo>
                    <a:pt x="1394961" y="618534"/>
                  </a:lnTo>
                  <a:lnTo>
                    <a:pt x="1384949" y="648569"/>
                  </a:lnTo>
                  <a:lnTo>
                    <a:pt x="1358252" y="615196"/>
                  </a:lnTo>
                  <a:lnTo>
                    <a:pt x="1361589" y="585161"/>
                  </a:lnTo>
                  <a:lnTo>
                    <a:pt x="1351577" y="545115"/>
                  </a:lnTo>
                  <a:lnTo>
                    <a:pt x="1328217" y="551789"/>
                  </a:lnTo>
                  <a:lnTo>
                    <a:pt x="1281495" y="515080"/>
                  </a:lnTo>
                  <a:lnTo>
                    <a:pt x="1241449" y="511742"/>
                  </a:lnTo>
                  <a:lnTo>
                    <a:pt x="1241449" y="558463"/>
                  </a:lnTo>
                  <a:lnTo>
                    <a:pt x="1201402" y="538440"/>
                  </a:lnTo>
                  <a:lnTo>
                    <a:pt x="1228100" y="588498"/>
                  </a:lnTo>
                  <a:lnTo>
                    <a:pt x="1258135" y="598510"/>
                  </a:lnTo>
                  <a:lnTo>
                    <a:pt x="1258135" y="618534"/>
                  </a:lnTo>
                  <a:lnTo>
                    <a:pt x="1198065" y="595173"/>
                  </a:lnTo>
                  <a:lnTo>
                    <a:pt x="1181379" y="595173"/>
                  </a:lnTo>
                  <a:lnTo>
                    <a:pt x="1178041" y="551789"/>
                  </a:lnTo>
                  <a:lnTo>
                    <a:pt x="1171367" y="465021"/>
                  </a:lnTo>
                  <a:lnTo>
                    <a:pt x="1161355" y="535103"/>
                  </a:lnTo>
                  <a:lnTo>
                    <a:pt x="1137995" y="565138"/>
                  </a:lnTo>
                  <a:lnTo>
                    <a:pt x="1158018" y="611859"/>
                  </a:lnTo>
                  <a:lnTo>
                    <a:pt x="1158018" y="645231"/>
                  </a:lnTo>
                  <a:lnTo>
                    <a:pt x="1141332" y="695290"/>
                  </a:lnTo>
                  <a:lnTo>
                    <a:pt x="1154681" y="728662"/>
                  </a:lnTo>
                  <a:lnTo>
                    <a:pt x="1184716" y="735336"/>
                  </a:lnTo>
                  <a:lnTo>
                    <a:pt x="1221425" y="742011"/>
                  </a:lnTo>
                  <a:lnTo>
                    <a:pt x="1241449" y="765371"/>
                  </a:lnTo>
                  <a:lnTo>
                    <a:pt x="1258135" y="808755"/>
                  </a:lnTo>
                  <a:lnTo>
                    <a:pt x="1258135" y="808755"/>
                  </a:lnTo>
                  <a:lnTo>
                    <a:pt x="1254798" y="842128"/>
                  </a:lnTo>
                  <a:lnTo>
                    <a:pt x="1274821" y="862151"/>
                  </a:lnTo>
                  <a:lnTo>
                    <a:pt x="1244786" y="868826"/>
                  </a:lnTo>
                  <a:lnTo>
                    <a:pt x="1224763" y="828779"/>
                  </a:lnTo>
                  <a:lnTo>
                    <a:pt x="1224763" y="788732"/>
                  </a:lnTo>
                  <a:lnTo>
                    <a:pt x="1194727" y="752023"/>
                  </a:lnTo>
                  <a:lnTo>
                    <a:pt x="1164692" y="795407"/>
                  </a:lnTo>
                  <a:lnTo>
                    <a:pt x="1178041" y="838790"/>
                  </a:lnTo>
                  <a:lnTo>
                    <a:pt x="1137995" y="895523"/>
                  </a:lnTo>
                  <a:lnTo>
                    <a:pt x="1097948" y="952256"/>
                  </a:lnTo>
                  <a:lnTo>
                    <a:pt x="1007843" y="915547"/>
                  </a:lnTo>
                  <a:lnTo>
                    <a:pt x="1074587" y="912209"/>
                  </a:lnTo>
                  <a:lnTo>
                    <a:pt x="1107960" y="848802"/>
                  </a:lnTo>
                  <a:lnTo>
                    <a:pt x="1121309" y="805418"/>
                  </a:lnTo>
                  <a:lnTo>
                    <a:pt x="1127983" y="772046"/>
                  </a:lnTo>
                  <a:lnTo>
                    <a:pt x="1117971" y="755360"/>
                  </a:lnTo>
                  <a:lnTo>
                    <a:pt x="1114634" y="705301"/>
                  </a:lnTo>
                  <a:lnTo>
                    <a:pt x="1104622" y="625208"/>
                  </a:lnTo>
                  <a:lnTo>
                    <a:pt x="1101285" y="565138"/>
                  </a:lnTo>
                  <a:lnTo>
                    <a:pt x="1124646" y="471696"/>
                  </a:lnTo>
                  <a:lnTo>
                    <a:pt x="1031203" y="461684"/>
                  </a:lnTo>
                  <a:lnTo>
                    <a:pt x="1014517" y="518417"/>
                  </a:lnTo>
                  <a:lnTo>
                    <a:pt x="1024529" y="565138"/>
                  </a:lnTo>
                  <a:lnTo>
                    <a:pt x="981145" y="618534"/>
                  </a:lnTo>
                  <a:lnTo>
                    <a:pt x="991157" y="655243"/>
                  </a:lnTo>
                  <a:lnTo>
                    <a:pt x="981145" y="701964"/>
                  </a:lnTo>
                  <a:lnTo>
                    <a:pt x="1001168" y="725325"/>
                  </a:lnTo>
                  <a:lnTo>
                    <a:pt x="1017854" y="772046"/>
                  </a:lnTo>
                  <a:lnTo>
                    <a:pt x="1047890" y="758697"/>
                  </a:lnTo>
                  <a:lnTo>
                    <a:pt x="1014517" y="812093"/>
                  </a:lnTo>
                  <a:lnTo>
                    <a:pt x="957784" y="758697"/>
                  </a:lnTo>
                  <a:lnTo>
                    <a:pt x="884365" y="721988"/>
                  </a:lnTo>
                  <a:lnTo>
                    <a:pt x="824295" y="698627"/>
                  </a:lnTo>
                  <a:lnTo>
                    <a:pt x="810946" y="735336"/>
                  </a:lnTo>
                  <a:lnTo>
                    <a:pt x="827633" y="772046"/>
                  </a:lnTo>
                  <a:lnTo>
                    <a:pt x="814284" y="795407"/>
                  </a:lnTo>
                  <a:lnTo>
                    <a:pt x="800935" y="812093"/>
                  </a:lnTo>
                  <a:lnTo>
                    <a:pt x="770900" y="755360"/>
                  </a:lnTo>
                  <a:lnTo>
                    <a:pt x="744202" y="792069"/>
                  </a:lnTo>
                  <a:lnTo>
                    <a:pt x="707492" y="785395"/>
                  </a:lnTo>
                  <a:lnTo>
                    <a:pt x="654097" y="822104"/>
                  </a:lnTo>
                  <a:lnTo>
                    <a:pt x="644085" y="798744"/>
                  </a:lnTo>
                  <a:lnTo>
                    <a:pt x="654097" y="762034"/>
                  </a:lnTo>
                  <a:lnTo>
                    <a:pt x="614050" y="798744"/>
                  </a:lnTo>
                  <a:lnTo>
                    <a:pt x="594027" y="798744"/>
                  </a:lnTo>
                  <a:lnTo>
                    <a:pt x="533957" y="832116"/>
                  </a:lnTo>
                  <a:lnTo>
                    <a:pt x="510596" y="855477"/>
                  </a:lnTo>
                  <a:lnTo>
                    <a:pt x="500584" y="902198"/>
                  </a:lnTo>
                  <a:lnTo>
                    <a:pt x="450526" y="888849"/>
                  </a:lnTo>
                  <a:lnTo>
                    <a:pt x="433840" y="852139"/>
                  </a:lnTo>
                  <a:lnTo>
                    <a:pt x="467212" y="822104"/>
                  </a:lnTo>
                  <a:lnTo>
                    <a:pt x="453863" y="798744"/>
                  </a:lnTo>
                  <a:lnTo>
                    <a:pt x="390456" y="768709"/>
                  </a:lnTo>
                  <a:lnTo>
                    <a:pt x="417154" y="818767"/>
                  </a:lnTo>
                  <a:lnTo>
                    <a:pt x="407142" y="862151"/>
                  </a:lnTo>
                  <a:lnTo>
                    <a:pt x="413817" y="898861"/>
                  </a:lnTo>
                  <a:lnTo>
                    <a:pt x="427165" y="922221"/>
                  </a:lnTo>
                  <a:lnTo>
                    <a:pt x="413817" y="952256"/>
                  </a:lnTo>
                  <a:lnTo>
                    <a:pt x="390456" y="928896"/>
                  </a:lnTo>
                  <a:lnTo>
                    <a:pt x="360421" y="925558"/>
                  </a:lnTo>
                  <a:lnTo>
                    <a:pt x="333723" y="965605"/>
                  </a:lnTo>
                  <a:lnTo>
                    <a:pt x="307025" y="985628"/>
                  </a:lnTo>
                  <a:lnTo>
                    <a:pt x="320374" y="1012326"/>
                  </a:lnTo>
                  <a:lnTo>
                    <a:pt x="303688" y="1035687"/>
                  </a:lnTo>
                  <a:lnTo>
                    <a:pt x="233606" y="998977"/>
                  </a:lnTo>
                  <a:lnTo>
                    <a:pt x="243618" y="1049036"/>
                  </a:lnTo>
                  <a:lnTo>
                    <a:pt x="263641" y="1069059"/>
                  </a:lnTo>
                  <a:lnTo>
                    <a:pt x="250292" y="1082408"/>
                  </a:lnTo>
                  <a:lnTo>
                    <a:pt x="193560" y="1045698"/>
                  </a:lnTo>
                  <a:lnTo>
                    <a:pt x="170199" y="1005652"/>
                  </a:lnTo>
                  <a:lnTo>
                    <a:pt x="170199" y="958931"/>
                  </a:lnTo>
                  <a:lnTo>
                    <a:pt x="133490" y="882174"/>
                  </a:lnTo>
                  <a:lnTo>
                    <a:pt x="196897" y="912209"/>
                  </a:lnTo>
                  <a:lnTo>
                    <a:pt x="256967" y="942244"/>
                  </a:lnTo>
                  <a:lnTo>
                    <a:pt x="293676" y="945582"/>
                  </a:lnTo>
                  <a:lnTo>
                    <a:pt x="327049" y="915547"/>
                  </a:lnTo>
                  <a:lnTo>
                    <a:pt x="343735" y="878837"/>
                  </a:lnTo>
                  <a:lnTo>
                    <a:pt x="333723" y="828779"/>
                  </a:lnTo>
                  <a:lnTo>
                    <a:pt x="290339" y="808755"/>
                  </a:lnTo>
                  <a:lnTo>
                    <a:pt x="236944" y="762034"/>
                  </a:lnTo>
                  <a:lnTo>
                    <a:pt x="133490" y="705301"/>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59" name="Freeform: Shape 211">
              <a:extLst>
                <a:ext uri="{FF2B5EF4-FFF2-40B4-BE49-F238E27FC236}">
                  <a16:creationId xmlns:a16="http://schemas.microsoft.com/office/drawing/2014/main" id="{B00DCF66-B64D-4FD2-A586-E293F7924C3A}"/>
                </a:ext>
              </a:extLst>
            </p:cNvPr>
            <p:cNvSpPr/>
            <p:nvPr/>
          </p:nvSpPr>
          <p:spPr bwMode="auto">
            <a:xfrm>
              <a:off x="4737735" y="1174433"/>
              <a:ext cx="225743" cy="185737"/>
            </a:xfrm>
            <a:custGeom>
              <a:avLst/>
              <a:gdLst>
                <a:gd name="connsiteX0" fmla="*/ 54293 w 225743"/>
                <a:gd name="connsiteY0" fmla="*/ 145732 h 185737"/>
                <a:gd name="connsiteX1" fmla="*/ 134303 w 225743"/>
                <a:gd name="connsiteY1" fmla="*/ 185737 h 185737"/>
                <a:gd name="connsiteX2" fmla="*/ 160020 w 225743"/>
                <a:gd name="connsiteY2" fmla="*/ 162877 h 185737"/>
                <a:gd name="connsiteX3" fmla="*/ 188595 w 225743"/>
                <a:gd name="connsiteY3" fmla="*/ 151447 h 185737"/>
                <a:gd name="connsiteX4" fmla="*/ 188595 w 225743"/>
                <a:gd name="connsiteY4" fmla="*/ 131445 h 185737"/>
                <a:gd name="connsiteX5" fmla="*/ 225743 w 225743"/>
                <a:gd name="connsiteY5" fmla="*/ 97155 h 185737"/>
                <a:gd name="connsiteX6" fmla="*/ 222885 w 225743"/>
                <a:gd name="connsiteY6" fmla="*/ 48577 h 185737"/>
                <a:gd name="connsiteX7" fmla="*/ 162878 w 225743"/>
                <a:gd name="connsiteY7" fmla="*/ 31432 h 185737"/>
                <a:gd name="connsiteX8" fmla="*/ 108585 w 225743"/>
                <a:gd name="connsiteY8" fmla="*/ 65722 h 185737"/>
                <a:gd name="connsiteX9" fmla="*/ 122873 w 225743"/>
                <a:gd name="connsiteY9" fmla="*/ 2857 h 185737"/>
                <a:gd name="connsiteX10" fmla="*/ 100013 w 225743"/>
                <a:gd name="connsiteY10" fmla="*/ 51435 h 185737"/>
                <a:gd name="connsiteX11" fmla="*/ 71438 w 225743"/>
                <a:gd name="connsiteY11" fmla="*/ 45720 h 185737"/>
                <a:gd name="connsiteX12" fmla="*/ 37148 w 225743"/>
                <a:gd name="connsiteY12" fmla="*/ 0 h 185737"/>
                <a:gd name="connsiteX13" fmla="*/ 48578 w 225743"/>
                <a:gd name="connsiteY13" fmla="*/ 54292 h 185737"/>
                <a:gd name="connsiteX14" fmla="*/ 25718 w 225743"/>
                <a:gd name="connsiteY14" fmla="*/ 42862 h 185737"/>
                <a:gd name="connsiteX15" fmla="*/ 0 w 225743"/>
                <a:gd name="connsiteY15" fmla="*/ 62865 h 185737"/>
                <a:gd name="connsiteX16" fmla="*/ 22860 w 225743"/>
                <a:gd name="connsiteY16" fmla="*/ 85725 h 185737"/>
                <a:gd name="connsiteX17" fmla="*/ 11430 w 225743"/>
                <a:gd name="connsiteY17" fmla="*/ 114300 h 185737"/>
                <a:gd name="connsiteX18" fmla="*/ 54293 w 225743"/>
                <a:gd name="connsiteY18" fmla="*/ 145732 h 185737"/>
                <a:gd name="connsiteX0" fmla="*/ 102871 w 225743"/>
                <a:gd name="connsiteY0" fmla="*/ 105727 h 185737"/>
                <a:gd name="connsiteX1" fmla="*/ 134303 w 225743"/>
                <a:gd name="connsiteY1" fmla="*/ 185737 h 185737"/>
                <a:gd name="connsiteX2" fmla="*/ 160020 w 225743"/>
                <a:gd name="connsiteY2" fmla="*/ 162877 h 185737"/>
                <a:gd name="connsiteX3" fmla="*/ 188595 w 225743"/>
                <a:gd name="connsiteY3" fmla="*/ 151447 h 185737"/>
                <a:gd name="connsiteX4" fmla="*/ 188595 w 225743"/>
                <a:gd name="connsiteY4" fmla="*/ 131445 h 185737"/>
                <a:gd name="connsiteX5" fmla="*/ 225743 w 225743"/>
                <a:gd name="connsiteY5" fmla="*/ 97155 h 185737"/>
                <a:gd name="connsiteX6" fmla="*/ 222885 w 225743"/>
                <a:gd name="connsiteY6" fmla="*/ 48577 h 185737"/>
                <a:gd name="connsiteX7" fmla="*/ 162878 w 225743"/>
                <a:gd name="connsiteY7" fmla="*/ 31432 h 185737"/>
                <a:gd name="connsiteX8" fmla="*/ 108585 w 225743"/>
                <a:gd name="connsiteY8" fmla="*/ 65722 h 185737"/>
                <a:gd name="connsiteX9" fmla="*/ 122873 w 225743"/>
                <a:gd name="connsiteY9" fmla="*/ 2857 h 185737"/>
                <a:gd name="connsiteX10" fmla="*/ 100013 w 225743"/>
                <a:gd name="connsiteY10" fmla="*/ 51435 h 185737"/>
                <a:gd name="connsiteX11" fmla="*/ 71438 w 225743"/>
                <a:gd name="connsiteY11" fmla="*/ 45720 h 185737"/>
                <a:gd name="connsiteX12" fmla="*/ 37148 w 225743"/>
                <a:gd name="connsiteY12" fmla="*/ 0 h 185737"/>
                <a:gd name="connsiteX13" fmla="*/ 48578 w 225743"/>
                <a:gd name="connsiteY13" fmla="*/ 54292 h 185737"/>
                <a:gd name="connsiteX14" fmla="*/ 25718 w 225743"/>
                <a:gd name="connsiteY14" fmla="*/ 42862 h 185737"/>
                <a:gd name="connsiteX15" fmla="*/ 0 w 225743"/>
                <a:gd name="connsiteY15" fmla="*/ 62865 h 185737"/>
                <a:gd name="connsiteX16" fmla="*/ 22860 w 225743"/>
                <a:gd name="connsiteY16" fmla="*/ 85725 h 185737"/>
                <a:gd name="connsiteX17" fmla="*/ 11430 w 225743"/>
                <a:gd name="connsiteY17" fmla="*/ 114300 h 185737"/>
                <a:gd name="connsiteX18" fmla="*/ 102871 w 225743"/>
                <a:gd name="connsiteY18" fmla="*/ 105727 h 185737"/>
                <a:gd name="connsiteX0" fmla="*/ 102871 w 225743"/>
                <a:gd name="connsiteY0" fmla="*/ 105727 h 185737"/>
                <a:gd name="connsiteX1" fmla="*/ 125730 w 225743"/>
                <a:gd name="connsiteY1" fmla="*/ 157162 h 185737"/>
                <a:gd name="connsiteX2" fmla="*/ 134303 w 225743"/>
                <a:gd name="connsiteY2" fmla="*/ 185737 h 185737"/>
                <a:gd name="connsiteX3" fmla="*/ 160020 w 225743"/>
                <a:gd name="connsiteY3" fmla="*/ 162877 h 185737"/>
                <a:gd name="connsiteX4" fmla="*/ 188595 w 225743"/>
                <a:gd name="connsiteY4" fmla="*/ 151447 h 185737"/>
                <a:gd name="connsiteX5" fmla="*/ 188595 w 225743"/>
                <a:gd name="connsiteY5" fmla="*/ 131445 h 185737"/>
                <a:gd name="connsiteX6" fmla="*/ 225743 w 225743"/>
                <a:gd name="connsiteY6" fmla="*/ 97155 h 185737"/>
                <a:gd name="connsiteX7" fmla="*/ 222885 w 225743"/>
                <a:gd name="connsiteY7" fmla="*/ 48577 h 185737"/>
                <a:gd name="connsiteX8" fmla="*/ 162878 w 225743"/>
                <a:gd name="connsiteY8" fmla="*/ 31432 h 185737"/>
                <a:gd name="connsiteX9" fmla="*/ 108585 w 225743"/>
                <a:gd name="connsiteY9" fmla="*/ 65722 h 185737"/>
                <a:gd name="connsiteX10" fmla="*/ 122873 w 225743"/>
                <a:gd name="connsiteY10" fmla="*/ 2857 h 185737"/>
                <a:gd name="connsiteX11" fmla="*/ 100013 w 225743"/>
                <a:gd name="connsiteY11" fmla="*/ 51435 h 185737"/>
                <a:gd name="connsiteX12" fmla="*/ 71438 w 225743"/>
                <a:gd name="connsiteY12" fmla="*/ 45720 h 185737"/>
                <a:gd name="connsiteX13" fmla="*/ 37148 w 225743"/>
                <a:gd name="connsiteY13" fmla="*/ 0 h 185737"/>
                <a:gd name="connsiteX14" fmla="*/ 48578 w 225743"/>
                <a:gd name="connsiteY14" fmla="*/ 54292 h 185737"/>
                <a:gd name="connsiteX15" fmla="*/ 25718 w 225743"/>
                <a:gd name="connsiteY15" fmla="*/ 42862 h 185737"/>
                <a:gd name="connsiteX16" fmla="*/ 0 w 225743"/>
                <a:gd name="connsiteY16" fmla="*/ 62865 h 185737"/>
                <a:gd name="connsiteX17" fmla="*/ 22860 w 225743"/>
                <a:gd name="connsiteY17" fmla="*/ 85725 h 185737"/>
                <a:gd name="connsiteX18" fmla="*/ 11430 w 225743"/>
                <a:gd name="connsiteY18" fmla="*/ 114300 h 185737"/>
                <a:gd name="connsiteX19" fmla="*/ 102871 w 225743"/>
                <a:gd name="connsiteY19" fmla="*/ 105727 h 185737"/>
                <a:gd name="connsiteX0" fmla="*/ 102871 w 225743"/>
                <a:gd name="connsiteY0" fmla="*/ 105727 h 185737"/>
                <a:gd name="connsiteX1" fmla="*/ 45720 w 225743"/>
                <a:gd name="connsiteY1" fmla="*/ 148589 h 185737"/>
                <a:gd name="connsiteX2" fmla="*/ 134303 w 225743"/>
                <a:gd name="connsiteY2" fmla="*/ 185737 h 185737"/>
                <a:gd name="connsiteX3" fmla="*/ 160020 w 225743"/>
                <a:gd name="connsiteY3" fmla="*/ 162877 h 185737"/>
                <a:gd name="connsiteX4" fmla="*/ 188595 w 225743"/>
                <a:gd name="connsiteY4" fmla="*/ 151447 h 185737"/>
                <a:gd name="connsiteX5" fmla="*/ 188595 w 225743"/>
                <a:gd name="connsiteY5" fmla="*/ 131445 h 185737"/>
                <a:gd name="connsiteX6" fmla="*/ 225743 w 225743"/>
                <a:gd name="connsiteY6" fmla="*/ 97155 h 185737"/>
                <a:gd name="connsiteX7" fmla="*/ 222885 w 225743"/>
                <a:gd name="connsiteY7" fmla="*/ 48577 h 185737"/>
                <a:gd name="connsiteX8" fmla="*/ 162878 w 225743"/>
                <a:gd name="connsiteY8" fmla="*/ 31432 h 185737"/>
                <a:gd name="connsiteX9" fmla="*/ 108585 w 225743"/>
                <a:gd name="connsiteY9" fmla="*/ 65722 h 185737"/>
                <a:gd name="connsiteX10" fmla="*/ 122873 w 225743"/>
                <a:gd name="connsiteY10" fmla="*/ 2857 h 185737"/>
                <a:gd name="connsiteX11" fmla="*/ 100013 w 225743"/>
                <a:gd name="connsiteY11" fmla="*/ 51435 h 185737"/>
                <a:gd name="connsiteX12" fmla="*/ 71438 w 225743"/>
                <a:gd name="connsiteY12" fmla="*/ 45720 h 185737"/>
                <a:gd name="connsiteX13" fmla="*/ 37148 w 225743"/>
                <a:gd name="connsiteY13" fmla="*/ 0 h 185737"/>
                <a:gd name="connsiteX14" fmla="*/ 48578 w 225743"/>
                <a:gd name="connsiteY14" fmla="*/ 54292 h 185737"/>
                <a:gd name="connsiteX15" fmla="*/ 25718 w 225743"/>
                <a:gd name="connsiteY15" fmla="*/ 42862 h 185737"/>
                <a:gd name="connsiteX16" fmla="*/ 0 w 225743"/>
                <a:gd name="connsiteY16" fmla="*/ 62865 h 185737"/>
                <a:gd name="connsiteX17" fmla="*/ 22860 w 225743"/>
                <a:gd name="connsiteY17" fmla="*/ 85725 h 185737"/>
                <a:gd name="connsiteX18" fmla="*/ 11430 w 225743"/>
                <a:gd name="connsiteY18" fmla="*/ 114300 h 185737"/>
                <a:gd name="connsiteX19" fmla="*/ 102871 w 225743"/>
                <a:gd name="connsiteY19" fmla="*/ 105727 h 185737"/>
                <a:gd name="connsiteX0" fmla="*/ 102871 w 225743"/>
                <a:gd name="connsiteY0" fmla="*/ 105727 h 185737"/>
                <a:gd name="connsiteX1" fmla="*/ 45720 w 225743"/>
                <a:gd name="connsiteY1" fmla="*/ 148589 h 185737"/>
                <a:gd name="connsiteX2" fmla="*/ 103346 w 225743"/>
                <a:gd name="connsiteY2" fmla="*/ 175736 h 185737"/>
                <a:gd name="connsiteX3" fmla="*/ 134303 w 225743"/>
                <a:gd name="connsiteY3" fmla="*/ 185737 h 185737"/>
                <a:gd name="connsiteX4" fmla="*/ 160020 w 225743"/>
                <a:gd name="connsiteY4" fmla="*/ 162877 h 185737"/>
                <a:gd name="connsiteX5" fmla="*/ 188595 w 225743"/>
                <a:gd name="connsiteY5" fmla="*/ 151447 h 185737"/>
                <a:gd name="connsiteX6" fmla="*/ 188595 w 225743"/>
                <a:gd name="connsiteY6" fmla="*/ 131445 h 185737"/>
                <a:gd name="connsiteX7" fmla="*/ 225743 w 225743"/>
                <a:gd name="connsiteY7" fmla="*/ 97155 h 185737"/>
                <a:gd name="connsiteX8" fmla="*/ 222885 w 225743"/>
                <a:gd name="connsiteY8" fmla="*/ 48577 h 185737"/>
                <a:gd name="connsiteX9" fmla="*/ 162878 w 225743"/>
                <a:gd name="connsiteY9" fmla="*/ 31432 h 185737"/>
                <a:gd name="connsiteX10" fmla="*/ 108585 w 225743"/>
                <a:gd name="connsiteY10" fmla="*/ 65722 h 185737"/>
                <a:gd name="connsiteX11" fmla="*/ 122873 w 225743"/>
                <a:gd name="connsiteY11" fmla="*/ 2857 h 185737"/>
                <a:gd name="connsiteX12" fmla="*/ 100013 w 225743"/>
                <a:gd name="connsiteY12" fmla="*/ 51435 h 185737"/>
                <a:gd name="connsiteX13" fmla="*/ 71438 w 225743"/>
                <a:gd name="connsiteY13" fmla="*/ 45720 h 185737"/>
                <a:gd name="connsiteX14" fmla="*/ 37148 w 225743"/>
                <a:gd name="connsiteY14" fmla="*/ 0 h 185737"/>
                <a:gd name="connsiteX15" fmla="*/ 48578 w 225743"/>
                <a:gd name="connsiteY15" fmla="*/ 54292 h 185737"/>
                <a:gd name="connsiteX16" fmla="*/ 25718 w 225743"/>
                <a:gd name="connsiteY16" fmla="*/ 42862 h 185737"/>
                <a:gd name="connsiteX17" fmla="*/ 0 w 225743"/>
                <a:gd name="connsiteY17" fmla="*/ 62865 h 185737"/>
                <a:gd name="connsiteX18" fmla="*/ 22860 w 225743"/>
                <a:gd name="connsiteY18" fmla="*/ 85725 h 185737"/>
                <a:gd name="connsiteX19" fmla="*/ 11430 w 225743"/>
                <a:gd name="connsiteY19" fmla="*/ 114300 h 185737"/>
                <a:gd name="connsiteX20" fmla="*/ 102871 w 225743"/>
                <a:gd name="connsiteY20" fmla="*/ 105727 h 185737"/>
                <a:gd name="connsiteX0" fmla="*/ 102871 w 225743"/>
                <a:gd name="connsiteY0" fmla="*/ 105727 h 185737"/>
                <a:gd name="connsiteX1" fmla="*/ 45720 w 225743"/>
                <a:gd name="connsiteY1" fmla="*/ 148589 h 185737"/>
                <a:gd name="connsiteX2" fmla="*/ 108109 w 225743"/>
                <a:gd name="connsiteY2" fmla="*/ 144780 h 185737"/>
                <a:gd name="connsiteX3" fmla="*/ 134303 w 225743"/>
                <a:gd name="connsiteY3" fmla="*/ 185737 h 185737"/>
                <a:gd name="connsiteX4" fmla="*/ 160020 w 225743"/>
                <a:gd name="connsiteY4" fmla="*/ 162877 h 185737"/>
                <a:gd name="connsiteX5" fmla="*/ 188595 w 225743"/>
                <a:gd name="connsiteY5" fmla="*/ 151447 h 185737"/>
                <a:gd name="connsiteX6" fmla="*/ 188595 w 225743"/>
                <a:gd name="connsiteY6" fmla="*/ 131445 h 185737"/>
                <a:gd name="connsiteX7" fmla="*/ 225743 w 225743"/>
                <a:gd name="connsiteY7" fmla="*/ 97155 h 185737"/>
                <a:gd name="connsiteX8" fmla="*/ 222885 w 225743"/>
                <a:gd name="connsiteY8" fmla="*/ 48577 h 185737"/>
                <a:gd name="connsiteX9" fmla="*/ 162878 w 225743"/>
                <a:gd name="connsiteY9" fmla="*/ 31432 h 185737"/>
                <a:gd name="connsiteX10" fmla="*/ 108585 w 225743"/>
                <a:gd name="connsiteY10" fmla="*/ 65722 h 185737"/>
                <a:gd name="connsiteX11" fmla="*/ 122873 w 225743"/>
                <a:gd name="connsiteY11" fmla="*/ 2857 h 185737"/>
                <a:gd name="connsiteX12" fmla="*/ 100013 w 225743"/>
                <a:gd name="connsiteY12" fmla="*/ 51435 h 185737"/>
                <a:gd name="connsiteX13" fmla="*/ 71438 w 225743"/>
                <a:gd name="connsiteY13" fmla="*/ 45720 h 185737"/>
                <a:gd name="connsiteX14" fmla="*/ 37148 w 225743"/>
                <a:gd name="connsiteY14" fmla="*/ 0 h 185737"/>
                <a:gd name="connsiteX15" fmla="*/ 48578 w 225743"/>
                <a:gd name="connsiteY15" fmla="*/ 54292 h 185737"/>
                <a:gd name="connsiteX16" fmla="*/ 25718 w 225743"/>
                <a:gd name="connsiteY16" fmla="*/ 42862 h 185737"/>
                <a:gd name="connsiteX17" fmla="*/ 0 w 225743"/>
                <a:gd name="connsiteY17" fmla="*/ 62865 h 185737"/>
                <a:gd name="connsiteX18" fmla="*/ 22860 w 225743"/>
                <a:gd name="connsiteY18" fmla="*/ 85725 h 185737"/>
                <a:gd name="connsiteX19" fmla="*/ 11430 w 225743"/>
                <a:gd name="connsiteY19" fmla="*/ 114300 h 185737"/>
                <a:gd name="connsiteX20" fmla="*/ 102871 w 225743"/>
                <a:gd name="connsiteY20" fmla="*/ 105727 h 185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43" h="185737">
                  <a:moveTo>
                    <a:pt x="102871" y="105727"/>
                  </a:moveTo>
                  <a:lnTo>
                    <a:pt x="45720" y="148589"/>
                  </a:lnTo>
                  <a:lnTo>
                    <a:pt x="108109" y="144780"/>
                  </a:lnTo>
                  <a:lnTo>
                    <a:pt x="134303" y="185737"/>
                  </a:lnTo>
                  <a:lnTo>
                    <a:pt x="160020" y="162877"/>
                  </a:lnTo>
                  <a:lnTo>
                    <a:pt x="188595" y="151447"/>
                  </a:lnTo>
                  <a:lnTo>
                    <a:pt x="188595" y="131445"/>
                  </a:lnTo>
                  <a:lnTo>
                    <a:pt x="225743" y="97155"/>
                  </a:lnTo>
                  <a:lnTo>
                    <a:pt x="222885" y="48577"/>
                  </a:lnTo>
                  <a:lnTo>
                    <a:pt x="162878" y="31432"/>
                  </a:lnTo>
                  <a:lnTo>
                    <a:pt x="108585" y="65722"/>
                  </a:lnTo>
                  <a:lnTo>
                    <a:pt x="122873" y="2857"/>
                  </a:lnTo>
                  <a:lnTo>
                    <a:pt x="100013" y="51435"/>
                  </a:lnTo>
                  <a:lnTo>
                    <a:pt x="71438" y="45720"/>
                  </a:lnTo>
                  <a:lnTo>
                    <a:pt x="37148" y="0"/>
                  </a:lnTo>
                  <a:lnTo>
                    <a:pt x="48578" y="54292"/>
                  </a:lnTo>
                  <a:lnTo>
                    <a:pt x="25718" y="42862"/>
                  </a:lnTo>
                  <a:lnTo>
                    <a:pt x="0" y="62865"/>
                  </a:lnTo>
                  <a:lnTo>
                    <a:pt x="22860" y="85725"/>
                  </a:lnTo>
                  <a:lnTo>
                    <a:pt x="11430" y="114300"/>
                  </a:lnTo>
                  <a:lnTo>
                    <a:pt x="102871" y="105727"/>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0" name="Freeform: Shape 212">
              <a:extLst>
                <a:ext uri="{FF2B5EF4-FFF2-40B4-BE49-F238E27FC236}">
                  <a16:creationId xmlns:a16="http://schemas.microsoft.com/office/drawing/2014/main" id="{78A093E6-11A2-4428-B489-8F2DF369402F}"/>
                </a:ext>
              </a:extLst>
            </p:cNvPr>
            <p:cNvSpPr/>
            <p:nvPr/>
          </p:nvSpPr>
          <p:spPr bwMode="auto">
            <a:xfrm>
              <a:off x="4555331" y="1247775"/>
              <a:ext cx="254794" cy="433388"/>
            </a:xfrm>
            <a:custGeom>
              <a:avLst/>
              <a:gdLst>
                <a:gd name="connsiteX0" fmla="*/ 145257 w 254794"/>
                <a:gd name="connsiteY0" fmla="*/ 433388 h 433388"/>
                <a:gd name="connsiteX1" fmla="*/ 166688 w 254794"/>
                <a:gd name="connsiteY1" fmla="*/ 316706 h 433388"/>
                <a:gd name="connsiteX2" fmla="*/ 185738 w 254794"/>
                <a:gd name="connsiteY2" fmla="*/ 297656 h 433388"/>
                <a:gd name="connsiteX3" fmla="*/ 183357 w 254794"/>
                <a:gd name="connsiteY3" fmla="*/ 266700 h 433388"/>
                <a:gd name="connsiteX4" fmla="*/ 200025 w 254794"/>
                <a:gd name="connsiteY4" fmla="*/ 245269 h 433388"/>
                <a:gd name="connsiteX5" fmla="*/ 200025 w 254794"/>
                <a:gd name="connsiteY5" fmla="*/ 214313 h 433388"/>
                <a:gd name="connsiteX6" fmla="*/ 254794 w 254794"/>
                <a:gd name="connsiteY6" fmla="*/ 171450 h 433388"/>
                <a:gd name="connsiteX7" fmla="*/ 228600 w 254794"/>
                <a:gd name="connsiteY7" fmla="*/ 147638 h 433388"/>
                <a:gd name="connsiteX8" fmla="*/ 204788 w 254794"/>
                <a:gd name="connsiteY8" fmla="*/ 119063 h 433388"/>
                <a:gd name="connsiteX9" fmla="*/ 197644 w 254794"/>
                <a:gd name="connsiteY9" fmla="*/ 102394 h 433388"/>
                <a:gd name="connsiteX10" fmla="*/ 185738 w 254794"/>
                <a:gd name="connsiteY10" fmla="*/ 66675 h 433388"/>
                <a:gd name="connsiteX11" fmla="*/ 171450 w 254794"/>
                <a:gd name="connsiteY11" fmla="*/ 95250 h 433388"/>
                <a:gd name="connsiteX12" fmla="*/ 164307 w 254794"/>
                <a:gd name="connsiteY12" fmla="*/ 66675 h 433388"/>
                <a:gd name="connsiteX13" fmla="*/ 169069 w 254794"/>
                <a:gd name="connsiteY13" fmla="*/ 42863 h 433388"/>
                <a:gd name="connsiteX14" fmla="*/ 159544 w 254794"/>
                <a:gd name="connsiteY14" fmla="*/ 11906 h 433388"/>
                <a:gd name="connsiteX15" fmla="*/ 145257 w 254794"/>
                <a:gd name="connsiteY15" fmla="*/ 14288 h 433388"/>
                <a:gd name="connsiteX16" fmla="*/ 138113 w 254794"/>
                <a:gd name="connsiteY16" fmla="*/ 0 h 433388"/>
                <a:gd name="connsiteX17" fmla="*/ 126207 w 254794"/>
                <a:gd name="connsiteY17" fmla="*/ 28575 h 433388"/>
                <a:gd name="connsiteX18" fmla="*/ 140494 w 254794"/>
                <a:gd name="connsiteY18" fmla="*/ 154781 h 433388"/>
                <a:gd name="connsiteX19" fmla="*/ 126207 w 254794"/>
                <a:gd name="connsiteY19" fmla="*/ 147638 h 433388"/>
                <a:gd name="connsiteX20" fmla="*/ 95250 w 254794"/>
                <a:gd name="connsiteY20" fmla="*/ 38100 h 433388"/>
                <a:gd name="connsiteX21" fmla="*/ 83344 w 254794"/>
                <a:gd name="connsiteY21" fmla="*/ 107156 h 433388"/>
                <a:gd name="connsiteX22" fmla="*/ 54769 w 254794"/>
                <a:gd name="connsiteY22" fmla="*/ 71438 h 433388"/>
                <a:gd name="connsiteX23" fmla="*/ 33338 w 254794"/>
                <a:gd name="connsiteY23" fmla="*/ 61913 h 433388"/>
                <a:gd name="connsiteX24" fmla="*/ 73819 w 254794"/>
                <a:gd name="connsiteY24" fmla="*/ 28575 h 433388"/>
                <a:gd name="connsiteX25" fmla="*/ 30957 w 254794"/>
                <a:gd name="connsiteY25" fmla="*/ 42863 h 433388"/>
                <a:gd name="connsiteX26" fmla="*/ 16669 w 254794"/>
                <a:gd name="connsiteY26" fmla="*/ 30956 h 433388"/>
                <a:gd name="connsiteX27" fmla="*/ 0 w 254794"/>
                <a:gd name="connsiteY27" fmla="*/ 59531 h 433388"/>
                <a:gd name="connsiteX28" fmla="*/ 7144 w 254794"/>
                <a:gd name="connsiteY28" fmla="*/ 90488 h 433388"/>
                <a:gd name="connsiteX29" fmla="*/ 26194 w 254794"/>
                <a:gd name="connsiteY29" fmla="*/ 102394 h 433388"/>
                <a:gd name="connsiteX30" fmla="*/ 38100 w 254794"/>
                <a:gd name="connsiteY30" fmla="*/ 138113 h 433388"/>
                <a:gd name="connsiteX31" fmla="*/ 47625 w 254794"/>
                <a:gd name="connsiteY31" fmla="*/ 152400 h 433388"/>
                <a:gd name="connsiteX32" fmla="*/ 23813 w 254794"/>
                <a:gd name="connsiteY32" fmla="*/ 145256 h 433388"/>
                <a:gd name="connsiteX33" fmla="*/ 45244 w 254794"/>
                <a:gd name="connsiteY33" fmla="*/ 202406 h 433388"/>
                <a:gd name="connsiteX34" fmla="*/ 54769 w 254794"/>
                <a:gd name="connsiteY34" fmla="*/ 200025 h 433388"/>
                <a:gd name="connsiteX35" fmla="*/ 54769 w 254794"/>
                <a:gd name="connsiteY35" fmla="*/ 230981 h 433388"/>
                <a:gd name="connsiteX36" fmla="*/ 76200 w 254794"/>
                <a:gd name="connsiteY36" fmla="*/ 245269 h 433388"/>
                <a:gd name="connsiteX37" fmla="*/ 88107 w 254794"/>
                <a:gd name="connsiteY37" fmla="*/ 214313 h 433388"/>
                <a:gd name="connsiteX38" fmla="*/ 85725 w 254794"/>
                <a:gd name="connsiteY38" fmla="*/ 183356 h 433388"/>
                <a:gd name="connsiteX39" fmla="*/ 100013 w 254794"/>
                <a:gd name="connsiteY39" fmla="*/ 164306 h 433388"/>
                <a:gd name="connsiteX40" fmla="*/ 114300 w 254794"/>
                <a:gd name="connsiteY40" fmla="*/ 157163 h 433388"/>
                <a:gd name="connsiteX41" fmla="*/ 116682 w 254794"/>
                <a:gd name="connsiteY41" fmla="*/ 197644 h 433388"/>
                <a:gd name="connsiteX42" fmla="*/ 140494 w 254794"/>
                <a:gd name="connsiteY42" fmla="*/ 173831 h 433388"/>
                <a:gd name="connsiteX43" fmla="*/ 150019 w 254794"/>
                <a:gd name="connsiteY43" fmla="*/ 197644 h 433388"/>
                <a:gd name="connsiteX44" fmla="*/ 164307 w 254794"/>
                <a:gd name="connsiteY44" fmla="*/ 219075 h 433388"/>
                <a:gd name="connsiteX45" fmla="*/ 135732 w 254794"/>
                <a:gd name="connsiteY45" fmla="*/ 233363 h 433388"/>
                <a:gd name="connsiteX46" fmla="*/ 123825 w 254794"/>
                <a:gd name="connsiteY46" fmla="*/ 257175 h 433388"/>
                <a:gd name="connsiteX47" fmla="*/ 102394 w 254794"/>
                <a:gd name="connsiteY47" fmla="*/ 259556 h 433388"/>
                <a:gd name="connsiteX48" fmla="*/ 71438 w 254794"/>
                <a:gd name="connsiteY48" fmla="*/ 273844 h 433388"/>
                <a:gd name="connsiteX49" fmla="*/ 95250 w 254794"/>
                <a:gd name="connsiteY49" fmla="*/ 295275 h 433388"/>
                <a:gd name="connsiteX50" fmla="*/ 126207 w 254794"/>
                <a:gd name="connsiteY50" fmla="*/ 278606 h 433388"/>
                <a:gd name="connsiteX51" fmla="*/ 145257 w 254794"/>
                <a:gd name="connsiteY51" fmla="*/ 269081 h 433388"/>
                <a:gd name="connsiteX52" fmla="*/ 147638 w 254794"/>
                <a:gd name="connsiteY52" fmla="*/ 292894 h 433388"/>
                <a:gd name="connsiteX53" fmla="*/ 121444 w 254794"/>
                <a:gd name="connsiteY53" fmla="*/ 307181 h 433388"/>
                <a:gd name="connsiteX54" fmla="*/ 133350 w 254794"/>
                <a:gd name="connsiteY54" fmla="*/ 319088 h 433388"/>
                <a:gd name="connsiteX55" fmla="*/ 133350 w 254794"/>
                <a:gd name="connsiteY55" fmla="*/ 319088 h 433388"/>
                <a:gd name="connsiteX56" fmla="*/ 78582 w 254794"/>
                <a:gd name="connsiteY56" fmla="*/ 314325 h 433388"/>
                <a:gd name="connsiteX57" fmla="*/ 97632 w 254794"/>
                <a:gd name="connsiteY57" fmla="*/ 350044 h 433388"/>
                <a:gd name="connsiteX58" fmla="*/ 121444 w 254794"/>
                <a:gd name="connsiteY58" fmla="*/ 383381 h 433388"/>
                <a:gd name="connsiteX59" fmla="*/ 145257 w 254794"/>
                <a:gd name="connsiteY59" fmla="*/ 433388 h 43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54794" h="433388">
                  <a:moveTo>
                    <a:pt x="145257" y="433388"/>
                  </a:moveTo>
                  <a:lnTo>
                    <a:pt x="166688" y="316706"/>
                  </a:lnTo>
                  <a:lnTo>
                    <a:pt x="185738" y="297656"/>
                  </a:lnTo>
                  <a:lnTo>
                    <a:pt x="183357" y="266700"/>
                  </a:lnTo>
                  <a:lnTo>
                    <a:pt x="200025" y="245269"/>
                  </a:lnTo>
                  <a:lnTo>
                    <a:pt x="200025" y="214313"/>
                  </a:lnTo>
                  <a:lnTo>
                    <a:pt x="254794" y="171450"/>
                  </a:lnTo>
                  <a:lnTo>
                    <a:pt x="228600" y="147638"/>
                  </a:lnTo>
                  <a:lnTo>
                    <a:pt x="204788" y="119063"/>
                  </a:lnTo>
                  <a:lnTo>
                    <a:pt x="197644" y="102394"/>
                  </a:lnTo>
                  <a:lnTo>
                    <a:pt x="185738" y="66675"/>
                  </a:lnTo>
                  <a:lnTo>
                    <a:pt x="171450" y="95250"/>
                  </a:lnTo>
                  <a:lnTo>
                    <a:pt x="164307" y="66675"/>
                  </a:lnTo>
                  <a:lnTo>
                    <a:pt x="169069" y="42863"/>
                  </a:lnTo>
                  <a:lnTo>
                    <a:pt x="159544" y="11906"/>
                  </a:lnTo>
                  <a:lnTo>
                    <a:pt x="145257" y="14288"/>
                  </a:lnTo>
                  <a:lnTo>
                    <a:pt x="138113" y="0"/>
                  </a:lnTo>
                  <a:lnTo>
                    <a:pt x="126207" y="28575"/>
                  </a:lnTo>
                  <a:lnTo>
                    <a:pt x="140494" y="154781"/>
                  </a:lnTo>
                  <a:lnTo>
                    <a:pt x="126207" y="147638"/>
                  </a:lnTo>
                  <a:lnTo>
                    <a:pt x="95250" y="38100"/>
                  </a:lnTo>
                  <a:lnTo>
                    <a:pt x="83344" y="107156"/>
                  </a:lnTo>
                  <a:lnTo>
                    <a:pt x="54769" y="71438"/>
                  </a:lnTo>
                  <a:lnTo>
                    <a:pt x="33338" y="61913"/>
                  </a:lnTo>
                  <a:lnTo>
                    <a:pt x="73819" y="28575"/>
                  </a:lnTo>
                  <a:lnTo>
                    <a:pt x="30957" y="42863"/>
                  </a:lnTo>
                  <a:lnTo>
                    <a:pt x="16669" y="30956"/>
                  </a:lnTo>
                  <a:lnTo>
                    <a:pt x="0" y="59531"/>
                  </a:lnTo>
                  <a:lnTo>
                    <a:pt x="7144" y="90488"/>
                  </a:lnTo>
                  <a:lnTo>
                    <a:pt x="26194" y="102394"/>
                  </a:lnTo>
                  <a:lnTo>
                    <a:pt x="38100" y="138113"/>
                  </a:lnTo>
                  <a:lnTo>
                    <a:pt x="47625" y="152400"/>
                  </a:lnTo>
                  <a:lnTo>
                    <a:pt x="23813" y="145256"/>
                  </a:lnTo>
                  <a:lnTo>
                    <a:pt x="45244" y="202406"/>
                  </a:lnTo>
                  <a:lnTo>
                    <a:pt x="54769" y="200025"/>
                  </a:lnTo>
                  <a:lnTo>
                    <a:pt x="54769" y="230981"/>
                  </a:lnTo>
                  <a:lnTo>
                    <a:pt x="76200" y="245269"/>
                  </a:lnTo>
                  <a:lnTo>
                    <a:pt x="88107" y="214313"/>
                  </a:lnTo>
                  <a:lnTo>
                    <a:pt x="85725" y="183356"/>
                  </a:lnTo>
                  <a:lnTo>
                    <a:pt x="100013" y="164306"/>
                  </a:lnTo>
                  <a:lnTo>
                    <a:pt x="114300" y="157163"/>
                  </a:lnTo>
                  <a:lnTo>
                    <a:pt x="116682" y="197644"/>
                  </a:lnTo>
                  <a:lnTo>
                    <a:pt x="140494" y="173831"/>
                  </a:lnTo>
                  <a:lnTo>
                    <a:pt x="150019" y="197644"/>
                  </a:lnTo>
                  <a:lnTo>
                    <a:pt x="164307" y="219075"/>
                  </a:lnTo>
                  <a:lnTo>
                    <a:pt x="135732" y="233363"/>
                  </a:lnTo>
                  <a:lnTo>
                    <a:pt x="123825" y="257175"/>
                  </a:lnTo>
                  <a:lnTo>
                    <a:pt x="102394" y="259556"/>
                  </a:lnTo>
                  <a:lnTo>
                    <a:pt x="71438" y="273844"/>
                  </a:lnTo>
                  <a:lnTo>
                    <a:pt x="95250" y="295275"/>
                  </a:lnTo>
                  <a:lnTo>
                    <a:pt x="126207" y="278606"/>
                  </a:lnTo>
                  <a:lnTo>
                    <a:pt x="145257" y="269081"/>
                  </a:lnTo>
                  <a:lnTo>
                    <a:pt x="147638" y="292894"/>
                  </a:lnTo>
                  <a:lnTo>
                    <a:pt x="121444" y="307181"/>
                  </a:lnTo>
                  <a:lnTo>
                    <a:pt x="133350" y="319088"/>
                  </a:lnTo>
                  <a:lnTo>
                    <a:pt x="133350" y="319088"/>
                  </a:lnTo>
                  <a:lnTo>
                    <a:pt x="78582" y="314325"/>
                  </a:lnTo>
                  <a:lnTo>
                    <a:pt x="97632" y="350044"/>
                  </a:lnTo>
                  <a:lnTo>
                    <a:pt x="121444" y="383381"/>
                  </a:lnTo>
                  <a:lnTo>
                    <a:pt x="145257" y="433388"/>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1" name="Freeform: Shape 214">
              <a:extLst>
                <a:ext uri="{FF2B5EF4-FFF2-40B4-BE49-F238E27FC236}">
                  <a16:creationId xmlns:a16="http://schemas.microsoft.com/office/drawing/2014/main" id="{558DDA2E-A8A5-4488-B496-54F61E9101FA}"/>
                </a:ext>
              </a:extLst>
            </p:cNvPr>
            <p:cNvSpPr/>
            <p:nvPr/>
          </p:nvSpPr>
          <p:spPr bwMode="auto">
            <a:xfrm>
              <a:off x="4810125" y="1490663"/>
              <a:ext cx="83344" cy="104775"/>
            </a:xfrm>
            <a:custGeom>
              <a:avLst/>
              <a:gdLst>
                <a:gd name="connsiteX0" fmla="*/ 0 w 83344"/>
                <a:gd name="connsiteY0" fmla="*/ 4762 h 104775"/>
                <a:gd name="connsiteX1" fmla="*/ 0 w 83344"/>
                <a:gd name="connsiteY1" fmla="*/ 83343 h 104775"/>
                <a:gd name="connsiteX2" fmla="*/ 40481 w 83344"/>
                <a:gd name="connsiteY2" fmla="*/ 66675 h 104775"/>
                <a:gd name="connsiteX3" fmla="*/ 40481 w 83344"/>
                <a:gd name="connsiteY3" fmla="*/ 104775 h 104775"/>
                <a:gd name="connsiteX4" fmla="*/ 83344 w 83344"/>
                <a:gd name="connsiteY4" fmla="*/ 52387 h 104775"/>
                <a:gd name="connsiteX5" fmla="*/ 78581 w 83344"/>
                <a:gd name="connsiteY5" fmla="*/ 33337 h 104775"/>
                <a:gd name="connsiteX6" fmla="*/ 45244 w 83344"/>
                <a:gd name="connsiteY6" fmla="*/ 35718 h 104775"/>
                <a:gd name="connsiteX7" fmla="*/ 61913 w 83344"/>
                <a:gd name="connsiteY7" fmla="*/ 0 h 104775"/>
                <a:gd name="connsiteX8" fmla="*/ 0 w 83344"/>
                <a:gd name="connsiteY8" fmla="*/ 4762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44" h="104775">
                  <a:moveTo>
                    <a:pt x="0" y="4762"/>
                  </a:moveTo>
                  <a:lnTo>
                    <a:pt x="0" y="83343"/>
                  </a:lnTo>
                  <a:lnTo>
                    <a:pt x="40481" y="66675"/>
                  </a:lnTo>
                  <a:lnTo>
                    <a:pt x="40481" y="104775"/>
                  </a:lnTo>
                  <a:lnTo>
                    <a:pt x="83344" y="52387"/>
                  </a:lnTo>
                  <a:lnTo>
                    <a:pt x="78581" y="33337"/>
                  </a:lnTo>
                  <a:lnTo>
                    <a:pt x="45244" y="35718"/>
                  </a:lnTo>
                  <a:lnTo>
                    <a:pt x="61913" y="0"/>
                  </a:lnTo>
                  <a:lnTo>
                    <a:pt x="0" y="4762"/>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2" name="Rectangle 215">
              <a:extLst>
                <a:ext uri="{FF2B5EF4-FFF2-40B4-BE49-F238E27FC236}">
                  <a16:creationId xmlns:a16="http://schemas.microsoft.com/office/drawing/2014/main" id="{5C78D329-4D42-412F-BB9F-6315A35088B2}"/>
                </a:ext>
              </a:extLst>
            </p:cNvPr>
            <p:cNvSpPr/>
            <p:nvPr/>
          </p:nvSpPr>
          <p:spPr bwMode="auto">
            <a:xfrm>
              <a:off x="4798932" y="1440656"/>
              <a:ext cx="45719" cy="45719"/>
            </a:xfrm>
            <a:custGeom>
              <a:avLst/>
              <a:gdLst>
                <a:gd name="connsiteX0" fmla="*/ 0 w 45719"/>
                <a:gd name="connsiteY0" fmla="*/ 0 h 45719"/>
                <a:gd name="connsiteX1" fmla="*/ 45719 w 45719"/>
                <a:gd name="connsiteY1" fmla="*/ 0 h 45719"/>
                <a:gd name="connsiteX2" fmla="*/ 45719 w 45719"/>
                <a:gd name="connsiteY2" fmla="*/ 45719 h 45719"/>
                <a:gd name="connsiteX3" fmla="*/ 0 w 45719"/>
                <a:gd name="connsiteY3" fmla="*/ 45719 h 45719"/>
                <a:gd name="connsiteX4" fmla="*/ 0 w 45719"/>
                <a:gd name="connsiteY4" fmla="*/ 0 h 45719"/>
                <a:gd name="connsiteX0" fmla="*/ 0 w 45719"/>
                <a:gd name="connsiteY0" fmla="*/ 0 h 45719"/>
                <a:gd name="connsiteX1" fmla="*/ 45719 w 45719"/>
                <a:gd name="connsiteY1" fmla="*/ 0 h 45719"/>
                <a:gd name="connsiteX2" fmla="*/ 29050 w 45719"/>
                <a:gd name="connsiteY2" fmla="*/ 24288 h 45719"/>
                <a:gd name="connsiteX3" fmla="*/ 0 w 45719"/>
                <a:gd name="connsiteY3" fmla="*/ 45719 h 45719"/>
                <a:gd name="connsiteX4" fmla="*/ 0 w 4571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19" h="45719">
                  <a:moveTo>
                    <a:pt x="0" y="0"/>
                  </a:moveTo>
                  <a:lnTo>
                    <a:pt x="45719" y="0"/>
                  </a:lnTo>
                  <a:lnTo>
                    <a:pt x="29050" y="24288"/>
                  </a:lnTo>
                  <a:lnTo>
                    <a:pt x="0" y="45719"/>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3" name="Freeform: Shape 216">
              <a:extLst>
                <a:ext uri="{FF2B5EF4-FFF2-40B4-BE49-F238E27FC236}">
                  <a16:creationId xmlns:a16="http://schemas.microsoft.com/office/drawing/2014/main" id="{EA1D1BD6-CA6D-412F-A8BF-EAD5287CE3FC}"/>
                </a:ext>
              </a:extLst>
            </p:cNvPr>
            <p:cNvSpPr/>
            <p:nvPr/>
          </p:nvSpPr>
          <p:spPr bwMode="auto">
            <a:xfrm>
              <a:off x="6738938" y="1340644"/>
              <a:ext cx="138112" cy="173831"/>
            </a:xfrm>
            <a:custGeom>
              <a:avLst/>
              <a:gdLst>
                <a:gd name="connsiteX0" fmla="*/ 0 w 138112"/>
                <a:gd name="connsiteY0" fmla="*/ 173831 h 173831"/>
                <a:gd name="connsiteX1" fmla="*/ 0 w 138112"/>
                <a:gd name="connsiteY1" fmla="*/ 173831 h 173831"/>
                <a:gd name="connsiteX2" fmla="*/ 88106 w 138112"/>
                <a:gd name="connsiteY2" fmla="*/ 145256 h 173831"/>
                <a:gd name="connsiteX3" fmla="*/ 138112 w 138112"/>
                <a:gd name="connsiteY3" fmla="*/ 83344 h 173831"/>
                <a:gd name="connsiteX4" fmla="*/ 107156 w 138112"/>
                <a:gd name="connsiteY4" fmla="*/ 47625 h 173831"/>
                <a:gd name="connsiteX5" fmla="*/ 85725 w 138112"/>
                <a:gd name="connsiteY5" fmla="*/ 33337 h 173831"/>
                <a:gd name="connsiteX6" fmla="*/ 76200 w 138112"/>
                <a:gd name="connsiteY6" fmla="*/ 0 h 173831"/>
                <a:gd name="connsiteX7" fmla="*/ 45243 w 138112"/>
                <a:gd name="connsiteY7" fmla="*/ 28575 h 173831"/>
                <a:gd name="connsiteX8" fmla="*/ 40481 w 138112"/>
                <a:gd name="connsiteY8" fmla="*/ 66675 h 173831"/>
                <a:gd name="connsiteX9" fmla="*/ 0 w 138112"/>
                <a:gd name="connsiteY9" fmla="*/ 173831 h 17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112" h="173831">
                  <a:moveTo>
                    <a:pt x="0" y="173831"/>
                  </a:moveTo>
                  <a:lnTo>
                    <a:pt x="0" y="173831"/>
                  </a:lnTo>
                  <a:lnTo>
                    <a:pt x="88106" y="145256"/>
                  </a:lnTo>
                  <a:lnTo>
                    <a:pt x="138112" y="83344"/>
                  </a:lnTo>
                  <a:lnTo>
                    <a:pt x="107156" y="47625"/>
                  </a:lnTo>
                  <a:lnTo>
                    <a:pt x="85725" y="33337"/>
                  </a:lnTo>
                  <a:lnTo>
                    <a:pt x="76200" y="0"/>
                  </a:lnTo>
                  <a:lnTo>
                    <a:pt x="45243" y="28575"/>
                  </a:lnTo>
                  <a:lnTo>
                    <a:pt x="40481" y="66675"/>
                  </a:lnTo>
                  <a:lnTo>
                    <a:pt x="0" y="173831"/>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4" name="Freeform: Shape 217">
              <a:extLst>
                <a:ext uri="{FF2B5EF4-FFF2-40B4-BE49-F238E27FC236}">
                  <a16:creationId xmlns:a16="http://schemas.microsoft.com/office/drawing/2014/main" id="{8B460D0E-A1C8-47D0-9FC9-18336C5D1AF3}"/>
                </a:ext>
              </a:extLst>
            </p:cNvPr>
            <p:cNvSpPr/>
            <p:nvPr/>
          </p:nvSpPr>
          <p:spPr bwMode="auto">
            <a:xfrm>
              <a:off x="6550819" y="1045369"/>
              <a:ext cx="157162" cy="192881"/>
            </a:xfrm>
            <a:custGeom>
              <a:avLst/>
              <a:gdLst>
                <a:gd name="connsiteX0" fmla="*/ 150019 w 157162"/>
                <a:gd name="connsiteY0" fmla="*/ 166687 h 192881"/>
                <a:gd name="connsiteX1" fmla="*/ 142875 w 157162"/>
                <a:gd name="connsiteY1" fmla="*/ 116681 h 192881"/>
                <a:gd name="connsiteX2" fmla="*/ 157162 w 157162"/>
                <a:gd name="connsiteY2" fmla="*/ 85725 h 192881"/>
                <a:gd name="connsiteX3" fmla="*/ 130969 w 157162"/>
                <a:gd name="connsiteY3" fmla="*/ 54769 h 192881"/>
                <a:gd name="connsiteX4" fmla="*/ 102394 w 157162"/>
                <a:gd name="connsiteY4" fmla="*/ 0 h 192881"/>
                <a:gd name="connsiteX5" fmla="*/ 61912 w 157162"/>
                <a:gd name="connsiteY5" fmla="*/ 45244 h 192881"/>
                <a:gd name="connsiteX6" fmla="*/ 30956 w 157162"/>
                <a:gd name="connsiteY6" fmla="*/ 73819 h 192881"/>
                <a:gd name="connsiteX7" fmla="*/ 57150 w 157162"/>
                <a:gd name="connsiteY7" fmla="*/ 92869 h 192881"/>
                <a:gd name="connsiteX8" fmla="*/ 38100 w 157162"/>
                <a:gd name="connsiteY8" fmla="*/ 123825 h 192881"/>
                <a:gd name="connsiteX9" fmla="*/ 0 w 157162"/>
                <a:gd name="connsiteY9" fmla="*/ 157162 h 192881"/>
                <a:gd name="connsiteX10" fmla="*/ 23812 w 157162"/>
                <a:gd name="connsiteY10" fmla="*/ 173831 h 192881"/>
                <a:gd name="connsiteX11" fmla="*/ 57150 w 157162"/>
                <a:gd name="connsiteY11" fmla="*/ 192881 h 192881"/>
                <a:gd name="connsiteX12" fmla="*/ 150019 w 157162"/>
                <a:gd name="connsiteY12" fmla="*/ 166687 h 19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7162" h="192881">
                  <a:moveTo>
                    <a:pt x="150019" y="166687"/>
                  </a:moveTo>
                  <a:lnTo>
                    <a:pt x="142875" y="116681"/>
                  </a:lnTo>
                  <a:lnTo>
                    <a:pt x="157162" y="85725"/>
                  </a:lnTo>
                  <a:lnTo>
                    <a:pt x="130969" y="54769"/>
                  </a:lnTo>
                  <a:lnTo>
                    <a:pt x="102394" y="0"/>
                  </a:lnTo>
                  <a:lnTo>
                    <a:pt x="61912" y="45244"/>
                  </a:lnTo>
                  <a:lnTo>
                    <a:pt x="30956" y="73819"/>
                  </a:lnTo>
                  <a:lnTo>
                    <a:pt x="57150" y="92869"/>
                  </a:lnTo>
                  <a:lnTo>
                    <a:pt x="38100" y="123825"/>
                  </a:lnTo>
                  <a:lnTo>
                    <a:pt x="0" y="157162"/>
                  </a:lnTo>
                  <a:lnTo>
                    <a:pt x="23812" y="173831"/>
                  </a:lnTo>
                  <a:lnTo>
                    <a:pt x="57150" y="192881"/>
                  </a:lnTo>
                  <a:lnTo>
                    <a:pt x="150019" y="166687"/>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5" name="Freeform: Shape 218">
              <a:extLst>
                <a:ext uri="{FF2B5EF4-FFF2-40B4-BE49-F238E27FC236}">
                  <a16:creationId xmlns:a16="http://schemas.microsoft.com/office/drawing/2014/main" id="{5216EB01-B7BE-4FCB-8337-E0E9326AA69A}"/>
                </a:ext>
              </a:extLst>
            </p:cNvPr>
            <p:cNvSpPr/>
            <p:nvPr/>
          </p:nvSpPr>
          <p:spPr bwMode="auto">
            <a:xfrm>
              <a:off x="6598444" y="1228725"/>
              <a:ext cx="171450" cy="190500"/>
            </a:xfrm>
            <a:custGeom>
              <a:avLst/>
              <a:gdLst>
                <a:gd name="connsiteX0" fmla="*/ 0 w 171450"/>
                <a:gd name="connsiteY0" fmla="*/ 80963 h 190500"/>
                <a:gd name="connsiteX1" fmla="*/ 40481 w 171450"/>
                <a:gd name="connsiteY1" fmla="*/ 147638 h 190500"/>
                <a:gd name="connsiteX2" fmla="*/ 69056 w 171450"/>
                <a:gd name="connsiteY2" fmla="*/ 133350 h 190500"/>
                <a:gd name="connsiteX3" fmla="*/ 85725 w 171450"/>
                <a:gd name="connsiteY3" fmla="*/ 161925 h 190500"/>
                <a:gd name="connsiteX4" fmla="*/ 116681 w 171450"/>
                <a:gd name="connsiteY4" fmla="*/ 178594 h 190500"/>
                <a:gd name="connsiteX5" fmla="*/ 150019 w 171450"/>
                <a:gd name="connsiteY5" fmla="*/ 190500 h 190500"/>
                <a:gd name="connsiteX6" fmla="*/ 159544 w 171450"/>
                <a:gd name="connsiteY6" fmla="*/ 166688 h 190500"/>
                <a:gd name="connsiteX7" fmla="*/ 133350 w 171450"/>
                <a:gd name="connsiteY7" fmla="*/ 109538 h 190500"/>
                <a:gd name="connsiteX8" fmla="*/ 159544 w 171450"/>
                <a:gd name="connsiteY8" fmla="*/ 114300 h 190500"/>
                <a:gd name="connsiteX9" fmla="*/ 171450 w 171450"/>
                <a:gd name="connsiteY9" fmla="*/ 45244 h 190500"/>
                <a:gd name="connsiteX10" fmla="*/ 142875 w 171450"/>
                <a:gd name="connsiteY10" fmla="*/ 4763 h 190500"/>
                <a:gd name="connsiteX11" fmla="*/ 119062 w 171450"/>
                <a:gd name="connsiteY11" fmla="*/ 64294 h 190500"/>
                <a:gd name="connsiteX12" fmla="*/ 90487 w 171450"/>
                <a:gd name="connsiteY12" fmla="*/ 71438 h 190500"/>
                <a:gd name="connsiteX13" fmla="*/ 111919 w 171450"/>
                <a:gd name="connsiteY13" fmla="*/ 19050 h 190500"/>
                <a:gd name="connsiteX14" fmla="*/ 109537 w 171450"/>
                <a:gd name="connsiteY14" fmla="*/ 0 h 190500"/>
                <a:gd name="connsiteX15" fmla="*/ 52387 w 171450"/>
                <a:gd name="connsiteY15" fmla="*/ 7144 h 190500"/>
                <a:gd name="connsiteX16" fmla="*/ 0 w 171450"/>
                <a:gd name="connsiteY16" fmla="*/ 809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190500">
                  <a:moveTo>
                    <a:pt x="0" y="80963"/>
                  </a:moveTo>
                  <a:lnTo>
                    <a:pt x="40481" y="147638"/>
                  </a:lnTo>
                  <a:lnTo>
                    <a:pt x="69056" y="133350"/>
                  </a:lnTo>
                  <a:lnTo>
                    <a:pt x="85725" y="161925"/>
                  </a:lnTo>
                  <a:lnTo>
                    <a:pt x="116681" y="178594"/>
                  </a:lnTo>
                  <a:lnTo>
                    <a:pt x="150019" y="190500"/>
                  </a:lnTo>
                  <a:lnTo>
                    <a:pt x="159544" y="166688"/>
                  </a:lnTo>
                  <a:lnTo>
                    <a:pt x="133350" y="109538"/>
                  </a:lnTo>
                  <a:lnTo>
                    <a:pt x="159544" y="114300"/>
                  </a:lnTo>
                  <a:lnTo>
                    <a:pt x="171450" y="45244"/>
                  </a:lnTo>
                  <a:lnTo>
                    <a:pt x="142875" y="4763"/>
                  </a:lnTo>
                  <a:lnTo>
                    <a:pt x="119062" y="64294"/>
                  </a:lnTo>
                  <a:lnTo>
                    <a:pt x="90487" y="71438"/>
                  </a:lnTo>
                  <a:lnTo>
                    <a:pt x="111919" y="19050"/>
                  </a:lnTo>
                  <a:lnTo>
                    <a:pt x="109537" y="0"/>
                  </a:lnTo>
                  <a:lnTo>
                    <a:pt x="52387" y="7144"/>
                  </a:lnTo>
                  <a:lnTo>
                    <a:pt x="0" y="80963"/>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6" name="Freeform: Shape 219">
              <a:extLst>
                <a:ext uri="{FF2B5EF4-FFF2-40B4-BE49-F238E27FC236}">
                  <a16:creationId xmlns:a16="http://schemas.microsoft.com/office/drawing/2014/main" id="{85CF9B94-52E5-4139-A1A1-F80E70303021}"/>
                </a:ext>
              </a:extLst>
            </p:cNvPr>
            <p:cNvSpPr/>
            <p:nvPr/>
          </p:nvSpPr>
          <p:spPr bwMode="auto">
            <a:xfrm>
              <a:off x="6548438" y="1233488"/>
              <a:ext cx="61912" cy="64293"/>
            </a:xfrm>
            <a:custGeom>
              <a:avLst/>
              <a:gdLst>
                <a:gd name="connsiteX0" fmla="*/ 0 w 61912"/>
                <a:gd name="connsiteY0" fmla="*/ 0 h 64293"/>
                <a:gd name="connsiteX1" fmla="*/ 61912 w 61912"/>
                <a:gd name="connsiteY1" fmla="*/ 30956 h 64293"/>
                <a:gd name="connsiteX2" fmla="*/ 35718 w 61912"/>
                <a:gd name="connsiteY2" fmla="*/ 64293 h 64293"/>
                <a:gd name="connsiteX3" fmla="*/ 0 w 61912"/>
                <a:gd name="connsiteY3" fmla="*/ 0 h 64293"/>
              </a:gdLst>
              <a:ahLst/>
              <a:cxnLst>
                <a:cxn ang="0">
                  <a:pos x="connsiteX0" y="connsiteY0"/>
                </a:cxn>
                <a:cxn ang="0">
                  <a:pos x="connsiteX1" y="connsiteY1"/>
                </a:cxn>
                <a:cxn ang="0">
                  <a:pos x="connsiteX2" y="connsiteY2"/>
                </a:cxn>
                <a:cxn ang="0">
                  <a:pos x="connsiteX3" y="connsiteY3"/>
                </a:cxn>
              </a:cxnLst>
              <a:rect l="l" t="t" r="r" b="b"/>
              <a:pathLst>
                <a:path w="61912" h="64293">
                  <a:moveTo>
                    <a:pt x="0" y="0"/>
                  </a:moveTo>
                  <a:lnTo>
                    <a:pt x="61912" y="30956"/>
                  </a:lnTo>
                  <a:lnTo>
                    <a:pt x="35718" y="64293"/>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7" name="Freeform: Shape 220">
              <a:extLst>
                <a:ext uri="{FF2B5EF4-FFF2-40B4-BE49-F238E27FC236}">
                  <a16:creationId xmlns:a16="http://schemas.microsoft.com/office/drawing/2014/main" id="{F6BE22B4-A513-4CBB-A122-6B79F39A8FDC}"/>
                </a:ext>
              </a:extLst>
            </p:cNvPr>
            <p:cNvSpPr/>
            <p:nvPr/>
          </p:nvSpPr>
          <p:spPr bwMode="auto">
            <a:xfrm>
              <a:off x="5829300" y="1062038"/>
              <a:ext cx="90488" cy="104775"/>
            </a:xfrm>
            <a:custGeom>
              <a:avLst/>
              <a:gdLst>
                <a:gd name="connsiteX0" fmla="*/ 38100 w 90488"/>
                <a:gd name="connsiteY0" fmla="*/ 104775 h 104775"/>
                <a:gd name="connsiteX1" fmla="*/ 90488 w 90488"/>
                <a:gd name="connsiteY1" fmla="*/ 33337 h 104775"/>
                <a:gd name="connsiteX2" fmla="*/ 57150 w 90488"/>
                <a:gd name="connsiteY2" fmla="*/ 0 h 104775"/>
                <a:gd name="connsiteX3" fmla="*/ 30956 w 90488"/>
                <a:gd name="connsiteY3" fmla="*/ 38100 h 104775"/>
                <a:gd name="connsiteX4" fmla="*/ 0 w 90488"/>
                <a:gd name="connsiteY4" fmla="*/ 54768 h 104775"/>
                <a:gd name="connsiteX5" fmla="*/ 38100 w 90488"/>
                <a:gd name="connsiteY5" fmla="*/ 104775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488" h="104775">
                  <a:moveTo>
                    <a:pt x="38100" y="104775"/>
                  </a:moveTo>
                  <a:lnTo>
                    <a:pt x="90488" y="33337"/>
                  </a:lnTo>
                  <a:lnTo>
                    <a:pt x="57150" y="0"/>
                  </a:lnTo>
                  <a:lnTo>
                    <a:pt x="30956" y="38100"/>
                  </a:lnTo>
                  <a:lnTo>
                    <a:pt x="0" y="54768"/>
                  </a:lnTo>
                  <a:lnTo>
                    <a:pt x="38100" y="104775"/>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8" name="Freeform: Shape 221">
              <a:extLst>
                <a:ext uri="{FF2B5EF4-FFF2-40B4-BE49-F238E27FC236}">
                  <a16:creationId xmlns:a16="http://schemas.microsoft.com/office/drawing/2014/main" id="{70000532-52D6-4FC6-9E24-6DB4FA5452C7}"/>
                </a:ext>
              </a:extLst>
            </p:cNvPr>
            <p:cNvSpPr/>
            <p:nvPr/>
          </p:nvSpPr>
          <p:spPr bwMode="auto">
            <a:xfrm>
              <a:off x="5755481" y="1119188"/>
              <a:ext cx="64294" cy="71437"/>
            </a:xfrm>
            <a:custGeom>
              <a:avLst/>
              <a:gdLst>
                <a:gd name="connsiteX0" fmla="*/ 16669 w 57150"/>
                <a:gd name="connsiteY0" fmla="*/ 0 h 71437"/>
                <a:gd name="connsiteX1" fmla="*/ 0 w 57150"/>
                <a:gd name="connsiteY1" fmla="*/ 52387 h 71437"/>
                <a:gd name="connsiteX2" fmla="*/ 45244 w 57150"/>
                <a:gd name="connsiteY2" fmla="*/ 71437 h 71437"/>
                <a:gd name="connsiteX3" fmla="*/ 57150 w 57150"/>
                <a:gd name="connsiteY3" fmla="*/ 38100 h 71437"/>
                <a:gd name="connsiteX4" fmla="*/ 16669 w 57150"/>
                <a:gd name="connsiteY4" fmla="*/ 0 h 71437"/>
                <a:gd name="connsiteX0" fmla="*/ 16669 w 57150"/>
                <a:gd name="connsiteY0" fmla="*/ 0 h 71437"/>
                <a:gd name="connsiteX1" fmla="*/ 0 w 57150"/>
                <a:gd name="connsiteY1" fmla="*/ 52387 h 71437"/>
                <a:gd name="connsiteX2" fmla="*/ 45244 w 57150"/>
                <a:gd name="connsiteY2" fmla="*/ 71437 h 71437"/>
                <a:gd name="connsiteX3" fmla="*/ 57150 w 57150"/>
                <a:gd name="connsiteY3" fmla="*/ 38100 h 71437"/>
                <a:gd name="connsiteX4" fmla="*/ 35719 w 57150"/>
                <a:gd name="connsiteY4" fmla="*/ 21431 h 71437"/>
                <a:gd name="connsiteX5" fmla="*/ 16669 w 57150"/>
                <a:gd name="connsiteY5" fmla="*/ 0 h 71437"/>
                <a:gd name="connsiteX0" fmla="*/ 16669 w 64294"/>
                <a:gd name="connsiteY0" fmla="*/ 0 h 71437"/>
                <a:gd name="connsiteX1" fmla="*/ 0 w 64294"/>
                <a:gd name="connsiteY1" fmla="*/ 52387 h 71437"/>
                <a:gd name="connsiteX2" fmla="*/ 45244 w 64294"/>
                <a:gd name="connsiteY2" fmla="*/ 71437 h 71437"/>
                <a:gd name="connsiteX3" fmla="*/ 57150 w 64294"/>
                <a:gd name="connsiteY3" fmla="*/ 38100 h 71437"/>
                <a:gd name="connsiteX4" fmla="*/ 64294 w 64294"/>
                <a:gd name="connsiteY4" fmla="*/ 14288 h 71437"/>
                <a:gd name="connsiteX5" fmla="*/ 16669 w 64294"/>
                <a:gd name="connsiteY5" fmla="*/ 0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94" h="71437">
                  <a:moveTo>
                    <a:pt x="16669" y="0"/>
                  </a:moveTo>
                  <a:lnTo>
                    <a:pt x="0" y="52387"/>
                  </a:lnTo>
                  <a:lnTo>
                    <a:pt x="45244" y="71437"/>
                  </a:lnTo>
                  <a:lnTo>
                    <a:pt x="57150" y="38100"/>
                  </a:lnTo>
                  <a:lnTo>
                    <a:pt x="64294" y="14288"/>
                  </a:lnTo>
                  <a:lnTo>
                    <a:pt x="16669"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69" name="Freeform: Shape 222">
              <a:extLst>
                <a:ext uri="{FF2B5EF4-FFF2-40B4-BE49-F238E27FC236}">
                  <a16:creationId xmlns:a16="http://schemas.microsoft.com/office/drawing/2014/main" id="{A0F5FA89-4CF6-4714-A666-9361B4EDADFD}"/>
                </a:ext>
              </a:extLst>
            </p:cNvPr>
            <p:cNvSpPr/>
            <p:nvPr/>
          </p:nvSpPr>
          <p:spPr bwMode="auto">
            <a:xfrm>
              <a:off x="5398294" y="1119188"/>
              <a:ext cx="90487" cy="61913"/>
            </a:xfrm>
            <a:custGeom>
              <a:avLst/>
              <a:gdLst>
                <a:gd name="connsiteX0" fmla="*/ 0 w 90487"/>
                <a:gd name="connsiteY0" fmla="*/ 33337 h 33337"/>
                <a:gd name="connsiteX1" fmla="*/ 69056 w 90487"/>
                <a:gd name="connsiteY1" fmla="*/ 0 h 33337"/>
                <a:gd name="connsiteX2" fmla="*/ 90487 w 90487"/>
                <a:gd name="connsiteY2" fmla="*/ 30956 h 33337"/>
                <a:gd name="connsiteX3" fmla="*/ 64294 w 90487"/>
                <a:gd name="connsiteY3" fmla="*/ 30956 h 33337"/>
                <a:gd name="connsiteX4" fmla="*/ 0 w 90487"/>
                <a:gd name="connsiteY4" fmla="*/ 33337 h 33337"/>
                <a:gd name="connsiteX0" fmla="*/ 0 w 90487"/>
                <a:gd name="connsiteY0" fmla="*/ 33337 h 33337"/>
                <a:gd name="connsiteX1" fmla="*/ 69056 w 90487"/>
                <a:gd name="connsiteY1" fmla="*/ 0 h 33337"/>
                <a:gd name="connsiteX2" fmla="*/ 90487 w 90487"/>
                <a:gd name="connsiteY2" fmla="*/ 30956 h 33337"/>
                <a:gd name="connsiteX3" fmla="*/ 64294 w 90487"/>
                <a:gd name="connsiteY3" fmla="*/ 30956 h 33337"/>
                <a:gd name="connsiteX4" fmla="*/ 40481 w 90487"/>
                <a:gd name="connsiteY4" fmla="*/ 30956 h 33337"/>
                <a:gd name="connsiteX5" fmla="*/ 0 w 90487"/>
                <a:gd name="connsiteY5" fmla="*/ 33337 h 33337"/>
                <a:gd name="connsiteX0" fmla="*/ 0 w 90487"/>
                <a:gd name="connsiteY0" fmla="*/ 33337 h 61913"/>
                <a:gd name="connsiteX1" fmla="*/ 69056 w 90487"/>
                <a:gd name="connsiteY1" fmla="*/ 0 h 61913"/>
                <a:gd name="connsiteX2" fmla="*/ 90487 w 90487"/>
                <a:gd name="connsiteY2" fmla="*/ 30956 h 61913"/>
                <a:gd name="connsiteX3" fmla="*/ 64294 w 90487"/>
                <a:gd name="connsiteY3" fmla="*/ 30956 h 61913"/>
                <a:gd name="connsiteX4" fmla="*/ 40481 w 90487"/>
                <a:gd name="connsiteY4" fmla="*/ 61913 h 61913"/>
                <a:gd name="connsiteX5" fmla="*/ 0 w 90487"/>
                <a:gd name="connsiteY5" fmla="*/ 33337 h 61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487" h="61913">
                  <a:moveTo>
                    <a:pt x="0" y="33337"/>
                  </a:moveTo>
                  <a:lnTo>
                    <a:pt x="69056" y="0"/>
                  </a:lnTo>
                  <a:lnTo>
                    <a:pt x="90487" y="30956"/>
                  </a:lnTo>
                  <a:lnTo>
                    <a:pt x="64294" y="30956"/>
                  </a:lnTo>
                  <a:lnTo>
                    <a:pt x="40481" y="61913"/>
                  </a:lnTo>
                  <a:lnTo>
                    <a:pt x="0" y="33337"/>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0" name="Freeform: Shape 1055">
              <a:extLst>
                <a:ext uri="{FF2B5EF4-FFF2-40B4-BE49-F238E27FC236}">
                  <a16:creationId xmlns:a16="http://schemas.microsoft.com/office/drawing/2014/main" id="{6588243A-ACFB-4C07-9C7A-3750AE20D102}"/>
                </a:ext>
              </a:extLst>
            </p:cNvPr>
            <p:cNvSpPr/>
            <p:nvPr/>
          </p:nvSpPr>
          <p:spPr bwMode="auto">
            <a:xfrm>
              <a:off x="5457825" y="1102519"/>
              <a:ext cx="109538" cy="140494"/>
            </a:xfrm>
            <a:custGeom>
              <a:avLst/>
              <a:gdLst>
                <a:gd name="connsiteX0" fmla="*/ 78581 w 109538"/>
                <a:gd name="connsiteY0" fmla="*/ 0 h 140494"/>
                <a:gd name="connsiteX1" fmla="*/ 109538 w 109538"/>
                <a:gd name="connsiteY1" fmla="*/ 42862 h 140494"/>
                <a:gd name="connsiteX2" fmla="*/ 95250 w 109538"/>
                <a:gd name="connsiteY2" fmla="*/ 71437 h 140494"/>
                <a:gd name="connsiteX3" fmla="*/ 71438 w 109538"/>
                <a:gd name="connsiteY3" fmla="*/ 64294 h 140494"/>
                <a:gd name="connsiteX4" fmla="*/ 61913 w 109538"/>
                <a:gd name="connsiteY4" fmla="*/ 78581 h 140494"/>
                <a:gd name="connsiteX5" fmla="*/ 33338 w 109538"/>
                <a:gd name="connsiteY5" fmla="*/ 95250 h 140494"/>
                <a:gd name="connsiteX6" fmla="*/ 35719 w 109538"/>
                <a:gd name="connsiteY6" fmla="*/ 121444 h 140494"/>
                <a:gd name="connsiteX7" fmla="*/ 19050 w 109538"/>
                <a:gd name="connsiteY7" fmla="*/ 140494 h 140494"/>
                <a:gd name="connsiteX8" fmla="*/ 0 w 109538"/>
                <a:gd name="connsiteY8" fmla="*/ 116681 h 140494"/>
                <a:gd name="connsiteX9" fmla="*/ 9525 w 109538"/>
                <a:gd name="connsiteY9" fmla="*/ 102394 h 140494"/>
                <a:gd name="connsiteX10" fmla="*/ 21431 w 109538"/>
                <a:gd name="connsiteY10" fmla="*/ 71437 h 140494"/>
                <a:gd name="connsiteX11" fmla="*/ 50006 w 109538"/>
                <a:gd name="connsiteY11" fmla="*/ 66675 h 140494"/>
                <a:gd name="connsiteX12" fmla="*/ 57150 w 109538"/>
                <a:gd name="connsiteY12" fmla="*/ 50006 h 140494"/>
                <a:gd name="connsiteX13" fmla="*/ 78581 w 109538"/>
                <a:gd name="connsiteY13" fmla="*/ 0 h 14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538" h="140494">
                  <a:moveTo>
                    <a:pt x="78581" y="0"/>
                  </a:moveTo>
                  <a:lnTo>
                    <a:pt x="109538" y="42862"/>
                  </a:lnTo>
                  <a:lnTo>
                    <a:pt x="95250" y="71437"/>
                  </a:lnTo>
                  <a:lnTo>
                    <a:pt x="71438" y="64294"/>
                  </a:lnTo>
                  <a:lnTo>
                    <a:pt x="61913" y="78581"/>
                  </a:lnTo>
                  <a:lnTo>
                    <a:pt x="33338" y="95250"/>
                  </a:lnTo>
                  <a:lnTo>
                    <a:pt x="35719" y="121444"/>
                  </a:lnTo>
                  <a:lnTo>
                    <a:pt x="19050" y="140494"/>
                  </a:lnTo>
                  <a:lnTo>
                    <a:pt x="0" y="116681"/>
                  </a:lnTo>
                  <a:lnTo>
                    <a:pt x="9525" y="102394"/>
                  </a:lnTo>
                  <a:lnTo>
                    <a:pt x="21431" y="71437"/>
                  </a:lnTo>
                  <a:lnTo>
                    <a:pt x="50006" y="66675"/>
                  </a:lnTo>
                  <a:lnTo>
                    <a:pt x="57150" y="50006"/>
                  </a:lnTo>
                  <a:lnTo>
                    <a:pt x="78581"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1" name="Freeform: Shape 1056">
              <a:extLst>
                <a:ext uri="{FF2B5EF4-FFF2-40B4-BE49-F238E27FC236}">
                  <a16:creationId xmlns:a16="http://schemas.microsoft.com/office/drawing/2014/main" id="{77BBE032-536A-4A03-91E6-13FF2C958BDA}"/>
                </a:ext>
              </a:extLst>
            </p:cNvPr>
            <p:cNvSpPr/>
            <p:nvPr/>
          </p:nvSpPr>
          <p:spPr bwMode="auto">
            <a:xfrm>
              <a:off x="5664994" y="1193006"/>
              <a:ext cx="26194" cy="50007"/>
            </a:xfrm>
            <a:custGeom>
              <a:avLst/>
              <a:gdLst>
                <a:gd name="connsiteX0" fmla="*/ 19050 w 26194"/>
                <a:gd name="connsiteY0" fmla="*/ 0 h 50007"/>
                <a:gd name="connsiteX1" fmla="*/ 0 w 26194"/>
                <a:gd name="connsiteY1" fmla="*/ 30957 h 50007"/>
                <a:gd name="connsiteX2" fmla="*/ 26194 w 26194"/>
                <a:gd name="connsiteY2" fmla="*/ 50007 h 50007"/>
                <a:gd name="connsiteX3" fmla="*/ 19050 w 26194"/>
                <a:gd name="connsiteY3" fmla="*/ 0 h 50007"/>
              </a:gdLst>
              <a:ahLst/>
              <a:cxnLst>
                <a:cxn ang="0">
                  <a:pos x="connsiteX0" y="connsiteY0"/>
                </a:cxn>
                <a:cxn ang="0">
                  <a:pos x="connsiteX1" y="connsiteY1"/>
                </a:cxn>
                <a:cxn ang="0">
                  <a:pos x="connsiteX2" y="connsiteY2"/>
                </a:cxn>
                <a:cxn ang="0">
                  <a:pos x="connsiteX3" y="connsiteY3"/>
                </a:cxn>
              </a:cxnLst>
              <a:rect l="l" t="t" r="r" b="b"/>
              <a:pathLst>
                <a:path w="26194" h="50007">
                  <a:moveTo>
                    <a:pt x="19050" y="0"/>
                  </a:moveTo>
                  <a:lnTo>
                    <a:pt x="0" y="30957"/>
                  </a:lnTo>
                  <a:lnTo>
                    <a:pt x="26194" y="50007"/>
                  </a:lnTo>
                  <a:lnTo>
                    <a:pt x="1905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2" name="Freeform: Shape 1057">
              <a:extLst>
                <a:ext uri="{FF2B5EF4-FFF2-40B4-BE49-F238E27FC236}">
                  <a16:creationId xmlns:a16="http://schemas.microsoft.com/office/drawing/2014/main" id="{0A00AB57-E75B-441E-8679-1634C0EC658D}"/>
                </a:ext>
              </a:extLst>
            </p:cNvPr>
            <p:cNvSpPr/>
            <p:nvPr/>
          </p:nvSpPr>
          <p:spPr bwMode="auto">
            <a:xfrm>
              <a:off x="5715000" y="1166813"/>
              <a:ext cx="11906" cy="66675"/>
            </a:xfrm>
            <a:custGeom>
              <a:avLst/>
              <a:gdLst>
                <a:gd name="connsiteX0" fmla="*/ 11906 w 11906"/>
                <a:gd name="connsiteY0" fmla="*/ 66675 h 66675"/>
                <a:gd name="connsiteX1" fmla="*/ 0 w 11906"/>
                <a:gd name="connsiteY1" fmla="*/ 0 h 66675"/>
                <a:gd name="connsiteX2" fmla="*/ 11906 w 11906"/>
                <a:gd name="connsiteY2" fmla="*/ 66675 h 66675"/>
              </a:gdLst>
              <a:ahLst/>
              <a:cxnLst>
                <a:cxn ang="0">
                  <a:pos x="connsiteX0" y="connsiteY0"/>
                </a:cxn>
                <a:cxn ang="0">
                  <a:pos x="connsiteX1" y="connsiteY1"/>
                </a:cxn>
                <a:cxn ang="0">
                  <a:pos x="connsiteX2" y="connsiteY2"/>
                </a:cxn>
              </a:cxnLst>
              <a:rect l="l" t="t" r="r" b="b"/>
              <a:pathLst>
                <a:path w="11906" h="66675">
                  <a:moveTo>
                    <a:pt x="11906" y="66675"/>
                  </a:moveTo>
                  <a:lnTo>
                    <a:pt x="0" y="0"/>
                  </a:lnTo>
                  <a:lnTo>
                    <a:pt x="11906" y="66675"/>
                  </a:lnTo>
                  <a:close/>
                </a:path>
              </a:pathLst>
            </a:custGeom>
            <a:solidFill>
              <a:srgbClr val="FFFFFF"/>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3" name="Freeform: Shape 1058">
              <a:extLst>
                <a:ext uri="{FF2B5EF4-FFF2-40B4-BE49-F238E27FC236}">
                  <a16:creationId xmlns:a16="http://schemas.microsoft.com/office/drawing/2014/main" id="{DC55B646-9C87-4E83-A7B3-067426788D2E}"/>
                </a:ext>
              </a:extLst>
            </p:cNvPr>
            <p:cNvSpPr/>
            <p:nvPr/>
          </p:nvSpPr>
          <p:spPr bwMode="auto">
            <a:xfrm>
              <a:off x="5614988" y="1083469"/>
              <a:ext cx="95250" cy="64294"/>
            </a:xfrm>
            <a:custGeom>
              <a:avLst/>
              <a:gdLst>
                <a:gd name="connsiteX0" fmla="*/ 0 w 95250"/>
                <a:gd name="connsiteY0" fmla="*/ 0 h 64294"/>
                <a:gd name="connsiteX1" fmla="*/ 95250 w 95250"/>
                <a:gd name="connsiteY1" fmla="*/ 64294 h 64294"/>
                <a:gd name="connsiteX2" fmla="*/ 76200 w 95250"/>
                <a:gd name="connsiteY2" fmla="*/ 19050 h 64294"/>
                <a:gd name="connsiteX3" fmla="*/ 0 w 95250"/>
                <a:gd name="connsiteY3" fmla="*/ 0 h 64294"/>
              </a:gdLst>
              <a:ahLst/>
              <a:cxnLst>
                <a:cxn ang="0">
                  <a:pos x="connsiteX0" y="connsiteY0"/>
                </a:cxn>
                <a:cxn ang="0">
                  <a:pos x="connsiteX1" y="connsiteY1"/>
                </a:cxn>
                <a:cxn ang="0">
                  <a:pos x="connsiteX2" y="connsiteY2"/>
                </a:cxn>
                <a:cxn ang="0">
                  <a:pos x="connsiteX3" y="connsiteY3"/>
                </a:cxn>
              </a:cxnLst>
              <a:rect l="l" t="t" r="r" b="b"/>
              <a:pathLst>
                <a:path w="95250" h="64294">
                  <a:moveTo>
                    <a:pt x="0" y="0"/>
                  </a:moveTo>
                  <a:lnTo>
                    <a:pt x="95250" y="64294"/>
                  </a:lnTo>
                  <a:lnTo>
                    <a:pt x="76200" y="19050"/>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4" name="Freeform: Shape 259">
              <a:extLst>
                <a:ext uri="{FF2B5EF4-FFF2-40B4-BE49-F238E27FC236}">
                  <a16:creationId xmlns:a16="http://schemas.microsoft.com/office/drawing/2014/main" id="{69FCBC12-F235-4C9E-8134-75F2ED2EE58B}"/>
                </a:ext>
              </a:extLst>
            </p:cNvPr>
            <p:cNvSpPr/>
            <p:nvPr/>
          </p:nvSpPr>
          <p:spPr bwMode="auto">
            <a:xfrm>
              <a:off x="5476243" y="2282829"/>
              <a:ext cx="51088" cy="56764"/>
            </a:xfrm>
            <a:custGeom>
              <a:avLst/>
              <a:gdLst>
                <a:gd name="connsiteX0" fmla="*/ 16669 w 57150"/>
                <a:gd name="connsiteY0" fmla="*/ 0 h 71437"/>
                <a:gd name="connsiteX1" fmla="*/ 0 w 57150"/>
                <a:gd name="connsiteY1" fmla="*/ 52387 h 71437"/>
                <a:gd name="connsiteX2" fmla="*/ 45244 w 57150"/>
                <a:gd name="connsiteY2" fmla="*/ 71437 h 71437"/>
                <a:gd name="connsiteX3" fmla="*/ 57150 w 57150"/>
                <a:gd name="connsiteY3" fmla="*/ 38100 h 71437"/>
                <a:gd name="connsiteX4" fmla="*/ 16669 w 57150"/>
                <a:gd name="connsiteY4" fmla="*/ 0 h 71437"/>
                <a:gd name="connsiteX0" fmla="*/ 16669 w 57150"/>
                <a:gd name="connsiteY0" fmla="*/ 0 h 71437"/>
                <a:gd name="connsiteX1" fmla="*/ 0 w 57150"/>
                <a:gd name="connsiteY1" fmla="*/ 52387 h 71437"/>
                <a:gd name="connsiteX2" fmla="*/ 45244 w 57150"/>
                <a:gd name="connsiteY2" fmla="*/ 71437 h 71437"/>
                <a:gd name="connsiteX3" fmla="*/ 57150 w 57150"/>
                <a:gd name="connsiteY3" fmla="*/ 38100 h 71437"/>
                <a:gd name="connsiteX4" fmla="*/ 35719 w 57150"/>
                <a:gd name="connsiteY4" fmla="*/ 21431 h 71437"/>
                <a:gd name="connsiteX5" fmla="*/ 16669 w 57150"/>
                <a:gd name="connsiteY5" fmla="*/ 0 h 71437"/>
                <a:gd name="connsiteX0" fmla="*/ 16669 w 64294"/>
                <a:gd name="connsiteY0" fmla="*/ 0 h 71437"/>
                <a:gd name="connsiteX1" fmla="*/ 0 w 64294"/>
                <a:gd name="connsiteY1" fmla="*/ 52387 h 71437"/>
                <a:gd name="connsiteX2" fmla="*/ 45244 w 64294"/>
                <a:gd name="connsiteY2" fmla="*/ 71437 h 71437"/>
                <a:gd name="connsiteX3" fmla="*/ 57150 w 64294"/>
                <a:gd name="connsiteY3" fmla="*/ 38100 h 71437"/>
                <a:gd name="connsiteX4" fmla="*/ 64294 w 64294"/>
                <a:gd name="connsiteY4" fmla="*/ 14288 h 71437"/>
                <a:gd name="connsiteX5" fmla="*/ 16669 w 64294"/>
                <a:gd name="connsiteY5" fmla="*/ 0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94" h="71437">
                  <a:moveTo>
                    <a:pt x="16669" y="0"/>
                  </a:moveTo>
                  <a:lnTo>
                    <a:pt x="0" y="52387"/>
                  </a:lnTo>
                  <a:lnTo>
                    <a:pt x="45244" y="71437"/>
                  </a:lnTo>
                  <a:lnTo>
                    <a:pt x="57150" y="38100"/>
                  </a:lnTo>
                  <a:lnTo>
                    <a:pt x="64294" y="14288"/>
                  </a:lnTo>
                  <a:lnTo>
                    <a:pt x="16669"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5" name="Freeform: Shape 1061">
              <a:extLst>
                <a:ext uri="{FF2B5EF4-FFF2-40B4-BE49-F238E27FC236}">
                  <a16:creationId xmlns:a16="http://schemas.microsoft.com/office/drawing/2014/main" id="{9F22B8A1-AB2E-4FC0-A7AC-E5C7B6743772}"/>
                </a:ext>
              </a:extLst>
            </p:cNvPr>
            <p:cNvSpPr/>
            <p:nvPr/>
          </p:nvSpPr>
          <p:spPr bwMode="auto">
            <a:xfrm>
              <a:off x="4564856" y="4583906"/>
              <a:ext cx="185738" cy="230982"/>
            </a:xfrm>
            <a:custGeom>
              <a:avLst/>
              <a:gdLst>
                <a:gd name="connsiteX0" fmla="*/ 0 w 185738"/>
                <a:gd name="connsiteY0" fmla="*/ 180975 h 230982"/>
                <a:gd name="connsiteX1" fmla="*/ 33338 w 185738"/>
                <a:gd name="connsiteY1" fmla="*/ 230982 h 230982"/>
                <a:gd name="connsiteX2" fmla="*/ 45244 w 185738"/>
                <a:gd name="connsiteY2" fmla="*/ 219075 h 230982"/>
                <a:gd name="connsiteX3" fmla="*/ 83344 w 185738"/>
                <a:gd name="connsiteY3" fmla="*/ 216694 h 230982"/>
                <a:gd name="connsiteX4" fmla="*/ 104775 w 185738"/>
                <a:gd name="connsiteY4" fmla="*/ 188119 h 230982"/>
                <a:gd name="connsiteX5" fmla="*/ 145257 w 185738"/>
                <a:gd name="connsiteY5" fmla="*/ 119063 h 230982"/>
                <a:gd name="connsiteX6" fmla="*/ 173832 w 185738"/>
                <a:gd name="connsiteY6" fmla="*/ 90488 h 230982"/>
                <a:gd name="connsiteX7" fmla="*/ 185738 w 185738"/>
                <a:gd name="connsiteY7" fmla="*/ 0 h 230982"/>
                <a:gd name="connsiteX8" fmla="*/ 138113 w 185738"/>
                <a:gd name="connsiteY8" fmla="*/ 0 h 230982"/>
                <a:gd name="connsiteX9" fmla="*/ 121444 w 185738"/>
                <a:gd name="connsiteY9" fmla="*/ 26194 h 230982"/>
                <a:gd name="connsiteX10" fmla="*/ 119063 w 185738"/>
                <a:gd name="connsiteY10" fmla="*/ 40482 h 230982"/>
                <a:gd name="connsiteX11" fmla="*/ 54769 w 185738"/>
                <a:gd name="connsiteY11" fmla="*/ 33338 h 230982"/>
                <a:gd name="connsiteX12" fmla="*/ 52388 w 185738"/>
                <a:gd name="connsiteY12" fmla="*/ 61913 h 230982"/>
                <a:gd name="connsiteX13" fmla="*/ 90488 w 185738"/>
                <a:gd name="connsiteY13" fmla="*/ 52388 h 230982"/>
                <a:gd name="connsiteX14" fmla="*/ 80963 w 185738"/>
                <a:gd name="connsiteY14" fmla="*/ 83344 h 230982"/>
                <a:gd name="connsiteX15" fmla="*/ 90488 w 185738"/>
                <a:gd name="connsiteY15" fmla="*/ 119063 h 230982"/>
                <a:gd name="connsiteX16" fmla="*/ 92869 w 185738"/>
                <a:gd name="connsiteY16" fmla="*/ 147638 h 230982"/>
                <a:gd name="connsiteX17" fmla="*/ 61913 w 185738"/>
                <a:gd name="connsiteY17" fmla="*/ 147638 h 230982"/>
                <a:gd name="connsiteX18" fmla="*/ 38100 w 185738"/>
                <a:gd name="connsiteY18" fmla="*/ 142875 h 230982"/>
                <a:gd name="connsiteX19" fmla="*/ 0 w 185738"/>
                <a:gd name="connsiteY19" fmla="*/ 180975 h 23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5738" h="230982">
                  <a:moveTo>
                    <a:pt x="0" y="180975"/>
                  </a:moveTo>
                  <a:lnTo>
                    <a:pt x="33338" y="230982"/>
                  </a:lnTo>
                  <a:lnTo>
                    <a:pt x="45244" y="219075"/>
                  </a:lnTo>
                  <a:lnTo>
                    <a:pt x="83344" y="216694"/>
                  </a:lnTo>
                  <a:lnTo>
                    <a:pt x="104775" y="188119"/>
                  </a:lnTo>
                  <a:lnTo>
                    <a:pt x="145257" y="119063"/>
                  </a:lnTo>
                  <a:lnTo>
                    <a:pt x="173832" y="90488"/>
                  </a:lnTo>
                  <a:lnTo>
                    <a:pt x="185738" y="0"/>
                  </a:lnTo>
                  <a:lnTo>
                    <a:pt x="138113" y="0"/>
                  </a:lnTo>
                  <a:lnTo>
                    <a:pt x="121444" y="26194"/>
                  </a:lnTo>
                  <a:lnTo>
                    <a:pt x="119063" y="40482"/>
                  </a:lnTo>
                  <a:lnTo>
                    <a:pt x="54769" y="33338"/>
                  </a:lnTo>
                  <a:lnTo>
                    <a:pt x="52388" y="61913"/>
                  </a:lnTo>
                  <a:lnTo>
                    <a:pt x="90488" y="52388"/>
                  </a:lnTo>
                  <a:lnTo>
                    <a:pt x="80963" y="83344"/>
                  </a:lnTo>
                  <a:lnTo>
                    <a:pt x="90488" y="119063"/>
                  </a:lnTo>
                  <a:lnTo>
                    <a:pt x="92869" y="147638"/>
                  </a:lnTo>
                  <a:lnTo>
                    <a:pt x="61913" y="147638"/>
                  </a:lnTo>
                  <a:lnTo>
                    <a:pt x="38100" y="142875"/>
                  </a:lnTo>
                  <a:lnTo>
                    <a:pt x="0" y="180975"/>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6" name="Freeform: Shape 1068">
              <a:extLst>
                <a:ext uri="{FF2B5EF4-FFF2-40B4-BE49-F238E27FC236}">
                  <a16:creationId xmlns:a16="http://schemas.microsoft.com/office/drawing/2014/main" id="{D23EFB71-AF6F-432B-853B-87C67AC930ED}"/>
                </a:ext>
              </a:extLst>
            </p:cNvPr>
            <p:cNvSpPr/>
            <p:nvPr/>
          </p:nvSpPr>
          <p:spPr bwMode="auto">
            <a:xfrm>
              <a:off x="5095875" y="4910138"/>
              <a:ext cx="69056" cy="171450"/>
            </a:xfrm>
            <a:custGeom>
              <a:avLst/>
              <a:gdLst>
                <a:gd name="connsiteX0" fmla="*/ 2381 w 69056"/>
                <a:gd name="connsiteY0" fmla="*/ 0 h 161925"/>
                <a:gd name="connsiteX1" fmla="*/ 23813 w 69056"/>
                <a:gd name="connsiteY1" fmla="*/ 52387 h 161925"/>
                <a:gd name="connsiteX2" fmla="*/ 0 w 69056"/>
                <a:gd name="connsiteY2" fmla="*/ 114300 h 161925"/>
                <a:gd name="connsiteX3" fmla="*/ 38100 w 69056"/>
                <a:gd name="connsiteY3" fmla="*/ 145256 h 161925"/>
                <a:gd name="connsiteX4" fmla="*/ 45244 w 69056"/>
                <a:gd name="connsiteY4" fmla="*/ 161925 h 161925"/>
                <a:gd name="connsiteX5" fmla="*/ 69056 w 69056"/>
                <a:gd name="connsiteY5" fmla="*/ 145256 h 161925"/>
                <a:gd name="connsiteX6" fmla="*/ 66675 w 69056"/>
                <a:gd name="connsiteY6" fmla="*/ 123825 h 161925"/>
                <a:gd name="connsiteX7" fmla="*/ 42863 w 69056"/>
                <a:gd name="connsiteY7" fmla="*/ 80962 h 161925"/>
                <a:gd name="connsiteX8" fmla="*/ 45244 w 69056"/>
                <a:gd name="connsiteY8" fmla="*/ 38100 h 161925"/>
                <a:gd name="connsiteX9" fmla="*/ 54769 w 69056"/>
                <a:gd name="connsiteY9" fmla="*/ 35718 h 161925"/>
                <a:gd name="connsiteX10" fmla="*/ 2381 w 69056"/>
                <a:gd name="connsiteY10" fmla="*/ 0 h 161925"/>
                <a:gd name="connsiteX0" fmla="*/ 2381 w 69056"/>
                <a:gd name="connsiteY0" fmla="*/ 0 h 161925"/>
                <a:gd name="connsiteX1" fmla="*/ 23813 w 69056"/>
                <a:gd name="connsiteY1" fmla="*/ 52387 h 161925"/>
                <a:gd name="connsiteX2" fmla="*/ 0 w 69056"/>
                <a:gd name="connsiteY2" fmla="*/ 114300 h 161925"/>
                <a:gd name="connsiteX3" fmla="*/ 38100 w 69056"/>
                <a:gd name="connsiteY3" fmla="*/ 145256 h 161925"/>
                <a:gd name="connsiteX4" fmla="*/ 45244 w 69056"/>
                <a:gd name="connsiteY4" fmla="*/ 161925 h 161925"/>
                <a:gd name="connsiteX5" fmla="*/ 69056 w 69056"/>
                <a:gd name="connsiteY5" fmla="*/ 145256 h 161925"/>
                <a:gd name="connsiteX6" fmla="*/ 66675 w 69056"/>
                <a:gd name="connsiteY6" fmla="*/ 123825 h 161925"/>
                <a:gd name="connsiteX7" fmla="*/ 42863 w 69056"/>
                <a:gd name="connsiteY7" fmla="*/ 80962 h 161925"/>
                <a:gd name="connsiteX8" fmla="*/ 45244 w 69056"/>
                <a:gd name="connsiteY8" fmla="*/ 38100 h 161925"/>
                <a:gd name="connsiteX9" fmla="*/ 54769 w 69056"/>
                <a:gd name="connsiteY9" fmla="*/ 35718 h 161925"/>
                <a:gd name="connsiteX10" fmla="*/ 26194 w 69056"/>
                <a:gd name="connsiteY10" fmla="*/ 14287 h 161925"/>
                <a:gd name="connsiteX11" fmla="*/ 2381 w 69056"/>
                <a:gd name="connsiteY11" fmla="*/ 0 h 161925"/>
                <a:gd name="connsiteX0" fmla="*/ 2381 w 69056"/>
                <a:gd name="connsiteY0" fmla="*/ 9525 h 171450"/>
                <a:gd name="connsiteX1" fmla="*/ 23813 w 69056"/>
                <a:gd name="connsiteY1" fmla="*/ 61912 h 171450"/>
                <a:gd name="connsiteX2" fmla="*/ 0 w 69056"/>
                <a:gd name="connsiteY2" fmla="*/ 123825 h 171450"/>
                <a:gd name="connsiteX3" fmla="*/ 38100 w 69056"/>
                <a:gd name="connsiteY3" fmla="*/ 154781 h 171450"/>
                <a:gd name="connsiteX4" fmla="*/ 45244 w 69056"/>
                <a:gd name="connsiteY4" fmla="*/ 171450 h 171450"/>
                <a:gd name="connsiteX5" fmla="*/ 69056 w 69056"/>
                <a:gd name="connsiteY5" fmla="*/ 154781 h 171450"/>
                <a:gd name="connsiteX6" fmla="*/ 66675 w 69056"/>
                <a:gd name="connsiteY6" fmla="*/ 133350 h 171450"/>
                <a:gd name="connsiteX7" fmla="*/ 42863 w 69056"/>
                <a:gd name="connsiteY7" fmla="*/ 90487 h 171450"/>
                <a:gd name="connsiteX8" fmla="*/ 45244 w 69056"/>
                <a:gd name="connsiteY8" fmla="*/ 47625 h 171450"/>
                <a:gd name="connsiteX9" fmla="*/ 54769 w 69056"/>
                <a:gd name="connsiteY9" fmla="*/ 45243 h 171450"/>
                <a:gd name="connsiteX10" fmla="*/ 35719 w 69056"/>
                <a:gd name="connsiteY10" fmla="*/ 0 h 171450"/>
                <a:gd name="connsiteX11" fmla="*/ 2381 w 69056"/>
                <a:gd name="connsiteY11" fmla="*/ 95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056" h="171450">
                  <a:moveTo>
                    <a:pt x="2381" y="9525"/>
                  </a:moveTo>
                  <a:lnTo>
                    <a:pt x="23813" y="61912"/>
                  </a:lnTo>
                  <a:lnTo>
                    <a:pt x="0" y="123825"/>
                  </a:lnTo>
                  <a:lnTo>
                    <a:pt x="38100" y="154781"/>
                  </a:lnTo>
                  <a:lnTo>
                    <a:pt x="45244" y="171450"/>
                  </a:lnTo>
                  <a:lnTo>
                    <a:pt x="69056" y="154781"/>
                  </a:lnTo>
                  <a:lnTo>
                    <a:pt x="66675" y="133350"/>
                  </a:lnTo>
                  <a:lnTo>
                    <a:pt x="42863" y="90487"/>
                  </a:lnTo>
                  <a:lnTo>
                    <a:pt x="45244" y="47625"/>
                  </a:lnTo>
                  <a:lnTo>
                    <a:pt x="54769" y="45243"/>
                  </a:lnTo>
                  <a:lnTo>
                    <a:pt x="35719" y="0"/>
                  </a:lnTo>
                  <a:lnTo>
                    <a:pt x="2381" y="9525"/>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7" name="Freeform: Shape 1070">
              <a:extLst>
                <a:ext uri="{FF2B5EF4-FFF2-40B4-BE49-F238E27FC236}">
                  <a16:creationId xmlns:a16="http://schemas.microsoft.com/office/drawing/2014/main" id="{6D49F5F5-0284-431F-8070-14DBB588B0CE}"/>
                </a:ext>
              </a:extLst>
            </p:cNvPr>
            <p:cNvSpPr/>
            <p:nvPr/>
          </p:nvSpPr>
          <p:spPr bwMode="auto">
            <a:xfrm>
              <a:off x="4643438" y="4079081"/>
              <a:ext cx="224485" cy="404813"/>
            </a:xfrm>
            <a:custGeom>
              <a:avLst/>
              <a:gdLst>
                <a:gd name="connsiteX0" fmla="*/ 221456 w 224485"/>
                <a:gd name="connsiteY0" fmla="*/ 97632 h 404813"/>
                <a:gd name="connsiteX1" fmla="*/ 42862 w 224485"/>
                <a:gd name="connsiteY1" fmla="*/ 0 h 404813"/>
                <a:gd name="connsiteX2" fmla="*/ 33337 w 224485"/>
                <a:gd name="connsiteY2" fmla="*/ 14288 h 404813"/>
                <a:gd name="connsiteX3" fmla="*/ 42862 w 224485"/>
                <a:gd name="connsiteY3" fmla="*/ 52388 h 404813"/>
                <a:gd name="connsiteX4" fmla="*/ 54768 w 224485"/>
                <a:gd name="connsiteY4" fmla="*/ 71438 h 404813"/>
                <a:gd name="connsiteX5" fmla="*/ 45243 w 224485"/>
                <a:gd name="connsiteY5" fmla="*/ 169069 h 404813"/>
                <a:gd name="connsiteX6" fmla="*/ 2381 w 224485"/>
                <a:gd name="connsiteY6" fmla="*/ 226219 h 404813"/>
                <a:gd name="connsiteX7" fmla="*/ 2381 w 224485"/>
                <a:gd name="connsiteY7" fmla="*/ 226219 h 404813"/>
                <a:gd name="connsiteX8" fmla="*/ 38100 w 224485"/>
                <a:gd name="connsiteY8" fmla="*/ 254794 h 404813"/>
                <a:gd name="connsiteX9" fmla="*/ 26193 w 224485"/>
                <a:gd name="connsiteY9" fmla="*/ 280988 h 404813"/>
                <a:gd name="connsiteX10" fmla="*/ 23812 w 224485"/>
                <a:gd name="connsiteY10" fmla="*/ 295275 h 404813"/>
                <a:gd name="connsiteX11" fmla="*/ 26193 w 224485"/>
                <a:gd name="connsiteY11" fmla="*/ 321469 h 404813"/>
                <a:gd name="connsiteX12" fmla="*/ 19050 w 224485"/>
                <a:gd name="connsiteY12" fmla="*/ 347663 h 404813"/>
                <a:gd name="connsiteX13" fmla="*/ 0 w 224485"/>
                <a:gd name="connsiteY13" fmla="*/ 359569 h 404813"/>
                <a:gd name="connsiteX14" fmla="*/ 19050 w 224485"/>
                <a:gd name="connsiteY14" fmla="*/ 369094 h 404813"/>
                <a:gd name="connsiteX15" fmla="*/ 30956 w 224485"/>
                <a:gd name="connsiteY15" fmla="*/ 404813 h 404813"/>
                <a:gd name="connsiteX16" fmla="*/ 66675 w 224485"/>
                <a:gd name="connsiteY16" fmla="*/ 397669 h 404813"/>
                <a:gd name="connsiteX17" fmla="*/ 102393 w 224485"/>
                <a:gd name="connsiteY17" fmla="*/ 385763 h 404813"/>
                <a:gd name="connsiteX18" fmla="*/ 119062 w 224485"/>
                <a:gd name="connsiteY18" fmla="*/ 373857 h 404813"/>
                <a:gd name="connsiteX19" fmla="*/ 140493 w 224485"/>
                <a:gd name="connsiteY19" fmla="*/ 364332 h 404813"/>
                <a:gd name="connsiteX20" fmla="*/ 188118 w 224485"/>
                <a:gd name="connsiteY20" fmla="*/ 319088 h 404813"/>
                <a:gd name="connsiteX21" fmla="*/ 202406 w 224485"/>
                <a:gd name="connsiteY21" fmla="*/ 311944 h 404813"/>
                <a:gd name="connsiteX22" fmla="*/ 202406 w 224485"/>
                <a:gd name="connsiteY22" fmla="*/ 302419 h 404813"/>
                <a:gd name="connsiteX23" fmla="*/ 200025 w 224485"/>
                <a:gd name="connsiteY23" fmla="*/ 266700 h 404813"/>
                <a:gd name="connsiteX24" fmla="*/ 192881 w 224485"/>
                <a:gd name="connsiteY24" fmla="*/ 230982 h 404813"/>
                <a:gd name="connsiteX25" fmla="*/ 214312 w 224485"/>
                <a:gd name="connsiteY25" fmla="*/ 202407 h 404813"/>
                <a:gd name="connsiteX26" fmla="*/ 223837 w 224485"/>
                <a:gd name="connsiteY26" fmla="*/ 200025 h 404813"/>
                <a:gd name="connsiteX27" fmla="*/ 221456 w 224485"/>
                <a:gd name="connsiteY27" fmla="*/ 97632 h 40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485" h="404813">
                  <a:moveTo>
                    <a:pt x="221456" y="97632"/>
                  </a:moveTo>
                  <a:lnTo>
                    <a:pt x="42862" y="0"/>
                  </a:lnTo>
                  <a:lnTo>
                    <a:pt x="33337" y="14288"/>
                  </a:lnTo>
                  <a:lnTo>
                    <a:pt x="42862" y="52388"/>
                  </a:lnTo>
                  <a:lnTo>
                    <a:pt x="54768" y="71438"/>
                  </a:lnTo>
                  <a:lnTo>
                    <a:pt x="45243" y="169069"/>
                  </a:lnTo>
                  <a:lnTo>
                    <a:pt x="2381" y="226219"/>
                  </a:lnTo>
                  <a:lnTo>
                    <a:pt x="2381" y="226219"/>
                  </a:lnTo>
                  <a:lnTo>
                    <a:pt x="38100" y="254794"/>
                  </a:lnTo>
                  <a:lnTo>
                    <a:pt x="26193" y="280988"/>
                  </a:lnTo>
                  <a:lnTo>
                    <a:pt x="23812" y="295275"/>
                  </a:lnTo>
                  <a:lnTo>
                    <a:pt x="26193" y="321469"/>
                  </a:lnTo>
                  <a:lnTo>
                    <a:pt x="19050" y="347663"/>
                  </a:lnTo>
                  <a:lnTo>
                    <a:pt x="0" y="359569"/>
                  </a:lnTo>
                  <a:lnTo>
                    <a:pt x="19050" y="369094"/>
                  </a:lnTo>
                  <a:lnTo>
                    <a:pt x="30956" y="404813"/>
                  </a:lnTo>
                  <a:lnTo>
                    <a:pt x="66675" y="397669"/>
                  </a:lnTo>
                  <a:lnTo>
                    <a:pt x="102393" y="385763"/>
                  </a:lnTo>
                  <a:lnTo>
                    <a:pt x="119062" y="373857"/>
                  </a:lnTo>
                  <a:lnTo>
                    <a:pt x="140493" y="364332"/>
                  </a:lnTo>
                  <a:lnTo>
                    <a:pt x="188118" y="319088"/>
                  </a:lnTo>
                  <a:lnTo>
                    <a:pt x="202406" y="311944"/>
                  </a:lnTo>
                  <a:lnTo>
                    <a:pt x="202406" y="302419"/>
                  </a:lnTo>
                  <a:lnTo>
                    <a:pt x="200025" y="266700"/>
                  </a:lnTo>
                  <a:lnTo>
                    <a:pt x="192881" y="230982"/>
                  </a:lnTo>
                  <a:lnTo>
                    <a:pt x="214312" y="202407"/>
                  </a:lnTo>
                  <a:lnTo>
                    <a:pt x="223837" y="200025"/>
                  </a:lnTo>
                  <a:cubicBezTo>
                    <a:pt x="224631" y="169863"/>
                    <a:pt x="225424" y="139700"/>
                    <a:pt x="221456" y="97632"/>
                  </a:cubicBez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8" name="Freeform: Shape 1071">
              <a:extLst>
                <a:ext uri="{FF2B5EF4-FFF2-40B4-BE49-F238E27FC236}">
                  <a16:creationId xmlns:a16="http://schemas.microsoft.com/office/drawing/2014/main" id="{5F4EB5F5-1C30-4E8E-AF58-E18FA2F798BE}"/>
                </a:ext>
              </a:extLst>
            </p:cNvPr>
            <p:cNvSpPr/>
            <p:nvPr/>
          </p:nvSpPr>
          <p:spPr bwMode="auto">
            <a:xfrm>
              <a:off x="4652963" y="4393406"/>
              <a:ext cx="319087" cy="211932"/>
            </a:xfrm>
            <a:custGeom>
              <a:avLst/>
              <a:gdLst>
                <a:gd name="connsiteX0" fmla="*/ 19050 w 319087"/>
                <a:gd name="connsiteY0" fmla="*/ 83344 h 211932"/>
                <a:gd name="connsiteX1" fmla="*/ 0 w 319087"/>
                <a:gd name="connsiteY1" fmla="*/ 142875 h 211932"/>
                <a:gd name="connsiteX2" fmla="*/ 14287 w 319087"/>
                <a:gd name="connsiteY2" fmla="*/ 185738 h 211932"/>
                <a:gd name="connsiteX3" fmla="*/ 33337 w 319087"/>
                <a:gd name="connsiteY3" fmla="*/ 211932 h 211932"/>
                <a:gd name="connsiteX4" fmla="*/ 50006 w 319087"/>
                <a:gd name="connsiteY4" fmla="*/ 192882 h 211932"/>
                <a:gd name="connsiteX5" fmla="*/ 100012 w 319087"/>
                <a:gd name="connsiteY5" fmla="*/ 197644 h 211932"/>
                <a:gd name="connsiteX6" fmla="*/ 88106 w 319087"/>
                <a:gd name="connsiteY6" fmla="*/ 176213 h 211932"/>
                <a:gd name="connsiteX7" fmla="*/ 109537 w 319087"/>
                <a:gd name="connsiteY7" fmla="*/ 152400 h 211932"/>
                <a:gd name="connsiteX8" fmla="*/ 159543 w 319087"/>
                <a:gd name="connsiteY8" fmla="*/ 173832 h 211932"/>
                <a:gd name="connsiteX9" fmla="*/ 195262 w 319087"/>
                <a:gd name="connsiteY9" fmla="*/ 178594 h 211932"/>
                <a:gd name="connsiteX10" fmla="*/ 211931 w 319087"/>
                <a:gd name="connsiteY10" fmla="*/ 161925 h 211932"/>
                <a:gd name="connsiteX11" fmla="*/ 235743 w 319087"/>
                <a:gd name="connsiteY11" fmla="*/ 161925 h 211932"/>
                <a:gd name="connsiteX12" fmla="*/ 273843 w 319087"/>
                <a:gd name="connsiteY12" fmla="*/ 154782 h 211932"/>
                <a:gd name="connsiteX13" fmla="*/ 319087 w 319087"/>
                <a:gd name="connsiteY13" fmla="*/ 159544 h 211932"/>
                <a:gd name="connsiteX14" fmla="*/ 307181 w 319087"/>
                <a:gd name="connsiteY14" fmla="*/ 126207 h 211932"/>
                <a:gd name="connsiteX15" fmla="*/ 290512 w 319087"/>
                <a:gd name="connsiteY15" fmla="*/ 100013 h 211932"/>
                <a:gd name="connsiteX16" fmla="*/ 252412 w 319087"/>
                <a:gd name="connsiteY16" fmla="*/ 71438 h 211932"/>
                <a:gd name="connsiteX17" fmla="*/ 228600 w 319087"/>
                <a:gd name="connsiteY17" fmla="*/ 50007 h 211932"/>
                <a:gd name="connsiteX18" fmla="*/ 226218 w 319087"/>
                <a:gd name="connsiteY18" fmla="*/ 23813 h 211932"/>
                <a:gd name="connsiteX19" fmla="*/ 195262 w 319087"/>
                <a:gd name="connsiteY19" fmla="*/ 0 h 211932"/>
                <a:gd name="connsiteX20" fmla="*/ 152400 w 319087"/>
                <a:gd name="connsiteY20" fmla="*/ 23813 h 211932"/>
                <a:gd name="connsiteX21" fmla="*/ 138112 w 319087"/>
                <a:gd name="connsiteY21" fmla="*/ 50007 h 211932"/>
                <a:gd name="connsiteX22" fmla="*/ 111918 w 319087"/>
                <a:gd name="connsiteY22" fmla="*/ 59532 h 211932"/>
                <a:gd name="connsiteX23" fmla="*/ 83343 w 319087"/>
                <a:gd name="connsiteY23" fmla="*/ 78582 h 211932"/>
                <a:gd name="connsiteX24" fmla="*/ 19050 w 319087"/>
                <a:gd name="connsiteY24" fmla="*/ 83344 h 211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9087" h="211932">
                  <a:moveTo>
                    <a:pt x="19050" y="83344"/>
                  </a:moveTo>
                  <a:lnTo>
                    <a:pt x="0" y="142875"/>
                  </a:lnTo>
                  <a:lnTo>
                    <a:pt x="14287" y="185738"/>
                  </a:lnTo>
                  <a:lnTo>
                    <a:pt x="33337" y="211932"/>
                  </a:lnTo>
                  <a:lnTo>
                    <a:pt x="50006" y="192882"/>
                  </a:lnTo>
                  <a:lnTo>
                    <a:pt x="100012" y="197644"/>
                  </a:lnTo>
                  <a:lnTo>
                    <a:pt x="88106" y="176213"/>
                  </a:lnTo>
                  <a:lnTo>
                    <a:pt x="109537" y="152400"/>
                  </a:lnTo>
                  <a:lnTo>
                    <a:pt x="159543" y="173832"/>
                  </a:lnTo>
                  <a:lnTo>
                    <a:pt x="195262" y="178594"/>
                  </a:lnTo>
                  <a:lnTo>
                    <a:pt x="211931" y="161925"/>
                  </a:lnTo>
                  <a:lnTo>
                    <a:pt x="235743" y="161925"/>
                  </a:lnTo>
                  <a:lnTo>
                    <a:pt x="273843" y="154782"/>
                  </a:lnTo>
                  <a:lnTo>
                    <a:pt x="319087" y="159544"/>
                  </a:lnTo>
                  <a:lnTo>
                    <a:pt x="307181" y="126207"/>
                  </a:lnTo>
                  <a:lnTo>
                    <a:pt x="290512" y="100013"/>
                  </a:lnTo>
                  <a:lnTo>
                    <a:pt x="252412" y="71438"/>
                  </a:lnTo>
                  <a:lnTo>
                    <a:pt x="228600" y="50007"/>
                  </a:lnTo>
                  <a:lnTo>
                    <a:pt x="226218" y="23813"/>
                  </a:lnTo>
                  <a:lnTo>
                    <a:pt x="195262" y="0"/>
                  </a:lnTo>
                  <a:lnTo>
                    <a:pt x="152400" y="23813"/>
                  </a:lnTo>
                  <a:lnTo>
                    <a:pt x="138112" y="50007"/>
                  </a:lnTo>
                  <a:lnTo>
                    <a:pt x="111918" y="59532"/>
                  </a:lnTo>
                  <a:lnTo>
                    <a:pt x="83343" y="78582"/>
                  </a:lnTo>
                  <a:lnTo>
                    <a:pt x="19050" y="83344"/>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79" name="Freeform: Shape 1073">
              <a:extLst>
                <a:ext uri="{FF2B5EF4-FFF2-40B4-BE49-F238E27FC236}">
                  <a16:creationId xmlns:a16="http://schemas.microsoft.com/office/drawing/2014/main" id="{7854DE0C-C6BE-48A6-84E8-9ED584EA1701}"/>
                </a:ext>
              </a:extLst>
            </p:cNvPr>
            <p:cNvSpPr/>
            <p:nvPr/>
          </p:nvSpPr>
          <p:spPr bwMode="auto">
            <a:xfrm>
              <a:off x="5126831" y="4555331"/>
              <a:ext cx="185738" cy="219075"/>
            </a:xfrm>
            <a:custGeom>
              <a:avLst/>
              <a:gdLst>
                <a:gd name="connsiteX0" fmla="*/ 0 w 185738"/>
                <a:gd name="connsiteY0" fmla="*/ 4763 h 219075"/>
                <a:gd name="connsiteX1" fmla="*/ 35719 w 185738"/>
                <a:gd name="connsiteY1" fmla="*/ 64294 h 219075"/>
                <a:gd name="connsiteX2" fmla="*/ 9525 w 185738"/>
                <a:gd name="connsiteY2" fmla="*/ 138113 h 219075"/>
                <a:gd name="connsiteX3" fmla="*/ 73819 w 185738"/>
                <a:gd name="connsiteY3" fmla="*/ 169069 h 219075"/>
                <a:gd name="connsiteX4" fmla="*/ 109538 w 185738"/>
                <a:gd name="connsiteY4" fmla="*/ 185738 h 219075"/>
                <a:gd name="connsiteX5" fmla="*/ 114300 w 185738"/>
                <a:gd name="connsiteY5" fmla="*/ 207169 h 219075"/>
                <a:gd name="connsiteX6" fmla="*/ 138113 w 185738"/>
                <a:gd name="connsiteY6" fmla="*/ 219075 h 219075"/>
                <a:gd name="connsiteX7" fmla="*/ 178594 w 185738"/>
                <a:gd name="connsiteY7" fmla="*/ 161925 h 219075"/>
                <a:gd name="connsiteX8" fmla="*/ 164307 w 185738"/>
                <a:gd name="connsiteY8" fmla="*/ 140494 h 219075"/>
                <a:gd name="connsiteX9" fmla="*/ 164307 w 185738"/>
                <a:gd name="connsiteY9" fmla="*/ 59532 h 219075"/>
                <a:gd name="connsiteX10" fmla="*/ 185738 w 185738"/>
                <a:gd name="connsiteY10" fmla="*/ 23813 h 219075"/>
                <a:gd name="connsiteX11" fmla="*/ 161925 w 185738"/>
                <a:gd name="connsiteY11" fmla="*/ 19050 h 219075"/>
                <a:gd name="connsiteX12" fmla="*/ 145257 w 185738"/>
                <a:gd name="connsiteY12" fmla="*/ 33338 h 219075"/>
                <a:gd name="connsiteX13" fmla="*/ 111919 w 185738"/>
                <a:gd name="connsiteY13" fmla="*/ 26194 h 219075"/>
                <a:gd name="connsiteX14" fmla="*/ 71438 w 185738"/>
                <a:gd name="connsiteY14" fmla="*/ 0 h 219075"/>
                <a:gd name="connsiteX15" fmla="*/ 0 w 185738"/>
                <a:gd name="connsiteY15" fmla="*/ 4763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5738" h="219075">
                  <a:moveTo>
                    <a:pt x="0" y="4763"/>
                  </a:moveTo>
                  <a:lnTo>
                    <a:pt x="35719" y="64294"/>
                  </a:lnTo>
                  <a:lnTo>
                    <a:pt x="9525" y="138113"/>
                  </a:lnTo>
                  <a:lnTo>
                    <a:pt x="73819" y="169069"/>
                  </a:lnTo>
                  <a:lnTo>
                    <a:pt x="109538" y="185738"/>
                  </a:lnTo>
                  <a:lnTo>
                    <a:pt x="114300" y="207169"/>
                  </a:lnTo>
                  <a:lnTo>
                    <a:pt x="138113" y="219075"/>
                  </a:lnTo>
                  <a:lnTo>
                    <a:pt x="178594" y="161925"/>
                  </a:lnTo>
                  <a:lnTo>
                    <a:pt x="164307" y="140494"/>
                  </a:lnTo>
                  <a:lnTo>
                    <a:pt x="164307" y="59532"/>
                  </a:lnTo>
                  <a:lnTo>
                    <a:pt x="185738" y="23813"/>
                  </a:lnTo>
                  <a:lnTo>
                    <a:pt x="161925" y="19050"/>
                  </a:lnTo>
                  <a:lnTo>
                    <a:pt x="145257" y="33338"/>
                  </a:lnTo>
                  <a:lnTo>
                    <a:pt x="111919" y="26194"/>
                  </a:lnTo>
                  <a:lnTo>
                    <a:pt x="71438" y="0"/>
                  </a:lnTo>
                  <a:lnTo>
                    <a:pt x="0" y="4763"/>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0" name="Freeform: Shape 1074">
              <a:extLst>
                <a:ext uri="{FF2B5EF4-FFF2-40B4-BE49-F238E27FC236}">
                  <a16:creationId xmlns:a16="http://schemas.microsoft.com/office/drawing/2014/main" id="{2C083CCE-3AB8-41AF-A36B-E5706D184D16}"/>
                </a:ext>
              </a:extLst>
            </p:cNvPr>
            <p:cNvSpPr/>
            <p:nvPr/>
          </p:nvSpPr>
          <p:spPr bwMode="auto">
            <a:xfrm>
              <a:off x="4888706" y="4357688"/>
              <a:ext cx="300038" cy="219075"/>
            </a:xfrm>
            <a:custGeom>
              <a:avLst/>
              <a:gdLst>
                <a:gd name="connsiteX0" fmla="*/ 9525 w 300038"/>
                <a:gd name="connsiteY0" fmla="*/ 40481 h 219075"/>
                <a:gd name="connsiteX1" fmla="*/ 0 w 300038"/>
                <a:gd name="connsiteY1" fmla="*/ 100012 h 219075"/>
                <a:gd name="connsiteX2" fmla="*/ 52388 w 300038"/>
                <a:gd name="connsiteY2" fmla="*/ 128587 h 219075"/>
                <a:gd name="connsiteX3" fmla="*/ 71438 w 300038"/>
                <a:gd name="connsiteY3" fmla="*/ 154781 h 219075"/>
                <a:gd name="connsiteX4" fmla="*/ 85725 w 300038"/>
                <a:gd name="connsiteY4" fmla="*/ 200025 h 219075"/>
                <a:gd name="connsiteX5" fmla="*/ 97632 w 300038"/>
                <a:gd name="connsiteY5" fmla="*/ 207168 h 219075"/>
                <a:gd name="connsiteX6" fmla="*/ 147638 w 300038"/>
                <a:gd name="connsiteY6" fmla="*/ 207168 h 219075"/>
                <a:gd name="connsiteX7" fmla="*/ 166688 w 300038"/>
                <a:gd name="connsiteY7" fmla="*/ 219075 h 219075"/>
                <a:gd name="connsiteX8" fmla="*/ 188119 w 300038"/>
                <a:gd name="connsiteY8" fmla="*/ 211931 h 219075"/>
                <a:gd name="connsiteX9" fmla="*/ 228600 w 300038"/>
                <a:gd name="connsiteY9" fmla="*/ 207168 h 219075"/>
                <a:gd name="connsiteX10" fmla="*/ 269082 w 300038"/>
                <a:gd name="connsiteY10" fmla="*/ 192881 h 219075"/>
                <a:gd name="connsiteX11" fmla="*/ 300038 w 300038"/>
                <a:gd name="connsiteY11" fmla="*/ 192881 h 219075"/>
                <a:gd name="connsiteX12" fmla="*/ 283369 w 300038"/>
                <a:gd name="connsiteY12" fmla="*/ 171450 h 219075"/>
                <a:gd name="connsiteX13" fmla="*/ 259557 w 300038"/>
                <a:gd name="connsiteY13" fmla="*/ 145256 h 219075"/>
                <a:gd name="connsiteX14" fmla="*/ 219075 w 300038"/>
                <a:gd name="connsiteY14" fmla="*/ 92868 h 219075"/>
                <a:gd name="connsiteX15" fmla="*/ 240507 w 300038"/>
                <a:gd name="connsiteY15" fmla="*/ 95250 h 219075"/>
                <a:gd name="connsiteX16" fmla="*/ 250032 w 300038"/>
                <a:gd name="connsiteY16" fmla="*/ 64293 h 219075"/>
                <a:gd name="connsiteX17" fmla="*/ 228600 w 300038"/>
                <a:gd name="connsiteY17" fmla="*/ 45243 h 219075"/>
                <a:gd name="connsiteX18" fmla="*/ 211932 w 300038"/>
                <a:gd name="connsiteY18" fmla="*/ 0 h 219075"/>
                <a:gd name="connsiteX19" fmla="*/ 195263 w 300038"/>
                <a:gd name="connsiteY19" fmla="*/ 7143 h 219075"/>
                <a:gd name="connsiteX20" fmla="*/ 185738 w 300038"/>
                <a:gd name="connsiteY20" fmla="*/ 30956 h 219075"/>
                <a:gd name="connsiteX21" fmla="*/ 185738 w 300038"/>
                <a:gd name="connsiteY21" fmla="*/ 61912 h 219075"/>
                <a:gd name="connsiteX22" fmla="*/ 176213 w 300038"/>
                <a:gd name="connsiteY22" fmla="*/ 71437 h 219075"/>
                <a:gd name="connsiteX23" fmla="*/ 140494 w 300038"/>
                <a:gd name="connsiteY23" fmla="*/ 50006 h 219075"/>
                <a:gd name="connsiteX24" fmla="*/ 114300 w 300038"/>
                <a:gd name="connsiteY24" fmla="*/ 73818 h 219075"/>
                <a:gd name="connsiteX25" fmla="*/ 83344 w 300038"/>
                <a:gd name="connsiteY25" fmla="*/ 71437 h 219075"/>
                <a:gd name="connsiteX26" fmla="*/ 50007 w 300038"/>
                <a:gd name="connsiteY26" fmla="*/ 73818 h 219075"/>
                <a:gd name="connsiteX27" fmla="*/ 9525 w 300038"/>
                <a:gd name="connsiteY27" fmla="*/ 40481 h 219075"/>
                <a:gd name="connsiteX0" fmla="*/ 9525 w 300038"/>
                <a:gd name="connsiteY0" fmla="*/ 40481 h 219075"/>
                <a:gd name="connsiteX1" fmla="*/ 0 w 300038"/>
                <a:gd name="connsiteY1" fmla="*/ 100012 h 219075"/>
                <a:gd name="connsiteX2" fmla="*/ 52388 w 300038"/>
                <a:gd name="connsiteY2" fmla="*/ 128587 h 219075"/>
                <a:gd name="connsiteX3" fmla="*/ 71438 w 300038"/>
                <a:gd name="connsiteY3" fmla="*/ 154781 h 219075"/>
                <a:gd name="connsiteX4" fmla="*/ 85725 w 300038"/>
                <a:gd name="connsiteY4" fmla="*/ 200025 h 219075"/>
                <a:gd name="connsiteX5" fmla="*/ 97632 w 300038"/>
                <a:gd name="connsiteY5" fmla="*/ 207168 h 219075"/>
                <a:gd name="connsiteX6" fmla="*/ 147638 w 300038"/>
                <a:gd name="connsiteY6" fmla="*/ 207168 h 219075"/>
                <a:gd name="connsiteX7" fmla="*/ 166688 w 300038"/>
                <a:gd name="connsiteY7" fmla="*/ 219075 h 219075"/>
                <a:gd name="connsiteX8" fmla="*/ 188119 w 300038"/>
                <a:gd name="connsiteY8" fmla="*/ 211931 h 219075"/>
                <a:gd name="connsiteX9" fmla="*/ 228600 w 300038"/>
                <a:gd name="connsiteY9" fmla="*/ 207168 h 219075"/>
                <a:gd name="connsiteX10" fmla="*/ 269082 w 300038"/>
                <a:gd name="connsiteY10" fmla="*/ 192881 h 219075"/>
                <a:gd name="connsiteX11" fmla="*/ 300038 w 300038"/>
                <a:gd name="connsiteY11" fmla="*/ 192881 h 219075"/>
                <a:gd name="connsiteX12" fmla="*/ 283369 w 300038"/>
                <a:gd name="connsiteY12" fmla="*/ 171450 h 219075"/>
                <a:gd name="connsiteX13" fmla="*/ 259557 w 300038"/>
                <a:gd name="connsiteY13" fmla="*/ 145256 h 219075"/>
                <a:gd name="connsiteX14" fmla="*/ 219075 w 300038"/>
                <a:gd name="connsiteY14" fmla="*/ 92868 h 219075"/>
                <a:gd name="connsiteX15" fmla="*/ 240507 w 300038"/>
                <a:gd name="connsiteY15" fmla="*/ 95250 h 219075"/>
                <a:gd name="connsiteX16" fmla="*/ 250032 w 300038"/>
                <a:gd name="connsiteY16" fmla="*/ 64293 h 219075"/>
                <a:gd name="connsiteX17" fmla="*/ 228600 w 300038"/>
                <a:gd name="connsiteY17" fmla="*/ 45243 h 219075"/>
                <a:gd name="connsiteX18" fmla="*/ 211932 w 300038"/>
                <a:gd name="connsiteY18" fmla="*/ 0 h 219075"/>
                <a:gd name="connsiteX19" fmla="*/ 195263 w 300038"/>
                <a:gd name="connsiteY19" fmla="*/ 7143 h 219075"/>
                <a:gd name="connsiteX20" fmla="*/ 185738 w 300038"/>
                <a:gd name="connsiteY20" fmla="*/ 30956 h 219075"/>
                <a:gd name="connsiteX21" fmla="*/ 185738 w 300038"/>
                <a:gd name="connsiteY21" fmla="*/ 61912 h 219075"/>
                <a:gd name="connsiteX22" fmla="*/ 176213 w 300038"/>
                <a:gd name="connsiteY22" fmla="*/ 71437 h 219075"/>
                <a:gd name="connsiteX23" fmla="*/ 140494 w 300038"/>
                <a:gd name="connsiteY23" fmla="*/ 50006 h 219075"/>
                <a:gd name="connsiteX24" fmla="*/ 114300 w 300038"/>
                <a:gd name="connsiteY24" fmla="*/ 73818 h 219075"/>
                <a:gd name="connsiteX25" fmla="*/ 83344 w 300038"/>
                <a:gd name="connsiteY25" fmla="*/ 71437 h 219075"/>
                <a:gd name="connsiteX26" fmla="*/ 50007 w 300038"/>
                <a:gd name="connsiteY26" fmla="*/ 73818 h 219075"/>
                <a:gd name="connsiteX27" fmla="*/ 30957 w 300038"/>
                <a:gd name="connsiteY27" fmla="*/ 59531 h 219075"/>
                <a:gd name="connsiteX28" fmla="*/ 9525 w 300038"/>
                <a:gd name="connsiteY28" fmla="*/ 40481 h 219075"/>
                <a:gd name="connsiteX0" fmla="*/ 9525 w 300038"/>
                <a:gd name="connsiteY0" fmla="*/ 40481 h 219075"/>
                <a:gd name="connsiteX1" fmla="*/ 0 w 300038"/>
                <a:gd name="connsiteY1" fmla="*/ 100012 h 219075"/>
                <a:gd name="connsiteX2" fmla="*/ 52388 w 300038"/>
                <a:gd name="connsiteY2" fmla="*/ 128587 h 219075"/>
                <a:gd name="connsiteX3" fmla="*/ 71438 w 300038"/>
                <a:gd name="connsiteY3" fmla="*/ 154781 h 219075"/>
                <a:gd name="connsiteX4" fmla="*/ 85725 w 300038"/>
                <a:gd name="connsiteY4" fmla="*/ 200025 h 219075"/>
                <a:gd name="connsiteX5" fmla="*/ 97632 w 300038"/>
                <a:gd name="connsiteY5" fmla="*/ 207168 h 219075"/>
                <a:gd name="connsiteX6" fmla="*/ 147638 w 300038"/>
                <a:gd name="connsiteY6" fmla="*/ 207168 h 219075"/>
                <a:gd name="connsiteX7" fmla="*/ 166688 w 300038"/>
                <a:gd name="connsiteY7" fmla="*/ 219075 h 219075"/>
                <a:gd name="connsiteX8" fmla="*/ 188119 w 300038"/>
                <a:gd name="connsiteY8" fmla="*/ 211931 h 219075"/>
                <a:gd name="connsiteX9" fmla="*/ 228600 w 300038"/>
                <a:gd name="connsiteY9" fmla="*/ 207168 h 219075"/>
                <a:gd name="connsiteX10" fmla="*/ 269082 w 300038"/>
                <a:gd name="connsiteY10" fmla="*/ 192881 h 219075"/>
                <a:gd name="connsiteX11" fmla="*/ 300038 w 300038"/>
                <a:gd name="connsiteY11" fmla="*/ 192881 h 219075"/>
                <a:gd name="connsiteX12" fmla="*/ 283369 w 300038"/>
                <a:gd name="connsiteY12" fmla="*/ 171450 h 219075"/>
                <a:gd name="connsiteX13" fmla="*/ 259557 w 300038"/>
                <a:gd name="connsiteY13" fmla="*/ 145256 h 219075"/>
                <a:gd name="connsiteX14" fmla="*/ 219075 w 300038"/>
                <a:gd name="connsiteY14" fmla="*/ 92868 h 219075"/>
                <a:gd name="connsiteX15" fmla="*/ 240507 w 300038"/>
                <a:gd name="connsiteY15" fmla="*/ 95250 h 219075"/>
                <a:gd name="connsiteX16" fmla="*/ 250032 w 300038"/>
                <a:gd name="connsiteY16" fmla="*/ 64293 h 219075"/>
                <a:gd name="connsiteX17" fmla="*/ 228600 w 300038"/>
                <a:gd name="connsiteY17" fmla="*/ 45243 h 219075"/>
                <a:gd name="connsiteX18" fmla="*/ 211932 w 300038"/>
                <a:gd name="connsiteY18" fmla="*/ 0 h 219075"/>
                <a:gd name="connsiteX19" fmla="*/ 195263 w 300038"/>
                <a:gd name="connsiteY19" fmla="*/ 7143 h 219075"/>
                <a:gd name="connsiteX20" fmla="*/ 185738 w 300038"/>
                <a:gd name="connsiteY20" fmla="*/ 30956 h 219075"/>
                <a:gd name="connsiteX21" fmla="*/ 185738 w 300038"/>
                <a:gd name="connsiteY21" fmla="*/ 61912 h 219075"/>
                <a:gd name="connsiteX22" fmla="*/ 176213 w 300038"/>
                <a:gd name="connsiteY22" fmla="*/ 71437 h 219075"/>
                <a:gd name="connsiteX23" fmla="*/ 140494 w 300038"/>
                <a:gd name="connsiteY23" fmla="*/ 50006 h 219075"/>
                <a:gd name="connsiteX24" fmla="*/ 114300 w 300038"/>
                <a:gd name="connsiteY24" fmla="*/ 73818 h 219075"/>
                <a:gd name="connsiteX25" fmla="*/ 83344 w 300038"/>
                <a:gd name="connsiteY25" fmla="*/ 71437 h 219075"/>
                <a:gd name="connsiteX26" fmla="*/ 50007 w 300038"/>
                <a:gd name="connsiteY26" fmla="*/ 73818 h 219075"/>
                <a:gd name="connsiteX27" fmla="*/ 45245 w 300038"/>
                <a:gd name="connsiteY27" fmla="*/ 54768 h 219075"/>
                <a:gd name="connsiteX28" fmla="*/ 9525 w 300038"/>
                <a:gd name="connsiteY28" fmla="*/ 40481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00038" h="219075">
                  <a:moveTo>
                    <a:pt x="9525" y="40481"/>
                  </a:moveTo>
                  <a:lnTo>
                    <a:pt x="0" y="100012"/>
                  </a:lnTo>
                  <a:lnTo>
                    <a:pt x="52388" y="128587"/>
                  </a:lnTo>
                  <a:lnTo>
                    <a:pt x="71438" y="154781"/>
                  </a:lnTo>
                  <a:lnTo>
                    <a:pt x="85725" y="200025"/>
                  </a:lnTo>
                  <a:lnTo>
                    <a:pt x="97632" y="207168"/>
                  </a:lnTo>
                  <a:lnTo>
                    <a:pt x="147638" y="207168"/>
                  </a:lnTo>
                  <a:lnTo>
                    <a:pt x="166688" y="219075"/>
                  </a:lnTo>
                  <a:lnTo>
                    <a:pt x="188119" y="211931"/>
                  </a:lnTo>
                  <a:lnTo>
                    <a:pt x="228600" y="207168"/>
                  </a:lnTo>
                  <a:lnTo>
                    <a:pt x="269082" y="192881"/>
                  </a:lnTo>
                  <a:lnTo>
                    <a:pt x="300038" y="192881"/>
                  </a:lnTo>
                  <a:lnTo>
                    <a:pt x="283369" y="171450"/>
                  </a:lnTo>
                  <a:lnTo>
                    <a:pt x="259557" y="145256"/>
                  </a:lnTo>
                  <a:lnTo>
                    <a:pt x="219075" y="92868"/>
                  </a:lnTo>
                  <a:lnTo>
                    <a:pt x="240507" y="95250"/>
                  </a:lnTo>
                  <a:lnTo>
                    <a:pt x="250032" y="64293"/>
                  </a:lnTo>
                  <a:lnTo>
                    <a:pt x="228600" y="45243"/>
                  </a:lnTo>
                  <a:lnTo>
                    <a:pt x="211932" y="0"/>
                  </a:lnTo>
                  <a:lnTo>
                    <a:pt x="195263" y="7143"/>
                  </a:lnTo>
                  <a:lnTo>
                    <a:pt x="185738" y="30956"/>
                  </a:lnTo>
                  <a:lnTo>
                    <a:pt x="185738" y="61912"/>
                  </a:lnTo>
                  <a:lnTo>
                    <a:pt x="176213" y="71437"/>
                  </a:lnTo>
                  <a:lnTo>
                    <a:pt x="140494" y="50006"/>
                  </a:lnTo>
                  <a:lnTo>
                    <a:pt x="114300" y="73818"/>
                  </a:lnTo>
                  <a:lnTo>
                    <a:pt x="83344" y="71437"/>
                  </a:lnTo>
                  <a:lnTo>
                    <a:pt x="50007" y="73818"/>
                  </a:lnTo>
                  <a:lnTo>
                    <a:pt x="45245" y="54768"/>
                  </a:lnTo>
                  <a:lnTo>
                    <a:pt x="9525" y="40481"/>
                  </a:lnTo>
                  <a:close/>
                </a:path>
              </a:pathLst>
            </a:custGeom>
            <a:solidFill>
              <a:srgbClr val="7030A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1" name="Freeform: Shape 1075">
              <a:extLst>
                <a:ext uri="{FF2B5EF4-FFF2-40B4-BE49-F238E27FC236}">
                  <a16:creationId xmlns:a16="http://schemas.microsoft.com/office/drawing/2014/main" id="{641FC517-10A7-421C-805A-EEDF0F7B9EA6}"/>
                </a:ext>
              </a:extLst>
            </p:cNvPr>
            <p:cNvSpPr/>
            <p:nvPr/>
          </p:nvSpPr>
          <p:spPr bwMode="auto">
            <a:xfrm>
              <a:off x="5105400" y="4300538"/>
              <a:ext cx="364331" cy="292893"/>
            </a:xfrm>
            <a:custGeom>
              <a:avLst/>
              <a:gdLst>
                <a:gd name="connsiteX0" fmla="*/ 0 w 364331"/>
                <a:gd name="connsiteY0" fmla="*/ 147637 h 292893"/>
                <a:gd name="connsiteX1" fmla="*/ 85725 w 364331"/>
                <a:gd name="connsiteY1" fmla="*/ 252412 h 292893"/>
                <a:gd name="connsiteX2" fmla="*/ 135731 w 364331"/>
                <a:gd name="connsiteY2" fmla="*/ 280987 h 292893"/>
                <a:gd name="connsiteX3" fmla="*/ 169069 w 364331"/>
                <a:gd name="connsiteY3" fmla="*/ 292893 h 292893"/>
                <a:gd name="connsiteX4" fmla="*/ 185738 w 364331"/>
                <a:gd name="connsiteY4" fmla="*/ 276225 h 292893"/>
                <a:gd name="connsiteX5" fmla="*/ 211931 w 364331"/>
                <a:gd name="connsiteY5" fmla="*/ 280987 h 292893"/>
                <a:gd name="connsiteX6" fmla="*/ 238125 w 364331"/>
                <a:gd name="connsiteY6" fmla="*/ 264318 h 292893"/>
                <a:gd name="connsiteX7" fmla="*/ 288131 w 364331"/>
                <a:gd name="connsiteY7" fmla="*/ 240506 h 292893"/>
                <a:gd name="connsiteX8" fmla="*/ 364331 w 364331"/>
                <a:gd name="connsiteY8" fmla="*/ 171450 h 292893"/>
                <a:gd name="connsiteX9" fmla="*/ 300038 w 364331"/>
                <a:gd name="connsiteY9" fmla="*/ 152400 h 292893"/>
                <a:gd name="connsiteX10" fmla="*/ 238125 w 364331"/>
                <a:gd name="connsiteY10" fmla="*/ 116681 h 292893"/>
                <a:gd name="connsiteX11" fmla="*/ 233363 w 364331"/>
                <a:gd name="connsiteY11" fmla="*/ 90487 h 292893"/>
                <a:gd name="connsiteX12" fmla="*/ 211931 w 364331"/>
                <a:gd name="connsiteY12" fmla="*/ 80962 h 292893"/>
                <a:gd name="connsiteX13" fmla="*/ 207169 w 364331"/>
                <a:gd name="connsiteY13" fmla="*/ 52387 h 292893"/>
                <a:gd name="connsiteX14" fmla="*/ 180975 w 364331"/>
                <a:gd name="connsiteY14" fmla="*/ 26193 h 292893"/>
                <a:gd name="connsiteX15" fmla="*/ 157163 w 364331"/>
                <a:gd name="connsiteY15" fmla="*/ 7143 h 292893"/>
                <a:gd name="connsiteX16" fmla="*/ 121444 w 364331"/>
                <a:gd name="connsiteY16" fmla="*/ 0 h 292893"/>
                <a:gd name="connsiteX17" fmla="*/ 107156 w 364331"/>
                <a:gd name="connsiteY17" fmla="*/ 16668 h 292893"/>
                <a:gd name="connsiteX18" fmla="*/ 83344 w 364331"/>
                <a:gd name="connsiteY18" fmla="*/ 9525 h 292893"/>
                <a:gd name="connsiteX19" fmla="*/ 76200 w 364331"/>
                <a:gd name="connsiteY19" fmla="*/ 28575 h 292893"/>
                <a:gd name="connsiteX20" fmla="*/ 61913 w 364331"/>
                <a:gd name="connsiteY20" fmla="*/ 54768 h 292893"/>
                <a:gd name="connsiteX21" fmla="*/ 47625 w 364331"/>
                <a:gd name="connsiteY21" fmla="*/ 76200 h 292893"/>
                <a:gd name="connsiteX22" fmla="*/ 50006 w 364331"/>
                <a:gd name="connsiteY22" fmla="*/ 92868 h 292893"/>
                <a:gd name="connsiteX23" fmla="*/ 0 w 364331"/>
                <a:gd name="connsiteY23" fmla="*/ 147637 h 292893"/>
                <a:gd name="connsiteX0" fmla="*/ 0 w 364331"/>
                <a:gd name="connsiteY0" fmla="*/ 147637 h 292893"/>
                <a:gd name="connsiteX1" fmla="*/ 85725 w 364331"/>
                <a:gd name="connsiteY1" fmla="*/ 252412 h 292893"/>
                <a:gd name="connsiteX2" fmla="*/ 135731 w 364331"/>
                <a:gd name="connsiteY2" fmla="*/ 280987 h 292893"/>
                <a:gd name="connsiteX3" fmla="*/ 169069 w 364331"/>
                <a:gd name="connsiteY3" fmla="*/ 292893 h 292893"/>
                <a:gd name="connsiteX4" fmla="*/ 185738 w 364331"/>
                <a:gd name="connsiteY4" fmla="*/ 276225 h 292893"/>
                <a:gd name="connsiteX5" fmla="*/ 211931 w 364331"/>
                <a:gd name="connsiteY5" fmla="*/ 280987 h 292893"/>
                <a:gd name="connsiteX6" fmla="*/ 238125 w 364331"/>
                <a:gd name="connsiteY6" fmla="*/ 264318 h 292893"/>
                <a:gd name="connsiteX7" fmla="*/ 288131 w 364331"/>
                <a:gd name="connsiteY7" fmla="*/ 240506 h 292893"/>
                <a:gd name="connsiteX8" fmla="*/ 364331 w 364331"/>
                <a:gd name="connsiteY8" fmla="*/ 171450 h 292893"/>
                <a:gd name="connsiteX9" fmla="*/ 300038 w 364331"/>
                <a:gd name="connsiteY9" fmla="*/ 152400 h 292893"/>
                <a:gd name="connsiteX10" fmla="*/ 238125 w 364331"/>
                <a:gd name="connsiteY10" fmla="*/ 116681 h 292893"/>
                <a:gd name="connsiteX11" fmla="*/ 233363 w 364331"/>
                <a:gd name="connsiteY11" fmla="*/ 90487 h 292893"/>
                <a:gd name="connsiteX12" fmla="*/ 211931 w 364331"/>
                <a:gd name="connsiteY12" fmla="*/ 80962 h 292893"/>
                <a:gd name="connsiteX13" fmla="*/ 207169 w 364331"/>
                <a:gd name="connsiteY13" fmla="*/ 52387 h 292893"/>
                <a:gd name="connsiteX14" fmla="*/ 180975 w 364331"/>
                <a:gd name="connsiteY14" fmla="*/ 26193 h 292893"/>
                <a:gd name="connsiteX15" fmla="*/ 157163 w 364331"/>
                <a:gd name="connsiteY15" fmla="*/ 7143 h 292893"/>
                <a:gd name="connsiteX16" fmla="*/ 121444 w 364331"/>
                <a:gd name="connsiteY16" fmla="*/ 0 h 292893"/>
                <a:gd name="connsiteX17" fmla="*/ 107156 w 364331"/>
                <a:gd name="connsiteY17" fmla="*/ 16668 h 292893"/>
                <a:gd name="connsiteX18" fmla="*/ 83344 w 364331"/>
                <a:gd name="connsiteY18" fmla="*/ 9525 h 292893"/>
                <a:gd name="connsiteX19" fmla="*/ 76200 w 364331"/>
                <a:gd name="connsiteY19" fmla="*/ 28575 h 292893"/>
                <a:gd name="connsiteX20" fmla="*/ 61913 w 364331"/>
                <a:gd name="connsiteY20" fmla="*/ 54768 h 292893"/>
                <a:gd name="connsiteX21" fmla="*/ 47625 w 364331"/>
                <a:gd name="connsiteY21" fmla="*/ 76200 h 292893"/>
                <a:gd name="connsiteX22" fmla="*/ 50006 w 364331"/>
                <a:gd name="connsiteY22" fmla="*/ 92868 h 292893"/>
                <a:gd name="connsiteX23" fmla="*/ 23813 w 364331"/>
                <a:gd name="connsiteY23" fmla="*/ 123825 h 292893"/>
                <a:gd name="connsiteX24" fmla="*/ 0 w 364331"/>
                <a:gd name="connsiteY24" fmla="*/ 147637 h 292893"/>
                <a:gd name="connsiteX0" fmla="*/ 0 w 364331"/>
                <a:gd name="connsiteY0" fmla="*/ 147637 h 292893"/>
                <a:gd name="connsiteX1" fmla="*/ 85725 w 364331"/>
                <a:gd name="connsiteY1" fmla="*/ 252412 h 292893"/>
                <a:gd name="connsiteX2" fmla="*/ 135731 w 364331"/>
                <a:gd name="connsiteY2" fmla="*/ 280987 h 292893"/>
                <a:gd name="connsiteX3" fmla="*/ 169069 w 364331"/>
                <a:gd name="connsiteY3" fmla="*/ 292893 h 292893"/>
                <a:gd name="connsiteX4" fmla="*/ 185738 w 364331"/>
                <a:gd name="connsiteY4" fmla="*/ 276225 h 292893"/>
                <a:gd name="connsiteX5" fmla="*/ 211931 w 364331"/>
                <a:gd name="connsiteY5" fmla="*/ 280987 h 292893"/>
                <a:gd name="connsiteX6" fmla="*/ 238125 w 364331"/>
                <a:gd name="connsiteY6" fmla="*/ 264318 h 292893"/>
                <a:gd name="connsiteX7" fmla="*/ 288131 w 364331"/>
                <a:gd name="connsiteY7" fmla="*/ 240506 h 292893"/>
                <a:gd name="connsiteX8" fmla="*/ 364331 w 364331"/>
                <a:gd name="connsiteY8" fmla="*/ 171450 h 292893"/>
                <a:gd name="connsiteX9" fmla="*/ 300038 w 364331"/>
                <a:gd name="connsiteY9" fmla="*/ 152400 h 292893"/>
                <a:gd name="connsiteX10" fmla="*/ 238125 w 364331"/>
                <a:gd name="connsiteY10" fmla="*/ 116681 h 292893"/>
                <a:gd name="connsiteX11" fmla="*/ 233363 w 364331"/>
                <a:gd name="connsiteY11" fmla="*/ 90487 h 292893"/>
                <a:gd name="connsiteX12" fmla="*/ 211931 w 364331"/>
                <a:gd name="connsiteY12" fmla="*/ 80962 h 292893"/>
                <a:gd name="connsiteX13" fmla="*/ 207169 w 364331"/>
                <a:gd name="connsiteY13" fmla="*/ 52387 h 292893"/>
                <a:gd name="connsiteX14" fmla="*/ 180975 w 364331"/>
                <a:gd name="connsiteY14" fmla="*/ 26193 h 292893"/>
                <a:gd name="connsiteX15" fmla="*/ 157163 w 364331"/>
                <a:gd name="connsiteY15" fmla="*/ 7143 h 292893"/>
                <a:gd name="connsiteX16" fmla="*/ 121444 w 364331"/>
                <a:gd name="connsiteY16" fmla="*/ 0 h 292893"/>
                <a:gd name="connsiteX17" fmla="*/ 107156 w 364331"/>
                <a:gd name="connsiteY17" fmla="*/ 16668 h 292893"/>
                <a:gd name="connsiteX18" fmla="*/ 83344 w 364331"/>
                <a:gd name="connsiteY18" fmla="*/ 9525 h 292893"/>
                <a:gd name="connsiteX19" fmla="*/ 76200 w 364331"/>
                <a:gd name="connsiteY19" fmla="*/ 28575 h 292893"/>
                <a:gd name="connsiteX20" fmla="*/ 61913 w 364331"/>
                <a:gd name="connsiteY20" fmla="*/ 54768 h 292893"/>
                <a:gd name="connsiteX21" fmla="*/ 47625 w 364331"/>
                <a:gd name="connsiteY21" fmla="*/ 76200 h 292893"/>
                <a:gd name="connsiteX22" fmla="*/ 50006 w 364331"/>
                <a:gd name="connsiteY22" fmla="*/ 92868 h 292893"/>
                <a:gd name="connsiteX23" fmla="*/ 35719 w 364331"/>
                <a:gd name="connsiteY23" fmla="*/ 142875 h 292893"/>
                <a:gd name="connsiteX24" fmla="*/ 0 w 364331"/>
                <a:gd name="connsiteY24" fmla="*/ 147637 h 292893"/>
                <a:gd name="connsiteX0" fmla="*/ 0 w 364331"/>
                <a:gd name="connsiteY0" fmla="*/ 147637 h 292893"/>
                <a:gd name="connsiteX1" fmla="*/ 85725 w 364331"/>
                <a:gd name="connsiteY1" fmla="*/ 252412 h 292893"/>
                <a:gd name="connsiteX2" fmla="*/ 135731 w 364331"/>
                <a:gd name="connsiteY2" fmla="*/ 280987 h 292893"/>
                <a:gd name="connsiteX3" fmla="*/ 169069 w 364331"/>
                <a:gd name="connsiteY3" fmla="*/ 292893 h 292893"/>
                <a:gd name="connsiteX4" fmla="*/ 185738 w 364331"/>
                <a:gd name="connsiteY4" fmla="*/ 276225 h 292893"/>
                <a:gd name="connsiteX5" fmla="*/ 211931 w 364331"/>
                <a:gd name="connsiteY5" fmla="*/ 280987 h 292893"/>
                <a:gd name="connsiteX6" fmla="*/ 238125 w 364331"/>
                <a:gd name="connsiteY6" fmla="*/ 264318 h 292893"/>
                <a:gd name="connsiteX7" fmla="*/ 288131 w 364331"/>
                <a:gd name="connsiteY7" fmla="*/ 240506 h 292893"/>
                <a:gd name="connsiteX8" fmla="*/ 364331 w 364331"/>
                <a:gd name="connsiteY8" fmla="*/ 171450 h 292893"/>
                <a:gd name="connsiteX9" fmla="*/ 300038 w 364331"/>
                <a:gd name="connsiteY9" fmla="*/ 152400 h 292893"/>
                <a:gd name="connsiteX10" fmla="*/ 238125 w 364331"/>
                <a:gd name="connsiteY10" fmla="*/ 116681 h 292893"/>
                <a:gd name="connsiteX11" fmla="*/ 233363 w 364331"/>
                <a:gd name="connsiteY11" fmla="*/ 90487 h 292893"/>
                <a:gd name="connsiteX12" fmla="*/ 211931 w 364331"/>
                <a:gd name="connsiteY12" fmla="*/ 80962 h 292893"/>
                <a:gd name="connsiteX13" fmla="*/ 207169 w 364331"/>
                <a:gd name="connsiteY13" fmla="*/ 52387 h 292893"/>
                <a:gd name="connsiteX14" fmla="*/ 180975 w 364331"/>
                <a:gd name="connsiteY14" fmla="*/ 26193 h 292893"/>
                <a:gd name="connsiteX15" fmla="*/ 157163 w 364331"/>
                <a:gd name="connsiteY15" fmla="*/ 7143 h 292893"/>
                <a:gd name="connsiteX16" fmla="*/ 121444 w 364331"/>
                <a:gd name="connsiteY16" fmla="*/ 0 h 292893"/>
                <a:gd name="connsiteX17" fmla="*/ 107156 w 364331"/>
                <a:gd name="connsiteY17" fmla="*/ 16668 h 292893"/>
                <a:gd name="connsiteX18" fmla="*/ 83344 w 364331"/>
                <a:gd name="connsiteY18" fmla="*/ 9525 h 292893"/>
                <a:gd name="connsiteX19" fmla="*/ 76200 w 364331"/>
                <a:gd name="connsiteY19" fmla="*/ 28575 h 292893"/>
                <a:gd name="connsiteX20" fmla="*/ 61913 w 364331"/>
                <a:gd name="connsiteY20" fmla="*/ 54768 h 292893"/>
                <a:gd name="connsiteX21" fmla="*/ 47625 w 364331"/>
                <a:gd name="connsiteY21" fmla="*/ 76200 h 292893"/>
                <a:gd name="connsiteX22" fmla="*/ 50006 w 364331"/>
                <a:gd name="connsiteY22" fmla="*/ 92868 h 292893"/>
                <a:gd name="connsiteX23" fmla="*/ 38100 w 364331"/>
                <a:gd name="connsiteY23" fmla="*/ 109537 h 292893"/>
                <a:gd name="connsiteX24" fmla="*/ 35719 w 364331"/>
                <a:gd name="connsiteY24" fmla="*/ 142875 h 292893"/>
                <a:gd name="connsiteX25" fmla="*/ 0 w 364331"/>
                <a:gd name="connsiteY25" fmla="*/ 147637 h 292893"/>
                <a:gd name="connsiteX0" fmla="*/ 0 w 364331"/>
                <a:gd name="connsiteY0" fmla="*/ 147637 h 292893"/>
                <a:gd name="connsiteX1" fmla="*/ 85725 w 364331"/>
                <a:gd name="connsiteY1" fmla="*/ 252412 h 292893"/>
                <a:gd name="connsiteX2" fmla="*/ 135731 w 364331"/>
                <a:gd name="connsiteY2" fmla="*/ 280987 h 292893"/>
                <a:gd name="connsiteX3" fmla="*/ 169069 w 364331"/>
                <a:gd name="connsiteY3" fmla="*/ 292893 h 292893"/>
                <a:gd name="connsiteX4" fmla="*/ 185738 w 364331"/>
                <a:gd name="connsiteY4" fmla="*/ 276225 h 292893"/>
                <a:gd name="connsiteX5" fmla="*/ 211931 w 364331"/>
                <a:gd name="connsiteY5" fmla="*/ 280987 h 292893"/>
                <a:gd name="connsiteX6" fmla="*/ 238125 w 364331"/>
                <a:gd name="connsiteY6" fmla="*/ 264318 h 292893"/>
                <a:gd name="connsiteX7" fmla="*/ 288131 w 364331"/>
                <a:gd name="connsiteY7" fmla="*/ 240506 h 292893"/>
                <a:gd name="connsiteX8" fmla="*/ 364331 w 364331"/>
                <a:gd name="connsiteY8" fmla="*/ 171450 h 292893"/>
                <a:gd name="connsiteX9" fmla="*/ 300038 w 364331"/>
                <a:gd name="connsiteY9" fmla="*/ 152400 h 292893"/>
                <a:gd name="connsiteX10" fmla="*/ 238125 w 364331"/>
                <a:gd name="connsiteY10" fmla="*/ 116681 h 292893"/>
                <a:gd name="connsiteX11" fmla="*/ 233363 w 364331"/>
                <a:gd name="connsiteY11" fmla="*/ 90487 h 292893"/>
                <a:gd name="connsiteX12" fmla="*/ 211931 w 364331"/>
                <a:gd name="connsiteY12" fmla="*/ 80962 h 292893"/>
                <a:gd name="connsiteX13" fmla="*/ 207169 w 364331"/>
                <a:gd name="connsiteY13" fmla="*/ 52387 h 292893"/>
                <a:gd name="connsiteX14" fmla="*/ 180975 w 364331"/>
                <a:gd name="connsiteY14" fmla="*/ 26193 h 292893"/>
                <a:gd name="connsiteX15" fmla="*/ 157163 w 364331"/>
                <a:gd name="connsiteY15" fmla="*/ 7143 h 292893"/>
                <a:gd name="connsiteX16" fmla="*/ 121444 w 364331"/>
                <a:gd name="connsiteY16" fmla="*/ 0 h 292893"/>
                <a:gd name="connsiteX17" fmla="*/ 107156 w 364331"/>
                <a:gd name="connsiteY17" fmla="*/ 16668 h 292893"/>
                <a:gd name="connsiteX18" fmla="*/ 83344 w 364331"/>
                <a:gd name="connsiteY18" fmla="*/ 9525 h 292893"/>
                <a:gd name="connsiteX19" fmla="*/ 76200 w 364331"/>
                <a:gd name="connsiteY19" fmla="*/ 28575 h 292893"/>
                <a:gd name="connsiteX20" fmla="*/ 61913 w 364331"/>
                <a:gd name="connsiteY20" fmla="*/ 54768 h 292893"/>
                <a:gd name="connsiteX21" fmla="*/ 47625 w 364331"/>
                <a:gd name="connsiteY21" fmla="*/ 76200 h 292893"/>
                <a:gd name="connsiteX22" fmla="*/ 50006 w 364331"/>
                <a:gd name="connsiteY22" fmla="*/ 92868 h 292893"/>
                <a:gd name="connsiteX23" fmla="*/ 33337 w 364331"/>
                <a:gd name="connsiteY23" fmla="*/ 107156 h 292893"/>
                <a:gd name="connsiteX24" fmla="*/ 35719 w 364331"/>
                <a:gd name="connsiteY24" fmla="*/ 142875 h 292893"/>
                <a:gd name="connsiteX25" fmla="*/ 0 w 364331"/>
                <a:gd name="connsiteY25" fmla="*/ 147637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4331" h="292893">
                  <a:moveTo>
                    <a:pt x="0" y="147637"/>
                  </a:moveTo>
                  <a:lnTo>
                    <a:pt x="85725" y="252412"/>
                  </a:lnTo>
                  <a:lnTo>
                    <a:pt x="135731" y="280987"/>
                  </a:lnTo>
                  <a:lnTo>
                    <a:pt x="169069" y="292893"/>
                  </a:lnTo>
                  <a:lnTo>
                    <a:pt x="185738" y="276225"/>
                  </a:lnTo>
                  <a:lnTo>
                    <a:pt x="211931" y="280987"/>
                  </a:lnTo>
                  <a:lnTo>
                    <a:pt x="238125" y="264318"/>
                  </a:lnTo>
                  <a:lnTo>
                    <a:pt x="288131" y="240506"/>
                  </a:lnTo>
                  <a:lnTo>
                    <a:pt x="364331" y="171450"/>
                  </a:lnTo>
                  <a:lnTo>
                    <a:pt x="300038" y="152400"/>
                  </a:lnTo>
                  <a:lnTo>
                    <a:pt x="238125" y="116681"/>
                  </a:lnTo>
                  <a:lnTo>
                    <a:pt x="233363" y="90487"/>
                  </a:lnTo>
                  <a:lnTo>
                    <a:pt x="211931" y="80962"/>
                  </a:lnTo>
                  <a:lnTo>
                    <a:pt x="207169" y="52387"/>
                  </a:lnTo>
                  <a:lnTo>
                    <a:pt x="180975" y="26193"/>
                  </a:lnTo>
                  <a:lnTo>
                    <a:pt x="157163" y="7143"/>
                  </a:lnTo>
                  <a:lnTo>
                    <a:pt x="121444" y="0"/>
                  </a:lnTo>
                  <a:lnTo>
                    <a:pt x="107156" y="16668"/>
                  </a:lnTo>
                  <a:lnTo>
                    <a:pt x="83344" y="9525"/>
                  </a:lnTo>
                  <a:lnTo>
                    <a:pt x="76200" y="28575"/>
                  </a:lnTo>
                  <a:lnTo>
                    <a:pt x="61913" y="54768"/>
                  </a:lnTo>
                  <a:lnTo>
                    <a:pt x="47625" y="76200"/>
                  </a:lnTo>
                  <a:lnTo>
                    <a:pt x="50006" y="92868"/>
                  </a:lnTo>
                  <a:lnTo>
                    <a:pt x="33337" y="107156"/>
                  </a:lnTo>
                  <a:lnTo>
                    <a:pt x="35719" y="142875"/>
                  </a:lnTo>
                  <a:lnTo>
                    <a:pt x="0" y="147637"/>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2" name="Freeform: Shape 1076">
              <a:extLst>
                <a:ext uri="{FF2B5EF4-FFF2-40B4-BE49-F238E27FC236}">
                  <a16:creationId xmlns:a16="http://schemas.microsoft.com/office/drawing/2014/main" id="{1C3D795C-0411-471E-AC02-3ECD410D7E65}"/>
                </a:ext>
              </a:extLst>
            </p:cNvPr>
            <p:cNvSpPr/>
            <p:nvPr/>
          </p:nvSpPr>
          <p:spPr bwMode="auto">
            <a:xfrm>
              <a:off x="5314950" y="4329113"/>
              <a:ext cx="28575" cy="59531"/>
            </a:xfrm>
            <a:custGeom>
              <a:avLst/>
              <a:gdLst>
                <a:gd name="connsiteX0" fmla="*/ 21431 w 28575"/>
                <a:gd name="connsiteY0" fmla="*/ 0 h 59531"/>
                <a:gd name="connsiteX1" fmla="*/ 0 w 28575"/>
                <a:gd name="connsiteY1" fmla="*/ 47625 h 59531"/>
                <a:gd name="connsiteX2" fmla="*/ 28575 w 28575"/>
                <a:gd name="connsiteY2" fmla="*/ 59531 h 59531"/>
                <a:gd name="connsiteX3" fmla="*/ 21431 w 28575"/>
                <a:gd name="connsiteY3" fmla="*/ 0 h 59531"/>
              </a:gdLst>
              <a:ahLst/>
              <a:cxnLst>
                <a:cxn ang="0">
                  <a:pos x="connsiteX0" y="connsiteY0"/>
                </a:cxn>
                <a:cxn ang="0">
                  <a:pos x="connsiteX1" y="connsiteY1"/>
                </a:cxn>
                <a:cxn ang="0">
                  <a:pos x="connsiteX2" y="connsiteY2"/>
                </a:cxn>
                <a:cxn ang="0">
                  <a:pos x="connsiteX3" y="connsiteY3"/>
                </a:cxn>
              </a:cxnLst>
              <a:rect l="l" t="t" r="r" b="b"/>
              <a:pathLst>
                <a:path w="28575" h="59531">
                  <a:moveTo>
                    <a:pt x="21431" y="0"/>
                  </a:moveTo>
                  <a:lnTo>
                    <a:pt x="0" y="47625"/>
                  </a:lnTo>
                  <a:lnTo>
                    <a:pt x="28575" y="59531"/>
                  </a:lnTo>
                  <a:lnTo>
                    <a:pt x="21431"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3" name="Freeform: Shape 1077">
              <a:extLst>
                <a:ext uri="{FF2B5EF4-FFF2-40B4-BE49-F238E27FC236}">
                  <a16:creationId xmlns:a16="http://schemas.microsoft.com/office/drawing/2014/main" id="{D5B5F109-5664-4EDF-8343-9C8A8FA8AAF9}"/>
                </a:ext>
              </a:extLst>
            </p:cNvPr>
            <p:cNvSpPr/>
            <p:nvPr/>
          </p:nvSpPr>
          <p:spPr bwMode="auto">
            <a:xfrm>
              <a:off x="5188744" y="4207669"/>
              <a:ext cx="142875" cy="154781"/>
            </a:xfrm>
            <a:custGeom>
              <a:avLst/>
              <a:gdLst>
                <a:gd name="connsiteX0" fmla="*/ 40481 w 142875"/>
                <a:gd name="connsiteY0" fmla="*/ 0 h 154781"/>
                <a:gd name="connsiteX1" fmla="*/ 0 w 142875"/>
                <a:gd name="connsiteY1" fmla="*/ 30956 h 154781"/>
                <a:gd name="connsiteX2" fmla="*/ 0 w 142875"/>
                <a:gd name="connsiteY2" fmla="*/ 102394 h 154781"/>
                <a:gd name="connsiteX3" fmla="*/ 21431 w 142875"/>
                <a:gd name="connsiteY3" fmla="*/ 116681 h 154781"/>
                <a:gd name="connsiteX4" fmla="*/ 33337 w 142875"/>
                <a:gd name="connsiteY4" fmla="*/ 100012 h 154781"/>
                <a:gd name="connsiteX5" fmla="*/ 71437 w 142875"/>
                <a:gd name="connsiteY5" fmla="*/ 102394 h 154781"/>
                <a:gd name="connsiteX6" fmla="*/ 130969 w 142875"/>
                <a:gd name="connsiteY6" fmla="*/ 154781 h 154781"/>
                <a:gd name="connsiteX7" fmla="*/ 142875 w 142875"/>
                <a:gd name="connsiteY7" fmla="*/ 121444 h 154781"/>
                <a:gd name="connsiteX8" fmla="*/ 111919 w 142875"/>
                <a:gd name="connsiteY8" fmla="*/ 97631 h 154781"/>
                <a:gd name="connsiteX9" fmla="*/ 83344 w 142875"/>
                <a:gd name="connsiteY9" fmla="*/ 73819 h 154781"/>
                <a:gd name="connsiteX10" fmla="*/ 61912 w 142875"/>
                <a:gd name="connsiteY10" fmla="*/ 66675 h 154781"/>
                <a:gd name="connsiteX11" fmla="*/ 40481 w 142875"/>
                <a:gd name="connsiteY11" fmla="*/ 0 h 15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875" h="154781">
                  <a:moveTo>
                    <a:pt x="40481" y="0"/>
                  </a:moveTo>
                  <a:lnTo>
                    <a:pt x="0" y="30956"/>
                  </a:lnTo>
                  <a:lnTo>
                    <a:pt x="0" y="102394"/>
                  </a:lnTo>
                  <a:lnTo>
                    <a:pt x="21431" y="116681"/>
                  </a:lnTo>
                  <a:lnTo>
                    <a:pt x="33337" y="100012"/>
                  </a:lnTo>
                  <a:lnTo>
                    <a:pt x="71437" y="102394"/>
                  </a:lnTo>
                  <a:lnTo>
                    <a:pt x="130969" y="154781"/>
                  </a:lnTo>
                  <a:lnTo>
                    <a:pt x="142875" y="121444"/>
                  </a:lnTo>
                  <a:lnTo>
                    <a:pt x="111919" y="97631"/>
                  </a:lnTo>
                  <a:lnTo>
                    <a:pt x="83344" y="73819"/>
                  </a:lnTo>
                  <a:lnTo>
                    <a:pt x="61912" y="66675"/>
                  </a:lnTo>
                  <a:lnTo>
                    <a:pt x="40481"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4" name="Freeform: Shape 1079">
              <a:extLst>
                <a:ext uri="{FF2B5EF4-FFF2-40B4-BE49-F238E27FC236}">
                  <a16:creationId xmlns:a16="http://schemas.microsoft.com/office/drawing/2014/main" id="{7145303E-222D-4F4E-BF8E-99DEED90A733}"/>
                </a:ext>
              </a:extLst>
            </p:cNvPr>
            <p:cNvSpPr/>
            <p:nvPr/>
          </p:nvSpPr>
          <p:spPr bwMode="auto">
            <a:xfrm>
              <a:off x="4841081" y="4071938"/>
              <a:ext cx="376238" cy="385762"/>
            </a:xfrm>
            <a:custGeom>
              <a:avLst/>
              <a:gdLst>
                <a:gd name="connsiteX0" fmla="*/ 242888 w 376238"/>
                <a:gd name="connsiteY0" fmla="*/ 35718 h 385762"/>
                <a:gd name="connsiteX1" fmla="*/ 80963 w 376238"/>
                <a:gd name="connsiteY1" fmla="*/ 38100 h 385762"/>
                <a:gd name="connsiteX2" fmla="*/ 73819 w 376238"/>
                <a:gd name="connsiteY2" fmla="*/ 90487 h 385762"/>
                <a:gd name="connsiteX3" fmla="*/ 73819 w 376238"/>
                <a:gd name="connsiteY3" fmla="*/ 90487 h 385762"/>
                <a:gd name="connsiteX4" fmla="*/ 45244 w 376238"/>
                <a:gd name="connsiteY4" fmla="*/ 97631 h 385762"/>
                <a:gd name="connsiteX5" fmla="*/ 45244 w 376238"/>
                <a:gd name="connsiteY5" fmla="*/ 126206 h 385762"/>
                <a:gd name="connsiteX6" fmla="*/ 23813 w 376238"/>
                <a:gd name="connsiteY6" fmla="*/ 102393 h 385762"/>
                <a:gd name="connsiteX7" fmla="*/ 26194 w 376238"/>
                <a:gd name="connsiteY7" fmla="*/ 202406 h 385762"/>
                <a:gd name="connsiteX8" fmla="*/ 0 w 376238"/>
                <a:gd name="connsiteY8" fmla="*/ 235743 h 385762"/>
                <a:gd name="connsiteX9" fmla="*/ 2382 w 376238"/>
                <a:gd name="connsiteY9" fmla="*/ 323850 h 385762"/>
                <a:gd name="connsiteX10" fmla="*/ 35719 w 376238"/>
                <a:gd name="connsiteY10" fmla="*/ 342900 h 385762"/>
                <a:gd name="connsiteX11" fmla="*/ 45244 w 376238"/>
                <a:gd name="connsiteY11" fmla="*/ 385762 h 385762"/>
                <a:gd name="connsiteX12" fmla="*/ 59532 w 376238"/>
                <a:gd name="connsiteY12" fmla="*/ 326231 h 385762"/>
                <a:gd name="connsiteX13" fmla="*/ 92869 w 376238"/>
                <a:gd name="connsiteY13" fmla="*/ 342900 h 385762"/>
                <a:gd name="connsiteX14" fmla="*/ 97632 w 376238"/>
                <a:gd name="connsiteY14" fmla="*/ 364331 h 385762"/>
                <a:gd name="connsiteX15" fmla="*/ 159544 w 376238"/>
                <a:gd name="connsiteY15" fmla="*/ 357187 h 385762"/>
                <a:gd name="connsiteX16" fmla="*/ 188119 w 376238"/>
                <a:gd name="connsiteY16" fmla="*/ 338137 h 385762"/>
                <a:gd name="connsiteX17" fmla="*/ 216694 w 376238"/>
                <a:gd name="connsiteY17" fmla="*/ 361950 h 385762"/>
                <a:gd name="connsiteX18" fmla="*/ 230982 w 376238"/>
                <a:gd name="connsiteY18" fmla="*/ 345281 h 385762"/>
                <a:gd name="connsiteX19" fmla="*/ 233363 w 376238"/>
                <a:gd name="connsiteY19" fmla="*/ 321468 h 385762"/>
                <a:gd name="connsiteX20" fmla="*/ 245269 w 376238"/>
                <a:gd name="connsiteY20" fmla="*/ 288131 h 385762"/>
                <a:gd name="connsiteX21" fmla="*/ 254794 w 376238"/>
                <a:gd name="connsiteY21" fmla="*/ 283368 h 385762"/>
                <a:gd name="connsiteX22" fmla="*/ 273844 w 376238"/>
                <a:gd name="connsiteY22" fmla="*/ 333375 h 385762"/>
                <a:gd name="connsiteX23" fmla="*/ 302419 w 376238"/>
                <a:gd name="connsiteY23" fmla="*/ 352425 h 385762"/>
                <a:gd name="connsiteX24" fmla="*/ 302419 w 376238"/>
                <a:gd name="connsiteY24" fmla="*/ 328612 h 385762"/>
                <a:gd name="connsiteX25" fmla="*/ 314325 w 376238"/>
                <a:gd name="connsiteY25" fmla="*/ 316706 h 385762"/>
                <a:gd name="connsiteX26" fmla="*/ 314325 w 376238"/>
                <a:gd name="connsiteY26" fmla="*/ 292893 h 385762"/>
                <a:gd name="connsiteX27" fmla="*/ 345282 w 376238"/>
                <a:gd name="connsiteY27" fmla="*/ 235743 h 385762"/>
                <a:gd name="connsiteX28" fmla="*/ 352425 w 376238"/>
                <a:gd name="connsiteY28" fmla="*/ 164306 h 385762"/>
                <a:gd name="connsiteX29" fmla="*/ 376238 w 376238"/>
                <a:gd name="connsiteY29" fmla="*/ 135731 h 385762"/>
                <a:gd name="connsiteX30" fmla="*/ 354807 w 376238"/>
                <a:gd name="connsiteY30" fmla="*/ 119062 h 385762"/>
                <a:gd name="connsiteX31" fmla="*/ 352425 w 376238"/>
                <a:gd name="connsiteY31" fmla="*/ 85725 h 385762"/>
                <a:gd name="connsiteX32" fmla="*/ 345282 w 376238"/>
                <a:gd name="connsiteY32" fmla="*/ 69056 h 385762"/>
                <a:gd name="connsiteX33" fmla="*/ 338138 w 376238"/>
                <a:gd name="connsiteY33" fmla="*/ 40481 h 385762"/>
                <a:gd name="connsiteX34" fmla="*/ 309563 w 376238"/>
                <a:gd name="connsiteY34" fmla="*/ 0 h 385762"/>
                <a:gd name="connsiteX35" fmla="*/ 242888 w 376238"/>
                <a:gd name="connsiteY35" fmla="*/ 35718 h 385762"/>
                <a:gd name="connsiteX0" fmla="*/ 242888 w 376238"/>
                <a:gd name="connsiteY0" fmla="*/ 35718 h 385762"/>
                <a:gd name="connsiteX1" fmla="*/ 80963 w 376238"/>
                <a:gd name="connsiteY1" fmla="*/ 38100 h 385762"/>
                <a:gd name="connsiteX2" fmla="*/ 73819 w 376238"/>
                <a:gd name="connsiteY2" fmla="*/ 90487 h 385762"/>
                <a:gd name="connsiteX3" fmla="*/ 73819 w 376238"/>
                <a:gd name="connsiteY3" fmla="*/ 90487 h 385762"/>
                <a:gd name="connsiteX4" fmla="*/ 45244 w 376238"/>
                <a:gd name="connsiteY4" fmla="*/ 97631 h 385762"/>
                <a:gd name="connsiteX5" fmla="*/ 45244 w 376238"/>
                <a:gd name="connsiteY5" fmla="*/ 126206 h 385762"/>
                <a:gd name="connsiteX6" fmla="*/ 23813 w 376238"/>
                <a:gd name="connsiteY6" fmla="*/ 102393 h 385762"/>
                <a:gd name="connsiteX7" fmla="*/ 26194 w 376238"/>
                <a:gd name="connsiteY7" fmla="*/ 202406 h 385762"/>
                <a:gd name="connsiteX8" fmla="*/ 0 w 376238"/>
                <a:gd name="connsiteY8" fmla="*/ 235743 h 385762"/>
                <a:gd name="connsiteX9" fmla="*/ 2382 w 376238"/>
                <a:gd name="connsiteY9" fmla="*/ 323850 h 385762"/>
                <a:gd name="connsiteX10" fmla="*/ 35719 w 376238"/>
                <a:gd name="connsiteY10" fmla="*/ 342900 h 385762"/>
                <a:gd name="connsiteX11" fmla="*/ 45244 w 376238"/>
                <a:gd name="connsiteY11" fmla="*/ 385762 h 385762"/>
                <a:gd name="connsiteX12" fmla="*/ 59532 w 376238"/>
                <a:gd name="connsiteY12" fmla="*/ 326231 h 385762"/>
                <a:gd name="connsiteX13" fmla="*/ 92869 w 376238"/>
                <a:gd name="connsiteY13" fmla="*/ 342900 h 385762"/>
                <a:gd name="connsiteX14" fmla="*/ 97632 w 376238"/>
                <a:gd name="connsiteY14" fmla="*/ 364331 h 385762"/>
                <a:gd name="connsiteX15" fmla="*/ 159544 w 376238"/>
                <a:gd name="connsiteY15" fmla="*/ 357187 h 385762"/>
                <a:gd name="connsiteX16" fmla="*/ 188119 w 376238"/>
                <a:gd name="connsiteY16" fmla="*/ 338137 h 385762"/>
                <a:gd name="connsiteX17" fmla="*/ 216694 w 376238"/>
                <a:gd name="connsiteY17" fmla="*/ 361950 h 385762"/>
                <a:gd name="connsiteX18" fmla="*/ 230982 w 376238"/>
                <a:gd name="connsiteY18" fmla="*/ 345281 h 385762"/>
                <a:gd name="connsiteX19" fmla="*/ 233363 w 376238"/>
                <a:gd name="connsiteY19" fmla="*/ 321468 h 385762"/>
                <a:gd name="connsiteX20" fmla="*/ 245269 w 376238"/>
                <a:gd name="connsiteY20" fmla="*/ 288131 h 385762"/>
                <a:gd name="connsiteX21" fmla="*/ 254794 w 376238"/>
                <a:gd name="connsiteY21" fmla="*/ 283368 h 385762"/>
                <a:gd name="connsiteX22" fmla="*/ 273844 w 376238"/>
                <a:gd name="connsiteY22" fmla="*/ 333375 h 385762"/>
                <a:gd name="connsiteX23" fmla="*/ 302419 w 376238"/>
                <a:gd name="connsiteY23" fmla="*/ 352425 h 385762"/>
                <a:gd name="connsiteX24" fmla="*/ 302419 w 376238"/>
                <a:gd name="connsiteY24" fmla="*/ 328612 h 385762"/>
                <a:gd name="connsiteX25" fmla="*/ 314325 w 376238"/>
                <a:gd name="connsiteY25" fmla="*/ 316706 h 385762"/>
                <a:gd name="connsiteX26" fmla="*/ 314325 w 376238"/>
                <a:gd name="connsiteY26" fmla="*/ 292893 h 385762"/>
                <a:gd name="connsiteX27" fmla="*/ 345282 w 376238"/>
                <a:gd name="connsiteY27" fmla="*/ 235743 h 385762"/>
                <a:gd name="connsiteX28" fmla="*/ 352425 w 376238"/>
                <a:gd name="connsiteY28" fmla="*/ 164306 h 385762"/>
                <a:gd name="connsiteX29" fmla="*/ 376238 w 376238"/>
                <a:gd name="connsiteY29" fmla="*/ 135731 h 385762"/>
                <a:gd name="connsiteX30" fmla="*/ 354807 w 376238"/>
                <a:gd name="connsiteY30" fmla="*/ 119062 h 385762"/>
                <a:gd name="connsiteX31" fmla="*/ 352425 w 376238"/>
                <a:gd name="connsiteY31" fmla="*/ 85725 h 385762"/>
                <a:gd name="connsiteX32" fmla="*/ 345282 w 376238"/>
                <a:gd name="connsiteY32" fmla="*/ 69056 h 385762"/>
                <a:gd name="connsiteX33" fmla="*/ 338138 w 376238"/>
                <a:gd name="connsiteY33" fmla="*/ 40481 h 385762"/>
                <a:gd name="connsiteX34" fmla="*/ 309563 w 376238"/>
                <a:gd name="connsiteY34" fmla="*/ 0 h 385762"/>
                <a:gd name="connsiteX35" fmla="*/ 285750 w 376238"/>
                <a:gd name="connsiteY35" fmla="*/ 16668 h 385762"/>
                <a:gd name="connsiteX36" fmla="*/ 242888 w 376238"/>
                <a:gd name="connsiteY36" fmla="*/ 35718 h 385762"/>
                <a:gd name="connsiteX0" fmla="*/ 242888 w 376238"/>
                <a:gd name="connsiteY0" fmla="*/ 35718 h 385762"/>
                <a:gd name="connsiteX1" fmla="*/ 80963 w 376238"/>
                <a:gd name="connsiteY1" fmla="*/ 38100 h 385762"/>
                <a:gd name="connsiteX2" fmla="*/ 73819 w 376238"/>
                <a:gd name="connsiteY2" fmla="*/ 90487 h 385762"/>
                <a:gd name="connsiteX3" fmla="*/ 73819 w 376238"/>
                <a:gd name="connsiteY3" fmla="*/ 90487 h 385762"/>
                <a:gd name="connsiteX4" fmla="*/ 45244 w 376238"/>
                <a:gd name="connsiteY4" fmla="*/ 97631 h 385762"/>
                <a:gd name="connsiteX5" fmla="*/ 45244 w 376238"/>
                <a:gd name="connsiteY5" fmla="*/ 126206 h 385762"/>
                <a:gd name="connsiteX6" fmla="*/ 23813 w 376238"/>
                <a:gd name="connsiteY6" fmla="*/ 102393 h 385762"/>
                <a:gd name="connsiteX7" fmla="*/ 26194 w 376238"/>
                <a:gd name="connsiteY7" fmla="*/ 202406 h 385762"/>
                <a:gd name="connsiteX8" fmla="*/ 0 w 376238"/>
                <a:gd name="connsiteY8" fmla="*/ 235743 h 385762"/>
                <a:gd name="connsiteX9" fmla="*/ 2382 w 376238"/>
                <a:gd name="connsiteY9" fmla="*/ 323850 h 385762"/>
                <a:gd name="connsiteX10" fmla="*/ 35719 w 376238"/>
                <a:gd name="connsiteY10" fmla="*/ 342900 h 385762"/>
                <a:gd name="connsiteX11" fmla="*/ 45244 w 376238"/>
                <a:gd name="connsiteY11" fmla="*/ 385762 h 385762"/>
                <a:gd name="connsiteX12" fmla="*/ 59532 w 376238"/>
                <a:gd name="connsiteY12" fmla="*/ 326231 h 385762"/>
                <a:gd name="connsiteX13" fmla="*/ 92869 w 376238"/>
                <a:gd name="connsiteY13" fmla="*/ 342900 h 385762"/>
                <a:gd name="connsiteX14" fmla="*/ 97632 w 376238"/>
                <a:gd name="connsiteY14" fmla="*/ 364331 h 385762"/>
                <a:gd name="connsiteX15" fmla="*/ 159544 w 376238"/>
                <a:gd name="connsiteY15" fmla="*/ 357187 h 385762"/>
                <a:gd name="connsiteX16" fmla="*/ 188119 w 376238"/>
                <a:gd name="connsiteY16" fmla="*/ 338137 h 385762"/>
                <a:gd name="connsiteX17" fmla="*/ 216694 w 376238"/>
                <a:gd name="connsiteY17" fmla="*/ 361950 h 385762"/>
                <a:gd name="connsiteX18" fmla="*/ 230982 w 376238"/>
                <a:gd name="connsiteY18" fmla="*/ 345281 h 385762"/>
                <a:gd name="connsiteX19" fmla="*/ 233363 w 376238"/>
                <a:gd name="connsiteY19" fmla="*/ 321468 h 385762"/>
                <a:gd name="connsiteX20" fmla="*/ 245269 w 376238"/>
                <a:gd name="connsiteY20" fmla="*/ 288131 h 385762"/>
                <a:gd name="connsiteX21" fmla="*/ 254794 w 376238"/>
                <a:gd name="connsiteY21" fmla="*/ 283368 h 385762"/>
                <a:gd name="connsiteX22" fmla="*/ 273844 w 376238"/>
                <a:gd name="connsiteY22" fmla="*/ 333375 h 385762"/>
                <a:gd name="connsiteX23" fmla="*/ 302419 w 376238"/>
                <a:gd name="connsiteY23" fmla="*/ 352425 h 385762"/>
                <a:gd name="connsiteX24" fmla="*/ 302419 w 376238"/>
                <a:gd name="connsiteY24" fmla="*/ 328612 h 385762"/>
                <a:gd name="connsiteX25" fmla="*/ 314325 w 376238"/>
                <a:gd name="connsiteY25" fmla="*/ 316706 h 385762"/>
                <a:gd name="connsiteX26" fmla="*/ 314325 w 376238"/>
                <a:gd name="connsiteY26" fmla="*/ 292893 h 385762"/>
                <a:gd name="connsiteX27" fmla="*/ 345282 w 376238"/>
                <a:gd name="connsiteY27" fmla="*/ 235743 h 385762"/>
                <a:gd name="connsiteX28" fmla="*/ 352425 w 376238"/>
                <a:gd name="connsiteY28" fmla="*/ 164306 h 385762"/>
                <a:gd name="connsiteX29" fmla="*/ 376238 w 376238"/>
                <a:gd name="connsiteY29" fmla="*/ 135731 h 385762"/>
                <a:gd name="connsiteX30" fmla="*/ 354807 w 376238"/>
                <a:gd name="connsiteY30" fmla="*/ 119062 h 385762"/>
                <a:gd name="connsiteX31" fmla="*/ 352425 w 376238"/>
                <a:gd name="connsiteY31" fmla="*/ 85725 h 385762"/>
                <a:gd name="connsiteX32" fmla="*/ 345282 w 376238"/>
                <a:gd name="connsiteY32" fmla="*/ 69056 h 385762"/>
                <a:gd name="connsiteX33" fmla="*/ 338138 w 376238"/>
                <a:gd name="connsiteY33" fmla="*/ 40481 h 385762"/>
                <a:gd name="connsiteX34" fmla="*/ 309563 w 376238"/>
                <a:gd name="connsiteY34" fmla="*/ 0 h 385762"/>
                <a:gd name="connsiteX35" fmla="*/ 273844 w 376238"/>
                <a:gd name="connsiteY35" fmla="*/ 50006 h 385762"/>
                <a:gd name="connsiteX36" fmla="*/ 242888 w 376238"/>
                <a:gd name="connsiteY36" fmla="*/ 35718 h 385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76238" h="385762">
                  <a:moveTo>
                    <a:pt x="242888" y="35718"/>
                  </a:moveTo>
                  <a:lnTo>
                    <a:pt x="80963" y="38100"/>
                  </a:lnTo>
                  <a:lnTo>
                    <a:pt x="73819" y="90487"/>
                  </a:lnTo>
                  <a:lnTo>
                    <a:pt x="73819" y="90487"/>
                  </a:lnTo>
                  <a:lnTo>
                    <a:pt x="45244" y="97631"/>
                  </a:lnTo>
                  <a:lnTo>
                    <a:pt x="45244" y="126206"/>
                  </a:lnTo>
                  <a:lnTo>
                    <a:pt x="23813" y="102393"/>
                  </a:lnTo>
                  <a:cubicBezTo>
                    <a:pt x="24607" y="135731"/>
                    <a:pt x="25400" y="169068"/>
                    <a:pt x="26194" y="202406"/>
                  </a:cubicBezTo>
                  <a:lnTo>
                    <a:pt x="0" y="235743"/>
                  </a:lnTo>
                  <a:lnTo>
                    <a:pt x="2382" y="323850"/>
                  </a:lnTo>
                  <a:lnTo>
                    <a:pt x="35719" y="342900"/>
                  </a:lnTo>
                  <a:lnTo>
                    <a:pt x="45244" y="385762"/>
                  </a:lnTo>
                  <a:lnTo>
                    <a:pt x="59532" y="326231"/>
                  </a:lnTo>
                  <a:lnTo>
                    <a:pt x="92869" y="342900"/>
                  </a:lnTo>
                  <a:lnTo>
                    <a:pt x="97632" y="364331"/>
                  </a:lnTo>
                  <a:lnTo>
                    <a:pt x="159544" y="357187"/>
                  </a:lnTo>
                  <a:lnTo>
                    <a:pt x="188119" y="338137"/>
                  </a:lnTo>
                  <a:lnTo>
                    <a:pt x="216694" y="361950"/>
                  </a:lnTo>
                  <a:lnTo>
                    <a:pt x="230982" y="345281"/>
                  </a:lnTo>
                  <a:lnTo>
                    <a:pt x="233363" y="321468"/>
                  </a:lnTo>
                  <a:lnTo>
                    <a:pt x="245269" y="288131"/>
                  </a:lnTo>
                  <a:lnTo>
                    <a:pt x="254794" y="283368"/>
                  </a:lnTo>
                  <a:lnTo>
                    <a:pt x="273844" y="333375"/>
                  </a:lnTo>
                  <a:lnTo>
                    <a:pt x="302419" y="352425"/>
                  </a:lnTo>
                  <a:lnTo>
                    <a:pt x="302419" y="328612"/>
                  </a:lnTo>
                  <a:lnTo>
                    <a:pt x="314325" y="316706"/>
                  </a:lnTo>
                  <a:lnTo>
                    <a:pt x="314325" y="292893"/>
                  </a:lnTo>
                  <a:lnTo>
                    <a:pt x="345282" y="235743"/>
                  </a:lnTo>
                  <a:lnTo>
                    <a:pt x="352425" y="164306"/>
                  </a:lnTo>
                  <a:lnTo>
                    <a:pt x="376238" y="135731"/>
                  </a:lnTo>
                  <a:lnTo>
                    <a:pt x="354807" y="119062"/>
                  </a:lnTo>
                  <a:lnTo>
                    <a:pt x="352425" y="85725"/>
                  </a:lnTo>
                  <a:lnTo>
                    <a:pt x="345282" y="69056"/>
                  </a:lnTo>
                  <a:lnTo>
                    <a:pt x="338138" y="40481"/>
                  </a:lnTo>
                  <a:lnTo>
                    <a:pt x="309563" y="0"/>
                  </a:lnTo>
                  <a:lnTo>
                    <a:pt x="273844" y="50006"/>
                  </a:lnTo>
                  <a:lnTo>
                    <a:pt x="242888" y="35718"/>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5" name="Freeform: Shape 1084">
              <a:extLst>
                <a:ext uri="{FF2B5EF4-FFF2-40B4-BE49-F238E27FC236}">
                  <a16:creationId xmlns:a16="http://schemas.microsoft.com/office/drawing/2014/main" id="{8C2E2F99-EF51-43C0-92B5-B561B6749725}"/>
                </a:ext>
              </a:extLst>
            </p:cNvPr>
            <p:cNvSpPr/>
            <p:nvPr/>
          </p:nvSpPr>
          <p:spPr bwMode="auto">
            <a:xfrm>
              <a:off x="6076950" y="3121819"/>
              <a:ext cx="1531144" cy="1042987"/>
            </a:xfrm>
            <a:custGeom>
              <a:avLst/>
              <a:gdLst>
                <a:gd name="connsiteX0" fmla="*/ 1150144 w 1531144"/>
                <a:gd name="connsiteY0" fmla="*/ 130969 h 1042987"/>
                <a:gd name="connsiteX1" fmla="*/ 1083469 w 1531144"/>
                <a:gd name="connsiteY1" fmla="*/ 164306 h 1042987"/>
                <a:gd name="connsiteX2" fmla="*/ 1064419 w 1531144"/>
                <a:gd name="connsiteY2" fmla="*/ 207169 h 1042987"/>
                <a:gd name="connsiteX3" fmla="*/ 1097756 w 1531144"/>
                <a:gd name="connsiteY3" fmla="*/ 219075 h 1042987"/>
                <a:gd name="connsiteX4" fmla="*/ 1119188 w 1531144"/>
                <a:gd name="connsiteY4" fmla="*/ 211931 h 1042987"/>
                <a:gd name="connsiteX5" fmla="*/ 1147763 w 1531144"/>
                <a:gd name="connsiteY5" fmla="*/ 230981 h 1042987"/>
                <a:gd name="connsiteX6" fmla="*/ 1173956 w 1531144"/>
                <a:gd name="connsiteY6" fmla="*/ 247650 h 1042987"/>
                <a:gd name="connsiteX7" fmla="*/ 1169194 w 1531144"/>
                <a:gd name="connsiteY7" fmla="*/ 269081 h 1042987"/>
                <a:gd name="connsiteX8" fmla="*/ 1135856 w 1531144"/>
                <a:gd name="connsiteY8" fmla="*/ 271462 h 1042987"/>
                <a:gd name="connsiteX9" fmla="*/ 1090613 w 1531144"/>
                <a:gd name="connsiteY9" fmla="*/ 283369 h 1042987"/>
                <a:gd name="connsiteX10" fmla="*/ 1059656 w 1531144"/>
                <a:gd name="connsiteY10" fmla="*/ 321469 h 1042987"/>
                <a:gd name="connsiteX11" fmla="*/ 1035844 w 1531144"/>
                <a:gd name="connsiteY11" fmla="*/ 314325 h 1042987"/>
                <a:gd name="connsiteX12" fmla="*/ 1000125 w 1531144"/>
                <a:gd name="connsiteY12" fmla="*/ 345281 h 1042987"/>
                <a:gd name="connsiteX13" fmla="*/ 969169 w 1531144"/>
                <a:gd name="connsiteY13" fmla="*/ 330994 h 1042987"/>
                <a:gd name="connsiteX14" fmla="*/ 978694 w 1531144"/>
                <a:gd name="connsiteY14" fmla="*/ 369094 h 1042987"/>
                <a:gd name="connsiteX15" fmla="*/ 971550 w 1531144"/>
                <a:gd name="connsiteY15" fmla="*/ 385762 h 1042987"/>
                <a:gd name="connsiteX16" fmla="*/ 907256 w 1531144"/>
                <a:gd name="connsiteY16" fmla="*/ 414337 h 1042987"/>
                <a:gd name="connsiteX17" fmla="*/ 835819 w 1531144"/>
                <a:gd name="connsiteY17" fmla="*/ 431006 h 1042987"/>
                <a:gd name="connsiteX18" fmla="*/ 797719 w 1531144"/>
                <a:gd name="connsiteY18" fmla="*/ 442912 h 1042987"/>
                <a:gd name="connsiteX19" fmla="*/ 771525 w 1531144"/>
                <a:gd name="connsiteY19" fmla="*/ 431006 h 1042987"/>
                <a:gd name="connsiteX20" fmla="*/ 742950 w 1531144"/>
                <a:gd name="connsiteY20" fmla="*/ 431006 h 1042987"/>
                <a:gd name="connsiteX21" fmla="*/ 692944 w 1531144"/>
                <a:gd name="connsiteY21" fmla="*/ 407194 h 1042987"/>
                <a:gd name="connsiteX22" fmla="*/ 631031 w 1531144"/>
                <a:gd name="connsiteY22" fmla="*/ 409575 h 1042987"/>
                <a:gd name="connsiteX23" fmla="*/ 592931 w 1531144"/>
                <a:gd name="connsiteY23" fmla="*/ 411956 h 1042987"/>
                <a:gd name="connsiteX24" fmla="*/ 561975 w 1531144"/>
                <a:gd name="connsiteY24" fmla="*/ 383381 h 1042987"/>
                <a:gd name="connsiteX25" fmla="*/ 540544 w 1531144"/>
                <a:gd name="connsiteY25" fmla="*/ 357187 h 1042987"/>
                <a:gd name="connsiteX26" fmla="*/ 521494 w 1531144"/>
                <a:gd name="connsiteY26" fmla="*/ 340519 h 1042987"/>
                <a:gd name="connsiteX27" fmla="*/ 483394 w 1531144"/>
                <a:gd name="connsiteY27" fmla="*/ 335756 h 1042987"/>
                <a:gd name="connsiteX28" fmla="*/ 457200 w 1531144"/>
                <a:gd name="connsiteY28" fmla="*/ 330994 h 1042987"/>
                <a:gd name="connsiteX29" fmla="*/ 447675 w 1531144"/>
                <a:gd name="connsiteY29" fmla="*/ 304800 h 1042987"/>
                <a:gd name="connsiteX30" fmla="*/ 445294 w 1531144"/>
                <a:gd name="connsiteY30" fmla="*/ 259556 h 1042987"/>
                <a:gd name="connsiteX31" fmla="*/ 421481 w 1531144"/>
                <a:gd name="connsiteY31" fmla="*/ 230981 h 1042987"/>
                <a:gd name="connsiteX32" fmla="*/ 395288 w 1531144"/>
                <a:gd name="connsiteY32" fmla="*/ 207169 h 1042987"/>
                <a:gd name="connsiteX33" fmla="*/ 373856 w 1531144"/>
                <a:gd name="connsiteY33" fmla="*/ 176212 h 1042987"/>
                <a:gd name="connsiteX34" fmla="*/ 333375 w 1531144"/>
                <a:gd name="connsiteY34" fmla="*/ 202406 h 1042987"/>
                <a:gd name="connsiteX35" fmla="*/ 314325 w 1531144"/>
                <a:gd name="connsiteY35" fmla="*/ 219075 h 1042987"/>
                <a:gd name="connsiteX36" fmla="*/ 323850 w 1531144"/>
                <a:gd name="connsiteY36" fmla="*/ 238125 h 1042987"/>
                <a:gd name="connsiteX37" fmla="*/ 314325 w 1531144"/>
                <a:gd name="connsiteY37" fmla="*/ 259556 h 1042987"/>
                <a:gd name="connsiteX38" fmla="*/ 292894 w 1531144"/>
                <a:gd name="connsiteY38" fmla="*/ 266700 h 1042987"/>
                <a:gd name="connsiteX39" fmla="*/ 269081 w 1531144"/>
                <a:gd name="connsiteY39" fmla="*/ 247650 h 1042987"/>
                <a:gd name="connsiteX40" fmla="*/ 247650 w 1531144"/>
                <a:gd name="connsiteY40" fmla="*/ 261937 h 1042987"/>
                <a:gd name="connsiteX41" fmla="*/ 247650 w 1531144"/>
                <a:gd name="connsiteY41" fmla="*/ 283369 h 1042987"/>
                <a:gd name="connsiteX42" fmla="*/ 242888 w 1531144"/>
                <a:gd name="connsiteY42" fmla="*/ 314325 h 1042987"/>
                <a:gd name="connsiteX43" fmla="*/ 235744 w 1531144"/>
                <a:gd name="connsiteY43" fmla="*/ 326231 h 1042987"/>
                <a:gd name="connsiteX44" fmla="*/ 209550 w 1531144"/>
                <a:gd name="connsiteY44" fmla="*/ 321469 h 1042987"/>
                <a:gd name="connsiteX45" fmla="*/ 190500 w 1531144"/>
                <a:gd name="connsiteY45" fmla="*/ 333375 h 1042987"/>
                <a:gd name="connsiteX46" fmla="*/ 192881 w 1531144"/>
                <a:gd name="connsiteY46" fmla="*/ 359569 h 1042987"/>
                <a:gd name="connsiteX47" fmla="*/ 195263 w 1531144"/>
                <a:gd name="connsiteY47" fmla="*/ 402431 h 1042987"/>
                <a:gd name="connsiteX48" fmla="*/ 195263 w 1531144"/>
                <a:gd name="connsiteY48" fmla="*/ 402431 h 1042987"/>
                <a:gd name="connsiteX49" fmla="*/ 171450 w 1531144"/>
                <a:gd name="connsiteY49" fmla="*/ 452437 h 1042987"/>
                <a:gd name="connsiteX50" fmla="*/ 154781 w 1531144"/>
                <a:gd name="connsiteY50" fmla="*/ 473869 h 1042987"/>
                <a:gd name="connsiteX51" fmla="*/ 92869 w 1531144"/>
                <a:gd name="connsiteY51" fmla="*/ 481012 h 1042987"/>
                <a:gd name="connsiteX52" fmla="*/ 73819 w 1531144"/>
                <a:gd name="connsiteY52" fmla="*/ 492919 h 1042987"/>
                <a:gd name="connsiteX53" fmla="*/ 50006 w 1531144"/>
                <a:gd name="connsiteY53" fmla="*/ 471487 h 1042987"/>
                <a:gd name="connsiteX54" fmla="*/ 30956 w 1531144"/>
                <a:gd name="connsiteY54" fmla="*/ 509587 h 1042987"/>
                <a:gd name="connsiteX55" fmla="*/ 28575 w 1531144"/>
                <a:gd name="connsiteY55" fmla="*/ 535781 h 1042987"/>
                <a:gd name="connsiteX56" fmla="*/ 52388 w 1531144"/>
                <a:gd name="connsiteY56" fmla="*/ 561975 h 1042987"/>
                <a:gd name="connsiteX57" fmla="*/ 52388 w 1531144"/>
                <a:gd name="connsiteY57" fmla="*/ 561975 h 1042987"/>
                <a:gd name="connsiteX58" fmla="*/ 38100 w 1531144"/>
                <a:gd name="connsiteY58" fmla="*/ 578644 h 1042987"/>
                <a:gd name="connsiteX59" fmla="*/ 0 w 1531144"/>
                <a:gd name="connsiteY59" fmla="*/ 595312 h 1042987"/>
                <a:gd name="connsiteX60" fmla="*/ 50006 w 1531144"/>
                <a:gd name="connsiteY60" fmla="*/ 638175 h 1042987"/>
                <a:gd name="connsiteX61" fmla="*/ 73819 w 1531144"/>
                <a:gd name="connsiteY61" fmla="*/ 664369 h 1042987"/>
                <a:gd name="connsiteX62" fmla="*/ 78581 w 1531144"/>
                <a:gd name="connsiteY62" fmla="*/ 719137 h 1042987"/>
                <a:gd name="connsiteX63" fmla="*/ 104775 w 1531144"/>
                <a:gd name="connsiteY63" fmla="*/ 709612 h 1042987"/>
                <a:gd name="connsiteX64" fmla="*/ 142875 w 1531144"/>
                <a:gd name="connsiteY64" fmla="*/ 714375 h 1042987"/>
                <a:gd name="connsiteX65" fmla="*/ 171450 w 1531144"/>
                <a:gd name="connsiteY65" fmla="*/ 742950 h 1042987"/>
                <a:gd name="connsiteX66" fmla="*/ 204788 w 1531144"/>
                <a:gd name="connsiteY66" fmla="*/ 781050 h 1042987"/>
                <a:gd name="connsiteX67" fmla="*/ 254794 w 1531144"/>
                <a:gd name="connsiteY67" fmla="*/ 800100 h 1042987"/>
                <a:gd name="connsiteX68" fmla="*/ 326231 w 1531144"/>
                <a:gd name="connsiteY68" fmla="*/ 838200 h 1042987"/>
                <a:gd name="connsiteX69" fmla="*/ 383381 w 1531144"/>
                <a:gd name="connsiteY69" fmla="*/ 852487 h 1042987"/>
                <a:gd name="connsiteX70" fmla="*/ 426244 w 1531144"/>
                <a:gd name="connsiteY70" fmla="*/ 852487 h 1042987"/>
                <a:gd name="connsiteX71" fmla="*/ 464344 w 1531144"/>
                <a:gd name="connsiteY71" fmla="*/ 854869 h 1042987"/>
                <a:gd name="connsiteX72" fmla="*/ 495300 w 1531144"/>
                <a:gd name="connsiteY72" fmla="*/ 869156 h 1042987"/>
                <a:gd name="connsiteX73" fmla="*/ 516731 w 1531144"/>
                <a:gd name="connsiteY73" fmla="*/ 871537 h 1042987"/>
                <a:gd name="connsiteX74" fmla="*/ 561975 w 1531144"/>
                <a:gd name="connsiteY74" fmla="*/ 845344 h 1042987"/>
                <a:gd name="connsiteX75" fmla="*/ 592931 w 1531144"/>
                <a:gd name="connsiteY75" fmla="*/ 840581 h 1042987"/>
                <a:gd name="connsiteX76" fmla="*/ 619125 w 1531144"/>
                <a:gd name="connsiteY76" fmla="*/ 833437 h 1042987"/>
                <a:gd name="connsiteX77" fmla="*/ 633413 w 1531144"/>
                <a:gd name="connsiteY77" fmla="*/ 857250 h 1042987"/>
                <a:gd name="connsiteX78" fmla="*/ 638175 w 1531144"/>
                <a:gd name="connsiteY78" fmla="*/ 895350 h 1042987"/>
                <a:gd name="connsiteX79" fmla="*/ 628650 w 1531144"/>
                <a:gd name="connsiteY79" fmla="*/ 923925 h 1042987"/>
                <a:gd name="connsiteX80" fmla="*/ 642938 w 1531144"/>
                <a:gd name="connsiteY80" fmla="*/ 931069 h 1042987"/>
                <a:gd name="connsiteX81" fmla="*/ 676275 w 1531144"/>
                <a:gd name="connsiteY81" fmla="*/ 926306 h 1042987"/>
                <a:gd name="connsiteX82" fmla="*/ 704850 w 1531144"/>
                <a:gd name="connsiteY82" fmla="*/ 926306 h 1042987"/>
                <a:gd name="connsiteX83" fmla="*/ 738188 w 1531144"/>
                <a:gd name="connsiteY83" fmla="*/ 959644 h 1042987"/>
                <a:gd name="connsiteX84" fmla="*/ 742950 w 1531144"/>
                <a:gd name="connsiteY84" fmla="*/ 988219 h 1042987"/>
                <a:gd name="connsiteX85" fmla="*/ 819150 w 1531144"/>
                <a:gd name="connsiteY85" fmla="*/ 985837 h 1042987"/>
                <a:gd name="connsiteX86" fmla="*/ 869156 w 1531144"/>
                <a:gd name="connsiteY86" fmla="*/ 1014412 h 1042987"/>
                <a:gd name="connsiteX87" fmla="*/ 897731 w 1531144"/>
                <a:gd name="connsiteY87" fmla="*/ 1021556 h 1042987"/>
                <a:gd name="connsiteX88" fmla="*/ 916781 w 1531144"/>
                <a:gd name="connsiteY88" fmla="*/ 1042987 h 1042987"/>
                <a:gd name="connsiteX89" fmla="*/ 945356 w 1531144"/>
                <a:gd name="connsiteY89" fmla="*/ 1033462 h 1042987"/>
                <a:gd name="connsiteX90" fmla="*/ 988219 w 1531144"/>
                <a:gd name="connsiteY90" fmla="*/ 1012031 h 1042987"/>
                <a:gd name="connsiteX91" fmla="*/ 1026319 w 1531144"/>
                <a:gd name="connsiteY91" fmla="*/ 995362 h 1042987"/>
                <a:gd name="connsiteX92" fmla="*/ 1088231 w 1531144"/>
                <a:gd name="connsiteY92" fmla="*/ 985837 h 1042987"/>
                <a:gd name="connsiteX93" fmla="*/ 1147763 w 1531144"/>
                <a:gd name="connsiteY93" fmla="*/ 933450 h 1042987"/>
                <a:gd name="connsiteX94" fmla="*/ 1173956 w 1531144"/>
                <a:gd name="connsiteY94" fmla="*/ 878681 h 1042987"/>
                <a:gd name="connsiteX95" fmla="*/ 1193006 w 1531144"/>
                <a:gd name="connsiteY95" fmla="*/ 840581 h 1042987"/>
                <a:gd name="connsiteX96" fmla="*/ 1209675 w 1531144"/>
                <a:gd name="connsiteY96" fmla="*/ 802481 h 1042987"/>
                <a:gd name="connsiteX97" fmla="*/ 1193006 w 1531144"/>
                <a:gd name="connsiteY97" fmla="*/ 790575 h 1042987"/>
                <a:gd name="connsiteX98" fmla="*/ 1216819 w 1531144"/>
                <a:gd name="connsiteY98" fmla="*/ 754856 h 1042987"/>
                <a:gd name="connsiteX99" fmla="*/ 1202531 w 1531144"/>
                <a:gd name="connsiteY99" fmla="*/ 719137 h 1042987"/>
                <a:gd name="connsiteX100" fmla="*/ 1181100 w 1531144"/>
                <a:gd name="connsiteY100" fmla="*/ 690562 h 1042987"/>
                <a:gd name="connsiteX101" fmla="*/ 1176338 w 1531144"/>
                <a:gd name="connsiteY101" fmla="*/ 666750 h 1042987"/>
                <a:gd name="connsiteX102" fmla="*/ 1147763 w 1531144"/>
                <a:gd name="connsiteY102" fmla="*/ 640556 h 1042987"/>
                <a:gd name="connsiteX103" fmla="*/ 1169194 w 1531144"/>
                <a:gd name="connsiteY103" fmla="*/ 614362 h 1042987"/>
                <a:gd name="connsiteX104" fmla="*/ 1197769 w 1531144"/>
                <a:gd name="connsiteY104" fmla="*/ 588169 h 1042987"/>
                <a:gd name="connsiteX105" fmla="*/ 1216819 w 1531144"/>
                <a:gd name="connsiteY105" fmla="*/ 576262 h 1042987"/>
                <a:gd name="connsiteX106" fmla="*/ 1195388 w 1531144"/>
                <a:gd name="connsiteY106" fmla="*/ 569119 h 1042987"/>
                <a:gd name="connsiteX107" fmla="*/ 1166813 w 1531144"/>
                <a:gd name="connsiteY107" fmla="*/ 573881 h 1042987"/>
                <a:gd name="connsiteX108" fmla="*/ 1145381 w 1531144"/>
                <a:gd name="connsiteY108" fmla="*/ 578644 h 1042987"/>
                <a:gd name="connsiteX109" fmla="*/ 1133475 w 1531144"/>
                <a:gd name="connsiteY109" fmla="*/ 561975 h 1042987"/>
                <a:gd name="connsiteX110" fmla="*/ 1109663 w 1531144"/>
                <a:gd name="connsiteY110" fmla="*/ 552450 h 1042987"/>
                <a:gd name="connsiteX111" fmla="*/ 1107281 w 1531144"/>
                <a:gd name="connsiteY111" fmla="*/ 528637 h 1042987"/>
                <a:gd name="connsiteX112" fmla="*/ 1133475 w 1531144"/>
                <a:gd name="connsiteY112" fmla="*/ 523875 h 1042987"/>
                <a:gd name="connsiteX113" fmla="*/ 1166813 w 1531144"/>
                <a:gd name="connsiteY113" fmla="*/ 507206 h 1042987"/>
                <a:gd name="connsiteX114" fmla="*/ 1181100 w 1531144"/>
                <a:gd name="connsiteY114" fmla="*/ 492919 h 1042987"/>
                <a:gd name="connsiteX115" fmla="*/ 1200150 w 1531144"/>
                <a:gd name="connsiteY115" fmla="*/ 454819 h 1042987"/>
                <a:gd name="connsiteX116" fmla="*/ 1233488 w 1531144"/>
                <a:gd name="connsiteY116" fmla="*/ 464344 h 1042987"/>
                <a:gd name="connsiteX117" fmla="*/ 1223963 w 1531144"/>
                <a:gd name="connsiteY117" fmla="*/ 492919 h 1042987"/>
                <a:gd name="connsiteX118" fmla="*/ 1212056 w 1531144"/>
                <a:gd name="connsiteY118" fmla="*/ 511969 h 1042987"/>
                <a:gd name="connsiteX119" fmla="*/ 1214438 w 1531144"/>
                <a:gd name="connsiteY119" fmla="*/ 526256 h 1042987"/>
                <a:gd name="connsiteX120" fmla="*/ 1245394 w 1531144"/>
                <a:gd name="connsiteY120" fmla="*/ 495300 h 1042987"/>
                <a:gd name="connsiteX121" fmla="*/ 1257300 w 1531144"/>
                <a:gd name="connsiteY121" fmla="*/ 469106 h 1042987"/>
                <a:gd name="connsiteX122" fmla="*/ 1297781 w 1531144"/>
                <a:gd name="connsiteY122" fmla="*/ 464344 h 1042987"/>
                <a:gd name="connsiteX123" fmla="*/ 1333500 w 1531144"/>
                <a:gd name="connsiteY123" fmla="*/ 445294 h 1042987"/>
                <a:gd name="connsiteX124" fmla="*/ 1366838 w 1531144"/>
                <a:gd name="connsiteY124" fmla="*/ 433387 h 1042987"/>
                <a:gd name="connsiteX125" fmla="*/ 1404938 w 1531144"/>
                <a:gd name="connsiteY125" fmla="*/ 407194 h 1042987"/>
                <a:gd name="connsiteX126" fmla="*/ 1426369 w 1531144"/>
                <a:gd name="connsiteY126" fmla="*/ 390525 h 1042987"/>
                <a:gd name="connsiteX127" fmla="*/ 1445419 w 1531144"/>
                <a:gd name="connsiteY127" fmla="*/ 388144 h 1042987"/>
                <a:gd name="connsiteX128" fmla="*/ 1445419 w 1531144"/>
                <a:gd name="connsiteY128" fmla="*/ 323850 h 1042987"/>
                <a:gd name="connsiteX129" fmla="*/ 1464469 w 1531144"/>
                <a:gd name="connsiteY129" fmla="*/ 307181 h 1042987"/>
                <a:gd name="connsiteX130" fmla="*/ 1488281 w 1531144"/>
                <a:gd name="connsiteY130" fmla="*/ 328612 h 1042987"/>
                <a:gd name="connsiteX131" fmla="*/ 1516856 w 1531144"/>
                <a:gd name="connsiteY131" fmla="*/ 238125 h 1042987"/>
                <a:gd name="connsiteX132" fmla="*/ 1531144 w 1531144"/>
                <a:gd name="connsiteY132" fmla="*/ 200025 h 1042987"/>
                <a:gd name="connsiteX133" fmla="*/ 1469231 w 1531144"/>
                <a:gd name="connsiteY133" fmla="*/ 216694 h 1042987"/>
                <a:gd name="connsiteX134" fmla="*/ 1454944 w 1531144"/>
                <a:gd name="connsiteY134" fmla="*/ 226219 h 1042987"/>
                <a:gd name="connsiteX135" fmla="*/ 1428750 w 1531144"/>
                <a:gd name="connsiteY135" fmla="*/ 188119 h 1042987"/>
                <a:gd name="connsiteX136" fmla="*/ 1373981 w 1531144"/>
                <a:gd name="connsiteY136" fmla="*/ 161925 h 1042987"/>
                <a:gd name="connsiteX137" fmla="*/ 1362075 w 1531144"/>
                <a:gd name="connsiteY137" fmla="*/ 130969 h 1042987"/>
                <a:gd name="connsiteX138" fmla="*/ 1343025 w 1531144"/>
                <a:gd name="connsiteY138" fmla="*/ 61912 h 1042987"/>
                <a:gd name="connsiteX139" fmla="*/ 1283494 w 1531144"/>
                <a:gd name="connsiteY139" fmla="*/ 7144 h 1042987"/>
                <a:gd name="connsiteX140" fmla="*/ 1216819 w 1531144"/>
                <a:gd name="connsiteY140" fmla="*/ 0 h 1042987"/>
                <a:gd name="connsiteX141" fmla="*/ 1190625 w 1531144"/>
                <a:gd name="connsiteY141" fmla="*/ 0 h 1042987"/>
                <a:gd name="connsiteX142" fmla="*/ 1171575 w 1531144"/>
                <a:gd name="connsiteY142" fmla="*/ 30956 h 1042987"/>
                <a:gd name="connsiteX143" fmla="*/ 1181100 w 1531144"/>
                <a:gd name="connsiteY143" fmla="*/ 42862 h 1042987"/>
                <a:gd name="connsiteX144" fmla="*/ 1150144 w 1531144"/>
                <a:gd name="connsiteY144" fmla="*/ 130969 h 1042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531144" h="1042987">
                  <a:moveTo>
                    <a:pt x="1150144" y="130969"/>
                  </a:moveTo>
                  <a:lnTo>
                    <a:pt x="1083469" y="164306"/>
                  </a:lnTo>
                  <a:lnTo>
                    <a:pt x="1064419" y="207169"/>
                  </a:lnTo>
                  <a:lnTo>
                    <a:pt x="1097756" y="219075"/>
                  </a:lnTo>
                  <a:lnTo>
                    <a:pt x="1119188" y="211931"/>
                  </a:lnTo>
                  <a:lnTo>
                    <a:pt x="1147763" y="230981"/>
                  </a:lnTo>
                  <a:lnTo>
                    <a:pt x="1173956" y="247650"/>
                  </a:lnTo>
                  <a:lnTo>
                    <a:pt x="1169194" y="269081"/>
                  </a:lnTo>
                  <a:lnTo>
                    <a:pt x="1135856" y="271462"/>
                  </a:lnTo>
                  <a:lnTo>
                    <a:pt x="1090613" y="283369"/>
                  </a:lnTo>
                  <a:lnTo>
                    <a:pt x="1059656" y="321469"/>
                  </a:lnTo>
                  <a:lnTo>
                    <a:pt x="1035844" y="314325"/>
                  </a:lnTo>
                  <a:lnTo>
                    <a:pt x="1000125" y="345281"/>
                  </a:lnTo>
                  <a:lnTo>
                    <a:pt x="969169" y="330994"/>
                  </a:lnTo>
                  <a:lnTo>
                    <a:pt x="978694" y="369094"/>
                  </a:lnTo>
                  <a:lnTo>
                    <a:pt x="971550" y="385762"/>
                  </a:lnTo>
                  <a:lnTo>
                    <a:pt x="907256" y="414337"/>
                  </a:lnTo>
                  <a:lnTo>
                    <a:pt x="835819" y="431006"/>
                  </a:lnTo>
                  <a:lnTo>
                    <a:pt x="797719" y="442912"/>
                  </a:lnTo>
                  <a:lnTo>
                    <a:pt x="771525" y="431006"/>
                  </a:lnTo>
                  <a:lnTo>
                    <a:pt x="742950" y="431006"/>
                  </a:lnTo>
                  <a:lnTo>
                    <a:pt x="692944" y="407194"/>
                  </a:lnTo>
                  <a:lnTo>
                    <a:pt x="631031" y="409575"/>
                  </a:lnTo>
                  <a:lnTo>
                    <a:pt x="592931" y="411956"/>
                  </a:lnTo>
                  <a:lnTo>
                    <a:pt x="561975" y="383381"/>
                  </a:lnTo>
                  <a:lnTo>
                    <a:pt x="540544" y="357187"/>
                  </a:lnTo>
                  <a:lnTo>
                    <a:pt x="521494" y="340519"/>
                  </a:lnTo>
                  <a:lnTo>
                    <a:pt x="483394" y="335756"/>
                  </a:lnTo>
                  <a:lnTo>
                    <a:pt x="457200" y="330994"/>
                  </a:lnTo>
                  <a:lnTo>
                    <a:pt x="447675" y="304800"/>
                  </a:lnTo>
                  <a:lnTo>
                    <a:pt x="445294" y="259556"/>
                  </a:lnTo>
                  <a:lnTo>
                    <a:pt x="421481" y="230981"/>
                  </a:lnTo>
                  <a:lnTo>
                    <a:pt x="395288" y="207169"/>
                  </a:lnTo>
                  <a:lnTo>
                    <a:pt x="373856" y="176212"/>
                  </a:lnTo>
                  <a:lnTo>
                    <a:pt x="333375" y="202406"/>
                  </a:lnTo>
                  <a:lnTo>
                    <a:pt x="314325" y="219075"/>
                  </a:lnTo>
                  <a:lnTo>
                    <a:pt x="323850" y="238125"/>
                  </a:lnTo>
                  <a:lnTo>
                    <a:pt x="314325" y="259556"/>
                  </a:lnTo>
                  <a:lnTo>
                    <a:pt x="292894" y="266700"/>
                  </a:lnTo>
                  <a:lnTo>
                    <a:pt x="269081" y="247650"/>
                  </a:lnTo>
                  <a:lnTo>
                    <a:pt x="247650" y="261937"/>
                  </a:lnTo>
                  <a:lnTo>
                    <a:pt x="247650" y="283369"/>
                  </a:lnTo>
                  <a:lnTo>
                    <a:pt x="242888" y="314325"/>
                  </a:lnTo>
                  <a:lnTo>
                    <a:pt x="235744" y="326231"/>
                  </a:lnTo>
                  <a:lnTo>
                    <a:pt x="209550" y="321469"/>
                  </a:lnTo>
                  <a:lnTo>
                    <a:pt x="190500" y="333375"/>
                  </a:lnTo>
                  <a:lnTo>
                    <a:pt x="192881" y="359569"/>
                  </a:lnTo>
                  <a:lnTo>
                    <a:pt x="195263" y="402431"/>
                  </a:lnTo>
                  <a:lnTo>
                    <a:pt x="195263" y="402431"/>
                  </a:lnTo>
                  <a:lnTo>
                    <a:pt x="171450" y="452437"/>
                  </a:lnTo>
                  <a:lnTo>
                    <a:pt x="154781" y="473869"/>
                  </a:lnTo>
                  <a:lnTo>
                    <a:pt x="92869" y="481012"/>
                  </a:lnTo>
                  <a:lnTo>
                    <a:pt x="73819" y="492919"/>
                  </a:lnTo>
                  <a:lnTo>
                    <a:pt x="50006" y="471487"/>
                  </a:lnTo>
                  <a:lnTo>
                    <a:pt x="30956" y="509587"/>
                  </a:lnTo>
                  <a:lnTo>
                    <a:pt x="28575" y="535781"/>
                  </a:lnTo>
                  <a:lnTo>
                    <a:pt x="52388" y="561975"/>
                  </a:lnTo>
                  <a:lnTo>
                    <a:pt x="52388" y="561975"/>
                  </a:lnTo>
                  <a:lnTo>
                    <a:pt x="38100" y="578644"/>
                  </a:lnTo>
                  <a:lnTo>
                    <a:pt x="0" y="595312"/>
                  </a:lnTo>
                  <a:lnTo>
                    <a:pt x="50006" y="638175"/>
                  </a:lnTo>
                  <a:lnTo>
                    <a:pt x="73819" y="664369"/>
                  </a:lnTo>
                  <a:lnTo>
                    <a:pt x="78581" y="719137"/>
                  </a:lnTo>
                  <a:lnTo>
                    <a:pt x="104775" y="709612"/>
                  </a:lnTo>
                  <a:lnTo>
                    <a:pt x="142875" y="714375"/>
                  </a:lnTo>
                  <a:lnTo>
                    <a:pt x="171450" y="742950"/>
                  </a:lnTo>
                  <a:lnTo>
                    <a:pt x="204788" y="781050"/>
                  </a:lnTo>
                  <a:lnTo>
                    <a:pt x="254794" y="800100"/>
                  </a:lnTo>
                  <a:lnTo>
                    <a:pt x="326231" y="838200"/>
                  </a:lnTo>
                  <a:lnTo>
                    <a:pt x="383381" y="852487"/>
                  </a:lnTo>
                  <a:lnTo>
                    <a:pt x="426244" y="852487"/>
                  </a:lnTo>
                  <a:lnTo>
                    <a:pt x="464344" y="854869"/>
                  </a:lnTo>
                  <a:lnTo>
                    <a:pt x="495300" y="869156"/>
                  </a:lnTo>
                  <a:lnTo>
                    <a:pt x="516731" y="871537"/>
                  </a:lnTo>
                  <a:lnTo>
                    <a:pt x="561975" y="845344"/>
                  </a:lnTo>
                  <a:lnTo>
                    <a:pt x="592931" y="840581"/>
                  </a:lnTo>
                  <a:lnTo>
                    <a:pt x="619125" y="833437"/>
                  </a:lnTo>
                  <a:lnTo>
                    <a:pt x="633413" y="857250"/>
                  </a:lnTo>
                  <a:lnTo>
                    <a:pt x="638175" y="895350"/>
                  </a:lnTo>
                  <a:lnTo>
                    <a:pt x="628650" y="923925"/>
                  </a:lnTo>
                  <a:lnTo>
                    <a:pt x="642938" y="931069"/>
                  </a:lnTo>
                  <a:lnTo>
                    <a:pt x="676275" y="926306"/>
                  </a:lnTo>
                  <a:lnTo>
                    <a:pt x="704850" y="926306"/>
                  </a:lnTo>
                  <a:lnTo>
                    <a:pt x="738188" y="959644"/>
                  </a:lnTo>
                  <a:lnTo>
                    <a:pt x="742950" y="988219"/>
                  </a:lnTo>
                  <a:lnTo>
                    <a:pt x="819150" y="985837"/>
                  </a:lnTo>
                  <a:lnTo>
                    <a:pt x="869156" y="1014412"/>
                  </a:lnTo>
                  <a:lnTo>
                    <a:pt x="897731" y="1021556"/>
                  </a:lnTo>
                  <a:lnTo>
                    <a:pt x="916781" y="1042987"/>
                  </a:lnTo>
                  <a:lnTo>
                    <a:pt x="945356" y="1033462"/>
                  </a:lnTo>
                  <a:lnTo>
                    <a:pt x="988219" y="1012031"/>
                  </a:lnTo>
                  <a:lnTo>
                    <a:pt x="1026319" y="995362"/>
                  </a:lnTo>
                  <a:lnTo>
                    <a:pt x="1088231" y="985837"/>
                  </a:lnTo>
                  <a:lnTo>
                    <a:pt x="1147763" y="933450"/>
                  </a:lnTo>
                  <a:lnTo>
                    <a:pt x="1173956" y="878681"/>
                  </a:lnTo>
                  <a:lnTo>
                    <a:pt x="1193006" y="840581"/>
                  </a:lnTo>
                  <a:lnTo>
                    <a:pt x="1209675" y="802481"/>
                  </a:lnTo>
                  <a:lnTo>
                    <a:pt x="1193006" y="790575"/>
                  </a:lnTo>
                  <a:lnTo>
                    <a:pt x="1216819" y="754856"/>
                  </a:lnTo>
                  <a:lnTo>
                    <a:pt x="1202531" y="719137"/>
                  </a:lnTo>
                  <a:lnTo>
                    <a:pt x="1181100" y="690562"/>
                  </a:lnTo>
                  <a:lnTo>
                    <a:pt x="1176338" y="666750"/>
                  </a:lnTo>
                  <a:lnTo>
                    <a:pt x="1147763" y="640556"/>
                  </a:lnTo>
                  <a:lnTo>
                    <a:pt x="1169194" y="614362"/>
                  </a:lnTo>
                  <a:lnTo>
                    <a:pt x="1197769" y="588169"/>
                  </a:lnTo>
                  <a:lnTo>
                    <a:pt x="1216819" y="576262"/>
                  </a:lnTo>
                  <a:lnTo>
                    <a:pt x="1195388" y="569119"/>
                  </a:lnTo>
                  <a:lnTo>
                    <a:pt x="1166813" y="573881"/>
                  </a:lnTo>
                  <a:lnTo>
                    <a:pt x="1145381" y="578644"/>
                  </a:lnTo>
                  <a:lnTo>
                    <a:pt x="1133475" y="561975"/>
                  </a:lnTo>
                  <a:lnTo>
                    <a:pt x="1109663" y="552450"/>
                  </a:lnTo>
                  <a:lnTo>
                    <a:pt x="1107281" y="528637"/>
                  </a:lnTo>
                  <a:lnTo>
                    <a:pt x="1133475" y="523875"/>
                  </a:lnTo>
                  <a:lnTo>
                    <a:pt x="1166813" y="507206"/>
                  </a:lnTo>
                  <a:lnTo>
                    <a:pt x="1181100" y="492919"/>
                  </a:lnTo>
                  <a:lnTo>
                    <a:pt x="1200150" y="454819"/>
                  </a:lnTo>
                  <a:lnTo>
                    <a:pt x="1233488" y="464344"/>
                  </a:lnTo>
                  <a:lnTo>
                    <a:pt x="1223963" y="492919"/>
                  </a:lnTo>
                  <a:lnTo>
                    <a:pt x="1212056" y="511969"/>
                  </a:lnTo>
                  <a:lnTo>
                    <a:pt x="1214438" y="526256"/>
                  </a:lnTo>
                  <a:lnTo>
                    <a:pt x="1245394" y="495300"/>
                  </a:lnTo>
                  <a:lnTo>
                    <a:pt x="1257300" y="469106"/>
                  </a:lnTo>
                  <a:lnTo>
                    <a:pt x="1297781" y="464344"/>
                  </a:lnTo>
                  <a:lnTo>
                    <a:pt x="1333500" y="445294"/>
                  </a:lnTo>
                  <a:lnTo>
                    <a:pt x="1366838" y="433387"/>
                  </a:lnTo>
                  <a:lnTo>
                    <a:pt x="1404938" y="407194"/>
                  </a:lnTo>
                  <a:lnTo>
                    <a:pt x="1426369" y="390525"/>
                  </a:lnTo>
                  <a:lnTo>
                    <a:pt x="1445419" y="388144"/>
                  </a:lnTo>
                  <a:lnTo>
                    <a:pt x="1445419" y="323850"/>
                  </a:lnTo>
                  <a:lnTo>
                    <a:pt x="1464469" y="307181"/>
                  </a:lnTo>
                  <a:lnTo>
                    <a:pt x="1488281" y="328612"/>
                  </a:lnTo>
                  <a:lnTo>
                    <a:pt x="1516856" y="238125"/>
                  </a:lnTo>
                  <a:lnTo>
                    <a:pt x="1531144" y="200025"/>
                  </a:lnTo>
                  <a:lnTo>
                    <a:pt x="1469231" y="216694"/>
                  </a:lnTo>
                  <a:lnTo>
                    <a:pt x="1454944" y="226219"/>
                  </a:lnTo>
                  <a:lnTo>
                    <a:pt x="1428750" y="188119"/>
                  </a:lnTo>
                  <a:lnTo>
                    <a:pt x="1373981" y="161925"/>
                  </a:lnTo>
                  <a:lnTo>
                    <a:pt x="1362075" y="130969"/>
                  </a:lnTo>
                  <a:lnTo>
                    <a:pt x="1343025" y="61912"/>
                  </a:lnTo>
                  <a:lnTo>
                    <a:pt x="1283494" y="7144"/>
                  </a:lnTo>
                  <a:lnTo>
                    <a:pt x="1216819" y="0"/>
                  </a:lnTo>
                  <a:lnTo>
                    <a:pt x="1190625" y="0"/>
                  </a:lnTo>
                  <a:lnTo>
                    <a:pt x="1171575" y="30956"/>
                  </a:lnTo>
                  <a:lnTo>
                    <a:pt x="1181100" y="42862"/>
                  </a:lnTo>
                  <a:lnTo>
                    <a:pt x="1150144" y="130969"/>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6" name="Freeform: Shape 1086">
              <a:extLst>
                <a:ext uri="{FF2B5EF4-FFF2-40B4-BE49-F238E27FC236}">
                  <a16:creationId xmlns:a16="http://schemas.microsoft.com/office/drawing/2014/main" id="{67874D0A-E4F7-4F90-B80D-6E6599CB65A2}"/>
                </a:ext>
              </a:extLst>
            </p:cNvPr>
            <p:cNvSpPr/>
            <p:nvPr/>
          </p:nvSpPr>
          <p:spPr bwMode="auto">
            <a:xfrm>
              <a:off x="6450806" y="3188494"/>
              <a:ext cx="800100" cy="376237"/>
            </a:xfrm>
            <a:custGeom>
              <a:avLst/>
              <a:gdLst>
                <a:gd name="connsiteX0" fmla="*/ 0 w 800100"/>
                <a:gd name="connsiteY0" fmla="*/ 111919 h 376237"/>
                <a:gd name="connsiteX1" fmla="*/ 71438 w 800100"/>
                <a:gd name="connsiteY1" fmla="*/ 183356 h 376237"/>
                <a:gd name="connsiteX2" fmla="*/ 71438 w 800100"/>
                <a:gd name="connsiteY2" fmla="*/ 245269 h 376237"/>
                <a:gd name="connsiteX3" fmla="*/ 88107 w 800100"/>
                <a:gd name="connsiteY3" fmla="*/ 269081 h 376237"/>
                <a:gd name="connsiteX4" fmla="*/ 150019 w 800100"/>
                <a:gd name="connsiteY4" fmla="*/ 280987 h 376237"/>
                <a:gd name="connsiteX5" fmla="*/ 223838 w 800100"/>
                <a:gd name="connsiteY5" fmla="*/ 350044 h 376237"/>
                <a:gd name="connsiteX6" fmla="*/ 311944 w 800100"/>
                <a:gd name="connsiteY6" fmla="*/ 340519 h 376237"/>
                <a:gd name="connsiteX7" fmla="*/ 373857 w 800100"/>
                <a:gd name="connsiteY7" fmla="*/ 364331 h 376237"/>
                <a:gd name="connsiteX8" fmla="*/ 395288 w 800100"/>
                <a:gd name="connsiteY8" fmla="*/ 366712 h 376237"/>
                <a:gd name="connsiteX9" fmla="*/ 407194 w 800100"/>
                <a:gd name="connsiteY9" fmla="*/ 376237 h 376237"/>
                <a:gd name="connsiteX10" fmla="*/ 559594 w 800100"/>
                <a:gd name="connsiteY10" fmla="*/ 342900 h 376237"/>
                <a:gd name="connsiteX11" fmla="*/ 597694 w 800100"/>
                <a:gd name="connsiteY11" fmla="*/ 311944 h 376237"/>
                <a:gd name="connsiteX12" fmla="*/ 595313 w 800100"/>
                <a:gd name="connsiteY12" fmla="*/ 259556 h 376237"/>
                <a:gd name="connsiteX13" fmla="*/ 631032 w 800100"/>
                <a:gd name="connsiteY13" fmla="*/ 278606 h 376237"/>
                <a:gd name="connsiteX14" fmla="*/ 664369 w 800100"/>
                <a:gd name="connsiteY14" fmla="*/ 250031 h 376237"/>
                <a:gd name="connsiteX15" fmla="*/ 681038 w 800100"/>
                <a:gd name="connsiteY15" fmla="*/ 257175 h 376237"/>
                <a:gd name="connsiteX16" fmla="*/ 707232 w 800100"/>
                <a:gd name="connsiteY16" fmla="*/ 219075 h 376237"/>
                <a:gd name="connsiteX17" fmla="*/ 764382 w 800100"/>
                <a:gd name="connsiteY17" fmla="*/ 204787 h 376237"/>
                <a:gd name="connsiteX18" fmla="*/ 795338 w 800100"/>
                <a:gd name="connsiteY18" fmla="*/ 195262 h 376237"/>
                <a:gd name="connsiteX19" fmla="*/ 800100 w 800100"/>
                <a:gd name="connsiteY19" fmla="*/ 178594 h 376237"/>
                <a:gd name="connsiteX20" fmla="*/ 752475 w 800100"/>
                <a:gd name="connsiteY20" fmla="*/ 145256 h 376237"/>
                <a:gd name="connsiteX21" fmla="*/ 723900 w 800100"/>
                <a:gd name="connsiteY21" fmla="*/ 150019 h 376237"/>
                <a:gd name="connsiteX22" fmla="*/ 695325 w 800100"/>
                <a:gd name="connsiteY22" fmla="*/ 145256 h 376237"/>
                <a:gd name="connsiteX23" fmla="*/ 704850 w 800100"/>
                <a:gd name="connsiteY23" fmla="*/ 102394 h 376237"/>
                <a:gd name="connsiteX24" fmla="*/ 728663 w 800100"/>
                <a:gd name="connsiteY24" fmla="*/ 83344 h 376237"/>
                <a:gd name="connsiteX25" fmla="*/ 657225 w 800100"/>
                <a:gd name="connsiteY25" fmla="*/ 59531 h 376237"/>
                <a:gd name="connsiteX26" fmla="*/ 595313 w 800100"/>
                <a:gd name="connsiteY26" fmla="*/ 95250 h 376237"/>
                <a:gd name="connsiteX27" fmla="*/ 569119 w 800100"/>
                <a:gd name="connsiteY27" fmla="*/ 104775 h 376237"/>
                <a:gd name="connsiteX28" fmla="*/ 533400 w 800100"/>
                <a:gd name="connsiteY28" fmla="*/ 107156 h 376237"/>
                <a:gd name="connsiteX29" fmla="*/ 511969 w 800100"/>
                <a:gd name="connsiteY29" fmla="*/ 85725 h 376237"/>
                <a:gd name="connsiteX30" fmla="*/ 442913 w 800100"/>
                <a:gd name="connsiteY30" fmla="*/ 52387 h 376237"/>
                <a:gd name="connsiteX31" fmla="*/ 416719 w 800100"/>
                <a:gd name="connsiteY31" fmla="*/ 66675 h 376237"/>
                <a:gd name="connsiteX32" fmla="*/ 378619 w 800100"/>
                <a:gd name="connsiteY32" fmla="*/ 59531 h 376237"/>
                <a:gd name="connsiteX33" fmla="*/ 366713 w 800100"/>
                <a:gd name="connsiteY33" fmla="*/ 28575 h 376237"/>
                <a:gd name="connsiteX34" fmla="*/ 292894 w 800100"/>
                <a:gd name="connsiteY34" fmla="*/ 0 h 376237"/>
                <a:gd name="connsiteX35" fmla="*/ 254794 w 800100"/>
                <a:gd name="connsiteY35" fmla="*/ 19050 h 376237"/>
                <a:gd name="connsiteX36" fmla="*/ 254794 w 800100"/>
                <a:gd name="connsiteY36" fmla="*/ 28575 h 376237"/>
                <a:gd name="connsiteX37" fmla="*/ 257175 w 800100"/>
                <a:gd name="connsiteY37" fmla="*/ 52387 h 376237"/>
                <a:gd name="connsiteX38" fmla="*/ 240507 w 800100"/>
                <a:gd name="connsiteY38" fmla="*/ 73819 h 376237"/>
                <a:gd name="connsiteX39" fmla="*/ 183357 w 800100"/>
                <a:gd name="connsiteY39" fmla="*/ 76200 h 376237"/>
                <a:gd name="connsiteX40" fmla="*/ 164307 w 800100"/>
                <a:gd name="connsiteY40" fmla="*/ 57150 h 376237"/>
                <a:gd name="connsiteX41" fmla="*/ 109538 w 800100"/>
                <a:gd name="connsiteY41" fmla="*/ 45244 h 376237"/>
                <a:gd name="connsiteX42" fmla="*/ 78582 w 800100"/>
                <a:gd name="connsiteY42" fmla="*/ 45244 h 376237"/>
                <a:gd name="connsiteX43" fmla="*/ 0 w 800100"/>
                <a:gd name="connsiteY43" fmla="*/ 111919 h 376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800100" h="376237">
                  <a:moveTo>
                    <a:pt x="0" y="111919"/>
                  </a:moveTo>
                  <a:lnTo>
                    <a:pt x="71438" y="183356"/>
                  </a:lnTo>
                  <a:lnTo>
                    <a:pt x="71438" y="245269"/>
                  </a:lnTo>
                  <a:lnTo>
                    <a:pt x="88107" y="269081"/>
                  </a:lnTo>
                  <a:lnTo>
                    <a:pt x="150019" y="280987"/>
                  </a:lnTo>
                  <a:lnTo>
                    <a:pt x="223838" y="350044"/>
                  </a:lnTo>
                  <a:lnTo>
                    <a:pt x="311944" y="340519"/>
                  </a:lnTo>
                  <a:lnTo>
                    <a:pt x="373857" y="364331"/>
                  </a:lnTo>
                  <a:lnTo>
                    <a:pt x="395288" y="366712"/>
                  </a:lnTo>
                  <a:lnTo>
                    <a:pt x="407194" y="376237"/>
                  </a:lnTo>
                  <a:lnTo>
                    <a:pt x="559594" y="342900"/>
                  </a:lnTo>
                  <a:lnTo>
                    <a:pt x="597694" y="311944"/>
                  </a:lnTo>
                  <a:lnTo>
                    <a:pt x="595313" y="259556"/>
                  </a:lnTo>
                  <a:lnTo>
                    <a:pt x="631032" y="278606"/>
                  </a:lnTo>
                  <a:lnTo>
                    <a:pt x="664369" y="250031"/>
                  </a:lnTo>
                  <a:lnTo>
                    <a:pt x="681038" y="257175"/>
                  </a:lnTo>
                  <a:lnTo>
                    <a:pt x="707232" y="219075"/>
                  </a:lnTo>
                  <a:lnTo>
                    <a:pt x="764382" y="204787"/>
                  </a:lnTo>
                  <a:lnTo>
                    <a:pt x="795338" y="195262"/>
                  </a:lnTo>
                  <a:lnTo>
                    <a:pt x="800100" y="178594"/>
                  </a:lnTo>
                  <a:lnTo>
                    <a:pt x="752475" y="145256"/>
                  </a:lnTo>
                  <a:lnTo>
                    <a:pt x="723900" y="150019"/>
                  </a:lnTo>
                  <a:lnTo>
                    <a:pt x="695325" y="145256"/>
                  </a:lnTo>
                  <a:lnTo>
                    <a:pt x="704850" y="102394"/>
                  </a:lnTo>
                  <a:lnTo>
                    <a:pt x="728663" y="83344"/>
                  </a:lnTo>
                  <a:lnTo>
                    <a:pt x="657225" y="59531"/>
                  </a:lnTo>
                  <a:lnTo>
                    <a:pt x="595313" y="95250"/>
                  </a:lnTo>
                  <a:lnTo>
                    <a:pt x="569119" y="104775"/>
                  </a:lnTo>
                  <a:lnTo>
                    <a:pt x="533400" y="107156"/>
                  </a:lnTo>
                  <a:lnTo>
                    <a:pt x="511969" y="85725"/>
                  </a:lnTo>
                  <a:lnTo>
                    <a:pt x="442913" y="52387"/>
                  </a:lnTo>
                  <a:lnTo>
                    <a:pt x="416719" y="66675"/>
                  </a:lnTo>
                  <a:lnTo>
                    <a:pt x="378619" y="59531"/>
                  </a:lnTo>
                  <a:lnTo>
                    <a:pt x="366713" y="28575"/>
                  </a:lnTo>
                  <a:lnTo>
                    <a:pt x="292894" y="0"/>
                  </a:lnTo>
                  <a:lnTo>
                    <a:pt x="254794" y="19050"/>
                  </a:lnTo>
                  <a:lnTo>
                    <a:pt x="254794" y="28575"/>
                  </a:lnTo>
                  <a:lnTo>
                    <a:pt x="257175" y="52387"/>
                  </a:lnTo>
                  <a:lnTo>
                    <a:pt x="240507" y="73819"/>
                  </a:lnTo>
                  <a:lnTo>
                    <a:pt x="183357" y="76200"/>
                  </a:lnTo>
                  <a:lnTo>
                    <a:pt x="164307" y="57150"/>
                  </a:lnTo>
                  <a:lnTo>
                    <a:pt x="109538" y="45244"/>
                  </a:lnTo>
                  <a:lnTo>
                    <a:pt x="78582" y="45244"/>
                  </a:lnTo>
                  <a:lnTo>
                    <a:pt x="0" y="111919"/>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7" name="Freeform: Shape 258">
              <a:extLst>
                <a:ext uri="{FF2B5EF4-FFF2-40B4-BE49-F238E27FC236}">
                  <a16:creationId xmlns:a16="http://schemas.microsoft.com/office/drawing/2014/main" id="{09467ED7-E910-4BE1-9479-71BCA369F974}"/>
                </a:ext>
              </a:extLst>
            </p:cNvPr>
            <p:cNvSpPr/>
            <p:nvPr/>
          </p:nvSpPr>
          <p:spPr bwMode="auto">
            <a:xfrm>
              <a:off x="6105525" y="3733800"/>
              <a:ext cx="40481" cy="119063"/>
            </a:xfrm>
            <a:custGeom>
              <a:avLst/>
              <a:gdLst>
                <a:gd name="connsiteX0" fmla="*/ 0 w 40481"/>
                <a:gd name="connsiteY0" fmla="*/ 0 h 119063"/>
                <a:gd name="connsiteX1" fmla="*/ 40481 w 40481"/>
                <a:gd name="connsiteY1" fmla="*/ 42863 h 119063"/>
                <a:gd name="connsiteX2" fmla="*/ 40481 w 40481"/>
                <a:gd name="connsiteY2" fmla="*/ 119063 h 119063"/>
                <a:gd name="connsiteX3" fmla="*/ 9525 w 40481"/>
                <a:gd name="connsiteY3" fmla="*/ 66675 h 119063"/>
                <a:gd name="connsiteX4" fmla="*/ 0 w 40481"/>
                <a:gd name="connsiteY4" fmla="*/ 0 h 119063"/>
                <a:gd name="connsiteX0" fmla="*/ 0 w 40481"/>
                <a:gd name="connsiteY0" fmla="*/ 0 h 119063"/>
                <a:gd name="connsiteX1" fmla="*/ 40481 w 40481"/>
                <a:gd name="connsiteY1" fmla="*/ 42863 h 119063"/>
                <a:gd name="connsiteX2" fmla="*/ 40481 w 40481"/>
                <a:gd name="connsiteY2" fmla="*/ 119063 h 119063"/>
                <a:gd name="connsiteX3" fmla="*/ 9525 w 40481"/>
                <a:gd name="connsiteY3" fmla="*/ 66675 h 119063"/>
                <a:gd name="connsiteX4" fmla="*/ 4763 w 40481"/>
                <a:gd name="connsiteY4" fmla="*/ 35719 h 119063"/>
                <a:gd name="connsiteX5" fmla="*/ 0 w 40481"/>
                <a:gd name="connsiteY5" fmla="*/ 0 h 119063"/>
                <a:gd name="connsiteX0" fmla="*/ 0 w 40481"/>
                <a:gd name="connsiteY0" fmla="*/ 0 h 119063"/>
                <a:gd name="connsiteX1" fmla="*/ 40481 w 40481"/>
                <a:gd name="connsiteY1" fmla="*/ 42863 h 119063"/>
                <a:gd name="connsiteX2" fmla="*/ 40481 w 40481"/>
                <a:gd name="connsiteY2" fmla="*/ 119063 h 119063"/>
                <a:gd name="connsiteX3" fmla="*/ 9525 w 40481"/>
                <a:gd name="connsiteY3" fmla="*/ 66675 h 119063"/>
                <a:gd name="connsiteX4" fmla="*/ 21432 w 40481"/>
                <a:gd name="connsiteY4" fmla="*/ 52388 h 119063"/>
                <a:gd name="connsiteX5" fmla="*/ 0 w 40481"/>
                <a:gd name="connsiteY5" fmla="*/ 0 h 119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81" h="119063">
                  <a:moveTo>
                    <a:pt x="0" y="0"/>
                  </a:moveTo>
                  <a:lnTo>
                    <a:pt x="40481" y="42863"/>
                  </a:lnTo>
                  <a:lnTo>
                    <a:pt x="40481" y="119063"/>
                  </a:lnTo>
                  <a:lnTo>
                    <a:pt x="9525" y="66675"/>
                  </a:lnTo>
                  <a:lnTo>
                    <a:pt x="21432" y="52388"/>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8" name="Freeform: Shape 260">
              <a:extLst>
                <a:ext uri="{FF2B5EF4-FFF2-40B4-BE49-F238E27FC236}">
                  <a16:creationId xmlns:a16="http://schemas.microsoft.com/office/drawing/2014/main" id="{CD77F74E-852D-4D92-A72C-C9730D97131C}"/>
                </a:ext>
              </a:extLst>
            </p:cNvPr>
            <p:cNvSpPr/>
            <p:nvPr/>
          </p:nvSpPr>
          <p:spPr bwMode="auto">
            <a:xfrm>
              <a:off x="5800725" y="3729038"/>
              <a:ext cx="340519" cy="352425"/>
            </a:xfrm>
            <a:custGeom>
              <a:avLst/>
              <a:gdLst>
                <a:gd name="connsiteX0" fmla="*/ 0 w 340519"/>
                <a:gd name="connsiteY0" fmla="*/ 195262 h 352425"/>
                <a:gd name="connsiteX1" fmla="*/ 40481 w 340519"/>
                <a:gd name="connsiteY1" fmla="*/ 240506 h 352425"/>
                <a:gd name="connsiteX2" fmla="*/ 54769 w 340519"/>
                <a:gd name="connsiteY2" fmla="*/ 273843 h 352425"/>
                <a:gd name="connsiteX3" fmla="*/ 19050 w 340519"/>
                <a:gd name="connsiteY3" fmla="*/ 297656 h 352425"/>
                <a:gd name="connsiteX4" fmla="*/ 14288 w 340519"/>
                <a:gd name="connsiteY4" fmla="*/ 319087 h 352425"/>
                <a:gd name="connsiteX5" fmla="*/ 64294 w 340519"/>
                <a:gd name="connsiteY5" fmla="*/ 321468 h 352425"/>
                <a:gd name="connsiteX6" fmla="*/ 126206 w 340519"/>
                <a:gd name="connsiteY6" fmla="*/ 314325 h 352425"/>
                <a:gd name="connsiteX7" fmla="*/ 142875 w 340519"/>
                <a:gd name="connsiteY7" fmla="*/ 338137 h 352425"/>
                <a:gd name="connsiteX8" fmla="*/ 157163 w 340519"/>
                <a:gd name="connsiteY8" fmla="*/ 352425 h 352425"/>
                <a:gd name="connsiteX9" fmla="*/ 171450 w 340519"/>
                <a:gd name="connsiteY9" fmla="*/ 352425 h 352425"/>
                <a:gd name="connsiteX10" fmla="*/ 185738 w 340519"/>
                <a:gd name="connsiteY10" fmla="*/ 342900 h 352425"/>
                <a:gd name="connsiteX11" fmla="*/ 233363 w 340519"/>
                <a:gd name="connsiteY11" fmla="*/ 338137 h 352425"/>
                <a:gd name="connsiteX12" fmla="*/ 214313 w 340519"/>
                <a:gd name="connsiteY12" fmla="*/ 311943 h 352425"/>
                <a:gd name="connsiteX13" fmla="*/ 207169 w 340519"/>
                <a:gd name="connsiteY13" fmla="*/ 266700 h 352425"/>
                <a:gd name="connsiteX14" fmla="*/ 214313 w 340519"/>
                <a:gd name="connsiteY14" fmla="*/ 257175 h 352425"/>
                <a:gd name="connsiteX15" fmla="*/ 261938 w 340519"/>
                <a:gd name="connsiteY15" fmla="*/ 254793 h 352425"/>
                <a:gd name="connsiteX16" fmla="*/ 278606 w 340519"/>
                <a:gd name="connsiteY16" fmla="*/ 223837 h 352425"/>
                <a:gd name="connsiteX17" fmla="*/ 319088 w 340519"/>
                <a:gd name="connsiteY17" fmla="*/ 171450 h 352425"/>
                <a:gd name="connsiteX18" fmla="*/ 333375 w 340519"/>
                <a:gd name="connsiteY18" fmla="*/ 140493 h 352425"/>
                <a:gd name="connsiteX19" fmla="*/ 340519 w 340519"/>
                <a:gd name="connsiteY19" fmla="*/ 121443 h 352425"/>
                <a:gd name="connsiteX20" fmla="*/ 314325 w 340519"/>
                <a:gd name="connsiteY20" fmla="*/ 78581 h 352425"/>
                <a:gd name="connsiteX21" fmla="*/ 323850 w 340519"/>
                <a:gd name="connsiteY21" fmla="*/ 54768 h 352425"/>
                <a:gd name="connsiteX22" fmla="*/ 302419 w 340519"/>
                <a:gd name="connsiteY22" fmla="*/ 9525 h 352425"/>
                <a:gd name="connsiteX23" fmla="*/ 285750 w 340519"/>
                <a:gd name="connsiteY23" fmla="*/ 0 h 352425"/>
                <a:gd name="connsiteX24" fmla="*/ 269081 w 340519"/>
                <a:gd name="connsiteY24" fmla="*/ 35718 h 352425"/>
                <a:gd name="connsiteX25" fmla="*/ 252413 w 340519"/>
                <a:gd name="connsiteY25" fmla="*/ 73818 h 352425"/>
                <a:gd name="connsiteX26" fmla="*/ 216694 w 340519"/>
                <a:gd name="connsiteY26" fmla="*/ 92868 h 352425"/>
                <a:gd name="connsiteX27" fmla="*/ 221456 w 340519"/>
                <a:gd name="connsiteY27" fmla="*/ 109537 h 352425"/>
                <a:gd name="connsiteX28" fmla="*/ 214313 w 340519"/>
                <a:gd name="connsiteY28" fmla="*/ 123825 h 352425"/>
                <a:gd name="connsiteX29" fmla="*/ 180975 w 340519"/>
                <a:gd name="connsiteY29" fmla="*/ 138112 h 352425"/>
                <a:gd name="connsiteX30" fmla="*/ 147638 w 340519"/>
                <a:gd name="connsiteY30" fmla="*/ 142875 h 352425"/>
                <a:gd name="connsiteX31" fmla="*/ 138113 w 340519"/>
                <a:gd name="connsiteY31" fmla="*/ 171450 h 352425"/>
                <a:gd name="connsiteX32" fmla="*/ 114300 w 340519"/>
                <a:gd name="connsiteY32" fmla="*/ 188118 h 352425"/>
                <a:gd name="connsiteX33" fmla="*/ 57150 w 340519"/>
                <a:gd name="connsiteY33" fmla="*/ 202406 h 352425"/>
                <a:gd name="connsiteX34" fmla="*/ 0 w 340519"/>
                <a:gd name="connsiteY34" fmla="*/ 195262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0519" h="352425">
                  <a:moveTo>
                    <a:pt x="0" y="195262"/>
                  </a:moveTo>
                  <a:lnTo>
                    <a:pt x="40481" y="240506"/>
                  </a:lnTo>
                  <a:lnTo>
                    <a:pt x="54769" y="273843"/>
                  </a:lnTo>
                  <a:lnTo>
                    <a:pt x="19050" y="297656"/>
                  </a:lnTo>
                  <a:lnTo>
                    <a:pt x="14288" y="319087"/>
                  </a:lnTo>
                  <a:lnTo>
                    <a:pt x="64294" y="321468"/>
                  </a:lnTo>
                  <a:lnTo>
                    <a:pt x="126206" y="314325"/>
                  </a:lnTo>
                  <a:lnTo>
                    <a:pt x="142875" y="338137"/>
                  </a:lnTo>
                  <a:lnTo>
                    <a:pt x="157163" y="352425"/>
                  </a:lnTo>
                  <a:lnTo>
                    <a:pt x="171450" y="352425"/>
                  </a:lnTo>
                  <a:lnTo>
                    <a:pt x="185738" y="342900"/>
                  </a:lnTo>
                  <a:lnTo>
                    <a:pt x="233363" y="338137"/>
                  </a:lnTo>
                  <a:lnTo>
                    <a:pt x="214313" y="311943"/>
                  </a:lnTo>
                  <a:lnTo>
                    <a:pt x="207169" y="266700"/>
                  </a:lnTo>
                  <a:lnTo>
                    <a:pt x="214313" y="257175"/>
                  </a:lnTo>
                  <a:lnTo>
                    <a:pt x="261938" y="254793"/>
                  </a:lnTo>
                  <a:lnTo>
                    <a:pt x="278606" y="223837"/>
                  </a:lnTo>
                  <a:lnTo>
                    <a:pt x="319088" y="171450"/>
                  </a:lnTo>
                  <a:lnTo>
                    <a:pt x="333375" y="140493"/>
                  </a:lnTo>
                  <a:lnTo>
                    <a:pt x="340519" y="121443"/>
                  </a:lnTo>
                  <a:lnTo>
                    <a:pt x="314325" y="78581"/>
                  </a:lnTo>
                  <a:lnTo>
                    <a:pt x="323850" y="54768"/>
                  </a:lnTo>
                  <a:lnTo>
                    <a:pt x="302419" y="9525"/>
                  </a:lnTo>
                  <a:lnTo>
                    <a:pt x="285750" y="0"/>
                  </a:lnTo>
                  <a:lnTo>
                    <a:pt x="269081" y="35718"/>
                  </a:lnTo>
                  <a:lnTo>
                    <a:pt x="252413" y="73818"/>
                  </a:lnTo>
                  <a:lnTo>
                    <a:pt x="216694" y="92868"/>
                  </a:lnTo>
                  <a:lnTo>
                    <a:pt x="221456" y="109537"/>
                  </a:lnTo>
                  <a:lnTo>
                    <a:pt x="214313" y="123825"/>
                  </a:lnTo>
                  <a:lnTo>
                    <a:pt x="180975" y="138112"/>
                  </a:lnTo>
                  <a:lnTo>
                    <a:pt x="147638" y="142875"/>
                  </a:lnTo>
                  <a:lnTo>
                    <a:pt x="138113" y="171450"/>
                  </a:lnTo>
                  <a:lnTo>
                    <a:pt x="114300" y="188118"/>
                  </a:lnTo>
                  <a:lnTo>
                    <a:pt x="57150" y="202406"/>
                  </a:lnTo>
                  <a:lnTo>
                    <a:pt x="0" y="195262"/>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89" name="Freeform: Shape 261">
              <a:extLst>
                <a:ext uri="{FF2B5EF4-FFF2-40B4-BE49-F238E27FC236}">
                  <a16:creationId xmlns:a16="http://schemas.microsoft.com/office/drawing/2014/main" id="{E8A552C6-82B0-4DFF-8B48-DF02371CC6E6}"/>
                </a:ext>
              </a:extLst>
            </p:cNvPr>
            <p:cNvSpPr/>
            <p:nvPr/>
          </p:nvSpPr>
          <p:spPr bwMode="auto">
            <a:xfrm>
              <a:off x="5967413" y="3833813"/>
              <a:ext cx="509587" cy="673893"/>
            </a:xfrm>
            <a:custGeom>
              <a:avLst/>
              <a:gdLst>
                <a:gd name="connsiteX0" fmla="*/ 250031 w 509587"/>
                <a:gd name="connsiteY0" fmla="*/ 0 h 673893"/>
                <a:gd name="connsiteX1" fmla="*/ 188118 w 509587"/>
                <a:gd name="connsiteY1" fmla="*/ 9525 h 673893"/>
                <a:gd name="connsiteX2" fmla="*/ 171450 w 509587"/>
                <a:gd name="connsiteY2" fmla="*/ 26193 h 673893"/>
                <a:gd name="connsiteX3" fmla="*/ 138112 w 509587"/>
                <a:gd name="connsiteY3" fmla="*/ 83343 h 673893"/>
                <a:gd name="connsiteX4" fmla="*/ 92868 w 509587"/>
                <a:gd name="connsiteY4" fmla="*/ 147637 h 673893"/>
                <a:gd name="connsiteX5" fmla="*/ 45243 w 509587"/>
                <a:gd name="connsiteY5" fmla="*/ 152400 h 673893"/>
                <a:gd name="connsiteX6" fmla="*/ 45243 w 509587"/>
                <a:gd name="connsiteY6" fmla="*/ 188118 h 673893"/>
                <a:gd name="connsiteX7" fmla="*/ 61912 w 509587"/>
                <a:gd name="connsiteY7" fmla="*/ 233362 h 673893"/>
                <a:gd name="connsiteX8" fmla="*/ 19050 w 509587"/>
                <a:gd name="connsiteY8" fmla="*/ 233362 h 673893"/>
                <a:gd name="connsiteX9" fmla="*/ 0 w 509587"/>
                <a:gd name="connsiteY9" fmla="*/ 257175 h 673893"/>
                <a:gd name="connsiteX10" fmla="*/ 23812 w 509587"/>
                <a:gd name="connsiteY10" fmla="*/ 276225 h 673893"/>
                <a:gd name="connsiteX11" fmla="*/ 59531 w 509587"/>
                <a:gd name="connsiteY11" fmla="*/ 276225 h 673893"/>
                <a:gd name="connsiteX12" fmla="*/ 45243 w 509587"/>
                <a:gd name="connsiteY12" fmla="*/ 300037 h 673893"/>
                <a:gd name="connsiteX13" fmla="*/ 45243 w 509587"/>
                <a:gd name="connsiteY13" fmla="*/ 300037 h 673893"/>
                <a:gd name="connsiteX14" fmla="*/ 57150 w 509587"/>
                <a:gd name="connsiteY14" fmla="*/ 340518 h 673893"/>
                <a:gd name="connsiteX15" fmla="*/ 88106 w 509587"/>
                <a:gd name="connsiteY15" fmla="*/ 328612 h 673893"/>
                <a:gd name="connsiteX16" fmla="*/ 104775 w 509587"/>
                <a:gd name="connsiteY16" fmla="*/ 285750 h 673893"/>
                <a:gd name="connsiteX17" fmla="*/ 119062 w 509587"/>
                <a:gd name="connsiteY17" fmla="*/ 371475 h 673893"/>
                <a:gd name="connsiteX18" fmla="*/ 159543 w 509587"/>
                <a:gd name="connsiteY18" fmla="*/ 519112 h 673893"/>
                <a:gd name="connsiteX19" fmla="*/ 216693 w 509587"/>
                <a:gd name="connsiteY19" fmla="*/ 650081 h 673893"/>
                <a:gd name="connsiteX20" fmla="*/ 228600 w 509587"/>
                <a:gd name="connsiteY20" fmla="*/ 673893 h 673893"/>
                <a:gd name="connsiteX21" fmla="*/ 247650 w 509587"/>
                <a:gd name="connsiteY21" fmla="*/ 633412 h 673893"/>
                <a:gd name="connsiteX22" fmla="*/ 285750 w 509587"/>
                <a:gd name="connsiteY22" fmla="*/ 595312 h 673893"/>
                <a:gd name="connsiteX23" fmla="*/ 300037 w 509587"/>
                <a:gd name="connsiteY23" fmla="*/ 519112 h 673893"/>
                <a:gd name="connsiteX24" fmla="*/ 300037 w 509587"/>
                <a:gd name="connsiteY24" fmla="*/ 471487 h 673893"/>
                <a:gd name="connsiteX25" fmla="*/ 330993 w 509587"/>
                <a:gd name="connsiteY25" fmla="*/ 442912 h 673893"/>
                <a:gd name="connsiteX26" fmla="*/ 402431 w 509587"/>
                <a:gd name="connsiteY26" fmla="*/ 402431 h 673893"/>
                <a:gd name="connsiteX27" fmla="*/ 419100 w 509587"/>
                <a:gd name="connsiteY27" fmla="*/ 361950 h 673893"/>
                <a:gd name="connsiteX28" fmla="*/ 438150 w 509587"/>
                <a:gd name="connsiteY28" fmla="*/ 354806 h 673893"/>
                <a:gd name="connsiteX29" fmla="*/ 454818 w 509587"/>
                <a:gd name="connsiteY29" fmla="*/ 333375 h 673893"/>
                <a:gd name="connsiteX30" fmla="*/ 464343 w 509587"/>
                <a:gd name="connsiteY30" fmla="*/ 309562 h 673893"/>
                <a:gd name="connsiteX31" fmla="*/ 500062 w 509587"/>
                <a:gd name="connsiteY31" fmla="*/ 307181 h 673893"/>
                <a:gd name="connsiteX32" fmla="*/ 509587 w 509587"/>
                <a:gd name="connsiteY32" fmla="*/ 292893 h 673893"/>
                <a:gd name="connsiteX33" fmla="*/ 507206 w 509587"/>
                <a:gd name="connsiteY33" fmla="*/ 271462 h 673893"/>
                <a:gd name="connsiteX34" fmla="*/ 502443 w 509587"/>
                <a:gd name="connsiteY34" fmla="*/ 240506 h 673893"/>
                <a:gd name="connsiteX35" fmla="*/ 500062 w 509587"/>
                <a:gd name="connsiteY35" fmla="*/ 211931 h 673893"/>
                <a:gd name="connsiteX36" fmla="*/ 500062 w 509587"/>
                <a:gd name="connsiteY36" fmla="*/ 197643 h 673893"/>
                <a:gd name="connsiteX37" fmla="*/ 442912 w 509587"/>
                <a:gd name="connsiteY37" fmla="*/ 185737 h 673893"/>
                <a:gd name="connsiteX38" fmla="*/ 404812 w 509587"/>
                <a:gd name="connsiteY38" fmla="*/ 169068 h 673893"/>
                <a:gd name="connsiteX39" fmla="*/ 359568 w 509587"/>
                <a:gd name="connsiteY39" fmla="*/ 169068 h 673893"/>
                <a:gd name="connsiteX40" fmla="*/ 335756 w 509587"/>
                <a:gd name="connsiteY40" fmla="*/ 169068 h 673893"/>
                <a:gd name="connsiteX41" fmla="*/ 328612 w 509587"/>
                <a:gd name="connsiteY41" fmla="*/ 140493 h 673893"/>
                <a:gd name="connsiteX42" fmla="*/ 295275 w 509587"/>
                <a:gd name="connsiteY42" fmla="*/ 121443 h 673893"/>
                <a:gd name="connsiteX43" fmla="*/ 295275 w 509587"/>
                <a:gd name="connsiteY43" fmla="*/ 90487 h 673893"/>
                <a:gd name="connsiteX44" fmla="*/ 302418 w 509587"/>
                <a:gd name="connsiteY44" fmla="*/ 73818 h 673893"/>
                <a:gd name="connsiteX45" fmla="*/ 278606 w 509587"/>
                <a:gd name="connsiteY45" fmla="*/ 45243 h 673893"/>
                <a:gd name="connsiteX46" fmla="*/ 250031 w 509587"/>
                <a:gd name="connsiteY46" fmla="*/ 0 h 673893"/>
                <a:gd name="connsiteX0" fmla="*/ 250031 w 509587"/>
                <a:gd name="connsiteY0" fmla="*/ 0 h 673893"/>
                <a:gd name="connsiteX1" fmla="*/ 188118 w 509587"/>
                <a:gd name="connsiteY1" fmla="*/ 9525 h 673893"/>
                <a:gd name="connsiteX2" fmla="*/ 171450 w 509587"/>
                <a:gd name="connsiteY2" fmla="*/ 26193 h 673893"/>
                <a:gd name="connsiteX3" fmla="*/ 138112 w 509587"/>
                <a:gd name="connsiteY3" fmla="*/ 83343 h 673893"/>
                <a:gd name="connsiteX4" fmla="*/ 92868 w 509587"/>
                <a:gd name="connsiteY4" fmla="*/ 147637 h 673893"/>
                <a:gd name="connsiteX5" fmla="*/ 45243 w 509587"/>
                <a:gd name="connsiteY5" fmla="*/ 152400 h 673893"/>
                <a:gd name="connsiteX6" fmla="*/ 45243 w 509587"/>
                <a:gd name="connsiteY6" fmla="*/ 188118 h 673893"/>
                <a:gd name="connsiteX7" fmla="*/ 61912 w 509587"/>
                <a:gd name="connsiteY7" fmla="*/ 233362 h 673893"/>
                <a:gd name="connsiteX8" fmla="*/ 19050 w 509587"/>
                <a:gd name="connsiteY8" fmla="*/ 233362 h 673893"/>
                <a:gd name="connsiteX9" fmla="*/ 0 w 509587"/>
                <a:gd name="connsiteY9" fmla="*/ 257175 h 673893"/>
                <a:gd name="connsiteX10" fmla="*/ 23812 w 509587"/>
                <a:gd name="connsiteY10" fmla="*/ 276225 h 673893"/>
                <a:gd name="connsiteX11" fmla="*/ 59531 w 509587"/>
                <a:gd name="connsiteY11" fmla="*/ 276225 h 673893"/>
                <a:gd name="connsiteX12" fmla="*/ 45243 w 509587"/>
                <a:gd name="connsiteY12" fmla="*/ 300037 h 673893"/>
                <a:gd name="connsiteX13" fmla="*/ 45243 w 509587"/>
                <a:gd name="connsiteY13" fmla="*/ 300037 h 673893"/>
                <a:gd name="connsiteX14" fmla="*/ 57150 w 509587"/>
                <a:gd name="connsiteY14" fmla="*/ 340518 h 673893"/>
                <a:gd name="connsiteX15" fmla="*/ 88106 w 509587"/>
                <a:gd name="connsiteY15" fmla="*/ 328612 h 673893"/>
                <a:gd name="connsiteX16" fmla="*/ 104775 w 509587"/>
                <a:gd name="connsiteY16" fmla="*/ 285750 h 673893"/>
                <a:gd name="connsiteX17" fmla="*/ 119062 w 509587"/>
                <a:gd name="connsiteY17" fmla="*/ 371475 h 673893"/>
                <a:gd name="connsiteX18" fmla="*/ 159543 w 509587"/>
                <a:gd name="connsiteY18" fmla="*/ 519112 h 673893"/>
                <a:gd name="connsiteX19" fmla="*/ 216693 w 509587"/>
                <a:gd name="connsiteY19" fmla="*/ 650081 h 673893"/>
                <a:gd name="connsiteX20" fmla="*/ 228600 w 509587"/>
                <a:gd name="connsiteY20" fmla="*/ 673893 h 673893"/>
                <a:gd name="connsiteX21" fmla="*/ 247650 w 509587"/>
                <a:gd name="connsiteY21" fmla="*/ 633412 h 673893"/>
                <a:gd name="connsiteX22" fmla="*/ 285750 w 509587"/>
                <a:gd name="connsiteY22" fmla="*/ 595312 h 673893"/>
                <a:gd name="connsiteX23" fmla="*/ 300037 w 509587"/>
                <a:gd name="connsiteY23" fmla="*/ 519112 h 673893"/>
                <a:gd name="connsiteX24" fmla="*/ 300037 w 509587"/>
                <a:gd name="connsiteY24" fmla="*/ 471487 h 673893"/>
                <a:gd name="connsiteX25" fmla="*/ 330993 w 509587"/>
                <a:gd name="connsiteY25" fmla="*/ 442912 h 673893"/>
                <a:gd name="connsiteX26" fmla="*/ 402431 w 509587"/>
                <a:gd name="connsiteY26" fmla="*/ 402431 h 673893"/>
                <a:gd name="connsiteX27" fmla="*/ 419100 w 509587"/>
                <a:gd name="connsiteY27" fmla="*/ 361950 h 673893"/>
                <a:gd name="connsiteX28" fmla="*/ 438150 w 509587"/>
                <a:gd name="connsiteY28" fmla="*/ 354806 h 673893"/>
                <a:gd name="connsiteX29" fmla="*/ 454818 w 509587"/>
                <a:gd name="connsiteY29" fmla="*/ 333375 h 673893"/>
                <a:gd name="connsiteX30" fmla="*/ 464343 w 509587"/>
                <a:gd name="connsiteY30" fmla="*/ 309562 h 673893"/>
                <a:gd name="connsiteX31" fmla="*/ 500062 w 509587"/>
                <a:gd name="connsiteY31" fmla="*/ 307181 h 673893"/>
                <a:gd name="connsiteX32" fmla="*/ 509587 w 509587"/>
                <a:gd name="connsiteY32" fmla="*/ 292893 h 673893"/>
                <a:gd name="connsiteX33" fmla="*/ 507206 w 509587"/>
                <a:gd name="connsiteY33" fmla="*/ 271462 h 673893"/>
                <a:gd name="connsiteX34" fmla="*/ 502443 w 509587"/>
                <a:gd name="connsiteY34" fmla="*/ 240506 h 673893"/>
                <a:gd name="connsiteX35" fmla="*/ 500062 w 509587"/>
                <a:gd name="connsiteY35" fmla="*/ 211931 h 673893"/>
                <a:gd name="connsiteX36" fmla="*/ 500062 w 509587"/>
                <a:gd name="connsiteY36" fmla="*/ 197643 h 673893"/>
                <a:gd name="connsiteX37" fmla="*/ 442912 w 509587"/>
                <a:gd name="connsiteY37" fmla="*/ 185737 h 673893"/>
                <a:gd name="connsiteX38" fmla="*/ 404812 w 509587"/>
                <a:gd name="connsiteY38" fmla="*/ 169068 h 673893"/>
                <a:gd name="connsiteX39" fmla="*/ 359568 w 509587"/>
                <a:gd name="connsiteY39" fmla="*/ 169068 h 673893"/>
                <a:gd name="connsiteX40" fmla="*/ 335756 w 509587"/>
                <a:gd name="connsiteY40" fmla="*/ 169068 h 673893"/>
                <a:gd name="connsiteX41" fmla="*/ 328612 w 509587"/>
                <a:gd name="connsiteY41" fmla="*/ 140493 h 673893"/>
                <a:gd name="connsiteX42" fmla="*/ 295275 w 509587"/>
                <a:gd name="connsiteY42" fmla="*/ 121443 h 673893"/>
                <a:gd name="connsiteX43" fmla="*/ 295275 w 509587"/>
                <a:gd name="connsiteY43" fmla="*/ 90487 h 673893"/>
                <a:gd name="connsiteX44" fmla="*/ 302418 w 509587"/>
                <a:gd name="connsiteY44" fmla="*/ 73818 h 673893"/>
                <a:gd name="connsiteX45" fmla="*/ 288131 w 509587"/>
                <a:gd name="connsiteY45" fmla="*/ 38100 h 673893"/>
                <a:gd name="connsiteX46" fmla="*/ 250031 w 509587"/>
                <a:gd name="connsiteY46" fmla="*/ 0 h 673893"/>
                <a:gd name="connsiteX0" fmla="*/ 250031 w 509587"/>
                <a:gd name="connsiteY0" fmla="*/ 0 h 673893"/>
                <a:gd name="connsiteX1" fmla="*/ 188118 w 509587"/>
                <a:gd name="connsiteY1" fmla="*/ 9525 h 673893"/>
                <a:gd name="connsiteX2" fmla="*/ 171450 w 509587"/>
                <a:gd name="connsiteY2" fmla="*/ 26193 h 673893"/>
                <a:gd name="connsiteX3" fmla="*/ 138112 w 509587"/>
                <a:gd name="connsiteY3" fmla="*/ 83343 h 673893"/>
                <a:gd name="connsiteX4" fmla="*/ 92868 w 509587"/>
                <a:gd name="connsiteY4" fmla="*/ 147637 h 673893"/>
                <a:gd name="connsiteX5" fmla="*/ 45243 w 509587"/>
                <a:gd name="connsiteY5" fmla="*/ 152400 h 673893"/>
                <a:gd name="connsiteX6" fmla="*/ 45243 w 509587"/>
                <a:gd name="connsiteY6" fmla="*/ 188118 h 673893"/>
                <a:gd name="connsiteX7" fmla="*/ 61912 w 509587"/>
                <a:gd name="connsiteY7" fmla="*/ 233362 h 673893"/>
                <a:gd name="connsiteX8" fmla="*/ 19050 w 509587"/>
                <a:gd name="connsiteY8" fmla="*/ 233362 h 673893"/>
                <a:gd name="connsiteX9" fmla="*/ 0 w 509587"/>
                <a:gd name="connsiteY9" fmla="*/ 257175 h 673893"/>
                <a:gd name="connsiteX10" fmla="*/ 23812 w 509587"/>
                <a:gd name="connsiteY10" fmla="*/ 276225 h 673893"/>
                <a:gd name="connsiteX11" fmla="*/ 59531 w 509587"/>
                <a:gd name="connsiteY11" fmla="*/ 276225 h 673893"/>
                <a:gd name="connsiteX12" fmla="*/ 45243 w 509587"/>
                <a:gd name="connsiteY12" fmla="*/ 300037 h 673893"/>
                <a:gd name="connsiteX13" fmla="*/ 45243 w 509587"/>
                <a:gd name="connsiteY13" fmla="*/ 300037 h 673893"/>
                <a:gd name="connsiteX14" fmla="*/ 57150 w 509587"/>
                <a:gd name="connsiteY14" fmla="*/ 340518 h 673893"/>
                <a:gd name="connsiteX15" fmla="*/ 88106 w 509587"/>
                <a:gd name="connsiteY15" fmla="*/ 328612 h 673893"/>
                <a:gd name="connsiteX16" fmla="*/ 104775 w 509587"/>
                <a:gd name="connsiteY16" fmla="*/ 285750 h 673893"/>
                <a:gd name="connsiteX17" fmla="*/ 119062 w 509587"/>
                <a:gd name="connsiteY17" fmla="*/ 371475 h 673893"/>
                <a:gd name="connsiteX18" fmla="*/ 159543 w 509587"/>
                <a:gd name="connsiteY18" fmla="*/ 519112 h 673893"/>
                <a:gd name="connsiteX19" fmla="*/ 216693 w 509587"/>
                <a:gd name="connsiteY19" fmla="*/ 650081 h 673893"/>
                <a:gd name="connsiteX20" fmla="*/ 228600 w 509587"/>
                <a:gd name="connsiteY20" fmla="*/ 673893 h 673893"/>
                <a:gd name="connsiteX21" fmla="*/ 247650 w 509587"/>
                <a:gd name="connsiteY21" fmla="*/ 633412 h 673893"/>
                <a:gd name="connsiteX22" fmla="*/ 285750 w 509587"/>
                <a:gd name="connsiteY22" fmla="*/ 595312 h 673893"/>
                <a:gd name="connsiteX23" fmla="*/ 300037 w 509587"/>
                <a:gd name="connsiteY23" fmla="*/ 519112 h 673893"/>
                <a:gd name="connsiteX24" fmla="*/ 300037 w 509587"/>
                <a:gd name="connsiteY24" fmla="*/ 471487 h 673893"/>
                <a:gd name="connsiteX25" fmla="*/ 330993 w 509587"/>
                <a:gd name="connsiteY25" fmla="*/ 442912 h 673893"/>
                <a:gd name="connsiteX26" fmla="*/ 402431 w 509587"/>
                <a:gd name="connsiteY26" fmla="*/ 402431 h 673893"/>
                <a:gd name="connsiteX27" fmla="*/ 419100 w 509587"/>
                <a:gd name="connsiteY27" fmla="*/ 361950 h 673893"/>
                <a:gd name="connsiteX28" fmla="*/ 438150 w 509587"/>
                <a:gd name="connsiteY28" fmla="*/ 354806 h 673893"/>
                <a:gd name="connsiteX29" fmla="*/ 454818 w 509587"/>
                <a:gd name="connsiteY29" fmla="*/ 333375 h 673893"/>
                <a:gd name="connsiteX30" fmla="*/ 464343 w 509587"/>
                <a:gd name="connsiteY30" fmla="*/ 309562 h 673893"/>
                <a:gd name="connsiteX31" fmla="*/ 500062 w 509587"/>
                <a:gd name="connsiteY31" fmla="*/ 307181 h 673893"/>
                <a:gd name="connsiteX32" fmla="*/ 509587 w 509587"/>
                <a:gd name="connsiteY32" fmla="*/ 292893 h 673893"/>
                <a:gd name="connsiteX33" fmla="*/ 507206 w 509587"/>
                <a:gd name="connsiteY33" fmla="*/ 271462 h 673893"/>
                <a:gd name="connsiteX34" fmla="*/ 502443 w 509587"/>
                <a:gd name="connsiteY34" fmla="*/ 240506 h 673893"/>
                <a:gd name="connsiteX35" fmla="*/ 500062 w 509587"/>
                <a:gd name="connsiteY35" fmla="*/ 211931 h 673893"/>
                <a:gd name="connsiteX36" fmla="*/ 500062 w 509587"/>
                <a:gd name="connsiteY36" fmla="*/ 197643 h 673893"/>
                <a:gd name="connsiteX37" fmla="*/ 442912 w 509587"/>
                <a:gd name="connsiteY37" fmla="*/ 185737 h 673893"/>
                <a:gd name="connsiteX38" fmla="*/ 404812 w 509587"/>
                <a:gd name="connsiteY38" fmla="*/ 169068 h 673893"/>
                <a:gd name="connsiteX39" fmla="*/ 359568 w 509587"/>
                <a:gd name="connsiteY39" fmla="*/ 169068 h 673893"/>
                <a:gd name="connsiteX40" fmla="*/ 335756 w 509587"/>
                <a:gd name="connsiteY40" fmla="*/ 169068 h 673893"/>
                <a:gd name="connsiteX41" fmla="*/ 328612 w 509587"/>
                <a:gd name="connsiteY41" fmla="*/ 140493 h 673893"/>
                <a:gd name="connsiteX42" fmla="*/ 295275 w 509587"/>
                <a:gd name="connsiteY42" fmla="*/ 121443 h 673893"/>
                <a:gd name="connsiteX43" fmla="*/ 295275 w 509587"/>
                <a:gd name="connsiteY43" fmla="*/ 90487 h 673893"/>
                <a:gd name="connsiteX44" fmla="*/ 309561 w 509587"/>
                <a:gd name="connsiteY44" fmla="*/ 69056 h 673893"/>
                <a:gd name="connsiteX45" fmla="*/ 288131 w 509587"/>
                <a:gd name="connsiteY45" fmla="*/ 38100 h 673893"/>
                <a:gd name="connsiteX46" fmla="*/ 250031 w 509587"/>
                <a:gd name="connsiteY46" fmla="*/ 0 h 673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09587" h="673893">
                  <a:moveTo>
                    <a:pt x="250031" y="0"/>
                  </a:moveTo>
                  <a:lnTo>
                    <a:pt x="188118" y="9525"/>
                  </a:lnTo>
                  <a:lnTo>
                    <a:pt x="171450" y="26193"/>
                  </a:lnTo>
                  <a:lnTo>
                    <a:pt x="138112" y="83343"/>
                  </a:lnTo>
                  <a:lnTo>
                    <a:pt x="92868" y="147637"/>
                  </a:lnTo>
                  <a:lnTo>
                    <a:pt x="45243" y="152400"/>
                  </a:lnTo>
                  <a:lnTo>
                    <a:pt x="45243" y="188118"/>
                  </a:lnTo>
                  <a:lnTo>
                    <a:pt x="61912" y="233362"/>
                  </a:lnTo>
                  <a:lnTo>
                    <a:pt x="19050" y="233362"/>
                  </a:lnTo>
                  <a:lnTo>
                    <a:pt x="0" y="257175"/>
                  </a:lnTo>
                  <a:lnTo>
                    <a:pt x="23812" y="276225"/>
                  </a:lnTo>
                  <a:lnTo>
                    <a:pt x="59531" y="276225"/>
                  </a:lnTo>
                  <a:lnTo>
                    <a:pt x="45243" y="300037"/>
                  </a:lnTo>
                  <a:lnTo>
                    <a:pt x="45243" y="300037"/>
                  </a:lnTo>
                  <a:lnTo>
                    <a:pt x="57150" y="340518"/>
                  </a:lnTo>
                  <a:lnTo>
                    <a:pt x="88106" y="328612"/>
                  </a:lnTo>
                  <a:lnTo>
                    <a:pt x="104775" y="285750"/>
                  </a:lnTo>
                  <a:lnTo>
                    <a:pt x="119062" y="371475"/>
                  </a:lnTo>
                  <a:lnTo>
                    <a:pt x="159543" y="519112"/>
                  </a:lnTo>
                  <a:lnTo>
                    <a:pt x="216693" y="650081"/>
                  </a:lnTo>
                  <a:lnTo>
                    <a:pt x="228600" y="673893"/>
                  </a:lnTo>
                  <a:lnTo>
                    <a:pt x="247650" y="633412"/>
                  </a:lnTo>
                  <a:lnTo>
                    <a:pt x="285750" y="595312"/>
                  </a:lnTo>
                  <a:lnTo>
                    <a:pt x="300037" y="519112"/>
                  </a:lnTo>
                  <a:lnTo>
                    <a:pt x="300037" y="471487"/>
                  </a:lnTo>
                  <a:lnTo>
                    <a:pt x="330993" y="442912"/>
                  </a:lnTo>
                  <a:lnTo>
                    <a:pt x="402431" y="402431"/>
                  </a:lnTo>
                  <a:lnTo>
                    <a:pt x="419100" y="361950"/>
                  </a:lnTo>
                  <a:lnTo>
                    <a:pt x="438150" y="354806"/>
                  </a:lnTo>
                  <a:lnTo>
                    <a:pt x="454818" y="333375"/>
                  </a:lnTo>
                  <a:lnTo>
                    <a:pt x="464343" y="309562"/>
                  </a:lnTo>
                  <a:lnTo>
                    <a:pt x="500062" y="307181"/>
                  </a:lnTo>
                  <a:lnTo>
                    <a:pt x="509587" y="292893"/>
                  </a:lnTo>
                  <a:lnTo>
                    <a:pt x="507206" y="271462"/>
                  </a:lnTo>
                  <a:lnTo>
                    <a:pt x="502443" y="240506"/>
                  </a:lnTo>
                  <a:lnTo>
                    <a:pt x="500062" y="211931"/>
                  </a:lnTo>
                  <a:lnTo>
                    <a:pt x="500062" y="197643"/>
                  </a:lnTo>
                  <a:lnTo>
                    <a:pt x="442912" y="185737"/>
                  </a:lnTo>
                  <a:lnTo>
                    <a:pt x="404812" y="169068"/>
                  </a:lnTo>
                  <a:lnTo>
                    <a:pt x="359568" y="169068"/>
                  </a:lnTo>
                  <a:lnTo>
                    <a:pt x="335756" y="169068"/>
                  </a:lnTo>
                  <a:lnTo>
                    <a:pt x="328612" y="140493"/>
                  </a:lnTo>
                  <a:lnTo>
                    <a:pt x="295275" y="121443"/>
                  </a:lnTo>
                  <a:lnTo>
                    <a:pt x="295275" y="90487"/>
                  </a:lnTo>
                  <a:lnTo>
                    <a:pt x="309561" y="69056"/>
                  </a:lnTo>
                  <a:lnTo>
                    <a:pt x="288131" y="38100"/>
                  </a:lnTo>
                  <a:lnTo>
                    <a:pt x="250031"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0" name="Freeform: Shape 262">
              <a:extLst>
                <a:ext uri="{FF2B5EF4-FFF2-40B4-BE49-F238E27FC236}">
                  <a16:creationId xmlns:a16="http://schemas.microsoft.com/office/drawing/2014/main" id="{EEAEA0ED-214B-4783-B2CA-8F7CB3BCFB92}"/>
                </a:ext>
              </a:extLst>
            </p:cNvPr>
            <p:cNvSpPr/>
            <p:nvPr/>
          </p:nvSpPr>
          <p:spPr bwMode="auto">
            <a:xfrm>
              <a:off x="6253163" y="4464844"/>
              <a:ext cx="42862" cy="71437"/>
            </a:xfrm>
            <a:custGeom>
              <a:avLst/>
              <a:gdLst>
                <a:gd name="connsiteX0" fmla="*/ 0 w 42862"/>
                <a:gd name="connsiteY0" fmla="*/ 0 h 71437"/>
                <a:gd name="connsiteX1" fmla="*/ 2381 w 42862"/>
                <a:gd name="connsiteY1" fmla="*/ 71437 h 71437"/>
                <a:gd name="connsiteX2" fmla="*/ 42862 w 42862"/>
                <a:gd name="connsiteY2" fmla="*/ 57150 h 71437"/>
                <a:gd name="connsiteX3" fmla="*/ 0 w 42862"/>
                <a:gd name="connsiteY3" fmla="*/ 0 h 71437"/>
              </a:gdLst>
              <a:ahLst/>
              <a:cxnLst>
                <a:cxn ang="0">
                  <a:pos x="connsiteX0" y="connsiteY0"/>
                </a:cxn>
                <a:cxn ang="0">
                  <a:pos x="connsiteX1" y="connsiteY1"/>
                </a:cxn>
                <a:cxn ang="0">
                  <a:pos x="connsiteX2" y="connsiteY2"/>
                </a:cxn>
                <a:cxn ang="0">
                  <a:pos x="connsiteX3" y="connsiteY3"/>
                </a:cxn>
              </a:cxnLst>
              <a:rect l="l" t="t" r="r" b="b"/>
              <a:pathLst>
                <a:path w="42862" h="71437">
                  <a:moveTo>
                    <a:pt x="0" y="0"/>
                  </a:moveTo>
                  <a:cubicBezTo>
                    <a:pt x="794" y="23812"/>
                    <a:pt x="1587" y="47625"/>
                    <a:pt x="2381" y="71437"/>
                  </a:cubicBezTo>
                  <a:lnTo>
                    <a:pt x="42862" y="57150"/>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1" name="Freeform: Shape 263">
              <a:extLst>
                <a:ext uri="{FF2B5EF4-FFF2-40B4-BE49-F238E27FC236}">
                  <a16:creationId xmlns:a16="http://schemas.microsoft.com/office/drawing/2014/main" id="{AF79B217-20DC-46F1-94A3-9AFBA1AFA81F}"/>
                </a:ext>
              </a:extLst>
            </p:cNvPr>
            <p:cNvSpPr/>
            <p:nvPr/>
          </p:nvSpPr>
          <p:spPr bwMode="auto">
            <a:xfrm>
              <a:off x="6465094" y="3979069"/>
              <a:ext cx="116681" cy="166687"/>
            </a:xfrm>
            <a:custGeom>
              <a:avLst/>
              <a:gdLst>
                <a:gd name="connsiteX0" fmla="*/ 7144 w 116681"/>
                <a:gd name="connsiteY0" fmla="*/ 161925 h 166687"/>
                <a:gd name="connsiteX1" fmla="*/ 57150 w 116681"/>
                <a:gd name="connsiteY1" fmla="*/ 138112 h 166687"/>
                <a:gd name="connsiteX2" fmla="*/ 88106 w 116681"/>
                <a:gd name="connsiteY2" fmla="*/ 152400 h 166687"/>
                <a:gd name="connsiteX3" fmla="*/ 95250 w 116681"/>
                <a:gd name="connsiteY3" fmla="*/ 166687 h 166687"/>
                <a:gd name="connsiteX4" fmla="*/ 116681 w 116681"/>
                <a:gd name="connsiteY4" fmla="*/ 154781 h 166687"/>
                <a:gd name="connsiteX5" fmla="*/ 95250 w 116681"/>
                <a:gd name="connsiteY5" fmla="*/ 121444 h 166687"/>
                <a:gd name="connsiteX6" fmla="*/ 73819 w 116681"/>
                <a:gd name="connsiteY6" fmla="*/ 126206 h 166687"/>
                <a:gd name="connsiteX7" fmla="*/ 78581 w 116681"/>
                <a:gd name="connsiteY7" fmla="*/ 97631 h 166687"/>
                <a:gd name="connsiteX8" fmla="*/ 97631 w 116681"/>
                <a:gd name="connsiteY8" fmla="*/ 80962 h 166687"/>
                <a:gd name="connsiteX9" fmla="*/ 54769 w 116681"/>
                <a:gd name="connsiteY9" fmla="*/ 73819 h 166687"/>
                <a:gd name="connsiteX10" fmla="*/ 35719 w 116681"/>
                <a:gd name="connsiteY10" fmla="*/ 50006 h 166687"/>
                <a:gd name="connsiteX11" fmla="*/ 11906 w 116681"/>
                <a:gd name="connsiteY11" fmla="*/ 30956 h 166687"/>
                <a:gd name="connsiteX12" fmla="*/ 0 w 116681"/>
                <a:gd name="connsiteY12" fmla="*/ 0 h 166687"/>
                <a:gd name="connsiteX13" fmla="*/ 2381 w 116681"/>
                <a:gd name="connsiteY13" fmla="*/ 52387 h 166687"/>
                <a:gd name="connsiteX14" fmla="*/ 7144 w 116681"/>
                <a:gd name="connsiteY14" fmla="*/ 161925 h 16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681" h="166687">
                  <a:moveTo>
                    <a:pt x="7144" y="161925"/>
                  </a:moveTo>
                  <a:lnTo>
                    <a:pt x="57150" y="138112"/>
                  </a:lnTo>
                  <a:lnTo>
                    <a:pt x="88106" y="152400"/>
                  </a:lnTo>
                  <a:lnTo>
                    <a:pt x="95250" y="166687"/>
                  </a:lnTo>
                  <a:lnTo>
                    <a:pt x="116681" y="154781"/>
                  </a:lnTo>
                  <a:lnTo>
                    <a:pt x="95250" y="121444"/>
                  </a:lnTo>
                  <a:lnTo>
                    <a:pt x="73819" y="126206"/>
                  </a:lnTo>
                  <a:lnTo>
                    <a:pt x="78581" y="97631"/>
                  </a:lnTo>
                  <a:lnTo>
                    <a:pt x="97631" y="80962"/>
                  </a:lnTo>
                  <a:lnTo>
                    <a:pt x="54769" y="73819"/>
                  </a:lnTo>
                  <a:lnTo>
                    <a:pt x="35719" y="50006"/>
                  </a:lnTo>
                  <a:lnTo>
                    <a:pt x="11906" y="30956"/>
                  </a:lnTo>
                  <a:lnTo>
                    <a:pt x="0" y="0"/>
                  </a:lnTo>
                  <a:lnTo>
                    <a:pt x="2381" y="52387"/>
                  </a:lnTo>
                  <a:lnTo>
                    <a:pt x="7144" y="161925"/>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2" name="Freeform: Shape 264">
              <a:extLst>
                <a:ext uri="{FF2B5EF4-FFF2-40B4-BE49-F238E27FC236}">
                  <a16:creationId xmlns:a16="http://schemas.microsoft.com/office/drawing/2014/main" id="{B1E5ED6F-B0CC-422E-8C69-B13544F57B22}"/>
                </a:ext>
              </a:extLst>
            </p:cNvPr>
            <p:cNvSpPr/>
            <p:nvPr/>
          </p:nvSpPr>
          <p:spPr bwMode="auto">
            <a:xfrm>
              <a:off x="4812506" y="3002756"/>
              <a:ext cx="119063" cy="100013"/>
            </a:xfrm>
            <a:custGeom>
              <a:avLst/>
              <a:gdLst>
                <a:gd name="connsiteX0" fmla="*/ 0 w 119063"/>
                <a:gd name="connsiteY0" fmla="*/ 21432 h 107157"/>
                <a:gd name="connsiteX1" fmla="*/ 38100 w 119063"/>
                <a:gd name="connsiteY1" fmla="*/ 57150 h 107157"/>
                <a:gd name="connsiteX2" fmla="*/ 47625 w 119063"/>
                <a:gd name="connsiteY2" fmla="*/ 76200 h 107157"/>
                <a:gd name="connsiteX3" fmla="*/ 50007 w 119063"/>
                <a:gd name="connsiteY3" fmla="*/ 107157 h 107157"/>
                <a:gd name="connsiteX4" fmla="*/ 69057 w 119063"/>
                <a:gd name="connsiteY4" fmla="*/ 100013 h 107157"/>
                <a:gd name="connsiteX5" fmla="*/ 109538 w 119063"/>
                <a:gd name="connsiteY5" fmla="*/ 95250 h 107157"/>
                <a:gd name="connsiteX6" fmla="*/ 102394 w 119063"/>
                <a:gd name="connsiteY6" fmla="*/ 73819 h 107157"/>
                <a:gd name="connsiteX7" fmla="*/ 119063 w 119063"/>
                <a:gd name="connsiteY7" fmla="*/ 40482 h 107157"/>
                <a:gd name="connsiteX8" fmla="*/ 80963 w 119063"/>
                <a:gd name="connsiteY8" fmla="*/ 0 h 107157"/>
                <a:gd name="connsiteX9" fmla="*/ 61913 w 119063"/>
                <a:gd name="connsiteY9" fmla="*/ 4763 h 107157"/>
                <a:gd name="connsiteX10" fmla="*/ 0 w 119063"/>
                <a:gd name="connsiteY10" fmla="*/ 21432 h 107157"/>
                <a:gd name="connsiteX0" fmla="*/ 0 w 119063"/>
                <a:gd name="connsiteY0" fmla="*/ 21432 h 100013"/>
                <a:gd name="connsiteX1" fmla="*/ 38100 w 119063"/>
                <a:gd name="connsiteY1" fmla="*/ 57150 h 100013"/>
                <a:gd name="connsiteX2" fmla="*/ 47625 w 119063"/>
                <a:gd name="connsiteY2" fmla="*/ 76200 h 100013"/>
                <a:gd name="connsiteX3" fmla="*/ 40482 w 119063"/>
                <a:gd name="connsiteY3" fmla="*/ 95251 h 100013"/>
                <a:gd name="connsiteX4" fmla="*/ 69057 w 119063"/>
                <a:gd name="connsiteY4" fmla="*/ 100013 h 100013"/>
                <a:gd name="connsiteX5" fmla="*/ 109538 w 119063"/>
                <a:gd name="connsiteY5" fmla="*/ 95250 h 100013"/>
                <a:gd name="connsiteX6" fmla="*/ 102394 w 119063"/>
                <a:gd name="connsiteY6" fmla="*/ 73819 h 100013"/>
                <a:gd name="connsiteX7" fmla="*/ 119063 w 119063"/>
                <a:gd name="connsiteY7" fmla="*/ 40482 h 100013"/>
                <a:gd name="connsiteX8" fmla="*/ 80963 w 119063"/>
                <a:gd name="connsiteY8" fmla="*/ 0 h 100013"/>
                <a:gd name="connsiteX9" fmla="*/ 61913 w 119063"/>
                <a:gd name="connsiteY9" fmla="*/ 4763 h 100013"/>
                <a:gd name="connsiteX10" fmla="*/ 0 w 119063"/>
                <a:gd name="connsiteY10" fmla="*/ 21432 h 10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100013">
                  <a:moveTo>
                    <a:pt x="0" y="21432"/>
                  </a:moveTo>
                  <a:lnTo>
                    <a:pt x="38100" y="57150"/>
                  </a:lnTo>
                  <a:lnTo>
                    <a:pt x="47625" y="76200"/>
                  </a:lnTo>
                  <a:lnTo>
                    <a:pt x="40482" y="95251"/>
                  </a:lnTo>
                  <a:lnTo>
                    <a:pt x="69057" y="100013"/>
                  </a:lnTo>
                  <a:lnTo>
                    <a:pt x="109538" y="95250"/>
                  </a:lnTo>
                  <a:lnTo>
                    <a:pt x="102394" y="73819"/>
                  </a:lnTo>
                  <a:lnTo>
                    <a:pt x="119063" y="40482"/>
                  </a:lnTo>
                  <a:lnTo>
                    <a:pt x="80963" y="0"/>
                  </a:lnTo>
                  <a:lnTo>
                    <a:pt x="61913" y="4763"/>
                  </a:lnTo>
                  <a:lnTo>
                    <a:pt x="0" y="21432"/>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3" name="Freeform: Shape 265">
              <a:extLst>
                <a:ext uri="{FF2B5EF4-FFF2-40B4-BE49-F238E27FC236}">
                  <a16:creationId xmlns:a16="http://schemas.microsoft.com/office/drawing/2014/main" id="{FFDBECF2-A128-4DAF-97C9-A5D51FA01293}"/>
                </a:ext>
              </a:extLst>
            </p:cNvPr>
            <p:cNvSpPr/>
            <p:nvPr/>
          </p:nvSpPr>
          <p:spPr bwMode="auto">
            <a:xfrm>
              <a:off x="4869656" y="2864644"/>
              <a:ext cx="97632" cy="80962"/>
            </a:xfrm>
            <a:custGeom>
              <a:avLst/>
              <a:gdLst>
                <a:gd name="connsiteX0" fmla="*/ 97632 w 97632"/>
                <a:gd name="connsiteY0" fmla="*/ 0 h 80962"/>
                <a:gd name="connsiteX1" fmla="*/ 9525 w 97632"/>
                <a:gd name="connsiteY1" fmla="*/ 4762 h 80962"/>
                <a:gd name="connsiteX2" fmla="*/ 0 w 97632"/>
                <a:gd name="connsiteY2" fmla="*/ 16669 h 80962"/>
                <a:gd name="connsiteX3" fmla="*/ 16669 w 97632"/>
                <a:gd name="connsiteY3" fmla="*/ 35719 h 80962"/>
                <a:gd name="connsiteX4" fmla="*/ 26194 w 97632"/>
                <a:gd name="connsiteY4" fmla="*/ 47625 h 80962"/>
                <a:gd name="connsiteX5" fmla="*/ 21432 w 97632"/>
                <a:gd name="connsiteY5" fmla="*/ 69056 h 80962"/>
                <a:gd name="connsiteX6" fmla="*/ 45244 w 97632"/>
                <a:gd name="connsiteY6" fmla="*/ 66675 h 80962"/>
                <a:gd name="connsiteX7" fmla="*/ 64294 w 97632"/>
                <a:gd name="connsiteY7" fmla="*/ 73819 h 80962"/>
                <a:gd name="connsiteX8" fmla="*/ 95250 w 97632"/>
                <a:gd name="connsiteY8" fmla="*/ 80962 h 80962"/>
                <a:gd name="connsiteX9" fmla="*/ 97632 w 97632"/>
                <a:gd name="connsiteY9" fmla="*/ 0 h 8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32" h="80962">
                  <a:moveTo>
                    <a:pt x="97632" y="0"/>
                  </a:moveTo>
                  <a:lnTo>
                    <a:pt x="9525" y="4762"/>
                  </a:lnTo>
                  <a:lnTo>
                    <a:pt x="0" y="16669"/>
                  </a:lnTo>
                  <a:lnTo>
                    <a:pt x="16669" y="35719"/>
                  </a:lnTo>
                  <a:lnTo>
                    <a:pt x="26194" y="47625"/>
                  </a:lnTo>
                  <a:lnTo>
                    <a:pt x="21432" y="69056"/>
                  </a:lnTo>
                  <a:lnTo>
                    <a:pt x="45244" y="66675"/>
                  </a:lnTo>
                  <a:lnTo>
                    <a:pt x="64294" y="73819"/>
                  </a:lnTo>
                  <a:lnTo>
                    <a:pt x="95250" y="80962"/>
                  </a:lnTo>
                  <a:cubicBezTo>
                    <a:pt x="94456" y="56356"/>
                    <a:pt x="93663" y="31750"/>
                    <a:pt x="97632" y="0"/>
                  </a:cubicBez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4" name="Freeform: Shape 266">
              <a:extLst>
                <a:ext uri="{FF2B5EF4-FFF2-40B4-BE49-F238E27FC236}">
                  <a16:creationId xmlns:a16="http://schemas.microsoft.com/office/drawing/2014/main" id="{08723047-F0CE-44A6-A7ED-1B5EE9A97994}"/>
                </a:ext>
              </a:extLst>
            </p:cNvPr>
            <p:cNvSpPr/>
            <p:nvPr/>
          </p:nvSpPr>
          <p:spPr bwMode="auto">
            <a:xfrm>
              <a:off x="4812506" y="2928938"/>
              <a:ext cx="166688" cy="114300"/>
            </a:xfrm>
            <a:custGeom>
              <a:avLst/>
              <a:gdLst>
                <a:gd name="connsiteX0" fmla="*/ 116682 w 166688"/>
                <a:gd name="connsiteY0" fmla="*/ 114300 h 114300"/>
                <a:gd name="connsiteX1" fmla="*/ 166688 w 166688"/>
                <a:gd name="connsiteY1" fmla="*/ 80962 h 114300"/>
                <a:gd name="connsiteX2" fmla="*/ 166688 w 166688"/>
                <a:gd name="connsiteY2" fmla="*/ 59531 h 114300"/>
                <a:gd name="connsiteX3" fmla="*/ 145257 w 166688"/>
                <a:gd name="connsiteY3" fmla="*/ 21431 h 114300"/>
                <a:gd name="connsiteX4" fmla="*/ 100013 w 166688"/>
                <a:gd name="connsiteY4" fmla="*/ 0 h 114300"/>
                <a:gd name="connsiteX5" fmla="*/ 76200 w 166688"/>
                <a:gd name="connsiteY5" fmla="*/ 7143 h 114300"/>
                <a:gd name="connsiteX6" fmla="*/ 76200 w 166688"/>
                <a:gd name="connsiteY6" fmla="*/ 45243 h 114300"/>
                <a:gd name="connsiteX7" fmla="*/ 52388 w 166688"/>
                <a:gd name="connsiteY7" fmla="*/ 57150 h 114300"/>
                <a:gd name="connsiteX8" fmla="*/ 35719 w 166688"/>
                <a:gd name="connsiteY8" fmla="*/ 33337 h 114300"/>
                <a:gd name="connsiteX9" fmla="*/ 23813 w 166688"/>
                <a:gd name="connsiteY9" fmla="*/ 16668 h 114300"/>
                <a:gd name="connsiteX10" fmla="*/ 9525 w 166688"/>
                <a:gd name="connsiteY10" fmla="*/ 38100 h 114300"/>
                <a:gd name="connsiteX11" fmla="*/ 4763 w 166688"/>
                <a:gd name="connsiteY11" fmla="*/ 59531 h 114300"/>
                <a:gd name="connsiteX12" fmla="*/ 0 w 166688"/>
                <a:gd name="connsiteY12" fmla="*/ 95250 h 114300"/>
                <a:gd name="connsiteX13" fmla="*/ 78582 w 166688"/>
                <a:gd name="connsiteY13" fmla="*/ 76200 h 114300"/>
                <a:gd name="connsiteX14" fmla="*/ 116682 w 166688"/>
                <a:gd name="connsiteY14"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6688" h="114300">
                  <a:moveTo>
                    <a:pt x="116682" y="114300"/>
                  </a:moveTo>
                  <a:lnTo>
                    <a:pt x="166688" y="80962"/>
                  </a:lnTo>
                  <a:lnTo>
                    <a:pt x="166688" y="59531"/>
                  </a:lnTo>
                  <a:lnTo>
                    <a:pt x="145257" y="21431"/>
                  </a:lnTo>
                  <a:lnTo>
                    <a:pt x="100013" y="0"/>
                  </a:lnTo>
                  <a:lnTo>
                    <a:pt x="76200" y="7143"/>
                  </a:lnTo>
                  <a:lnTo>
                    <a:pt x="76200" y="45243"/>
                  </a:lnTo>
                  <a:lnTo>
                    <a:pt x="52388" y="57150"/>
                  </a:lnTo>
                  <a:lnTo>
                    <a:pt x="35719" y="33337"/>
                  </a:lnTo>
                  <a:lnTo>
                    <a:pt x="23813" y="16668"/>
                  </a:lnTo>
                  <a:lnTo>
                    <a:pt x="9525" y="38100"/>
                  </a:lnTo>
                  <a:lnTo>
                    <a:pt x="4763" y="59531"/>
                  </a:lnTo>
                  <a:lnTo>
                    <a:pt x="0" y="95250"/>
                  </a:lnTo>
                  <a:lnTo>
                    <a:pt x="78582" y="76200"/>
                  </a:lnTo>
                  <a:lnTo>
                    <a:pt x="116682" y="11430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5" name="Freeform: Shape 268">
              <a:extLst>
                <a:ext uri="{FF2B5EF4-FFF2-40B4-BE49-F238E27FC236}">
                  <a16:creationId xmlns:a16="http://schemas.microsoft.com/office/drawing/2014/main" id="{155C0D98-795C-4A50-8E45-2FA7FA73609C}"/>
                </a:ext>
              </a:extLst>
            </p:cNvPr>
            <p:cNvSpPr/>
            <p:nvPr/>
          </p:nvSpPr>
          <p:spPr bwMode="auto">
            <a:xfrm>
              <a:off x="4772025" y="3028950"/>
              <a:ext cx="85725" cy="50006"/>
            </a:xfrm>
            <a:custGeom>
              <a:avLst/>
              <a:gdLst>
                <a:gd name="connsiteX0" fmla="*/ 50006 w 85725"/>
                <a:gd name="connsiteY0" fmla="*/ 0 h 50006"/>
                <a:gd name="connsiteX1" fmla="*/ 4763 w 85725"/>
                <a:gd name="connsiteY1" fmla="*/ 26194 h 50006"/>
                <a:gd name="connsiteX2" fmla="*/ 0 w 85725"/>
                <a:gd name="connsiteY2" fmla="*/ 50006 h 50006"/>
                <a:gd name="connsiteX3" fmla="*/ 76200 w 85725"/>
                <a:gd name="connsiteY3" fmla="*/ 47625 h 50006"/>
                <a:gd name="connsiteX4" fmla="*/ 85725 w 85725"/>
                <a:gd name="connsiteY4" fmla="*/ 42863 h 50006"/>
                <a:gd name="connsiteX5" fmla="*/ 50006 w 85725"/>
                <a:gd name="connsiteY5" fmla="*/ 0 h 5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 h="50006">
                  <a:moveTo>
                    <a:pt x="50006" y="0"/>
                  </a:moveTo>
                  <a:lnTo>
                    <a:pt x="4763" y="26194"/>
                  </a:lnTo>
                  <a:lnTo>
                    <a:pt x="0" y="50006"/>
                  </a:lnTo>
                  <a:lnTo>
                    <a:pt x="76200" y="47625"/>
                  </a:lnTo>
                  <a:lnTo>
                    <a:pt x="85725" y="42863"/>
                  </a:lnTo>
                  <a:lnTo>
                    <a:pt x="50006"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6" name="Freeform: Shape 270">
              <a:extLst>
                <a:ext uri="{FF2B5EF4-FFF2-40B4-BE49-F238E27FC236}">
                  <a16:creationId xmlns:a16="http://schemas.microsoft.com/office/drawing/2014/main" id="{FCABF362-6EAD-43E9-8018-E6D6BB4EA478}"/>
                </a:ext>
              </a:extLst>
            </p:cNvPr>
            <p:cNvSpPr/>
            <p:nvPr/>
          </p:nvSpPr>
          <p:spPr bwMode="auto">
            <a:xfrm>
              <a:off x="4583906" y="3240881"/>
              <a:ext cx="164307" cy="76200"/>
            </a:xfrm>
            <a:custGeom>
              <a:avLst/>
              <a:gdLst>
                <a:gd name="connsiteX0" fmla="*/ 57150 w 164307"/>
                <a:gd name="connsiteY0" fmla="*/ 0 h 76200"/>
                <a:gd name="connsiteX1" fmla="*/ 0 w 164307"/>
                <a:gd name="connsiteY1" fmla="*/ 23813 h 76200"/>
                <a:gd name="connsiteX2" fmla="*/ 33338 w 164307"/>
                <a:gd name="connsiteY2" fmla="*/ 69057 h 76200"/>
                <a:gd name="connsiteX3" fmla="*/ 59532 w 164307"/>
                <a:gd name="connsiteY3" fmla="*/ 73819 h 76200"/>
                <a:gd name="connsiteX4" fmla="*/ 64294 w 164307"/>
                <a:gd name="connsiteY4" fmla="*/ 61913 h 76200"/>
                <a:gd name="connsiteX5" fmla="*/ 102394 w 164307"/>
                <a:gd name="connsiteY5" fmla="*/ 66675 h 76200"/>
                <a:gd name="connsiteX6" fmla="*/ 126207 w 164307"/>
                <a:gd name="connsiteY6" fmla="*/ 76200 h 76200"/>
                <a:gd name="connsiteX7" fmla="*/ 164307 w 164307"/>
                <a:gd name="connsiteY7" fmla="*/ 45244 h 76200"/>
                <a:gd name="connsiteX8" fmla="*/ 116682 w 164307"/>
                <a:gd name="connsiteY8" fmla="*/ 19050 h 76200"/>
                <a:gd name="connsiteX9" fmla="*/ 57150 w 164307"/>
                <a:gd name="connsiteY9"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307" h="76200">
                  <a:moveTo>
                    <a:pt x="57150" y="0"/>
                  </a:moveTo>
                  <a:lnTo>
                    <a:pt x="0" y="23813"/>
                  </a:lnTo>
                  <a:lnTo>
                    <a:pt x="33338" y="69057"/>
                  </a:lnTo>
                  <a:lnTo>
                    <a:pt x="59532" y="73819"/>
                  </a:lnTo>
                  <a:lnTo>
                    <a:pt x="64294" y="61913"/>
                  </a:lnTo>
                  <a:lnTo>
                    <a:pt x="102394" y="66675"/>
                  </a:lnTo>
                  <a:lnTo>
                    <a:pt x="126207" y="76200"/>
                  </a:lnTo>
                  <a:lnTo>
                    <a:pt x="164307" y="45244"/>
                  </a:lnTo>
                  <a:lnTo>
                    <a:pt x="116682" y="19050"/>
                  </a:lnTo>
                  <a:lnTo>
                    <a:pt x="5715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7" name="Freeform: Shape 271">
              <a:extLst>
                <a:ext uri="{FF2B5EF4-FFF2-40B4-BE49-F238E27FC236}">
                  <a16:creationId xmlns:a16="http://schemas.microsoft.com/office/drawing/2014/main" id="{D9F45F6B-5C2C-45FE-B9EA-2BA5F75898D0}"/>
                </a:ext>
              </a:extLst>
            </p:cNvPr>
            <p:cNvSpPr/>
            <p:nvPr/>
          </p:nvSpPr>
          <p:spPr bwMode="auto">
            <a:xfrm>
              <a:off x="4953000" y="3324225"/>
              <a:ext cx="73819" cy="102394"/>
            </a:xfrm>
            <a:custGeom>
              <a:avLst/>
              <a:gdLst>
                <a:gd name="connsiteX0" fmla="*/ 0 w 73819"/>
                <a:gd name="connsiteY0" fmla="*/ 0 h 102394"/>
                <a:gd name="connsiteX1" fmla="*/ 30956 w 73819"/>
                <a:gd name="connsiteY1" fmla="*/ 66675 h 102394"/>
                <a:gd name="connsiteX2" fmla="*/ 26194 w 73819"/>
                <a:gd name="connsiteY2" fmla="*/ 102394 h 102394"/>
                <a:gd name="connsiteX3" fmla="*/ 50006 w 73819"/>
                <a:gd name="connsiteY3" fmla="*/ 73819 h 102394"/>
                <a:gd name="connsiteX4" fmla="*/ 73819 w 73819"/>
                <a:gd name="connsiteY4" fmla="*/ 66675 h 102394"/>
                <a:gd name="connsiteX5" fmla="*/ 59531 w 73819"/>
                <a:gd name="connsiteY5" fmla="*/ 52388 h 102394"/>
                <a:gd name="connsiteX6" fmla="*/ 50006 w 73819"/>
                <a:gd name="connsiteY6" fmla="*/ 19050 h 102394"/>
                <a:gd name="connsiteX7" fmla="*/ 0 w 73819"/>
                <a:gd name="connsiteY7" fmla="*/ 0 h 10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819" h="102394">
                  <a:moveTo>
                    <a:pt x="0" y="0"/>
                  </a:moveTo>
                  <a:lnTo>
                    <a:pt x="30956" y="66675"/>
                  </a:lnTo>
                  <a:lnTo>
                    <a:pt x="26194" y="102394"/>
                  </a:lnTo>
                  <a:lnTo>
                    <a:pt x="50006" y="73819"/>
                  </a:lnTo>
                  <a:lnTo>
                    <a:pt x="73819" y="66675"/>
                  </a:lnTo>
                  <a:lnTo>
                    <a:pt x="59531" y="52388"/>
                  </a:lnTo>
                  <a:lnTo>
                    <a:pt x="50006" y="19050"/>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8" name="Freeform: Shape 272">
              <a:extLst>
                <a:ext uri="{FF2B5EF4-FFF2-40B4-BE49-F238E27FC236}">
                  <a16:creationId xmlns:a16="http://schemas.microsoft.com/office/drawing/2014/main" id="{AD7E92EE-4FAE-4C25-AE24-D0CDD5E3E14C}"/>
                </a:ext>
              </a:extLst>
            </p:cNvPr>
            <p:cNvSpPr/>
            <p:nvPr/>
          </p:nvSpPr>
          <p:spPr bwMode="auto">
            <a:xfrm>
              <a:off x="4793456" y="3338513"/>
              <a:ext cx="202407" cy="161925"/>
            </a:xfrm>
            <a:custGeom>
              <a:avLst/>
              <a:gdLst>
                <a:gd name="connsiteX0" fmla="*/ 59532 w 202407"/>
                <a:gd name="connsiteY0" fmla="*/ 0 h 161925"/>
                <a:gd name="connsiteX1" fmla="*/ 0 w 202407"/>
                <a:gd name="connsiteY1" fmla="*/ 66675 h 161925"/>
                <a:gd name="connsiteX2" fmla="*/ 19050 w 202407"/>
                <a:gd name="connsiteY2" fmla="*/ 102393 h 161925"/>
                <a:gd name="connsiteX3" fmla="*/ 28575 w 202407"/>
                <a:gd name="connsiteY3" fmla="*/ 123825 h 161925"/>
                <a:gd name="connsiteX4" fmla="*/ 52388 w 202407"/>
                <a:gd name="connsiteY4" fmla="*/ 121443 h 161925"/>
                <a:gd name="connsiteX5" fmla="*/ 78582 w 202407"/>
                <a:gd name="connsiteY5" fmla="*/ 152400 h 161925"/>
                <a:gd name="connsiteX6" fmla="*/ 114300 w 202407"/>
                <a:gd name="connsiteY6" fmla="*/ 157162 h 161925"/>
                <a:gd name="connsiteX7" fmla="*/ 154782 w 202407"/>
                <a:gd name="connsiteY7" fmla="*/ 145256 h 161925"/>
                <a:gd name="connsiteX8" fmla="*/ 190500 w 202407"/>
                <a:gd name="connsiteY8" fmla="*/ 161925 h 161925"/>
                <a:gd name="connsiteX9" fmla="*/ 202407 w 202407"/>
                <a:gd name="connsiteY9" fmla="*/ 111918 h 161925"/>
                <a:gd name="connsiteX10" fmla="*/ 192882 w 202407"/>
                <a:gd name="connsiteY10" fmla="*/ 85725 h 161925"/>
                <a:gd name="connsiteX11" fmla="*/ 185738 w 202407"/>
                <a:gd name="connsiteY11" fmla="*/ 54768 h 161925"/>
                <a:gd name="connsiteX12" fmla="*/ 157163 w 202407"/>
                <a:gd name="connsiteY12" fmla="*/ 2381 h 161925"/>
                <a:gd name="connsiteX13" fmla="*/ 116682 w 202407"/>
                <a:gd name="connsiteY13" fmla="*/ 19050 h 161925"/>
                <a:gd name="connsiteX14" fmla="*/ 59532 w 202407"/>
                <a:gd name="connsiteY14" fmla="*/ 0 h 161925"/>
                <a:gd name="connsiteX0" fmla="*/ 59532 w 202407"/>
                <a:gd name="connsiteY0" fmla="*/ 0 h 161925"/>
                <a:gd name="connsiteX1" fmla="*/ 0 w 202407"/>
                <a:gd name="connsiteY1" fmla="*/ 66675 h 161925"/>
                <a:gd name="connsiteX2" fmla="*/ 19050 w 202407"/>
                <a:gd name="connsiteY2" fmla="*/ 102393 h 161925"/>
                <a:gd name="connsiteX3" fmla="*/ 28575 w 202407"/>
                <a:gd name="connsiteY3" fmla="*/ 123825 h 161925"/>
                <a:gd name="connsiteX4" fmla="*/ 52388 w 202407"/>
                <a:gd name="connsiteY4" fmla="*/ 121443 h 161925"/>
                <a:gd name="connsiteX5" fmla="*/ 64294 w 202407"/>
                <a:gd name="connsiteY5" fmla="*/ 152400 h 161925"/>
                <a:gd name="connsiteX6" fmla="*/ 114300 w 202407"/>
                <a:gd name="connsiteY6" fmla="*/ 157162 h 161925"/>
                <a:gd name="connsiteX7" fmla="*/ 154782 w 202407"/>
                <a:gd name="connsiteY7" fmla="*/ 145256 h 161925"/>
                <a:gd name="connsiteX8" fmla="*/ 190500 w 202407"/>
                <a:gd name="connsiteY8" fmla="*/ 161925 h 161925"/>
                <a:gd name="connsiteX9" fmla="*/ 202407 w 202407"/>
                <a:gd name="connsiteY9" fmla="*/ 111918 h 161925"/>
                <a:gd name="connsiteX10" fmla="*/ 192882 w 202407"/>
                <a:gd name="connsiteY10" fmla="*/ 85725 h 161925"/>
                <a:gd name="connsiteX11" fmla="*/ 185738 w 202407"/>
                <a:gd name="connsiteY11" fmla="*/ 54768 h 161925"/>
                <a:gd name="connsiteX12" fmla="*/ 157163 w 202407"/>
                <a:gd name="connsiteY12" fmla="*/ 2381 h 161925"/>
                <a:gd name="connsiteX13" fmla="*/ 116682 w 202407"/>
                <a:gd name="connsiteY13" fmla="*/ 19050 h 161925"/>
                <a:gd name="connsiteX14" fmla="*/ 59532 w 202407"/>
                <a:gd name="connsiteY14"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2407" h="161925">
                  <a:moveTo>
                    <a:pt x="59532" y="0"/>
                  </a:moveTo>
                  <a:lnTo>
                    <a:pt x="0" y="66675"/>
                  </a:lnTo>
                  <a:lnTo>
                    <a:pt x="19050" y="102393"/>
                  </a:lnTo>
                  <a:lnTo>
                    <a:pt x="28575" y="123825"/>
                  </a:lnTo>
                  <a:lnTo>
                    <a:pt x="52388" y="121443"/>
                  </a:lnTo>
                  <a:lnTo>
                    <a:pt x="64294" y="152400"/>
                  </a:lnTo>
                  <a:lnTo>
                    <a:pt x="114300" y="157162"/>
                  </a:lnTo>
                  <a:lnTo>
                    <a:pt x="154782" y="145256"/>
                  </a:lnTo>
                  <a:lnTo>
                    <a:pt x="190500" y="161925"/>
                  </a:lnTo>
                  <a:lnTo>
                    <a:pt x="202407" y="111918"/>
                  </a:lnTo>
                  <a:lnTo>
                    <a:pt x="192882" y="85725"/>
                  </a:lnTo>
                  <a:lnTo>
                    <a:pt x="185738" y="54768"/>
                  </a:lnTo>
                  <a:lnTo>
                    <a:pt x="157163" y="2381"/>
                  </a:lnTo>
                  <a:lnTo>
                    <a:pt x="116682" y="19050"/>
                  </a:lnTo>
                  <a:lnTo>
                    <a:pt x="59532"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399" name="Freeform: Shape 1">
              <a:extLst>
                <a:ext uri="{FF2B5EF4-FFF2-40B4-BE49-F238E27FC236}">
                  <a16:creationId xmlns:a16="http://schemas.microsoft.com/office/drawing/2014/main" id="{1F46A12B-308E-43DD-B8BE-F5DA41157341}"/>
                </a:ext>
              </a:extLst>
            </p:cNvPr>
            <p:cNvSpPr/>
            <p:nvPr/>
          </p:nvSpPr>
          <p:spPr bwMode="auto">
            <a:xfrm>
              <a:off x="7662863" y="1716881"/>
              <a:ext cx="152400" cy="150019"/>
            </a:xfrm>
            <a:custGeom>
              <a:avLst/>
              <a:gdLst>
                <a:gd name="connsiteX0" fmla="*/ 7143 w 152400"/>
                <a:gd name="connsiteY0" fmla="*/ 19050 h 150019"/>
                <a:gd name="connsiteX1" fmla="*/ 0 w 152400"/>
                <a:gd name="connsiteY1" fmla="*/ 80963 h 150019"/>
                <a:gd name="connsiteX2" fmla="*/ 16668 w 152400"/>
                <a:gd name="connsiteY2" fmla="*/ 109538 h 150019"/>
                <a:gd name="connsiteX3" fmla="*/ 40481 w 152400"/>
                <a:gd name="connsiteY3" fmla="*/ 138113 h 150019"/>
                <a:gd name="connsiteX4" fmla="*/ 61912 w 152400"/>
                <a:gd name="connsiteY4" fmla="*/ 150019 h 150019"/>
                <a:gd name="connsiteX5" fmla="*/ 69056 w 152400"/>
                <a:gd name="connsiteY5" fmla="*/ 111919 h 150019"/>
                <a:gd name="connsiteX6" fmla="*/ 90487 w 152400"/>
                <a:gd name="connsiteY6" fmla="*/ 121444 h 150019"/>
                <a:gd name="connsiteX7" fmla="*/ 123825 w 152400"/>
                <a:gd name="connsiteY7" fmla="*/ 116682 h 150019"/>
                <a:gd name="connsiteX8" fmla="*/ 152400 w 152400"/>
                <a:gd name="connsiteY8" fmla="*/ 119063 h 150019"/>
                <a:gd name="connsiteX9" fmla="*/ 135731 w 152400"/>
                <a:gd name="connsiteY9" fmla="*/ 100013 h 150019"/>
                <a:gd name="connsiteX10" fmla="*/ 135731 w 152400"/>
                <a:gd name="connsiteY10" fmla="*/ 47625 h 150019"/>
                <a:gd name="connsiteX11" fmla="*/ 119062 w 152400"/>
                <a:gd name="connsiteY11" fmla="*/ 19050 h 150019"/>
                <a:gd name="connsiteX12" fmla="*/ 116681 w 152400"/>
                <a:gd name="connsiteY12" fmla="*/ 0 h 150019"/>
                <a:gd name="connsiteX13" fmla="*/ 102393 w 152400"/>
                <a:gd name="connsiteY13" fmla="*/ 40482 h 150019"/>
                <a:gd name="connsiteX14" fmla="*/ 95250 w 152400"/>
                <a:gd name="connsiteY14" fmla="*/ 54769 h 150019"/>
                <a:gd name="connsiteX15" fmla="*/ 76200 w 152400"/>
                <a:gd name="connsiteY15" fmla="*/ 40482 h 150019"/>
                <a:gd name="connsiteX16" fmla="*/ 7143 w 152400"/>
                <a:gd name="connsiteY16" fmla="*/ 19050 h 150019"/>
                <a:gd name="connsiteX0" fmla="*/ 7143 w 152400"/>
                <a:gd name="connsiteY0" fmla="*/ 19050 h 150019"/>
                <a:gd name="connsiteX1" fmla="*/ 0 w 152400"/>
                <a:gd name="connsiteY1" fmla="*/ 80963 h 150019"/>
                <a:gd name="connsiteX2" fmla="*/ 16668 w 152400"/>
                <a:gd name="connsiteY2" fmla="*/ 109538 h 150019"/>
                <a:gd name="connsiteX3" fmla="*/ 40481 w 152400"/>
                <a:gd name="connsiteY3" fmla="*/ 138113 h 150019"/>
                <a:gd name="connsiteX4" fmla="*/ 61912 w 152400"/>
                <a:gd name="connsiteY4" fmla="*/ 150019 h 150019"/>
                <a:gd name="connsiteX5" fmla="*/ 69056 w 152400"/>
                <a:gd name="connsiteY5" fmla="*/ 111919 h 150019"/>
                <a:gd name="connsiteX6" fmla="*/ 90487 w 152400"/>
                <a:gd name="connsiteY6" fmla="*/ 121444 h 150019"/>
                <a:gd name="connsiteX7" fmla="*/ 123825 w 152400"/>
                <a:gd name="connsiteY7" fmla="*/ 116682 h 150019"/>
                <a:gd name="connsiteX8" fmla="*/ 152400 w 152400"/>
                <a:gd name="connsiteY8" fmla="*/ 119063 h 150019"/>
                <a:gd name="connsiteX9" fmla="*/ 135731 w 152400"/>
                <a:gd name="connsiteY9" fmla="*/ 100013 h 150019"/>
                <a:gd name="connsiteX10" fmla="*/ 135731 w 152400"/>
                <a:gd name="connsiteY10" fmla="*/ 47625 h 150019"/>
                <a:gd name="connsiteX11" fmla="*/ 119062 w 152400"/>
                <a:gd name="connsiteY11" fmla="*/ 19050 h 150019"/>
                <a:gd name="connsiteX12" fmla="*/ 116681 w 152400"/>
                <a:gd name="connsiteY12" fmla="*/ 0 h 150019"/>
                <a:gd name="connsiteX13" fmla="*/ 102393 w 152400"/>
                <a:gd name="connsiteY13" fmla="*/ 40482 h 150019"/>
                <a:gd name="connsiteX14" fmla="*/ 95250 w 152400"/>
                <a:gd name="connsiteY14" fmla="*/ 54769 h 150019"/>
                <a:gd name="connsiteX15" fmla="*/ 76200 w 152400"/>
                <a:gd name="connsiteY15" fmla="*/ 40482 h 150019"/>
                <a:gd name="connsiteX16" fmla="*/ 42862 w 152400"/>
                <a:gd name="connsiteY16" fmla="*/ 23813 h 150019"/>
                <a:gd name="connsiteX17" fmla="*/ 7143 w 152400"/>
                <a:gd name="connsiteY17" fmla="*/ 19050 h 150019"/>
                <a:gd name="connsiteX0" fmla="*/ 7143 w 152400"/>
                <a:gd name="connsiteY0" fmla="*/ 19050 h 150019"/>
                <a:gd name="connsiteX1" fmla="*/ 0 w 152400"/>
                <a:gd name="connsiteY1" fmla="*/ 80963 h 150019"/>
                <a:gd name="connsiteX2" fmla="*/ 16668 w 152400"/>
                <a:gd name="connsiteY2" fmla="*/ 109538 h 150019"/>
                <a:gd name="connsiteX3" fmla="*/ 40481 w 152400"/>
                <a:gd name="connsiteY3" fmla="*/ 138113 h 150019"/>
                <a:gd name="connsiteX4" fmla="*/ 61912 w 152400"/>
                <a:gd name="connsiteY4" fmla="*/ 150019 h 150019"/>
                <a:gd name="connsiteX5" fmla="*/ 69056 w 152400"/>
                <a:gd name="connsiteY5" fmla="*/ 111919 h 150019"/>
                <a:gd name="connsiteX6" fmla="*/ 90487 w 152400"/>
                <a:gd name="connsiteY6" fmla="*/ 121444 h 150019"/>
                <a:gd name="connsiteX7" fmla="*/ 123825 w 152400"/>
                <a:gd name="connsiteY7" fmla="*/ 116682 h 150019"/>
                <a:gd name="connsiteX8" fmla="*/ 152400 w 152400"/>
                <a:gd name="connsiteY8" fmla="*/ 119063 h 150019"/>
                <a:gd name="connsiteX9" fmla="*/ 135731 w 152400"/>
                <a:gd name="connsiteY9" fmla="*/ 100013 h 150019"/>
                <a:gd name="connsiteX10" fmla="*/ 135731 w 152400"/>
                <a:gd name="connsiteY10" fmla="*/ 47625 h 150019"/>
                <a:gd name="connsiteX11" fmla="*/ 119062 w 152400"/>
                <a:gd name="connsiteY11" fmla="*/ 19050 h 150019"/>
                <a:gd name="connsiteX12" fmla="*/ 116681 w 152400"/>
                <a:gd name="connsiteY12" fmla="*/ 0 h 150019"/>
                <a:gd name="connsiteX13" fmla="*/ 102393 w 152400"/>
                <a:gd name="connsiteY13" fmla="*/ 40482 h 150019"/>
                <a:gd name="connsiteX14" fmla="*/ 95250 w 152400"/>
                <a:gd name="connsiteY14" fmla="*/ 54769 h 150019"/>
                <a:gd name="connsiteX15" fmla="*/ 76200 w 152400"/>
                <a:gd name="connsiteY15" fmla="*/ 40482 h 150019"/>
                <a:gd name="connsiteX16" fmla="*/ 47625 w 152400"/>
                <a:gd name="connsiteY16" fmla="*/ 4763 h 150019"/>
                <a:gd name="connsiteX17" fmla="*/ 7143 w 152400"/>
                <a:gd name="connsiteY17" fmla="*/ 19050 h 15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150019">
                  <a:moveTo>
                    <a:pt x="7143" y="19050"/>
                  </a:moveTo>
                  <a:lnTo>
                    <a:pt x="0" y="80963"/>
                  </a:lnTo>
                  <a:lnTo>
                    <a:pt x="16668" y="109538"/>
                  </a:lnTo>
                  <a:lnTo>
                    <a:pt x="40481" y="138113"/>
                  </a:lnTo>
                  <a:lnTo>
                    <a:pt x="61912" y="150019"/>
                  </a:lnTo>
                  <a:lnTo>
                    <a:pt x="69056" y="111919"/>
                  </a:lnTo>
                  <a:lnTo>
                    <a:pt x="90487" y="121444"/>
                  </a:lnTo>
                  <a:lnTo>
                    <a:pt x="123825" y="116682"/>
                  </a:lnTo>
                  <a:lnTo>
                    <a:pt x="152400" y="119063"/>
                  </a:lnTo>
                  <a:lnTo>
                    <a:pt x="135731" y="100013"/>
                  </a:lnTo>
                  <a:lnTo>
                    <a:pt x="135731" y="47625"/>
                  </a:lnTo>
                  <a:lnTo>
                    <a:pt x="119062" y="19050"/>
                  </a:lnTo>
                  <a:lnTo>
                    <a:pt x="116681" y="0"/>
                  </a:lnTo>
                  <a:lnTo>
                    <a:pt x="102393" y="40482"/>
                  </a:lnTo>
                  <a:lnTo>
                    <a:pt x="95250" y="54769"/>
                  </a:lnTo>
                  <a:lnTo>
                    <a:pt x="76200" y="40482"/>
                  </a:lnTo>
                  <a:lnTo>
                    <a:pt x="47625" y="4763"/>
                  </a:lnTo>
                  <a:lnTo>
                    <a:pt x="7143" y="1905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0" name="Freeform: Shape 2">
              <a:extLst>
                <a:ext uri="{FF2B5EF4-FFF2-40B4-BE49-F238E27FC236}">
                  <a16:creationId xmlns:a16="http://schemas.microsoft.com/office/drawing/2014/main" id="{ABB22700-89C9-470A-8A85-2A5F71F871B3}"/>
                </a:ext>
              </a:extLst>
            </p:cNvPr>
            <p:cNvSpPr/>
            <p:nvPr/>
          </p:nvSpPr>
          <p:spPr bwMode="auto">
            <a:xfrm>
              <a:off x="7743825" y="1940719"/>
              <a:ext cx="85725" cy="42862"/>
            </a:xfrm>
            <a:custGeom>
              <a:avLst/>
              <a:gdLst>
                <a:gd name="connsiteX0" fmla="*/ 0 w 85725"/>
                <a:gd name="connsiteY0" fmla="*/ 40481 h 42862"/>
                <a:gd name="connsiteX1" fmla="*/ 85725 w 85725"/>
                <a:gd name="connsiteY1" fmla="*/ 42862 h 42862"/>
                <a:gd name="connsiteX2" fmla="*/ 50006 w 85725"/>
                <a:gd name="connsiteY2" fmla="*/ 0 h 42862"/>
                <a:gd name="connsiteX3" fmla="*/ 0 w 85725"/>
                <a:gd name="connsiteY3" fmla="*/ 40481 h 42862"/>
                <a:gd name="connsiteX0" fmla="*/ 0 w 85725"/>
                <a:gd name="connsiteY0" fmla="*/ 40481 h 42862"/>
                <a:gd name="connsiteX1" fmla="*/ 85725 w 85725"/>
                <a:gd name="connsiteY1" fmla="*/ 42862 h 42862"/>
                <a:gd name="connsiteX2" fmla="*/ 50006 w 85725"/>
                <a:gd name="connsiteY2" fmla="*/ 0 h 42862"/>
                <a:gd name="connsiteX3" fmla="*/ 26194 w 85725"/>
                <a:gd name="connsiteY3" fmla="*/ 16669 h 42862"/>
                <a:gd name="connsiteX4" fmla="*/ 0 w 85725"/>
                <a:gd name="connsiteY4" fmla="*/ 40481 h 42862"/>
                <a:gd name="connsiteX0" fmla="*/ 0 w 85725"/>
                <a:gd name="connsiteY0" fmla="*/ 40481 h 42862"/>
                <a:gd name="connsiteX1" fmla="*/ 85725 w 85725"/>
                <a:gd name="connsiteY1" fmla="*/ 42862 h 42862"/>
                <a:gd name="connsiteX2" fmla="*/ 50006 w 85725"/>
                <a:gd name="connsiteY2" fmla="*/ 0 h 42862"/>
                <a:gd name="connsiteX3" fmla="*/ 11906 w 85725"/>
                <a:gd name="connsiteY3" fmla="*/ 11907 h 42862"/>
                <a:gd name="connsiteX4" fmla="*/ 0 w 85725"/>
                <a:gd name="connsiteY4" fmla="*/ 40481 h 42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42862">
                  <a:moveTo>
                    <a:pt x="0" y="40481"/>
                  </a:moveTo>
                  <a:lnTo>
                    <a:pt x="85725" y="42862"/>
                  </a:lnTo>
                  <a:lnTo>
                    <a:pt x="50006" y="0"/>
                  </a:lnTo>
                  <a:lnTo>
                    <a:pt x="11906" y="11907"/>
                  </a:lnTo>
                  <a:lnTo>
                    <a:pt x="0" y="40481"/>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1" name="Freeform: Shape 6">
              <a:extLst>
                <a:ext uri="{FF2B5EF4-FFF2-40B4-BE49-F238E27FC236}">
                  <a16:creationId xmlns:a16="http://schemas.microsoft.com/office/drawing/2014/main" id="{F58405C0-27E8-4121-976E-8BCF923998AA}"/>
                </a:ext>
              </a:extLst>
            </p:cNvPr>
            <p:cNvSpPr/>
            <p:nvPr/>
          </p:nvSpPr>
          <p:spPr bwMode="auto">
            <a:xfrm>
              <a:off x="7884319" y="1778794"/>
              <a:ext cx="126206" cy="78581"/>
            </a:xfrm>
            <a:custGeom>
              <a:avLst/>
              <a:gdLst>
                <a:gd name="connsiteX0" fmla="*/ 0 w 126206"/>
                <a:gd name="connsiteY0" fmla="*/ 0 h 78581"/>
                <a:gd name="connsiteX1" fmla="*/ 59531 w 126206"/>
                <a:gd name="connsiteY1" fmla="*/ 78581 h 78581"/>
                <a:gd name="connsiteX2" fmla="*/ 126206 w 126206"/>
                <a:gd name="connsiteY2" fmla="*/ 52387 h 78581"/>
                <a:gd name="connsiteX3" fmla="*/ 85725 w 126206"/>
                <a:gd name="connsiteY3" fmla="*/ 33337 h 78581"/>
                <a:gd name="connsiteX4" fmla="*/ 61912 w 126206"/>
                <a:gd name="connsiteY4" fmla="*/ 38100 h 78581"/>
                <a:gd name="connsiteX5" fmla="*/ 52387 w 126206"/>
                <a:gd name="connsiteY5" fmla="*/ 19050 h 78581"/>
                <a:gd name="connsiteX6" fmla="*/ 0 w 126206"/>
                <a:gd name="connsiteY6" fmla="*/ 0 h 78581"/>
                <a:gd name="connsiteX0" fmla="*/ 0 w 126206"/>
                <a:gd name="connsiteY0" fmla="*/ 0 h 78581"/>
                <a:gd name="connsiteX1" fmla="*/ 59531 w 126206"/>
                <a:gd name="connsiteY1" fmla="*/ 78581 h 78581"/>
                <a:gd name="connsiteX2" fmla="*/ 126206 w 126206"/>
                <a:gd name="connsiteY2" fmla="*/ 52387 h 78581"/>
                <a:gd name="connsiteX3" fmla="*/ 85725 w 126206"/>
                <a:gd name="connsiteY3" fmla="*/ 33337 h 78581"/>
                <a:gd name="connsiteX4" fmla="*/ 61912 w 126206"/>
                <a:gd name="connsiteY4" fmla="*/ 38100 h 78581"/>
                <a:gd name="connsiteX5" fmla="*/ 52387 w 126206"/>
                <a:gd name="connsiteY5" fmla="*/ 19050 h 78581"/>
                <a:gd name="connsiteX6" fmla="*/ 33337 w 126206"/>
                <a:gd name="connsiteY6" fmla="*/ 7144 h 78581"/>
                <a:gd name="connsiteX7" fmla="*/ 0 w 126206"/>
                <a:gd name="connsiteY7" fmla="*/ 0 h 78581"/>
                <a:gd name="connsiteX0" fmla="*/ 0 w 126206"/>
                <a:gd name="connsiteY0" fmla="*/ 0 h 78581"/>
                <a:gd name="connsiteX1" fmla="*/ 59531 w 126206"/>
                <a:gd name="connsiteY1" fmla="*/ 78581 h 78581"/>
                <a:gd name="connsiteX2" fmla="*/ 126206 w 126206"/>
                <a:gd name="connsiteY2" fmla="*/ 52387 h 78581"/>
                <a:gd name="connsiteX3" fmla="*/ 85725 w 126206"/>
                <a:gd name="connsiteY3" fmla="*/ 33337 h 78581"/>
                <a:gd name="connsiteX4" fmla="*/ 61912 w 126206"/>
                <a:gd name="connsiteY4" fmla="*/ 38100 h 78581"/>
                <a:gd name="connsiteX5" fmla="*/ 52387 w 126206"/>
                <a:gd name="connsiteY5" fmla="*/ 19050 h 78581"/>
                <a:gd name="connsiteX6" fmla="*/ 33337 w 126206"/>
                <a:gd name="connsiteY6" fmla="*/ 26194 h 78581"/>
                <a:gd name="connsiteX7" fmla="*/ 0 w 126206"/>
                <a:gd name="connsiteY7" fmla="*/ 0 h 78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206" h="78581">
                  <a:moveTo>
                    <a:pt x="0" y="0"/>
                  </a:moveTo>
                  <a:lnTo>
                    <a:pt x="59531" y="78581"/>
                  </a:lnTo>
                  <a:lnTo>
                    <a:pt x="126206" y="52387"/>
                  </a:lnTo>
                  <a:lnTo>
                    <a:pt x="85725" y="33337"/>
                  </a:lnTo>
                  <a:lnTo>
                    <a:pt x="61912" y="38100"/>
                  </a:lnTo>
                  <a:lnTo>
                    <a:pt x="52387" y="19050"/>
                  </a:lnTo>
                  <a:lnTo>
                    <a:pt x="33337" y="26194"/>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2" name="Freeform: Shape 8">
              <a:extLst>
                <a:ext uri="{FF2B5EF4-FFF2-40B4-BE49-F238E27FC236}">
                  <a16:creationId xmlns:a16="http://schemas.microsoft.com/office/drawing/2014/main" id="{1E565A65-4710-478C-9632-877B3C20BC5C}"/>
                </a:ext>
              </a:extLst>
            </p:cNvPr>
            <p:cNvSpPr/>
            <p:nvPr/>
          </p:nvSpPr>
          <p:spPr bwMode="auto">
            <a:xfrm>
              <a:off x="7810500" y="1747838"/>
              <a:ext cx="50006" cy="73818"/>
            </a:xfrm>
            <a:custGeom>
              <a:avLst/>
              <a:gdLst>
                <a:gd name="connsiteX0" fmla="*/ 23812 w 42862"/>
                <a:gd name="connsiteY0" fmla="*/ 73818 h 73818"/>
                <a:gd name="connsiteX1" fmla="*/ 42862 w 42862"/>
                <a:gd name="connsiteY1" fmla="*/ 23812 h 73818"/>
                <a:gd name="connsiteX2" fmla="*/ 19050 w 42862"/>
                <a:gd name="connsiteY2" fmla="*/ 0 h 73818"/>
                <a:gd name="connsiteX3" fmla="*/ 0 w 42862"/>
                <a:gd name="connsiteY3" fmla="*/ 14287 h 73818"/>
                <a:gd name="connsiteX4" fmla="*/ 23812 w 42862"/>
                <a:gd name="connsiteY4" fmla="*/ 73818 h 73818"/>
                <a:gd name="connsiteX0" fmla="*/ 23812 w 42862"/>
                <a:gd name="connsiteY0" fmla="*/ 73818 h 73818"/>
                <a:gd name="connsiteX1" fmla="*/ 42862 w 42862"/>
                <a:gd name="connsiteY1" fmla="*/ 23812 h 73818"/>
                <a:gd name="connsiteX2" fmla="*/ 19050 w 42862"/>
                <a:gd name="connsiteY2" fmla="*/ 0 h 73818"/>
                <a:gd name="connsiteX3" fmla="*/ 0 w 42862"/>
                <a:gd name="connsiteY3" fmla="*/ 14287 h 73818"/>
                <a:gd name="connsiteX4" fmla="*/ 11906 w 42862"/>
                <a:gd name="connsiteY4" fmla="*/ 38100 h 73818"/>
                <a:gd name="connsiteX5" fmla="*/ 23812 w 42862"/>
                <a:gd name="connsiteY5" fmla="*/ 73818 h 73818"/>
                <a:gd name="connsiteX0" fmla="*/ 30956 w 50006"/>
                <a:gd name="connsiteY0" fmla="*/ 73818 h 73818"/>
                <a:gd name="connsiteX1" fmla="*/ 50006 w 50006"/>
                <a:gd name="connsiteY1" fmla="*/ 23812 h 73818"/>
                <a:gd name="connsiteX2" fmla="*/ 26194 w 50006"/>
                <a:gd name="connsiteY2" fmla="*/ 0 h 73818"/>
                <a:gd name="connsiteX3" fmla="*/ 7144 w 50006"/>
                <a:gd name="connsiteY3" fmla="*/ 14287 h 73818"/>
                <a:gd name="connsiteX4" fmla="*/ 0 w 50006"/>
                <a:gd name="connsiteY4" fmla="*/ 42863 h 73818"/>
                <a:gd name="connsiteX5" fmla="*/ 30956 w 50006"/>
                <a:gd name="connsiteY5" fmla="*/ 73818 h 73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06" h="73818">
                  <a:moveTo>
                    <a:pt x="30956" y="73818"/>
                  </a:moveTo>
                  <a:lnTo>
                    <a:pt x="50006" y="23812"/>
                  </a:lnTo>
                  <a:lnTo>
                    <a:pt x="26194" y="0"/>
                  </a:lnTo>
                  <a:lnTo>
                    <a:pt x="7144" y="14287"/>
                  </a:lnTo>
                  <a:lnTo>
                    <a:pt x="0" y="42863"/>
                  </a:lnTo>
                  <a:lnTo>
                    <a:pt x="30956" y="73818"/>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3" name="Freeform: Shape 183">
              <a:extLst>
                <a:ext uri="{FF2B5EF4-FFF2-40B4-BE49-F238E27FC236}">
                  <a16:creationId xmlns:a16="http://schemas.microsoft.com/office/drawing/2014/main" id="{49EE41D5-21FC-43BC-A1CD-3AEFD615BA7C}"/>
                </a:ext>
              </a:extLst>
            </p:cNvPr>
            <p:cNvSpPr/>
            <p:nvPr/>
          </p:nvSpPr>
          <p:spPr bwMode="auto">
            <a:xfrm>
              <a:off x="6500813" y="1057277"/>
              <a:ext cx="64294" cy="45719"/>
            </a:xfrm>
            <a:custGeom>
              <a:avLst/>
              <a:gdLst>
                <a:gd name="connsiteX0" fmla="*/ 16669 w 57150"/>
                <a:gd name="connsiteY0" fmla="*/ 0 h 71437"/>
                <a:gd name="connsiteX1" fmla="*/ 0 w 57150"/>
                <a:gd name="connsiteY1" fmla="*/ 52387 h 71437"/>
                <a:gd name="connsiteX2" fmla="*/ 45244 w 57150"/>
                <a:gd name="connsiteY2" fmla="*/ 71437 h 71437"/>
                <a:gd name="connsiteX3" fmla="*/ 57150 w 57150"/>
                <a:gd name="connsiteY3" fmla="*/ 38100 h 71437"/>
                <a:gd name="connsiteX4" fmla="*/ 16669 w 57150"/>
                <a:gd name="connsiteY4" fmla="*/ 0 h 71437"/>
                <a:gd name="connsiteX0" fmla="*/ 16669 w 57150"/>
                <a:gd name="connsiteY0" fmla="*/ 0 h 71437"/>
                <a:gd name="connsiteX1" fmla="*/ 0 w 57150"/>
                <a:gd name="connsiteY1" fmla="*/ 52387 h 71437"/>
                <a:gd name="connsiteX2" fmla="*/ 45244 w 57150"/>
                <a:gd name="connsiteY2" fmla="*/ 71437 h 71437"/>
                <a:gd name="connsiteX3" fmla="*/ 57150 w 57150"/>
                <a:gd name="connsiteY3" fmla="*/ 38100 h 71437"/>
                <a:gd name="connsiteX4" fmla="*/ 35719 w 57150"/>
                <a:gd name="connsiteY4" fmla="*/ 21431 h 71437"/>
                <a:gd name="connsiteX5" fmla="*/ 16669 w 57150"/>
                <a:gd name="connsiteY5" fmla="*/ 0 h 71437"/>
                <a:gd name="connsiteX0" fmla="*/ 16669 w 64294"/>
                <a:gd name="connsiteY0" fmla="*/ 0 h 71437"/>
                <a:gd name="connsiteX1" fmla="*/ 0 w 64294"/>
                <a:gd name="connsiteY1" fmla="*/ 52387 h 71437"/>
                <a:gd name="connsiteX2" fmla="*/ 45244 w 64294"/>
                <a:gd name="connsiteY2" fmla="*/ 71437 h 71437"/>
                <a:gd name="connsiteX3" fmla="*/ 57150 w 64294"/>
                <a:gd name="connsiteY3" fmla="*/ 38100 h 71437"/>
                <a:gd name="connsiteX4" fmla="*/ 64294 w 64294"/>
                <a:gd name="connsiteY4" fmla="*/ 14288 h 71437"/>
                <a:gd name="connsiteX5" fmla="*/ 16669 w 64294"/>
                <a:gd name="connsiteY5" fmla="*/ 0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94" h="71437">
                  <a:moveTo>
                    <a:pt x="16669" y="0"/>
                  </a:moveTo>
                  <a:lnTo>
                    <a:pt x="0" y="52387"/>
                  </a:lnTo>
                  <a:lnTo>
                    <a:pt x="45244" y="71437"/>
                  </a:lnTo>
                  <a:lnTo>
                    <a:pt x="57150" y="38100"/>
                  </a:lnTo>
                  <a:lnTo>
                    <a:pt x="64294" y="14288"/>
                  </a:lnTo>
                  <a:lnTo>
                    <a:pt x="16669"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4" name="Freeform: Shape 185">
              <a:extLst>
                <a:ext uri="{FF2B5EF4-FFF2-40B4-BE49-F238E27FC236}">
                  <a16:creationId xmlns:a16="http://schemas.microsoft.com/office/drawing/2014/main" id="{44D33080-80D0-4EF0-B700-BDF4441BCA02}"/>
                </a:ext>
              </a:extLst>
            </p:cNvPr>
            <p:cNvSpPr/>
            <p:nvPr/>
          </p:nvSpPr>
          <p:spPr bwMode="auto">
            <a:xfrm>
              <a:off x="7027863" y="1868806"/>
              <a:ext cx="64294" cy="45719"/>
            </a:xfrm>
            <a:custGeom>
              <a:avLst/>
              <a:gdLst>
                <a:gd name="connsiteX0" fmla="*/ 16669 w 57150"/>
                <a:gd name="connsiteY0" fmla="*/ 0 h 71437"/>
                <a:gd name="connsiteX1" fmla="*/ 0 w 57150"/>
                <a:gd name="connsiteY1" fmla="*/ 52387 h 71437"/>
                <a:gd name="connsiteX2" fmla="*/ 45244 w 57150"/>
                <a:gd name="connsiteY2" fmla="*/ 71437 h 71437"/>
                <a:gd name="connsiteX3" fmla="*/ 57150 w 57150"/>
                <a:gd name="connsiteY3" fmla="*/ 38100 h 71437"/>
                <a:gd name="connsiteX4" fmla="*/ 16669 w 57150"/>
                <a:gd name="connsiteY4" fmla="*/ 0 h 71437"/>
                <a:gd name="connsiteX0" fmla="*/ 16669 w 57150"/>
                <a:gd name="connsiteY0" fmla="*/ 0 h 71437"/>
                <a:gd name="connsiteX1" fmla="*/ 0 w 57150"/>
                <a:gd name="connsiteY1" fmla="*/ 52387 h 71437"/>
                <a:gd name="connsiteX2" fmla="*/ 45244 w 57150"/>
                <a:gd name="connsiteY2" fmla="*/ 71437 h 71437"/>
                <a:gd name="connsiteX3" fmla="*/ 57150 w 57150"/>
                <a:gd name="connsiteY3" fmla="*/ 38100 h 71437"/>
                <a:gd name="connsiteX4" fmla="*/ 35719 w 57150"/>
                <a:gd name="connsiteY4" fmla="*/ 21431 h 71437"/>
                <a:gd name="connsiteX5" fmla="*/ 16669 w 57150"/>
                <a:gd name="connsiteY5" fmla="*/ 0 h 71437"/>
                <a:gd name="connsiteX0" fmla="*/ 16669 w 64294"/>
                <a:gd name="connsiteY0" fmla="*/ 0 h 71437"/>
                <a:gd name="connsiteX1" fmla="*/ 0 w 64294"/>
                <a:gd name="connsiteY1" fmla="*/ 52387 h 71437"/>
                <a:gd name="connsiteX2" fmla="*/ 45244 w 64294"/>
                <a:gd name="connsiteY2" fmla="*/ 71437 h 71437"/>
                <a:gd name="connsiteX3" fmla="*/ 57150 w 64294"/>
                <a:gd name="connsiteY3" fmla="*/ 38100 h 71437"/>
                <a:gd name="connsiteX4" fmla="*/ 64294 w 64294"/>
                <a:gd name="connsiteY4" fmla="*/ 14288 h 71437"/>
                <a:gd name="connsiteX5" fmla="*/ 16669 w 64294"/>
                <a:gd name="connsiteY5" fmla="*/ 0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94" h="71437">
                  <a:moveTo>
                    <a:pt x="16669" y="0"/>
                  </a:moveTo>
                  <a:lnTo>
                    <a:pt x="0" y="52387"/>
                  </a:lnTo>
                  <a:lnTo>
                    <a:pt x="45244" y="71437"/>
                  </a:lnTo>
                  <a:lnTo>
                    <a:pt x="57150" y="38100"/>
                  </a:lnTo>
                  <a:lnTo>
                    <a:pt x="64294" y="14288"/>
                  </a:lnTo>
                  <a:lnTo>
                    <a:pt x="16669"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5" name="Freeform: Shape 16">
              <a:extLst>
                <a:ext uri="{FF2B5EF4-FFF2-40B4-BE49-F238E27FC236}">
                  <a16:creationId xmlns:a16="http://schemas.microsoft.com/office/drawing/2014/main" id="{A47B4361-24CE-49F2-89B1-E14B94356A18}"/>
                </a:ext>
              </a:extLst>
            </p:cNvPr>
            <p:cNvSpPr/>
            <p:nvPr/>
          </p:nvSpPr>
          <p:spPr bwMode="auto">
            <a:xfrm>
              <a:off x="8698706" y="2124075"/>
              <a:ext cx="100013" cy="52388"/>
            </a:xfrm>
            <a:custGeom>
              <a:avLst/>
              <a:gdLst>
                <a:gd name="connsiteX0" fmla="*/ 19050 w 100013"/>
                <a:gd name="connsiteY0" fmla="*/ 0 h 52388"/>
                <a:gd name="connsiteX1" fmla="*/ 100013 w 100013"/>
                <a:gd name="connsiteY1" fmla="*/ 16669 h 52388"/>
                <a:gd name="connsiteX2" fmla="*/ 69057 w 100013"/>
                <a:gd name="connsiteY2" fmla="*/ 47625 h 52388"/>
                <a:gd name="connsiteX3" fmla="*/ 0 w 100013"/>
                <a:gd name="connsiteY3" fmla="*/ 52388 h 52388"/>
                <a:gd name="connsiteX4" fmla="*/ 19050 w 100013"/>
                <a:gd name="connsiteY4" fmla="*/ 0 h 5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3" h="52388">
                  <a:moveTo>
                    <a:pt x="19050" y="0"/>
                  </a:moveTo>
                  <a:lnTo>
                    <a:pt x="100013" y="16669"/>
                  </a:lnTo>
                  <a:lnTo>
                    <a:pt x="69057" y="47625"/>
                  </a:lnTo>
                  <a:lnTo>
                    <a:pt x="0" y="52388"/>
                  </a:lnTo>
                  <a:lnTo>
                    <a:pt x="1905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6" name="Freeform: Shape 17">
              <a:extLst>
                <a:ext uri="{FF2B5EF4-FFF2-40B4-BE49-F238E27FC236}">
                  <a16:creationId xmlns:a16="http://schemas.microsoft.com/office/drawing/2014/main" id="{6F3FDCC9-A19F-4081-8BF1-A7F7EA64B340}"/>
                </a:ext>
              </a:extLst>
            </p:cNvPr>
            <p:cNvSpPr/>
            <p:nvPr/>
          </p:nvSpPr>
          <p:spPr bwMode="auto">
            <a:xfrm>
              <a:off x="8955881" y="2662238"/>
              <a:ext cx="73819" cy="23812"/>
            </a:xfrm>
            <a:custGeom>
              <a:avLst/>
              <a:gdLst>
                <a:gd name="connsiteX0" fmla="*/ 0 w 73819"/>
                <a:gd name="connsiteY0" fmla="*/ 0 h 23812"/>
                <a:gd name="connsiteX1" fmla="*/ 73819 w 73819"/>
                <a:gd name="connsiteY1" fmla="*/ 23812 h 23812"/>
                <a:gd name="connsiteX2" fmla="*/ 66675 w 73819"/>
                <a:gd name="connsiteY2" fmla="*/ 0 h 23812"/>
                <a:gd name="connsiteX3" fmla="*/ 0 w 73819"/>
                <a:gd name="connsiteY3" fmla="*/ 0 h 23812"/>
              </a:gdLst>
              <a:ahLst/>
              <a:cxnLst>
                <a:cxn ang="0">
                  <a:pos x="connsiteX0" y="connsiteY0"/>
                </a:cxn>
                <a:cxn ang="0">
                  <a:pos x="connsiteX1" y="connsiteY1"/>
                </a:cxn>
                <a:cxn ang="0">
                  <a:pos x="connsiteX2" y="connsiteY2"/>
                </a:cxn>
                <a:cxn ang="0">
                  <a:pos x="connsiteX3" y="connsiteY3"/>
                </a:cxn>
              </a:cxnLst>
              <a:rect l="l" t="t" r="r" b="b"/>
              <a:pathLst>
                <a:path w="73819" h="23812">
                  <a:moveTo>
                    <a:pt x="0" y="0"/>
                  </a:moveTo>
                  <a:lnTo>
                    <a:pt x="73819" y="23812"/>
                  </a:lnTo>
                  <a:lnTo>
                    <a:pt x="66675" y="0"/>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7" name="Freeform: Shape 36">
              <a:extLst>
                <a:ext uri="{FF2B5EF4-FFF2-40B4-BE49-F238E27FC236}">
                  <a16:creationId xmlns:a16="http://schemas.microsoft.com/office/drawing/2014/main" id="{EDAD1C9A-C058-417A-8886-560A7EDE553B}"/>
                </a:ext>
              </a:extLst>
            </p:cNvPr>
            <p:cNvSpPr/>
            <p:nvPr/>
          </p:nvSpPr>
          <p:spPr bwMode="auto">
            <a:xfrm>
              <a:off x="7369969" y="3500438"/>
              <a:ext cx="150019" cy="185737"/>
            </a:xfrm>
            <a:custGeom>
              <a:avLst/>
              <a:gdLst>
                <a:gd name="connsiteX0" fmla="*/ 145256 w 145256"/>
                <a:gd name="connsiteY0" fmla="*/ 0 h 150019"/>
                <a:gd name="connsiteX1" fmla="*/ 95250 w 145256"/>
                <a:gd name="connsiteY1" fmla="*/ 66675 h 150019"/>
                <a:gd name="connsiteX2" fmla="*/ 59531 w 145256"/>
                <a:gd name="connsiteY2" fmla="*/ 92869 h 150019"/>
                <a:gd name="connsiteX3" fmla="*/ 73819 w 145256"/>
                <a:gd name="connsiteY3" fmla="*/ 116682 h 150019"/>
                <a:gd name="connsiteX4" fmla="*/ 42862 w 145256"/>
                <a:gd name="connsiteY4" fmla="*/ 150019 h 150019"/>
                <a:gd name="connsiteX5" fmla="*/ 14287 w 145256"/>
                <a:gd name="connsiteY5" fmla="*/ 138113 h 150019"/>
                <a:gd name="connsiteX6" fmla="*/ 0 w 145256"/>
                <a:gd name="connsiteY6" fmla="*/ 138113 h 150019"/>
                <a:gd name="connsiteX7" fmla="*/ 16669 w 145256"/>
                <a:gd name="connsiteY7" fmla="*/ 100013 h 150019"/>
                <a:gd name="connsiteX8" fmla="*/ 30956 w 145256"/>
                <a:gd name="connsiteY8" fmla="*/ 61913 h 150019"/>
                <a:gd name="connsiteX9" fmla="*/ 40481 w 145256"/>
                <a:gd name="connsiteY9" fmla="*/ 40482 h 150019"/>
                <a:gd name="connsiteX10" fmla="*/ 47625 w 145256"/>
                <a:gd name="connsiteY10" fmla="*/ 30957 h 150019"/>
                <a:gd name="connsiteX11" fmla="*/ 145256 w 145256"/>
                <a:gd name="connsiteY11" fmla="*/ 0 h 150019"/>
                <a:gd name="connsiteX0" fmla="*/ 150019 w 150019"/>
                <a:gd name="connsiteY0" fmla="*/ 0 h 185737"/>
                <a:gd name="connsiteX1" fmla="*/ 95250 w 150019"/>
                <a:gd name="connsiteY1" fmla="*/ 102393 h 185737"/>
                <a:gd name="connsiteX2" fmla="*/ 59531 w 150019"/>
                <a:gd name="connsiteY2" fmla="*/ 128587 h 185737"/>
                <a:gd name="connsiteX3" fmla="*/ 73819 w 150019"/>
                <a:gd name="connsiteY3" fmla="*/ 152400 h 185737"/>
                <a:gd name="connsiteX4" fmla="*/ 42862 w 150019"/>
                <a:gd name="connsiteY4" fmla="*/ 185737 h 185737"/>
                <a:gd name="connsiteX5" fmla="*/ 14287 w 150019"/>
                <a:gd name="connsiteY5" fmla="*/ 173831 h 185737"/>
                <a:gd name="connsiteX6" fmla="*/ 0 w 150019"/>
                <a:gd name="connsiteY6" fmla="*/ 173831 h 185737"/>
                <a:gd name="connsiteX7" fmla="*/ 16669 w 150019"/>
                <a:gd name="connsiteY7" fmla="*/ 135731 h 185737"/>
                <a:gd name="connsiteX8" fmla="*/ 30956 w 150019"/>
                <a:gd name="connsiteY8" fmla="*/ 97631 h 185737"/>
                <a:gd name="connsiteX9" fmla="*/ 40481 w 150019"/>
                <a:gd name="connsiteY9" fmla="*/ 76200 h 185737"/>
                <a:gd name="connsiteX10" fmla="*/ 47625 w 150019"/>
                <a:gd name="connsiteY10" fmla="*/ 66675 h 185737"/>
                <a:gd name="connsiteX11" fmla="*/ 150019 w 150019"/>
                <a:gd name="connsiteY11" fmla="*/ 0 h 185737"/>
                <a:gd name="connsiteX0" fmla="*/ 150019 w 150019"/>
                <a:gd name="connsiteY0" fmla="*/ 0 h 185737"/>
                <a:gd name="connsiteX1" fmla="*/ 116681 w 150019"/>
                <a:gd name="connsiteY1" fmla="*/ 66675 h 185737"/>
                <a:gd name="connsiteX2" fmla="*/ 95250 w 150019"/>
                <a:gd name="connsiteY2" fmla="*/ 102393 h 185737"/>
                <a:gd name="connsiteX3" fmla="*/ 59531 w 150019"/>
                <a:gd name="connsiteY3" fmla="*/ 128587 h 185737"/>
                <a:gd name="connsiteX4" fmla="*/ 73819 w 150019"/>
                <a:gd name="connsiteY4" fmla="*/ 152400 h 185737"/>
                <a:gd name="connsiteX5" fmla="*/ 42862 w 150019"/>
                <a:gd name="connsiteY5" fmla="*/ 185737 h 185737"/>
                <a:gd name="connsiteX6" fmla="*/ 14287 w 150019"/>
                <a:gd name="connsiteY6" fmla="*/ 173831 h 185737"/>
                <a:gd name="connsiteX7" fmla="*/ 0 w 150019"/>
                <a:gd name="connsiteY7" fmla="*/ 173831 h 185737"/>
                <a:gd name="connsiteX8" fmla="*/ 16669 w 150019"/>
                <a:gd name="connsiteY8" fmla="*/ 135731 h 185737"/>
                <a:gd name="connsiteX9" fmla="*/ 30956 w 150019"/>
                <a:gd name="connsiteY9" fmla="*/ 97631 h 185737"/>
                <a:gd name="connsiteX10" fmla="*/ 40481 w 150019"/>
                <a:gd name="connsiteY10" fmla="*/ 76200 h 185737"/>
                <a:gd name="connsiteX11" fmla="*/ 47625 w 150019"/>
                <a:gd name="connsiteY11" fmla="*/ 66675 h 185737"/>
                <a:gd name="connsiteX12" fmla="*/ 150019 w 150019"/>
                <a:gd name="connsiteY12" fmla="*/ 0 h 185737"/>
                <a:gd name="connsiteX0" fmla="*/ 150019 w 150019"/>
                <a:gd name="connsiteY0" fmla="*/ 0 h 185737"/>
                <a:gd name="connsiteX1" fmla="*/ 150019 w 150019"/>
                <a:gd name="connsiteY1" fmla="*/ 19050 h 185737"/>
                <a:gd name="connsiteX2" fmla="*/ 95250 w 150019"/>
                <a:gd name="connsiteY2" fmla="*/ 102393 h 185737"/>
                <a:gd name="connsiteX3" fmla="*/ 59531 w 150019"/>
                <a:gd name="connsiteY3" fmla="*/ 128587 h 185737"/>
                <a:gd name="connsiteX4" fmla="*/ 73819 w 150019"/>
                <a:gd name="connsiteY4" fmla="*/ 152400 h 185737"/>
                <a:gd name="connsiteX5" fmla="*/ 42862 w 150019"/>
                <a:gd name="connsiteY5" fmla="*/ 185737 h 185737"/>
                <a:gd name="connsiteX6" fmla="*/ 14287 w 150019"/>
                <a:gd name="connsiteY6" fmla="*/ 173831 h 185737"/>
                <a:gd name="connsiteX7" fmla="*/ 0 w 150019"/>
                <a:gd name="connsiteY7" fmla="*/ 173831 h 185737"/>
                <a:gd name="connsiteX8" fmla="*/ 16669 w 150019"/>
                <a:gd name="connsiteY8" fmla="*/ 135731 h 185737"/>
                <a:gd name="connsiteX9" fmla="*/ 30956 w 150019"/>
                <a:gd name="connsiteY9" fmla="*/ 97631 h 185737"/>
                <a:gd name="connsiteX10" fmla="*/ 40481 w 150019"/>
                <a:gd name="connsiteY10" fmla="*/ 76200 h 185737"/>
                <a:gd name="connsiteX11" fmla="*/ 47625 w 150019"/>
                <a:gd name="connsiteY11" fmla="*/ 66675 h 185737"/>
                <a:gd name="connsiteX12" fmla="*/ 150019 w 150019"/>
                <a:gd name="connsiteY12" fmla="*/ 0 h 185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0019" h="185737">
                  <a:moveTo>
                    <a:pt x="150019" y="0"/>
                  </a:moveTo>
                  <a:lnTo>
                    <a:pt x="150019" y="19050"/>
                  </a:lnTo>
                  <a:lnTo>
                    <a:pt x="95250" y="102393"/>
                  </a:lnTo>
                  <a:lnTo>
                    <a:pt x="59531" y="128587"/>
                  </a:lnTo>
                  <a:lnTo>
                    <a:pt x="73819" y="152400"/>
                  </a:lnTo>
                  <a:lnTo>
                    <a:pt x="42862" y="185737"/>
                  </a:lnTo>
                  <a:lnTo>
                    <a:pt x="14287" y="173831"/>
                  </a:lnTo>
                  <a:lnTo>
                    <a:pt x="0" y="173831"/>
                  </a:lnTo>
                  <a:lnTo>
                    <a:pt x="16669" y="135731"/>
                  </a:lnTo>
                  <a:lnTo>
                    <a:pt x="30956" y="97631"/>
                  </a:lnTo>
                  <a:lnTo>
                    <a:pt x="40481" y="76200"/>
                  </a:lnTo>
                  <a:lnTo>
                    <a:pt x="47625" y="66675"/>
                  </a:lnTo>
                  <a:lnTo>
                    <a:pt x="150019"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08" name="Freeform: Shape 37">
              <a:extLst>
                <a:ext uri="{FF2B5EF4-FFF2-40B4-BE49-F238E27FC236}">
                  <a16:creationId xmlns:a16="http://schemas.microsoft.com/office/drawing/2014/main" id="{BC097F96-C98F-4FEF-98B6-A1EAB8A98214}"/>
                </a:ext>
              </a:extLst>
            </p:cNvPr>
            <p:cNvSpPr/>
            <p:nvPr/>
          </p:nvSpPr>
          <p:spPr bwMode="auto">
            <a:xfrm>
              <a:off x="7400925" y="3650456"/>
              <a:ext cx="71438" cy="135732"/>
            </a:xfrm>
            <a:custGeom>
              <a:avLst/>
              <a:gdLst>
                <a:gd name="connsiteX0" fmla="*/ 9525 w 71438"/>
                <a:gd name="connsiteY0" fmla="*/ 0 h 104775"/>
                <a:gd name="connsiteX1" fmla="*/ 0 w 71438"/>
                <a:gd name="connsiteY1" fmla="*/ 104775 h 104775"/>
                <a:gd name="connsiteX2" fmla="*/ 50006 w 71438"/>
                <a:gd name="connsiteY2" fmla="*/ 85725 h 104775"/>
                <a:gd name="connsiteX3" fmla="*/ 71438 w 71438"/>
                <a:gd name="connsiteY3" fmla="*/ 26193 h 104775"/>
                <a:gd name="connsiteX4" fmla="*/ 9525 w 71438"/>
                <a:gd name="connsiteY4" fmla="*/ 0 h 104775"/>
                <a:gd name="connsiteX0" fmla="*/ 9525 w 71438"/>
                <a:gd name="connsiteY0" fmla="*/ 0 h 104775"/>
                <a:gd name="connsiteX1" fmla="*/ 0 w 71438"/>
                <a:gd name="connsiteY1" fmla="*/ 104775 h 104775"/>
                <a:gd name="connsiteX2" fmla="*/ 50006 w 71438"/>
                <a:gd name="connsiteY2" fmla="*/ 85725 h 104775"/>
                <a:gd name="connsiteX3" fmla="*/ 71438 w 71438"/>
                <a:gd name="connsiteY3" fmla="*/ 26193 h 104775"/>
                <a:gd name="connsiteX4" fmla="*/ 35719 w 71438"/>
                <a:gd name="connsiteY4" fmla="*/ 14287 h 104775"/>
                <a:gd name="connsiteX5" fmla="*/ 9525 w 71438"/>
                <a:gd name="connsiteY5" fmla="*/ 0 h 104775"/>
                <a:gd name="connsiteX0" fmla="*/ 9525 w 71438"/>
                <a:gd name="connsiteY0" fmla="*/ 30957 h 135732"/>
                <a:gd name="connsiteX1" fmla="*/ 0 w 71438"/>
                <a:gd name="connsiteY1" fmla="*/ 135732 h 135732"/>
                <a:gd name="connsiteX2" fmla="*/ 50006 w 71438"/>
                <a:gd name="connsiteY2" fmla="*/ 116682 h 135732"/>
                <a:gd name="connsiteX3" fmla="*/ 71438 w 71438"/>
                <a:gd name="connsiteY3" fmla="*/ 57150 h 135732"/>
                <a:gd name="connsiteX4" fmla="*/ 47625 w 71438"/>
                <a:gd name="connsiteY4" fmla="*/ 0 h 135732"/>
                <a:gd name="connsiteX5" fmla="*/ 9525 w 71438"/>
                <a:gd name="connsiteY5" fmla="*/ 30957 h 13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38" h="135732">
                  <a:moveTo>
                    <a:pt x="9525" y="30957"/>
                  </a:moveTo>
                  <a:lnTo>
                    <a:pt x="0" y="135732"/>
                  </a:lnTo>
                  <a:lnTo>
                    <a:pt x="50006" y="116682"/>
                  </a:lnTo>
                  <a:lnTo>
                    <a:pt x="71438" y="57150"/>
                  </a:lnTo>
                  <a:lnTo>
                    <a:pt x="47625" y="0"/>
                  </a:lnTo>
                  <a:lnTo>
                    <a:pt x="9525" y="30957"/>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09" name="Freeform: Shape 38">
              <a:extLst>
                <a:ext uri="{FF2B5EF4-FFF2-40B4-BE49-F238E27FC236}">
                  <a16:creationId xmlns:a16="http://schemas.microsoft.com/office/drawing/2014/main" id="{68FAE2BE-3BB4-40FD-A4D6-0732FA367E45}"/>
                </a:ext>
              </a:extLst>
            </p:cNvPr>
            <p:cNvSpPr/>
            <p:nvPr/>
          </p:nvSpPr>
          <p:spPr bwMode="auto">
            <a:xfrm>
              <a:off x="6822281" y="4107656"/>
              <a:ext cx="152400" cy="373857"/>
            </a:xfrm>
            <a:custGeom>
              <a:avLst/>
              <a:gdLst>
                <a:gd name="connsiteX0" fmla="*/ 116682 w 152400"/>
                <a:gd name="connsiteY0" fmla="*/ 26194 h 373857"/>
                <a:gd name="connsiteX1" fmla="*/ 71438 w 152400"/>
                <a:gd name="connsiteY1" fmla="*/ 0 h 373857"/>
                <a:gd name="connsiteX2" fmla="*/ 0 w 152400"/>
                <a:gd name="connsiteY2" fmla="*/ 0 h 373857"/>
                <a:gd name="connsiteX3" fmla="*/ 2382 w 152400"/>
                <a:gd name="connsiteY3" fmla="*/ 47625 h 373857"/>
                <a:gd name="connsiteX4" fmla="*/ 16669 w 152400"/>
                <a:gd name="connsiteY4" fmla="*/ 61913 h 373857"/>
                <a:gd name="connsiteX5" fmla="*/ 33338 w 152400"/>
                <a:gd name="connsiteY5" fmla="*/ 57150 h 373857"/>
                <a:gd name="connsiteX6" fmla="*/ 45244 w 152400"/>
                <a:gd name="connsiteY6" fmla="*/ 88107 h 373857"/>
                <a:gd name="connsiteX7" fmla="*/ 45244 w 152400"/>
                <a:gd name="connsiteY7" fmla="*/ 88107 h 373857"/>
                <a:gd name="connsiteX8" fmla="*/ 116682 w 152400"/>
                <a:gd name="connsiteY8" fmla="*/ 204788 h 373857"/>
                <a:gd name="connsiteX9" fmla="*/ 107157 w 152400"/>
                <a:gd name="connsiteY9" fmla="*/ 254794 h 373857"/>
                <a:gd name="connsiteX10" fmla="*/ 45244 w 152400"/>
                <a:gd name="connsiteY10" fmla="*/ 323850 h 373857"/>
                <a:gd name="connsiteX11" fmla="*/ 45244 w 152400"/>
                <a:gd name="connsiteY11" fmla="*/ 373857 h 373857"/>
                <a:gd name="connsiteX12" fmla="*/ 95250 w 152400"/>
                <a:gd name="connsiteY12" fmla="*/ 338138 h 373857"/>
                <a:gd name="connsiteX13" fmla="*/ 121444 w 152400"/>
                <a:gd name="connsiteY13" fmla="*/ 321469 h 373857"/>
                <a:gd name="connsiteX14" fmla="*/ 152400 w 152400"/>
                <a:gd name="connsiteY14" fmla="*/ 273844 h 373857"/>
                <a:gd name="connsiteX15" fmla="*/ 150019 w 152400"/>
                <a:gd name="connsiteY15" fmla="*/ 221457 h 373857"/>
                <a:gd name="connsiteX16" fmla="*/ 126207 w 152400"/>
                <a:gd name="connsiteY16" fmla="*/ 185738 h 373857"/>
                <a:gd name="connsiteX17" fmla="*/ 69057 w 152400"/>
                <a:gd name="connsiteY17" fmla="*/ 114300 h 373857"/>
                <a:gd name="connsiteX18" fmla="*/ 76200 w 152400"/>
                <a:gd name="connsiteY18" fmla="*/ 78582 h 373857"/>
                <a:gd name="connsiteX19" fmla="*/ 116682 w 152400"/>
                <a:gd name="connsiteY19" fmla="*/ 26194 h 37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2400" h="373857">
                  <a:moveTo>
                    <a:pt x="116682" y="26194"/>
                  </a:moveTo>
                  <a:lnTo>
                    <a:pt x="71438" y="0"/>
                  </a:lnTo>
                  <a:lnTo>
                    <a:pt x="0" y="0"/>
                  </a:lnTo>
                  <a:lnTo>
                    <a:pt x="2382" y="47625"/>
                  </a:lnTo>
                  <a:lnTo>
                    <a:pt x="16669" y="61913"/>
                  </a:lnTo>
                  <a:lnTo>
                    <a:pt x="33338" y="57150"/>
                  </a:lnTo>
                  <a:lnTo>
                    <a:pt x="45244" y="88107"/>
                  </a:lnTo>
                  <a:lnTo>
                    <a:pt x="45244" y="88107"/>
                  </a:lnTo>
                  <a:lnTo>
                    <a:pt x="116682" y="204788"/>
                  </a:lnTo>
                  <a:lnTo>
                    <a:pt x="107157" y="254794"/>
                  </a:lnTo>
                  <a:lnTo>
                    <a:pt x="45244" y="323850"/>
                  </a:lnTo>
                  <a:lnTo>
                    <a:pt x="45244" y="373857"/>
                  </a:lnTo>
                  <a:lnTo>
                    <a:pt x="95250" y="338138"/>
                  </a:lnTo>
                  <a:lnTo>
                    <a:pt x="121444" y="321469"/>
                  </a:lnTo>
                  <a:lnTo>
                    <a:pt x="152400" y="273844"/>
                  </a:lnTo>
                  <a:lnTo>
                    <a:pt x="150019" y="221457"/>
                  </a:lnTo>
                  <a:lnTo>
                    <a:pt x="126207" y="185738"/>
                  </a:lnTo>
                  <a:lnTo>
                    <a:pt x="69057" y="114300"/>
                  </a:lnTo>
                  <a:lnTo>
                    <a:pt x="76200" y="78582"/>
                  </a:lnTo>
                  <a:lnTo>
                    <a:pt x="116682" y="26194"/>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0" name="Freeform: Shape 39">
              <a:extLst>
                <a:ext uri="{FF2B5EF4-FFF2-40B4-BE49-F238E27FC236}">
                  <a16:creationId xmlns:a16="http://schemas.microsoft.com/office/drawing/2014/main" id="{2F00C632-AB32-4574-B405-30E8A7C80C40}"/>
                </a:ext>
              </a:extLst>
            </p:cNvPr>
            <p:cNvSpPr/>
            <p:nvPr/>
          </p:nvSpPr>
          <p:spPr bwMode="auto">
            <a:xfrm>
              <a:off x="6765131" y="4119563"/>
              <a:ext cx="173832" cy="221456"/>
            </a:xfrm>
            <a:custGeom>
              <a:avLst/>
              <a:gdLst>
                <a:gd name="connsiteX0" fmla="*/ 50007 w 173832"/>
                <a:gd name="connsiteY0" fmla="*/ 0 h 221456"/>
                <a:gd name="connsiteX1" fmla="*/ 0 w 173832"/>
                <a:gd name="connsiteY1" fmla="*/ 57150 h 221456"/>
                <a:gd name="connsiteX2" fmla="*/ 14288 w 173832"/>
                <a:gd name="connsiteY2" fmla="*/ 88106 h 221456"/>
                <a:gd name="connsiteX3" fmla="*/ 14288 w 173832"/>
                <a:gd name="connsiteY3" fmla="*/ 138112 h 221456"/>
                <a:gd name="connsiteX4" fmla="*/ 45244 w 173832"/>
                <a:gd name="connsiteY4" fmla="*/ 123825 h 221456"/>
                <a:gd name="connsiteX5" fmla="*/ 59532 w 173832"/>
                <a:gd name="connsiteY5" fmla="*/ 121443 h 221456"/>
                <a:gd name="connsiteX6" fmla="*/ 78582 w 173832"/>
                <a:gd name="connsiteY6" fmla="*/ 100012 h 221456"/>
                <a:gd name="connsiteX7" fmla="*/ 102394 w 173832"/>
                <a:gd name="connsiteY7" fmla="*/ 135731 h 221456"/>
                <a:gd name="connsiteX8" fmla="*/ 121444 w 173832"/>
                <a:gd name="connsiteY8" fmla="*/ 176212 h 221456"/>
                <a:gd name="connsiteX9" fmla="*/ 130969 w 173832"/>
                <a:gd name="connsiteY9" fmla="*/ 219075 h 221456"/>
                <a:gd name="connsiteX10" fmla="*/ 169069 w 173832"/>
                <a:gd name="connsiteY10" fmla="*/ 221456 h 221456"/>
                <a:gd name="connsiteX11" fmla="*/ 173832 w 173832"/>
                <a:gd name="connsiteY11" fmla="*/ 195262 h 221456"/>
                <a:gd name="connsiteX12" fmla="*/ 133350 w 173832"/>
                <a:gd name="connsiteY12" fmla="*/ 135731 h 221456"/>
                <a:gd name="connsiteX13" fmla="*/ 90488 w 173832"/>
                <a:gd name="connsiteY13" fmla="*/ 47625 h 221456"/>
                <a:gd name="connsiteX14" fmla="*/ 78582 w 173832"/>
                <a:gd name="connsiteY14" fmla="*/ 50006 h 221456"/>
                <a:gd name="connsiteX15" fmla="*/ 50007 w 173832"/>
                <a:gd name="connsiteY15" fmla="*/ 0 h 221456"/>
                <a:gd name="connsiteX0" fmla="*/ 50007 w 173832"/>
                <a:gd name="connsiteY0" fmla="*/ 0 h 221456"/>
                <a:gd name="connsiteX1" fmla="*/ 0 w 173832"/>
                <a:gd name="connsiteY1" fmla="*/ 57150 h 221456"/>
                <a:gd name="connsiteX2" fmla="*/ 14288 w 173832"/>
                <a:gd name="connsiteY2" fmla="*/ 88106 h 221456"/>
                <a:gd name="connsiteX3" fmla="*/ 14288 w 173832"/>
                <a:gd name="connsiteY3" fmla="*/ 138112 h 221456"/>
                <a:gd name="connsiteX4" fmla="*/ 45244 w 173832"/>
                <a:gd name="connsiteY4" fmla="*/ 123825 h 221456"/>
                <a:gd name="connsiteX5" fmla="*/ 59532 w 173832"/>
                <a:gd name="connsiteY5" fmla="*/ 121443 h 221456"/>
                <a:gd name="connsiteX6" fmla="*/ 78582 w 173832"/>
                <a:gd name="connsiteY6" fmla="*/ 100012 h 221456"/>
                <a:gd name="connsiteX7" fmla="*/ 102394 w 173832"/>
                <a:gd name="connsiteY7" fmla="*/ 135731 h 221456"/>
                <a:gd name="connsiteX8" fmla="*/ 121444 w 173832"/>
                <a:gd name="connsiteY8" fmla="*/ 176212 h 221456"/>
                <a:gd name="connsiteX9" fmla="*/ 130969 w 173832"/>
                <a:gd name="connsiteY9" fmla="*/ 219075 h 221456"/>
                <a:gd name="connsiteX10" fmla="*/ 169069 w 173832"/>
                <a:gd name="connsiteY10" fmla="*/ 221456 h 221456"/>
                <a:gd name="connsiteX11" fmla="*/ 173832 w 173832"/>
                <a:gd name="connsiteY11" fmla="*/ 195262 h 221456"/>
                <a:gd name="connsiteX12" fmla="*/ 133350 w 173832"/>
                <a:gd name="connsiteY12" fmla="*/ 135731 h 221456"/>
                <a:gd name="connsiteX13" fmla="*/ 90488 w 173832"/>
                <a:gd name="connsiteY13" fmla="*/ 47625 h 221456"/>
                <a:gd name="connsiteX14" fmla="*/ 78582 w 173832"/>
                <a:gd name="connsiteY14" fmla="*/ 50006 h 221456"/>
                <a:gd name="connsiteX15" fmla="*/ 61913 w 173832"/>
                <a:gd name="connsiteY15" fmla="*/ 28575 h 221456"/>
                <a:gd name="connsiteX16" fmla="*/ 50007 w 173832"/>
                <a:gd name="connsiteY16" fmla="*/ 0 h 221456"/>
                <a:gd name="connsiteX0" fmla="*/ 50007 w 173832"/>
                <a:gd name="connsiteY0" fmla="*/ 0 h 221456"/>
                <a:gd name="connsiteX1" fmla="*/ 0 w 173832"/>
                <a:gd name="connsiteY1" fmla="*/ 57150 h 221456"/>
                <a:gd name="connsiteX2" fmla="*/ 14288 w 173832"/>
                <a:gd name="connsiteY2" fmla="*/ 88106 h 221456"/>
                <a:gd name="connsiteX3" fmla="*/ 14288 w 173832"/>
                <a:gd name="connsiteY3" fmla="*/ 138112 h 221456"/>
                <a:gd name="connsiteX4" fmla="*/ 45244 w 173832"/>
                <a:gd name="connsiteY4" fmla="*/ 123825 h 221456"/>
                <a:gd name="connsiteX5" fmla="*/ 59532 w 173832"/>
                <a:gd name="connsiteY5" fmla="*/ 121443 h 221456"/>
                <a:gd name="connsiteX6" fmla="*/ 78582 w 173832"/>
                <a:gd name="connsiteY6" fmla="*/ 100012 h 221456"/>
                <a:gd name="connsiteX7" fmla="*/ 102394 w 173832"/>
                <a:gd name="connsiteY7" fmla="*/ 135731 h 221456"/>
                <a:gd name="connsiteX8" fmla="*/ 121444 w 173832"/>
                <a:gd name="connsiteY8" fmla="*/ 176212 h 221456"/>
                <a:gd name="connsiteX9" fmla="*/ 130969 w 173832"/>
                <a:gd name="connsiteY9" fmla="*/ 219075 h 221456"/>
                <a:gd name="connsiteX10" fmla="*/ 169069 w 173832"/>
                <a:gd name="connsiteY10" fmla="*/ 221456 h 221456"/>
                <a:gd name="connsiteX11" fmla="*/ 173832 w 173832"/>
                <a:gd name="connsiteY11" fmla="*/ 195262 h 221456"/>
                <a:gd name="connsiteX12" fmla="*/ 133350 w 173832"/>
                <a:gd name="connsiteY12" fmla="*/ 135731 h 221456"/>
                <a:gd name="connsiteX13" fmla="*/ 90488 w 173832"/>
                <a:gd name="connsiteY13" fmla="*/ 47625 h 221456"/>
                <a:gd name="connsiteX14" fmla="*/ 78582 w 173832"/>
                <a:gd name="connsiteY14" fmla="*/ 50006 h 221456"/>
                <a:gd name="connsiteX15" fmla="*/ 54769 w 173832"/>
                <a:gd name="connsiteY15" fmla="*/ 42863 h 221456"/>
                <a:gd name="connsiteX16" fmla="*/ 50007 w 173832"/>
                <a:gd name="connsiteY16" fmla="*/ 0 h 221456"/>
                <a:gd name="connsiteX0" fmla="*/ 50007 w 173832"/>
                <a:gd name="connsiteY0" fmla="*/ 0 h 221456"/>
                <a:gd name="connsiteX1" fmla="*/ 0 w 173832"/>
                <a:gd name="connsiteY1" fmla="*/ 57150 h 221456"/>
                <a:gd name="connsiteX2" fmla="*/ 14288 w 173832"/>
                <a:gd name="connsiteY2" fmla="*/ 88106 h 221456"/>
                <a:gd name="connsiteX3" fmla="*/ 14288 w 173832"/>
                <a:gd name="connsiteY3" fmla="*/ 138112 h 221456"/>
                <a:gd name="connsiteX4" fmla="*/ 45244 w 173832"/>
                <a:gd name="connsiteY4" fmla="*/ 123825 h 221456"/>
                <a:gd name="connsiteX5" fmla="*/ 59532 w 173832"/>
                <a:gd name="connsiteY5" fmla="*/ 121443 h 221456"/>
                <a:gd name="connsiteX6" fmla="*/ 78582 w 173832"/>
                <a:gd name="connsiteY6" fmla="*/ 100012 h 221456"/>
                <a:gd name="connsiteX7" fmla="*/ 102394 w 173832"/>
                <a:gd name="connsiteY7" fmla="*/ 135731 h 221456"/>
                <a:gd name="connsiteX8" fmla="*/ 121444 w 173832"/>
                <a:gd name="connsiteY8" fmla="*/ 176212 h 221456"/>
                <a:gd name="connsiteX9" fmla="*/ 130969 w 173832"/>
                <a:gd name="connsiteY9" fmla="*/ 219075 h 221456"/>
                <a:gd name="connsiteX10" fmla="*/ 169069 w 173832"/>
                <a:gd name="connsiteY10" fmla="*/ 221456 h 221456"/>
                <a:gd name="connsiteX11" fmla="*/ 173832 w 173832"/>
                <a:gd name="connsiteY11" fmla="*/ 195262 h 221456"/>
                <a:gd name="connsiteX12" fmla="*/ 133350 w 173832"/>
                <a:gd name="connsiteY12" fmla="*/ 135731 h 221456"/>
                <a:gd name="connsiteX13" fmla="*/ 90488 w 173832"/>
                <a:gd name="connsiteY13" fmla="*/ 47625 h 221456"/>
                <a:gd name="connsiteX14" fmla="*/ 73820 w 173832"/>
                <a:gd name="connsiteY14" fmla="*/ 69056 h 221456"/>
                <a:gd name="connsiteX15" fmla="*/ 54769 w 173832"/>
                <a:gd name="connsiteY15" fmla="*/ 42863 h 221456"/>
                <a:gd name="connsiteX16" fmla="*/ 50007 w 173832"/>
                <a:gd name="connsiteY16" fmla="*/ 0 h 221456"/>
                <a:gd name="connsiteX0" fmla="*/ 50007 w 173832"/>
                <a:gd name="connsiteY0" fmla="*/ 0 h 221456"/>
                <a:gd name="connsiteX1" fmla="*/ 0 w 173832"/>
                <a:gd name="connsiteY1" fmla="*/ 57150 h 221456"/>
                <a:gd name="connsiteX2" fmla="*/ 14288 w 173832"/>
                <a:gd name="connsiteY2" fmla="*/ 88106 h 221456"/>
                <a:gd name="connsiteX3" fmla="*/ 14288 w 173832"/>
                <a:gd name="connsiteY3" fmla="*/ 138112 h 221456"/>
                <a:gd name="connsiteX4" fmla="*/ 45244 w 173832"/>
                <a:gd name="connsiteY4" fmla="*/ 123825 h 221456"/>
                <a:gd name="connsiteX5" fmla="*/ 59532 w 173832"/>
                <a:gd name="connsiteY5" fmla="*/ 121443 h 221456"/>
                <a:gd name="connsiteX6" fmla="*/ 78582 w 173832"/>
                <a:gd name="connsiteY6" fmla="*/ 100012 h 221456"/>
                <a:gd name="connsiteX7" fmla="*/ 102394 w 173832"/>
                <a:gd name="connsiteY7" fmla="*/ 135731 h 221456"/>
                <a:gd name="connsiteX8" fmla="*/ 121444 w 173832"/>
                <a:gd name="connsiteY8" fmla="*/ 176212 h 221456"/>
                <a:gd name="connsiteX9" fmla="*/ 130969 w 173832"/>
                <a:gd name="connsiteY9" fmla="*/ 219075 h 221456"/>
                <a:gd name="connsiteX10" fmla="*/ 169069 w 173832"/>
                <a:gd name="connsiteY10" fmla="*/ 221456 h 221456"/>
                <a:gd name="connsiteX11" fmla="*/ 173832 w 173832"/>
                <a:gd name="connsiteY11" fmla="*/ 195262 h 221456"/>
                <a:gd name="connsiteX12" fmla="*/ 133350 w 173832"/>
                <a:gd name="connsiteY12" fmla="*/ 135731 h 221456"/>
                <a:gd name="connsiteX13" fmla="*/ 90488 w 173832"/>
                <a:gd name="connsiteY13" fmla="*/ 47625 h 221456"/>
                <a:gd name="connsiteX14" fmla="*/ 76201 w 173832"/>
                <a:gd name="connsiteY14" fmla="*/ 52387 h 221456"/>
                <a:gd name="connsiteX15" fmla="*/ 54769 w 173832"/>
                <a:gd name="connsiteY15" fmla="*/ 42863 h 221456"/>
                <a:gd name="connsiteX16" fmla="*/ 50007 w 173832"/>
                <a:gd name="connsiteY16" fmla="*/ 0 h 22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832" h="221456">
                  <a:moveTo>
                    <a:pt x="50007" y="0"/>
                  </a:moveTo>
                  <a:lnTo>
                    <a:pt x="0" y="57150"/>
                  </a:lnTo>
                  <a:lnTo>
                    <a:pt x="14288" y="88106"/>
                  </a:lnTo>
                  <a:lnTo>
                    <a:pt x="14288" y="138112"/>
                  </a:lnTo>
                  <a:lnTo>
                    <a:pt x="45244" y="123825"/>
                  </a:lnTo>
                  <a:lnTo>
                    <a:pt x="59532" y="121443"/>
                  </a:lnTo>
                  <a:lnTo>
                    <a:pt x="78582" y="100012"/>
                  </a:lnTo>
                  <a:lnTo>
                    <a:pt x="102394" y="135731"/>
                  </a:lnTo>
                  <a:lnTo>
                    <a:pt x="121444" y="176212"/>
                  </a:lnTo>
                  <a:lnTo>
                    <a:pt x="130969" y="219075"/>
                  </a:lnTo>
                  <a:lnTo>
                    <a:pt x="169069" y="221456"/>
                  </a:lnTo>
                  <a:lnTo>
                    <a:pt x="173832" y="195262"/>
                  </a:lnTo>
                  <a:lnTo>
                    <a:pt x="133350" y="135731"/>
                  </a:lnTo>
                  <a:lnTo>
                    <a:pt x="90488" y="47625"/>
                  </a:lnTo>
                  <a:lnTo>
                    <a:pt x="76201" y="52387"/>
                  </a:lnTo>
                  <a:lnTo>
                    <a:pt x="54769" y="42863"/>
                  </a:lnTo>
                  <a:lnTo>
                    <a:pt x="50007"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dirty="0">
                <a:solidFill>
                  <a:srgbClr val="FFFFFF"/>
                </a:solidFill>
                <a:latin typeface="Myriad Pro"/>
                <a:ea typeface="MS PGothic" panose="020B0600070205080204" pitchFamily="34" charset="-128"/>
              </a:endParaRPr>
            </a:p>
          </p:txBody>
        </p:sp>
        <p:sp>
          <p:nvSpPr>
            <p:cNvPr id="411" name="Freeform: Shape 40">
              <a:extLst>
                <a:ext uri="{FF2B5EF4-FFF2-40B4-BE49-F238E27FC236}">
                  <a16:creationId xmlns:a16="http://schemas.microsoft.com/office/drawing/2014/main" id="{5B59C8A6-2BC9-4343-BA72-02583A8BDC09}"/>
                </a:ext>
              </a:extLst>
            </p:cNvPr>
            <p:cNvSpPr/>
            <p:nvPr/>
          </p:nvSpPr>
          <p:spPr bwMode="auto">
            <a:xfrm>
              <a:off x="6686549" y="4048125"/>
              <a:ext cx="130970" cy="114300"/>
            </a:xfrm>
            <a:custGeom>
              <a:avLst/>
              <a:gdLst>
                <a:gd name="connsiteX0" fmla="*/ 0 w 107156"/>
                <a:gd name="connsiteY0" fmla="*/ 0 h 114300"/>
                <a:gd name="connsiteX1" fmla="*/ 19050 w 107156"/>
                <a:gd name="connsiteY1" fmla="*/ 54769 h 114300"/>
                <a:gd name="connsiteX2" fmla="*/ 50006 w 107156"/>
                <a:gd name="connsiteY2" fmla="*/ 92869 h 114300"/>
                <a:gd name="connsiteX3" fmla="*/ 66675 w 107156"/>
                <a:gd name="connsiteY3" fmla="*/ 114300 h 114300"/>
                <a:gd name="connsiteX4" fmla="*/ 107156 w 107156"/>
                <a:gd name="connsiteY4" fmla="*/ 76200 h 114300"/>
                <a:gd name="connsiteX5" fmla="*/ 107156 w 107156"/>
                <a:gd name="connsiteY5" fmla="*/ 47625 h 114300"/>
                <a:gd name="connsiteX6" fmla="*/ 71437 w 107156"/>
                <a:gd name="connsiteY6" fmla="*/ 0 h 114300"/>
                <a:gd name="connsiteX7" fmla="*/ 0 w 107156"/>
                <a:gd name="connsiteY7" fmla="*/ 0 h 114300"/>
                <a:gd name="connsiteX0" fmla="*/ 0 w 107156"/>
                <a:gd name="connsiteY0" fmla="*/ 0 h 114300"/>
                <a:gd name="connsiteX1" fmla="*/ 7143 w 107156"/>
                <a:gd name="connsiteY1" fmla="*/ 23813 h 114300"/>
                <a:gd name="connsiteX2" fmla="*/ 19050 w 107156"/>
                <a:gd name="connsiteY2" fmla="*/ 54769 h 114300"/>
                <a:gd name="connsiteX3" fmla="*/ 50006 w 107156"/>
                <a:gd name="connsiteY3" fmla="*/ 92869 h 114300"/>
                <a:gd name="connsiteX4" fmla="*/ 66675 w 107156"/>
                <a:gd name="connsiteY4" fmla="*/ 114300 h 114300"/>
                <a:gd name="connsiteX5" fmla="*/ 107156 w 107156"/>
                <a:gd name="connsiteY5" fmla="*/ 76200 h 114300"/>
                <a:gd name="connsiteX6" fmla="*/ 107156 w 107156"/>
                <a:gd name="connsiteY6" fmla="*/ 47625 h 114300"/>
                <a:gd name="connsiteX7" fmla="*/ 71437 w 107156"/>
                <a:gd name="connsiteY7" fmla="*/ 0 h 114300"/>
                <a:gd name="connsiteX8" fmla="*/ 0 w 107156"/>
                <a:gd name="connsiteY8" fmla="*/ 0 h 114300"/>
                <a:gd name="connsiteX0" fmla="*/ 23814 w 130970"/>
                <a:gd name="connsiteY0" fmla="*/ 0 h 114300"/>
                <a:gd name="connsiteX1" fmla="*/ 0 w 130970"/>
                <a:gd name="connsiteY1" fmla="*/ 21432 h 114300"/>
                <a:gd name="connsiteX2" fmla="*/ 42864 w 130970"/>
                <a:gd name="connsiteY2" fmla="*/ 54769 h 114300"/>
                <a:gd name="connsiteX3" fmla="*/ 73820 w 130970"/>
                <a:gd name="connsiteY3" fmla="*/ 92869 h 114300"/>
                <a:gd name="connsiteX4" fmla="*/ 90489 w 130970"/>
                <a:gd name="connsiteY4" fmla="*/ 114300 h 114300"/>
                <a:gd name="connsiteX5" fmla="*/ 130970 w 130970"/>
                <a:gd name="connsiteY5" fmla="*/ 76200 h 114300"/>
                <a:gd name="connsiteX6" fmla="*/ 130970 w 130970"/>
                <a:gd name="connsiteY6" fmla="*/ 47625 h 114300"/>
                <a:gd name="connsiteX7" fmla="*/ 95251 w 130970"/>
                <a:gd name="connsiteY7" fmla="*/ 0 h 114300"/>
                <a:gd name="connsiteX8" fmla="*/ 23814 w 130970"/>
                <a:gd name="connsiteY8"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970" h="114300">
                  <a:moveTo>
                    <a:pt x="23814" y="0"/>
                  </a:moveTo>
                  <a:lnTo>
                    <a:pt x="0" y="21432"/>
                  </a:lnTo>
                  <a:lnTo>
                    <a:pt x="42864" y="54769"/>
                  </a:lnTo>
                  <a:lnTo>
                    <a:pt x="73820" y="92869"/>
                  </a:lnTo>
                  <a:lnTo>
                    <a:pt x="90489" y="114300"/>
                  </a:lnTo>
                  <a:lnTo>
                    <a:pt x="130970" y="76200"/>
                  </a:lnTo>
                  <a:lnTo>
                    <a:pt x="130970" y="47625"/>
                  </a:lnTo>
                  <a:lnTo>
                    <a:pt x="95251" y="0"/>
                  </a:lnTo>
                  <a:lnTo>
                    <a:pt x="23814"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2" name="Freeform: Shape 41">
              <a:extLst>
                <a:ext uri="{FF2B5EF4-FFF2-40B4-BE49-F238E27FC236}">
                  <a16:creationId xmlns:a16="http://schemas.microsoft.com/office/drawing/2014/main" id="{A839BF41-7536-40A7-A7BB-9445C977319F}"/>
                </a:ext>
              </a:extLst>
            </p:cNvPr>
            <p:cNvSpPr/>
            <p:nvPr/>
          </p:nvSpPr>
          <p:spPr bwMode="auto">
            <a:xfrm>
              <a:off x="6562725" y="3950494"/>
              <a:ext cx="180975" cy="476250"/>
            </a:xfrm>
            <a:custGeom>
              <a:avLst/>
              <a:gdLst>
                <a:gd name="connsiteX0" fmla="*/ 145256 w 180975"/>
                <a:gd name="connsiteY0" fmla="*/ 95250 h 381000"/>
                <a:gd name="connsiteX1" fmla="*/ 142875 w 180975"/>
                <a:gd name="connsiteY1" fmla="*/ 23812 h 381000"/>
                <a:gd name="connsiteX2" fmla="*/ 126206 w 180975"/>
                <a:gd name="connsiteY2" fmla="*/ 0 h 381000"/>
                <a:gd name="connsiteX3" fmla="*/ 107156 w 180975"/>
                <a:gd name="connsiteY3" fmla="*/ 50006 h 381000"/>
                <a:gd name="connsiteX4" fmla="*/ 64294 w 180975"/>
                <a:gd name="connsiteY4" fmla="*/ 61912 h 381000"/>
                <a:gd name="connsiteX5" fmla="*/ 64294 w 180975"/>
                <a:gd name="connsiteY5" fmla="*/ 88106 h 381000"/>
                <a:gd name="connsiteX6" fmla="*/ 42863 w 180975"/>
                <a:gd name="connsiteY6" fmla="*/ 128587 h 381000"/>
                <a:gd name="connsiteX7" fmla="*/ 26194 w 180975"/>
                <a:gd name="connsiteY7" fmla="*/ 157162 h 381000"/>
                <a:gd name="connsiteX8" fmla="*/ 14288 w 180975"/>
                <a:gd name="connsiteY8" fmla="*/ 176212 h 381000"/>
                <a:gd name="connsiteX9" fmla="*/ 9525 w 180975"/>
                <a:gd name="connsiteY9" fmla="*/ 200025 h 381000"/>
                <a:gd name="connsiteX10" fmla="*/ 0 w 180975"/>
                <a:gd name="connsiteY10" fmla="*/ 223837 h 381000"/>
                <a:gd name="connsiteX11" fmla="*/ 30956 w 180975"/>
                <a:gd name="connsiteY11" fmla="*/ 247650 h 381000"/>
                <a:gd name="connsiteX12" fmla="*/ 54769 w 180975"/>
                <a:gd name="connsiteY12" fmla="*/ 292894 h 381000"/>
                <a:gd name="connsiteX13" fmla="*/ 54769 w 180975"/>
                <a:gd name="connsiteY13" fmla="*/ 342900 h 381000"/>
                <a:gd name="connsiteX14" fmla="*/ 76200 w 180975"/>
                <a:gd name="connsiteY14" fmla="*/ 357187 h 381000"/>
                <a:gd name="connsiteX15" fmla="*/ 80963 w 180975"/>
                <a:gd name="connsiteY15" fmla="*/ 333375 h 381000"/>
                <a:gd name="connsiteX16" fmla="*/ 95250 w 180975"/>
                <a:gd name="connsiteY16" fmla="*/ 333375 h 381000"/>
                <a:gd name="connsiteX17" fmla="*/ 121444 w 180975"/>
                <a:gd name="connsiteY17" fmla="*/ 321469 h 381000"/>
                <a:gd name="connsiteX18" fmla="*/ 138113 w 180975"/>
                <a:gd name="connsiteY18" fmla="*/ 333375 h 381000"/>
                <a:gd name="connsiteX19" fmla="*/ 138113 w 180975"/>
                <a:gd name="connsiteY19" fmla="*/ 381000 h 381000"/>
                <a:gd name="connsiteX20" fmla="*/ 152400 w 180975"/>
                <a:gd name="connsiteY20" fmla="*/ 323850 h 381000"/>
                <a:gd name="connsiteX21" fmla="*/ 138113 w 180975"/>
                <a:gd name="connsiteY21" fmla="*/ 295275 h 381000"/>
                <a:gd name="connsiteX22" fmla="*/ 130969 w 180975"/>
                <a:gd name="connsiteY22" fmla="*/ 257175 h 381000"/>
                <a:gd name="connsiteX23" fmla="*/ 147638 w 180975"/>
                <a:gd name="connsiteY23" fmla="*/ 247650 h 381000"/>
                <a:gd name="connsiteX24" fmla="*/ 176213 w 180975"/>
                <a:gd name="connsiteY24" fmla="*/ 240506 h 381000"/>
                <a:gd name="connsiteX25" fmla="*/ 180975 w 180975"/>
                <a:gd name="connsiteY25" fmla="*/ 223837 h 381000"/>
                <a:gd name="connsiteX26" fmla="*/ 180975 w 180975"/>
                <a:gd name="connsiteY26" fmla="*/ 190500 h 381000"/>
                <a:gd name="connsiteX27" fmla="*/ 176213 w 180975"/>
                <a:gd name="connsiteY27" fmla="*/ 171450 h 381000"/>
                <a:gd name="connsiteX28" fmla="*/ 145256 w 180975"/>
                <a:gd name="connsiteY28" fmla="*/ 95250 h 381000"/>
                <a:gd name="connsiteX0" fmla="*/ 145256 w 180975"/>
                <a:gd name="connsiteY0" fmla="*/ 95250 h 381000"/>
                <a:gd name="connsiteX1" fmla="*/ 142875 w 180975"/>
                <a:gd name="connsiteY1" fmla="*/ 23812 h 381000"/>
                <a:gd name="connsiteX2" fmla="*/ 126206 w 180975"/>
                <a:gd name="connsiteY2" fmla="*/ 0 h 381000"/>
                <a:gd name="connsiteX3" fmla="*/ 107156 w 180975"/>
                <a:gd name="connsiteY3" fmla="*/ 50006 h 381000"/>
                <a:gd name="connsiteX4" fmla="*/ 64294 w 180975"/>
                <a:gd name="connsiteY4" fmla="*/ 61912 h 381000"/>
                <a:gd name="connsiteX5" fmla="*/ 64294 w 180975"/>
                <a:gd name="connsiteY5" fmla="*/ 88106 h 381000"/>
                <a:gd name="connsiteX6" fmla="*/ 42863 w 180975"/>
                <a:gd name="connsiteY6" fmla="*/ 128587 h 381000"/>
                <a:gd name="connsiteX7" fmla="*/ 26194 w 180975"/>
                <a:gd name="connsiteY7" fmla="*/ 157162 h 381000"/>
                <a:gd name="connsiteX8" fmla="*/ 14288 w 180975"/>
                <a:gd name="connsiteY8" fmla="*/ 176212 h 381000"/>
                <a:gd name="connsiteX9" fmla="*/ 9525 w 180975"/>
                <a:gd name="connsiteY9" fmla="*/ 200025 h 381000"/>
                <a:gd name="connsiteX10" fmla="*/ 0 w 180975"/>
                <a:gd name="connsiteY10" fmla="*/ 223837 h 381000"/>
                <a:gd name="connsiteX11" fmla="*/ 30956 w 180975"/>
                <a:gd name="connsiteY11" fmla="*/ 247650 h 381000"/>
                <a:gd name="connsiteX12" fmla="*/ 54769 w 180975"/>
                <a:gd name="connsiteY12" fmla="*/ 292894 h 381000"/>
                <a:gd name="connsiteX13" fmla="*/ 54769 w 180975"/>
                <a:gd name="connsiteY13" fmla="*/ 342900 h 381000"/>
                <a:gd name="connsiteX14" fmla="*/ 76200 w 180975"/>
                <a:gd name="connsiteY14" fmla="*/ 357187 h 381000"/>
                <a:gd name="connsiteX15" fmla="*/ 80963 w 180975"/>
                <a:gd name="connsiteY15" fmla="*/ 333375 h 381000"/>
                <a:gd name="connsiteX16" fmla="*/ 95250 w 180975"/>
                <a:gd name="connsiteY16" fmla="*/ 333375 h 381000"/>
                <a:gd name="connsiteX17" fmla="*/ 121444 w 180975"/>
                <a:gd name="connsiteY17" fmla="*/ 321469 h 381000"/>
                <a:gd name="connsiteX18" fmla="*/ 138113 w 180975"/>
                <a:gd name="connsiteY18" fmla="*/ 333375 h 381000"/>
                <a:gd name="connsiteX19" fmla="*/ 138113 w 180975"/>
                <a:gd name="connsiteY19" fmla="*/ 381000 h 381000"/>
                <a:gd name="connsiteX20" fmla="*/ 152400 w 180975"/>
                <a:gd name="connsiteY20" fmla="*/ 323850 h 381000"/>
                <a:gd name="connsiteX21" fmla="*/ 138113 w 180975"/>
                <a:gd name="connsiteY21" fmla="*/ 295275 h 381000"/>
                <a:gd name="connsiteX22" fmla="*/ 130969 w 180975"/>
                <a:gd name="connsiteY22" fmla="*/ 257175 h 381000"/>
                <a:gd name="connsiteX23" fmla="*/ 147638 w 180975"/>
                <a:gd name="connsiteY23" fmla="*/ 247650 h 381000"/>
                <a:gd name="connsiteX24" fmla="*/ 176213 w 180975"/>
                <a:gd name="connsiteY24" fmla="*/ 240506 h 381000"/>
                <a:gd name="connsiteX25" fmla="*/ 180975 w 180975"/>
                <a:gd name="connsiteY25" fmla="*/ 223837 h 381000"/>
                <a:gd name="connsiteX26" fmla="*/ 180975 w 180975"/>
                <a:gd name="connsiteY26" fmla="*/ 190500 h 381000"/>
                <a:gd name="connsiteX27" fmla="*/ 176213 w 180975"/>
                <a:gd name="connsiteY27" fmla="*/ 171450 h 381000"/>
                <a:gd name="connsiteX28" fmla="*/ 154781 w 180975"/>
                <a:gd name="connsiteY28" fmla="*/ 135731 h 381000"/>
                <a:gd name="connsiteX29" fmla="*/ 145256 w 180975"/>
                <a:gd name="connsiteY29" fmla="*/ 95250 h 381000"/>
                <a:gd name="connsiteX0" fmla="*/ 145256 w 180975"/>
                <a:gd name="connsiteY0" fmla="*/ 95250 h 381000"/>
                <a:gd name="connsiteX1" fmla="*/ 142875 w 180975"/>
                <a:gd name="connsiteY1" fmla="*/ 23812 h 381000"/>
                <a:gd name="connsiteX2" fmla="*/ 126206 w 180975"/>
                <a:gd name="connsiteY2" fmla="*/ 0 h 381000"/>
                <a:gd name="connsiteX3" fmla="*/ 107156 w 180975"/>
                <a:gd name="connsiteY3" fmla="*/ 50006 h 381000"/>
                <a:gd name="connsiteX4" fmla="*/ 64294 w 180975"/>
                <a:gd name="connsiteY4" fmla="*/ 61912 h 381000"/>
                <a:gd name="connsiteX5" fmla="*/ 64294 w 180975"/>
                <a:gd name="connsiteY5" fmla="*/ 88106 h 381000"/>
                <a:gd name="connsiteX6" fmla="*/ 42863 w 180975"/>
                <a:gd name="connsiteY6" fmla="*/ 128587 h 381000"/>
                <a:gd name="connsiteX7" fmla="*/ 26194 w 180975"/>
                <a:gd name="connsiteY7" fmla="*/ 157162 h 381000"/>
                <a:gd name="connsiteX8" fmla="*/ 14288 w 180975"/>
                <a:gd name="connsiteY8" fmla="*/ 176212 h 381000"/>
                <a:gd name="connsiteX9" fmla="*/ 9525 w 180975"/>
                <a:gd name="connsiteY9" fmla="*/ 200025 h 381000"/>
                <a:gd name="connsiteX10" fmla="*/ 0 w 180975"/>
                <a:gd name="connsiteY10" fmla="*/ 223837 h 381000"/>
                <a:gd name="connsiteX11" fmla="*/ 30956 w 180975"/>
                <a:gd name="connsiteY11" fmla="*/ 247650 h 381000"/>
                <a:gd name="connsiteX12" fmla="*/ 54769 w 180975"/>
                <a:gd name="connsiteY12" fmla="*/ 292894 h 381000"/>
                <a:gd name="connsiteX13" fmla="*/ 54769 w 180975"/>
                <a:gd name="connsiteY13" fmla="*/ 342900 h 381000"/>
                <a:gd name="connsiteX14" fmla="*/ 76200 w 180975"/>
                <a:gd name="connsiteY14" fmla="*/ 357187 h 381000"/>
                <a:gd name="connsiteX15" fmla="*/ 80963 w 180975"/>
                <a:gd name="connsiteY15" fmla="*/ 333375 h 381000"/>
                <a:gd name="connsiteX16" fmla="*/ 95250 w 180975"/>
                <a:gd name="connsiteY16" fmla="*/ 333375 h 381000"/>
                <a:gd name="connsiteX17" fmla="*/ 121444 w 180975"/>
                <a:gd name="connsiteY17" fmla="*/ 321469 h 381000"/>
                <a:gd name="connsiteX18" fmla="*/ 138113 w 180975"/>
                <a:gd name="connsiteY18" fmla="*/ 333375 h 381000"/>
                <a:gd name="connsiteX19" fmla="*/ 138113 w 180975"/>
                <a:gd name="connsiteY19" fmla="*/ 381000 h 381000"/>
                <a:gd name="connsiteX20" fmla="*/ 152400 w 180975"/>
                <a:gd name="connsiteY20" fmla="*/ 323850 h 381000"/>
                <a:gd name="connsiteX21" fmla="*/ 138113 w 180975"/>
                <a:gd name="connsiteY21" fmla="*/ 295275 h 381000"/>
                <a:gd name="connsiteX22" fmla="*/ 130969 w 180975"/>
                <a:gd name="connsiteY22" fmla="*/ 257175 h 381000"/>
                <a:gd name="connsiteX23" fmla="*/ 147638 w 180975"/>
                <a:gd name="connsiteY23" fmla="*/ 247650 h 381000"/>
                <a:gd name="connsiteX24" fmla="*/ 176213 w 180975"/>
                <a:gd name="connsiteY24" fmla="*/ 240506 h 381000"/>
                <a:gd name="connsiteX25" fmla="*/ 180975 w 180975"/>
                <a:gd name="connsiteY25" fmla="*/ 223837 h 381000"/>
                <a:gd name="connsiteX26" fmla="*/ 180975 w 180975"/>
                <a:gd name="connsiteY26" fmla="*/ 190500 h 381000"/>
                <a:gd name="connsiteX27" fmla="*/ 176213 w 180975"/>
                <a:gd name="connsiteY27" fmla="*/ 171450 h 381000"/>
                <a:gd name="connsiteX28" fmla="*/ 142875 w 180975"/>
                <a:gd name="connsiteY28" fmla="*/ 135731 h 381000"/>
                <a:gd name="connsiteX29" fmla="*/ 145256 w 180975"/>
                <a:gd name="connsiteY29" fmla="*/ 95250 h 381000"/>
                <a:gd name="connsiteX0" fmla="*/ 145256 w 180975"/>
                <a:gd name="connsiteY0" fmla="*/ 95250 h 381000"/>
                <a:gd name="connsiteX1" fmla="*/ 142875 w 180975"/>
                <a:gd name="connsiteY1" fmla="*/ 23812 h 381000"/>
                <a:gd name="connsiteX2" fmla="*/ 126206 w 180975"/>
                <a:gd name="connsiteY2" fmla="*/ 0 h 381000"/>
                <a:gd name="connsiteX3" fmla="*/ 107156 w 180975"/>
                <a:gd name="connsiteY3" fmla="*/ 50006 h 381000"/>
                <a:gd name="connsiteX4" fmla="*/ 64294 w 180975"/>
                <a:gd name="connsiteY4" fmla="*/ 61912 h 381000"/>
                <a:gd name="connsiteX5" fmla="*/ 64294 w 180975"/>
                <a:gd name="connsiteY5" fmla="*/ 88106 h 381000"/>
                <a:gd name="connsiteX6" fmla="*/ 42863 w 180975"/>
                <a:gd name="connsiteY6" fmla="*/ 128587 h 381000"/>
                <a:gd name="connsiteX7" fmla="*/ 26194 w 180975"/>
                <a:gd name="connsiteY7" fmla="*/ 157162 h 381000"/>
                <a:gd name="connsiteX8" fmla="*/ 14288 w 180975"/>
                <a:gd name="connsiteY8" fmla="*/ 176212 h 381000"/>
                <a:gd name="connsiteX9" fmla="*/ 9525 w 180975"/>
                <a:gd name="connsiteY9" fmla="*/ 200025 h 381000"/>
                <a:gd name="connsiteX10" fmla="*/ 0 w 180975"/>
                <a:gd name="connsiteY10" fmla="*/ 223837 h 381000"/>
                <a:gd name="connsiteX11" fmla="*/ 30956 w 180975"/>
                <a:gd name="connsiteY11" fmla="*/ 247650 h 381000"/>
                <a:gd name="connsiteX12" fmla="*/ 54769 w 180975"/>
                <a:gd name="connsiteY12" fmla="*/ 292894 h 381000"/>
                <a:gd name="connsiteX13" fmla="*/ 54769 w 180975"/>
                <a:gd name="connsiteY13" fmla="*/ 342900 h 381000"/>
                <a:gd name="connsiteX14" fmla="*/ 76200 w 180975"/>
                <a:gd name="connsiteY14" fmla="*/ 357187 h 381000"/>
                <a:gd name="connsiteX15" fmla="*/ 80963 w 180975"/>
                <a:gd name="connsiteY15" fmla="*/ 333375 h 381000"/>
                <a:gd name="connsiteX16" fmla="*/ 95250 w 180975"/>
                <a:gd name="connsiteY16" fmla="*/ 333375 h 381000"/>
                <a:gd name="connsiteX17" fmla="*/ 121444 w 180975"/>
                <a:gd name="connsiteY17" fmla="*/ 321469 h 381000"/>
                <a:gd name="connsiteX18" fmla="*/ 138113 w 180975"/>
                <a:gd name="connsiteY18" fmla="*/ 333375 h 381000"/>
                <a:gd name="connsiteX19" fmla="*/ 138113 w 180975"/>
                <a:gd name="connsiteY19" fmla="*/ 381000 h 381000"/>
                <a:gd name="connsiteX20" fmla="*/ 152400 w 180975"/>
                <a:gd name="connsiteY20" fmla="*/ 323850 h 381000"/>
                <a:gd name="connsiteX21" fmla="*/ 138113 w 180975"/>
                <a:gd name="connsiteY21" fmla="*/ 295275 h 381000"/>
                <a:gd name="connsiteX22" fmla="*/ 130969 w 180975"/>
                <a:gd name="connsiteY22" fmla="*/ 257175 h 381000"/>
                <a:gd name="connsiteX23" fmla="*/ 147638 w 180975"/>
                <a:gd name="connsiteY23" fmla="*/ 247650 h 381000"/>
                <a:gd name="connsiteX24" fmla="*/ 176213 w 180975"/>
                <a:gd name="connsiteY24" fmla="*/ 240506 h 381000"/>
                <a:gd name="connsiteX25" fmla="*/ 180975 w 180975"/>
                <a:gd name="connsiteY25" fmla="*/ 223837 h 381000"/>
                <a:gd name="connsiteX26" fmla="*/ 180975 w 180975"/>
                <a:gd name="connsiteY26" fmla="*/ 190500 h 381000"/>
                <a:gd name="connsiteX27" fmla="*/ 176213 w 180975"/>
                <a:gd name="connsiteY27" fmla="*/ 171450 h 381000"/>
                <a:gd name="connsiteX28" fmla="*/ 142875 w 180975"/>
                <a:gd name="connsiteY28" fmla="*/ 135731 h 381000"/>
                <a:gd name="connsiteX29" fmla="*/ 145256 w 180975"/>
                <a:gd name="connsiteY29" fmla="*/ 95250 h 381000"/>
                <a:gd name="connsiteX0" fmla="*/ 145256 w 180975"/>
                <a:gd name="connsiteY0" fmla="*/ 95250 h 457200"/>
                <a:gd name="connsiteX1" fmla="*/ 142875 w 180975"/>
                <a:gd name="connsiteY1" fmla="*/ 23812 h 457200"/>
                <a:gd name="connsiteX2" fmla="*/ 126206 w 180975"/>
                <a:gd name="connsiteY2" fmla="*/ 0 h 457200"/>
                <a:gd name="connsiteX3" fmla="*/ 107156 w 180975"/>
                <a:gd name="connsiteY3" fmla="*/ 50006 h 457200"/>
                <a:gd name="connsiteX4" fmla="*/ 64294 w 180975"/>
                <a:gd name="connsiteY4" fmla="*/ 61912 h 457200"/>
                <a:gd name="connsiteX5" fmla="*/ 64294 w 180975"/>
                <a:gd name="connsiteY5" fmla="*/ 88106 h 457200"/>
                <a:gd name="connsiteX6" fmla="*/ 42863 w 180975"/>
                <a:gd name="connsiteY6" fmla="*/ 128587 h 457200"/>
                <a:gd name="connsiteX7" fmla="*/ 26194 w 180975"/>
                <a:gd name="connsiteY7" fmla="*/ 157162 h 457200"/>
                <a:gd name="connsiteX8" fmla="*/ 14288 w 180975"/>
                <a:gd name="connsiteY8" fmla="*/ 176212 h 457200"/>
                <a:gd name="connsiteX9" fmla="*/ 9525 w 180975"/>
                <a:gd name="connsiteY9" fmla="*/ 200025 h 457200"/>
                <a:gd name="connsiteX10" fmla="*/ 0 w 180975"/>
                <a:gd name="connsiteY10" fmla="*/ 223837 h 457200"/>
                <a:gd name="connsiteX11" fmla="*/ 30956 w 180975"/>
                <a:gd name="connsiteY11" fmla="*/ 247650 h 457200"/>
                <a:gd name="connsiteX12" fmla="*/ 54769 w 180975"/>
                <a:gd name="connsiteY12" fmla="*/ 292894 h 457200"/>
                <a:gd name="connsiteX13" fmla="*/ 54769 w 180975"/>
                <a:gd name="connsiteY13" fmla="*/ 342900 h 457200"/>
                <a:gd name="connsiteX14" fmla="*/ 76200 w 180975"/>
                <a:gd name="connsiteY14" fmla="*/ 357187 h 457200"/>
                <a:gd name="connsiteX15" fmla="*/ 80963 w 180975"/>
                <a:gd name="connsiteY15" fmla="*/ 333375 h 457200"/>
                <a:gd name="connsiteX16" fmla="*/ 95250 w 180975"/>
                <a:gd name="connsiteY16" fmla="*/ 333375 h 457200"/>
                <a:gd name="connsiteX17" fmla="*/ 121444 w 180975"/>
                <a:gd name="connsiteY17" fmla="*/ 321469 h 457200"/>
                <a:gd name="connsiteX18" fmla="*/ 138113 w 180975"/>
                <a:gd name="connsiteY18" fmla="*/ 333375 h 457200"/>
                <a:gd name="connsiteX19" fmla="*/ 169069 w 180975"/>
                <a:gd name="connsiteY19" fmla="*/ 457200 h 457200"/>
                <a:gd name="connsiteX20" fmla="*/ 152400 w 180975"/>
                <a:gd name="connsiteY20" fmla="*/ 323850 h 457200"/>
                <a:gd name="connsiteX21" fmla="*/ 138113 w 180975"/>
                <a:gd name="connsiteY21" fmla="*/ 295275 h 457200"/>
                <a:gd name="connsiteX22" fmla="*/ 130969 w 180975"/>
                <a:gd name="connsiteY22" fmla="*/ 257175 h 457200"/>
                <a:gd name="connsiteX23" fmla="*/ 147638 w 180975"/>
                <a:gd name="connsiteY23" fmla="*/ 247650 h 457200"/>
                <a:gd name="connsiteX24" fmla="*/ 176213 w 180975"/>
                <a:gd name="connsiteY24" fmla="*/ 240506 h 457200"/>
                <a:gd name="connsiteX25" fmla="*/ 180975 w 180975"/>
                <a:gd name="connsiteY25" fmla="*/ 223837 h 457200"/>
                <a:gd name="connsiteX26" fmla="*/ 180975 w 180975"/>
                <a:gd name="connsiteY26" fmla="*/ 190500 h 457200"/>
                <a:gd name="connsiteX27" fmla="*/ 176213 w 180975"/>
                <a:gd name="connsiteY27" fmla="*/ 171450 h 457200"/>
                <a:gd name="connsiteX28" fmla="*/ 142875 w 180975"/>
                <a:gd name="connsiteY28" fmla="*/ 135731 h 457200"/>
                <a:gd name="connsiteX29" fmla="*/ 145256 w 180975"/>
                <a:gd name="connsiteY29" fmla="*/ 95250 h 457200"/>
                <a:gd name="connsiteX0" fmla="*/ 145256 w 180975"/>
                <a:gd name="connsiteY0" fmla="*/ 95250 h 457200"/>
                <a:gd name="connsiteX1" fmla="*/ 142875 w 180975"/>
                <a:gd name="connsiteY1" fmla="*/ 23812 h 457200"/>
                <a:gd name="connsiteX2" fmla="*/ 126206 w 180975"/>
                <a:gd name="connsiteY2" fmla="*/ 0 h 457200"/>
                <a:gd name="connsiteX3" fmla="*/ 107156 w 180975"/>
                <a:gd name="connsiteY3" fmla="*/ 50006 h 457200"/>
                <a:gd name="connsiteX4" fmla="*/ 64294 w 180975"/>
                <a:gd name="connsiteY4" fmla="*/ 61912 h 457200"/>
                <a:gd name="connsiteX5" fmla="*/ 64294 w 180975"/>
                <a:gd name="connsiteY5" fmla="*/ 88106 h 457200"/>
                <a:gd name="connsiteX6" fmla="*/ 42863 w 180975"/>
                <a:gd name="connsiteY6" fmla="*/ 128587 h 457200"/>
                <a:gd name="connsiteX7" fmla="*/ 26194 w 180975"/>
                <a:gd name="connsiteY7" fmla="*/ 157162 h 457200"/>
                <a:gd name="connsiteX8" fmla="*/ 14288 w 180975"/>
                <a:gd name="connsiteY8" fmla="*/ 176212 h 457200"/>
                <a:gd name="connsiteX9" fmla="*/ 9525 w 180975"/>
                <a:gd name="connsiteY9" fmla="*/ 200025 h 457200"/>
                <a:gd name="connsiteX10" fmla="*/ 0 w 180975"/>
                <a:gd name="connsiteY10" fmla="*/ 223837 h 457200"/>
                <a:gd name="connsiteX11" fmla="*/ 30956 w 180975"/>
                <a:gd name="connsiteY11" fmla="*/ 247650 h 457200"/>
                <a:gd name="connsiteX12" fmla="*/ 54769 w 180975"/>
                <a:gd name="connsiteY12" fmla="*/ 292894 h 457200"/>
                <a:gd name="connsiteX13" fmla="*/ 54769 w 180975"/>
                <a:gd name="connsiteY13" fmla="*/ 342900 h 457200"/>
                <a:gd name="connsiteX14" fmla="*/ 76200 w 180975"/>
                <a:gd name="connsiteY14" fmla="*/ 357187 h 457200"/>
                <a:gd name="connsiteX15" fmla="*/ 80963 w 180975"/>
                <a:gd name="connsiteY15" fmla="*/ 333375 h 457200"/>
                <a:gd name="connsiteX16" fmla="*/ 95250 w 180975"/>
                <a:gd name="connsiteY16" fmla="*/ 333375 h 457200"/>
                <a:gd name="connsiteX17" fmla="*/ 121444 w 180975"/>
                <a:gd name="connsiteY17" fmla="*/ 321469 h 457200"/>
                <a:gd name="connsiteX18" fmla="*/ 138113 w 180975"/>
                <a:gd name="connsiteY18" fmla="*/ 333375 h 457200"/>
                <a:gd name="connsiteX19" fmla="*/ 169069 w 180975"/>
                <a:gd name="connsiteY19" fmla="*/ 457200 h 457200"/>
                <a:gd name="connsiteX20" fmla="*/ 130968 w 180975"/>
                <a:gd name="connsiteY20" fmla="*/ 340519 h 457200"/>
                <a:gd name="connsiteX21" fmla="*/ 138113 w 180975"/>
                <a:gd name="connsiteY21" fmla="*/ 295275 h 457200"/>
                <a:gd name="connsiteX22" fmla="*/ 130969 w 180975"/>
                <a:gd name="connsiteY22" fmla="*/ 257175 h 457200"/>
                <a:gd name="connsiteX23" fmla="*/ 147638 w 180975"/>
                <a:gd name="connsiteY23" fmla="*/ 247650 h 457200"/>
                <a:gd name="connsiteX24" fmla="*/ 176213 w 180975"/>
                <a:gd name="connsiteY24" fmla="*/ 240506 h 457200"/>
                <a:gd name="connsiteX25" fmla="*/ 180975 w 180975"/>
                <a:gd name="connsiteY25" fmla="*/ 223837 h 457200"/>
                <a:gd name="connsiteX26" fmla="*/ 180975 w 180975"/>
                <a:gd name="connsiteY26" fmla="*/ 190500 h 457200"/>
                <a:gd name="connsiteX27" fmla="*/ 176213 w 180975"/>
                <a:gd name="connsiteY27" fmla="*/ 171450 h 457200"/>
                <a:gd name="connsiteX28" fmla="*/ 142875 w 180975"/>
                <a:gd name="connsiteY28" fmla="*/ 135731 h 457200"/>
                <a:gd name="connsiteX29" fmla="*/ 145256 w 180975"/>
                <a:gd name="connsiteY29" fmla="*/ 95250 h 457200"/>
                <a:gd name="connsiteX0" fmla="*/ 145256 w 180975"/>
                <a:gd name="connsiteY0" fmla="*/ 95250 h 457200"/>
                <a:gd name="connsiteX1" fmla="*/ 142875 w 180975"/>
                <a:gd name="connsiteY1" fmla="*/ 23812 h 457200"/>
                <a:gd name="connsiteX2" fmla="*/ 126206 w 180975"/>
                <a:gd name="connsiteY2" fmla="*/ 0 h 457200"/>
                <a:gd name="connsiteX3" fmla="*/ 107156 w 180975"/>
                <a:gd name="connsiteY3" fmla="*/ 50006 h 457200"/>
                <a:gd name="connsiteX4" fmla="*/ 64294 w 180975"/>
                <a:gd name="connsiteY4" fmla="*/ 61912 h 457200"/>
                <a:gd name="connsiteX5" fmla="*/ 64294 w 180975"/>
                <a:gd name="connsiteY5" fmla="*/ 88106 h 457200"/>
                <a:gd name="connsiteX6" fmla="*/ 42863 w 180975"/>
                <a:gd name="connsiteY6" fmla="*/ 128587 h 457200"/>
                <a:gd name="connsiteX7" fmla="*/ 26194 w 180975"/>
                <a:gd name="connsiteY7" fmla="*/ 157162 h 457200"/>
                <a:gd name="connsiteX8" fmla="*/ 14288 w 180975"/>
                <a:gd name="connsiteY8" fmla="*/ 176212 h 457200"/>
                <a:gd name="connsiteX9" fmla="*/ 9525 w 180975"/>
                <a:gd name="connsiteY9" fmla="*/ 200025 h 457200"/>
                <a:gd name="connsiteX10" fmla="*/ 0 w 180975"/>
                <a:gd name="connsiteY10" fmla="*/ 223837 h 457200"/>
                <a:gd name="connsiteX11" fmla="*/ 30956 w 180975"/>
                <a:gd name="connsiteY11" fmla="*/ 247650 h 457200"/>
                <a:gd name="connsiteX12" fmla="*/ 54769 w 180975"/>
                <a:gd name="connsiteY12" fmla="*/ 292894 h 457200"/>
                <a:gd name="connsiteX13" fmla="*/ 54769 w 180975"/>
                <a:gd name="connsiteY13" fmla="*/ 342900 h 457200"/>
                <a:gd name="connsiteX14" fmla="*/ 76200 w 180975"/>
                <a:gd name="connsiteY14" fmla="*/ 357187 h 457200"/>
                <a:gd name="connsiteX15" fmla="*/ 80963 w 180975"/>
                <a:gd name="connsiteY15" fmla="*/ 333375 h 457200"/>
                <a:gd name="connsiteX16" fmla="*/ 95250 w 180975"/>
                <a:gd name="connsiteY16" fmla="*/ 333375 h 457200"/>
                <a:gd name="connsiteX17" fmla="*/ 121444 w 180975"/>
                <a:gd name="connsiteY17" fmla="*/ 321469 h 457200"/>
                <a:gd name="connsiteX18" fmla="*/ 138113 w 180975"/>
                <a:gd name="connsiteY18" fmla="*/ 333375 h 457200"/>
                <a:gd name="connsiteX19" fmla="*/ 169069 w 180975"/>
                <a:gd name="connsiteY19" fmla="*/ 457200 h 457200"/>
                <a:gd name="connsiteX20" fmla="*/ 142874 w 180975"/>
                <a:gd name="connsiteY20" fmla="*/ 345281 h 457200"/>
                <a:gd name="connsiteX21" fmla="*/ 138113 w 180975"/>
                <a:gd name="connsiteY21" fmla="*/ 295275 h 457200"/>
                <a:gd name="connsiteX22" fmla="*/ 130969 w 180975"/>
                <a:gd name="connsiteY22" fmla="*/ 257175 h 457200"/>
                <a:gd name="connsiteX23" fmla="*/ 147638 w 180975"/>
                <a:gd name="connsiteY23" fmla="*/ 247650 h 457200"/>
                <a:gd name="connsiteX24" fmla="*/ 176213 w 180975"/>
                <a:gd name="connsiteY24" fmla="*/ 240506 h 457200"/>
                <a:gd name="connsiteX25" fmla="*/ 180975 w 180975"/>
                <a:gd name="connsiteY25" fmla="*/ 223837 h 457200"/>
                <a:gd name="connsiteX26" fmla="*/ 180975 w 180975"/>
                <a:gd name="connsiteY26" fmla="*/ 190500 h 457200"/>
                <a:gd name="connsiteX27" fmla="*/ 176213 w 180975"/>
                <a:gd name="connsiteY27" fmla="*/ 171450 h 457200"/>
                <a:gd name="connsiteX28" fmla="*/ 142875 w 180975"/>
                <a:gd name="connsiteY28" fmla="*/ 135731 h 457200"/>
                <a:gd name="connsiteX29" fmla="*/ 145256 w 180975"/>
                <a:gd name="connsiteY29" fmla="*/ 95250 h 457200"/>
                <a:gd name="connsiteX0" fmla="*/ 145256 w 180975"/>
                <a:gd name="connsiteY0" fmla="*/ 95250 h 457200"/>
                <a:gd name="connsiteX1" fmla="*/ 142875 w 180975"/>
                <a:gd name="connsiteY1" fmla="*/ 23812 h 457200"/>
                <a:gd name="connsiteX2" fmla="*/ 126206 w 180975"/>
                <a:gd name="connsiteY2" fmla="*/ 0 h 457200"/>
                <a:gd name="connsiteX3" fmla="*/ 107156 w 180975"/>
                <a:gd name="connsiteY3" fmla="*/ 50006 h 457200"/>
                <a:gd name="connsiteX4" fmla="*/ 64294 w 180975"/>
                <a:gd name="connsiteY4" fmla="*/ 61912 h 457200"/>
                <a:gd name="connsiteX5" fmla="*/ 64294 w 180975"/>
                <a:gd name="connsiteY5" fmla="*/ 88106 h 457200"/>
                <a:gd name="connsiteX6" fmla="*/ 42863 w 180975"/>
                <a:gd name="connsiteY6" fmla="*/ 128587 h 457200"/>
                <a:gd name="connsiteX7" fmla="*/ 26194 w 180975"/>
                <a:gd name="connsiteY7" fmla="*/ 157162 h 457200"/>
                <a:gd name="connsiteX8" fmla="*/ 14288 w 180975"/>
                <a:gd name="connsiteY8" fmla="*/ 176212 h 457200"/>
                <a:gd name="connsiteX9" fmla="*/ 9525 w 180975"/>
                <a:gd name="connsiteY9" fmla="*/ 200025 h 457200"/>
                <a:gd name="connsiteX10" fmla="*/ 0 w 180975"/>
                <a:gd name="connsiteY10" fmla="*/ 223837 h 457200"/>
                <a:gd name="connsiteX11" fmla="*/ 30956 w 180975"/>
                <a:gd name="connsiteY11" fmla="*/ 247650 h 457200"/>
                <a:gd name="connsiteX12" fmla="*/ 54769 w 180975"/>
                <a:gd name="connsiteY12" fmla="*/ 292894 h 457200"/>
                <a:gd name="connsiteX13" fmla="*/ 54769 w 180975"/>
                <a:gd name="connsiteY13" fmla="*/ 342900 h 457200"/>
                <a:gd name="connsiteX14" fmla="*/ 76200 w 180975"/>
                <a:gd name="connsiteY14" fmla="*/ 357187 h 457200"/>
                <a:gd name="connsiteX15" fmla="*/ 80963 w 180975"/>
                <a:gd name="connsiteY15" fmla="*/ 333375 h 457200"/>
                <a:gd name="connsiteX16" fmla="*/ 95250 w 180975"/>
                <a:gd name="connsiteY16" fmla="*/ 333375 h 457200"/>
                <a:gd name="connsiteX17" fmla="*/ 121444 w 180975"/>
                <a:gd name="connsiteY17" fmla="*/ 321469 h 457200"/>
                <a:gd name="connsiteX18" fmla="*/ 154781 w 180975"/>
                <a:gd name="connsiteY18" fmla="*/ 330994 h 457200"/>
                <a:gd name="connsiteX19" fmla="*/ 169069 w 180975"/>
                <a:gd name="connsiteY19" fmla="*/ 457200 h 457200"/>
                <a:gd name="connsiteX20" fmla="*/ 142874 w 180975"/>
                <a:gd name="connsiteY20" fmla="*/ 345281 h 457200"/>
                <a:gd name="connsiteX21" fmla="*/ 138113 w 180975"/>
                <a:gd name="connsiteY21" fmla="*/ 295275 h 457200"/>
                <a:gd name="connsiteX22" fmla="*/ 130969 w 180975"/>
                <a:gd name="connsiteY22" fmla="*/ 257175 h 457200"/>
                <a:gd name="connsiteX23" fmla="*/ 147638 w 180975"/>
                <a:gd name="connsiteY23" fmla="*/ 247650 h 457200"/>
                <a:gd name="connsiteX24" fmla="*/ 176213 w 180975"/>
                <a:gd name="connsiteY24" fmla="*/ 240506 h 457200"/>
                <a:gd name="connsiteX25" fmla="*/ 180975 w 180975"/>
                <a:gd name="connsiteY25" fmla="*/ 223837 h 457200"/>
                <a:gd name="connsiteX26" fmla="*/ 180975 w 180975"/>
                <a:gd name="connsiteY26" fmla="*/ 190500 h 457200"/>
                <a:gd name="connsiteX27" fmla="*/ 176213 w 180975"/>
                <a:gd name="connsiteY27" fmla="*/ 171450 h 457200"/>
                <a:gd name="connsiteX28" fmla="*/ 142875 w 180975"/>
                <a:gd name="connsiteY28" fmla="*/ 135731 h 457200"/>
                <a:gd name="connsiteX29" fmla="*/ 145256 w 180975"/>
                <a:gd name="connsiteY29" fmla="*/ 95250 h 457200"/>
                <a:gd name="connsiteX0" fmla="*/ 145256 w 180975"/>
                <a:gd name="connsiteY0" fmla="*/ 95250 h 457200"/>
                <a:gd name="connsiteX1" fmla="*/ 142875 w 180975"/>
                <a:gd name="connsiteY1" fmla="*/ 23812 h 457200"/>
                <a:gd name="connsiteX2" fmla="*/ 126206 w 180975"/>
                <a:gd name="connsiteY2" fmla="*/ 0 h 457200"/>
                <a:gd name="connsiteX3" fmla="*/ 107156 w 180975"/>
                <a:gd name="connsiteY3" fmla="*/ 50006 h 457200"/>
                <a:gd name="connsiteX4" fmla="*/ 64294 w 180975"/>
                <a:gd name="connsiteY4" fmla="*/ 61912 h 457200"/>
                <a:gd name="connsiteX5" fmla="*/ 64294 w 180975"/>
                <a:gd name="connsiteY5" fmla="*/ 88106 h 457200"/>
                <a:gd name="connsiteX6" fmla="*/ 42863 w 180975"/>
                <a:gd name="connsiteY6" fmla="*/ 128587 h 457200"/>
                <a:gd name="connsiteX7" fmla="*/ 26194 w 180975"/>
                <a:gd name="connsiteY7" fmla="*/ 157162 h 457200"/>
                <a:gd name="connsiteX8" fmla="*/ 14288 w 180975"/>
                <a:gd name="connsiteY8" fmla="*/ 176212 h 457200"/>
                <a:gd name="connsiteX9" fmla="*/ 9525 w 180975"/>
                <a:gd name="connsiteY9" fmla="*/ 200025 h 457200"/>
                <a:gd name="connsiteX10" fmla="*/ 0 w 180975"/>
                <a:gd name="connsiteY10" fmla="*/ 223837 h 457200"/>
                <a:gd name="connsiteX11" fmla="*/ 30956 w 180975"/>
                <a:gd name="connsiteY11" fmla="*/ 247650 h 457200"/>
                <a:gd name="connsiteX12" fmla="*/ 54769 w 180975"/>
                <a:gd name="connsiteY12" fmla="*/ 292894 h 457200"/>
                <a:gd name="connsiteX13" fmla="*/ 54769 w 180975"/>
                <a:gd name="connsiteY13" fmla="*/ 342900 h 457200"/>
                <a:gd name="connsiteX14" fmla="*/ 76200 w 180975"/>
                <a:gd name="connsiteY14" fmla="*/ 357187 h 457200"/>
                <a:gd name="connsiteX15" fmla="*/ 80963 w 180975"/>
                <a:gd name="connsiteY15" fmla="*/ 333375 h 457200"/>
                <a:gd name="connsiteX16" fmla="*/ 95250 w 180975"/>
                <a:gd name="connsiteY16" fmla="*/ 333375 h 457200"/>
                <a:gd name="connsiteX17" fmla="*/ 121444 w 180975"/>
                <a:gd name="connsiteY17" fmla="*/ 321469 h 457200"/>
                <a:gd name="connsiteX18" fmla="*/ 154781 w 180975"/>
                <a:gd name="connsiteY18" fmla="*/ 330994 h 457200"/>
                <a:gd name="connsiteX19" fmla="*/ 169069 w 180975"/>
                <a:gd name="connsiteY19" fmla="*/ 457200 h 457200"/>
                <a:gd name="connsiteX20" fmla="*/ 130967 w 180975"/>
                <a:gd name="connsiteY20" fmla="*/ 357188 h 457200"/>
                <a:gd name="connsiteX21" fmla="*/ 138113 w 180975"/>
                <a:gd name="connsiteY21" fmla="*/ 295275 h 457200"/>
                <a:gd name="connsiteX22" fmla="*/ 130969 w 180975"/>
                <a:gd name="connsiteY22" fmla="*/ 257175 h 457200"/>
                <a:gd name="connsiteX23" fmla="*/ 147638 w 180975"/>
                <a:gd name="connsiteY23" fmla="*/ 247650 h 457200"/>
                <a:gd name="connsiteX24" fmla="*/ 176213 w 180975"/>
                <a:gd name="connsiteY24" fmla="*/ 240506 h 457200"/>
                <a:gd name="connsiteX25" fmla="*/ 180975 w 180975"/>
                <a:gd name="connsiteY25" fmla="*/ 223837 h 457200"/>
                <a:gd name="connsiteX26" fmla="*/ 180975 w 180975"/>
                <a:gd name="connsiteY26" fmla="*/ 190500 h 457200"/>
                <a:gd name="connsiteX27" fmla="*/ 176213 w 180975"/>
                <a:gd name="connsiteY27" fmla="*/ 171450 h 457200"/>
                <a:gd name="connsiteX28" fmla="*/ 142875 w 180975"/>
                <a:gd name="connsiteY28" fmla="*/ 135731 h 457200"/>
                <a:gd name="connsiteX29" fmla="*/ 145256 w 180975"/>
                <a:gd name="connsiteY29" fmla="*/ 95250 h 457200"/>
                <a:gd name="connsiteX0" fmla="*/ 145256 w 192880"/>
                <a:gd name="connsiteY0" fmla="*/ 95250 h 457200"/>
                <a:gd name="connsiteX1" fmla="*/ 142875 w 192880"/>
                <a:gd name="connsiteY1" fmla="*/ 23812 h 457200"/>
                <a:gd name="connsiteX2" fmla="*/ 126206 w 192880"/>
                <a:gd name="connsiteY2" fmla="*/ 0 h 457200"/>
                <a:gd name="connsiteX3" fmla="*/ 107156 w 192880"/>
                <a:gd name="connsiteY3" fmla="*/ 50006 h 457200"/>
                <a:gd name="connsiteX4" fmla="*/ 64294 w 192880"/>
                <a:gd name="connsiteY4" fmla="*/ 61912 h 457200"/>
                <a:gd name="connsiteX5" fmla="*/ 64294 w 192880"/>
                <a:gd name="connsiteY5" fmla="*/ 88106 h 457200"/>
                <a:gd name="connsiteX6" fmla="*/ 42863 w 192880"/>
                <a:gd name="connsiteY6" fmla="*/ 128587 h 457200"/>
                <a:gd name="connsiteX7" fmla="*/ 26194 w 192880"/>
                <a:gd name="connsiteY7" fmla="*/ 157162 h 457200"/>
                <a:gd name="connsiteX8" fmla="*/ 14288 w 192880"/>
                <a:gd name="connsiteY8" fmla="*/ 176212 h 457200"/>
                <a:gd name="connsiteX9" fmla="*/ 9525 w 192880"/>
                <a:gd name="connsiteY9" fmla="*/ 200025 h 457200"/>
                <a:gd name="connsiteX10" fmla="*/ 0 w 192880"/>
                <a:gd name="connsiteY10" fmla="*/ 223837 h 457200"/>
                <a:gd name="connsiteX11" fmla="*/ 30956 w 192880"/>
                <a:gd name="connsiteY11" fmla="*/ 247650 h 457200"/>
                <a:gd name="connsiteX12" fmla="*/ 54769 w 192880"/>
                <a:gd name="connsiteY12" fmla="*/ 292894 h 457200"/>
                <a:gd name="connsiteX13" fmla="*/ 54769 w 192880"/>
                <a:gd name="connsiteY13" fmla="*/ 342900 h 457200"/>
                <a:gd name="connsiteX14" fmla="*/ 76200 w 192880"/>
                <a:gd name="connsiteY14" fmla="*/ 357187 h 457200"/>
                <a:gd name="connsiteX15" fmla="*/ 80963 w 192880"/>
                <a:gd name="connsiteY15" fmla="*/ 333375 h 457200"/>
                <a:gd name="connsiteX16" fmla="*/ 95250 w 192880"/>
                <a:gd name="connsiteY16" fmla="*/ 333375 h 457200"/>
                <a:gd name="connsiteX17" fmla="*/ 121444 w 192880"/>
                <a:gd name="connsiteY17" fmla="*/ 321469 h 457200"/>
                <a:gd name="connsiteX18" fmla="*/ 154781 w 192880"/>
                <a:gd name="connsiteY18" fmla="*/ 330994 h 457200"/>
                <a:gd name="connsiteX19" fmla="*/ 169069 w 192880"/>
                <a:gd name="connsiteY19" fmla="*/ 457200 h 457200"/>
                <a:gd name="connsiteX20" fmla="*/ 192880 w 192880"/>
                <a:gd name="connsiteY20" fmla="*/ 347663 h 457200"/>
                <a:gd name="connsiteX21" fmla="*/ 138113 w 192880"/>
                <a:gd name="connsiteY21" fmla="*/ 295275 h 457200"/>
                <a:gd name="connsiteX22" fmla="*/ 130969 w 192880"/>
                <a:gd name="connsiteY22" fmla="*/ 257175 h 457200"/>
                <a:gd name="connsiteX23" fmla="*/ 147638 w 192880"/>
                <a:gd name="connsiteY23" fmla="*/ 247650 h 457200"/>
                <a:gd name="connsiteX24" fmla="*/ 176213 w 192880"/>
                <a:gd name="connsiteY24" fmla="*/ 240506 h 457200"/>
                <a:gd name="connsiteX25" fmla="*/ 180975 w 192880"/>
                <a:gd name="connsiteY25" fmla="*/ 223837 h 457200"/>
                <a:gd name="connsiteX26" fmla="*/ 180975 w 192880"/>
                <a:gd name="connsiteY26" fmla="*/ 190500 h 457200"/>
                <a:gd name="connsiteX27" fmla="*/ 176213 w 192880"/>
                <a:gd name="connsiteY27" fmla="*/ 171450 h 457200"/>
                <a:gd name="connsiteX28" fmla="*/ 142875 w 192880"/>
                <a:gd name="connsiteY28" fmla="*/ 135731 h 457200"/>
                <a:gd name="connsiteX29" fmla="*/ 145256 w 192880"/>
                <a:gd name="connsiteY29" fmla="*/ 95250 h 457200"/>
                <a:gd name="connsiteX0" fmla="*/ 145256 w 192880"/>
                <a:gd name="connsiteY0" fmla="*/ 95250 h 457200"/>
                <a:gd name="connsiteX1" fmla="*/ 142875 w 192880"/>
                <a:gd name="connsiteY1" fmla="*/ 23812 h 457200"/>
                <a:gd name="connsiteX2" fmla="*/ 126206 w 192880"/>
                <a:gd name="connsiteY2" fmla="*/ 0 h 457200"/>
                <a:gd name="connsiteX3" fmla="*/ 107156 w 192880"/>
                <a:gd name="connsiteY3" fmla="*/ 50006 h 457200"/>
                <a:gd name="connsiteX4" fmla="*/ 64294 w 192880"/>
                <a:gd name="connsiteY4" fmla="*/ 61912 h 457200"/>
                <a:gd name="connsiteX5" fmla="*/ 64294 w 192880"/>
                <a:gd name="connsiteY5" fmla="*/ 88106 h 457200"/>
                <a:gd name="connsiteX6" fmla="*/ 42863 w 192880"/>
                <a:gd name="connsiteY6" fmla="*/ 128587 h 457200"/>
                <a:gd name="connsiteX7" fmla="*/ 26194 w 192880"/>
                <a:gd name="connsiteY7" fmla="*/ 157162 h 457200"/>
                <a:gd name="connsiteX8" fmla="*/ 14288 w 192880"/>
                <a:gd name="connsiteY8" fmla="*/ 176212 h 457200"/>
                <a:gd name="connsiteX9" fmla="*/ 9525 w 192880"/>
                <a:gd name="connsiteY9" fmla="*/ 200025 h 457200"/>
                <a:gd name="connsiteX10" fmla="*/ 0 w 192880"/>
                <a:gd name="connsiteY10" fmla="*/ 223837 h 457200"/>
                <a:gd name="connsiteX11" fmla="*/ 30956 w 192880"/>
                <a:gd name="connsiteY11" fmla="*/ 247650 h 457200"/>
                <a:gd name="connsiteX12" fmla="*/ 54769 w 192880"/>
                <a:gd name="connsiteY12" fmla="*/ 292894 h 457200"/>
                <a:gd name="connsiteX13" fmla="*/ 54769 w 192880"/>
                <a:gd name="connsiteY13" fmla="*/ 342900 h 457200"/>
                <a:gd name="connsiteX14" fmla="*/ 76200 w 192880"/>
                <a:gd name="connsiteY14" fmla="*/ 357187 h 457200"/>
                <a:gd name="connsiteX15" fmla="*/ 80963 w 192880"/>
                <a:gd name="connsiteY15" fmla="*/ 333375 h 457200"/>
                <a:gd name="connsiteX16" fmla="*/ 95250 w 192880"/>
                <a:gd name="connsiteY16" fmla="*/ 333375 h 457200"/>
                <a:gd name="connsiteX17" fmla="*/ 121444 w 192880"/>
                <a:gd name="connsiteY17" fmla="*/ 321469 h 457200"/>
                <a:gd name="connsiteX18" fmla="*/ 135731 w 192880"/>
                <a:gd name="connsiteY18" fmla="*/ 357187 h 457200"/>
                <a:gd name="connsiteX19" fmla="*/ 169069 w 192880"/>
                <a:gd name="connsiteY19" fmla="*/ 457200 h 457200"/>
                <a:gd name="connsiteX20" fmla="*/ 192880 w 192880"/>
                <a:gd name="connsiteY20" fmla="*/ 347663 h 457200"/>
                <a:gd name="connsiteX21" fmla="*/ 138113 w 192880"/>
                <a:gd name="connsiteY21" fmla="*/ 295275 h 457200"/>
                <a:gd name="connsiteX22" fmla="*/ 130969 w 192880"/>
                <a:gd name="connsiteY22" fmla="*/ 257175 h 457200"/>
                <a:gd name="connsiteX23" fmla="*/ 147638 w 192880"/>
                <a:gd name="connsiteY23" fmla="*/ 247650 h 457200"/>
                <a:gd name="connsiteX24" fmla="*/ 176213 w 192880"/>
                <a:gd name="connsiteY24" fmla="*/ 240506 h 457200"/>
                <a:gd name="connsiteX25" fmla="*/ 180975 w 192880"/>
                <a:gd name="connsiteY25" fmla="*/ 223837 h 457200"/>
                <a:gd name="connsiteX26" fmla="*/ 180975 w 192880"/>
                <a:gd name="connsiteY26" fmla="*/ 190500 h 457200"/>
                <a:gd name="connsiteX27" fmla="*/ 176213 w 192880"/>
                <a:gd name="connsiteY27" fmla="*/ 171450 h 457200"/>
                <a:gd name="connsiteX28" fmla="*/ 142875 w 192880"/>
                <a:gd name="connsiteY28" fmla="*/ 135731 h 457200"/>
                <a:gd name="connsiteX29" fmla="*/ 145256 w 192880"/>
                <a:gd name="connsiteY29" fmla="*/ 95250 h 457200"/>
                <a:gd name="connsiteX0" fmla="*/ 145256 w 180975"/>
                <a:gd name="connsiteY0" fmla="*/ 95250 h 457200"/>
                <a:gd name="connsiteX1" fmla="*/ 142875 w 180975"/>
                <a:gd name="connsiteY1" fmla="*/ 23812 h 457200"/>
                <a:gd name="connsiteX2" fmla="*/ 126206 w 180975"/>
                <a:gd name="connsiteY2" fmla="*/ 0 h 457200"/>
                <a:gd name="connsiteX3" fmla="*/ 107156 w 180975"/>
                <a:gd name="connsiteY3" fmla="*/ 50006 h 457200"/>
                <a:gd name="connsiteX4" fmla="*/ 64294 w 180975"/>
                <a:gd name="connsiteY4" fmla="*/ 61912 h 457200"/>
                <a:gd name="connsiteX5" fmla="*/ 64294 w 180975"/>
                <a:gd name="connsiteY5" fmla="*/ 88106 h 457200"/>
                <a:gd name="connsiteX6" fmla="*/ 42863 w 180975"/>
                <a:gd name="connsiteY6" fmla="*/ 128587 h 457200"/>
                <a:gd name="connsiteX7" fmla="*/ 26194 w 180975"/>
                <a:gd name="connsiteY7" fmla="*/ 157162 h 457200"/>
                <a:gd name="connsiteX8" fmla="*/ 14288 w 180975"/>
                <a:gd name="connsiteY8" fmla="*/ 176212 h 457200"/>
                <a:gd name="connsiteX9" fmla="*/ 9525 w 180975"/>
                <a:gd name="connsiteY9" fmla="*/ 200025 h 457200"/>
                <a:gd name="connsiteX10" fmla="*/ 0 w 180975"/>
                <a:gd name="connsiteY10" fmla="*/ 223837 h 457200"/>
                <a:gd name="connsiteX11" fmla="*/ 30956 w 180975"/>
                <a:gd name="connsiteY11" fmla="*/ 247650 h 457200"/>
                <a:gd name="connsiteX12" fmla="*/ 54769 w 180975"/>
                <a:gd name="connsiteY12" fmla="*/ 292894 h 457200"/>
                <a:gd name="connsiteX13" fmla="*/ 54769 w 180975"/>
                <a:gd name="connsiteY13" fmla="*/ 342900 h 457200"/>
                <a:gd name="connsiteX14" fmla="*/ 76200 w 180975"/>
                <a:gd name="connsiteY14" fmla="*/ 357187 h 457200"/>
                <a:gd name="connsiteX15" fmla="*/ 80963 w 180975"/>
                <a:gd name="connsiteY15" fmla="*/ 333375 h 457200"/>
                <a:gd name="connsiteX16" fmla="*/ 95250 w 180975"/>
                <a:gd name="connsiteY16" fmla="*/ 333375 h 457200"/>
                <a:gd name="connsiteX17" fmla="*/ 121444 w 180975"/>
                <a:gd name="connsiteY17" fmla="*/ 321469 h 457200"/>
                <a:gd name="connsiteX18" fmla="*/ 135731 w 180975"/>
                <a:gd name="connsiteY18" fmla="*/ 357187 h 457200"/>
                <a:gd name="connsiteX19" fmla="*/ 169069 w 180975"/>
                <a:gd name="connsiteY19" fmla="*/ 457200 h 457200"/>
                <a:gd name="connsiteX20" fmla="*/ 154780 w 180975"/>
                <a:gd name="connsiteY20" fmla="*/ 307181 h 457200"/>
                <a:gd name="connsiteX21" fmla="*/ 138113 w 180975"/>
                <a:gd name="connsiteY21" fmla="*/ 295275 h 457200"/>
                <a:gd name="connsiteX22" fmla="*/ 130969 w 180975"/>
                <a:gd name="connsiteY22" fmla="*/ 257175 h 457200"/>
                <a:gd name="connsiteX23" fmla="*/ 147638 w 180975"/>
                <a:gd name="connsiteY23" fmla="*/ 247650 h 457200"/>
                <a:gd name="connsiteX24" fmla="*/ 176213 w 180975"/>
                <a:gd name="connsiteY24" fmla="*/ 240506 h 457200"/>
                <a:gd name="connsiteX25" fmla="*/ 180975 w 180975"/>
                <a:gd name="connsiteY25" fmla="*/ 223837 h 457200"/>
                <a:gd name="connsiteX26" fmla="*/ 180975 w 180975"/>
                <a:gd name="connsiteY26" fmla="*/ 190500 h 457200"/>
                <a:gd name="connsiteX27" fmla="*/ 176213 w 180975"/>
                <a:gd name="connsiteY27" fmla="*/ 171450 h 457200"/>
                <a:gd name="connsiteX28" fmla="*/ 142875 w 180975"/>
                <a:gd name="connsiteY28" fmla="*/ 135731 h 457200"/>
                <a:gd name="connsiteX29" fmla="*/ 145256 w 180975"/>
                <a:gd name="connsiteY29" fmla="*/ 95250 h 457200"/>
                <a:gd name="connsiteX0" fmla="*/ 145256 w 180975"/>
                <a:gd name="connsiteY0" fmla="*/ 95250 h 483394"/>
                <a:gd name="connsiteX1" fmla="*/ 142875 w 180975"/>
                <a:gd name="connsiteY1" fmla="*/ 23812 h 483394"/>
                <a:gd name="connsiteX2" fmla="*/ 126206 w 180975"/>
                <a:gd name="connsiteY2" fmla="*/ 0 h 483394"/>
                <a:gd name="connsiteX3" fmla="*/ 107156 w 180975"/>
                <a:gd name="connsiteY3" fmla="*/ 50006 h 483394"/>
                <a:gd name="connsiteX4" fmla="*/ 64294 w 180975"/>
                <a:gd name="connsiteY4" fmla="*/ 61912 h 483394"/>
                <a:gd name="connsiteX5" fmla="*/ 64294 w 180975"/>
                <a:gd name="connsiteY5" fmla="*/ 88106 h 483394"/>
                <a:gd name="connsiteX6" fmla="*/ 42863 w 180975"/>
                <a:gd name="connsiteY6" fmla="*/ 128587 h 483394"/>
                <a:gd name="connsiteX7" fmla="*/ 26194 w 180975"/>
                <a:gd name="connsiteY7" fmla="*/ 157162 h 483394"/>
                <a:gd name="connsiteX8" fmla="*/ 14288 w 180975"/>
                <a:gd name="connsiteY8" fmla="*/ 176212 h 483394"/>
                <a:gd name="connsiteX9" fmla="*/ 9525 w 180975"/>
                <a:gd name="connsiteY9" fmla="*/ 200025 h 483394"/>
                <a:gd name="connsiteX10" fmla="*/ 0 w 180975"/>
                <a:gd name="connsiteY10" fmla="*/ 223837 h 483394"/>
                <a:gd name="connsiteX11" fmla="*/ 30956 w 180975"/>
                <a:gd name="connsiteY11" fmla="*/ 247650 h 483394"/>
                <a:gd name="connsiteX12" fmla="*/ 54769 w 180975"/>
                <a:gd name="connsiteY12" fmla="*/ 292894 h 483394"/>
                <a:gd name="connsiteX13" fmla="*/ 54769 w 180975"/>
                <a:gd name="connsiteY13" fmla="*/ 342900 h 483394"/>
                <a:gd name="connsiteX14" fmla="*/ 76200 w 180975"/>
                <a:gd name="connsiteY14" fmla="*/ 357187 h 483394"/>
                <a:gd name="connsiteX15" fmla="*/ 80963 w 180975"/>
                <a:gd name="connsiteY15" fmla="*/ 333375 h 483394"/>
                <a:gd name="connsiteX16" fmla="*/ 95250 w 180975"/>
                <a:gd name="connsiteY16" fmla="*/ 333375 h 483394"/>
                <a:gd name="connsiteX17" fmla="*/ 121444 w 180975"/>
                <a:gd name="connsiteY17" fmla="*/ 321469 h 483394"/>
                <a:gd name="connsiteX18" fmla="*/ 135731 w 180975"/>
                <a:gd name="connsiteY18" fmla="*/ 357187 h 483394"/>
                <a:gd name="connsiteX19" fmla="*/ 150019 w 180975"/>
                <a:gd name="connsiteY19" fmla="*/ 483394 h 483394"/>
                <a:gd name="connsiteX20" fmla="*/ 154780 w 180975"/>
                <a:gd name="connsiteY20" fmla="*/ 307181 h 483394"/>
                <a:gd name="connsiteX21" fmla="*/ 138113 w 180975"/>
                <a:gd name="connsiteY21" fmla="*/ 295275 h 483394"/>
                <a:gd name="connsiteX22" fmla="*/ 130969 w 180975"/>
                <a:gd name="connsiteY22" fmla="*/ 257175 h 483394"/>
                <a:gd name="connsiteX23" fmla="*/ 147638 w 180975"/>
                <a:gd name="connsiteY23" fmla="*/ 247650 h 483394"/>
                <a:gd name="connsiteX24" fmla="*/ 176213 w 180975"/>
                <a:gd name="connsiteY24" fmla="*/ 240506 h 483394"/>
                <a:gd name="connsiteX25" fmla="*/ 180975 w 180975"/>
                <a:gd name="connsiteY25" fmla="*/ 223837 h 483394"/>
                <a:gd name="connsiteX26" fmla="*/ 180975 w 180975"/>
                <a:gd name="connsiteY26" fmla="*/ 190500 h 483394"/>
                <a:gd name="connsiteX27" fmla="*/ 176213 w 180975"/>
                <a:gd name="connsiteY27" fmla="*/ 171450 h 483394"/>
                <a:gd name="connsiteX28" fmla="*/ 142875 w 180975"/>
                <a:gd name="connsiteY28" fmla="*/ 135731 h 483394"/>
                <a:gd name="connsiteX29" fmla="*/ 145256 w 180975"/>
                <a:gd name="connsiteY29" fmla="*/ 95250 h 483394"/>
                <a:gd name="connsiteX0" fmla="*/ 145256 w 180975"/>
                <a:gd name="connsiteY0" fmla="*/ 95250 h 483394"/>
                <a:gd name="connsiteX1" fmla="*/ 142875 w 180975"/>
                <a:gd name="connsiteY1" fmla="*/ 23812 h 483394"/>
                <a:gd name="connsiteX2" fmla="*/ 126206 w 180975"/>
                <a:gd name="connsiteY2" fmla="*/ 0 h 483394"/>
                <a:gd name="connsiteX3" fmla="*/ 107156 w 180975"/>
                <a:gd name="connsiteY3" fmla="*/ 50006 h 483394"/>
                <a:gd name="connsiteX4" fmla="*/ 64294 w 180975"/>
                <a:gd name="connsiteY4" fmla="*/ 61912 h 483394"/>
                <a:gd name="connsiteX5" fmla="*/ 64294 w 180975"/>
                <a:gd name="connsiteY5" fmla="*/ 88106 h 483394"/>
                <a:gd name="connsiteX6" fmla="*/ 42863 w 180975"/>
                <a:gd name="connsiteY6" fmla="*/ 128587 h 483394"/>
                <a:gd name="connsiteX7" fmla="*/ 26194 w 180975"/>
                <a:gd name="connsiteY7" fmla="*/ 157162 h 483394"/>
                <a:gd name="connsiteX8" fmla="*/ 14288 w 180975"/>
                <a:gd name="connsiteY8" fmla="*/ 176212 h 483394"/>
                <a:gd name="connsiteX9" fmla="*/ 9525 w 180975"/>
                <a:gd name="connsiteY9" fmla="*/ 200025 h 483394"/>
                <a:gd name="connsiteX10" fmla="*/ 0 w 180975"/>
                <a:gd name="connsiteY10" fmla="*/ 223837 h 483394"/>
                <a:gd name="connsiteX11" fmla="*/ 30956 w 180975"/>
                <a:gd name="connsiteY11" fmla="*/ 247650 h 483394"/>
                <a:gd name="connsiteX12" fmla="*/ 54769 w 180975"/>
                <a:gd name="connsiteY12" fmla="*/ 292894 h 483394"/>
                <a:gd name="connsiteX13" fmla="*/ 54769 w 180975"/>
                <a:gd name="connsiteY13" fmla="*/ 342900 h 483394"/>
                <a:gd name="connsiteX14" fmla="*/ 76200 w 180975"/>
                <a:gd name="connsiteY14" fmla="*/ 357187 h 483394"/>
                <a:gd name="connsiteX15" fmla="*/ 80963 w 180975"/>
                <a:gd name="connsiteY15" fmla="*/ 333375 h 483394"/>
                <a:gd name="connsiteX16" fmla="*/ 95250 w 180975"/>
                <a:gd name="connsiteY16" fmla="*/ 333375 h 483394"/>
                <a:gd name="connsiteX17" fmla="*/ 121444 w 180975"/>
                <a:gd name="connsiteY17" fmla="*/ 321469 h 483394"/>
                <a:gd name="connsiteX18" fmla="*/ 121443 w 180975"/>
                <a:gd name="connsiteY18" fmla="*/ 373856 h 483394"/>
                <a:gd name="connsiteX19" fmla="*/ 150019 w 180975"/>
                <a:gd name="connsiteY19" fmla="*/ 483394 h 483394"/>
                <a:gd name="connsiteX20" fmla="*/ 154780 w 180975"/>
                <a:gd name="connsiteY20" fmla="*/ 307181 h 483394"/>
                <a:gd name="connsiteX21" fmla="*/ 138113 w 180975"/>
                <a:gd name="connsiteY21" fmla="*/ 295275 h 483394"/>
                <a:gd name="connsiteX22" fmla="*/ 130969 w 180975"/>
                <a:gd name="connsiteY22" fmla="*/ 257175 h 483394"/>
                <a:gd name="connsiteX23" fmla="*/ 147638 w 180975"/>
                <a:gd name="connsiteY23" fmla="*/ 247650 h 483394"/>
                <a:gd name="connsiteX24" fmla="*/ 176213 w 180975"/>
                <a:gd name="connsiteY24" fmla="*/ 240506 h 483394"/>
                <a:gd name="connsiteX25" fmla="*/ 180975 w 180975"/>
                <a:gd name="connsiteY25" fmla="*/ 223837 h 483394"/>
                <a:gd name="connsiteX26" fmla="*/ 180975 w 180975"/>
                <a:gd name="connsiteY26" fmla="*/ 190500 h 483394"/>
                <a:gd name="connsiteX27" fmla="*/ 176213 w 180975"/>
                <a:gd name="connsiteY27" fmla="*/ 171450 h 483394"/>
                <a:gd name="connsiteX28" fmla="*/ 142875 w 180975"/>
                <a:gd name="connsiteY28" fmla="*/ 135731 h 483394"/>
                <a:gd name="connsiteX29" fmla="*/ 145256 w 180975"/>
                <a:gd name="connsiteY29" fmla="*/ 95250 h 483394"/>
                <a:gd name="connsiteX0" fmla="*/ 145256 w 180975"/>
                <a:gd name="connsiteY0" fmla="*/ 95250 h 483394"/>
                <a:gd name="connsiteX1" fmla="*/ 142875 w 180975"/>
                <a:gd name="connsiteY1" fmla="*/ 23812 h 483394"/>
                <a:gd name="connsiteX2" fmla="*/ 126206 w 180975"/>
                <a:gd name="connsiteY2" fmla="*/ 0 h 483394"/>
                <a:gd name="connsiteX3" fmla="*/ 107156 w 180975"/>
                <a:gd name="connsiteY3" fmla="*/ 50006 h 483394"/>
                <a:gd name="connsiteX4" fmla="*/ 64294 w 180975"/>
                <a:gd name="connsiteY4" fmla="*/ 61912 h 483394"/>
                <a:gd name="connsiteX5" fmla="*/ 64294 w 180975"/>
                <a:gd name="connsiteY5" fmla="*/ 88106 h 483394"/>
                <a:gd name="connsiteX6" fmla="*/ 42863 w 180975"/>
                <a:gd name="connsiteY6" fmla="*/ 128587 h 483394"/>
                <a:gd name="connsiteX7" fmla="*/ 26194 w 180975"/>
                <a:gd name="connsiteY7" fmla="*/ 157162 h 483394"/>
                <a:gd name="connsiteX8" fmla="*/ 14288 w 180975"/>
                <a:gd name="connsiteY8" fmla="*/ 176212 h 483394"/>
                <a:gd name="connsiteX9" fmla="*/ 9525 w 180975"/>
                <a:gd name="connsiteY9" fmla="*/ 200025 h 483394"/>
                <a:gd name="connsiteX10" fmla="*/ 0 w 180975"/>
                <a:gd name="connsiteY10" fmla="*/ 223837 h 483394"/>
                <a:gd name="connsiteX11" fmla="*/ 30956 w 180975"/>
                <a:gd name="connsiteY11" fmla="*/ 247650 h 483394"/>
                <a:gd name="connsiteX12" fmla="*/ 54769 w 180975"/>
                <a:gd name="connsiteY12" fmla="*/ 292894 h 483394"/>
                <a:gd name="connsiteX13" fmla="*/ 54769 w 180975"/>
                <a:gd name="connsiteY13" fmla="*/ 342900 h 483394"/>
                <a:gd name="connsiteX14" fmla="*/ 76200 w 180975"/>
                <a:gd name="connsiteY14" fmla="*/ 357187 h 483394"/>
                <a:gd name="connsiteX15" fmla="*/ 80963 w 180975"/>
                <a:gd name="connsiteY15" fmla="*/ 333375 h 483394"/>
                <a:gd name="connsiteX16" fmla="*/ 95250 w 180975"/>
                <a:gd name="connsiteY16" fmla="*/ 333375 h 483394"/>
                <a:gd name="connsiteX17" fmla="*/ 121444 w 180975"/>
                <a:gd name="connsiteY17" fmla="*/ 321469 h 483394"/>
                <a:gd name="connsiteX18" fmla="*/ 121443 w 180975"/>
                <a:gd name="connsiteY18" fmla="*/ 373856 h 483394"/>
                <a:gd name="connsiteX19" fmla="*/ 150019 w 180975"/>
                <a:gd name="connsiteY19" fmla="*/ 483394 h 483394"/>
                <a:gd name="connsiteX20" fmla="*/ 150019 w 180975"/>
                <a:gd name="connsiteY20" fmla="*/ 376237 h 483394"/>
                <a:gd name="connsiteX21" fmla="*/ 154780 w 180975"/>
                <a:gd name="connsiteY21" fmla="*/ 307181 h 483394"/>
                <a:gd name="connsiteX22" fmla="*/ 138113 w 180975"/>
                <a:gd name="connsiteY22" fmla="*/ 295275 h 483394"/>
                <a:gd name="connsiteX23" fmla="*/ 130969 w 180975"/>
                <a:gd name="connsiteY23" fmla="*/ 257175 h 483394"/>
                <a:gd name="connsiteX24" fmla="*/ 147638 w 180975"/>
                <a:gd name="connsiteY24" fmla="*/ 247650 h 483394"/>
                <a:gd name="connsiteX25" fmla="*/ 176213 w 180975"/>
                <a:gd name="connsiteY25" fmla="*/ 240506 h 483394"/>
                <a:gd name="connsiteX26" fmla="*/ 180975 w 180975"/>
                <a:gd name="connsiteY26" fmla="*/ 223837 h 483394"/>
                <a:gd name="connsiteX27" fmla="*/ 180975 w 180975"/>
                <a:gd name="connsiteY27" fmla="*/ 190500 h 483394"/>
                <a:gd name="connsiteX28" fmla="*/ 176213 w 180975"/>
                <a:gd name="connsiteY28" fmla="*/ 171450 h 483394"/>
                <a:gd name="connsiteX29" fmla="*/ 142875 w 180975"/>
                <a:gd name="connsiteY29" fmla="*/ 135731 h 483394"/>
                <a:gd name="connsiteX30" fmla="*/ 145256 w 180975"/>
                <a:gd name="connsiteY30" fmla="*/ 95250 h 483394"/>
                <a:gd name="connsiteX0" fmla="*/ 145256 w 180975"/>
                <a:gd name="connsiteY0" fmla="*/ 95250 h 483394"/>
                <a:gd name="connsiteX1" fmla="*/ 142875 w 180975"/>
                <a:gd name="connsiteY1" fmla="*/ 23812 h 483394"/>
                <a:gd name="connsiteX2" fmla="*/ 126206 w 180975"/>
                <a:gd name="connsiteY2" fmla="*/ 0 h 483394"/>
                <a:gd name="connsiteX3" fmla="*/ 107156 w 180975"/>
                <a:gd name="connsiteY3" fmla="*/ 50006 h 483394"/>
                <a:gd name="connsiteX4" fmla="*/ 64294 w 180975"/>
                <a:gd name="connsiteY4" fmla="*/ 61912 h 483394"/>
                <a:gd name="connsiteX5" fmla="*/ 64294 w 180975"/>
                <a:gd name="connsiteY5" fmla="*/ 88106 h 483394"/>
                <a:gd name="connsiteX6" fmla="*/ 42863 w 180975"/>
                <a:gd name="connsiteY6" fmla="*/ 128587 h 483394"/>
                <a:gd name="connsiteX7" fmla="*/ 26194 w 180975"/>
                <a:gd name="connsiteY7" fmla="*/ 157162 h 483394"/>
                <a:gd name="connsiteX8" fmla="*/ 14288 w 180975"/>
                <a:gd name="connsiteY8" fmla="*/ 176212 h 483394"/>
                <a:gd name="connsiteX9" fmla="*/ 9525 w 180975"/>
                <a:gd name="connsiteY9" fmla="*/ 200025 h 483394"/>
                <a:gd name="connsiteX10" fmla="*/ 0 w 180975"/>
                <a:gd name="connsiteY10" fmla="*/ 223837 h 483394"/>
                <a:gd name="connsiteX11" fmla="*/ 30956 w 180975"/>
                <a:gd name="connsiteY11" fmla="*/ 247650 h 483394"/>
                <a:gd name="connsiteX12" fmla="*/ 54769 w 180975"/>
                <a:gd name="connsiteY12" fmla="*/ 292894 h 483394"/>
                <a:gd name="connsiteX13" fmla="*/ 54769 w 180975"/>
                <a:gd name="connsiteY13" fmla="*/ 342900 h 483394"/>
                <a:gd name="connsiteX14" fmla="*/ 76200 w 180975"/>
                <a:gd name="connsiteY14" fmla="*/ 357187 h 483394"/>
                <a:gd name="connsiteX15" fmla="*/ 80963 w 180975"/>
                <a:gd name="connsiteY15" fmla="*/ 333375 h 483394"/>
                <a:gd name="connsiteX16" fmla="*/ 95250 w 180975"/>
                <a:gd name="connsiteY16" fmla="*/ 333375 h 483394"/>
                <a:gd name="connsiteX17" fmla="*/ 121444 w 180975"/>
                <a:gd name="connsiteY17" fmla="*/ 321469 h 483394"/>
                <a:gd name="connsiteX18" fmla="*/ 121443 w 180975"/>
                <a:gd name="connsiteY18" fmla="*/ 373856 h 483394"/>
                <a:gd name="connsiteX19" fmla="*/ 150019 w 180975"/>
                <a:gd name="connsiteY19" fmla="*/ 483394 h 483394"/>
                <a:gd name="connsiteX20" fmla="*/ 142876 w 180975"/>
                <a:gd name="connsiteY20" fmla="*/ 381000 h 483394"/>
                <a:gd name="connsiteX21" fmla="*/ 154780 w 180975"/>
                <a:gd name="connsiteY21" fmla="*/ 307181 h 483394"/>
                <a:gd name="connsiteX22" fmla="*/ 138113 w 180975"/>
                <a:gd name="connsiteY22" fmla="*/ 295275 h 483394"/>
                <a:gd name="connsiteX23" fmla="*/ 130969 w 180975"/>
                <a:gd name="connsiteY23" fmla="*/ 257175 h 483394"/>
                <a:gd name="connsiteX24" fmla="*/ 147638 w 180975"/>
                <a:gd name="connsiteY24" fmla="*/ 247650 h 483394"/>
                <a:gd name="connsiteX25" fmla="*/ 176213 w 180975"/>
                <a:gd name="connsiteY25" fmla="*/ 240506 h 483394"/>
                <a:gd name="connsiteX26" fmla="*/ 180975 w 180975"/>
                <a:gd name="connsiteY26" fmla="*/ 223837 h 483394"/>
                <a:gd name="connsiteX27" fmla="*/ 180975 w 180975"/>
                <a:gd name="connsiteY27" fmla="*/ 190500 h 483394"/>
                <a:gd name="connsiteX28" fmla="*/ 176213 w 180975"/>
                <a:gd name="connsiteY28" fmla="*/ 171450 h 483394"/>
                <a:gd name="connsiteX29" fmla="*/ 142875 w 180975"/>
                <a:gd name="connsiteY29" fmla="*/ 135731 h 483394"/>
                <a:gd name="connsiteX30" fmla="*/ 145256 w 180975"/>
                <a:gd name="connsiteY30" fmla="*/ 95250 h 483394"/>
                <a:gd name="connsiteX0" fmla="*/ 145256 w 180975"/>
                <a:gd name="connsiteY0" fmla="*/ 95250 h 483394"/>
                <a:gd name="connsiteX1" fmla="*/ 142875 w 180975"/>
                <a:gd name="connsiteY1" fmla="*/ 23812 h 483394"/>
                <a:gd name="connsiteX2" fmla="*/ 126206 w 180975"/>
                <a:gd name="connsiteY2" fmla="*/ 0 h 483394"/>
                <a:gd name="connsiteX3" fmla="*/ 107156 w 180975"/>
                <a:gd name="connsiteY3" fmla="*/ 50006 h 483394"/>
                <a:gd name="connsiteX4" fmla="*/ 64294 w 180975"/>
                <a:gd name="connsiteY4" fmla="*/ 61912 h 483394"/>
                <a:gd name="connsiteX5" fmla="*/ 64294 w 180975"/>
                <a:gd name="connsiteY5" fmla="*/ 88106 h 483394"/>
                <a:gd name="connsiteX6" fmla="*/ 42863 w 180975"/>
                <a:gd name="connsiteY6" fmla="*/ 128587 h 483394"/>
                <a:gd name="connsiteX7" fmla="*/ 26194 w 180975"/>
                <a:gd name="connsiteY7" fmla="*/ 157162 h 483394"/>
                <a:gd name="connsiteX8" fmla="*/ 14288 w 180975"/>
                <a:gd name="connsiteY8" fmla="*/ 176212 h 483394"/>
                <a:gd name="connsiteX9" fmla="*/ 9525 w 180975"/>
                <a:gd name="connsiteY9" fmla="*/ 200025 h 483394"/>
                <a:gd name="connsiteX10" fmla="*/ 0 w 180975"/>
                <a:gd name="connsiteY10" fmla="*/ 223837 h 483394"/>
                <a:gd name="connsiteX11" fmla="*/ 30956 w 180975"/>
                <a:gd name="connsiteY11" fmla="*/ 247650 h 483394"/>
                <a:gd name="connsiteX12" fmla="*/ 54769 w 180975"/>
                <a:gd name="connsiteY12" fmla="*/ 292894 h 483394"/>
                <a:gd name="connsiteX13" fmla="*/ 54769 w 180975"/>
                <a:gd name="connsiteY13" fmla="*/ 342900 h 483394"/>
                <a:gd name="connsiteX14" fmla="*/ 76200 w 180975"/>
                <a:gd name="connsiteY14" fmla="*/ 357187 h 483394"/>
                <a:gd name="connsiteX15" fmla="*/ 80963 w 180975"/>
                <a:gd name="connsiteY15" fmla="*/ 333375 h 483394"/>
                <a:gd name="connsiteX16" fmla="*/ 95250 w 180975"/>
                <a:gd name="connsiteY16" fmla="*/ 333375 h 483394"/>
                <a:gd name="connsiteX17" fmla="*/ 121444 w 180975"/>
                <a:gd name="connsiteY17" fmla="*/ 321469 h 483394"/>
                <a:gd name="connsiteX18" fmla="*/ 121443 w 180975"/>
                <a:gd name="connsiteY18" fmla="*/ 373856 h 483394"/>
                <a:gd name="connsiteX19" fmla="*/ 150019 w 180975"/>
                <a:gd name="connsiteY19" fmla="*/ 483394 h 483394"/>
                <a:gd name="connsiteX20" fmla="*/ 142876 w 180975"/>
                <a:gd name="connsiteY20" fmla="*/ 381000 h 483394"/>
                <a:gd name="connsiteX21" fmla="*/ 140494 w 180975"/>
                <a:gd name="connsiteY21" fmla="*/ 395287 h 483394"/>
                <a:gd name="connsiteX22" fmla="*/ 154780 w 180975"/>
                <a:gd name="connsiteY22" fmla="*/ 307181 h 483394"/>
                <a:gd name="connsiteX23" fmla="*/ 138113 w 180975"/>
                <a:gd name="connsiteY23" fmla="*/ 295275 h 483394"/>
                <a:gd name="connsiteX24" fmla="*/ 130969 w 180975"/>
                <a:gd name="connsiteY24" fmla="*/ 257175 h 483394"/>
                <a:gd name="connsiteX25" fmla="*/ 147638 w 180975"/>
                <a:gd name="connsiteY25" fmla="*/ 247650 h 483394"/>
                <a:gd name="connsiteX26" fmla="*/ 176213 w 180975"/>
                <a:gd name="connsiteY26" fmla="*/ 240506 h 483394"/>
                <a:gd name="connsiteX27" fmla="*/ 180975 w 180975"/>
                <a:gd name="connsiteY27" fmla="*/ 223837 h 483394"/>
                <a:gd name="connsiteX28" fmla="*/ 180975 w 180975"/>
                <a:gd name="connsiteY28" fmla="*/ 190500 h 483394"/>
                <a:gd name="connsiteX29" fmla="*/ 176213 w 180975"/>
                <a:gd name="connsiteY29" fmla="*/ 171450 h 483394"/>
                <a:gd name="connsiteX30" fmla="*/ 142875 w 180975"/>
                <a:gd name="connsiteY30" fmla="*/ 135731 h 483394"/>
                <a:gd name="connsiteX31" fmla="*/ 145256 w 180975"/>
                <a:gd name="connsiteY31" fmla="*/ 95250 h 483394"/>
                <a:gd name="connsiteX0" fmla="*/ 145256 w 180975"/>
                <a:gd name="connsiteY0" fmla="*/ 95250 h 483394"/>
                <a:gd name="connsiteX1" fmla="*/ 142875 w 180975"/>
                <a:gd name="connsiteY1" fmla="*/ 23812 h 483394"/>
                <a:gd name="connsiteX2" fmla="*/ 126206 w 180975"/>
                <a:gd name="connsiteY2" fmla="*/ 0 h 483394"/>
                <a:gd name="connsiteX3" fmla="*/ 107156 w 180975"/>
                <a:gd name="connsiteY3" fmla="*/ 50006 h 483394"/>
                <a:gd name="connsiteX4" fmla="*/ 64294 w 180975"/>
                <a:gd name="connsiteY4" fmla="*/ 61912 h 483394"/>
                <a:gd name="connsiteX5" fmla="*/ 64294 w 180975"/>
                <a:gd name="connsiteY5" fmla="*/ 88106 h 483394"/>
                <a:gd name="connsiteX6" fmla="*/ 42863 w 180975"/>
                <a:gd name="connsiteY6" fmla="*/ 128587 h 483394"/>
                <a:gd name="connsiteX7" fmla="*/ 26194 w 180975"/>
                <a:gd name="connsiteY7" fmla="*/ 157162 h 483394"/>
                <a:gd name="connsiteX8" fmla="*/ 14288 w 180975"/>
                <a:gd name="connsiteY8" fmla="*/ 176212 h 483394"/>
                <a:gd name="connsiteX9" fmla="*/ 9525 w 180975"/>
                <a:gd name="connsiteY9" fmla="*/ 200025 h 483394"/>
                <a:gd name="connsiteX10" fmla="*/ 0 w 180975"/>
                <a:gd name="connsiteY10" fmla="*/ 223837 h 483394"/>
                <a:gd name="connsiteX11" fmla="*/ 30956 w 180975"/>
                <a:gd name="connsiteY11" fmla="*/ 247650 h 483394"/>
                <a:gd name="connsiteX12" fmla="*/ 54769 w 180975"/>
                <a:gd name="connsiteY12" fmla="*/ 292894 h 483394"/>
                <a:gd name="connsiteX13" fmla="*/ 54769 w 180975"/>
                <a:gd name="connsiteY13" fmla="*/ 342900 h 483394"/>
                <a:gd name="connsiteX14" fmla="*/ 76200 w 180975"/>
                <a:gd name="connsiteY14" fmla="*/ 357187 h 483394"/>
                <a:gd name="connsiteX15" fmla="*/ 80963 w 180975"/>
                <a:gd name="connsiteY15" fmla="*/ 333375 h 483394"/>
                <a:gd name="connsiteX16" fmla="*/ 95250 w 180975"/>
                <a:gd name="connsiteY16" fmla="*/ 333375 h 483394"/>
                <a:gd name="connsiteX17" fmla="*/ 121444 w 180975"/>
                <a:gd name="connsiteY17" fmla="*/ 321469 h 483394"/>
                <a:gd name="connsiteX18" fmla="*/ 121443 w 180975"/>
                <a:gd name="connsiteY18" fmla="*/ 373856 h 483394"/>
                <a:gd name="connsiteX19" fmla="*/ 150019 w 180975"/>
                <a:gd name="connsiteY19" fmla="*/ 483394 h 483394"/>
                <a:gd name="connsiteX20" fmla="*/ 142876 w 180975"/>
                <a:gd name="connsiteY20" fmla="*/ 381000 h 483394"/>
                <a:gd name="connsiteX21" fmla="*/ 152400 w 180975"/>
                <a:gd name="connsiteY21" fmla="*/ 345281 h 483394"/>
                <a:gd name="connsiteX22" fmla="*/ 154780 w 180975"/>
                <a:gd name="connsiteY22" fmla="*/ 307181 h 483394"/>
                <a:gd name="connsiteX23" fmla="*/ 138113 w 180975"/>
                <a:gd name="connsiteY23" fmla="*/ 295275 h 483394"/>
                <a:gd name="connsiteX24" fmla="*/ 130969 w 180975"/>
                <a:gd name="connsiteY24" fmla="*/ 257175 h 483394"/>
                <a:gd name="connsiteX25" fmla="*/ 147638 w 180975"/>
                <a:gd name="connsiteY25" fmla="*/ 247650 h 483394"/>
                <a:gd name="connsiteX26" fmla="*/ 176213 w 180975"/>
                <a:gd name="connsiteY26" fmla="*/ 240506 h 483394"/>
                <a:gd name="connsiteX27" fmla="*/ 180975 w 180975"/>
                <a:gd name="connsiteY27" fmla="*/ 223837 h 483394"/>
                <a:gd name="connsiteX28" fmla="*/ 180975 w 180975"/>
                <a:gd name="connsiteY28" fmla="*/ 190500 h 483394"/>
                <a:gd name="connsiteX29" fmla="*/ 176213 w 180975"/>
                <a:gd name="connsiteY29" fmla="*/ 171450 h 483394"/>
                <a:gd name="connsiteX30" fmla="*/ 142875 w 180975"/>
                <a:gd name="connsiteY30" fmla="*/ 135731 h 483394"/>
                <a:gd name="connsiteX31" fmla="*/ 145256 w 180975"/>
                <a:gd name="connsiteY31" fmla="*/ 95250 h 483394"/>
                <a:gd name="connsiteX0" fmla="*/ 145256 w 180975"/>
                <a:gd name="connsiteY0" fmla="*/ 95250 h 483394"/>
                <a:gd name="connsiteX1" fmla="*/ 142875 w 180975"/>
                <a:gd name="connsiteY1" fmla="*/ 23812 h 483394"/>
                <a:gd name="connsiteX2" fmla="*/ 126206 w 180975"/>
                <a:gd name="connsiteY2" fmla="*/ 0 h 483394"/>
                <a:gd name="connsiteX3" fmla="*/ 107156 w 180975"/>
                <a:gd name="connsiteY3" fmla="*/ 50006 h 483394"/>
                <a:gd name="connsiteX4" fmla="*/ 64294 w 180975"/>
                <a:gd name="connsiteY4" fmla="*/ 61912 h 483394"/>
                <a:gd name="connsiteX5" fmla="*/ 64294 w 180975"/>
                <a:gd name="connsiteY5" fmla="*/ 88106 h 483394"/>
                <a:gd name="connsiteX6" fmla="*/ 42863 w 180975"/>
                <a:gd name="connsiteY6" fmla="*/ 128587 h 483394"/>
                <a:gd name="connsiteX7" fmla="*/ 26194 w 180975"/>
                <a:gd name="connsiteY7" fmla="*/ 157162 h 483394"/>
                <a:gd name="connsiteX8" fmla="*/ 14288 w 180975"/>
                <a:gd name="connsiteY8" fmla="*/ 176212 h 483394"/>
                <a:gd name="connsiteX9" fmla="*/ 9525 w 180975"/>
                <a:gd name="connsiteY9" fmla="*/ 200025 h 483394"/>
                <a:gd name="connsiteX10" fmla="*/ 0 w 180975"/>
                <a:gd name="connsiteY10" fmla="*/ 223837 h 483394"/>
                <a:gd name="connsiteX11" fmla="*/ 30956 w 180975"/>
                <a:gd name="connsiteY11" fmla="*/ 247650 h 483394"/>
                <a:gd name="connsiteX12" fmla="*/ 54769 w 180975"/>
                <a:gd name="connsiteY12" fmla="*/ 292894 h 483394"/>
                <a:gd name="connsiteX13" fmla="*/ 54769 w 180975"/>
                <a:gd name="connsiteY13" fmla="*/ 342900 h 483394"/>
                <a:gd name="connsiteX14" fmla="*/ 76200 w 180975"/>
                <a:gd name="connsiteY14" fmla="*/ 357187 h 483394"/>
                <a:gd name="connsiteX15" fmla="*/ 80963 w 180975"/>
                <a:gd name="connsiteY15" fmla="*/ 333375 h 483394"/>
                <a:gd name="connsiteX16" fmla="*/ 95250 w 180975"/>
                <a:gd name="connsiteY16" fmla="*/ 333375 h 483394"/>
                <a:gd name="connsiteX17" fmla="*/ 121444 w 180975"/>
                <a:gd name="connsiteY17" fmla="*/ 321469 h 483394"/>
                <a:gd name="connsiteX18" fmla="*/ 121443 w 180975"/>
                <a:gd name="connsiteY18" fmla="*/ 373856 h 483394"/>
                <a:gd name="connsiteX19" fmla="*/ 150019 w 180975"/>
                <a:gd name="connsiteY19" fmla="*/ 483394 h 483394"/>
                <a:gd name="connsiteX20" fmla="*/ 176213 w 180975"/>
                <a:gd name="connsiteY20" fmla="*/ 385763 h 483394"/>
                <a:gd name="connsiteX21" fmla="*/ 152400 w 180975"/>
                <a:gd name="connsiteY21" fmla="*/ 345281 h 483394"/>
                <a:gd name="connsiteX22" fmla="*/ 154780 w 180975"/>
                <a:gd name="connsiteY22" fmla="*/ 307181 h 483394"/>
                <a:gd name="connsiteX23" fmla="*/ 138113 w 180975"/>
                <a:gd name="connsiteY23" fmla="*/ 295275 h 483394"/>
                <a:gd name="connsiteX24" fmla="*/ 130969 w 180975"/>
                <a:gd name="connsiteY24" fmla="*/ 257175 h 483394"/>
                <a:gd name="connsiteX25" fmla="*/ 147638 w 180975"/>
                <a:gd name="connsiteY25" fmla="*/ 247650 h 483394"/>
                <a:gd name="connsiteX26" fmla="*/ 176213 w 180975"/>
                <a:gd name="connsiteY26" fmla="*/ 240506 h 483394"/>
                <a:gd name="connsiteX27" fmla="*/ 180975 w 180975"/>
                <a:gd name="connsiteY27" fmla="*/ 223837 h 483394"/>
                <a:gd name="connsiteX28" fmla="*/ 180975 w 180975"/>
                <a:gd name="connsiteY28" fmla="*/ 190500 h 483394"/>
                <a:gd name="connsiteX29" fmla="*/ 176213 w 180975"/>
                <a:gd name="connsiteY29" fmla="*/ 171450 h 483394"/>
                <a:gd name="connsiteX30" fmla="*/ 142875 w 180975"/>
                <a:gd name="connsiteY30" fmla="*/ 135731 h 483394"/>
                <a:gd name="connsiteX31" fmla="*/ 145256 w 180975"/>
                <a:gd name="connsiteY31" fmla="*/ 95250 h 483394"/>
                <a:gd name="connsiteX0" fmla="*/ 145256 w 180975"/>
                <a:gd name="connsiteY0" fmla="*/ 95250 h 483394"/>
                <a:gd name="connsiteX1" fmla="*/ 142875 w 180975"/>
                <a:gd name="connsiteY1" fmla="*/ 23812 h 483394"/>
                <a:gd name="connsiteX2" fmla="*/ 126206 w 180975"/>
                <a:gd name="connsiteY2" fmla="*/ 0 h 483394"/>
                <a:gd name="connsiteX3" fmla="*/ 107156 w 180975"/>
                <a:gd name="connsiteY3" fmla="*/ 50006 h 483394"/>
                <a:gd name="connsiteX4" fmla="*/ 64294 w 180975"/>
                <a:gd name="connsiteY4" fmla="*/ 61912 h 483394"/>
                <a:gd name="connsiteX5" fmla="*/ 64294 w 180975"/>
                <a:gd name="connsiteY5" fmla="*/ 88106 h 483394"/>
                <a:gd name="connsiteX6" fmla="*/ 42863 w 180975"/>
                <a:gd name="connsiteY6" fmla="*/ 128587 h 483394"/>
                <a:gd name="connsiteX7" fmla="*/ 26194 w 180975"/>
                <a:gd name="connsiteY7" fmla="*/ 157162 h 483394"/>
                <a:gd name="connsiteX8" fmla="*/ 14288 w 180975"/>
                <a:gd name="connsiteY8" fmla="*/ 176212 h 483394"/>
                <a:gd name="connsiteX9" fmla="*/ 9525 w 180975"/>
                <a:gd name="connsiteY9" fmla="*/ 200025 h 483394"/>
                <a:gd name="connsiteX10" fmla="*/ 0 w 180975"/>
                <a:gd name="connsiteY10" fmla="*/ 223837 h 483394"/>
                <a:gd name="connsiteX11" fmla="*/ 30956 w 180975"/>
                <a:gd name="connsiteY11" fmla="*/ 247650 h 483394"/>
                <a:gd name="connsiteX12" fmla="*/ 54769 w 180975"/>
                <a:gd name="connsiteY12" fmla="*/ 292894 h 483394"/>
                <a:gd name="connsiteX13" fmla="*/ 54769 w 180975"/>
                <a:gd name="connsiteY13" fmla="*/ 342900 h 483394"/>
                <a:gd name="connsiteX14" fmla="*/ 76200 w 180975"/>
                <a:gd name="connsiteY14" fmla="*/ 357187 h 483394"/>
                <a:gd name="connsiteX15" fmla="*/ 80963 w 180975"/>
                <a:gd name="connsiteY15" fmla="*/ 333375 h 483394"/>
                <a:gd name="connsiteX16" fmla="*/ 95250 w 180975"/>
                <a:gd name="connsiteY16" fmla="*/ 333375 h 483394"/>
                <a:gd name="connsiteX17" fmla="*/ 121444 w 180975"/>
                <a:gd name="connsiteY17" fmla="*/ 321469 h 483394"/>
                <a:gd name="connsiteX18" fmla="*/ 121443 w 180975"/>
                <a:gd name="connsiteY18" fmla="*/ 373856 h 483394"/>
                <a:gd name="connsiteX19" fmla="*/ 150019 w 180975"/>
                <a:gd name="connsiteY19" fmla="*/ 483394 h 483394"/>
                <a:gd name="connsiteX20" fmla="*/ 176213 w 180975"/>
                <a:gd name="connsiteY20" fmla="*/ 385763 h 483394"/>
                <a:gd name="connsiteX21" fmla="*/ 145257 w 180975"/>
                <a:gd name="connsiteY21" fmla="*/ 383381 h 483394"/>
                <a:gd name="connsiteX22" fmla="*/ 154780 w 180975"/>
                <a:gd name="connsiteY22" fmla="*/ 307181 h 483394"/>
                <a:gd name="connsiteX23" fmla="*/ 138113 w 180975"/>
                <a:gd name="connsiteY23" fmla="*/ 295275 h 483394"/>
                <a:gd name="connsiteX24" fmla="*/ 130969 w 180975"/>
                <a:gd name="connsiteY24" fmla="*/ 257175 h 483394"/>
                <a:gd name="connsiteX25" fmla="*/ 147638 w 180975"/>
                <a:gd name="connsiteY25" fmla="*/ 247650 h 483394"/>
                <a:gd name="connsiteX26" fmla="*/ 176213 w 180975"/>
                <a:gd name="connsiteY26" fmla="*/ 240506 h 483394"/>
                <a:gd name="connsiteX27" fmla="*/ 180975 w 180975"/>
                <a:gd name="connsiteY27" fmla="*/ 223837 h 483394"/>
                <a:gd name="connsiteX28" fmla="*/ 180975 w 180975"/>
                <a:gd name="connsiteY28" fmla="*/ 190500 h 483394"/>
                <a:gd name="connsiteX29" fmla="*/ 176213 w 180975"/>
                <a:gd name="connsiteY29" fmla="*/ 171450 h 483394"/>
                <a:gd name="connsiteX30" fmla="*/ 142875 w 180975"/>
                <a:gd name="connsiteY30" fmla="*/ 135731 h 483394"/>
                <a:gd name="connsiteX31" fmla="*/ 145256 w 180975"/>
                <a:gd name="connsiteY31" fmla="*/ 95250 h 483394"/>
                <a:gd name="connsiteX0" fmla="*/ 145256 w 180975"/>
                <a:gd name="connsiteY0" fmla="*/ 95250 h 476250"/>
                <a:gd name="connsiteX1" fmla="*/ 142875 w 180975"/>
                <a:gd name="connsiteY1" fmla="*/ 23812 h 476250"/>
                <a:gd name="connsiteX2" fmla="*/ 126206 w 180975"/>
                <a:gd name="connsiteY2" fmla="*/ 0 h 476250"/>
                <a:gd name="connsiteX3" fmla="*/ 107156 w 180975"/>
                <a:gd name="connsiteY3" fmla="*/ 50006 h 476250"/>
                <a:gd name="connsiteX4" fmla="*/ 64294 w 180975"/>
                <a:gd name="connsiteY4" fmla="*/ 61912 h 476250"/>
                <a:gd name="connsiteX5" fmla="*/ 64294 w 180975"/>
                <a:gd name="connsiteY5" fmla="*/ 88106 h 476250"/>
                <a:gd name="connsiteX6" fmla="*/ 42863 w 180975"/>
                <a:gd name="connsiteY6" fmla="*/ 128587 h 476250"/>
                <a:gd name="connsiteX7" fmla="*/ 26194 w 180975"/>
                <a:gd name="connsiteY7" fmla="*/ 157162 h 476250"/>
                <a:gd name="connsiteX8" fmla="*/ 14288 w 180975"/>
                <a:gd name="connsiteY8" fmla="*/ 176212 h 476250"/>
                <a:gd name="connsiteX9" fmla="*/ 9525 w 180975"/>
                <a:gd name="connsiteY9" fmla="*/ 200025 h 476250"/>
                <a:gd name="connsiteX10" fmla="*/ 0 w 180975"/>
                <a:gd name="connsiteY10" fmla="*/ 223837 h 476250"/>
                <a:gd name="connsiteX11" fmla="*/ 30956 w 180975"/>
                <a:gd name="connsiteY11" fmla="*/ 247650 h 476250"/>
                <a:gd name="connsiteX12" fmla="*/ 54769 w 180975"/>
                <a:gd name="connsiteY12" fmla="*/ 292894 h 476250"/>
                <a:gd name="connsiteX13" fmla="*/ 54769 w 180975"/>
                <a:gd name="connsiteY13" fmla="*/ 342900 h 476250"/>
                <a:gd name="connsiteX14" fmla="*/ 76200 w 180975"/>
                <a:gd name="connsiteY14" fmla="*/ 357187 h 476250"/>
                <a:gd name="connsiteX15" fmla="*/ 80963 w 180975"/>
                <a:gd name="connsiteY15" fmla="*/ 333375 h 476250"/>
                <a:gd name="connsiteX16" fmla="*/ 95250 w 180975"/>
                <a:gd name="connsiteY16" fmla="*/ 333375 h 476250"/>
                <a:gd name="connsiteX17" fmla="*/ 121444 w 180975"/>
                <a:gd name="connsiteY17" fmla="*/ 321469 h 476250"/>
                <a:gd name="connsiteX18" fmla="*/ 121443 w 180975"/>
                <a:gd name="connsiteY18" fmla="*/ 373856 h 476250"/>
                <a:gd name="connsiteX19" fmla="*/ 164307 w 180975"/>
                <a:gd name="connsiteY19" fmla="*/ 476250 h 476250"/>
                <a:gd name="connsiteX20" fmla="*/ 176213 w 180975"/>
                <a:gd name="connsiteY20" fmla="*/ 385763 h 476250"/>
                <a:gd name="connsiteX21" fmla="*/ 145257 w 180975"/>
                <a:gd name="connsiteY21" fmla="*/ 383381 h 476250"/>
                <a:gd name="connsiteX22" fmla="*/ 154780 w 180975"/>
                <a:gd name="connsiteY22" fmla="*/ 307181 h 476250"/>
                <a:gd name="connsiteX23" fmla="*/ 138113 w 180975"/>
                <a:gd name="connsiteY23" fmla="*/ 295275 h 476250"/>
                <a:gd name="connsiteX24" fmla="*/ 130969 w 180975"/>
                <a:gd name="connsiteY24" fmla="*/ 257175 h 476250"/>
                <a:gd name="connsiteX25" fmla="*/ 147638 w 180975"/>
                <a:gd name="connsiteY25" fmla="*/ 247650 h 476250"/>
                <a:gd name="connsiteX26" fmla="*/ 176213 w 180975"/>
                <a:gd name="connsiteY26" fmla="*/ 240506 h 476250"/>
                <a:gd name="connsiteX27" fmla="*/ 180975 w 180975"/>
                <a:gd name="connsiteY27" fmla="*/ 223837 h 476250"/>
                <a:gd name="connsiteX28" fmla="*/ 180975 w 180975"/>
                <a:gd name="connsiteY28" fmla="*/ 190500 h 476250"/>
                <a:gd name="connsiteX29" fmla="*/ 176213 w 180975"/>
                <a:gd name="connsiteY29" fmla="*/ 171450 h 476250"/>
                <a:gd name="connsiteX30" fmla="*/ 142875 w 180975"/>
                <a:gd name="connsiteY30" fmla="*/ 135731 h 476250"/>
                <a:gd name="connsiteX31" fmla="*/ 145256 w 180975"/>
                <a:gd name="connsiteY31" fmla="*/ 95250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0975" h="476250">
                  <a:moveTo>
                    <a:pt x="145256" y="95250"/>
                  </a:moveTo>
                  <a:cubicBezTo>
                    <a:pt x="144462" y="71437"/>
                    <a:pt x="143669" y="47625"/>
                    <a:pt x="142875" y="23812"/>
                  </a:cubicBezTo>
                  <a:lnTo>
                    <a:pt x="126206" y="0"/>
                  </a:lnTo>
                  <a:lnTo>
                    <a:pt x="107156" y="50006"/>
                  </a:lnTo>
                  <a:lnTo>
                    <a:pt x="64294" y="61912"/>
                  </a:lnTo>
                  <a:lnTo>
                    <a:pt x="64294" y="88106"/>
                  </a:lnTo>
                  <a:lnTo>
                    <a:pt x="42863" y="128587"/>
                  </a:lnTo>
                  <a:lnTo>
                    <a:pt x="26194" y="157162"/>
                  </a:lnTo>
                  <a:lnTo>
                    <a:pt x="14288" y="176212"/>
                  </a:lnTo>
                  <a:lnTo>
                    <a:pt x="9525" y="200025"/>
                  </a:lnTo>
                  <a:lnTo>
                    <a:pt x="0" y="223837"/>
                  </a:lnTo>
                  <a:lnTo>
                    <a:pt x="30956" y="247650"/>
                  </a:lnTo>
                  <a:lnTo>
                    <a:pt x="54769" y="292894"/>
                  </a:lnTo>
                  <a:lnTo>
                    <a:pt x="54769" y="342900"/>
                  </a:lnTo>
                  <a:lnTo>
                    <a:pt x="76200" y="357187"/>
                  </a:lnTo>
                  <a:lnTo>
                    <a:pt x="80963" y="333375"/>
                  </a:lnTo>
                  <a:lnTo>
                    <a:pt x="95250" y="333375"/>
                  </a:lnTo>
                  <a:lnTo>
                    <a:pt x="121444" y="321469"/>
                  </a:lnTo>
                  <a:cubicBezTo>
                    <a:pt x="121444" y="338931"/>
                    <a:pt x="121443" y="356394"/>
                    <a:pt x="121443" y="373856"/>
                  </a:cubicBezTo>
                  <a:lnTo>
                    <a:pt x="164307" y="476250"/>
                  </a:lnTo>
                  <a:lnTo>
                    <a:pt x="176213" y="385763"/>
                  </a:lnTo>
                  <a:lnTo>
                    <a:pt x="145257" y="383381"/>
                  </a:lnTo>
                  <a:lnTo>
                    <a:pt x="154780" y="307181"/>
                  </a:lnTo>
                  <a:lnTo>
                    <a:pt x="138113" y="295275"/>
                  </a:lnTo>
                  <a:lnTo>
                    <a:pt x="130969" y="257175"/>
                  </a:lnTo>
                  <a:lnTo>
                    <a:pt x="147638" y="247650"/>
                  </a:lnTo>
                  <a:lnTo>
                    <a:pt x="176213" y="240506"/>
                  </a:lnTo>
                  <a:lnTo>
                    <a:pt x="180975" y="223837"/>
                  </a:lnTo>
                  <a:lnTo>
                    <a:pt x="180975" y="190500"/>
                  </a:lnTo>
                  <a:lnTo>
                    <a:pt x="176213" y="171450"/>
                  </a:lnTo>
                  <a:lnTo>
                    <a:pt x="142875" y="135731"/>
                  </a:lnTo>
                  <a:lnTo>
                    <a:pt x="145256" y="9525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3" name="Freeform: Shape 42">
              <a:extLst>
                <a:ext uri="{FF2B5EF4-FFF2-40B4-BE49-F238E27FC236}">
                  <a16:creationId xmlns:a16="http://schemas.microsoft.com/office/drawing/2014/main" id="{9AA93D18-3AE3-49ED-9C25-943679597552}"/>
                </a:ext>
              </a:extLst>
            </p:cNvPr>
            <p:cNvSpPr/>
            <p:nvPr/>
          </p:nvSpPr>
          <p:spPr bwMode="auto">
            <a:xfrm>
              <a:off x="6255544" y="3907631"/>
              <a:ext cx="209550" cy="121444"/>
            </a:xfrm>
            <a:custGeom>
              <a:avLst/>
              <a:gdLst>
                <a:gd name="connsiteX0" fmla="*/ 209550 w 209550"/>
                <a:gd name="connsiteY0" fmla="*/ 121444 h 121444"/>
                <a:gd name="connsiteX1" fmla="*/ 209550 w 209550"/>
                <a:gd name="connsiteY1" fmla="*/ 64294 h 121444"/>
                <a:gd name="connsiteX2" fmla="*/ 147637 w 209550"/>
                <a:gd name="connsiteY2" fmla="*/ 57150 h 121444"/>
                <a:gd name="connsiteX3" fmla="*/ 21431 w 209550"/>
                <a:gd name="connsiteY3" fmla="*/ 0 h 121444"/>
                <a:gd name="connsiteX4" fmla="*/ 0 w 209550"/>
                <a:gd name="connsiteY4" fmla="*/ 19050 h 121444"/>
                <a:gd name="connsiteX5" fmla="*/ 2381 w 209550"/>
                <a:gd name="connsiteY5" fmla="*/ 45244 h 121444"/>
                <a:gd name="connsiteX6" fmla="*/ 35719 w 209550"/>
                <a:gd name="connsiteY6" fmla="*/ 66675 h 121444"/>
                <a:gd name="connsiteX7" fmla="*/ 50006 w 209550"/>
                <a:gd name="connsiteY7" fmla="*/ 97632 h 121444"/>
                <a:gd name="connsiteX8" fmla="*/ 121444 w 209550"/>
                <a:gd name="connsiteY8" fmla="*/ 92869 h 121444"/>
                <a:gd name="connsiteX9" fmla="*/ 145256 w 209550"/>
                <a:gd name="connsiteY9" fmla="*/ 111919 h 121444"/>
                <a:gd name="connsiteX10" fmla="*/ 209550 w 209550"/>
                <a:gd name="connsiteY10" fmla="*/ 121444 h 121444"/>
                <a:gd name="connsiteX0" fmla="*/ 209550 w 209550"/>
                <a:gd name="connsiteY0" fmla="*/ 121444 h 121444"/>
                <a:gd name="connsiteX1" fmla="*/ 209550 w 209550"/>
                <a:gd name="connsiteY1" fmla="*/ 64294 h 121444"/>
                <a:gd name="connsiteX2" fmla="*/ 147637 w 209550"/>
                <a:gd name="connsiteY2" fmla="*/ 57150 h 121444"/>
                <a:gd name="connsiteX3" fmla="*/ 76200 w 209550"/>
                <a:gd name="connsiteY3" fmla="*/ 26194 h 121444"/>
                <a:gd name="connsiteX4" fmla="*/ 21431 w 209550"/>
                <a:gd name="connsiteY4" fmla="*/ 0 h 121444"/>
                <a:gd name="connsiteX5" fmla="*/ 0 w 209550"/>
                <a:gd name="connsiteY5" fmla="*/ 19050 h 121444"/>
                <a:gd name="connsiteX6" fmla="*/ 2381 w 209550"/>
                <a:gd name="connsiteY6" fmla="*/ 45244 h 121444"/>
                <a:gd name="connsiteX7" fmla="*/ 35719 w 209550"/>
                <a:gd name="connsiteY7" fmla="*/ 66675 h 121444"/>
                <a:gd name="connsiteX8" fmla="*/ 50006 w 209550"/>
                <a:gd name="connsiteY8" fmla="*/ 97632 h 121444"/>
                <a:gd name="connsiteX9" fmla="*/ 121444 w 209550"/>
                <a:gd name="connsiteY9" fmla="*/ 92869 h 121444"/>
                <a:gd name="connsiteX10" fmla="*/ 145256 w 209550"/>
                <a:gd name="connsiteY10" fmla="*/ 111919 h 121444"/>
                <a:gd name="connsiteX11" fmla="*/ 209550 w 209550"/>
                <a:gd name="connsiteY11" fmla="*/ 121444 h 121444"/>
                <a:gd name="connsiteX0" fmla="*/ 209550 w 209550"/>
                <a:gd name="connsiteY0" fmla="*/ 121444 h 121444"/>
                <a:gd name="connsiteX1" fmla="*/ 209550 w 209550"/>
                <a:gd name="connsiteY1" fmla="*/ 64294 h 121444"/>
                <a:gd name="connsiteX2" fmla="*/ 147637 w 209550"/>
                <a:gd name="connsiteY2" fmla="*/ 57150 h 121444"/>
                <a:gd name="connsiteX3" fmla="*/ 71437 w 209550"/>
                <a:gd name="connsiteY3" fmla="*/ 14288 h 121444"/>
                <a:gd name="connsiteX4" fmla="*/ 21431 w 209550"/>
                <a:gd name="connsiteY4" fmla="*/ 0 h 121444"/>
                <a:gd name="connsiteX5" fmla="*/ 0 w 209550"/>
                <a:gd name="connsiteY5" fmla="*/ 19050 h 121444"/>
                <a:gd name="connsiteX6" fmla="*/ 2381 w 209550"/>
                <a:gd name="connsiteY6" fmla="*/ 45244 h 121444"/>
                <a:gd name="connsiteX7" fmla="*/ 35719 w 209550"/>
                <a:gd name="connsiteY7" fmla="*/ 66675 h 121444"/>
                <a:gd name="connsiteX8" fmla="*/ 50006 w 209550"/>
                <a:gd name="connsiteY8" fmla="*/ 97632 h 121444"/>
                <a:gd name="connsiteX9" fmla="*/ 121444 w 209550"/>
                <a:gd name="connsiteY9" fmla="*/ 92869 h 121444"/>
                <a:gd name="connsiteX10" fmla="*/ 145256 w 209550"/>
                <a:gd name="connsiteY10" fmla="*/ 111919 h 121444"/>
                <a:gd name="connsiteX11" fmla="*/ 209550 w 209550"/>
                <a:gd name="connsiteY11" fmla="*/ 121444 h 121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9550" h="121444">
                  <a:moveTo>
                    <a:pt x="209550" y="121444"/>
                  </a:moveTo>
                  <a:lnTo>
                    <a:pt x="209550" y="64294"/>
                  </a:lnTo>
                  <a:lnTo>
                    <a:pt x="147637" y="57150"/>
                  </a:lnTo>
                  <a:lnTo>
                    <a:pt x="71437" y="14288"/>
                  </a:lnTo>
                  <a:lnTo>
                    <a:pt x="21431" y="0"/>
                  </a:lnTo>
                  <a:lnTo>
                    <a:pt x="0" y="19050"/>
                  </a:lnTo>
                  <a:lnTo>
                    <a:pt x="2381" y="45244"/>
                  </a:lnTo>
                  <a:lnTo>
                    <a:pt x="35719" y="66675"/>
                  </a:lnTo>
                  <a:lnTo>
                    <a:pt x="50006" y="97632"/>
                  </a:lnTo>
                  <a:lnTo>
                    <a:pt x="121444" y="92869"/>
                  </a:lnTo>
                  <a:lnTo>
                    <a:pt x="145256" y="111919"/>
                  </a:lnTo>
                  <a:lnTo>
                    <a:pt x="209550" y="121444"/>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4" name="Freeform: Shape 44">
              <a:extLst>
                <a:ext uri="{FF2B5EF4-FFF2-40B4-BE49-F238E27FC236}">
                  <a16:creationId xmlns:a16="http://schemas.microsoft.com/office/drawing/2014/main" id="{E4E29C8B-B429-4002-9851-F894CABFEC65}"/>
                </a:ext>
              </a:extLst>
            </p:cNvPr>
            <p:cNvSpPr/>
            <p:nvPr/>
          </p:nvSpPr>
          <p:spPr bwMode="auto">
            <a:xfrm>
              <a:off x="6457950" y="3955256"/>
              <a:ext cx="226220" cy="171450"/>
            </a:xfrm>
            <a:custGeom>
              <a:avLst/>
              <a:gdLst>
                <a:gd name="connsiteX0" fmla="*/ 209550 w 209550"/>
                <a:gd name="connsiteY0" fmla="*/ 23812 h 150018"/>
                <a:gd name="connsiteX1" fmla="*/ 166688 w 209550"/>
                <a:gd name="connsiteY1" fmla="*/ 64293 h 150018"/>
                <a:gd name="connsiteX2" fmla="*/ 111919 w 209550"/>
                <a:gd name="connsiteY2" fmla="*/ 150018 h 150018"/>
                <a:gd name="connsiteX3" fmla="*/ 97631 w 209550"/>
                <a:gd name="connsiteY3" fmla="*/ 128587 h 150018"/>
                <a:gd name="connsiteX4" fmla="*/ 80963 w 209550"/>
                <a:gd name="connsiteY4" fmla="*/ 123825 h 150018"/>
                <a:gd name="connsiteX5" fmla="*/ 83344 w 209550"/>
                <a:gd name="connsiteY5" fmla="*/ 95250 h 150018"/>
                <a:gd name="connsiteX6" fmla="*/ 100013 w 209550"/>
                <a:gd name="connsiteY6" fmla="*/ 83343 h 150018"/>
                <a:gd name="connsiteX7" fmla="*/ 69056 w 209550"/>
                <a:gd name="connsiteY7" fmla="*/ 76200 h 150018"/>
                <a:gd name="connsiteX8" fmla="*/ 30956 w 209550"/>
                <a:gd name="connsiteY8" fmla="*/ 42862 h 150018"/>
                <a:gd name="connsiteX9" fmla="*/ 0 w 209550"/>
                <a:gd name="connsiteY9" fmla="*/ 0 h 150018"/>
                <a:gd name="connsiteX10" fmla="*/ 26194 w 209550"/>
                <a:gd name="connsiteY10" fmla="*/ 0 h 150018"/>
                <a:gd name="connsiteX11" fmla="*/ 40481 w 209550"/>
                <a:gd name="connsiteY11" fmla="*/ 33337 h 150018"/>
                <a:gd name="connsiteX12" fmla="*/ 71438 w 209550"/>
                <a:gd name="connsiteY12" fmla="*/ 40481 h 150018"/>
                <a:gd name="connsiteX13" fmla="*/ 102394 w 209550"/>
                <a:gd name="connsiteY13" fmla="*/ 16668 h 150018"/>
                <a:gd name="connsiteX14" fmla="*/ 130969 w 209550"/>
                <a:gd name="connsiteY14" fmla="*/ 19050 h 150018"/>
                <a:gd name="connsiteX15" fmla="*/ 209550 w 209550"/>
                <a:gd name="connsiteY15" fmla="*/ 23812 h 150018"/>
                <a:gd name="connsiteX0" fmla="*/ 209550 w 209550"/>
                <a:gd name="connsiteY0" fmla="*/ 23812 h 150018"/>
                <a:gd name="connsiteX1" fmla="*/ 166688 w 209550"/>
                <a:gd name="connsiteY1" fmla="*/ 64293 h 150018"/>
                <a:gd name="connsiteX2" fmla="*/ 111919 w 209550"/>
                <a:gd name="connsiteY2" fmla="*/ 150018 h 150018"/>
                <a:gd name="connsiteX3" fmla="*/ 97631 w 209550"/>
                <a:gd name="connsiteY3" fmla="*/ 128587 h 150018"/>
                <a:gd name="connsiteX4" fmla="*/ 80963 w 209550"/>
                <a:gd name="connsiteY4" fmla="*/ 123825 h 150018"/>
                <a:gd name="connsiteX5" fmla="*/ 83344 w 209550"/>
                <a:gd name="connsiteY5" fmla="*/ 95250 h 150018"/>
                <a:gd name="connsiteX6" fmla="*/ 100013 w 209550"/>
                <a:gd name="connsiteY6" fmla="*/ 83343 h 150018"/>
                <a:gd name="connsiteX7" fmla="*/ 69056 w 209550"/>
                <a:gd name="connsiteY7" fmla="*/ 76200 h 150018"/>
                <a:gd name="connsiteX8" fmla="*/ 30956 w 209550"/>
                <a:gd name="connsiteY8" fmla="*/ 42862 h 150018"/>
                <a:gd name="connsiteX9" fmla="*/ 0 w 209550"/>
                <a:gd name="connsiteY9" fmla="*/ 0 h 150018"/>
                <a:gd name="connsiteX10" fmla="*/ 26194 w 209550"/>
                <a:gd name="connsiteY10" fmla="*/ 0 h 150018"/>
                <a:gd name="connsiteX11" fmla="*/ 40481 w 209550"/>
                <a:gd name="connsiteY11" fmla="*/ 33337 h 150018"/>
                <a:gd name="connsiteX12" fmla="*/ 71438 w 209550"/>
                <a:gd name="connsiteY12" fmla="*/ 40481 h 150018"/>
                <a:gd name="connsiteX13" fmla="*/ 102394 w 209550"/>
                <a:gd name="connsiteY13" fmla="*/ 16668 h 150018"/>
                <a:gd name="connsiteX14" fmla="*/ 130969 w 209550"/>
                <a:gd name="connsiteY14" fmla="*/ 19050 h 150018"/>
                <a:gd name="connsiteX15" fmla="*/ 166688 w 209550"/>
                <a:gd name="connsiteY15" fmla="*/ 19050 h 150018"/>
                <a:gd name="connsiteX16" fmla="*/ 209550 w 209550"/>
                <a:gd name="connsiteY16" fmla="*/ 23812 h 150018"/>
                <a:gd name="connsiteX0" fmla="*/ 209550 w 209550"/>
                <a:gd name="connsiteY0" fmla="*/ 38100 h 164306"/>
                <a:gd name="connsiteX1" fmla="*/ 166688 w 209550"/>
                <a:gd name="connsiteY1" fmla="*/ 78581 h 164306"/>
                <a:gd name="connsiteX2" fmla="*/ 111919 w 209550"/>
                <a:gd name="connsiteY2" fmla="*/ 164306 h 164306"/>
                <a:gd name="connsiteX3" fmla="*/ 97631 w 209550"/>
                <a:gd name="connsiteY3" fmla="*/ 142875 h 164306"/>
                <a:gd name="connsiteX4" fmla="*/ 80963 w 209550"/>
                <a:gd name="connsiteY4" fmla="*/ 138113 h 164306"/>
                <a:gd name="connsiteX5" fmla="*/ 83344 w 209550"/>
                <a:gd name="connsiteY5" fmla="*/ 109538 h 164306"/>
                <a:gd name="connsiteX6" fmla="*/ 100013 w 209550"/>
                <a:gd name="connsiteY6" fmla="*/ 97631 h 164306"/>
                <a:gd name="connsiteX7" fmla="*/ 69056 w 209550"/>
                <a:gd name="connsiteY7" fmla="*/ 90488 h 164306"/>
                <a:gd name="connsiteX8" fmla="*/ 30956 w 209550"/>
                <a:gd name="connsiteY8" fmla="*/ 57150 h 164306"/>
                <a:gd name="connsiteX9" fmla="*/ 0 w 209550"/>
                <a:gd name="connsiteY9" fmla="*/ 14288 h 164306"/>
                <a:gd name="connsiteX10" fmla="*/ 26194 w 209550"/>
                <a:gd name="connsiteY10" fmla="*/ 14288 h 164306"/>
                <a:gd name="connsiteX11" fmla="*/ 40481 w 209550"/>
                <a:gd name="connsiteY11" fmla="*/ 47625 h 164306"/>
                <a:gd name="connsiteX12" fmla="*/ 71438 w 209550"/>
                <a:gd name="connsiteY12" fmla="*/ 54769 h 164306"/>
                <a:gd name="connsiteX13" fmla="*/ 102394 w 209550"/>
                <a:gd name="connsiteY13" fmla="*/ 30956 h 164306"/>
                <a:gd name="connsiteX14" fmla="*/ 130969 w 209550"/>
                <a:gd name="connsiteY14" fmla="*/ 33338 h 164306"/>
                <a:gd name="connsiteX15" fmla="*/ 176213 w 209550"/>
                <a:gd name="connsiteY15" fmla="*/ 0 h 164306"/>
                <a:gd name="connsiteX16" fmla="*/ 209550 w 209550"/>
                <a:gd name="connsiteY16" fmla="*/ 38100 h 164306"/>
                <a:gd name="connsiteX0" fmla="*/ 209550 w 209550"/>
                <a:gd name="connsiteY0" fmla="*/ 38100 h 164306"/>
                <a:gd name="connsiteX1" fmla="*/ 188119 w 209550"/>
                <a:gd name="connsiteY1" fmla="*/ 23813 h 164306"/>
                <a:gd name="connsiteX2" fmla="*/ 166688 w 209550"/>
                <a:gd name="connsiteY2" fmla="*/ 78581 h 164306"/>
                <a:gd name="connsiteX3" fmla="*/ 111919 w 209550"/>
                <a:gd name="connsiteY3" fmla="*/ 164306 h 164306"/>
                <a:gd name="connsiteX4" fmla="*/ 97631 w 209550"/>
                <a:gd name="connsiteY4" fmla="*/ 142875 h 164306"/>
                <a:gd name="connsiteX5" fmla="*/ 80963 w 209550"/>
                <a:gd name="connsiteY5" fmla="*/ 138113 h 164306"/>
                <a:gd name="connsiteX6" fmla="*/ 83344 w 209550"/>
                <a:gd name="connsiteY6" fmla="*/ 109538 h 164306"/>
                <a:gd name="connsiteX7" fmla="*/ 100013 w 209550"/>
                <a:gd name="connsiteY7" fmla="*/ 97631 h 164306"/>
                <a:gd name="connsiteX8" fmla="*/ 69056 w 209550"/>
                <a:gd name="connsiteY8" fmla="*/ 90488 h 164306"/>
                <a:gd name="connsiteX9" fmla="*/ 30956 w 209550"/>
                <a:gd name="connsiteY9" fmla="*/ 57150 h 164306"/>
                <a:gd name="connsiteX10" fmla="*/ 0 w 209550"/>
                <a:gd name="connsiteY10" fmla="*/ 14288 h 164306"/>
                <a:gd name="connsiteX11" fmla="*/ 26194 w 209550"/>
                <a:gd name="connsiteY11" fmla="*/ 14288 h 164306"/>
                <a:gd name="connsiteX12" fmla="*/ 40481 w 209550"/>
                <a:gd name="connsiteY12" fmla="*/ 47625 h 164306"/>
                <a:gd name="connsiteX13" fmla="*/ 71438 w 209550"/>
                <a:gd name="connsiteY13" fmla="*/ 54769 h 164306"/>
                <a:gd name="connsiteX14" fmla="*/ 102394 w 209550"/>
                <a:gd name="connsiteY14" fmla="*/ 30956 h 164306"/>
                <a:gd name="connsiteX15" fmla="*/ 130969 w 209550"/>
                <a:gd name="connsiteY15" fmla="*/ 33338 h 164306"/>
                <a:gd name="connsiteX16" fmla="*/ 176213 w 209550"/>
                <a:gd name="connsiteY16" fmla="*/ 0 h 164306"/>
                <a:gd name="connsiteX17" fmla="*/ 209550 w 209550"/>
                <a:gd name="connsiteY17" fmla="*/ 38100 h 164306"/>
                <a:gd name="connsiteX0" fmla="*/ 209550 w 228600"/>
                <a:gd name="connsiteY0" fmla="*/ 50005 h 176211"/>
                <a:gd name="connsiteX1" fmla="*/ 228600 w 228600"/>
                <a:gd name="connsiteY1" fmla="*/ 0 h 176211"/>
                <a:gd name="connsiteX2" fmla="*/ 166688 w 228600"/>
                <a:gd name="connsiteY2" fmla="*/ 90486 h 176211"/>
                <a:gd name="connsiteX3" fmla="*/ 111919 w 228600"/>
                <a:gd name="connsiteY3" fmla="*/ 176211 h 176211"/>
                <a:gd name="connsiteX4" fmla="*/ 97631 w 228600"/>
                <a:gd name="connsiteY4" fmla="*/ 154780 h 176211"/>
                <a:gd name="connsiteX5" fmla="*/ 80963 w 228600"/>
                <a:gd name="connsiteY5" fmla="*/ 150018 h 176211"/>
                <a:gd name="connsiteX6" fmla="*/ 83344 w 228600"/>
                <a:gd name="connsiteY6" fmla="*/ 121443 h 176211"/>
                <a:gd name="connsiteX7" fmla="*/ 100013 w 228600"/>
                <a:gd name="connsiteY7" fmla="*/ 109536 h 176211"/>
                <a:gd name="connsiteX8" fmla="*/ 69056 w 228600"/>
                <a:gd name="connsiteY8" fmla="*/ 102393 h 176211"/>
                <a:gd name="connsiteX9" fmla="*/ 30956 w 228600"/>
                <a:gd name="connsiteY9" fmla="*/ 69055 h 176211"/>
                <a:gd name="connsiteX10" fmla="*/ 0 w 228600"/>
                <a:gd name="connsiteY10" fmla="*/ 26193 h 176211"/>
                <a:gd name="connsiteX11" fmla="*/ 26194 w 228600"/>
                <a:gd name="connsiteY11" fmla="*/ 26193 h 176211"/>
                <a:gd name="connsiteX12" fmla="*/ 40481 w 228600"/>
                <a:gd name="connsiteY12" fmla="*/ 59530 h 176211"/>
                <a:gd name="connsiteX13" fmla="*/ 71438 w 228600"/>
                <a:gd name="connsiteY13" fmla="*/ 66674 h 176211"/>
                <a:gd name="connsiteX14" fmla="*/ 102394 w 228600"/>
                <a:gd name="connsiteY14" fmla="*/ 42861 h 176211"/>
                <a:gd name="connsiteX15" fmla="*/ 130969 w 228600"/>
                <a:gd name="connsiteY15" fmla="*/ 45243 h 176211"/>
                <a:gd name="connsiteX16" fmla="*/ 176213 w 228600"/>
                <a:gd name="connsiteY16" fmla="*/ 11905 h 176211"/>
                <a:gd name="connsiteX17" fmla="*/ 209550 w 228600"/>
                <a:gd name="connsiteY17" fmla="*/ 50005 h 176211"/>
                <a:gd name="connsiteX0" fmla="*/ 204787 w 228600"/>
                <a:gd name="connsiteY0" fmla="*/ 4761 h 176211"/>
                <a:gd name="connsiteX1" fmla="*/ 228600 w 228600"/>
                <a:gd name="connsiteY1" fmla="*/ 0 h 176211"/>
                <a:gd name="connsiteX2" fmla="*/ 166688 w 228600"/>
                <a:gd name="connsiteY2" fmla="*/ 90486 h 176211"/>
                <a:gd name="connsiteX3" fmla="*/ 111919 w 228600"/>
                <a:gd name="connsiteY3" fmla="*/ 176211 h 176211"/>
                <a:gd name="connsiteX4" fmla="*/ 97631 w 228600"/>
                <a:gd name="connsiteY4" fmla="*/ 154780 h 176211"/>
                <a:gd name="connsiteX5" fmla="*/ 80963 w 228600"/>
                <a:gd name="connsiteY5" fmla="*/ 150018 h 176211"/>
                <a:gd name="connsiteX6" fmla="*/ 83344 w 228600"/>
                <a:gd name="connsiteY6" fmla="*/ 121443 h 176211"/>
                <a:gd name="connsiteX7" fmla="*/ 100013 w 228600"/>
                <a:gd name="connsiteY7" fmla="*/ 109536 h 176211"/>
                <a:gd name="connsiteX8" fmla="*/ 69056 w 228600"/>
                <a:gd name="connsiteY8" fmla="*/ 102393 h 176211"/>
                <a:gd name="connsiteX9" fmla="*/ 30956 w 228600"/>
                <a:gd name="connsiteY9" fmla="*/ 69055 h 176211"/>
                <a:gd name="connsiteX10" fmla="*/ 0 w 228600"/>
                <a:gd name="connsiteY10" fmla="*/ 26193 h 176211"/>
                <a:gd name="connsiteX11" fmla="*/ 26194 w 228600"/>
                <a:gd name="connsiteY11" fmla="*/ 26193 h 176211"/>
                <a:gd name="connsiteX12" fmla="*/ 40481 w 228600"/>
                <a:gd name="connsiteY12" fmla="*/ 59530 h 176211"/>
                <a:gd name="connsiteX13" fmla="*/ 71438 w 228600"/>
                <a:gd name="connsiteY13" fmla="*/ 66674 h 176211"/>
                <a:gd name="connsiteX14" fmla="*/ 102394 w 228600"/>
                <a:gd name="connsiteY14" fmla="*/ 42861 h 176211"/>
                <a:gd name="connsiteX15" fmla="*/ 130969 w 228600"/>
                <a:gd name="connsiteY15" fmla="*/ 45243 h 176211"/>
                <a:gd name="connsiteX16" fmla="*/ 176213 w 228600"/>
                <a:gd name="connsiteY16" fmla="*/ 11905 h 176211"/>
                <a:gd name="connsiteX17" fmla="*/ 204787 w 228600"/>
                <a:gd name="connsiteY17" fmla="*/ 4761 h 176211"/>
                <a:gd name="connsiteX0" fmla="*/ 204787 w 211931"/>
                <a:gd name="connsiteY0" fmla="*/ 0 h 171450"/>
                <a:gd name="connsiteX1" fmla="*/ 211931 w 211931"/>
                <a:gd name="connsiteY1" fmla="*/ 47627 h 171450"/>
                <a:gd name="connsiteX2" fmla="*/ 166688 w 211931"/>
                <a:gd name="connsiteY2" fmla="*/ 85725 h 171450"/>
                <a:gd name="connsiteX3" fmla="*/ 111919 w 211931"/>
                <a:gd name="connsiteY3" fmla="*/ 171450 h 171450"/>
                <a:gd name="connsiteX4" fmla="*/ 97631 w 211931"/>
                <a:gd name="connsiteY4" fmla="*/ 150019 h 171450"/>
                <a:gd name="connsiteX5" fmla="*/ 80963 w 211931"/>
                <a:gd name="connsiteY5" fmla="*/ 145257 h 171450"/>
                <a:gd name="connsiteX6" fmla="*/ 83344 w 211931"/>
                <a:gd name="connsiteY6" fmla="*/ 116682 h 171450"/>
                <a:gd name="connsiteX7" fmla="*/ 100013 w 211931"/>
                <a:gd name="connsiteY7" fmla="*/ 104775 h 171450"/>
                <a:gd name="connsiteX8" fmla="*/ 69056 w 211931"/>
                <a:gd name="connsiteY8" fmla="*/ 97632 h 171450"/>
                <a:gd name="connsiteX9" fmla="*/ 30956 w 211931"/>
                <a:gd name="connsiteY9" fmla="*/ 64294 h 171450"/>
                <a:gd name="connsiteX10" fmla="*/ 0 w 211931"/>
                <a:gd name="connsiteY10" fmla="*/ 21432 h 171450"/>
                <a:gd name="connsiteX11" fmla="*/ 26194 w 211931"/>
                <a:gd name="connsiteY11" fmla="*/ 21432 h 171450"/>
                <a:gd name="connsiteX12" fmla="*/ 40481 w 211931"/>
                <a:gd name="connsiteY12" fmla="*/ 54769 h 171450"/>
                <a:gd name="connsiteX13" fmla="*/ 71438 w 211931"/>
                <a:gd name="connsiteY13" fmla="*/ 61913 h 171450"/>
                <a:gd name="connsiteX14" fmla="*/ 102394 w 211931"/>
                <a:gd name="connsiteY14" fmla="*/ 38100 h 171450"/>
                <a:gd name="connsiteX15" fmla="*/ 130969 w 211931"/>
                <a:gd name="connsiteY15" fmla="*/ 40482 h 171450"/>
                <a:gd name="connsiteX16" fmla="*/ 176213 w 211931"/>
                <a:gd name="connsiteY16" fmla="*/ 7144 h 171450"/>
                <a:gd name="connsiteX17" fmla="*/ 204787 w 211931"/>
                <a:gd name="connsiteY17" fmla="*/ 0 h 171450"/>
                <a:gd name="connsiteX0" fmla="*/ 204787 w 211931"/>
                <a:gd name="connsiteY0" fmla="*/ 0 h 171450"/>
                <a:gd name="connsiteX1" fmla="*/ 209551 w 211931"/>
                <a:gd name="connsiteY1" fmla="*/ 23813 h 171450"/>
                <a:gd name="connsiteX2" fmla="*/ 211931 w 211931"/>
                <a:gd name="connsiteY2" fmla="*/ 47627 h 171450"/>
                <a:gd name="connsiteX3" fmla="*/ 166688 w 211931"/>
                <a:gd name="connsiteY3" fmla="*/ 85725 h 171450"/>
                <a:gd name="connsiteX4" fmla="*/ 111919 w 211931"/>
                <a:gd name="connsiteY4" fmla="*/ 171450 h 171450"/>
                <a:gd name="connsiteX5" fmla="*/ 97631 w 211931"/>
                <a:gd name="connsiteY5" fmla="*/ 150019 h 171450"/>
                <a:gd name="connsiteX6" fmla="*/ 80963 w 211931"/>
                <a:gd name="connsiteY6" fmla="*/ 145257 h 171450"/>
                <a:gd name="connsiteX7" fmla="*/ 83344 w 211931"/>
                <a:gd name="connsiteY7" fmla="*/ 116682 h 171450"/>
                <a:gd name="connsiteX8" fmla="*/ 100013 w 211931"/>
                <a:gd name="connsiteY8" fmla="*/ 104775 h 171450"/>
                <a:gd name="connsiteX9" fmla="*/ 69056 w 211931"/>
                <a:gd name="connsiteY9" fmla="*/ 97632 h 171450"/>
                <a:gd name="connsiteX10" fmla="*/ 30956 w 211931"/>
                <a:gd name="connsiteY10" fmla="*/ 64294 h 171450"/>
                <a:gd name="connsiteX11" fmla="*/ 0 w 211931"/>
                <a:gd name="connsiteY11" fmla="*/ 21432 h 171450"/>
                <a:gd name="connsiteX12" fmla="*/ 26194 w 211931"/>
                <a:gd name="connsiteY12" fmla="*/ 21432 h 171450"/>
                <a:gd name="connsiteX13" fmla="*/ 40481 w 211931"/>
                <a:gd name="connsiteY13" fmla="*/ 54769 h 171450"/>
                <a:gd name="connsiteX14" fmla="*/ 71438 w 211931"/>
                <a:gd name="connsiteY14" fmla="*/ 61913 h 171450"/>
                <a:gd name="connsiteX15" fmla="*/ 102394 w 211931"/>
                <a:gd name="connsiteY15" fmla="*/ 38100 h 171450"/>
                <a:gd name="connsiteX16" fmla="*/ 130969 w 211931"/>
                <a:gd name="connsiteY16" fmla="*/ 40482 h 171450"/>
                <a:gd name="connsiteX17" fmla="*/ 176213 w 211931"/>
                <a:gd name="connsiteY17" fmla="*/ 7144 h 171450"/>
                <a:gd name="connsiteX18" fmla="*/ 204787 w 211931"/>
                <a:gd name="connsiteY18" fmla="*/ 0 h 171450"/>
                <a:gd name="connsiteX0" fmla="*/ 204787 w 226220"/>
                <a:gd name="connsiteY0" fmla="*/ 0 h 171450"/>
                <a:gd name="connsiteX1" fmla="*/ 226220 w 226220"/>
                <a:gd name="connsiteY1" fmla="*/ 4763 h 171450"/>
                <a:gd name="connsiteX2" fmla="*/ 211931 w 226220"/>
                <a:gd name="connsiteY2" fmla="*/ 47627 h 171450"/>
                <a:gd name="connsiteX3" fmla="*/ 166688 w 226220"/>
                <a:gd name="connsiteY3" fmla="*/ 85725 h 171450"/>
                <a:gd name="connsiteX4" fmla="*/ 111919 w 226220"/>
                <a:gd name="connsiteY4" fmla="*/ 171450 h 171450"/>
                <a:gd name="connsiteX5" fmla="*/ 97631 w 226220"/>
                <a:gd name="connsiteY5" fmla="*/ 150019 h 171450"/>
                <a:gd name="connsiteX6" fmla="*/ 80963 w 226220"/>
                <a:gd name="connsiteY6" fmla="*/ 145257 h 171450"/>
                <a:gd name="connsiteX7" fmla="*/ 83344 w 226220"/>
                <a:gd name="connsiteY7" fmla="*/ 116682 h 171450"/>
                <a:gd name="connsiteX8" fmla="*/ 100013 w 226220"/>
                <a:gd name="connsiteY8" fmla="*/ 104775 h 171450"/>
                <a:gd name="connsiteX9" fmla="*/ 69056 w 226220"/>
                <a:gd name="connsiteY9" fmla="*/ 97632 h 171450"/>
                <a:gd name="connsiteX10" fmla="*/ 30956 w 226220"/>
                <a:gd name="connsiteY10" fmla="*/ 64294 h 171450"/>
                <a:gd name="connsiteX11" fmla="*/ 0 w 226220"/>
                <a:gd name="connsiteY11" fmla="*/ 21432 h 171450"/>
                <a:gd name="connsiteX12" fmla="*/ 26194 w 226220"/>
                <a:gd name="connsiteY12" fmla="*/ 21432 h 171450"/>
                <a:gd name="connsiteX13" fmla="*/ 40481 w 226220"/>
                <a:gd name="connsiteY13" fmla="*/ 54769 h 171450"/>
                <a:gd name="connsiteX14" fmla="*/ 71438 w 226220"/>
                <a:gd name="connsiteY14" fmla="*/ 61913 h 171450"/>
                <a:gd name="connsiteX15" fmla="*/ 102394 w 226220"/>
                <a:gd name="connsiteY15" fmla="*/ 38100 h 171450"/>
                <a:gd name="connsiteX16" fmla="*/ 130969 w 226220"/>
                <a:gd name="connsiteY16" fmla="*/ 40482 h 171450"/>
                <a:gd name="connsiteX17" fmla="*/ 176213 w 226220"/>
                <a:gd name="connsiteY17" fmla="*/ 7144 h 171450"/>
                <a:gd name="connsiteX18" fmla="*/ 204787 w 226220"/>
                <a:gd name="connsiteY18" fmla="*/ 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220" h="171450">
                  <a:moveTo>
                    <a:pt x="204787" y="0"/>
                  </a:moveTo>
                  <a:lnTo>
                    <a:pt x="226220" y="4763"/>
                  </a:lnTo>
                  <a:lnTo>
                    <a:pt x="211931" y="47627"/>
                  </a:lnTo>
                  <a:lnTo>
                    <a:pt x="166688" y="85725"/>
                  </a:lnTo>
                  <a:lnTo>
                    <a:pt x="111919" y="171450"/>
                  </a:lnTo>
                  <a:lnTo>
                    <a:pt x="97631" y="150019"/>
                  </a:lnTo>
                  <a:lnTo>
                    <a:pt x="80963" y="145257"/>
                  </a:lnTo>
                  <a:lnTo>
                    <a:pt x="83344" y="116682"/>
                  </a:lnTo>
                  <a:lnTo>
                    <a:pt x="100013" y="104775"/>
                  </a:lnTo>
                  <a:lnTo>
                    <a:pt x="69056" y="97632"/>
                  </a:lnTo>
                  <a:lnTo>
                    <a:pt x="30956" y="64294"/>
                  </a:lnTo>
                  <a:lnTo>
                    <a:pt x="0" y="21432"/>
                  </a:lnTo>
                  <a:lnTo>
                    <a:pt x="26194" y="21432"/>
                  </a:lnTo>
                  <a:lnTo>
                    <a:pt x="40481" y="54769"/>
                  </a:lnTo>
                  <a:lnTo>
                    <a:pt x="71438" y="61913"/>
                  </a:lnTo>
                  <a:lnTo>
                    <a:pt x="102394" y="38100"/>
                  </a:lnTo>
                  <a:lnTo>
                    <a:pt x="130969" y="40482"/>
                  </a:lnTo>
                  <a:lnTo>
                    <a:pt x="176213" y="7144"/>
                  </a:lnTo>
                  <a:lnTo>
                    <a:pt x="204787"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5" name="Freeform: Shape 45">
              <a:extLst>
                <a:ext uri="{FF2B5EF4-FFF2-40B4-BE49-F238E27FC236}">
                  <a16:creationId xmlns:a16="http://schemas.microsoft.com/office/drawing/2014/main" id="{62F3982A-0767-4B24-936D-902ED33AA253}"/>
                </a:ext>
              </a:extLst>
            </p:cNvPr>
            <p:cNvSpPr/>
            <p:nvPr/>
          </p:nvSpPr>
          <p:spPr bwMode="auto">
            <a:xfrm>
              <a:off x="6474619" y="3974306"/>
              <a:ext cx="85725" cy="40481"/>
            </a:xfrm>
            <a:custGeom>
              <a:avLst/>
              <a:gdLst>
                <a:gd name="connsiteX0" fmla="*/ 85725 w 85725"/>
                <a:gd name="connsiteY0" fmla="*/ 14288 h 33338"/>
                <a:gd name="connsiteX1" fmla="*/ 0 w 85725"/>
                <a:gd name="connsiteY1" fmla="*/ 0 h 33338"/>
                <a:gd name="connsiteX2" fmla="*/ 21431 w 85725"/>
                <a:gd name="connsiteY2" fmla="*/ 33338 h 33338"/>
                <a:gd name="connsiteX3" fmla="*/ 85725 w 85725"/>
                <a:gd name="connsiteY3" fmla="*/ 14288 h 33338"/>
                <a:gd name="connsiteX0" fmla="*/ 85725 w 85725"/>
                <a:gd name="connsiteY0" fmla="*/ 14288 h 33338"/>
                <a:gd name="connsiteX1" fmla="*/ 0 w 85725"/>
                <a:gd name="connsiteY1" fmla="*/ 0 h 33338"/>
                <a:gd name="connsiteX2" fmla="*/ 21431 w 85725"/>
                <a:gd name="connsiteY2" fmla="*/ 33338 h 33338"/>
                <a:gd name="connsiteX3" fmla="*/ 47625 w 85725"/>
                <a:gd name="connsiteY3" fmla="*/ 26194 h 33338"/>
                <a:gd name="connsiteX4" fmla="*/ 85725 w 85725"/>
                <a:gd name="connsiteY4" fmla="*/ 14288 h 33338"/>
                <a:gd name="connsiteX0" fmla="*/ 85725 w 85725"/>
                <a:gd name="connsiteY0" fmla="*/ 14288 h 40481"/>
                <a:gd name="connsiteX1" fmla="*/ 0 w 85725"/>
                <a:gd name="connsiteY1" fmla="*/ 0 h 40481"/>
                <a:gd name="connsiteX2" fmla="*/ 21431 w 85725"/>
                <a:gd name="connsiteY2" fmla="*/ 33338 h 40481"/>
                <a:gd name="connsiteX3" fmla="*/ 61912 w 85725"/>
                <a:gd name="connsiteY3" fmla="*/ 40481 h 40481"/>
                <a:gd name="connsiteX4" fmla="*/ 85725 w 85725"/>
                <a:gd name="connsiteY4" fmla="*/ 14288 h 404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40481">
                  <a:moveTo>
                    <a:pt x="85725" y="14288"/>
                  </a:moveTo>
                  <a:lnTo>
                    <a:pt x="0" y="0"/>
                  </a:lnTo>
                  <a:lnTo>
                    <a:pt x="21431" y="33338"/>
                  </a:lnTo>
                  <a:lnTo>
                    <a:pt x="61912" y="40481"/>
                  </a:lnTo>
                  <a:lnTo>
                    <a:pt x="85725" y="14288"/>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6" name="Freeform: Shape 46">
              <a:extLst>
                <a:ext uri="{FF2B5EF4-FFF2-40B4-BE49-F238E27FC236}">
                  <a16:creationId xmlns:a16="http://schemas.microsoft.com/office/drawing/2014/main" id="{AB7BAEF9-9CBF-4808-A8F9-3EF70239B212}"/>
                </a:ext>
              </a:extLst>
            </p:cNvPr>
            <p:cNvSpPr/>
            <p:nvPr/>
          </p:nvSpPr>
          <p:spPr bwMode="auto">
            <a:xfrm>
              <a:off x="6815138" y="4331494"/>
              <a:ext cx="116681" cy="109537"/>
            </a:xfrm>
            <a:custGeom>
              <a:avLst/>
              <a:gdLst>
                <a:gd name="connsiteX0" fmla="*/ 80962 w 116681"/>
                <a:gd name="connsiteY0" fmla="*/ 0 h 109537"/>
                <a:gd name="connsiteX1" fmla="*/ 0 w 116681"/>
                <a:gd name="connsiteY1" fmla="*/ 7144 h 109537"/>
                <a:gd name="connsiteX2" fmla="*/ 0 w 116681"/>
                <a:gd name="connsiteY2" fmla="*/ 57150 h 109537"/>
                <a:gd name="connsiteX3" fmla="*/ 38100 w 116681"/>
                <a:gd name="connsiteY3" fmla="*/ 109537 h 109537"/>
                <a:gd name="connsiteX4" fmla="*/ 76200 w 116681"/>
                <a:gd name="connsiteY4" fmla="*/ 69056 h 109537"/>
                <a:gd name="connsiteX5" fmla="*/ 116681 w 116681"/>
                <a:gd name="connsiteY5" fmla="*/ 38100 h 109537"/>
                <a:gd name="connsiteX6" fmla="*/ 80962 w 116681"/>
                <a:gd name="connsiteY6" fmla="*/ 0 h 109537"/>
                <a:gd name="connsiteX0" fmla="*/ 80962 w 116681"/>
                <a:gd name="connsiteY0" fmla="*/ 0 h 109537"/>
                <a:gd name="connsiteX1" fmla="*/ 0 w 116681"/>
                <a:gd name="connsiteY1" fmla="*/ 7144 h 109537"/>
                <a:gd name="connsiteX2" fmla="*/ 0 w 116681"/>
                <a:gd name="connsiteY2" fmla="*/ 57150 h 109537"/>
                <a:gd name="connsiteX3" fmla="*/ 38100 w 116681"/>
                <a:gd name="connsiteY3" fmla="*/ 109537 h 109537"/>
                <a:gd name="connsiteX4" fmla="*/ 76200 w 116681"/>
                <a:gd name="connsiteY4" fmla="*/ 69056 h 109537"/>
                <a:gd name="connsiteX5" fmla="*/ 116681 w 116681"/>
                <a:gd name="connsiteY5" fmla="*/ 38100 h 109537"/>
                <a:gd name="connsiteX6" fmla="*/ 97631 w 116681"/>
                <a:gd name="connsiteY6" fmla="*/ 21431 h 109537"/>
                <a:gd name="connsiteX7" fmla="*/ 80962 w 116681"/>
                <a:gd name="connsiteY7" fmla="*/ 0 h 109537"/>
                <a:gd name="connsiteX0" fmla="*/ 80962 w 116681"/>
                <a:gd name="connsiteY0" fmla="*/ 0 h 109537"/>
                <a:gd name="connsiteX1" fmla="*/ 0 w 116681"/>
                <a:gd name="connsiteY1" fmla="*/ 7144 h 109537"/>
                <a:gd name="connsiteX2" fmla="*/ 0 w 116681"/>
                <a:gd name="connsiteY2" fmla="*/ 57150 h 109537"/>
                <a:gd name="connsiteX3" fmla="*/ 38100 w 116681"/>
                <a:gd name="connsiteY3" fmla="*/ 109537 h 109537"/>
                <a:gd name="connsiteX4" fmla="*/ 76200 w 116681"/>
                <a:gd name="connsiteY4" fmla="*/ 69056 h 109537"/>
                <a:gd name="connsiteX5" fmla="*/ 116681 w 116681"/>
                <a:gd name="connsiteY5" fmla="*/ 38100 h 109537"/>
                <a:gd name="connsiteX6" fmla="*/ 114300 w 116681"/>
                <a:gd name="connsiteY6" fmla="*/ 16668 h 109537"/>
                <a:gd name="connsiteX7" fmla="*/ 80962 w 116681"/>
                <a:gd name="connsiteY7" fmla="*/ 0 h 10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681" h="109537">
                  <a:moveTo>
                    <a:pt x="80962" y="0"/>
                  </a:moveTo>
                  <a:lnTo>
                    <a:pt x="0" y="7144"/>
                  </a:lnTo>
                  <a:lnTo>
                    <a:pt x="0" y="57150"/>
                  </a:lnTo>
                  <a:lnTo>
                    <a:pt x="38100" y="109537"/>
                  </a:lnTo>
                  <a:lnTo>
                    <a:pt x="76200" y="69056"/>
                  </a:lnTo>
                  <a:lnTo>
                    <a:pt x="116681" y="38100"/>
                  </a:lnTo>
                  <a:lnTo>
                    <a:pt x="114300" y="16668"/>
                  </a:lnTo>
                  <a:lnTo>
                    <a:pt x="80962"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7" name="Freeform: Shape 48">
              <a:extLst>
                <a:ext uri="{FF2B5EF4-FFF2-40B4-BE49-F238E27FC236}">
                  <a16:creationId xmlns:a16="http://schemas.microsoft.com/office/drawing/2014/main" id="{8E395877-203B-470C-B336-2AF4E3CA239C}"/>
                </a:ext>
              </a:extLst>
            </p:cNvPr>
            <p:cNvSpPr/>
            <p:nvPr/>
          </p:nvSpPr>
          <p:spPr bwMode="auto">
            <a:xfrm>
              <a:off x="7774781" y="3136106"/>
              <a:ext cx="71438" cy="302419"/>
            </a:xfrm>
            <a:custGeom>
              <a:avLst/>
              <a:gdLst>
                <a:gd name="connsiteX0" fmla="*/ 19050 w 71438"/>
                <a:gd name="connsiteY0" fmla="*/ 0 h 302419"/>
                <a:gd name="connsiteX1" fmla="*/ 45244 w 71438"/>
                <a:gd name="connsiteY1" fmla="*/ 111919 h 302419"/>
                <a:gd name="connsiteX2" fmla="*/ 71438 w 71438"/>
                <a:gd name="connsiteY2" fmla="*/ 211932 h 302419"/>
                <a:gd name="connsiteX3" fmla="*/ 35719 w 71438"/>
                <a:gd name="connsiteY3" fmla="*/ 190500 h 302419"/>
                <a:gd name="connsiteX4" fmla="*/ 33338 w 71438"/>
                <a:gd name="connsiteY4" fmla="*/ 207169 h 302419"/>
                <a:gd name="connsiteX5" fmla="*/ 30957 w 71438"/>
                <a:gd name="connsiteY5" fmla="*/ 269082 h 302419"/>
                <a:gd name="connsiteX6" fmla="*/ 33338 w 71438"/>
                <a:gd name="connsiteY6" fmla="*/ 302419 h 302419"/>
                <a:gd name="connsiteX7" fmla="*/ 19050 w 71438"/>
                <a:gd name="connsiteY7" fmla="*/ 283369 h 302419"/>
                <a:gd name="connsiteX8" fmla="*/ 2382 w 71438"/>
                <a:gd name="connsiteY8" fmla="*/ 300038 h 302419"/>
                <a:gd name="connsiteX9" fmla="*/ 2382 w 71438"/>
                <a:gd name="connsiteY9" fmla="*/ 300038 h 302419"/>
                <a:gd name="connsiteX10" fmla="*/ 4763 w 71438"/>
                <a:gd name="connsiteY10" fmla="*/ 235744 h 302419"/>
                <a:gd name="connsiteX11" fmla="*/ 2382 w 71438"/>
                <a:gd name="connsiteY11" fmla="*/ 209550 h 302419"/>
                <a:gd name="connsiteX12" fmla="*/ 2382 w 71438"/>
                <a:gd name="connsiteY12" fmla="*/ 150019 h 302419"/>
                <a:gd name="connsiteX13" fmla="*/ 19050 w 71438"/>
                <a:gd name="connsiteY13" fmla="*/ 111919 h 302419"/>
                <a:gd name="connsiteX14" fmla="*/ 0 w 71438"/>
                <a:gd name="connsiteY14" fmla="*/ 85725 h 302419"/>
                <a:gd name="connsiteX15" fmla="*/ 19050 w 71438"/>
                <a:gd name="connsiteY15" fmla="*/ 0 h 302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38" h="302419">
                  <a:moveTo>
                    <a:pt x="19050" y="0"/>
                  </a:moveTo>
                  <a:lnTo>
                    <a:pt x="45244" y="111919"/>
                  </a:lnTo>
                  <a:lnTo>
                    <a:pt x="71438" y="211932"/>
                  </a:lnTo>
                  <a:lnTo>
                    <a:pt x="35719" y="190500"/>
                  </a:lnTo>
                  <a:lnTo>
                    <a:pt x="33338" y="207169"/>
                  </a:lnTo>
                  <a:cubicBezTo>
                    <a:pt x="32544" y="227807"/>
                    <a:pt x="31751" y="248444"/>
                    <a:pt x="30957" y="269082"/>
                  </a:cubicBezTo>
                  <a:lnTo>
                    <a:pt x="33338" y="302419"/>
                  </a:lnTo>
                  <a:lnTo>
                    <a:pt x="19050" y="283369"/>
                  </a:lnTo>
                  <a:lnTo>
                    <a:pt x="2382" y="300038"/>
                  </a:lnTo>
                  <a:lnTo>
                    <a:pt x="2382" y="300038"/>
                  </a:lnTo>
                  <a:cubicBezTo>
                    <a:pt x="3176" y="278607"/>
                    <a:pt x="3969" y="257175"/>
                    <a:pt x="4763" y="235744"/>
                  </a:cubicBezTo>
                  <a:lnTo>
                    <a:pt x="2382" y="209550"/>
                  </a:lnTo>
                  <a:lnTo>
                    <a:pt x="2382" y="150019"/>
                  </a:lnTo>
                  <a:lnTo>
                    <a:pt x="19050" y="111919"/>
                  </a:lnTo>
                  <a:lnTo>
                    <a:pt x="0" y="85725"/>
                  </a:lnTo>
                  <a:lnTo>
                    <a:pt x="1905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8" name="Freeform: Shape 49">
              <a:extLst>
                <a:ext uri="{FF2B5EF4-FFF2-40B4-BE49-F238E27FC236}">
                  <a16:creationId xmlns:a16="http://schemas.microsoft.com/office/drawing/2014/main" id="{350267E9-C265-43EB-B4F3-2B730E00B96C}"/>
                </a:ext>
              </a:extLst>
            </p:cNvPr>
            <p:cNvSpPr/>
            <p:nvPr/>
          </p:nvSpPr>
          <p:spPr bwMode="auto">
            <a:xfrm>
              <a:off x="7736681" y="3462338"/>
              <a:ext cx="123825" cy="135731"/>
            </a:xfrm>
            <a:custGeom>
              <a:avLst/>
              <a:gdLst>
                <a:gd name="connsiteX0" fmla="*/ 42863 w 123825"/>
                <a:gd name="connsiteY0" fmla="*/ 0 h 135731"/>
                <a:gd name="connsiteX1" fmla="*/ 83344 w 123825"/>
                <a:gd name="connsiteY1" fmla="*/ 50006 h 135731"/>
                <a:gd name="connsiteX2" fmla="*/ 116682 w 123825"/>
                <a:gd name="connsiteY2" fmla="*/ 61912 h 135731"/>
                <a:gd name="connsiteX3" fmla="*/ 123825 w 123825"/>
                <a:gd name="connsiteY3" fmla="*/ 80962 h 135731"/>
                <a:gd name="connsiteX4" fmla="*/ 95250 w 123825"/>
                <a:gd name="connsiteY4" fmla="*/ 102393 h 135731"/>
                <a:gd name="connsiteX5" fmla="*/ 80963 w 123825"/>
                <a:gd name="connsiteY5" fmla="*/ 126206 h 135731"/>
                <a:gd name="connsiteX6" fmla="*/ 57150 w 123825"/>
                <a:gd name="connsiteY6" fmla="*/ 100012 h 135731"/>
                <a:gd name="connsiteX7" fmla="*/ 21432 w 123825"/>
                <a:gd name="connsiteY7" fmla="*/ 107156 h 135731"/>
                <a:gd name="connsiteX8" fmla="*/ 33338 w 123825"/>
                <a:gd name="connsiteY8" fmla="*/ 121443 h 135731"/>
                <a:gd name="connsiteX9" fmla="*/ 33338 w 123825"/>
                <a:gd name="connsiteY9" fmla="*/ 135731 h 135731"/>
                <a:gd name="connsiteX10" fmla="*/ 0 w 123825"/>
                <a:gd name="connsiteY10" fmla="*/ 135731 h 135731"/>
                <a:gd name="connsiteX11" fmla="*/ 7144 w 123825"/>
                <a:gd name="connsiteY11" fmla="*/ 92868 h 135731"/>
                <a:gd name="connsiteX12" fmla="*/ 19050 w 123825"/>
                <a:gd name="connsiteY12" fmla="*/ 69056 h 135731"/>
                <a:gd name="connsiteX13" fmla="*/ 40482 w 123825"/>
                <a:gd name="connsiteY13" fmla="*/ 73818 h 135731"/>
                <a:gd name="connsiteX14" fmla="*/ 42863 w 123825"/>
                <a:gd name="connsiteY14" fmla="*/ 0 h 135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3825" h="135731">
                  <a:moveTo>
                    <a:pt x="42863" y="0"/>
                  </a:moveTo>
                  <a:lnTo>
                    <a:pt x="83344" y="50006"/>
                  </a:lnTo>
                  <a:lnTo>
                    <a:pt x="116682" y="61912"/>
                  </a:lnTo>
                  <a:lnTo>
                    <a:pt x="123825" y="80962"/>
                  </a:lnTo>
                  <a:lnTo>
                    <a:pt x="95250" y="102393"/>
                  </a:lnTo>
                  <a:lnTo>
                    <a:pt x="80963" y="126206"/>
                  </a:lnTo>
                  <a:lnTo>
                    <a:pt x="57150" y="100012"/>
                  </a:lnTo>
                  <a:lnTo>
                    <a:pt x="21432" y="107156"/>
                  </a:lnTo>
                  <a:lnTo>
                    <a:pt x="33338" y="121443"/>
                  </a:lnTo>
                  <a:lnTo>
                    <a:pt x="33338" y="135731"/>
                  </a:lnTo>
                  <a:lnTo>
                    <a:pt x="0" y="135731"/>
                  </a:lnTo>
                  <a:lnTo>
                    <a:pt x="7144" y="92868"/>
                  </a:lnTo>
                  <a:lnTo>
                    <a:pt x="19050" y="69056"/>
                  </a:lnTo>
                  <a:lnTo>
                    <a:pt x="40482" y="73818"/>
                  </a:lnTo>
                  <a:cubicBezTo>
                    <a:pt x="41276" y="49212"/>
                    <a:pt x="42069" y="24606"/>
                    <a:pt x="42863" y="0"/>
                  </a:cubicBez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19" name="Freeform: Shape 50">
              <a:extLst>
                <a:ext uri="{FF2B5EF4-FFF2-40B4-BE49-F238E27FC236}">
                  <a16:creationId xmlns:a16="http://schemas.microsoft.com/office/drawing/2014/main" id="{0AA884D5-9037-47D7-A96F-18DF0A2EB977}"/>
                </a:ext>
              </a:extLst>
            </p:cNvPr>
            <p:cNvSpPr/>
            <p:nvPr/>
          </p:nvSpPr>
          <p:spPr bwMode="auto">
            <a:xfrm>
              <a:off x="7560469" y="3709988"/>
              <a:ext cx="219075" cy="114300"/>
            </a:xfrm>
            <a:custGeom>
              <a:avLst/>
              <a:gdLst>
                <a:gd name="connsiteX0" fmla="*/ 216694 w 219075"/>
                <a:gd name="connsiteY0" fmla="*/ 80962 h 114300"/>
                <a:gd name="connsiteX1" fmla="*/ 219075 w 219075"/>
                <a:gd name="connsiteY1" fmla="*/ 2381 h 114300"/>
                <a:gd name="connsiteX2" fmla="*/ 147637 w 219075"/>
                <a:gd name="connsiteY2" fmla="*/ 11906 h 114300"/>
                <a:gd name="connsiteX3" fmla="*/ 121444 w 219075"/>
                <a:gd name="connsiteY3" fmla="*/ 23812 h 114300"/>
                <a:gd name="connsiteX4" fmla="*/ 116681 w 219075"/>
                <a:gd name="connsiteY4" fmla="*/ 0 h 114300"/>
                <a:gd name="connsiteX5" fmla="*/ 107156 w 219075"/>
                <a:gd name="connsiteY5" fmla="*/ 40481 h 114300"/>
                <a:gd name="connsiteX6" fmla="*/ 80962 w 219075"/>
                <a:gd name="connsiteY6" fmla="*/ 59531 h 114300"/>
                <a:gd name="connsiteX7" fmla="*/ 19050 w 219075"/>
                <a:gd name="connsiteY7" fmla="*/ 45243 h 114300"/>
                <a:gd name="connsiteX8" fmla="*/ 0 w 219075"/>
                <a:gd name="connsiteY8" fmla="*/ 90487 h 114300"/>
                <a:gd name="connsiteX9" fmla="*/ 0 w 219075"/>
                <a:gd name="connsiteY9" fmla="*/ 90487 h 114300"/>
                <a:gd name="connsiteX10" fmla="*/ 52387 w 219075"/>
                <a:gd name="connsiteY10" fmla="*/ 88106 h 114300"/>
                <a:gd name="connsiteX11" fmla="*/ 97631 w 219075"/>
                <a:gd name="connsiteY11" fmla="*/ 88106 h 114300"/>
                <a:gd name="connsiteX12" fmla="*/ 92869 w 219075"/>
                <a:gd name="connsiteY12" fmla="*/ 114300 h 114300"/>
                <a:gd name="connsiteX13" fmla="*/ 111919 w 219075"/>
                <a:gd name="connsiteY13" fmla="*/ 102393 h 114300"/>
                <a:gd name="connsiteX14" fmla="*/ 128587 w 219075"/>
                <a:gd name="connsiteY14" fmla="*/ 90487 h 114300"/>
                <a:gd name="connsiteX15" fmla="*/ 216694 w 219075"/>
                <a:gd name="connsiteY15" fmla="*/ 80962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9075" h="114300">
                  <a:moveTo>
                    <a:pt x="216694" y="80962"/>
                  </a:moveTo>
                  <a:cubicBezTo>
                    <a:pt x="217488" y="54768"/>
                    <a:pt x="218281" y="28575"/>
                    <a:pt x="219075" y="2381"/>
                  </a:cubicBezTo>
                  <a:lnTo>
                    <a:pt x="147637" y="11906"/>
                  </a:lnTo>
                  <a:lnTo>
                    <a:pt x="121444" y="23812"/>
                  </a:lnTo>
                  <a:lnTo>
                    <a:pt x="116681" y="0"/>
                  </a:lnTo>
                  <a:lnTo>
                    <a:pt x="107156" y="40481"/>
                  </a:lnTo>
                  <a:lnTo>
                    <a:pt x="80962" y="59531"/>
                  </a:lnTo>
                  <a:lnTo>
                    <a:pt x="19050" y="45243"/>
                  </a:lnTo>
                  <a:lnTo>
                    <a:pt x="0" y="90487"/>
                  </a:lnTo>
                  <a:lnTo>
                    <a:pt x="0" y="90487"/>
                  </a:lnTo>
                  <a:lnTo>
                    <a:pt x="52387" y="88106"/>
                  </a:lnTo>
                  <a:lnTo>
                    <a:pt x="97631" y="88106"/>
                  </a:lnTo>
                  <a:lnTo>
                    <a:pt x="92869" y="114300"/>
                  </a:lnTo>
                  <a:lnTo>
                    <a:pt x="111919" y="102393"/>
                  </a:lnTo>
                  <a:lnTo>
                    <a:pt x="128587" y="90487"/>
                  </a:lnTo>
                  <a:lnTo>
                    <a:pt x="216694" y="80962"/>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20" name="Freeform: Shape 52">
              <a:extLst>
                <a:ext uri="{FF2B5EF4-FFF2-40B4-BE49-F238E27FC236}">
                  <a16:creationId xmlns:a16="http://schemas.microsoft.com/office/drawing/2014/main" id="{40DB306D-42B8-4560-B4B6-23AC0E732698}"/>
                </a:ext>
              </a:extLst>
            </p:cNvPr>
            <p:cNvSpPr/>
            <p:nvPr/>
          </p:nvSpPr>
          <p:spPr bwMode="auto">
            <a:xfrm>
              <a:off x="7743825" y="3600450"/>
              <a:ext cx="71438" cy="66675"/>
            </a:xfrm>
            <a:custGeom>
              <a:avLst/>
              <a:gdLst>
                <a:gd name="connsiteX0" fmla="*/ 71438 w 71438"/>
                <a:gd name="connsiteY0" fmla="*/ 42863 h 47625"/>
                <a:gd name="connsiteX1" fmla="*/ 23813 w 71438"/>
                <a:gd name="connsiteY1" fmla="*/ 0 h 47625"/>
                <a:gd name="connsiteX2" fmla="*/ 0 w 71438"/>
                <a:gd name="connsiteY2" fmla="*/ 26194 h 47625"/>
                <a:gd name="connsiteX3" fmla="*/ 9525 w 71438"/>
                <a:gd name="connsiteY3" fmla="*/ 47625 h 47625"/>
                <a:gd name="connsiteX4" fmla="*/ 71438 w 71438"/>
                <a:gd name="connsiteY4" fmla="*/ 42863 h 47625"/>
                <a:gd name="connsiteX0" fmla="*/ 71438 w 71438"/>
                <a:gd name="connsiteY0" fmla="*/ 42863 h 47625"/>
                <a:gd name="connsiteX1" fmla="*/ 23813 w 71438"/>
                <a:gd name="connsiteY1" fmla="*/ 0 h 47625"/>
                <a:gd name="connsiteX2" fmla="*/ 0 w 71438"/>
                <a:gd name="connsiteY2" fmla="*/ 26194 h 47625"/>
                <a:gd name="connsiteX3" fmla="*/ 9525 w 71438"/>
                <a:gd name="connsiteY3" fmla="*/ 47625 h 47625"/>
                <a:gd name="connsiteX4" fmla="*/ 35719 w 71438"/>
                <a:gd name="connsiteY4" fmla="*/ 42863 h 47625"/>
                <a:gd name="connsiteX5" fmla="*/ 71438 w 71438"/>
                <a:gd name="connsiteY5" fmla="*/ 42863 h 47625"/>
                <a:gd name="connsiteX0" fmla="*/ 71438 w 71438"/>
                <a:gd name="connsiteY0" fmla="*/ 42863 h 66675"/>
                <a:gd name="connsiteX1" fmla="*/ 23813 w 71438"/>
                <a:gd name="connsiteY1" fmla="*/ 0 h 66675"/>
                <a:gd name="connsiteX2" fmla="*/ 0 w 71438"/>
                <a:gd name="connsiteY2" fmla="*/ 26194 h 66675"/>
                <a:gd name="connsiteX3" fmla="*/ 9525 w 71438"/>
                <a:gd name="connsiteY3" fmla="*/ 47625 h 66675"/>
                <a:gd name="connsiteX4" fmla="*/ 42863 w 71438"/>
                <a:gd name="connsiteY4" fmla="*/ 66675 h 66675"/>
                <a:gd name="connsiteX5" fmla="*/ 71438 w 71438"/>
                <a:gd name="connsiteY5" fmla="*/ 42863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38" h="66675">
                  <a:moveTo>
                    <a:pt x="71438" y="42863"/>
                  </a:moveTo>
                  <a:lnTo>
                    <a:pt x="23813" y="0"/>
                  </a:lnTo>
                  <a:lnTo>
                    <a:pt x="0" y="26194"/>
                  </a:lnTo>
                  <a:lnTo>
                    <a:pt x="9525" y="47625"/>
                  </a:lnTo>
                  <a:lnTo>
                    <a:pt x="42863" y="66675"/>
                  </a:lnTo>
                  <a:lnTo>
                    <a:pt x="71438" y="42863"/>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21" name="Freeform: Shape 53">
              <a:extLst>
                <a:ext uri="{FF2B5EF4-FFF2-40B4-BE49-F238E27FC236}">
                  <a16:creationId xmlns:a16="http://schemas.microsoft.com/office/drawing/2014/main" id="{7052F65D-13B4-446E-A731-2D86E6FAE530}"/>
                </a:ext>
              </a:extLst>
            </p:cNvPr>
            <p:cNvSpPr/>
            <p:nvPr/>
          </p:nvSpPr>
          <p:spPr bwMode="auto">
            <a:xfrm>
              <a:off x="7517607" y="3800475"/>
              <a:ext cx="54768" cy="109538"/>
            </a:xfrm>
            <a:custGeom>
              <a:avLst/>
              <a:gdLst>
                <a:gd name="connsiteX0" fmla="*/ 2381 w 47625"/>
                <a:gd name="connsiteY0" fmla="*/ 0 h 109538"/>
                <a:gd name="connsiteX1" fmla="*/ 47625 w 47625"/>
                <a:gd name="connsiteY1" fmla="*/ 47625 h 109538"/>
                <a:gd name="connsiteX2" fmla="*/ 19050 w 47625"/>
                <a:gd name="connsiteY2" fmla="*/ 109538 h 109538"/>
                <a:gd name="connsiteX3" fmla="*/ 0 w 47625"/>
                <a:gd name="connsiteY3" fmla="*/ 90488 h 109538"/>
                <a:gd name="connsiteX4" fmla="*/ 16669 w 47625"/>
                <a:gd name="connsiteY4" fmla="*/ 57150 h 109538"/>
                <a:gd name="connsiteX5" fmla="*/ 2381 w 47625"/>
                <a:gd name="connsiteY5" fmla="*/ 0 h 109538"/>
                <a:gd name="connsiteX0" fmla="*/ 2381 w 47625"/>
                <a:gd name="connsiteY0" fmla="*/ 0 h 109538"/>
                <a:gd name="connsiteX1" fmla="*/ 47625 w 47625"/>
                <a:gd name="connsiteY1" fmla="*/ 47625 h 109538"/>
                <a:gd name="connsiteX2" fmla="*/ 19050 w 47625"/>
                <a:gd name="connsiteY2" fmla="*/ 109538 h 109538"/>
                <a:gd name="connsiteX3" fmla="*/ 0 w 47625"/>
                <a:gd name="connsiteY3" fmla="*/ 90488 h 109538"/>
                <a:gd name="connsiteX4" fmla="*/ 16669 w 47625"/>
                <a:gd name="connsiteY4" fmla="*/ 57150 h 109538"/>
                <a:gd name="connsiteX5" fmla="*/ 4763 w 47625"/>
                <a:gd name="connsiteY5" fmla="*/ 26194 h 109538"/>
                <a:gd name="connsiteX6" fmla="*/ 2381 w 47625"/>
                <a:gd name="connsiteY6" fmla="*/ 0 h 109538"/>
                <a:gd name="connsiteX0" fmla="*/ 9524 w 54768"/>
                <a:gd name="connsiteY0" fmla="*/ 0 h 109538"/>
                <a:gd name="connsiteX1" fmla="*/ 54768 w 54768"/>
                <a:gd name="connsiteY1" fmla="*/ 47625 h 109538"/>
                <a:gd name="connsiteX2" fmla="*/ 26193 w 54768"/>
                <a:gd name="connsiteY2" fmla="*/ 109538 h 109538"/>
                <a:gd name="connsiteX3" fmla="*/ 7143 w 54768"/>
                <a:gd name="connsiteY3" fmla="*/ 90488 h 109538"/>
                <a:gd name="connsiteX4" fmla="*/ 23812 w 54768"/>
                <a:gd name="connsiteY4" fmla="*/ 57150 h 109538"/>
                <a:gd name="connsiteX5" fmla="*/ 0 w 54768"/>
                <a:gd name="connsiteY5" fmla="*/ 26194 h 109538"/>
                <a:gd name="connsiteX6" fmla="*/ 9524 w 54768"/>
                <a:gd name="connsiteY6" fmla="*/ 0 h 10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768" h="109538">
                  <a:moveTo>
                    <a:pt x="9524" y="0"/>
                  </a:moveTo>
                  <a:lnTo>
                    <a:pt x="54768" y="47625"/>
                  </a:lnTo>
                  <a:lnTo>
                    <a:pt x="26193" y="109538"/>
                  </a:lnTo>
                  <a:lnTo>
                    <a:pt x="7143" y="90488"/>
                  </a:lnTo>
                  <a:lnTo>
                    <a:pt x="23812" y="57150"/>
                  </a:lnTo>
                  <a:lnTo>
                    <a:pt x="0" y="26194"/>
                  </a:lnTo>
                  <a:lnTo>
                    <a:pt x="9524"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22" name="Freeform: Shape 57">
              <a:extLst>
                <a:ext uri="{FF2B5EF4-FFF2-40B4-BE49-F238E27FC236}">
                  <a16:creationId xmlns:a16="http://schemas.microsoft.com/office/drawing/2014/main" id="{34AC3881-6545-41C7-A2A0-FB3F8C681450}"/>
                </a:ext>
              </a:extLst>
            </p:cNvPr>
            <p:cNvSpPr/>
            <p:nvPr/>
          </p:nvSpPr>
          <p:spPr bwMode="auto">
            <a:xfrm>
              <a:off x="7581900" y="3800475"/>
              <a:ext cx="50006" cy="52388"/>
            </a:xfrm>
            <a:custGeom>
              <a:avLst/>
              <a:gdLst>
                <a:gd name="connsiteX0" fmla="*/ 0 w 42862"/>
                <a:gd name="connsiteY0" fmla="*/ 52388 h 52388"/>
                <a:gd name="connsiteX1" fmla="*/ 42862 w 42862"/>
                <a:gd name="connsiteY1" fmla="*/ 21431 h 52388"/>
                <a:gd name="connsiteX2" fmla="*/ 21431 w 42862"/>
                <a:gd name="connsiteY2" fmla="*/ 0 h 52388"/>
                <a:gd name="connsiteX3" fmla="*/ 0 w 42862"/>
                <a:gd name="connsiteY3" fmla="*/ 52388 h 52388"/>
                <a:gd name="connsiteX0" fmla="*/ 0 w 42862"/>
                <a:gd name="connsiteY0" fmla="*/ 52388 h 52388"/>
                <a:gd name="connsiteX1" fmla="*/ 42862 w 42862"/>
                <a:gd name="connsiteY1" fmla="*/ 21431 h 52388"/>
                <a:gd name="connsiteX2" fmla="*/ 21431 w 42862"/>
                <a:gd name="connsiteY2" fmla="*/ 0 h 52388"/>
                <a:gd name="connsiteX3" fmla="*/ 9525 w 42862"/>
                <a:gd name="connsiteY3" fmla="*/ 26194 h 52388"/>
                <a:gd name="connsiteX4" fmla="*/ 0 w 42862"/>
                <a:gd name="connsiteY4" fmla="*/ 52388 h 52388"/>
                <a:gd name="connsiteX0" fmla="*/ 7144 w 50006"/>
                <a:gd name="connsiteY0" fmla="*/ 52388 h 52388"/>
                <a:gd name="connsiteX1" fmla="*/ 50006 w 50006"/>
                <a:gd name="connsiteY1" fmla="*/ 21431 h 52388"/>
                <a:gd name="connsiteX2" fmla="*/ 28575 w 50006"/>
                <a:gd name="connsiteY2" fmla="*/ 0 h 52388"/>
                <a:gd name="connsiteX3" fmla="*/ 0 w 50006"/>
                <a:gd name="connsiteY3" fmla="*/ 26194 h 52388"/>
                <a:gd name="connsiteX4" fmla="*/ 7144 w 50006"/>
                <a:gd name="connsiteY4" fmla="*/ 52388 h 5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06" h="52388">
                  <a:moveTo>
                    <a:pt x="7144" y="52388"/>
                  </a:moveTo>
                  <a:lnTo>
                    <a:pt x="50006" y="21431"/>
                  </a:lnTo>
                  <a:lnTo>
                    <a:pt x="28575" y="0"/>
                  </a:lnTo>
                  <a:lnTo>
                    <a:pt x="0" y="26194"/>
                  </a:lnTo>
                  <a:lnTo>
                    <a:pt x="7144" y="52388"/>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23" name="Freeform: Shape 58">
              <a:extLst>
                <a:ext uri="{FF2B5EF4-FFF2-40B4-BE49-F238E27FC236}">
                  <a16:creationId xmlns:a16="http://schemas.microsoft.com/office/drawing/2014/main" id="{E08F2DD6-EB97-4E61-9F07-3963E4F8CC93}"/>
                </a:ext>
              </a:extLst>
            </p:cNvPr>
            <p:cNvSpPr/>
            <p:nvPr/>
          </p:nvSpPr>
          <p:spPr bwMode="auto">
            <a:xfrm>
              <a:off x="7472363" y="4707731"/>
              <a:ext cx="423862" cy="207169"/>
            </a:xfrm>
            <a:custGeom>
              <a:avLst/>
              <a:gdLst>
                <a:gd name="connsiteX0" fmla="*/ 423862 w 423862"/>
                <a:gd name="connsiteY0" fmla="*/ 207169 h 207169"/>
                <a:gd name="connsiteX1" fmla="*/ 311943 w 423862"/>
                <a:gd name="connsiteY1" fmla="*/ 92869 h 207169"/>
                <a:gd name="connsiteX2" fmla="*/ 271462 w 423862"/>
                <a:gd name="connsiteY2" fmla="*/ 59532 h 207169"/>
                <a:gd name="connsiteX3" fmla="*/ 209550 w 423862"/>
                <a:gd name="connsiteY3" fmla="*/ 28575 h 207169"/>
                <a:gd name="connsiteX4" fmla="*/ 200025 w 423862"/>
                <a:gd name="connsiteY4" fmla="*/ 42863 h 207169"/>
                <a:gd name="connsiteX5" fmla="*/ 157162 w 423862"/>
                <a:gd name="connsiteY5" fmla="*/ 23813 h 207169"/>
                <a:gd name="connsiteX6" fmla="*/ 114300 w 423862"/>
                <a:gd name="connsiteY6" fmla="*/ 47625 h 207169"/>
                <a:gd name="connsiteX7" fmla="*/ 97631 w 423862"/>
                <a:gd name="connsiteY7" fmla="*/ 66675 h 207169"/>
                <a:gd name="connsiteX8" fmla="*/ 59531 w 423862"/>
                <a:gd name="connsiteY8" fmla="*/ 26194 h 207169"/>
                <a:gd name="connsiteX9" fmla="*/ 64293 w 423862"/>
                <a:gd name="connsiteY9" fmla="*/ 11907 h 207169"/>
                <a:gd name="connsiteX10" fmla="*/ 21431 w 423862"/>
                <a:gd name="connsiteY10" fmla="*/ 0 h 207169"/>
                <a:gd name="connsiteX11" fmla="*/ 0 w 423862"/>
                <a:gd name="connsiteY11" fmla="*/ 19050 h 207169"/>
                <a:gd name="connsiteX12" fmla="*/ 38100 w 423862"/>
                <a:gd name="connsiteY12" fmla="*/ 40482 h 207169"/>
                <a:gd name="connsiteX13" fmla="*/ 33337 w 423862"/>
                <a:gd name="connsiteY13" fmla="*/ 54769 h 207169"/>
                <a:gd name="connsiteX14" fmla="*/ 78581 w 423862"/>
                <a:gd name="connsiteY14" fmla="*/ 83344 h 207169"/>
                <a:gd name="connsiteX15" fmla="*/ 140493 w 423862"/>
                <a:gd name="connsiteY15" fmla="*/ 104775 h 207169"/>
                <a:gd name="connsiteX16" fmla="*/ 171450 w 423862"/>
                <a:gd name="connsiteY16" fmla="*/ 130969 h 207169"/>
                <a:gd name="connsiteX17" fmla="*/ 154781 w 423862"/>
                <a:gd name="connsiteY17" fmla="*/ 190500 h 207169"/>
                <a:gd name="connsiteX18" fmla="*/ 180975 w 423862"/>
                <a:gd name="connsiteY18" fmla="*/ 169069 h 207169"/>
                <a:gd name="connsiteX19" fmla="*/ 223837 w 423862"/>
                <a:gd name="connsiteY19" fmla="*/ 188119 h 207169"/>
                <a:gd name="connsiteX20" fmla="*/ 254793 w 423862"/>
                <a:gd name="connsiteY20" fmla="*/ 202407 h 207169"/>
                <a:gd name="connsiteX21" fmla="*/ 280987 w 423862"/>
                <a:gd name="connsiteY21" fmla="*/ 173832 h 207169"/>
                <a:gd name="connsiteX22" fmla="*/ 314325 w 423862"/>
                <a:gd name="connsiteY22" fmla="*/ 164307 h 207169"/>
                <a:gd name="connsiteX23" fmla="*/ 364331 w 423862"/>
                <a:gd name="connsiteY23" fmla="*/ 197644 h 207169"/>
                <a:gd name="connsiteX24" fmla="*/ 423862 w 423862"/>
                <a:gd name="connsiteY24" fmla="*/ 207169 h 207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3862" h="207169">
                  <a:moveTo>
                    <a:pt x="423862" y="207169"/>
                  </a:moveTo>
                  <a:lnTo>
                    <a:pt x="311943" y="92869"/>
                  </a:lnTo>
                  <a:lnTo>
                    <a:pt x="271462" y="59532"/>
                  </a:lnTo>
                  <a:lnTo>
                    <a:pt x="209550" y="28575"/>
                  </a:lnTo>
                  <a:lnTo>
                    <a:pt x="200025" y="42863"/>
                  </a:lnTo>
                  <a:lnTo>
                    <a:pt x="157162" y="23813"/>
                  </a:lnTo>
                  <a:lnTo>
                    <a:pt x="114300" y="47625"/>
                  </a:lnTo>
                  <a:lnTo>
                    <a:pt x="97631" y="66675"/>
                  </a:lnTo>
                  <a:lnTo>
                    <a:pt x="59531" y="26194"/>
                  </a:lnTo>
                  <a:lnTo>
                    <a:pt x="64293" y="11907"/>
                  </a:lnTo>
                  <a:lnTo>
                    <a:pt x="21431" y="0"/>
                  </a:lnTo>
                  <a:lnTo>
                    <a:pt x="0" y="19050"/>
                  </a:lnTo>
                  <a:lnTo>
                    <a:pt x="38100" y="40482"/>
                  </a:lnTo>
                  <a:lnTo>
                    <a:pt x="33337" y="54769"/>
                  </a:lnTo>
                  <a:lnTo>
                    <a:pt x="78581" y="83344"/>
                  </a:lnTo>
                  <a:lnTo>
                    <a:pt x="140493" y="104775"/>
                  </a:lnTo>
                  <a:lnTo>
                    <a:pt x="171450" y="130969"/>
                  </a:lnTo>
                  <a:lnTo>
                    <a:pt x="154781" y="190500"/>
                  </a:lnTo>
                  <a:lnTo>
                    <a:pt x="180975" y="169069"/>
                  </a:lnTo>
                  <a:lnTo>
                    <a:pt x="223837" y="188119"/>
                  </a:lnTo>
                  <a:lnTo>
                    <a:pt x="254793" y="202407"/>
                  </a:lnTo>
                  <a:lnTo>
                    <a:pt x="280987" y="173832"/>
                  </a:lnTo>
                  <a:lnTo>
                    <a:pt x="314325" y="164307"/>
                  </a:lnTo>
                  <a:lnTo>
                    <a:pt x="364331" y="197644"/>
                  </a:lnTo>
                  <a:lnTo>
                    <a:pt x="423862" y="207169"/>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24" name="Freeform: Shape 59">
              <a:extLst>
                <a:ext uri="{FF2B5EF4-FFF2-40B4-BE49-F238E27FC236}">
                  <a16:creationId xmlns:a16="http://schemas.microsoft.com/office/drawing/2014/main" id="{13A5DE23-51AD-4BB7-9F85-05A45B4B35B1}"/>
                </a:ext>
              </a:extLst>
            </p:cNvPr>
            <p:cNvSpPr/>
            <p:nvPr/>
          </p:nvSpPr>
          <p:spPr bwMode="auto">
            <a:xfrm>
              <a:off x="6824663" y="4819650"/>
              <a:ext cx="223837" cy="73819"/>
            </a:xfrm>
            <a:custGeom>
              <a:avLst/>
              <a:gdLst>
                <a:gd name="connsiteX0" fmla="*/ 223837 w 223837"/>
                <a:gd name="connsiteY0" fmla="*/ 73819 h 73819"/>
                <a:gd name="connsiteX1" fmla="*/ 107156 w 223837"/>
                <a:gd name="connsiteY1" fmla="*/ 52388 h 73819"/>
                <a:gd name="connsiteX2" fmla="*/ 59531 w 223837"/>
                <a:gd name="connsiteY2" fmla="*/ 38100 h 73819"/>
                <a:gd name="connsiteX3" fmla="*/ 0 w 223837"/>
                <a:gd name="connsiteY3" fmla="*/ 19050 h 73819"/>
                <a:gd name="connsiteX4" fmla="*/ 19050 w 223837"/>
                <a:gd name="connsiteY4" fmla="*/ 0 h 73819"/>
                <a:gd name="connsiteX5" fmla="*/ 92868 w 223837"/>
                <a:gd name="connsiteY5" fmla="*/ 23813 h 73819"/>
                <a:gd name="connsiteX6" fmla="*/ 161925 w 223837"/>
                <a:gd name="connsiteY6" fmla="*/ 23813 h 73819"/>
                <a:gd name="connsiteX7" fmla="*/ 223837 w 223837"/>
                <a:gd name="connsiteY7" fmla="*/ 73819 h 73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837" h="73819">
                  <a:moveTo>
                    <a:pt x="223837" y="73819"/>
                  </a:moveTo>
                  <a:lnTo>
                    <a:pt x="107156" y="52388"/>
                  </a:lnTo>
                  <a:lnTo>
                    <a:pt x="59531" y="38100"/>
                  </a:lnTo>
                  <a:lnTo>
                    <a:pt x="0" y="19050"/>
                  </a:lnTo>
                  <a:lnTo>
                    <a:pt x="19050" y="0"/>
                  </a:lnTo>
                  <a:lnTo>
                    <a:pt x="92868" y="23813"/>
                  </a:lnTo>
                  <a:lnTo>
                    <a:pt x="161925" y="23813"/>
                  </a:lnTo>
                  <a:lnTo>
                    <a:pt x="223837" y="73819"/>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25" name="Freeform: Shape 60">
              <a:extLst>
                <a:ext uri="{FF2B5EF4-FFF2-40B4-BE49-F238E27FC236}">
                  <a16:creationId xmlns:a16="http://schemas.microsoft.com/office/drawing/2014/main" id="{B496E44A-E672-4615-A080-97C706A0EFB5}"/>
                </a:ext>
              </a:extLst>
            </p:cNvPr>
            <p:cNvSpPr/>
            <p:nvPr/>
          </p:nvSpPr>
          <p:spPr bwMode="auto">
            <a:xfrm>
              <a:off x="6934200" y="4548188"/>
              <a:ext cx="273844" cy="242887"/>
            </a:xfrm>
            <a:custGeom>
              <a:avLst/>
              <a:gdLst>
                <a:gd name="connsiteX0" fmla="*/ 0 w 273844"/>
                <a:gd name="connsiteY0" fmla="*/ 119062 h 242887"/>
                <a:gd name="connsiteX1" fmla="*/ 23813 w 273844"/>
                <a:gd name="connsiteY1" fmla="*/ 188118 h 242887"/>
                <a:gd name="connsiteX2" fmla="*/ 42863 w 273844"/>
                <a:gd name="connsiteY2" fmla="*/ 230981 h 242887"/>
                <a:gd name="connsiteX3" fmla="*/ 102394 w 273844"/>
                <a:gd name="connsiteY3" fmla="*/ 226218 h 242887"/>
                <a:gd name="connsiteX4" fmla="*/ 147638 w 273844"/>
                <a:gd name="connsiteY4" fmla="*/ 242887 h 242887"/>
                <a:gd name="connsiteX5" fmla="*/ 183356 w 273844"/>
                <a:gd name="connsiteY5" fmla="*/ 221456 h 242887"/>
                <a:gd name="connsiteX6" fmla="*/ 204788 w 273844"/>
                <a:gd name="connsiteY6" fmla="*/ 173831 h 242887"/>
                <a:gd name="connsiteX7" fmla="*/ 240506 w 273844"/>
                <a:gd name="connsiteY7" fmla="*/ 147637 h 242887"/>
                <a:gd name="connsiteX8" fmla="*/ 238125 w 273844"/>
                <a:gd name="connsiteY8" fmla="*/ 114300 h 242887"/>
                <a:gd name="connsiteX9" fmla="*/ 219075 w 273844"/>
                <a:gd name="connsiteY9" fmla="*/ 76200 h 242887"/>
                <a:gd name="connsiteX10" fmla="*/ 242888 w 273844"/>
                <a:gd name="connsiteY10" fmla="*/ 57150 h 242887"/>
                <a:gd name="connsiteX11" fmla="*/ 273844 w 273844"/>
                <a:gd name="connsiteY11" fmla="*/ 38100 h 242887"/>
                <a:gd name="connsiteX12" fmla="*/ 202406 w 273844"/>
                <a:gd name="connsiteY12" fmla="*/ 0 h 242887"/>
                <a:gd name="connsiteX13" fmla="*/ 178594 w 273844"/>
                <a:gd name="connsiteY13" fmla="*/ 38100 h 242887"/>
                <a:gd name="connsiteX14" fmla="*/ 161925 w 273844"/>
                <a:gd name="connsiteY14" fmla="*/ 45243 h 242887"/>
                <a:gd name="connsiteX15" fmla="*/ 102394 w 273844"/>
                <a:gd name="connsiteY15" fmla="*/ 88106 h 242887"/>
                <a:gd name="connsiteX16" fmla="*/ 76200 w 273844"/>
                <a:gd name="connsiteY16" fmla="*/ 88106 h 242887"/>
                <a:gd name="connsiteX17" fmla="*/ 50006 w 273844"/>
                <a:gd name="connsiteY17" fmla="*/ 119062 h 242887"/>
                <a:gd name="connsiteX18" fmla="*/ 0 w 273844"/>
                <a:gd name="connsiteY18" fmla="*/ 119062 h 242887"/>
                <a:gd name="connsiteX0" fmla="*/ 0 w 273844"/>
                <a:gd name="connsiteY0" fmla="*/ 119062 h 242887"/>
                <a:gd name="connsiteX1" fmla="*/ 23813 w 273844"/>
                <a:gd name="connsiteY1" fmla="*/ 188118 h 242887"/>
                <a:gd name="connsiteX2" fmla="*/ 42863 w 273844"/>
                <a:gd name="connsiteY2" fmla="*/ 230981 h 242887"/>
                <a:gd name="connsiteX3" fmla="*/ 102394 w 273844"/>
                <a:gd name="connsiteY3" fmla="*/ 226218 h 242887"/>
                <a:gd name="connsiteX4" fmla="*/ 147638 w 273844"/>
                <a:gd name="connsiteY4" fmla="*/ 242887 h 242887"/>
                <a:gd name="connsiteX5" fmla="*/ 183356 w 273844"/>
                <a:gd name="connsiteY5" fmla="*/ 221456 h 242887"/>
                <a:gd name="connsiteX6" fmla="*/ 204788 w 273844"/>
                <a:gd name="connsiteY6" fmla="*/ 173831 h 242887"/>
                <a:gd name="connsiteX7" fmla="*/ 240506 w 273844"/>
                <a:gd name="connsiteY7" fmla="*/ 147637 h 242887"/>
                <a:gd name="connsiteX8" fmla="*/ 238125 w 273844"/>
                <a:gd name="connsiteY8" fmla="*/ 114300 h 242887"/>
                <a:gd name="connsiteX9" fmla="*/ 219075 w 273844"/>
                <a:gd name="connsiteY9" fmla="*/ 76200 h 242887"/>
                <a:gd name="connsiteX10" fmla="*/ 242888 w 273844"/>
                <a:gd name="connsiteY10" fmla="*/ 57150 h 242887"/>
                <a:gd name="connsiteX11" fmla="*/ 273844 w 273844"/>
                <a:gd name="connsiteY11" fmla="*/ 38100 h 242887"/>
                <a:gd name="connsiteX12" fmla="*/ 202406 w 273844"/>
                <a:gd name="connsiteY12" fmla="*/ 0 h 242887"/>
                <a:gd name="connsiteX13" fmla="*/ 178594 w 273844"/>
                <a:gd name="connsiteY13" fmla="*/ 38100 h 242887"/>
                <a:gd name="connsiteX14" fmla="*/ 161925 w 273844"/>
                <a:gd name="connsiteY14" fmla="*/ 45243 h 242887"/>
                <a:gd name="connsiteX15" fmla="*/ 102394 w 273844"/>
                <a:gd name="connsiteY15" fmla="*/ 88106 h 242887"/>
                <a:gd name="connsiteX16" fmla="*/ 76200 w 273844"/>
                <a:gd name="connsiteY16" fmla="*/ 88106 h 242887"/>
                <a:gd name="connsiteX17" fmla="*/ 50006 w 273844"/>
                <a:gd name="connsiteY17" fmla="*/ 119062 h 242887"/>
                <a:gd name="connsiteX18" fmla="*/ 21431 w 273844"/>
                <a:gd name="connsiteY18" fmla="*/ 116681 h 242887"/>
                <a:gd name="connsiteX19" fmla="*/ 0 w 273844"/>
                <a:gd name="connsiteY19" fmla="*/ 119062 h 242887"/>
                <a:gd name="connsiteX0" fmla="*/ 0 w 273844"/>
                <a:gd name="connsiteY0" fmla="*/ 119062 h 242887"/>
                <a:gd name="connsiteX1" fmla="*/ 23813 w 273844"/>
                <a:gd name="connsiteY1" fmla="*/ 188118 h 242887"/>
                <a:gd name="connsiteX2" fmla="*/ 42863 w 273844"/>
                <a:gd name="connsiteY2" fmla="*/ 230981 h 242887"/>
                <a:gd name="connsiteX3" fmla="*/ 102394 w 273844"/>
                <a:gd name="connsiteY3" fmla="*/ 226218 h 242887"/>
                <a:gd name="connsiteX4" fmla="*/ 147638 w 273844"/>
                <a:gd name="connsiteY4" fmla="*/ 242887 h 242887"/>
                <a:gd name="connsiteX5" fmla="*/ 183356 w 273844"/>
                <a:gd name="connsiteY5" fmla="*/ 221456 h 242887"/>
                <a:gd name="connsiteX6" fmla="*/ 204788 w 273844"/>
                <a:gd name="connsiteY6" fmla="*/ 173831 h 242887"/>
                <a:gd name="connsiteX7" fmla="*/ 240506 w 273844"/>
                <a:gd name="connsiteY7" fmla="*/ 147637 h 242887"/>
                <a:gd name="connsiteX8" fmla="*/ 238125 w 273844"/>
                <a:gd name="connsiteY8" fmla="*/ 114300 h 242887"/>
                <a:gd name="connsiteX9" fmla="*/ 219075 w 273844"/>
                <a:gd name="connsiteY9" fmla="*/ 76200 h 242887"/>
                <a:gd name="connsiteX10" fmla="*/ 242888 w 273844"/>
                <a:gd name="connsiteY10" fmla="*/ 57150 h 242887"/>
                <a:gd name="connsiteX11" fmla="*/ 273844 w 273844"/>
                <a:gd name="connsiteY11" fmla="*/ 38100 h 242887"/>
                <a:gd name="connsiteX12" fmla="*/ 202406 w 273844"/>
                <a:gd name="connsiteY12" fmla="*/ 0 h 242887"/>
                <a:gd name="connsiteX13" fmla="*/ 178594 w 273844"/>
                <a:gd name="connsiteY13" fmla="*/ 38100 h 242887"/>
                <a:gd name="connsiteX14" fmla="*/ 161925 w 273844"/>
                <a:gd name="connsiteY14" fmla="*/ 45243 h 242887"/>
                <a:gd name="connsiteX15" fmla="*/ 102394 w 273844"/>
                <a:gd name="connsiteY15" fmla="*/ 88106 h 242887"/>
                <a:gd name="connsiteX16" fmla="*/ 76200 w 273844"/>
                <a:gd name="connsiteY16" fmla="*/ 88106 h 242887"/>
                <a:gd name="connsiteX17" fmla="*/ 50006 w 273844"/>
                <a:gd name="connsiteY17" fmla="*/ 119062 h 242887"/>
                <a:gd name="connsiteX18" fmla="*/ 21431 w 273844"/>
                <a:gd name="connsiteY18" fmla="*/ 104775 h 242887"/>
                <a:gd name="connsiteX19" fmla="*/ 0 w 273844"/>
                <a:gd name="connsiteY19" fmla="*/ 119062 h 2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3844" h="242887">
                  <a:moveTo>
                    <a:pt x="0" y="119062"/>
                  </a:moveTo>
                  <a:lnTo>
                    <a:pt x="23813" y="188118"/>
                  </a:lnTo>
                  <a:lnTo>
                    <a:pt x="42863" y="230981"/>
                  </a:lnTo>
                  <a:lnTo>
                    <a:pt x="102394" y="226218"/>
                  </a:lnTo>
                  <a:lnTo>
                    <a:pt x="147638" y="242887"/>
                  </a:lnTo>
                  <a:lnTo>
                    <a:pt x="183356" y="221456"/>
                  </a:lnTo>
                  <a:lnTo>
                    <a:pt x="204788" y="173831"/>
                  </a:lnTo>
                  <a:lnTo>
                    <a:pt x="240506" y="147637"/>
                  </a:lnTo>
                  <a:lnTo>
                    <a:pt x="238125" y="114300"/>
                  </a:lnTo>
                  <a:lnTo>
                    <a:pt x="219075" y="76200"/>
                  </a:lnTo>
                  <a:lnTo>
                    <a:pt x="242888" y="57150"/>
                  </a:lnTo>
                  <a:lnTo>
                    <a:pt x="273844" y="38100"/>
                  </a:lnTo>
                  <a:lnTo>
                    <a:pt x="202406" y="0"/>
                  </a:lnTo>
                  <a:lnTo>
                    <a:pt x="178594" y="38100"/>
                  </a:lnTo>
                  <a:lnTo>
                    <a:pt x="161925" y="45243"/>
                  </a:lnTo>
                  <a:lnTo>
                    <a:pt x="102394" y="88106"/>
                  </a:lnTo>
                  <a:lnTo>
                    <a:pt x="76200" y="88106"/>
                  </a:lnTo>
                  <a:lnTo>
                    <a:pt x="50006" y="119062"/>
                  </a:lnTo>
                  <a:lnTo>
                    <a:pt x="21431" y="104775"/>
                  </a:lnTo>
                  <a:lnTo>
                    <a:pt x="0" y="119062"/>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26" name="Freeform: Shape 267">
              <a:extLst>
                <a:ext uri="{FF2B5EF4-FFF2-40B4-BE49-F238E27FC236}">
                  <a16:creationId xmlns:a16="http://schemas.microsoft.com/office/drawing/2014/main" id="{78A19FC7-CF61-4A0A-B0DB-EA82842C0C26}"/>
                </a:ext>
              </a:extLst>
            </p:cNvPr>
            <p:cNvSpPr/>
            <p:nvPr/>
          </p:nvSpPr>
          <p:spPr bwMode="auto">
            <a:xfrm>
              <a:off x="6622256" y="4507706"/>
              <a:ext cx="214313" cy="302419"/>
            </a:xfrm>
            <a:custGeom>
              <a:avLst/>
              <a:gdLst>
                <a:gd name="connsiteX0" fmla="*/ 0 w 214313"/>
                <a:gd name="connsiteY0" fmla="*/ 0 h 302419"/>
                <a:gd name="connsiteX1" fmla="*/ 92869 w 214313"/>
                <a:gd name="connsiteY1" fmla="*/ 166688 h 302419"/>
                <a:gd name="connsiteX2" fmla="*/ 126207 w 214313"/>
                <a:gd name="connsiteY2" fmla="*/ 250032 h 302419"/>
                <a:gd name="connsiteX3" fmla="*/ 178594 w 214313"/>
                <a:gd name="connsiteY3" fmla="*/ 302419 h 302419"/>
                <a:gd name="connsiteX4" fmla="*/ 207169 w 214313"/>
                <a:gd name="connsiteY4" fmla="*/ 292894 h 302419"/>
                <a:gd name="connsiteX5" fmla="*/ 214313 w 214313"/>
                <a:gd name="connsiteY5" fmla="*/ 235744 h 302419"/>
                <a:gd name="connsiteX6" fmla="*/ 180975 w 214313"/>
                <a:gd name="connsiteY6" fmla="*/ 200025 h 302419"/>
                <a:gd name="connsiteX7" fmla="*/ 180975 w 214313"/>
                <a:gd name="connsiteY7" fmla="*/ 166688 h 302419"/>
                <a:gd name="connsiteX8" fmla="*/ 157163 w 214313"/>
                <a:gd name="connsiteY8" fmla="*/ 140494 h 302419"/>
                <a:gd name="connsiteX9" fmla="*/ 109538 w 214313"/>
                <a:gd name="connsiteY9" fmla="*/ 102394 h 302419"/>
                <a:gd name="connsiteX10" fmla="*/ 88107 w 214313"/>
                <a:gd name="connsiteY10" fmla="*/ 64294 h 302419"/>
                <a:gd name="connsiteX11" fmla="*/ 64294 w 214313"/>
                <a:gd name="connsiteY11" fmla="*/ 45244 h 302419"/>
                <a:gd name="connsiteX12" fmla="*/ 0 w 214313"/>
                <a:gd name="connsiteY12" fmla="*/ 0 h 302419"/>
                <a:gd name="connsiteX0" fmla="*/ 0 w 214313"/>
                <a:gd name="connsiteY0" fmla="*/ 0 h 302419"/>
                <a:gd name="connsiteX1" fmla="*/ 92869 w 214313"/>
                <a:gd name="connsiteY1" fmla="*/ 166688 h 302419"/>
                <a:gd name="connsiteX2" fmla="*/ 126207 w 214313"/>
                <a:gd name="connsiteY2" fmla="*/ 250032 h 302419"/>
                <a:gd name="connsiteX3" fmla="*/ 178594 w 214313"/>
                <a:gd name="connsiteY3" fmla="*/ 302419 h 302419"/>
                <a:gd name="connsiteX4" fmla="*/ 207169 w 214313"/>
                <a:gd name="connsiteY4" fmla="*/ 292894 h 302419"/>
                <a:gd name="connsiteX5" fmla="*/ 214313 w 214313"/>
                <a:gd name="connsiteY5" fmla="*/ 235744 h 302419"/>
                <a:gd name="connsiteX6" fmla="*/ 180975 w 214313"/>
                <a:gd name="connsiteY6" fmla="*/ 200025 h 302419"/>
                <a:gd name="connsiteX7" fmla="*/ 180975 w 214313"/>
                <a:gd name="connsiteY7" fmla="*/ 166688 h 302419"/>
                <a:gd name="connsiteX8" fmla="*/ 157163 w 214313"/>
                <a:gd name="connsiteY8" fmla="*/ 140494 h 302419"/>
                <a:gd name="connsiteX9" fmla="*/ 109538 w 214313"/>
                <a:gd name="connsiteY9" fmla="*/ 102394 h 302419"/>
                <a:gd name="connsiteX10" fmla="*/ 88107 w 214313"/>
                <a:gd name="connsiteY10" fmla="*/ 64294 h 302419"/>
                <a:gd name="connsiteX11" fmla="*/ 64294 w 214313"/>
                <a:gd name="connsiteY11" fmla="*/ 45244 h 302419"/>
                <a:gd name="connsiteX12" fmla="*/ 33338 w 214313"/>
                <a:gd name="connsiteY12" fmla="*/ 28575 h 302419"/>
                <a:gd name="connsiteX13" fmla="*/ 0 w 214313"/>
                <a:gd name="connsiteY13" fmla="*/ 0 h 302419"/>
                <a:gd name="connsiteX0" fmla="*/ 0 w 214313"/>
                <a:gd name="connsiteY0" fmla="*/ 0 h 302419"/>
                <a:gd name="connsiteX1" fmla="*/ 92869 w 214313"/>
                <a:gd name="connsiteY1" fmla="*/ 166688 h 302419"/>
                <a:gd name="connsiteX2" fmla="*/ 126207 w 214313"/>
                <a:gd name="connsiteY2" fmla="*/ 250032 h 302419"/>
                <a:gd name="connsiteX3" fmla="*/ 178594 w 214313"/>
                <a:gd name="connsiteY3" fmla="*/ 302419 h 302419"/>
                <a:gd name="connsiteX4" fmla="*/ 207169 w 214313"/>
                <a:gd name="connsiteY4" fmla="*/ 292894 h 302419"/>
                <a:gd name="connsiteX5" fmla="*/ 214313 w 214313"/>
                <a:gd name="connsiteY5" fmla="*/ 235744 h 302419"/>
                <a:gd name="connsiteX6" fmla="*/ 180975 w 214313"/>
                <a:gd name="connsiteY6" fmla="*/ 200025 h 302419"/>
                <a:gd name="connsiteX7" fmla="*/ 180975 w 214313"/>
                <a:gd name="connsiteY7" fmla="*/ 166688 h 302419"/>
                <a:gd name="connsiteX8" fmla="*/ 157163 w 214313"/>
                <a:gd name="connsiteY8" fmla="*/ 140494 h 302419"/>
                <a:gd name="connsiteX9" fmla="*/ 109538 w 214313"/>
                <a:gd name="connsiteY9" fmla="*/ 102394 h 302419"/>
                <a:gd name="connsiteX10" fmla="*/ 88107 w 214313"/>
                <a:gd name="connsiteY10" fmla="*/ 64294 h 302419"/>
                <a:gd name="connsiteX11" fmla="*/ 64294 w 214313"/>
                <a:gd name="connsiteY11" fmla="*/ 45244 h 302419"/>
                <a:gd name="connsiteX12" fmla="*/ 52388 w 214313"/>
                <a:gd name="connsiteY12" fmla="*/ 23813 h 302419"/>
                <a:gd name="connsiteX13" fmla="*/ 0 w 214313"/>
                <a:gd name="connsiteY13" fmla="*/ 0 h 302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4313" h="302419">
                  <a:moveTo>
                    <a:pt x="0" y="0"/>
                  </a:moveTo>
                  <a:lnTo>
                    <a:pt x="92869" y="166688"/>
                  </a:lnTo>
                  <a:lnTo>
                    <a:pt x="126207" y="250032"/>
                  </a:lnTo>
                  <a:lnTo>
                    <a:pt x="178594" y="302419"/>
                  </a:lnTo>
                  <a:lnTo>
                    <a:pt x="207169" y="292894"/>
                  </a:lnTo>
                  <a:lnTo>
                    <a:pt x="214313" y="235744"/>
                  </a:lnTo>
                  <a:lnTo>
                    <a:pt x="180975" y="200025"/>
                  </a:lnTo>
                  <a:lnTo>
                    <a:pt x="180975" y="166688"/>
                  </a:lnTo>
                  <a:lnTo>
                    <a:pt x="157163" y="140494"/>
                  </a:lnTo>
                  <a:lnTo>
                    <a:pt x="109538" y="102394"/>
                  </a:lnTo>
                  <a:lnTo>
                    <a:pt x="88107" y="64294"/>
                  </a:lnTo>
                  <a:lnTo>
                    <a:pt x="64294" y="45244"/>
                  </a:lnTo>
                  <a:lnTo>
                    <a:pt x="52388" y="23813"/>
                  </a:lnTo>
                  <a:lnTo>
                    <a:pt x="0"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27" name="Freeform: Shape 273">
              <a:extLst>
                <a:ext uri="{FF2B5EF4-FFF2-40B4-BE49-F238E27FC236}">
                  <a16:creationId xmlns:a16="http://schemas.microsoft.com/office/drawing/2014/main" id="{C0C776A7-82AB-4C93-A5F8-B357BF3F33D7}"/>
                </a:ext>
              </a:extLst>
            </p:cNvPr>
            <p:cNvSpPr/>
            <p:nvPr/>
          </p:nvSpPr>
          <p:spPr bwMode="auto">
            <a:xfrm>
              <a:off x="7248525" y="4036219"/>
              <a:ext cx="61913" cy="97631"/>
            </a:xfrm>
            <a:custGeom>
              <a:avLst/>
              <a:gdLst>
                <a:gd name="connsiteX0" fmla="*/ 61913 w 61913"/>
                <a:gd name="connsiteY0" fmla="*/ 0 h 97631"/>
                <a:gd name="connsiteX1" fmla="*/ 61913 w 61913"/>
                <a:gd name="connsiteY1" fmla="*/ 0 h 97631"/>
                <a:gd name="connsiteX2" fmla="*/ 16669 w 61913"/>
                <a:gd name="connsiteY2" fmla="*/ 97631 h 97631"/>
                <a:gd name="connsiteX3" fmla="*/ 0 w 61913"/>
                <a:gd name="connsiteY3" fmla="*/ 69056 h 97631"/>
                <a:gd name="connsiteX4" fmla="*/ 61913 w 61913"/>
                <a:gd name="connsiteY4" fmla="*/ 0 h 97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7631">
                  <a:moveTo>
                    <a:pt x="61913" y="0"/>
                  </a:moveTo>
                  <a:lnTo>
                    <a:pt x="61913" y="0"/>
                  </a:lnTo>
                  <a:lnTo>
                    <a:pt x="16669" y="97631"/>
                  </a:lnTo>
                  <a:lnTo>
                    <a:pt x="0" y="69056"/>
                  </a:lnTo>
                  <a:lnTo>
                    <a:pt x="61913"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28" name="Freeform: Shape 274">
              <a:extLst>
                <a:ext uri="{FF2B5EF4-FFF2-40B4-BE49-F238E27FC236}">
                  <a16:creationId xmlns:a16="http://schemas.microsoft.com/office/drawing/2014/main" id="{BA70A039-E571-437F-A73E-162EF6D6C4F5}"/>
                </a:ext>
              </a:extLst>
            </p:cNvPr>
            <p:cNvSpPr/>
            <p:nvPr/>
          </p:nvSpPr>
          <p:spPr bwMode="auto">
            <a:xfrm>
              <a:off x="7210425" y="4264819"/>
              <a:ext cx="42863" cy="92869"/>
            </a:xfrm>
            <a:custGeom>
              <a:avLst/>
              <a:gdLst>
                <a:gd name="connsiteX0" fmla="*/ 42863 w 42863"/>
                <a:gd name="connsiteY0" fmla="*/ 0 h 92869"/>
                <a:gd name="connsiteX1" fmla="*/ 35719 w 42863"/>
                <a:gd name="connsiteY1" fmla="*/ 92869 h 92869"/>
                <a:gd name="connsiteX2" fmla="*/ 0 w 42863"/>
                <a:gd name="connsiteY2" fmla="*/ 78581 h 92869"/>
                <a:gd name="connsiteX3" fmla="*/ 7144 w 42863"/>
                <a:gd name="connsiteY3" fmla="*/ 54769 h 92869"/>
                <a:gd name="connsiteX4" fmla="*/ 42863 w 42863"/>
                <a:gd name="connsiteY4" fmla="*/ 0 h 92869"/>
                <a:gd name="connsiteX0" fmla="*/ 42863 w 42863"/>
                <a:gd name="connsiteY0" fmla="*/ 0 h 92869"/>
                <a:gd name="connsiteX1" fmla="*/ 35719 w 42863"/>
                <a:gd name="connsiteY1" fmla="*/ 92869 h 92869"/>
                <a:gd name="connsiteX2" fmla="*/ 0 w 42863"/>
                <a:gd name="connsiteY2" fmla="*/ 78581 h 92869"/>
                <a:gd name="connsiteX3" fmla="*/ 7144 w 42863"/>
                <a:gd name="connsiteY3" fmla="*/ 54769 h 92869"/>
                <a:gd name="connsiteX4" fmla="*/ 14288 w 42863"/>
                <a:gd name="connsiteY4" fmla="*/ 33337 h 92869"/>
                <a:gd name="connsiteX5" fmla="*/ 42863 w 42863"/>
                <a:gd name="connsiteY5" fmla="*/ 0 h 92869"/>
                <a:gd name="connsiteX0" fmla="*/ 42863 w 42863"/>
                <a:gd name="connsiteY0" fmla="*/ 0 h 92869"/>
                <a:gd name="connsiteX1" fmla="*/ 35719 w 42863"/>
                <a:gd name="connsiteY1" fmla="*/ 92869 h 92869"/>
                <a:gd name="connsiteX2" fmla="*/ 0 w 42863"/>
                <a:gd name="connsiteY2" fmla="*/ 78581 h 92869"/>
                <a:gd name="connsiteX3" fmla="*/ 7144 w 42863"/>
                <a:gd name="connsiteY3" fmla="*/ 54769 h 92869"/>
                <a:gd name="connsiteX4" fmla="*/ 9526 w 42863"/>
                <a:gd name="connsiteY4" fmla="*/ 4762 h 92869"/>
                <a:gd name="connsiteX5" fmla="*/ 42863 w 42863"/>
                <a:gd name="connsiteY5" fmla="*/ 0 h 92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63" h="92869">
                  <a:moveTo>
                    <a:pt x="42863" y="0"/>
                  </a:moveTo>
                  <a:lnTo>
                    <a:pt x="35719" y="92869"/>
                  </a:lnTo>
                  <a:lnTo>
                    <a:pt x="0" y="78581"/>
                  </a:lnTo>
                  <a:lnTo>
                    <a:pt x="7144" y="54769"/>
                  </a:lnTo>
                  <a:lnTo>
                    <a:pt x="9526" y="4762"/>
                  </a:lnTo>
                  <a:lnTo>
                    <a:pt x="42863"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29" name="Freeform: Shape 275">
              <a:extLst>
                <a:ext uri="{FF2B5EF4-FFF2-40B4-BE49-F238E27FC236}">
                  <a16:creationId xmlns:a16="http://schemas.microsoft.com/office/drawing/2014/main" id="{DA6134B8-32A0-4DFD-BE56-A5C439A728FC}"/>
                </a:ext>
              </a:extLst>
            </p:cNvPr>
            <p:cNvSpPr/>
            <p:nvPr/>
          </p:nvSpPr>
          <p:spPr bwMode="auto">
            <a:xfrm>
              <a:off x="7248525" y="4491038"/>
              <a:ext cx="140494" cy="100012"/>
            </a:xfrm>
            <a:custGeom>
              <a:avLst/>
              <a:gdLst>
                <a:gd name="connsiteX0" fmla="*/ 140494 w 140494"/>
                <a:gd name="connsiteY0" fmla="*/ 57150 h 100012"/>
                <a:gd name="connsiteX1" fmla="*/ 140494 w 140494"/>
                <a:gd name="connsiteY1" fmla="*/ 57150 h 100012"/>
                <a:gd name="connsiteX2" fmla="*/ 119063 w 140494"/>
                <a:gd name="connsiteY2" fmla="*/ 0 h 100012"/>
                <a:gd name="connsiteX3" fmla="*/ 69056 w 140494"/>
                <a:gd name="connsiteY3" fmla="*/ 33337 h 100012"/>
                <a:gd name="connsiteX4" fmla="*/ 30956 w 140494"/>
                <a:gd name="connsiteY4" fmla="*/ 28575 h 100012"/>
                <a:gd name="connsiteX5" fmla="*/ 0 w 140494"/>
                <a:gd name="connsiteY5" fmla="*/ 52387 h 100012"/>
                <a:gd name="connsiteX6" fmla="*/ 59531 w 140494"/>
                <a:gd name="connsiteY6" fmla="*/ 47625 h 100012"/>
                <a:gd name="connsiteX7" fmla="*/ 83344 w 140494"/>
                <a:gd name="connsiteY7" fmla="*/ 73818 h 100012"/>
                <a:gd name="connsiteX8" fmla="*/ 111919 w 140494"/>
                <a:gd name="connsiteY8" fmla="*/ 100012 h 100012"/>
                <a:gd name="connsiteX9" fmla="*/ 140494 w 140494"/>
                <a:gd name="connsiteY9" fmla="*/ 57150 h 100012"/>
                <a:gd name="connsiteX0" fmla="*/ 140494 w 140494"/>
                <a:gd name="connsiteY0" fmla="*/ 57150 h 100012"/>
                <a:gd name="connsiteX1" fmla="*/ 140494 w 140494"/>
                <a:gd name="connsiteY1" fmla="*/ 57150 h 100012"/>
                <a:gd name="connsiteX2" fmla="*/ 119063 w 140494"/>
                <a:gd name="connsiteY2" fmla="*/ 0 h 100012"/>
                <a:gd name="connsiteX3" fmla="*/ 69056 w 140494"/>
                <a:gd name="connsiteY3" fmla="*/ 33337 h 100012"/>
                <a:gd name="connsiteX4" fmla="*/ 30956 w 140494"/>
                <a:gd name="connsiteY4" fmla="*/ 28575 h 100012"/>
                <a:gd name="connsiteX5" fmla="*/ 0 w 140494"/>
                <a:gd name="connsiteY5" fmla="*/ 52387 h 100012"/>
                <a:gd name="connsiteX6" fmla="*/ 59531 w 140494"/>
                <a:gd name="connsiteY6" fmla="*/ 47625 h 100012"/>
                <a:gd name="connsiteX7" fmla="*/ 83344 w 140494"/>
                <a:gd name="connsiteY7" fmla="*/ 73818 h 100012"/>
                <a:gd name="connsiteX8" fmla="*/ 111919 w 140494"/>
                <a:gd name="connsiteY8" fmla="*/ 100012 h 100012"/>
                <a:gd name="connsiteX9" fmla="*/ 123825 w 140494"/>
                <a:gd name="connsiteY9" fmla="*/ 76200 h 100012"/>
                <a:gd name="connsiteX10" fmla="*/ 140494 w 140494"/>
                <a:gd name="connsiteY10" fmla="*/ 57150 h 100012"/>
                <a:gd name="connsiteX0" fmla="*/ 140494 w 140494"/>
                <a:gd name="connsiteY0" fmla="*/ 57150 h 100012"/>
                <a:gd name="connsiteX1" fmla="*/ 140494 w 140494"/>
                <a:gd name="connsiteY1" fmla="*/ 57150 h 100012"/>
                <a:gd name="connsiteX2" fmla="*/ 119063 w 140494"/>
                <a:gd name="connsiteY2" fmla="*/ 0 h 100012"/>
                <a:gd name="connsiteX3" fmla="*/ 69056 w 140494"/>
                <a:gd name="connsiteY3" fmla="*/ 33337 h 100012"/>
                <a:gd name="connsiteX4" fmla="*/ 30956 w 140494"/>
                <a:gd name="connsiteY4" fmla="*/ 28575 h 100012"/>
                <a:gd name="connsiteX5" fmla="*/ 0 w 140494"/>
                <a:gd name="connsiteY5" fmla="*/ 52387 h 100012"/>
                <a:gd name="connsiteX6" fmla="*/ 59531 w 140494"/>
                <a:gd name="connsiteY6" fmla="*/ 47625 h 100012"/>
                <a:gd name="connsiteX7" fmla="*/ 83344 w 140494"/>
                <a:gd name="connsiteY7" fmla="*/ 73818 h 100012"/>
                <a:gd name="connsiteX8" fmla="*/ 111919 w 140494"/>
                <a:gd name="connsiteY8" fmla="*/ 100012 h 100012"/>
                <a:gd name="connsiteX9" fmla="*/ 97631 w 140494"/>
                <a:gd name="connsiteY9" fmla="*/ 52388 h 100012"/>
                <a:gd name="connsiteX10" fmla="*/ 140494 w 140494"/>
                <a:gd name="connsiteY10" fmla="*/ 57150 h 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0494" h="100012">
                  <a:moveTo>
                    <a:pt x="140494" y="57150"/>
                  </a:moveTo>
                  <a:lnTo>
                    <a:pt x="140494" y="57150"/>
                  </a:lnTo>
                  <a:lnTo>
                    <a:pt x="119063" y="0"/>
                  </a:lnTo>
                  <a:lnTo>
                    <a:pt x="69056" y="33337"/>
                  </a:lnTo>
                  <a:lnTo>
                    <a:pt x="30956" y="28575"/>
                  </a:lnTo>
                  <a:lnTo>
                    <a:pt x="0" y="52387"/>
                  </a:lnTo>
                  <a:lnTo>
                    <a:pt x="59531" y="47625"/>
                  </a:lnTo>
                  <a:lnTo>
                    <a:pt x="83344" y="73818"/>
                  </a:lnTo>
                  <a:lnTo>
                    <a:pt x="111919" y="100012"/>
                  </a:lnTo>
                  <a:lnTo>
                    <a:pt x="97631" y="52388"/>
                  </a:lnTo>
                  <a:lnTo>
                    <a:pt x="140494" y="5715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30" name="Freeform: Shape 276">
              <a:extLst>
                <a:ext uri="{FF2B5EF4-FFF2-40B4-BE49-F238E27FC236}">
                  <a16:creationId xmlns:a16="http://schemas.microsoft.com/office/drawing/2014/main" id="{F479BA20-2482-4469-9538-7EE68625A26E}"/>
                </a:ext>
              </a:extLst>
            </p:cNvPr>
            <p:cNvSpPr/>
            <p:nvPr/>
          </p:nvSpPr>
          <p:spPr bwMode="auto">
            <a:xfrm>
              <a:off x="7172325" y="4755356"/>
              <a:ext cx="114300" cy="83344"/>
            </a:xfrm>
            <a:custGeom>
              <a:avLst/>
              <a:gdLst>
                <a:gd name="connsiteX0" fmla="*/ 114300 w 114300"/>
                <a:gd name="connsiteY0" fmla="*/ 50007 h 83344"/>
                <a:gd name="connsiteX1" fmla="*/ 71438 w 114300"/>
                <a:gd name="connsiteY1" fmla="*/ 0 h 83344"/>
                <a:gd name="connsiteX2" fmla="*/ 0 w 114300"/>
                <a:gd name="connsiteY2" fmla="*/ 2382 h 83344"/>
                <a:gd name="connsiteX3" fmla="*/ 16669 w 114300"/>
                <a:gd name="connsiteY3" fmla="*/ 30957 h 83344"/>
                <a:gd name="connsiteX4" fmla="*/ 21431 w 114300"/>
                <a:gd name="connsiteY4" fmla="*/ 83344 h 83344"/>
                <a:gd name="connsiteX5" fmla="*/ 45244 w 114300"/>
                <a:gd name="connsiteY5" fmla="*/ 76200 h 83344"/>
                <a:gd name="connsiteX6" fmla="*/ 35719 w 114300"/>
                <a:gd name="connsiteY6" fmla="*/ 35719 h 83344"/>
                <a:gd name="connsiteX7" fmla="*/ 47625 w 114300"/>
                <a:gd name="connsiteY7" fmla="*/ 11907 h 83344"/>
                <a:gd name="connsiteX8" fmla="*/ 114300 w 114300"/>
                <a:gd name="connsiteY8" fmla="*/ 50007 h 8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83344">
                  <a:moveTo>
                    <a:pt x="114300" y="50007"/>
                  </a:moveTo>
                  <a:lnTo>
                    <a:pt x="71438" y="0"/>
                  </a:lnTo>
                  <a:lnTo>
                    <a:pt x="0" y="2382"/>
                  </a:lnTo>
                  <a:lnTo>
                    <a:pt x="16669" y="30957"/>
                  </a:lnTo>
                  <a:lnTo>
                    <a:pt x="21431" y="83344"/>
                  </a:lnTo>
                  <a:lnTo>
                    <a:pt x="45244" y="76200"/>
                  </a:lnTo>
                  <a:lnTo>
                    <a:pt x="35719" y="35719"/>
                  </a:lnTo>
                  <a:lnTo>
                    <a:pt x="47625" y="11907"/>
                  </a:lnTo>
                  <a:lnTo>
                    <a:pt x="114300" y="50007"/>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31" name="Freeform: Shape 277">
              <a:extLst>
                <a:ext uri="{FF2B5EF4-FFF2-40B4-BE49-F238E27FC236}">
                  <a16:creationId xmlns:a16="http://schemas.microsoft.com/office/drawing/2014/main" id="{D2797520-DB1F-4AEF-8EF8-DBE7148C7429}"/>
                </a:ext>
              </a:extLst>
            </p:cNvPr>
            <p:cNvSpPr/>
            <p:nvPr/>
          </p:nvSpPr>
          <p:spPr bwMode="auto">
            <a:xfrm>
              <a:off x="6755606" y="4521994"/>
              <a:ext cx="92869" cy="150019"/>
            </a:xfrm>
            <a:custGeom>
              <a:avLst/>
              <a:gdLst>
                <a:gd name="connsiteX0" fmla="*/ 0 w 92869"/>
                <a:gd name="connsiteY0" fmla="*/ 0 h 150019"/>
                <a:gd name="connsiteX1" fmla="*/ 14288 w 92869"/>
                <a:gd name="connsiteY1" fmla="*/ 69056 h 150019"/>
                <a:gd name="connsiteX2" fmla="*/ 92869 w 92869"/>
                <a:gd name="connsiteY2" fmla="*/ 150019 h 150019"/>
                <a:gd name="connsiteX3" fmla="*/ 80963 w 92869"/>
                <a:gd name="connsiteY3" fmla="*/ 119062 h 150019"/>
                <a:gd name="connsiteX4" fmla="*/ 83344 w 92869"/>
                <a:gd name="connsiteY4" fmla="*/ 52387 h 150019"/>
                <a:gd name="connsiteX5" fmla="*/ 0 w 92869"/>
                <a:gd name="connsiteY5" fmla="*/ 0 h 15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869" h="150019">
                  <a:moveTo>
                    <a:pt x="0" y="0"/>
                  </a:moveTo>
                  <a:lnTo>
                    <a:pt x="14288" y="69056"/>
                  </a:lnTo>
                  <a:lnTo>
                    <a:pt x="92869" y="150019"/>
                  </a:lnTo>
                  <a:lnTo>
                    <a:pt x="80963" y="119062"/>
                  </a:lnTo>
                  <a:cubicBezTo>
                    <a:pt x="81757" y="96837"/>
                    <a:pt x="82550" y="74612"/>
                    <a:pt x="83344" y="52387"/>
                  </a:cubicBezTo>
                  <a:lnTo>
                    <a:pt x="0"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32" name="Freeform: Shape 47">
              <a:extLst>
                <a:ext uri="{FF2B5EF4-FFF2-40B4-BE49-F238E27FC236}">
                  <a16:creationId xmlns:a16="http://schemas.microsoft.com/office/drawing/2014/main" id="{C28D76FD-35C2-4150-929B-55F661C2F254}"/>
                </a:ext>
              </a:extLst>
            </p:cNvPr>
            <p:cNvSpPr/>
            <p:nvPr/>
          </p:nvSpPr>
          <p:spPr bwMode="auto">
            <a:xfrm>
              <a:off x="6696075" y="4126706"/>
              <a:ext cx="195263" cy="426244"/>
            </a:xfrm>
            <a:custGeom>
              <a:avLst/>
              <a:gdLst>
                <a:gd name="connsiteX0" fmla="*/ 78581 w 195263"/>
                <a:gd name="connsiteY0" fmla="*/ 0 h 238125"/>
                <a:gd name="connsiteX1" fmla="*/ 0 w 195263"/>
                <a:gd name="connsiteY1" fmla="*/ 50006 h 238125"/>
                <a:gd name="connsiteX2" fmla="*/ 19050 w 195263"/>
                <a:gd name="connsiteY2" fmla="*/ 109537 h 238125"/>
                <a:gd name="connsiteX3" fmla="*/ 9525 w 195263"/>
                <a:gd name="connsiteY3" fmla="*/ 176212 h 238125"/>
                <a:gd name="connsiteX4" fmla="*/ 42863 w 195263"/>
                <a:gd name="connsiteY4" fmla="*/ 188118 h 238125"/>
                <a:gd name="connsiteX5" fmla="*/ 52388 w 195263"/>
                <a:gd name="connsiteY5" fmla="*/ 238125 h 238125"/>
                <a:gd name="connsiteX6" fmla="*/ 64294 w 195263"/>
                <a:gd name="connsiteY6" fmla="*/ 197643 h 238125"/>
                <a:gd name="connsiteX7" fmla="*/ 83344 w 195263"/>
                <a:gd name="connsiteY7" fmla="*/ 209550 h 238125"/>
                <a:gd name="connsiteX8" fmla="*/ 100013 w 195263"/>
                <a:gd name="connsiteY8" fmla="*/ 223837 h 238125"/>
                <a:gd name="connsiteX9" fmla="*/ 119063 w 195263"/>
                <a:gd name="connsiteY9" fmla="*/ 226218 h 238125"/>
                <a:gd name="connsiteX10" fmla="*/ 121444 w 195263"/>
                <a:gd name="connsiteY10" fmla="*/ 183356 h 238125"/>
                <a:gd name="connsiteX11" fmla="*/ 195263 w 195263"/>
                <a:gd name="connsiteY11" fmla="*/ 173831 h 238125"/>
                <a:gd name="connsiteX12" fmla="*/ 192881 w 195263"/>
                <a:gd name="connsiteY12" fmla="*/ 140493 h 238125"/>
                <a:gd name="connsiteX13" fmla="*/ 147638 w 195263"/>
                <a:gd name="connsiteY13" fmla="*/ 66675 h 238125"/>
                <a:gd name="connsiteX14" fmla="*/ 126206 w 195263"/>
                <a:gd name="connsiteY14" fmla="*/ 85725 h 238125"/>
                <a:gd name="connsiteX15" fmla="*/ 78581 w 195263"/>
                <a:gd name="connsiteY15" fmla="*/ 102393 h 238125"/>
                <a:gd name="connsiteX16" fmla="*/ 83344 w 195263"/>
                <a:gd name="connsiteY16" fmla="*/ 59531 h 238125"/>
                <a:gd name="connsiteX17" fmla="*/ 78581 w 195263"/>
                <a:gd name="connsiteY17" fmla="*/ 0 h 238125"/>
                <a:gd name="connsiteX0" fmla="*/ 78581 w 195263"/>
                <a:gd name="connsiteY0" fmla="*/ 0 h 238125"/>
                <a:gd name="connsiteX1" fmla="*/ 57150 w 195263"/>
                <a:gd name="connsiteY1" fmla="*/ 11906 h 238125"/>
                <a:gd name="connsiteX2" fmla="*/ 0 w 195263"/>
                <a:gd name="connsiteY2" fmla="*/ 50006 h 238125"/>
                <a:gd name="connsiteX3" fmla="*/ 19050 w 195263"/>
                <a:gd name="connsiteY3" fmla="*/ 109537 h 238125"/>
                <a:gd name="connsiteX4" fmla="*/ 9525 w 195263"/>
                <a:gd name="connsiteY4" fmla="*/ 176212 h 238125"/>
                <a:gd name="connsiteX5" fmla="*/ 42863 w 195263"/>
                <a:gd name="connsiteY5" fmla="*/ 188118 h 238125"/>
                <a:gd name="connsiteX6" fmla="*/ 52388 w 195263"/>
                <a:gd name="connsiteY6" fmla="*/ 238125 h 238125"/>
                <a:gd name="connsiteX7" fmla="*/ 64294 w 195263"/>
                <a:gd name="connsiteY7" fmla="*/ 197643 h 238125"/>
                <a:gd name="connsiteX8" fmla="*/ 83344 w 195263"/>
                <a:gd name="connsiteY8" fmla="*/ 209550 h 238125"/>
                <a:gd name="connsiteX9" fmla="*/ 100013 w 195263"/>
                <a:gd name="connsiteY9" fmla="*/ 223837 h 238125"/>
                <a:gd name="connsiteX10" fmla="*/ 119063 w 195263"/>
                <a:gd name="connsiteY10" fmla="*/ 226218 h 238125"/>
                <a:gd name="connsiteX11" fmla="*/ 121444 w 195263"/>
                <a:gd name="connsiteY11" fmla="*/ 183356 h 238125"/>
                <a:gd name="connsiteX12" fmla="*/ 195263 w 195263"/>
                <a:gd name="connsiteY12" fmla="*/ 173831 h 238125"/>
                <a:gd name="connsiteX13" fmla="*/ 192881 w 195263"/>
                <a:gd name="connsiteY13" fmla="*/ 140493 h 238125"/>
                <a:gd name="connsiteX14" fmla="*/ 147638 w 195263"/>
                <a:gd name="connsiteY14" fmla="*/ 66675 h 238125"/>
                <a:gd name="connsiteX15" fmla="*/ 126206 w 195263"/>
                <a:gd name="connsiteY15" fmla="*/ 85725 h 238125"/>
                <a:gd name="connsiteX16" fmla="*/ 78581 w 195263"/>
                <a:gd name="connsiteY16" fmla="*/ 102393 h 238125"/>
                <a:gd name="connsiteX17" fmla="*/ 83344 w 195263"/>
                <a:gd name="connsiteY17" fmla="*/ 59531 h 238125"/>
                <a:gd name="connsiteX18" fmla="*/ 78581 w 195263"/>
                <a:gd name="connsiteY18" fmla="*/ 0 h 238125"/>
                <a:gd name="connsiteX0" fmla="*/ 78581 w 195263"/>
                <a:gd name="connsiteY0" fmla="*/ 30957 h 269082"/>
                <a:gd name="connsiteX1" fmla="*/ 54768 w 195263"/>
                <a:gd name="connsiteY1" fmla="*/ 0 h 269082"/>
                <a:gd name="connsiteX2" fmla="*/ 0 w 195263"/>
                <a:gd name="connsiteY2" fmla="*/ 80963 h 269082"/>
                <a:gd name="connsiteX3" fmla="*/ 19050 w 195263"/>
                <a:gd name="connsiteY3" fmla="*/ 140494 h 269082"/>
                <a:gd name="connsiteX4" fmla="*/ 9525 w 195263"/>
                <a:gd name="connsiteY4" fmla="*/ 207169 h 269082"/>
                <a:gd name="connsiteX5" fmla="*/ 42863 w 195263"/>
                <a:gd name="connsiteY5" fmla="*/ 219075 h 269082"/>
                <a:gd name="connsiteX6" fmla="*/ 52388 w 195263"/>
                <a:gd name="connsiteY6" fmla="*/ 269082 h 269082"/>
                <a:gd name="connsiteX7" fmla="*/ 64294 w 195263"/>
                <a:gd name="connsiteY7" fmla="*/ 228600 h 269082"/>
                <a:gd name="connsiteX8" fmla="*/ 83344 w 195263"/>
                <a:gd name="connsiteY8" fmla="*/ 240507 h 269082"/>
                <a:gd name="connsiteX9" fmla="*/ 100013 w 195263"/>
                <a:gd name="connsiteY9" fmla="*/ 254794 h 269082"/>
                <a:gd name="connsiteX10" fmla="*/ 119063 w 195263"/>
                <a:gd name="connsiteY10" fmla="*/ 257175 h 269082"/>
                <a:gd name="connsiteX11" fmla="*/ 121444 w 195263"/>
                <a:gd name="connsiteY11" fmla="*/ 214313 h 269082"/>
                <a:gd name="connsiteX12" fmla="*/ 195263 w 195263"/>
                <a:gd name="connsiteY12" fmla="*/ 204788 h 269082"/>
                <a:gd name="connsiteX13" fmla="*/ 192881 w 195263"/>
                <a:gd name="connsiteY13" fmla="*/ 171450 h 269082"/>
                <a:gd name="connsiteX14" fmla="*/ 147638 w 195263"/>
                <a:gd name="connsiteY14" fmla="*/ 97632 h 269082"/>
                <a:gd name="connsiteX15" fmla="*/ 126206 w 195263"/>
                <a:gd name="connsiteY15" fmla="*/ 116682 h 269082"/>
                <a:gd name="connsiteX16" fmla="*/ 78581 w 195263"/>
                <a:gd name="connsiteY16" fmla="*/ 133350 h 269082"/>
                <a:gd name="connsiteX17" fmla="*/ 83344 w 195263"/>
                <a:gd name="connsiteY17" fmla="*/ 90488 h 269082"/>
                <a:gd name="connsiteX18" fmla="*/ 78581 w 195263"/>
                <a:gd name="connsiteY18" fmla="*/ 30957 h 269082"/>
                <a:gd name="connsiteX0" fmla="*/ 78581 w 195263"/>
                <a:gd name="connsiteY0" fmla="*/ 30957 h 269082"/>
                <a:gd name="connsiteX1" fmla="*/ 54768 w 195263"/>
                <a:gd name="connsiteY1" fmla="*/ 0 h 269082"/>
                <a:gd name="connsiteX2" fmla="*/ 21431 w 195263"/>
                <a:gd name="connsiteY2" fmla="*/ 50007 h 269082"/>
                <a:gd name="connsiteX3" fmla="*/ 0 w 195263"/>
                <a:gd name="connsiteY3" fmla="*/ 80963 h 269082"/>
                <a:gd name="connsiteX4" fmla="*/ 19050 w 195263"/>
                <a:gd name="connsiteY4" fmla="*/ 140494 h 269082"/>
                <a:gd name="connsiteX5" fmla="*/ 9525 w 195263"/>
                <a:gd name="connsiteY5" fmla="*/ 207169 h 269082"/>
                <a:gd name="connsiteX6" fmla="*/ 42863 w 195263"/>
                <a:gd name="connsiteY6" fmla="*/ 219075 h 269082"/>
                <a:gd name="connsiteX7" fmla="*/ 52388 w 195263"/>
                <a:gd name="connsiteY7" fmla="*/ 269082 h 269082"/>
                <a:gd name="connsiteX8" fmla="*/ 64294 w 195263"/>
                <a:gd name="connsiteY8" fmla="*/ 228600 h 269082"/>
                <a:gd name="connsiteX9" fmla="*/ 83344 w 195263"/>
                <a:gd name="connsiteY9" fmla="*/ 240507 h 269082"/>
                <a:gd name="connsiteX10" fmla="*/ 100013 w 195263"/>
                <a:gd name="connsiteY10" fmla="*/ 254794 h 269082"/>
                <a:gd name="connsiteX11" fmla="*/ 119063 w 195263"/>
                <a:gd name="connsiteY11" fmla="*/ 257175 h 269082"/>
                <a:gd name="connsiteX12" fmla="*/ 121444 w 195263"/>
                <a:gd name="connsiteY12" fmla="*/ 214313 h 269082"/>
                <a:gd name="connsiteX13" fmla="*/ 195263 w 195263"/>
                <a:gd name="connsiteY13" fmla="*/ 204788 h 269082"/>
                <a:gd name="connsiteX14" fmla="*/ 192881 w 195263"/>
                <a:gd name="connsiteY14" fmla="*/ 171450 h 269082"/>
                <a:gd name="connsiteX15" fmla="*/ 147638 w 195263"/>
                <a:gd name="connsiteY15" fmla="*/ 97632 h 269082"/>
                <a:gd name="connsiteX16" fmla="*/ 126206 w 195263"/>
                <a:gd name="connsiteY16" fmla="*/ 116682 h 269082"/>
                <a:gd name="connsiteX17" fmla="*/ 78581 w 195263"/>
                <a:gd name="connsiteY17" fmla="*/ 133350 h 269082"/>
                <a:gd name="connsiteX18" fmla="*/ 83344 w 195263"/>
                <a:gd name="connsiteY18" fmla="*/ 90488 h 269082"/>
                <a:gd name="connsiteX19" fmla="*/ 78581 w 195263"/>
                <a:gd name="connsiteY19" fmla="*/ 30957 h 269082"/>
                <a:gd name="connsiteX0" fmla="*/ 78581 w 195263"/>
                <a:gd name="connsiteY0" fmla="*/ 30957 h 269082"/>
                <a:gd name="connsiteX1" fmla="*/ 54768 w 195263"/>
                <a:gd name="connsiteY1" fmla="*/ 0 h 269082"/>
                <a:gd name="connsiteX2" fmla="*/ 40481 w 195263"/>
                <a:gd name="connsiteY2" fmla="*/ 61913 h 269082"/>
                <a:gd name="connsiteX3" fmla="*/ 0 w 195263"/>
                <a:gd name="connsiteY3" fmla="*/ 80963 h 269082"/>
                <a:gd name="connsiteX4" fmla="*/ 19050 w 195263"/>
                <a:gd name="connsiteY4" fmla="*/ 140494 h 269082"/>
                <a:gd name="connsiteX5" fmla="*/ 9525 w 195263"/>
                <a:gd name="connsiteY5" fmla="*/ 207169 h 269082"/>
                <a:gd name="connsiteX6" fmla="*/ 42863 w 195263"/>
                <a:gd name="connsiteY6" fmla="*/ 219075 h 269082"/>
                <a:gd name="connsiteX7" fmla="*/ 52388 w 195263"/>
                <a:gd name="connsiteY7" fmla="*/ 269082 h 269082"/>
                <a:gd name="connsiteX8" fmla="*/ 64294 w 195263"/>
                <a:gd name="connsiteY8" fmla="*/ 228600 h 269082"/>
                <a:gd name="connsiteX9" fmla="*/ 83344 w 195263"/>
                <a:gd name="connsiteY9" fmla="*/ 240507 h 269082"/>
                <a:gd name="connsiteX10" fmla="*/ 100013 w 195263"/>
                <a:gd name="connsiteY10" fmla="*/ 254794 h 269082"/>
                <a:gd name="connsiteX11" fmla="*/ 119063 w 195263"/>
                <a:gd name="connsiteY11" fmla="*/ 257175 h 269082"/>
                <a:gd name="connsiteX12" fmla="*/ 121444 w 195263"/>
                <a:gd name="connsiteY12" fmla="*/ 214313 h 269082"/>
                <a:gd name="connsiteX13" fmla="*/ 195263 w 195263"/>
                <a:gd name="connsiteY13" fmla="*/ 204788 h 269082"/>
                <a:gd name="connsiteX14" fmla="*/ 192881 w 195263"/>
                <a:gd name="connsiteY14" fmla="*/ 171450 h 269082"/>
                <a:gd name="connsiteX15" fmla="*/ 147638 w 195263"/>
                <a:gd name="connsiteY15" fmla="*/ 97632 h 269082"/>
                <a:gd name="connsiteX16" fmla="*/ 126206 w 195263"/>
                <a:gd name="connsiteY16" fmla="*/ 116682 h 269082"/>
                <a:gd name="connsiteX17" fmla="*/ 78581 w 195263"/>
                <a:gd name="connsiteY17" fmla="*/ 133350 h 269082"/>
                <a:gd name="connsiteX18" fmla="*/ 83344 w 195263"/>
                <a:gd name="connsiteY18" fmla="*/ 90488 h 269082"/>
                <a:gd name="connsiteX19" fmla="*/ 78581 w 195263"/>
                <a:gd name="connsiteY19" fmla="*/ 30957 h 269082"/>
                <a:gd name="connsiteX0" fmla="*/ 78581 w 195263"/>
                <a:gd name="connsiteY0" fmla="*/ 30957 h 269082"/>
                <a:gd name="connsiteX1" fmla="*/ 54768 w 195263"/>
                <a:gd name="connsiteY1" fmla="*/ 0 h 269082"/>
                <a:gd name="connsiteX2" fmla="*/ 40481 w 195263"/>
                <a:gd name="connsiteY2" fmla="*/ 61913 h 269082"/>
                <a:gd name="connsiteX3" fmla="*/ 0 w 195263"/>
                <a:gd name="connsiteY3" fmla="*/ 80963 h 269082"/>
                <a:gd name="connsiteX4" fmla="*/ 19050 w 195263"/>
                <a:gd name="connsiteY4" fmla="*/ 140494 h 269082"/>
                <a:gd name="connsiteX5" fmla="*/ 9525 w 195263"/>
                <a:gd name="connsiteY5" fmla="*/ 207169 h 269082"/>
                <a:gd name="connsiteX6" fmla="*/ 42863 w 195263"/>
                <a:gd name="connsiteY6" fmla="*/ 219075 h 269082"/>
                <a:gd name="connsiteX7" fmla="*/ 40482 w 195263"/>
                <a:gd name="connsiteY7" fmla="*/ 269082 h 269082"/>
                <a:gd name="connsiteX8" fmla="*/ 64294 w 195263"/>
                <a:gd name="connsiteY8" fmla="*/ 228600 h 269082"/>
                <a:gd name="connsiteX9" fmla="*/ 83344 w 195263"/>
                <a:gd name="connsiteY9" fmla="*/ 240507 h 269082"/>
                <a:gd name="connsiteX10" fmla="*/ 100013 w 195263"/>
                <a:gd name="connsiteY10" fmla="*/ 254794 h 269082"/>
                <a:gd name="connsiteX11" fmla="*/ 119063 w 195263"/>
                <a:gd name="connsiteY11" fmla="*/ 257175 h 269082"/>
                <a:gd name="connsiteX12" fmla="*/ 121444 w 195263"/>
                <a:gd name="connsiteY12" fmla="*/ 214313 h 269082"/>
                <a:gd name="connsiteX13" fmla="*/ 195263 w 195263"/>
                <a:gd name="connsiteY13" fmla="*/ 204788 h 269082"/>
                <a:gd name="connsiteX14" fmla="*/ 192881 w 195263"/>
                <a:gd name="connsiteY14" fmla="*/ 171450 h 269082"/>
                <a:gd name="connsiteX15" fmla="*/ 147638 w 195263"/>
                <a:gd name="connsiteY15" fmla="*/ 97632 h 269082"/>
                <a:gd name="connsiteX16" fmla="*/ 126206 w 195263"/>
                <a:gd name="connsiteY16" fmla="*/ 116682 h 269082"/>
                <a:gd name="connsiteX17" fmla="*/ 78581 w 195263"/>
                <a:gd name="connsiteY17" fmla="*/ 133350 h 269082"/>
                <a:gd name="connsiteX18" fmla="*/ 83344 w 195263"/>
                <a:gd name="connsiteY18" fmla="*/ 90488 h 269082"/>
                <a:gd name="connsiteX19" fmla="*/ 78581 w 195263"/>
                <a:gd name="connsiteY19" fmla="*/ 30957 h 269082"/>
                <a:gd name="connsiteX0" fmla="*/ 78581 w 195263"/>
                <a:gd name="connsiteY0" fmla="*/ 30957 h 357188"/>
                <a:gd name="connsiteX1" fmla="*/ 54768 w 195263"/>
                <a:gd name="connsiteY1" fmla="*/ 0 h 357188"/>
                <a:gd name="connsiteX2" fmla="*/ 40481 w 195263"/>
                <a:gd name="connsiteY2" fmla="*/ 61913 h 357188"/>
                <a:gd name="connsiteX3" fmla="*/ 0 w 195263"/>
                <a:gd name="connsiteY3" fmla="*/ 80963 h 357188"/>
                <a:gd name="connsiteX4" fmla="*/ 19050 w 195263"/>
                <a:gd name="connsiteY4" fmla="*/ 140494 h 357188"/>
                <a:gd name="connsiteX5" fmla="*/ 9525 w 195263"/>
                <a:gd name="connsiteY5" fmla="*/ 207169 h 357188"/>
                <a:gd name="connsiteX6" fmla="*/ 42863 w 195263"/>
                <a:gd name="connsiteY6" fmla="*/ 219075 h 357188"/>
                <a:gd name="connsiteX7" fmla="*/ 21432 w 195263"/>
                <a:gd name="connsiteY7" fmla="*/ 357188 h 357188"/>
                <a:gd name="connsiteX8" fmla="*/ 64294 w 195263"/>
                <a:gd name="connsiteY8" fmla="*/ 228600 h 357188"/>
                <a:gd name="connsiteX9" fmla="*/ 83344 w 195263"/>
                <a:gd name="connsiteY9" fmla="*/ 240507 h 357188"/>
                <a:gd name="connsiteX10" fmla="*/ 100013 w 195263"/>
                <a:gd name="connsiteY10" fmla="*/ 254794 h 357188"/>
                <a:gd name="connsiteX11" fmla="*/ 119063 w 195263"/>
                <a:gd name="connsiteY11" fmla="*/ 257175 h 357188"/>
                <a:gd name="connsiteX12" fmla="*/ 121444 w 195263"/>
                <a:gd name="connsiteY12" fmla="*/ 214313 h 357188"/>
                <a:gd name="connsiteX13" fmla="*/ 195263 w 195263"/>
                <a:gd name="connsiteY13" fmla="*/ 204788 h 357188"/>
                <a:gd name="connsiteX14" fmla="*/ 192881 w 195263"/>
                <a:gd name="connsiteY14" fmla="*/ 171450 h 357188"/>
                <a:gd name="connsiteX15" fmla="*/ 147638 w 195263"/>
                <a:gd name="connsiteY15" fmla="*/ 97632 h 357188"/>
                <a:gd name="connsiteX16" fmla="*/ 126206 w 195263"/>
                <a:gd name="connsiteY16" fmla="*/ 116682 h 357188"/>
                <a:gd name="connsiteX17" fmla="*/ 78581 w 195263"/>
                <a:gd name="connsiteY17" fmla="*/ 133350 h 357188"/>
                <a:gd name="connsiteX18" fmla="*/ 83344 w 195263"/>
                <a:gd name="connsiteY18" fmla="*/ 90488 h 357188"/>
                <a:gd name="connsiteX19" fmla="*/ 78581 w 195263"/>
                <a:gd name="connsiteY19" fmla="*/ 30957 h 357188"/>
                <a:gd name="connsiteX0" fmla="*/ 78581 w 195263"/>
                <a:gd name="connsiteY0" fmla="*/ 30957 h 357188"/>
                <a:gd name="connsiteX1" fmla="*/ 54768 w 195263"/>
                <a:gd name="connsiteY1" fmla="*/ 0 h 357188"/>
                <a:gd name="connsiteX2" fmla="*/ 40481 w 195263"/>
                <a:gd name="connsiteY2" fmla="*/ 61913 h 357188"/>
                <a:gd name="connsiteX3" fmla="*/ 0 w 195263"/>
                <a:gd name="connsiteY3" fmla="*/ 80963 h 357188"/>
                <a:gd name="connsiteX4" fmla="*/ 19050 w 195263"/>
                <a:gd name="connsiteY4" fmla="*/ 140494 h 357188"/>
                <a:gd name="connsiteX5" fmla="*/ 9525 w 195263"/>
                <a:gd name="connsiteY5" fmla="*/ 207169 h 357188"/>
                <a:gd name="connsiteX6" fmla="*/ 42863 w 195263"/>
                <a:gd name="connsiteY6" fmla="*/ 219075 h 357188"/>
                <a:gd name="connsiteX7" fmla="*/ 21432 w 195263"/>
                <a:gd name="connsiteY7" fmla="*/ 357188 h 357188"/>
                <a:gd name="connsiteX8" fmla="*/ 52388 w 195263"/>
                <a:gd name="connsiteY8" fmla="*/ 278607 h 357188"/>
                <a:gd name="connsiteX9" fmla="*/ 64294 w 195263"/>
                <a:gd name="connsiteY9" fmla="*/ 228600 h 357188"/>
                <a:gd name="connsiteX10" fmla="*/ 83344 w 195263"/>
                <a:gd name="connsiteY10" fmla="*/ 240507 h 357188"/>
                <a:gd name="connsiteX11" fmla="*/ 100013 w 195263"/>
                <a:gd name="connsiteY11" fmla="*/ 254794 h 357188"/>
                <a:gd name="connsiteX12" fmla="*/ 119063 w 195263"/>
                <a:gd name="connsiteY12" fmla="*/ 257175 h 357188"/>
                <a:gd name="connsiteX13" fmla="*/ 121444 w 195263"/>
                <a:gd name="connsiteY13" fmla="*/ 214313 h 357188"/>
                <a:gd name="connsiteX14" fmla="*/ 195263 w 195263"/>
                <a:gd name="connsiteY14" fmla="*/ 204788 h 357188"/>
                <a:gd name="connsiteX15" fmla="*/ 192881 w 195263"/>
                <a:gd name="connsiteY15" fmla="*/ 171450 h 357188"/>
                <a:gd name="connsiteX16" fmla="*/ 147638 w 195263"/>
                <a:gd name="connsiteY16" fmla="*/ 97632 h 357188"/>
                <a:gd name="connsiteX17" fmla="*/ 126206 w 195263"/>
                <a:gd name="connsiteY17" fmla="*/ 116682 h 357188"/>
                <a:gd name="connsiteX18" fmla="*/ 78581 w 195263"/>
                <a:gd name="connsiteY18" fmla="*/ 133350 h 357188"/>
                <a:gd name="connsiteX19" fmla="*/ 83344 w 195263"/>
                <a:gd name="connsiteY19" fmla="*/ 90488 h 357188"/>
                <a:gd name="connsiteX20" fmla="*/ 78581 w 195263"/>
                <a:gd name="connsiteY20" fmla="*/ 30957 h 357188"/>
                <a:gd name="connsiteX0" fmla="*/ 78581 w 195263"/>
                <a:gd name="connsiteY0" fmla="*/ 30957 h 357188"/>
                <a:gd name="connsiteX1" fmla="*/ 54768 w 195263"/>
                <a:gd name="connsiteY1" fmla="*/ 0 h 357188"/>
                <a:gd name="connsiteX2" fmla="*/ 40481 w 195263"/>
                <a:gd name="connsiteY2" fmla="*/ 61913 h 357188"/>
                <a:gd name="connsiteX3" fmla="*/ 0 w 195263"/>
                <a:gd name="connsiteY3" fmla="*/ 80963 h 357188"/>
                <a:gd name="connsiteX4" fmla="*/ 19050 w 195263"/>
                <a:gd name="connsiteY4" fmla="*/ 140494 h 357188"/>
                <a:gd name="connsiteX5" fmla="*/ 9525 w 195263"/>
                <a:gd name="connsiteY5" fmla="*/ 207169 h 357188"/>
                <a:gd name="connsiteX6" fmla="*/ 42863 w 195263"/>
                <a:gd name="connsiteY6" fmla="*/ 219075 h 357188"/>
                <a:gd name="connsiteX7" fmla="*/ 21432 w 195263"/>
                <a:gd name="connsiteY7" fmla="*/ 357188 h 357188"/>
                <a:gd name="connsiteX8" fmla="*/ 42863 w 195263"/>
                <a:gd name="connsiteY8" fmla="*/ 335757 h 357188"/>
                <a:gd name="connsiteX9" fmla="*/ 64294 w 195263"/>
                <a:gd name="connsiteY9" fmla="*/ 228600 h 357188"/>
                <a:gd name="connsiteX10" fmla="*/ 83344 w 195263"/>
                <a:gd name="connsiteY10" fmla="*/ 240507 h 357188"/>
                <a:gd name="connsiteX11" fmla="*/ 100013 w 195263"/>
                <a:gd name="connsiteY11" fmla="*/ 254794 h 357188"/>
                <a:gd name="connsiteX12" fmla="*/ 119063 w 195263"/>
                <a:gd name="connsiteY12" fmla="*/ 257175 h 357188"/>
                <a:gd name="connsiteX13" fmla="*/ 121444 w 195263"/>
                <a:gd name="connsiteY13" fmla="*/ 214313 h 357188"/>
                <a:gd name="connsiteX14" fmla="*/ 195263 w 195263"/>
                <a:gd name="connsiteY14" fmla="*/ 204788 h 357188"/>
                <a:gd name="connsiteX15" fmla="*/ 192881 w 195263"/>
                <a:gd name="connsiteY15" fmla="*/ 171450 h 357188"/>
                <a:gd name="connsiteX16" fmla="*/ 147638 w 195263"/>
                <a:gd name="connsiteY16" fmla="*/ 97632 h 357188"/>
                <a:gd name="connsiteX17" fmla="*/ 126206 w 195263"/>
                <a:gd name="connsiteY17" fmla="*/ 116682 h 357188"/>
                <a:gd name="connsiteX18" fmla="*/ 78581 w 195263"/>
                <a:gd name="connsiteY18" fmla="*/ 133350 h 357188"/>
                <a:gd name="connsiteX19" fmla="*/ 83344 w 195263"/>
                <a:gd name="connsiteY19" fmla="*/ 90488 h 357188"/>
                <a:gd name="connsiteX20" fmla="*/ 78581 w 195263"/>
                <a:gd name="connsiteY20" fmla="*/ 30957 h 357188"/>
                <a:gd name="connsiteX0" fmla="*/ 78581 w 195263"/>
                <a:gd name="connsiteY0" fmla="*/ 30957 h 357188"/>
                <a:gd name="connsiteX1" fmla="*/ 54768 w 195263"/>
                <a:gd name="connsiteY1" fmla="*/ 0 h 357188"/>
                <a:gd name="connsiteX2" fmla="*/ 40481 w 195263"/>
                <a:gd name="connsiteY2" fmla="*/ 61913 h 357188"/>
                <a:gd name="connsiteX3" fmla="*/ 0 w 195263"/>
                <a:gd name="connsiteY3" fmla="*/ 80963 h 357188"/>
                <a:gd name="connsiteX4" fmla="*/ 19050 w 195263"/>
                <a:gd name="connsiteY4" fmla="*/ 140494 h 357188"/>
                <a:gd name="connsiteX5" fmla="*/ 9525 w 195263"/>
                <a:gd name="connsiteY5" fmla="*/ 207169 h 357188"/>
                <a:gd name="connsiteX6" fmla="*/ 42863 w 195263"/>
                <a:gd name="connsiteY6" fmla="*/ 219075 h 357188"/>
                <a:gd name="connsiteX7" fmla="*/ 21432 w 195263"/>
                <a:gd name="connsiteY7" fmla="*/ 357188 h 357188"/>
                <a:gd name="connsiteX8" fmla="*/ 42863 w 195263"/>
                <a:gd name="connsiteY8" fmla="*/ 335757 h 357188"/>
                <a:gd name="connsiteX9" fmla="*/ 33338 w 195263"/>
                <a:gd name="connsiteY9" fmla="*/ 347663 h 357188"/>
                <a:gd name="connsiteX10" fmla="*/ 64294 w 195263"/>
                <a:gd name="connsiteY10" fmla="*/ 228600 h 357188"/>
                <a:gd name="connsiteX11" fmla="*/ 83344 w 195263"/>
                <a:gd name="connsiteY11" fmla="*/ 240507 h 357188"/>
                <a:gd name="connsiteX12" fmla="*/ 100013 w 195263"/>
                <a:gd name="connsiteY12" fmla="*/ 254794 h 357188"/>
                <a:gd name="connsiteX13" fmla="*/ 119063 w 195263"/>
                <a:gd name="connsiteY13" fmla="*/ 257175 h 357188"/>
                <a:gd name="connsiteX14" fmla="*/ 121444 w 195263"/>
                <a:gd name="connsiteY14" fmla="*/ 214313 h 357188"/>
                <a:gd name="connsiteX15" fmla="*/ 195263 w 195263"/>
                <a:gd name="connsiteY15" fmla="*/ 204788 h 357188"/>
                <a:gd name="connsiteX16" fmla="*/ 192881 w 195263"/>
                <a:gd name="connsiteY16" fmla="*/ 171450 h 357188"/>
                <a:gd name="connsiteX17" fmla="*/ 147638 w 195263"/>
                <a:gd name="connsiteY17" fmla="*/ 97632 h 357188"/>
                <a:gd name="connsiteX18" fmla="*/ 126206 w 195263"/>
                <a:gd name="connsiteY18" fmla="*/ 116682 h 357188"/>
                <a:gd name="connsiteX19" fmla="*/ 78581 w 195263"/>
                <a:gd name="connsiteY19" fmla="*/ 133350 h 357188"/>
                <a:gd name="connsiteX20" fmla="*/ 83344 w 195263"/>
                <a:gd name="connsiteY20" fmla="*/ 90488 h 357188"/>
                <a:gd name="connsiteX21" fmla="*/ 78581 w 195263"/>
                <a:gd name="connsiteY21" fmla="*/ 30957 h 357188"/>
                <a:gd name="connsiteX0" fmla="*/ 78581 w 195263"/>
                <a:gd name="connsiteY0" fmla="*/ 30957 h 390526"/>
                <a:gd name="connsiteX1" fmla="*/ 54768 w 195263"/>
                <a:gd name="connsiteY1" fmla="*/ 0 h 390526"/>
                <a:gd name="connsiteX2" fmla="*/ 40481 w 195263"/>
                <a:gd name="connsiteY2" fmla="*/ 61913 h 390526"/>
                <a:gd name="connsiteX3" fmla="*/ 0 w 195263"/>
                <a:gd name="connsiteY3" fmla="*/ 80963 h 390526"/>
                <a:gd name="connsiteX4" fmla="*/ 19050 w 195263"/>
                <a:gd name="connsiteY4" fmla="*/ 140494 h 390526"/>
                <a:gd name="connsiteX5" fmla="*/ 9525 w 195263"/>
                <a:gd name="connsiteY5" fmla="*/ 207169 h 390526"/>
                <a:gd name="connsiteX6" fmla="*/ 42863 w 195263"/>
                <a:gd name="connsiteY6" fmla="*/ 219075 h 390526"/>
                <a:gd name="connsiteX7" fmla="*/ 21432 w 195263"/>
                <a:gd name="connsiteY7" fmla="*/ 357188 h 390526"/>
                <a:gd name="connsiteX8" fmla="*/ 42863 w 195263"/>
                <a:gd name="connsiteY8" fmla="*/ 335757 h 390526"/>
                <a:gd name="connsiteX9" fmla="*/ 71438 w 195263"/>
                <a:gd name="connsiteY9" fmla="*/ 390526 h 390526"/>
                <a:gd name="connsiteX10" fmla="*/ 64294 w 195263"/>
                <a:gd name="connsiteY10" fmla="*/ 228600 h 390526"/>
                <a:gd name="connsiteX11" fmla="*/ 83344 w 195263"/>
                <a:gd name="connsiteY11" fmla="*/ 240507 h 390526"/>
                <a:gd name="connsiteX12" fmla="*/ 100013 w 195263"/>
                <a:gd name="connsiteY12" fmla="*/ 254794 h 390526"/>
                <a:gd name="connsiteX13" fmla="*/ 119063 w 195263"/>
                <a:gd name="connsiteY13" fmla="*/ 257175 h 390526"/>
                <a:gd name="connsiteX14" fmla="*/ 121444 w 195263"/>
                <a:gd name="connsiteY14" fmla="*/ 214313 h 390526"/>
                <a:gd name="connsiteX15" fmla="*/ 195263 w 195263"/>
                <a:gd name="connsiteY15" fmla="*/ 204788 h 390526"/>
                <a:gd name="connsiteX16" fmla="*/ 192881 w 195263"/>
                <a:gd name="connsiteY16" fmla="*/ 171450 h 390526"/>
                <a:gd name="connsiteX17" fmla="*/ 147638 w 195263"/>
                <a:gd name="connsiteY17" fmla="*/ 97632 h 390526"/>
                <a:gd name="connsiteX18" fmla="*/ 126206 w 195263"/>
                <a:gd name="connsiteY18" fmla="*/ 116682 h 390526"/>
                <a:gd name="connsiteX19" fmla="*/ 78581 w 195263"/>
                <a:gd name="connsiteY19" fmla="*/ 133350 h 390526"/>
                <a:gd name="connsiteX20" fmla="*/ 83344 w 195263"/>
                <a:gd name="connsiteY20" fmla="*/ 90488 h 390526"/>
                <a:gd name="connsiteX21" fmla="*/ 78581 w 195263"/>
                <a:gd name="connsiteY21" fmla="*/ 30957 h 390526"/>
                <a:gd name="connsiteX0" fmla="*/ 78581 w 195263"/>
                <a:gd name="connsiteY0" fmla="*/ 30957 h 426244"/>
                <a:gd name="connsiteX1" fmla="*/ 54768 w 195263"/>
                <a:gd name="connsiteY1" fmla="*/ 0 h 426244"/>
                <a:gd name="connsiteX2" fmla="*/ 40481 w 195263"/>
                <a:gd name="connsiteY2" fmla="*/ 61913 h 426244"/>
                <a:gd name="connsiteX3" fmla="*/ 0 w 195263"/>
                <a:gd name="connsiteY3" fmla="*/ 80963 h 426244"/>
                <a:gd name="connsiteX4" fmla="*/ 19050 w 195263"/>
                <a:gd name="connsiteY4" fmla="*/ 140494 h 426244"/>
                <a:gd name="connsiteX5" fmla="*/ 9525 w 195263"/>
                <a:gd name="connsiteY5" fmla="*/ 207169 h 426244"/>
                <a:gd name="connsiteX6" fmla="*/ 42863 w 195263"/>
                <a:gd name="connsiteY6" fmla="*/ 219075 h 426244"/>
                <a:gd name="connsiteX7" fmla="*/ 21432 w 195263"/>
                <a:gd name="connsiteY7" fmla="*/ 357188 h 426244"/>
                <a:gd name="connsiteX8" fmla="*/ 95250 w 195263"/>
                <a:gd name="connsiteY8" fmla="*/ 426244 h 426244"/>
                <a:gd name="connsiteX9" fmla="*/ 71438 w 195263"/>
                <a:gd name="connsiteY9" fmla="*/ 390526 h 426244"/>
                <a:gd name="connsiteX10" fmla="*/ 64294 w 195263"/>
                <a:gd name="connsiteY10" fmla="*/ 228600 h 426244"/>
                <a:gd name="connsiteX11" fmla="*/ 83344 w 195263"/>
                <a:gd name="connsiteY11" fmla="*/ 240507 h 426244"/>
                <a:gd name="connsiteX12" fmla="*/ 100013 w 195263"/>
                <a:gd name="connsiteY12" fmla="*/ 254794 h 426244"/>
                <a:gd name="connsiteX13" fmla="*/ 119063 w 195263"/>
                <a:gd name="connsiteY13" fmla="*/ 257175 h 426244"/>
                <a:gd name="connsiteX14" fmla="*/ 121444 w 195263"/>
                <a:gd name="connsiteY14" fmla="*/ 214313 h 426244"/>
                <a:gd name="connsiteX15" fmla="*/ 195263 w 195263"/>
                <a:gd name="connsiteY15" fmla="*/ 204788 h 426244"/>
                <a:gd name="connsiteX16" fmla="*/ 192881 w 195263"/>
                <a:gd name="connsiteY16" fmla="*/ 171450 h 426244"/>
                <a:gd name="connsiteX17" fmla="*/ 147638 w 195263"/>
                <a:gd name="connsiteY17" fmla="*/ 97632 h 426244"/>
                <a:gd name="connsiteX18" fmla="*/ 126206 w 195263"/>
                <a:gd name="connsiteY18" fmla="*/ 116682 h 426244"/>
                <a:gd name="connsiteX19" fmla="*/ 78581 w 195263"/>
                <a:gd name="connsiteY19" fmla="*/ 133350 h 426244"/>
                <a:gd name="connsiteX20" fmla="*/ 83344 w 195263"/>
                <a:gd name="connsiteY20" fmla="*/ 90488 h 426244"/>
                <a:gd name="connsiteX21" fmla="*/ 78581 w 195263"/>
                <a:gd name="connsiteY21" fmla="*/ 30957 h 426244"/>
                <a:gd name="connsiteX0" fmla="*/ 78581 w 195263"/>
                <a:gd name="connsiteY0" fmla="*/ 30957 h 426244"/>
                <a:gd name="connsiteX1" fmla="*/ 54768 w 195263"/>
                <a:gd name="connsiteY1" fmla="*/ 0 h 426244"/>
                <a:gd name="connsiteX2" fmla="*/ 40481 w 195263"/>
                <a:gd name="connsiteY2" fmla="*/ 61913 h 426244"/>
                <a:gd name="connsiteX3" fmla="*/ 0 w 195263"/>
                <a:gd name="connsiteY3" fmla="*/ 80963 h 426244"/>
                <a:gd name="connsiteX4" fmla="*/ 19050 w 195263"/>
                <a:gd name="connsiteY4" fmla="*/ 140494 h 426244"/>
                <a:gd name="connsiteX5" fmla="*/ 9525 w 195263"/>
                <a:gd name="connsiteY5" fmla="*/ 207169 h 426244"/>
                <a:gd name="connsiteX6" fmla="*/ 42863 w 195263"/>
                <a:gd name="connsiteY6" fmla="*/ 219075 h 426244"/>
                <a:gd name="connsiteX7" fmla="*/ 21432 w 195263"/>
                <a:gd name="connsiteY7" fmla="*/ 357188 h 426244"/>
                <a:gd name="connsiteX8" fmla="*/ 95250 w 195263"/>
                <a:gd name="connsiteY8" fmla="*/ 426244 h 426244"/>
                <a:gd name="connsiteX9" fmla="*/ 16669 w 195263"/>
                <a:gd name="connsiteY9" fmla="*/ 314326 h 426244"/>
                <a:gd name="connsiteX10" fmla="*/ 64294 w 195263"/>
                <a:gd name="connsiteY10" fmla="*/ 228600 h 426244"/>
                <a:gd name="connsiteX11" fmla="*/ 83344 w 195263"/>
                <a:gd name="connsiteY11" fmla="*/ 240507 h 426244"/>
                <a:gd name="connsiteX12" fmla="*/ 100013 w 195263"/>
                <a:gd name="connsiteY12" fmla="*/ 254794 h 426244"/>
                <a:gd name="connsiteX13" fmla="*/ 119063 w 195263"/>
                <a:gd name="connsiteY13" fmla="*/ 257175 h 426244"/>
                <a:gd name="connsiteX14" fmla="*/ 121444 w 195263"/>
                <a:gd name="connsiteY14" fmla="*/ 214313 h 426244"/>
                <a:gd name="connsiteX15" fmla="*/ 195263 w 195263"/>
                <a:gd name="connsiteY15" fmla="*/ 204788 h 426244"/>
                <a:gd name="connsiteX16" fmla="*/ 192881 w 195263"/>
                <a:gd name="connsiteY16" fmla="*/ 171450 h 426244"/>
                <a:gd name="connsiteX17" fmla="*/ 147638 w 195263"/>
                <a:gd name="connsiteY17" fmla="*/ 97632 h 426244"/>
                <a:gd name="connsiteX18" fmla="*/ 126206 w 195263"/>
                <a:gd name="connsiteY18" fmla="*/ 116682 h 426244"/>
                <a:gd name="connsiteX19" fmla="*/ 78581 w 195263"/>
                <a:gd name="connsiteY19" fmla="*/ 133350 h 426244"/>
                <a:gd name="connsiteX20" fmla="*/ 83344 w 195263"/>
                <a:gd name="connsiteY20" fmla="*/ 90488 h 426244"/>
                <a:gd name="connsiteX21" fmla="*/ 78581 w 195263"/>
                <a:gd name="connsiteY21" fmla="*/ 30957 h 426244"/>
                <a:gd name="connsiteX0" fmla="*/ 78581 w 195263"/>
                <a:gd name="connsiteY0" fmla="*/ 30957 h 426244"/>
                <a:gd name="connsiteX1" fmla="*/ 54768 w 195263"/>
                <a:gd name="connsiteY1" fmla="*/ 0 h 426244"/>
                <a:gd name="connsiteX2" fmla="*/ 40481 w 195263"/>
                <a:gd name="connsiteY2" fmla="*/ 61913 h 426244"/>
                <a:gd name="connsiteX3" fmla="*/ 0 w 195263"/>
                <a:gd name="connsiteY3" fmla="*/ 80963 h 426244"/>
                <a:gd name="connsiteX4" fmla="*/ 19050 w 195263"/>
                <a:gd name="connsiteY4" fmla="*/ 140494 h 426244"/>
                <a:gd name="connsiteX5" fmla="*/ 9525 w 195263"/>
                <a:gd name="connsiteY5" fmla="*/ 207169 h 426244"/>
                <a:gd name="connsiteX6" fmla="*/ 42863 w 195263"/>
                <a:gd name="connsiteY6" fmla="*/ 219075 h 426244"/>
                <a:gd name="connsiteX7" fmla="*/ 21432 w 195263"/>
                <a:gd name="connsiteY7" fmla="*/ 357188 h 426244"/>
                <a:gd name="connsiteX8" fmla="*/ 95250 w 195263"/>
                <a:gd name="connsiteY8" fmla="*/ 426244 h 426244"/>
                <a:gd name="connsiteX9" fmla="*/ 35719 w 195263"/>
                <a:gd name="connsiteY9" fmla="*/ 309563 h 426244"/>
                <a:gd name="connsiteX10" fmla="*/ 64294 w 195263"/>
                <a:gd name="connsiteY10" fmla="*/ 228600 h 426244"/>
                <a:gd name="connsiteX11" fmla="*/ 83344 w 195263"/>
                <a:gd name="connsiteY11" fmla="*/ 240507 h 426244"/>
                <a:gd name="connsiteX12" fmla="*/ 100013 w 195263"/>
                <a:gd name="connsiteY12" fmla="*/ 254794 h 426244"/>
                <a:gd name="connsiteX13" fmla="*/ 119063 w 195263"/>
                <a:gd name="connsiteY13" fmla="*/ 257175 h 426244"/>
                <a:gd name="connsiteX14" fmla="*/ 121444 w 195263"/>
                <a:gd name="connsiteY14" fmla="*/ 214313 h 426244"/>
                <a:gd name="connsiteX15" fmla="*/ 195263 w 195263"/>
                <a:gd name="connsiteY15" fmla="*/ 204788 h 426244"/>
                <a:gd name="connsiteX16" fmla="*/ 192881 w 195263"/>
                <a:gd name="connsiteY16" fmla="*/ 171450 h 426244"/>
                <a:gd name="connsiteX17" fmla="*/ 147638 w 195263"/>
                <a:gd name="connsiteY17" fmla="*/ 97632 h 426244"/>
                <a:gd name="connsiteX18" fmla="*/ 126206 w 195263"/>
                <a:gd name="connsiteY18" fmla="*/ 116682 h 426244"/>
                <a:gd name="connsiteX19" fmla="*/ 78581 w 195263"/>
                <a:gd name="connsiteY19" fmla="*/ 133350 h 426244"/>
                <a:gd name="connsiteX20" fmla="*/ 83344 w 195263"/>
                <a:gd name="connsiteY20" fmla="*/ 90488 h 426244"/>
                <a:gd name="connsiteX21" fmla="*/ 78581 w 195263"/>
                <a:gd name="connsiteY21" fmla="*/ 30957 h 426244"/>
                <a:gd name="connsiteX0" fmla="*/ 78581 w 195263"/>
                <a:gd name="connsiteY0" fmla="*/ 30957 h 426244"/>
                <a:gd name="connsiteX1" fmla="*/ 54768 w 195263"/>
                <a:gd name="connsiteY1" fmla="*/ 0 h 426244"/>
                <a:gd name="connsiteX2" fmla="*/ 40481 w 195263"/>
                <a:gd name="connsiteY2" fmla="*/ 61913 h 426244"/>
                <a:gd name="connsiteX3" fmla="*/ 0 w 195263"/>
                <a:gd name="connsiteY3" fmla="*/ 80963 h 426244"/>
                <a:gd name="connsiteX4" fmla="*/ 19050 w 195263"/>
                <a:gd name="connsiteY4" fmla="*/ 140494 h 426244"/>
                <a:gd name="connsiteX5" fmla="*/ 9525 w 195263"/>
                <a:gd name="connsiteY5" fmla="*/ 207169 h 426244"/>
                <a:gd name="connsiteX6" fmla="*/ 42863 w 195263"/>
                <a:gd name="connsiteY6" fmla="*/ 219075 h 426244"/>
                <a:gd name="connsiteX7" fmla="*/ 21432 w 195263"/>
                <a:gd name="connsiteY7" fmla="*/ 357188 h 426244"/>
                <a:gd name="connsiteX8" fmla="*/ 95250 w 195263"/>
                <a:gd name="connsiteY8" fmla="*/ 426244 h 426244"/>
                <a:gd name="connsiteX9" fmla="*/ 76200 w 195263"/>
                <a:gd name="connsiteY9" fmla="*/ 319088 h 426244"/>
                <a:gd name="connsiteX10" fmla="*/ 64294 w 195263"/>
                <a:gd name="connsiteY10" fmla="*/ 228600 h 426244"/>
                <a:gd name="connsiteX11" fmla="*/ 83344 w 195263"/>
                <a:gd name="connsiteY11" fmla="*/ 240507 h 426244"/>
                <a:gd name="connsiteX12" fmla="*/ 100013 w 195263"/>
                <a:gd name="connsiteY12" fmla="*/ 254794 h 426244"/>
                <a:gd name="connsiteX13" fmla="*/ 119063 w 195263"/>
                <a:gd name="connsiteY13" fmla="*/ 257175 h 426244"/>
                <a:gd name="connsiteX14" fmla="*/ 121444 w 195263"/>
                <a:gd name="connsiteY14" fmla="*/ 214313 h 426244"/>
                <a:gd name="connsiteX15" fmla="*/ 195263 w 195263"/>
                <a:gd name="connsiteY15" fmla="*/ 204788 h 426244"/>
                <a:gd name="connsiteX16" fmla="*/ 192881 w 195263"/>
                <a:gd name="connsiteY16" fmla="*/ 171450 h 426244"/>
                <a:gd name="connsiteX17" fmla="*/ 147638 w 195263"/>
                <a:gd name="connsiteY17" fmla="*/ 97632 h 426244"/>
                <a:gd name="connsiteX18" fmla="*/ 126206 w 195263"/>
                <a:gd name="connsiteY18" fmla="*/ 116682 h 426244"/>
                <a:gd name="connsiteX19" fmla="*/ 78581 w 195263"/>
                <a:gd name="connsiteY19" fmla="*/ 133350 h 426244"/>
                <a:gd name="connsiteX20" fmla="*/ 83344 w 195263"/>
                <a:gd name="connsiteY20" fmla="*/ 90488 h 426244"/>
                <a:gd name="connsiteX21" fmla="*/ 78581 w 195263"/>
                <a:gd name="connsiteY21" fmla="*/ 30957 h 426244"/>
                <a:gd name="connsiteX0" fmla="*/ 78581 w 195263"/>
                <a:gd name="connsiteY0" fmla="*/ 30957 h 426244"/>
                <a:gd name="connsiteX1" fmla="*/ 54768 w 195263"/>
                <a:gd name="connsiteY1" fmla="*/ 0 h 426244"/>
                <a:gd name="connsiteX2" fmla="*/ 40481 w 195263"/>
                <a:gd name="connsiteY2" fmla="*/ 61913 h 426244"/>
                <a:gd name="connsiteX3" fmla="*/ 0 w 195263"/>
                <a:gd name="connsiteY3" fmla="*/ 80963 h 426244"/>
                <a:gd name="connsiteX4" fmla="*/ 19050 w 195263"/>
                <a:gd name="connsiteY4" fmla="*/ 140494 h 426244"/>
                <a:gd name="connsiteX5" fmla="*/ 9525 w 195263"/>
                <a:gd name="connsiteY5" fmla="*/ 207169 h 426244"/>
                <a:gd name="connsiteX6" fmla="*/ 42863 w 195263"/>
                <a:gd name="connsiteY6" fmla="*/ 219075 h 426244"/>
                <a:gd name="connsiteX7" fmla="*/ 21432 w 195263"/>
                <a:gd name="connsiteY7" fmla="*/ 357188 h 426244"/>
                <a:gd name="connsiteX8" fmla="*/ 95250 w 195263"/>
                <a:gd name="connsiteY8" fmla="*/ 426244 h 426244"/>
                <a:gd name="connsiteX9" fmla="*/ 47625 w 195263"/>
                <a:gd name="connsiteY9" fmla="*/ 323851 h 426244"/>
                <a:gd name="connsiteX10" fmla="*/ 64294 w 195263"/>
                <a:gd name="connsiteY10" fmla="*/ 228600 h 426244"/>
                <a:gd name="connsiteX11" fmla="*/ 83344 w 195263"/>
                <a:gd name="connsiteY11" fmla="*/ 240507 h 426244"/>
                <a:gd name="connsiteX12" fmla="*/ 100013 w 195263"/>
                <a:gd name="connsiteY12" fmla="*/ 254794 h 426244"/>
                <a:gd name="connsiteX13" fmla="*/ 119063 w 195263"/>
                <a:gd name="connsiteY13" fmla="*/ 257175 h 426244"/>
                <a:gd name="connsiteX14" fmla="*/ 121444 w 195263"/>
                <a:gd name="connsiteY14" fmla="*/ 214313 h 426244"/>
                <a:gd name="connsiteX15" fmla="*/ 195263 w 195263"/>
                <a:gd name="connsiteY15" fmla="*/ 204788 h 426244"/>
                <a:gd name="connsiteX16" fmla="*/ 192881 w 195263"/>
                <a:gd name="connsiteY16" fmla="*/ 171450 h 426244"/>
                <a:gd name="connsiteX17" fmla="*/ 147638 w 195263"/>
                <a:gd name="connsiteY17" fmla="*/ 97632 h 426244"/>
                <a:gd name="connsiteX18" fmla="*/ 126206 w 195263"/>
                <a:gd name="connsiteY18" fmla="*/ 116682 h 426244"/>
                <a:gd name="connsiteX19" fmla="*/ 78581 w 195263"/>
                <a:gd name="connsiteY19" fmla="*/ 133350 h 426244"/>
                <a:gd name="connsiteX20" fmla="*/ 83344 w 195263"/>
                <a:gd name="connsiteY20" fmla="*/ 90488 h 426244"/>
                <a:gd name="connsiteX21" fmla="*/ 78581 w 195263"/>
                <a:gd name="connsiteY21" fmla="*/ 30957 h 426244"/>
                <a:gd name="connsiteX0" fmla="*/ 78581 w 195263"/>
                <a:gd name="connsiteY0" fmla="*/ 30957 h 426244"/>
                <a:gd name="connsiteX1" fmla="*/ 54768 w 195263"/>
                <a:gd name="connsiteY1" fmla="*/ 0 h 426244"/>
                <a:gd name="connsiteX2" fmla="*/ 40481 w 195263"/>
                <a:gd name="connsiteY2" fmla="*/ 61913 h 426244"/>
                <a:gd name="connsiteX3" fmla="*/ 0 w 195263"/>
                <a:gd name="connsiteY3" fmla="*/ 80963 h 426244"/>
                <a:gd name="connsiteX4" fmla="*/ 19050 w 195263"/>
                <a:gd name="connsiteY4" fmla="*/ 140494 h 426244"/>
                <a:gd name="connsiteX5" fmla="*/ 9525 w 195263"/>
                <a:gd name="connsiteY5" fmla="*/ 207169 h 426244"/>
                <a:gd name="connsiteX6" fmla="*/ 42863 w 195263"/>
                <a:gd name="connsiteY6" fmla="*/ 219075 h 426244"/>
                <a:gd name="connsiteX7" fmla="*/ 21432 w 195263"/>
                <a:gd name="connsiteY7" fmla="*/ 357188 h 426244"/>
                <a:gd name="connsiteX8" fmla="*/ 95250 w 195263"/>
                <a:gd name="connsiteY8" fmla="*/ 426244 h 426244"/>
                <a:gd name="connsiteX9" fmla="*/ 47625 w 195263"/>
                <a:gd name="connsiteY9" fmla="*/ 323851 h 426244"/>
                <a:gd name="connsiteX10" fmla="*/ 64294 w 195263"/>
                <a:gd name="connsiteY10" fmla="*/ 228600 h 426244"/>
                <a:gd name="connsiteX11" fmla="*/ 83344 w 195263"/>
                <a:gd name="connsiteY11" fmla="*/ 240507 h 426244"/>
                <a:gd name="connsiteX12" fmla="*/ 100013 w 195263"/>
                <a:gd name="connsiteY12" fmla="*/ 254794 h 426244"/>
                <a:gd name="connsiteX13" fmla="*/ 119063 w 195263"/>
                <a:gd name="connsiteY13" fmla="*/ 257175 h 426244"/>
                <a:gd name="connsiteX14" fmla="*/ 121444 w 195263"/>
                <a:gd name="connsiteY14" fmla="*/ 214313 h 426244"/>
                <a:gd name="connsiteX15" fmla="*/ 195263 w 195263"/>
                <a:gd name="connsiteY15" fmla="*/ 204788 h 426244"/>
                <a:gd name="connsiteX16" fmla="*/ 192881 w 195263"/>
                <a:gd name="connsiteY16" fmla="*/ 171450 h 426244"/>
                <a:gd name="connsiteX17" fmla="*/ 147638 w 195263"/>
                <a:gd name="connsiteY17" fmla="*/ 97632 h 426244"/>
                <a:gd name="connsiteX18" fmla="*/ 126206 w 195263"/>
                <a:gd name="connsiteY18" fmla="*/ 116682 h 426244"/>
                <a:gd name="connsiteX19" fmla="*/ 78581 w 195263"/>
                <a:gd name="connsiteY19" fmla="*/ 133350 h 426244"/>
                <a:gd name="connsiteX20" fmla="*/ 83344 w 195263"/>
                <a:gd name="connsiteY20" fmla="*/ 90488 h 426244"/>
                <a:gd name="connsiteX21" fmla="*/ 78581 w 195263"/>
                <a:gd name="connsiteY21" fmla="*/ 30957 h 426244"/>
                <a:gd name="connsiteX0" fmla="*/ 78581 w 195263"/>
                <a:gd name="connsiteY0" fmla="*/ 30957 h 426244"/>
                <a:gd name="connsiteX1" fmla="*/ 54768 w 195263"/>
                <a:gd name="connsiteY1" fmla="*/ 0 h 426244"/>
                <a:gd name="connsiteX2" fmla="*/ 40481 w 195263"/>
                <a:gd name="connsiteY2" fmla="*/ 61913 h 426244"/>
                <a:gd name="connsiteX3" fmla="*/ 0 w 195263"/>
                <a:gd name="connsiteY3" fmla="*/ 80963 h 426244"/>
                <a:gd name="connsiteX4" fmla="*/ 19050 w 195263"/>
                <a:gd name="connsiteY4" fmla="*/ 140494 h 426244"/>
                <a:gd name="connsiteX5" fmla="*/ 9525 w 195263"/>
                <a:gd name="connsiteY5" fmla="*/ 207169 h 426244"/>
                <a:gd name="connsiteX6" fmla="*/ 42863 w 195263"/>
                <a:gd name="connsiteY6" fmla="*/ 219075 h 426244"/>
                <a:gd name="connsiteX7" fmla="*/ 21432 w 195263"/>
                <a:gd name="connsiteY7" fmla="*/ 357188 h 426244"/>
                <a:gd name="connsiteX8" fmla="*/ 95250 w 195263"/>
                <a:gd name="connsiteY8" fmla="*/ 426244 h 426244"/>
                <a:gd name="connsiteX9" fmla="*/ 47625 w 195263"/>
                <a:gd name="connsiteY9" fmla="*/ 323851 h 426244"/>
                <a:gd name="connsiteX10" fmla="*/ 64294 w 195263"/>
                <a:gd name="connsiteY10" fmla="*/ 228600 h 426244"/>
                <a:gd name="connsiteX11" fmla="*/ 83344 w 195263"/>
                <a:gd name="connsiteY11" fmla="*/ 240507 h 426244"/>
                <a:gd name="connsiteX12" fmla="*/ 100013 w 195263"/>
                <a:gd name="connsiteY12" fmla="*/ 254794 h 426244"/>
                <a:gd name="connsiteX13" fmla="*/ 119063 w 195263"/>
                <a:gd name="connsiteY13" fmla="*/ 257175 h 426244"/>
                <a:gd name="connsiteX14" fmla="*/ 121444 w 195263"/>
                <a:gd name="connsiteY14" fmla="*/ 214313 h 426244"/>
                <a:gd name="connsiteX15" fmla="*/ 195263 w 195263"/>
                <a:gd name="connsiteY15" fmla="*/ 204788 h 426244"/>
                <a:gd name="connsiteX16" fmla="*/ 192881 w 195263"/>
                <a:gd name="connsiteY16" fmla="*/ 171450 h 426244"/>
                <a:gd name="connsiteX17" fmla="*/ 147638 w 195263"/>
                <a:gd name="connsiteY17" fmla="*/ 97632 h 426244"/>
                <a:gd name="connsiteX18" fmla="*/ 126206 w 195263"/>
                <a:gd name="connsiteY18" fmla="*/ 116682 h 426244"/>
                <a:gd name="connsiteX19" fmla="*/ 78581 w 195263"/>
                <a:gd name="connsiteY19" fmla="*/ 133350 h 426244"/>
                <a:gd name="connsiteX20" fmla="*/ 83344 w 195263"/>
                <a:gd name="connsiteY20" fmla="*/ 90488 h 426244"/>
                <a:gd name="connsiteX21" fmla="*/ 78581 w 195263"/>
                <a:gd name="connsiteY21" fmla="*/ 30957 h 42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5263" h="426244">
                  <a:moveTo>
                    <a:pt x="78581" y="30957"/>
                  </a:moveTo>
                  <a:lnTo>
                    <a:pt x="54768" y="0"/>
                  </a:lnTo>
                  <a:lnTo>
                    <a:pt x="40481" y="61913"/>
                  </a:lnTo>
                  <a:lnTo>
                    <a:pt x="0" y="80963"/>
                  </a:lnTo>
                  <a:lnTo>
                    <a:pt x="19050" y="140494"/>
                  </a:lnTo>
                  <a:lnTo>
                    <a:pt x="9525" y="207169"/>
                  </a:lnTo>
                  <a:lnTo>
                    <a:pt x="42863" y="219075"/>
                  </a:lnTo>
                  <a:lnTo>
                    <a:pt x="21432" y="357188"/>
                  </a:lnTo>
                  <a:lnTo>
                    <a:pt x="95250" y="426244"/>
                  </a:lnTo>
                  <a:cubicBezTo>
                    <a:pt x="79375" y="392113"/>
                    <a:pt x="39687" y="353219"/>
                    <a:pt x="47625" y="323851"/>
                  </a:cubicBezTo>
                  <a:cubicBezTo>
                    <a:pt x="46037" y="282576"/>
                    <a:pt x="58738" y="260350"/>
                    <a:pt x="64294" y="228600"/>
                  </a:cubicBezTo>
                  <a:lnTo>
                    <a:pt x="83344" y="240507"/>
                  </a:lnTo>
                  <a:lnTo>
                    <a:pt x="100013" y="254794"/>
                  </a:lnTo>
                  <a:lnTo>
                    <a:pt x="119063" y="257175"/>
                  </a:lnTo>
                  <a:lnTo>
                    <a:pt x="121444" y="214313"/>
                  </a:lnTo>
                  <a:lnTo>
                    <a:pt x="195263" y="204788"/>
                  </a:lnTo>
                  <a:lnTo>
                    <a:pt x="192881" y="171450"/>
                  </a:lnTo>
                  <a:lnTo>
                    <a:pt x="147638" y="97632"/>
                  </a:lnTo>
                  <a:lnTo>
                    <a:pt x="126206" y="116682"/>
                  </a:lnTo>
                  <a:lnTo>
                    <a:pt x="78581" y="133350"/>
                  </a:lnTo>
                  <a:lnTo>
                    <a:pt x="83344" y="90488"/>
                  </a:lnTo>
                  <a:lnTo>
                    <a:pt x="78581" y="30957"/>
                  </a:lnTo>
                  <a:close/>
                </a:path>
              </a:pathLst>
            </a:custGeom>
            <a:solidFill>
              <a:srgbClr val="7030A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33" name="Freeform: Shape 278">
              <a:extLst>
                <a:ext uri="{FF2B5EF4-FFF2-40B4-BE49-F238E27FC236}">
                  <a16:creationId xmlns:a16="http://schemas.microsoft.com/office/drawing/2014/main" id="{AD3BC6C5-6CC5-42E4-93DF-ACA71A66E798}"/>
                </a:ext>
              </a:extLst>
            </p:cNvPr>
            <p:cNvSpPr/>
            <p:nvPr/>
          </p:nvSpPr>
          <p:spPr bwMode="auto">
            <a:xfrm>
              <a:off x="7310438" y="4881563"/>
              <a:ext cx="78581" cy="42862"/>
            </a:xfrm>
            <a:custGeom>
              <a:avLst/>
              <a:gdLst>
                <a:gd name="connsiteX0" fmla="*/ 0 w 78581"/>
                <a:gd name="connsiteY0" fmla="*/ 42862 h 42862"/>
                <a:gd name="connsiteX1" fmla="*/ 0 w 78581"/>
                <a:gd name="connsiteY1" fmla="*/ 42862 h 42862"/>
                <a:gd name="connsiteX2" fmla="*/ 78581 w 78581"/>
                <a:gd name="connsiteY2" fmla="*/ 9525 h 42862"/>
                <a:gd name="connsiteX3" fmla="*/ 71437 w 78581"/>
                <a:gd name="connsiteY3" fmla="*/ 0 h 42862"/>
                <a:gd name="connsiteX4" fmla="*/ 0 w 78581"/>
                <a:gd name="connsiteY4" fmla="*/ 42862 h 42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581" h="42862">
                  <a:moveTo>
                    <a:pt x="0" y="42862"/>
                  </a:moveTo>
                  <a:lnTo>
                    <a:pt x="0" y="42862"/>
                  </a:lnTo>
                  <a:lnTo>
                    <a:pt x="78581" y="9525"/>
                  </a:lnTo>
                  <a:lnTo>
                    <a:pt x="71437" y="0"/>
                  </a:lnTo>
                  <a:lnTo>
                    <a:pt x="0" y="42862"/>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34" name="Freeform: Shape 279">
              <a:extLst>
                <a:ext uri="{FF2B5EF4-FFF2-40B4-BE49-F238E27FC236}">
                  <a16:creationId xmlns:a16="http://schemas.microsoft.com/office/drawing/2014/main" id="{0D0E7D16-AE11-4A13-9A0E-0A211A478160}"/>
                </a:ext>
              </a:extLst>
            </p:cNvPr>
            <p:cNvSpPr/>
            <p:nvPr/>
          </p:nvSpPr>
          <p:spPr bwMode="auto">
            <a:xfrm>
              <a:off x="7255669" y="4433888"/>
              <a:ext cx="33337" cy="64293"/>
            </a:xfrm>
            <a:custGeom>
              <a:avLst/>
              <a:gdLst>
                <a:gd name="connsiteX0" fmla="*/ 0 w 33337"/>
                <a:gd name="connsiteY0" fmla="*/ 0 h 64293"/>
                <a:gd name="connsiteX1" fmla="*/ 33337 w 33337"/>
                <a:gd name="connsiteY1" fmla="*/ 64293 h 64293"/>
                <a:gd name="connsiteX2" fmla="*/ 0 w 33337"/>
                <a:gd name="connsiteY2" fmla="*/ 0 h 64293"/>
              </a:gdLst>
              <a:ahLst/>
              <a:cxnLst>
                <a:cxn ang="0">
                  <a:pos x="connsiteX0" y="connsiteY0"/>
                </a:cxn>
                <a:cxn ang="0">
                  <a:pos x="connsiteX1" y="connsiteY1"/>
                </a:cxn>
                <a:cxn ang="0">
                  <a:pos x="connsiteX2" y="connsiteY2"/>
                </a:cxn>
              </a:cxnLst>
              <a:rect l="l" t="t" r="r" b="b"/>
              <a:pathLst>
                <a:path w="33337" h="64293">
                  <a:moveTo>
                    <a:pt x="0" y="0"/>
                  </a:moveTo>
                  <a:lnTo>
                    <a:pt x="33337" y="64293"/>
                  </a:lnTo>
                  <a:lnTo>
                    <a:pt x="0"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35" name="Freeform: Shape 280">
              <a:extLst>
                <a:ext uri="{FF2B5EF4-FFF2-40B4-BE49-F238E27FC236}">
                  <a16:creationId xmlns:a16="http://schemas.microsoft.com/office/drawing/2014/main" id="{51C7452C-7C7D-49D7-A21E-B8849284A1B1}"/>
                </a:ext>
              </a:extLst>
            </p:cNvPr>
            <p:cNvSpPr/>
            <p:nvPr/>
          </p:nvSpPr>
          <p:spPr bwMode="auto">
            <a:xfrm>
              <a:off x="4833938" y="3178969"/>
              <a:ext cx="442912" cy="264319"/>
            </a:xfrm>
            <a:custGeom>
              <a:avLst/>
              <a:gdLst>
                <a:gd name="connsiteX0" fmla="*/ 397668 w 442912"/>
                <a:gd name="connsiteY0" fmla="*/ 176212 h 264319"/>
                <a:gd name="connsiteX1" fmla="*/ 442912 w 442912"/>
                <a:gd name="connsiteY1" fmla="*/ 100012 h 264319"/>
                <a:gd name="connsiteX2" fmla="*/ 359568 w 442912"/>
                <a:gd name="connsiteY2" fmla="*/ 52387 h 264319"/>
                <a:gd name="connsiteX3" fmla="*/ 328612 w 442912"/>
                <a:gd name="connsiteY3" fmla="*/ 52387 h 264319"/>
                <a:gd name="connsiteX4" fmla="*/ 314325 w 442912"/>
                <a:gd name="connsiteY4" fmla="*/ 21431 h 264319"/>
                <a:gd name="connsiteX5" fmla="*/ 247650 w 442912"/>
                <a:gd name="connsiteY5" fmla="*/ 0 h 264319"/>
                <a:gd name="connsiteX6" fmla="*/ 223837 w 442912"/>
                <a:gd name="connsiteY6" fmla="*/ 0 h 264319"/>
                <a:gd name="connsiteX7" fmla="*/ 200025 w 442912"/>
                <a:gd name="connsiteY7" fmla="*/ 40481 h 264319"/>
                <a:gd name="connsiteX8" fmla="*/ 164306 w 442912"/>
                <a:gd name="connsiteY8" fmla="*/ 33337 h 264319"/>
                <a:gd name="connsiteX9" fmla="*/ 121443 w 442912"/>
                <a:gd name="connsiteY9" fmla="*/ 35719 h 264319"/>
                <a:gd name="connsiteX10" fmla="*/ 64293 w 442912"/>
                <a:gd name="connsiteY10" fmla="*/ 14287 h 264319"/>
                <a:gd name="connsiteX11" fmla="*/ 64293 w 442912"/>
                <a:gd name="connsiteY11" fmla="*/ 14287 h 264319"/>
                <a:gd name="connsiteX12" fmla="*/ 28575 w 442912"/>
                <a:gd name="connsiteY12" fmla="*/ 28575 h 264319"/>
                <a:gd name="connsiteX13" fmla="*/ 28575 w 442912"/>
                <a:gd name="connsiteY13" fmla="*/ 57150 h 264319"/>
                <a:gd name="connsiteX14" fmla="*/ 11906 w 442912"/>
                <a:gd name="connsiteY14" fmla="*/ 83344 h 264319"/>
                <a:gd name="connsiteX15" fmla="*/ 7143 w 442912"/>
                <a:gd name="connsiteY15" fmla="*/ 109537 h 264319"/>
                <a:gd name="connsiteX16" fmla="*/ 0 w 442912"/>
                <a:gd name="connsiteY16" fmla="*/ 150019 h 264319"/>
                <a:gd name="connsiteX17" fmla="*/ 11906 w 442912"/>
                <a:gd name="connsiteY17" fmla="*/ 166687 h 264319"/>
                <a:gd name="connsiteX18" fmla="*/ 19050 w 442912"/>
                <a:gd name="connsiteY18" fmla="*/ 164306 h 264319"/>
                <a:gd name="connsiteX19" fmla="*/ 71437 w 442912"/>
                <a:gd name="connsiteY19" fmla="*/ 176212 h 264319"/>
                <a:gd name="connsiteX20" fmla="*/ 119062 w 442912"/>
                <a:gd name="connsiteY20" fmla="*/ 157162 h 264319"/>
                <a:gd name="connsiteX21" fmla="*/ 119062 w 442912"/>
                <a:gd name="connsiteY21" fmla="*/ 140494 h 264319"/>
                <a:gd name="connsiteX22" fmla="*/ 169068 w 442912"/>
                <a:gd name="connsiteY22" fmla="*/ 164306 h 264319"/>
                <a:gd name="connsiteX23" fmla="*/ 185737 w 442912"/>
                <a:gd name="connsiteY23" fmla="*/ 214312 h 264319"/>
                <a:gd name="connsiteX24" fmla="*/ 176212 w 442912"/>
                <a:gd name="connsiteY24" fmla="*/ 228600 h 264319"/>
                <a:gd name="connsiteX25" fmla="*/ 154781 w 442912"/>
                <a:gd name="connsiteY25" fmla="*/ 242887 h 264319"/>
                <a:gd name="connsiteX26" fmla="*/ 157162 w 442912"/>
                <a:gd name="connsiteY26" fmla="*/ 261937 h 264319"/>
                <a:gd name="connsiteX27" fmla="*/ 176212 w 442912"/>
                <a:gd name="connsiteY27" fmla="*/ 264319 h 264319"/>
                <a:gd name="connsiteX28" fmla="*/ 180975 w 442912"/>
                <a:gd name="connsiteY28" fmla="*/ 252412 h 264319"/>
                <a:gd name="connsiteX29" fmla="*/ 209550 w 442912"/>
                <a:gd name="connsiteY29" fmla="*/ 230981 h 264319"/>
                <a:gd name="connsiteX30" fmla="*/ 214312 w 442912"/>
                <a:gd name="connsiteY30" fmla="*/ 221456 h 264319"/>
                <a:gd name="connsiteX31" fmla="*/ 230981 w 442912"/>
                <a:gd name="connsiteY31" fmla="*/ 221456 h 264319"/>
                <a:gd name="connsiteX32" fmla="*/ 257175 w 442912"/>
                <a:gd name="connsiteY32" fmla="*/ 233362 h 264319"/>
                <a:gd name="connsiteX33" fmla="*/ 278606 w 442912"/>
                <a:gd name="connsiteY33" fmla="*/ 235744 h 264319"/>
                <a:gd name="connsiteX34" fmla="*/ 295275 w 442912"/>
                <a:gd name="connsiteY34" fmla="*/ 235744 h 264319"/>
                <a:gd name="connsiteX35" fmla="*/ 342900 w 442912"/>
                <a:gd name="connsiteY35" fmla="*/ 216694 h 264319"/>
                <a:gd name="connsiteX36" fmla="*/ 397668 w 442912"/>
                <a:gd name="connsiteY36" fmla="*/ 176212 h 264319"/>
                <a:gd name="connsiteX0" fmla="*/ 397668 w 442912"/>
                <a:gd name="connsiteY0" fmla="*/ 176212 h 264319"/>
                <a:gd name="connsiteX1" fmla="*/ 442912 w 442912"/>
                <a:gd name="connsiteY1" fmla="*/ 100012 h 264319"/>
                <a:gd name="connsiteX2" fmla="*/ 359568 w 442912"/>
                <a:gd name="connsiteY2" fmla="*/ 52387 h 264319"/>
                <a:gd name="connsiteX3" fmla="*/ 328612 w 442912"/>
                <a:gd name="connsiteY3" fmla="*/ 52387 h 264319"/>
                <a:gd name="connsiteX4" fmla="*/ 314325 w 442912"/>
                <a:gd name="connsiteY4" fmla="*/ 21431 h 264319"/>
                <a:gd name="connsiteX5" fmla="*/ 247650 w 442912"/>
                <a:gd name="connsiteY5" fmla="*/ 0 h 264319"/>
                <a:gd name="connsiteX6" fmla="*/ 223837 w 442912"/>
                <a:gd name="connsiteY6" fmla="*/ 0 h 264319"/>
                <a:gd name="connsiteX7" fmla="*/ 200025 w 442912"/>
                <a:gd name="connsiteY7" fmla="*/ 40481 h 264319"/>
                <a:gd name="connsiteX8" fmla="*/ 164306 w 442912"/>
                <a:gd name="connsiteY8" fmla="*/ 33337 h 264319"/>
                <a:gd name="connsiteX9" fmla="*/ 121443 w 442912"/>
                <a:gd name="connsiteY9" fmla="*/ 35719 h 264319"/>
                <a:gd name="connsiteX10" fmla="*/ 64293 w 442912"/>
                <a:gd name="connsiteY10" fmla="*/ 14287 h 264319"/>
                <a:gd name="connsiteX11" fmla="*/ 64293 w 442912"/>
                <a:gd name="connsiteY11" fmla="*/ 14287 h 264319"/>
                <a:gd name="connsiteX12" fmla="*/ 28575 w 442912"/>
                <a:gd name="connsiteY12" fmla="*/ 28575 h 264319"/>
                <a:gd name="connsiteX13" fmla="*/ 28575 w 442912"/>
                <a:gd name="connsiteY13" fmla="*/ 57150 h 264319"/>
                <a:gd name="connsiteX14" fmla="*/ 11906 w 442912"/>
                <a:gd name="connsiteY14" fmla="*/ 83344 h 264319"/>
                <a:gd name="connsiteX15" fmla="*/ 7143 w 442912"/>
                <a:gd name="connsiteY15" fmla="*/ 109537 h 264319"/>
                <a:gd name="connsiteX16" fmla="*/ 0 w 442912"/>
                <a:gd name="connsiteY16" fmla="*/ 150019 h 264319"/>
                <a:gd name="connsiteX17" fmla="*/ 11906 w 442912"/>
                <a:gd name="connsiteY17" fmla="*/ 166687 h 264319"/>
                <a:gd name="connsiteX18" fmla="*/ 19050 w 442912"/>
                <a:gd name="connsiteY18" fmla="*/ 164306 h 264319"/>
                <a:gd name="connsiteX19" fmla="*/ 71437 w 442912"/>
                <a:gd name="connsiteY19" fmla="*/ 176212 h 264319"/>
                <a:gd name="connsiteX20" fmla="*/ 119062 w 442912"/>
                <a:gd name="connsiteY20" fmla="*/ 157162 h 264319"/>
                <a:gd name="connsiteX21" fmla="*/ 119062 w 442912"/>
                <a:gd name="connsiteY21" fmla="*/ 140494 h 264319"/>
                <a:gd name="connsiteX22" fmla="*/ 169068 w 442912"/>
                <a:gd name="connsiteY22" fmla="*/ 164306 h 264319"/>
                <a:gd name="connsiteX23" fmla="*/ 185737 w 442912"/>
                <a:gd name="connsiteY23" fmla="*/ 214312 h 264319"/>
                <a:gd name="connsiteX24" fmla="*/ 176212 w 442912"/>
                <a:gd name="connsiteY24" fmla="*/ 228600 h 264319"/>
                <a:gd name="connsiteX25" fmla="*/ 154781 w 442912"/>
                <a:gd name="connsiteY25" fmla="*/ 242887 h 264319"/>
                <a:gd name="connsiteX26" fmla="*/ 157162 w 442912"/>
                <a:gd name="connsiteY26" fmla="*/ 261937 h 264319"/>
                <a:gd name="connsiteX27" fmla="*/ 176212 w 442912"/>
                <a:gd name="connsiteY27" fmla="*/ 264319 h 264319"/>
                <a:gd name="connsiteX28" fmla="*/ 180975 w 442912"/>
                <a:gd name="connsiteY28" fmla="*/ 252412 h 264319"/>
                <a:gd name="connsiteX29" fmla="*/ 209550 w 442912"/>
                <a:gd name="connsiteY29" fmla="*/ 230981 h 264319"/>
                <a:gd name="connsiteX30" fmla="*/ 214312 w 442912"/>
                <a:gd name="connsiteY30" fmla="*/ 221456 h 264319"/>
                <a:gd name="connsiteX31" fmla="*/ 230981 w 442912"/>
                <a:gd name="connsiteY31" fmla="*/ 221456 h 264319"/>
                <a:gd name="connsiteX32" fmla="*/ 257175 w 442912"/>
                <a:gd name="connsiteY32" fmla="*/ 233362 h 264319"/>
                <a:gd name="connsiteX33" fmla="*/ 278606 w 442912"/>
                <a:gd name="connsiteY33" fmla="*/ 235744 h 264319"/>
                <a:gd name="connsiteX34" fmla="*/ 295275 w 442912"/>
                <a:gd name="connsiteY34" fmla="*/ 235744 h 264319"/>
                <a:gd name="connsiteX35" fmla="*/ 342900 w 442912"/>
                <a:gd name="connsiteY35" fmla="*/ 216694 h 264319"/>
                <a:gd name="connsiteX36" fmla="*/ 376237 w 442912"/>
                <a:gd name="connsiteY36" fmla="*/ 183356 h 264319"/>
                <a:gd name="connsiteX37" fmla="*/ 397668 w 442912"/>
                <a:gd name="connsiteY37" fmla="*/ 176212 h 264319"/>
                <a:gd name="connsiteX0" fmla="*/ 397668 w 442912"/>
                <a:gd name="connsiteY0" fmla="*/ 176212 h 264319"/>
                <a:gd name="connsiteX1" fmla="*/ 442912 w 442912"/>
                <a:gd name="connsiteY1" fmla="*/ 100012 h 264319"/>
                <a:gd name="connsiteX2" fmla="*/ 359568 w 442912"/>
                <a:gd name="connsiteY2" fmla="*/ 52387 h 264319"/>
                <a:gd name="connsiteX3" fmla="*/ 328612 w 442912"/>
                <a:gd name="connsiteY3" fmla="*/ 52387 h 264319"/>
                <a:gd name="connsiteX4" fmla="*/ 314325 w 442912"/>
                <a:gd name="connsiteY4" fmla="*/ 21431 h 264319"/>
                <a:gd name="connsiteX5" fmla="*/ 247650 w 442912"/>
                <a:gd name="connsiteY5" fmla="*/ 0 h 264319"/>
                <a:gd name="connsiteX6" fmla="*/ 223837 w 442912"/>
                <a:gd name="connsiteY6" fmla="*/ 0 h 264319"/>
                <a:gd name="connsiteX7" fmla="*/ 200025 w 442912"/>
                <a:gd name="connsiteY7" fmla="*/ 40481 h 264319"/>
                <a:gd name="connsiteX8" fmla="*/ 164306 w 442912"/>
                <a:gd name="connsiteY8" fmla="*/ 33337 h 264319"/>
                <a:gd name="connsiteX9" fmla="*/ 121443 w 442912"/>
                <a:gd name="connsiteY9" fmla="*/ 35719 h 264319"/>
                <a:gd name="connsiteX10" fmla="*/ 64293 w 442912"/>
                <a:gd name="connsiteY10" fmla="*/ 14287 h 264319"/>
                <a:gd name="connsiteX11" fmla="*/ 64293 w 442912"/>
                <a:gd name="connsiteY11" fmla="*/ 14287 h 264319"/>
                <a:gd name="connsiteX12" fmla="*/ 28575 w 442912"/>
                <a:gd name="connsiteY12" fmla="*/ 28575 h 264319"/>
                <a:gd name="connsiteX13" fmla="*/ 28575 w 442912"/>
                <a:gd name="connsiteY13" fmla="*/ 57150 h 264319"/>
                <a:gd name="connsiteX14" fmla="*/ 11906 w 442912"/>
                <a:gd name="connsiteY14" fmla="*/ 83344 h 264319"/>
                <a:gd name="connsiteX15" fmla="*/ 7143 w 442912"/>
                <a:gd name="connsiteY15" fmla="*/ 109537 h 264319"/>
                <a:gd name="connsiteX16" fmla="*/ 0 w 442912"/>
                <a:gd name="connsiteY16" fmla="*/ 150019 h 264319"/>
                <a:gd name="connsiteX17" fmla="*/ 11906 w 442912"/>
                <a:gd name="connsiteY17" fmla="*/ 166687 h 264319"/>
                <a:gd name="connsiteX18" fmla="*/ 19050 w 442912"/>
                <a:gd name="connsiteY18" fmla="*/ 164306 h 264319"/>
                <a:gd name="connsiteX19" fmla="*/ 71437 w 442912"/>
                <a:gd name="connsiteY19" fmla="*/ 176212 h 264319"/>
                <a:gd name="connsiteX20" fmla="*/ 119062 w 442912"/>
                <a:gd name="connsiteY20" fmla="*/ 157162 h 264319"/>
                <a:gd name="connsiteX21" fmla="*/ 119062 w 442912"/>
                <a:gd name="connsiteY21" fmla="*/ 140494 h 264319"/>
                <a:gd name="connsiteX22" fmla="*/ 169068 w 442912"/>
                <a:gd name="connsiteY22" fmla="*/ 164306 h 264319"/>
                <a:gd name="connsiteX23" fmla="*/ 185737 w 442912"/>
                <a:gd name="connsiteY23" fmla="*/ 214312 h 264319"/>
                <a:gd name="connsiteX24" fmla="*/ 176212 w 442912"/>
                <a:gd name="connsiteY24" fmla="*/ 228600 h 264319"/>
                <a:gd name="connsiteX25" fmla="*/ 154781 w 442912"/>
                <a:gd name="connsiteY25" fmla="*/ 242887 h 264319"/>
                <a:gd name="connsiteX26" fmla="*/ 157162 w 442912"/>
                <a:gd name="connsiteY26" fmla="*/ 261937 h 264319"/>
                <a:gd name="connsiteX27" fmla="*/ 176212 w 442912"/>
                <a:gd name="connsiteY27" fmla="*/ 264319 h 264319"/>
                <a:gd name="connsiteX28" fmla="*/ 180975 w 442912"/>
                <a:gd name="connsiteY28" fmla="*/ 252412 h 264319"/>
                <a:gd name="connsiteX29" fmla="*/ 209550 w 442912"/>
                <a:gd name="connsiteY29" fmla="*/ 230981 h 264319"/>
                <a:gd name="connsiteX30" fmla="*/ 214312 w 442912"/>
                <a:gd name="connsiteY30" fmla="*/ 221456 h 264319"/>
                <a:gd name="connsiteX31" fmla="*/ 230981 w 442912"/>
                <a:gd name="connsiteY31" fmla="*/ 221456 h 264319"/>
                <a:gd name="connsiteX32" fmla="*/ 257175 w 442912"/>
                <a:gd name="connsiteY32" fmla="*/ 233362 h 264319"/>
                <a:gd name="connsiteX33" fmla="*/ 278606 w 442912"/>
                <a:gd name="connsiteY33" fmla="*/ 235744 h 264319"/>
                <a:gd name="connsiteX34" fmla="*/ 295275 w 442912"/>
                <a:gd name="connsiteY34" fmla="*/ 235744 h 264319"/>
                <a:gd name="connsiteX35" fmla="*/ 342900 w 442912"/>
                <a:gd name="connsiteY35" fmla="*/ 216694 h 264319"/>
                <a:gd name="connsiteX36" fmla="*/ 397668 w 442912"/>
                <a:gd name="connsiteY36" fmla="*/ 185737 h 264319"/>
                <a:gd name="connsiteX37" fmla="*/ 397668 w 442912"/>
                <a:gd name="connsiteY37" fmla="*/ 176212 h 264319"/>
                <a:gd name="connsiteX0" fmla="*/ 397668 w 442912"/>
                <a:gd name="connsiteY0" fmla="*/ 176212 h 264319"/>
                <a:gd name="connsiteX1" fmla="*/ 423862 w 442912"/>
                <a:gd name="connsiteY1" fmla="*/ 126206 h 264319"/>
                <a:gd name="connsiteX2" fmla="*/ 442912 w 442912"/>
                <a:gd name="connsiteY2" fmla="*/ 100012 h 264319"/>
                <a:gd name="connsiteX3" fmla="*/ 359568 w 442912"/>
                <a:gd name="connsiteY3" fmla="*/ 52387 h 264319"/>
                <a:gd name="connsiteX4" fmla="*/ 328612 w 442912"/>
                <a:gd name="connsiteY4" fmla="*/ 52387 h 264319"/>
                <a:gd name="connsiteX5" fmla="*/ 314325 w 442912"/>
                <a:gd name="connsiteY5" fmla="*/ 21431 h 264319"/>
                <a:gd name="connsiteX6" fmla="*/ 247650 w 442912"/>
                <a:gd name="connsiteY6" fmla="*/ 0 h 264319"/>
                <a:gd name="connsiteX7" fmla="*/ 223837 w 442912"/>
                <a:gd name="connsiteY7" fmla="*/ 0 h 264319"/>
                <a:gd name="connsiteX8" fmla="*/ 200025 w 442912"/>
                <a:gd name="connsiteY8" fmla="*/ 40481 h 264319"/>
                <a:gd name="connsiteX9" fmla="*/ 164306 w 442912"/>
                <a:gd name="connsiteY9" fmla="*/ 33337 h 264319"/>
                <a:gd name="connsiteX10" fmla="*/ 121443 w 442912"/>
                <a:gd name="connsiteY10" fmla="*/ 35719 h 264319"/>
                <a:gd name="connsiteX11" fmla="*/ 64293 w 442912"/>
                <a:gd name="connsiteY11" fmla="*/ 14287 h 264319"/>
                <a:gd name="connsiteX12" fmla="*/ 64293 w 442912"/>
                <a:gd name="connsiteY12" fmla="*/ 14287 h 264319"/>
                <a:gd name="connsiteX13" fmla="*/ 28575 w 442912"/>
                <a:gd name="connsiteY13" fmla="*/ 28575 h 264319"/>
                <a:gd name="connsiteX14" fmla="*/ 28575 w 442912"/>
                <a:gd name="connsiteY14" fmla="*/ 57150 h 264319"/>
                <a:gd name="connsiteX15" fmla="*/ 11906 w 442912"/>
                <a:gd name="connsiteY15" fmla="*/ 83344 h 264319"/>
                <a:gd name="connsiteX16" fmla="*/ 7143 w 442912"/>
                <a:gd name="connsiteY16" fmla="*/ 109537 h 264319"/>
                <a:gd name="connsiteX17" fmla="*/ 0 w 442912"/>
                <a:gd name="connsiteY17" fmla="*/ 150019 h 264319"/>
                <a:gd name="connsiteX18" fmla="*/ 11906 w 442912"/>
                <a:gd name="connsiteY18" fmla="*/ 166687 h 264319"/>
                <a:gd name="connsiteX19" fmla="*/ 19050 w 442912"/>
                <a:gd name="connsiteY19" fmla="*/ 164306 h 264319"/>
                <a:gd name="connsiteX20" fmla="*/ 71437 w 442912"/>
                <a:gd name="connsiteY20" fmla="*/ 176212 h 264319"/>
                <a:gd name="connsiteX21" fmla="*/ 119062 w 442912"/>
                <a:gd name="connsiteY21" fmla="*/ 157162 h 264319"/>
                <a:gd name="connsiteX22" fmla="*/ 119062 w 442912"/>
                <a:gd name="connsiteY22" fmla="*/ 140494 h 264319"/>
                <a:gd name="connsiteX23" fmla="*/ 169068 w 442912"/>
                <a:gd name="connsiteY23" fmla="*/ 164306 h 264319"/>
                <a:gd name="connsiteX24" fmla="*/ 185737 w 442912"/>
                <a:gd name="connsiteY24" fmla="*/ 214312 h 264319"/>
                <a:gd name="connsiteX25" fmla="*/ 176212 w 442912"/>
                <a:gd name="connsiteY25" fmla="*/ 228600 h 264319"/>
                <a:gd name="connsiteX26" fmla="*/ 154781 w 442912"/>
                <a:gd name="connsiteY26" fmla="*/ 242887 h 264319"/>
                <a:gd name="connsiteX27" fmla="*/ 157162 w 442912"/>
                <a:gd name="connsiteY27" fmla="*/ 261937 h 264319"/>
                <a:gd name="connsiteX28" fmla="*/ 176212 w 442912"/>
                <a:gd name="connsiteY28" fmla="*/ 264319 h 264319"/>
                <a:gd name="connsiteX29" fmla="*/ 180975 w 442912"/>
                <a:gd name="connsiteY29" fmla="*/ 252412 h 264319"/>
                <a:gd name="connsiteX30" fmla="*/ 209550 w 442912"/>
                <a:gd name="connsiteY30" fmla="*/ 230981 h 264319"/>
                <a:gd name="connsiteX31" fmla="*/ 214312 w 442912"/>
                <a:gd name="connsiteY31" fmla="*/ 221456 h 264319"/>
                <a:gd name="connsiteX32" fmla="*/ 230981 w 442912"/>
                <a:gd name="connsiteY32" fmla="*/ 221456 h 264319"/>
                <a:gd name="connsiteX33" fmla="*/ 257175 w 442912"/>
                <a:gd name="connsiteY33" fmla="*/ 233362 h 264319"/>
                <a:gd name="connsiteX34" fmla="*/ 278606 w 442912"/>
                <a:gd name="connsiteY34" fmla="*/ 235744 h 264319"/>
                <a:gd name="connsiteX35" fmla="*/ 295275 w 442912"/>
                <a:gd name="connsiteY35" fmla="*/ 235744 h 264319"/>
                <a:gd name="connsiteX36" fmla="*/ 342900 w 442912"/>
                <a:gd name="connsiteY36" fmla="*/ 216694 h 264319"/>
                <a:gd name="connsiteX37" fmla="*/ 397668 w 442912"/>
                <a:gd name="connsiteY37" fmla="*/ 185737 h 264319"/>
                <a:gd name="connsiteX38" fmla="*/ 397668 w 442912"/>
                <a:gd name="connsiteY38" fmla="*/ 176212 h 264319"/>
                <a:gd name="connsiteX0" fmla="*/ 397668 w 442912"/>
                <a:gd name="connsiteY0" fmla="*/ 176212 h 264319"/>
                <a:gd name="connsiteX1" fmla="*/ 438149 w 442912"/>
                <a:gd name="connsiteY1" fmla="*/ 133349 h 264319"/>
                <a:gd name="connsiteX2" fmla="*/ 442912 w 442912"/>
                <a:gd name="connsiteY2" fmla="*/ 100012 h 264319"/>
                <a:gd name="connsiteX3" fmla="*/ 359568 w 442912"/>
                <a:gd name="connsiteY3" fmla="*/ 52387 h 264319"/>
                <a:gd name="connsiteX4" fmla="*/ 328612 w 442912"/>
                <a:gd name="connsiteY4" fmla="*/ 52387 h 264319"/>
                <a:gd name="connsiteX5" fmla="*/ 314325 w 442912"/>
                <a:gd name="connsiteY5" fmla="*/ 21431 h 264319"/>
                <a:gd name="connsiteX6" fmla="*/ 247650 w 442912"/>
                <a:gd name="connsiteY6" fmla="*/ 0 h 264319"/>
                <a:gd name="connsiteX7" fmla="*/ 223837 w 442912"/>
                <a:gd name="connsiteY7" fmla="*/ 0 h 264319"/>
                <a:gd name="connsiteX8" fmla="*/ 200025 w 442912"/>
                <a:gd name="connsiteY8" fmla="*/ 40481 h 264319"/>
                <a:gd name="connsiteX9" fmla="*/ 164306 w 442912"/>
                <a:gd name="connsiteY9" fmla="*/ 33337 h 264319"/>
                <a:gd name="connsiteX10" fmla="*/ 121443 w 442912"/>
                <a:gd name="connsiteY10" fmla="*/ 35719 h 264319"/>
                <a:gd name="connsiteX11" fmla="*/ 64293 w 442912"/>
                <a:gd name="connsiteY11" fmla="*/ 14287 h 264319"/>
                <a:gd name="connsiteX12" fmla="*/ 64293 w 442912"/>
                <a:gd name="connsiteY12" fmla="*/ 14287 h 264319"/>
                <a:gd name="connsiteX13" fmla="*/ 28575 w 442912"/>
                <a:gd name="connsiteY13" fmla="*/ 28575 h 264319"/>
                <a:gd name="connsiteX14" fmla="*/ 28575 w 442912"/>
                <a:gd name="connsiteY14" fmla="*/ 57150 h 264319"/>
                <a:gd name="connsiteX15" fmla="*/ 11906 w 442912"/>
                <a:gd name="connsiteY15" fmla="*/ 83344 h 264319"/>
                <a:gd name="connsiteX16" fmla="*/ 7143 w 442912"/>
                <a:gd name="connsiteY16" fmla="*/ 109537 h 264319"/>
                <a:gd name="connsiteX17" fmla="*/ 0 w 442912"/>
                <a:gd name="connsiteY17" fmla="*/ 150019 h 264319"/>
                <a:gd name="connsiteX18" fmla="*/ 11906 w 442912"/>
                <a:gd name="connsiteY18" fmla="*/ 166687 h 264319"/>
                <a:gd name="connsiteX19" fmla="*/ 19050 w 442912"/>
                <a:gd name="connsiteY19" fmla="*/ 164306 h 264319"/>
                <a:gd name="connsiteX20" fmla="*/ 71437 w 442912"/>
                <a:gd name="connsiteY20" fmla="*/ 176212 h 264319"/>
                <a:gd name="connsiteX21" fmla="*/ 119062 w 442912"/>
                <a:gd name="connsiteY21" fmla="*/ 157162 h 264319"/>
                <a:gd name="connsiteX22" fmla="*/ 119062 w 442912"/>
                <a:gd name="connsiteY22" fmla="*/ 140494 h 264319"/>
                <a:gd name="connsiteX23" fmla="*/ 169068 w 442912"/>
                <a:gd name="connsiteY23" fmla="*/ 164306 h 264319"/>
                <a:gd name="connsiteX24" fmla="*/ 185737 w 442912"/>
                <a:gd name="connsiteY24" fmla="*/ 214312 h 264319"/>
                <a:gd name="connsiteX25" fmla="*/ 176212 w 442912"/>
                <a:gd name="connsiteY25" fmla="*/ 228600 h 264319"/>
                <a:gd name="connsiteX26" fmla="*/ 154781 w 442912"/>
                <a:gd name="connsiteY26" fmla="*/ 242887 h 264319"/>
                <a:gd name="connsiteX27" fmla="*/ 157162 w 442912"/>
                <a:gd name="connsiteY27" fmla="*/ 261937 h 264319"/>
                <a:gd name="connsiteX28" fmla="*/ 176212 w 442912"/>
                <a:gd name="connsiteY28" fmla="*/ 264319 h 264319"/>
                <a:gd name="connsiteX29" fmla="*/ 180975 w 442912"/>
                <a:gd name="connsiteY29" fmla="*/ 252412 h 264319"/>
                <a:gd name="connsiteX30" fmla="*/ 209550 w 442912"/>
                <a:gd name="connsiteY30" fmla="*/ 230981 h 264319"/>
                <a:gd name="connsiteX31" fmla="*/ 214312 w 442912"/>
                <a:gd name="connsiteY31" fmla="*/ 221456 h 264319"/>
                <a:gd name="connsiteX32" fmla="*/ 230981 w 442912"/>
                <a:gd name="connsiteY32" fmla="*/ 221456 h 264319"/>
                <a:gd name="connsiteX33" fmla="*/ 257175 w 442912"/>
                <a:gd name="connsiteY33" fmla="*/ 233362 h 264319"/>
                <a:gd name="connsiteX34" fmla="*/ 278606 w 442912"/>
                <a:gd name="connsiteY34" fmla="*/ 235744 h 264319"/>
                <a:gd name="connsiteX35" fmla="*/ 295275 w 442912"/>
                <a:gd name="connsiteY35" fmla="*/ 235744 h 264319"/>
                <a:gd name="connsiteX36" fmla="*/ 342900 w 442912"/>
                <a:gd name="connsiteY36" fmla="*/ 216694 h 264319"/>
                <a:gd name="connsiteX37" fmla="*/ 397668 w 442912"/>
                <a:gd name="connsiteY37" fmla="*/ 185737 h 264319"/>
                <a:gd name="connsiteX38" fmla="*/ 397668 w 442912"/>
                <a:gd name="connsiteY38" fmla="*/ 176212 h 26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42912" h="264319">
                  <a:moveTo>
                    <a:pt x="397668" y="176212"/>
                  </a:moveTo>
                  <a:lnTo>
                    <a:pt x="438149" y="133349"/>
                  </a:lnTo>
                  <a:lnTo>
                    <a:pt x="442912" y="100012"/>
                  </a:lnTo>
                  <a:lnTo>
                    <a:pt x="359568" y="52387"/>
                  </a:lnTo>
                  <a:lnTo>
                    <a:pt x="328612" y="52387"/>
                  </a:lnTo>
                  <a:lnTo>
                    <a:pt x="314325" y="21431"/>
                  </a:lnTo>
                  <a:lnTo>
                    <a:pt x="247650" y="0"/>
                  </a:lnTo>
                  <a:lnTo>
                    <a:pt x="223837" y="0"/>
                  </a:lnTo>
                  <a:lnTo>
                    <a:pt x="200025" y="40481"/>
                  </a:lnTo>
                  <a:lnTo>
                    <a:pt x="164306" y="33337"/>
                  </a:lnTo>
                  <a:lnTo>
                    <a:pt x="121443" y="35719"/>
                  </a:lnTo>
                  <a:lnTo>
                    <a:pt x="64293" y="14287"/>
                  </a:lnTo>
                  <a:lnTo>
                    <a:pt x="64293" y="14287"/>
                  </a:lnTo>
                  <a:lnTo>
                    <a:pt x="28575" y="28575"/>
                  </a:lnTo>
                  <a:lnTo>
                    <a:pt x="28575" y="57150"/>
                  </a:lnTo>
                  <a:lnTo>
                    <a:pt x="11906" y="83344"/>
                  </a:lnTo>
                  <a:lnTo>
                    <a:pt x="7143" y="109537"/>
                  </a:lnTo>
                  <a:lnTo>
                    <a:pt x="0" y="150019"/>
                  </a:lnTo>
                  <a:lnTo>
                    <a:pt x="11906" y="166687"/>
                  </a:lnTo>
                  <a:lnTo>
                    <a:pt x="19050" y="164306"/>
                  </a:lnTo>
                  <a:lnTo>
                    <a:pt x="71437" y="176212"/>
                  </a:lnTo>
                  <a:lnTo>
                    <a:pt x="119062" y="157162"/>
                  </a:lnTo>
                  <a:lnTo>
                    <a:pt x="119062" y="140494"/>
                  </a:lnTo>
                  <a:lnTo>
                    <a:pt x="169068" y="164306"/>
                  </a:lnTo>
                  <a:lnTo>
                    <a:pt x="185737" y="214312"/>
                  </a:lnTo>
                  <a:lnTo>
                    <a:pt x="176212" y="228600"/>
                  </a:lnTo>
                  <a:lnTo>
                    <a:pt x="154781" y="242887"/>
                  </a:lnTo>
                  <a:lnTo>
                    <a:pt x="157162" y="261937"/>
                  </a:lnTo>
                  <a:lnTo>
                    <a:pt x="176212" y="264319"/>
                  </a:lnTo>
                  <a:lnTo>
                    <a:pt x="180975" y="252412"/>
                  </a:lnTo>
                  <a:lnTo>
                    <a:pt x="209550" y="230981"/>
                  </a:lnTo>
                  <a:lnTo>
                    <a:pt x="214312" y="221456"/>
                  </a:lnTo>
                  <a:lnTo>
                    <a:pt x="230981" y="221456"/>
                  </a:lnTo>
                  <a:lnTo>
                    <a:pt x="257175" y="233362"/>
                  </a:lnTo>
                  <a:lnTo>
                    <a:pt x="278606" y="235744"/>
                  </a:lnTo>
                  <a:lnTo>
                    <a:pt x="295275" y="235744"/>
                  </a:lnTo>
                  <a:lnTo>
                    <a:pt x="342900" y="216694"/>
                  </a:lnTo>
                  <a:lnTo>
                    <a:pt x="397668" y="185737"/>
                  </a:lnTo>
                  <a:lnTo>
                    <a:pt x="397668" y="176212"/>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36" name="Freeform: Shape 281">
              <a:extLst>
                <a:ext uri="{FF2B5EF4-FFF2-40B4-BE49-F238E27FC236}">
                  <a16:creationId xmlns:a16="http://schemas.microsoft.com/office/drawing/2014/main" id="{4A5CFF2F-6CC3-433E-AE8C-9D9D04BF6717}"/>
                </a:ext>
              </a:extLst>
            </p:cNvPr>
            <p:cNvSpPr/>
            <p:nvPr/>
          </p:nvSpPr>
          <p:spPr bwMode="auto">
            <a:xfrm>
              <a:off x="4893469" y="3855244"/>
              <a:ext cx="257175" cy="273844"/>
            </a:xfrm>
            <a:custGeom>
              <a:avLst/>
              <a:gdLst>
                <a:gd name="connsiteX0" fmla="*/ 0 w 245269"/>
                <a:gd name="connsiteY0" fmla="*/ 0 h 261938"/>
                <a:gd name="connsiteX1" fmla="*/ 4763 w 245269"/>
                <a:gd name="connsiteY1" fmla="*/ 59531 h 261938"/>
                <a:gd name="connsiteX2" fmla="*/ 4763 w 245269"/>
                <a:gd name="connsiteY2" fmla="*/ 250031 h 261938"/>
                <a:gd name="connsiteX3" fmla="*/ 11906 w 245269"/>
                <a:gd name="connsiteY3" fmla="*/ 261938 h 261938"/>
                <a:gd name="connsiteX4" fmla="*/ 21431 w 245269"/>
                <a:gd name="connsiteY4" fmla="*/ 247650 h 261938"/>
                <a:gd name="connsiteX5" fmla="*/ 183356 w 245269"/>
                <a:gd name="connsiteY5" fmla="*/ 240506 h 261938"/>
                <a:gd name="connsiteX6" fmla="*/ 209550 w 245269"/>
                <a:gd name="connsiteY6" fmla="*/ 254794 h 261938"/>
                <a:gd name="connsiteX7" fmla="*/ 245269 w 245269"/>
                <a:gd name="connsiteY7" fmla="*/ 202406 h 261938"/>
                <a:gd name="connsiteX8" fmla="*/ 171450 w 245269"/>
                <a:gd name="connsiteY8" fmla="*/ 54769 h 261938"/>
                <a:gd name="connsiteX9" fmla="*/ 219075 w 245269"/>
                <a:gd name="connsiteY9" fmla="*/ 111919 h 261938"/>
                <a:gd name="connsiteX10" fmla="*/ 223838 w 245269"/>
                <a:gd name="connsiteY10" fmla="*/ 92869 h 261938"/>
                <a:gd name="connsiteX11" fmla="*/ 238125 w 245269"/>
                <a:gd name="connsiteY11" fmla="*/ 45244 h 261938"/>
                <a:gd name="connsiteX12" fmla="*/ 219075 w 245269"/>
                <a:gd name="connsiteY12" fmla="*/ 11906 h 261938"/>
                <a:gd name="connsiteX13" fmla="*/ 185738 w 245269"/>
                <a:gd name="connsiteY13" fmla="*/ 21431 h 261938"/>
                <a:gd name="connsiteX14" fmla="*/ 154781 w 245269"/>
                <a:gd name="connsiteY14" fmla="*/ 4763 h 261938"/>
                <a:gd name="connsiteX15" fmla="*/ 123825 w 245269"/>
                <a:gd name="connsiteY15" fmla="*/ 16669 h 261938"/>
                <a:gd name="connsiteX16" fmla="*/ 95250 w 245269"/>
                <a:gd name="connsiteY16" fmla="*/ 28575 h 261938"/>
                <a:gd name="connsiteX17" fmla="*/ 50006 w 245269"/>
                <a:gd name="connsiteY17" fmla="*/ 4763 h 261938"/>
                <a:gd name="connsiteX18" fmla="*/ 0 w 245269"/>
                <a:gd name="connsiteY18" fmla="*/ 0 h 261938"/>
                <a:gd name="connsiteX0" fmla="*/ 0 w 245269"/>
                <a:gd name="connsiteY0" fmla="*/ 0 h 261938"/>
                <a:gd name="connsiteX1" fmla="*/ 0 w 245269"/>
                <a:gd name="connsiteY1" fmla="*/ 28575 h 261938"/>
                <a:gd name="connsiteX2" fmla="*/ 4763 w 245269"/>
                <a:gd name="connsiteY2" fmla="*/ 59531 h 261938"/>
                <a:gd name="connsiteX3" fmla="*/ 4763 w 245269"/>
                <a:gd name="connsiteY3" fmla="*/ 250031 h 261938"/>
                <a:gd name="connsiteX4" fmla="*/ 11906 w 245269"/>
                <a:gd name="connsiteY4" fmla="*/ 261938 h 261938"/>
                <a:gd name="connsiteX5" fmla="*/ 21431 w 245269"/>
                <a:gd name="connsiteY5" fmla="*/ 247650 h 261938"/>
                <a:gd name="connsiteX6" fmla="*/ 183356 w 245269"/>
                <a:gd name="connsiteY6" fmla="*/ 240506 h 261938"/>
                <a:gd name="connsiteX7" fmla="*/ 209550 w 245269"/>
                <a:gd name="connsiteY7" fmla="*/ 254794 h 261938"/>
                <a:gd name="connsiteX8" fmla="*/ 245269 w 245269"/>
                <a:gd name="connsiteY8" fmla="*/ 202406 h 261938"/>
                <a:gd name="connsiteX9" fmla="*/ 171450 w 245269"/>
                <a:gd name="connsiteY9" fmla="*/ 54769 h 261938"/>
                <a:gd name="connsiteX10" fmla="*/ 219075 w 245269"/>
                <a:gd name="connsiteY10" fmla="*/ 111919 h 261938"/>
                <a:gd name="connsiteX11" fmla="*/ 223838 w 245269"/>
                <a:gd name="connsiteY11" fmla="*/ 92869 h 261938"/>
                <a:gd name="connsiteX12" fmla="*/ 238125 w 245269"/>
                <a:gd name="connsiteY12" fmla="*/ 45244 h 261938"/>
                <a:gd name="connsiteX13" fmla="*/ 219075 w 245269"/>
                <a:gd name="connsiteY13" fmla="*/ 11906 h 261938"/>
                <a:gd name="connsiteX14" fmla="*/ 185738 w 245269"/>
                <a:gd name="connsiteY14" fmla="*/ 21431 h 261938"/>
                <a:gd name="connsiteX15" fmla="*/ 154781 w 245269"/>
                <a:gd name="connsiteY15" fmla="*/ 4763 h 261938"/>
                <a:gd name="connsiteX16" fmla="*/ 123825 w 245269"/>
                <a:gd name="connsiteY16" fmla="*/ 16669 h 261938"/>
                <a:gd name="connsiteX17" fmla="*/ 95250 w 245269"/>
                <a:gd name="connsiteY17" fmla="*/ 28575 h 261938"/>
                <a:gd name="connsiteX18" fmla="*/ 50006 w 245269"/>
                <a:gd name="connsiteY18" fmla="*/ 4763 h 261938"/>
                <a:gd name="connsiteX19" fmla="*/ 0 w 245269"/>
                <a:gd name="connsiteY19" fmla="*/ 0 h 261938"/>
                <a:gd name="connsiteX0" fmla="*/ 11906 w 257175"/>
                <a:gd name="connsiteY0" fmla="*/ 0 h 261938"/>
                <a:gd name="connsiteX1" fmla="*/ 0 w 257175"/>
                <a:gd name="connsiteY1" fmla="*/ 21432 h 261938"/>
                <a:gd name="connsiteX2" fmla="*/ 16669 w 257175"/>
                <a:gd name="connsiteY2" fmla="*/ 59531 h 261938"/>
                <a:gd name="connsiteX3" fmla="*/ 16669 w 257175"/>
                <a:gd name="connsiteY3" fmla="*/ 250031 h 261938"/>
                <a:gd name="connsiteX4" fmla="*/ 23812 w 257175"/>
                <a:gd name="connsiteY4" fmla="*/ 261938 h 261938"/>
                <a:gd name="connsiteX5" fmla="*/ 33337 w 257175"/>
                <a:gd name="connsiteY5" fmla="*/ 247650 h 261938"/>
                <a:gd name="connsiteX6" fmla="*/ 195262 w 257175"/>
                <a:gd name="connsiteY6" fmla="*/ 240506 h 261938"/>
                <a:gd name="connsiteX7" fmla="*/ 221456 w 257175"/>
                <a:gd name="connsiteY7" fmla="*/ 254794 h 261938"/>
                <a:gd name="connsiteX8" fmla="*/ 257175 w 257175"/>
                <a:gd name="connsiteY8" fmla="*/ 202406 h 261938"/>
                <a:gd name="connsiteX9" fmla="*/ 183356 w 257175"/>
                <a:gd name="connsiteY9" fmla="*/ 54769 h 261938"/>
                <a:gd name="connsiteX10" fmla="*/ 230981 w 257175"/>
                <a:gd name="connsiteY10" fmla="*/ 111919 h 261938"/>
                <a:gd name="connsiteX11" fmla="*/ 235744 w 257175"/>
                <a:gd name="connsiteY11" fmla="*/ 92869 h 261938"/>
                <a:gd name="connsiteX12" fmla="*/ 250031 w 257175"/>
                <a:gd name="connsiteY12" fmla="*/ 45244 h 261938"/>
                <a:gd name="connsiteX13" fmla="*/ 230981 w 257175"/>
                <a:gd name="connsiteY13" fmla="*/ 11906 h 261938"/>
                <a:gd name="connsiteX14" fmla="*/ 197644 w 257175"/>
                <a:gd name="connsiteY14" fmla="*/ 21431 h 261938"/>
                <a:gd name="connsiteX15" fmla="*/ 166687 w 257175"/>
                <a:gd name="connsiteY15" fmla="*/ 4763 h 261938"/>
                <a:gd name="connsiteX16" fmla="*/ 135731 w 257175"/>
                <a:gd name="connsiteY16" fmla="*/ 16669 h 261938"/>
                <a:gd name="connsiteX17" fmla="*/ 107156 w 257175"/>
                <a:gd name="connsiteY17" fmla="*/ 28575 h 261938"/>
                <a:gd name="connsiteX18" fmla="*/ 61912 w 257175"/>
                <a:gd name="connsiteY18" fmla="*/ 4763 h 261938"/>
                <a:gd name="connsiteX19" fmla="*/ 11906 w 257175"/>
                <a:gd name="connsiteY19" fmla="*/ 0 h 261938"/>
                <a:gd name="connsiteX0" fmla="*/ 19049 w 257175"/>
                <a:gd name="connsiteY0" fmla="*/ 0 h 273844"/>
                <a:gd name="connsiteX1" fmla="*/ 0 w 257175"/>
                <a:gd name="connsiteY1" fmla="*/ 33338 h 273844"/>
                <a:gd name="connsiteX2" fmla="*/ 16669 w 257175"/>
                <a:gd name="connsiteY2" fmla="*/ 71437 h 273844"/>
                <a:gd name="connsiteX3" fmla="*/ 16669 w 257175"/>
                <a:gd name="connsiteY3" fmla="*/ 261937 h 273844"/>
                <a:gd name="connsiteX4" fmla="*/ 23812 w 257175"/>
                <a:gd name="connsiteY4" fmla="*/ 273844 h 273844"/>
                <a:gd name="connsiteX5" fmla="*/ 33337 w 257175"/>
                <a:gd name="connsiteY5" fmla="*/ 259556 h 273844"/>
                <a:gd name="connsiteX6" fmla="*/ 195262 w 257175"/>
                <a:gd name="connsiteY6" fmla="*/ 252412 h 273844"/>
                <a:gd name="connsiteX7" fmla="*/ 221456 w 257175"/>
                <a:gd name="connsiteY7" fmla="*/ 266700 h 273844"/>
                <a:gd name="connsiteX8" fmla="*/ 257175 w 257175"/>
                <a:gd name="connsiteY8" fmla="*/ 214312 h 273844"/>
                <a:gd name="connsiteX9" fmla="*/ 183356 w 257175"/>
                <a:gd name="connsiteY9" fmla="*/ 66675 h 273844"/>
                <a:gd name="connsiteX10" fmla="*/ 230981 w 257175"/>
                <a:gd name="connsiteY10" fmla="*/ 123825 h 273844"/>
                <a:gd name="connsiteX11" fmla="*/ 235744 w 257175"/>
                <a:gd name="connsiteY11" fmla="*/ 104775 h 273844"/>
                <a:gd name="connsiteX12" fmla="*/ 250031 w 257175"/>
                <a:gd name="connsiteY12" fmla="*/ 57150 h 273844"/>
                <a:gd name="connsiteX13" fmla="*/ 230981 w 257175"/>
                <a:gd name="connsiteY13" fmla="*/ 23812 h 273844"/>
                <a:gd name="connsiteX14" fmla="*/ 197644 w 257175"/>
                <a:gd name="connsiteY14" fmla="*/ 33337 h 273844"/>
                <a:gd name="connsiteX15" fmla="*/ 166687 w 257175"/>
                <a:gd name="connsiteY15" fmla="*/ 16669 h 273844"/>
                <a:gd name="connsiteX16" fmla="*/ 135731 w 257175"/>
                <a:gd name="connsiteY16" fmla="*/ 28575 h 273844"/>
                <a:gd name="connsiteX17" fmla="*/ 107156 w 257175"/>
                <a:gd name="connsiteY17" fmla="*/ 40481 h 273844"/>
                <a:gd name="connsiteX18" fmla="*/ 61912 w 257175"/>
                <a:gd name="connsiteY18" fmla="*/ 16669 h 273844"/>
                <a:gd name="connsiteX19" fmla="*/ 19049 w 257175"/>
                <a:gd name="connsiteY19" fmla="*/ 0 h 27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7175" h="273844">
                  <a:moveTo>
                    <a:pt x="19049" y="0"/>
                  </a:moveTo>
                  <a:lnTo>
                    <a:pt x="0" y="33338"/>
                  </a:lnTo>
                  <a:lnTo>
                    <a:pt x="16669" y="71437"/>
                  </a:lnTo>
                  <a:lnTo>
                    <a:pt x="16669" y="261937"/>
                  </a:lnTo>
                  <a:lnTo>
                    <a:pt x="23812" y="273844"/>
                  </a:lnTo>
                  <a:lnTo>
                    <a:pt x="33337" y="259556"/>
                  </a:lnTo>
                  <a:lnTo>
                    <a:pt x="195262" y="252412"/>
                  </a:lnTo>
                  <a:lnTo>
                    <a:pt x="221456" y="266700"/>
                  </a:lnTo>
                  <a:lnTo>
                    <a:pt x="257175" y="214312"/>
                  </a:lnTo>
                  <a:lnTo>
                    <a:pt x="183356" y="66675"/>
                  </a:lnTo>
                  <a:lnTo>
                    <a:pt x="230981" y="123825"/>
                  </a:lnTo>
                  <a:lnTo>
                    <a:pt x="235744" y="104775"/>
                  </a:lnTo>
                  <a:lnTo>
                    <a:pt x="250031" y="57150"/>
                  </a:lnTo>
                  <a:lnTo>
                    <a:pt x="230981" y="23812"/>
                  </a:lnTo>
                  <a:lnTo>
                    <a:pt x="197644" y="33337"/>
                  </a:lnTo>
                  <a:lnTo>
                    <a:pt x="166687" y="16669"/>
                  </a:lnTo>
                  <a:lnTo>
                    <a:pt x="135731" y="28575"/>
                  </a:lnTo>
                  <a:lnTo>
                    <a:pt x="107156" y="40481"/>
                  </a:lnTo>
                  <a:lnTo>
                    <a:pt x="61912" y="16669"/>
                  </a:lnTo>
                  <a:lnTo>
                    <a:pt x="19049" y="0"/>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37" name="Freeform: Shape 282">
              <a:extLst>
                <a:ext uri="{FF2B5EF4-FFF2-40B4-BE49-F238E27FC236}">
                  <a16:creationId xmlns:a16="http://schemas.microsoft.com/office/drawing/2014/main" id="{E2C37FB1-62E1-49C2-B34F-953C8530B2A9}"/>
                </a:ext>
              </a:extLst>
            </p:cNvPr>
            <p:cNvSpPr/>
            <p:nvPr/>
          </p:nvSpPr>
          <p:spPr bwMode="auto">
            <a:xfrm>
              <a:off x="4436269" y="3076575"/>
              <a:ext cx="200025" cy="307181"/>
            </a:xfrm>
            <a:custGeom>
              <a:avLst/>
              <a:gdLst>
                <a:gd name="connsiteX0" fmla="*/ 28575 w 200025"/>
                <a:gd name="connsiteY0" fmla="*/ 54769 h 307181"/>
                <a:gd name="connsiteX1" fmla="*/ 0 w 200025"/>
                <a:gd name="connsiteY1" fmla="*/ 130969 h 307181"/>
                <a:gd name="connsiteX2" fmla="*/ 9525 w 200025"/>
                <a:gd name="connsiteY2" fmla="*/ 178594 h 307181"/>
                <a:gd name="connsiteX3" fmla="*/ 4762 w 200025"/>
                <a:gd name="connsiteY3" fmla="*/ 200025 h 307181"/>
                <a:gd name="connsiteX4" fmla="*/ 11906 w 200025"/>
                <a:gd name="connsiteY4" fmla="*/ 221456 h 307181"/>
                <a:gd name="connsiteX5" fmla="*/ 38100 w 200025"/>
                <a:gd name="connsiteY5" fmla="*/ 228600 h 307181"/>
                <a:gd name="connsiteX6" fmla="*/ 23812 w 200025"/>
                <a:gd name="connsiteY6" fmla="*/ 238125 h 307181"/>
                <a:gd name="connsiteX7" fmla="*/ 26194 w 200025"/>
                <a:gd name="connsiteY7" fmla="*/ 264319 h 307181"/>
                <a:gd name="connsiteX8" fmla="*/ 0 w 200025"/>
                <a:gd name="connsiteY8" fmla="*/ 307181 h 307181"/>
                <a:gd name="connsiteX9" fmla="*/ 26194 w 200025"/>
                <a:gd name="connsiteY9" fmla="*/ 288131 h 307181"/>
                <a:gd name="connsiteX10" fmla="*/ 73819 w 200025"/>
                <a:gd name="connsiteY10" fmla="*/ 283369 h 307181"/>
                <a:gd name="connsiteX11" fmla="*/ 100012 w 200025"/>
                <a:gd name="connsiteY11" fmla="*/ 285750 h 307181"/>
                <a:gd name="connsiteX12" fmla="*/ 119062 w 200025"/>
                <a:gd name="connsiteY12" fmla="*/ 285750 h 307181"/>
                <a:gd name="connsiteX13" fmla="*/ 147637 w 200025"/>
                <a:gd name="connsiteY13" fmla="*/ 278606 h 307181"/>
                <a:gd name="connsiteX14" fmla="*/ 166687 w 200025"/>
                <a:gd name="connsiteY14" fmla="*/ 283369 h 307181"/>
                <a:gd name="connsiteX15" fmla="*/ 169069 w 200025"/>
                <a:gd name="connsiteY15" fmla="*/ 261938 h 307181"/>
                <a:gd name="connsiteX16" fmla="*/ 188119 w 200025"/>
                <a:gd name="connsiteY16" fmla="*/ 240506 h 307181"/>
                <a:gd name="connsiteX17" fmla="*/ 152400 w 200025"/>
                <a:gd name="connsiteY17" fmla="*/ 188119 h 307181"/>
                <a:gd name="connsiteX18" fmla="*/ 200025 w 200025"/>
                <a:gd name="connsiteY18" fmla="*/ 164306 h 307181"/>
                <a:gd name="connsiteX19" fmla="*/ 200025 w 200025"/>
                <a:gd name="connsiteY19" fmla="*/ 128588 h 307181"/>
                <a:gd name="connsiteX20" fmla="*/ 192881 w 200025"/>
                <a:gd name="connsiteY20" fmla="*/ 50006 h 307181"/>
                <a:gd name="connsiteX21" fmla="*/ 188119 w 200025"/>
                <a:gd name="connsiteY21" fmla="*/ 14288 h 307181"/>
                <a:gd name="connsiteX22" fmla="*/ 157162 w 200025"/>
                <a:gd name="connsiteY22" fmla="*/ 19050 h 307181"/>
                <a:gd name="connsiteX23" fmla="*/ 116681 w 200025"/>
                <a:gd name="connsiteY23" fmla="*/ 33338 h 307181"/>
                <a:gd name="connsiteX24" fmla="*/ 102394 w 200025"/>
                <a:gd name="connsiteY24" fmla="*/ 19050 h 307181"/>
                <a:gd name="connsiteX25" fmla="*/ 73819 w 200025"/>
                <a:gd name="connsiteY25" fmla="*/ 2381 h 307181"/>
                <a:gd name="connsiteX26" fmla="*/ 57150 w 200025"/>
                <a:gd name="connsiteY26" fmla="*/ 0 h 307181"/>
                <a:gd name="connsiteX27" fmla="*/ 28575 w 200025"/>
                <a:gd name="connsiteY27" fmla="*/ 54769 h 307181"/>
                <a:gd name="connsiteX0" fmla="*/ 28575 w 200025"/>
                <a:gd name="connsiteY0" fmla="*/ 54769 h 307181"/>
                <a:gd name="connsiteX1" fmla="*/ 0 w 200025"/>
                <a:gd name="connsiteY1" fmla="*/ 130969 h 307181"/>
                <a:gd name="connsiteX2" fmla="*/ 9525 w 200025"/>
                <a:gd name="connsiteY2" fmla="*/ 178594 h 307181"/>
                <a:gd name="connsiteX3" fmla="*/ 4762 w 200025"/>
                <a:gd name="connsiteY3" fmla="*/ 200025 h 307181"/>
                <a:gd name="connsiteX4" fmla="*/ 11906 w 200025"/>
                <a:gd name="connsiteY4" fmla="*/ 221456 h 307181"/>
                <a:gd name="connsiteX5" fmla="*/ 38100 w 200025"/>
                <a:gd name="connsiteY5" fmla="*/ 228600 h 307181"/>
                <a:gd name="connsiteX6" fmla="*/ 23812 w 200025"/>
                <a:gd name="connsiteY6" fmla="*/ 238125 h 307181"/>
                <a:gd name="connsiteX7" fmla="*/ 26194 w 200025"/>
                <a:gd name="connsiteY7" fmla="*/ 264319 h 307181"/>
                <a:gd name="connsiteX8" fmla="*/ 0 w 200025"/>
                <a:gd name="connsiteY8" fmla="*/ 307181 h 307181"/>
                <a:gd name="connsiteX9" fmla="*/ 26194 w 200025"/>
                <a:gd name="connsiteY9" fmla="*/ 288131 h 307181"/>
                <a:gd name="connsiteX10" fmla="*/ 73819 w 200025"/>
                <a:gd name="connsiteY10" fmla="*/ 283369 h 307181"/>
                <a:gd name="connsiteX11" fmla="*/ 100012 w 200025"/>
                <a:gd name="connsiteY11" fmla="*/ 285750 h 307181"/>
                <a:gd name="connsiteX12" fmla="*/ 119062 w 200025"/>
                <a:gd name="connsiteY12" fmla="*/ 285750 h 307181"/>
                <a:gd name="connsiteX13" fmla="*/ 147637 w 200025"/>
                <a:gd name="connsiteY13" fmla="*/ 278606 h 307181"/>
                <a:gd name="connsiteX14" fmla="*/ 166687 w 200025"/>
                <a:gd name="connsiteY14" fmla="*/ 283369 h 307181"/>
                <a:gd name="connsiteX15" fmla="*/ 169069 w 200025"/>
                <a:gd name="connsiteY15" fmla="*/ 261938 h 307181"/>
                <a:gd name="connsiteX16" fmla="*/ 188119 w 200025"/>
                <a:gd name="connsiteY16" fmla="*/ 240506 h 307181"/>
                <a:gd name="connsiteX17" fmla="*/ 152400 w 200025"/>
                <a:gd name="connsiteY17" fmla="*/ 188119 h 307181"/>
                <a:gd name="connsiteX18" fmla="*/ 200025 w 200025"/>
                <a:gd name="connsiteY18" fmla="*/ 164306 h 307181"/>
                <a:gd name="connsiteX19" fmla="*/ 200025 w 200025"/>
                <a:gd name="connsiteY19" fmla="*/ 128588 h 307181"/>
                <a:gd name="connsiteX20" fmla="*/ 192881 w 200025"/>
                <a:gd name="connsiteY20" fmla="*/ 50006 h 307181"/>
                <a:gd name="connsiteX21" fmla="*/ 188119 w 200025"/>
                <a:gd name="connsiteY21" fmla="*/ 14288 h 307181"/>
                <a:gd name="connsiteX22" fmla="*/ 157162 w 200025"/>
                <a:gd name="connsiteY22" fmla="*/ 19050 h 307181"/>
                <a:gd name="connsiteX23" fmla="*/ 116681 w 200025"/>
                <a:gd name="connsiteY23" fmla="*/ 33338 h 307181"/>
                <a:gd name="connsiteX24" fmla="*/ 102394 w 200025"/>
                <a:gd name="connsiteY24" fmla="*/ 19050 h 307181"/>
                <a:gd name="connsiteX25" fmla="*/ 73819 w 200025"/>
                <a:gd name="connsiteY25" fmla="*/ 2381 h 307181"/>
                <a:gd name="connsiteX26" fmla="*/ 57150 w 200025"/>
                <a:gd name="connsiteY26" fmla="*/ 0 h 307181"/>
                <a:gd name="connsiteX27" fmla="*/ 35719 w 200025"/>
                <a:gd name="connsiteY27" fmla="*/ 26194 h 307181"/>
                <a:gd name="connsiteX28" fmla="*/ 28575 w 200025"/>
                <a:gd name="connsiteY28" fmla="*/ 54769 h 307181"/>
                <a:gd name="connsiteX0" fmla="*/ 28575 w 200025"/>
                <a:gd name="connsiteY0" fmla="*/ 54769 h 307181"/>
                <a:gd name="connsiteX1" fmla="*/ 0 w 200025"/>
                <a:gd name="connsiteY1" fmla="*/ 130969 h 307181"/>
                <a:gd name="connsiteX2" fmla="*/ 9525 w 200025"/>
                <a:gd name="connsiteY2" fmla="*/ 178594 h 307181"/>
                <a:gd name="connsiteX3" fmla="*/ 4762 w 200025"/>
                <a:gd name="connsiteY3" fmla="*/ 200025 h 307181"/>
                <a:gd name="connsiteX4" fmla="*/ 11906 w 200025"/>
                <a:gd name="connsiteY4" fmla="*/ 221456 h 307181"/>
                <a:gd name="connsiteX5" fmla="*/ 38100 w 200025"/>
                <a:gd name="connsiteY5" fmla="*/ 228600 h 307181"/>
                <a:gd name="connsiteX6" fmla="*/ 23812 w 200025"/>
                <a:gd name="connsiteY6" fmla="*/ 238125 h 307181"/>
                <a:gd name="connsiteX7" fmla="*/ 26194 w 200025"/>
                <a:gd name="connsiteY7" fmla="*/ 264319 h 307181"/>
                <a:gd name="connsiteX8" fmla="*/ 0 w 200025"/>
                <a:gd name="connsiteY8" fmla="*/ 307181 h 307181"/>
                <a:gd name="connsiteX9" fmla="*/ 26194 w 200025"/>
                <a:gd name="connsiteY9" fmla="*/ 288131 h 307181"/>
                <a:gd name="connsiteX10" fmla="*/ 73819 w 200025"/>
                <a:gd name="connsiteY10" fmla="*/ 283369 h 307181"/>
                <a:gd name="connsiteX11" fmla="*/ 100012 w 200025"/>
                <a:gd name="connsiteY11" fmla="*/ 285750 h 307181"/>
                <a:gd name="connsiteX12" fmla="*/ 119062 w 200025"/>
                <a:gd name="connsiteY12" fmla="*/ 285750 h 307181"/>
                <a:gd name="connsiteX13" fmla="*/ 147637 w 200025"/>
                <a:gd name="connsiteY13" fmla="*/ 278606 h 307181"/>
                <a:gd name="connsiteX14" fmla="*/ 166687 w 200025"/>
                <a:gd name="connsiteY14" fmla="*/ 283369 h 307181"/>
                <a:gd name="connsiteX15" fmla="*/ 169069 w 200025"/>
                <a:gd name="connsiteY15" fmla="*/ 261938 h 307181"/>
                <a:gd name="connsiteX16" fmla="*/ 188119 w 200025"/>
                <a:gd name="connsiteY16" fmla="*/ 240506 h 307181"/>
                <a:gd name="connsiteX17" fmla="*/ 152400 w 200025"/>
                <a:gd name="connsiteY17" fmla="*/ 188119 h 307181"/>
                <a:gd name="connsiteX18" fmla="*/ 200025 w 200025"/>
                <a:gd name="connsiteY18" fmla="*/ 164306 h 307181"/>
                <a:gd name="connsiteX19" fmla="*/ 200025 w 200025"/>
                <a:gd name="connsiteY19" fmla="*/ 128588 h 307181"/>
                <a:gd name="connsiteX20" fmla="*/ 192881 w 200025"/>
                <a:gd name="connsiteY20" fmla="*/ 50006 h 307181"/>
                <a:gd name="connsiteX21" fmla="*/ 188119 w 200025"/>
                <a:gd name="connsiteY21" fmla="*/ 14288 h 307181"/>
                <a:gd name="connsiteX22" fmla="*/ 157162 w 200025"/>
                <a:gd name="connsiteY22" fmla="*/ 19050 h 307181"/>
                <a:gd name="connsiteX23" fmla="*/ 116681 w 200025"/>
                <a:gd name="connsiteY23" fmla="*/ 33338 h 307181"/>
                <a:gd name="connsiteX24" fmla="*/ 102394 w 200025"/>
                <a:gd name="connsiteY24" fmla="*/ 19050 h 307181"/>
                <a:gd name="connsiteX25" fmla="*/ 73819 w 200025"/>
                <a:gd name="connsiteY25" fmla="*/ 2381 h 307181"/>
                <a:gd name="connsiteX26" fmla="*/ 57150 w 200025"/>
                <a:gd name="connsiteY26" fmla="*/ 0 h 307181"/>
                <a:gd name="connsiteX27" fmla="*/ 57151 w 200025"/>
                <a:gd name="connsiteY27" fmla="*/ 42863 h 307181"/>
                <a:gd name="connsiteX28" fmla="*/ 28575 w 200025"/>
                <a:gd name="connsiteY28" fmla="*/ 54769 h 307181"/>
                <a:gd name="connsiteX0" fmla="*/ 28575 w 200025"/>
                <a:gd name="connsiteY0" fmla="*/ 54769 h 307181"/>
                <a:gd name="connsiteX1" fmla="*/ 0 w 200025"/>
                <a:gd name="connsiteY1" fmla="*/ 130969 h 307181"/>
                <a:gd name="connsiteX2" fmla="*/ 9525 w 200025"/>
                <a:gd name="connsiteY2" fmla="*/ 178594 h 307181"/>
                <a:gd name="connsiteX3" fmla="*/ 4762 w 200025"/>
                <a:gd name="connsiteY3" fmla="*/ 200025 h 307181"/>
                <a:gd name="connsiteX4" fmla="*/ 11906 w 200025"/>
                <a:gd name="connsiteY4" fmla="*/ 221456 h 307181"/>
                <a:gd name="connsiteX5" fmla="*/ 38100 w 200025"/>
                <a:gd name="connsiteY5" fmla="*/ 228600 h 307181"/>
                <a:gd name="connsiteX6" fmla="*/ 23812 w 200025"/>
                <a:gd name="connsiteY6" fmla="*/ 238125 h 307181"/>
                <a:gd name="connsiteX7" fmla="*/ 26194 w 200025"/>
                <a:gd name="connsiteY7" fmla="*/ 264319 h 307181"/>
                <a:gd name="connsiteX8" fmla="*/ 0 w 200025"/>
                <a:gd name="connsiteY8" fmla="*/ 307181 h 307181"/>
                <a:gd name="connsiteX9" fmla="*/ 26194 w 200025"/>
                <a:gd name="connsiteY9" fmla="*/ 288131 h 307181"/>
                <a:gd name="connsiteX10" fmla="*/ 73819 w 200025"/>
                <a:gd name="connsiteY10" fmla="*/ 283369 h 307181"/>
                <a:gd name="connsiteX11" fmla="*/ 100012 w 200025"/>
                <a:gd name="connsiteY11" fmla="*/ 285750 h 307181"/>
                <a:gd name="connsiteX12" fmla="*/ 119062 w 200025"/>
                <a:gd name="connsiteY12" fmla="*/ 285750 h 307181"/>
                <a:gd name="connsiteX13" fmla="*/ 147637 w 200025"/>
                <a:gd name="connsiteY13" fmla="*/ 278606 h 307181"/>
                <a:gd name="connsiteX14" fmla="*/ 166687 w 200025"/>
                <a:gd name="connsiteY14" fmla="*/ 283369 h 307181"/>
                <a:gd name="connsiteX15" fmla="*/ 169069 w 200025"/>
                <a:gd name="connsiteY15" fmla="*/ 261938 h 307181"/>
                <a:gd name="connsiteX16" fmla="*/ 188119 w 200025"/>
                <a:gd name="connsiteY16" fmla="*/ 240506 h 307181"/>
                <a:gd name="connsiteX17" fmla="*/ 152400 w 200025"/>
                <a:gd name="connsiteY17" fmla="*/ 188119 h 307181"/>
                <a:gd name="connsiteX18" fmla="*/ 200025 w 200025"/>
                <a:gd name="connsiteY18" fmla="*/ 164306 h 307181"/>
                <a:gd name="connsiteX19" fmla="*/ 200025 w 200025"/>
                <a:gd name="connsiteY19" fmla="*/ 128588 h 307181"/>
                <a:gd name="connsiteX20" fmla="*/ 192881 w 200025"/>
                <a:gd name="connsiteY20" fmla="*/ 50006 h 307181"/>
                <a:gd name="connsiteX21" fmla="*/ 188119 w 200025"/>
                <a:gd name="connsiteY21" fmla="*/ 14288 h 307181"/>
                <a:gd name="connsiteX22" fmla="*/ 157162 w 200025"/>
                <a:gd name="connsiteY22" fmla="*/ 19050 h 307181"/>
                <a:gd name="connsiteX23" fmla="*/ 116681 w 200025"/>
                <a:gd name="connsiteY23" fmla="*/ 33338 h 307181"/>
                <a:gd name="connsiteX24" fmla="*/ 102394 w 200025"/>
                <a:gd name="connsiteY24" fmla="*/ 19050 h 307181"/>
                <a:gd name="connsiteX25" fmla="*/ 73819 w 200025"/>
                <a:gd name="connsiteY25" fmla="*/ 2381 h 307181"/>
                <a:gd name="connsiteX26" fmla="*/ 57150 w 200025"/>
                <a:gd name="connsiteY26" fmla="*/ 0 h 307181"/>
                <a:gd name="connsiteX27" fmla="*/ 69058 w 200025"/>
                <a:gd name="connsiteY27" fmla="*/ 47625 h 307181"/>
                <a:gd name="connsiteX28" fmla="*/ 28575 w 200025"/>
                <a:gd name="connsiteY28" fmla="*/ 54769 h 30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0025" h="307181">
                  <a:moveTo>
                    <a:pt x="28575" y="54769"/>
                  </a:moveTo>
                  <a:lnTo>
                    <a:pt x="0" y="130969"/>
                  </a:lnTo>
                  <a:lnTo>
                    <a:pt x="9525" y="178594"/>
                  </a:lnTo>
                  <a:lnTo>
                    <a:pt x="4762" y="200025"/>
                  </a:lnTo>
                  <a:lnTo>
                    <a:pt x="11906" y="221456"/>
                  </a:lnTo>
                  <a:lnTo>
                    <a:pt x="38100" y="228600"/>
                  </a:lnTo>
                  <a:lnTo>
                    <a:pt x="23812" y="238125"/>
                  </a:lnTo>
                  <a:lnTo>
                    <a:pt x="26194" y="264319"/>
                  </a:lnTo>
                  <a:lnTo>
                    <a:pt x="0" y="307181"/>
                  </a:lnTo>
                  <a:lnTo>
                    <a:pt x="26194" y="288131"/>
                  </a:lnTo>
                  <a:lnTo>
                    <a:pt x="73819" y="283369"/>
                  </a:lnTo>
                  <a:lnTo>
                    <a:pt x="100012" y="285750"/>
                  </a:lnTo>
                  <a:lnTo>
                    <a:pt x="119062" y="285750"/>
                  </a:lnTo>
                  <a:lnTo>
                    <a:pt x="147637" y="278606"/>
                  </a:lnTo>
                  <a:lnTo>
                    <a:pt x="166687" y="283369"/>
                  </a:lnTo>
                  <a:lnTo>
                    <a:pt x="169069" y="261938"/>
                  </a:lnTo>
                  <a:lnTo>
                    <a:pt x="188119" y="240506"/>
                  </a:lnTo>
                  <a:lnTo>
                    <a:pt x="152400" y="188119"/>
                  </a:lnTo>
                  <a:lnTo>
                    <a:pt x="200025" y="164306"/>
                  </a:lnTo>
                  <a:lnTo>
                    <a:pt x="200025" y="128588"/>
                  </a:lnTo>
                  <a:lnTo>
                    <a:pt x="192881" y="50006"/>
                  </a:lnTo>
                  <a:lnTo>
                    <a:pt x="188119" y="14288"/>
                  </a:lnTo>
                  <a:lnTo>
                    <a:pt x="157162" y="19050"/>
                  </a:lnTo>
                  <a:lnTo>
                    <a:pt x="116681" y="33338"/>
                  </a:lnTo>
                  <a:lnTo>
                    <a:pt x="102394" y="19050"/>
                  </a:lnTo>
                  <a:lnTo>
                    <a:pt x="73819" y="2381"/>
                  </a:lnTo>
                  <a:lnTo>
                    <a:pt x="57150" y="0"/>
                  </a:lnTo>
                  <a:cubicBezTo>
                    <a:pt x="57150" y="14288"/>
                    <a:pt x="69058" y="33337"/>
                    <a:pt x="69058" y="47625"/>
                  </a:cubicBezTo>
                  <a:lnTo>
                    <a:pt x="28575" y="54769"/>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38" name="Freeform: Shape 283">
              <a:extLst>
                <a:ext uri="{FF2B5EF4-FFF2-40B4-BE49-F238E27FC236}">
                  <a16:creationId xmlns:a16="http://schemas.microsoft.com/office/drawing/2014/main" id="{200879F9-C06D-42DE-A45F-4CBD2C6029A3}"/>
                </a:ext>
              </a:extLst>
            </p:cNvPr>
            <p:cNvSpPr/>
            <p:nvPr/>
          </p:nvSpPr>
          <p:spPr bwMode="auto">
            <a:xfrm>
              <a:off x="4438650" y="3362325"/>
              <a:ext cx="83344" cy="45244"/>
            </a:xfrm>
            <a:custGeom>
              <a:avLst/>
              <a:gdLst>
                <a:gd name="connsiteX0" fmla="*/ 76200 w 76200"/>
                <a:gd name="connsiteY0" fmla="*/ 0 h 45244"/>
                <a:gd name="connsiteX1" fmla="*/ 26194 w 76200"/>
                <a:gd name="connsiteY1" fmla="*/ 2381 h 45244"/>
                <a:gd name="connsiteX2" fmla="*/ 0 w 76200"/>
                <a:gd name="connsiteY2" fmla="*/ 26194 h 45244"/>
                <a:gd name="connsiteX3" fmla="*/ 0 w 76200"/>
                <a:gd name="connsiteY3" fmla="*/ 26194 h 45244"/>
                <a:gd name="connsiteX4" fmla="*/ 23813 w 76200"/>
                <a:gd name="connsiteY4" fmla="*/ 45244 h 45244"/>
                <a:gd name="connsiteX5" fmla="*/ 40481 w 76200"/>
                <a:gd name="connsiteY5" fmla="*/ 40481 h 45244"/>
                <a:gd name="connsiteX6" fmla="*/ 50006 w 76200"/>
                <a:gd name="connsiteY6" fmla="*/ 45244 h 45244"/>
                <a:gd name="connsiteX7" fmla="*/ 76200 w 76200"/>
                <a:gd name="connsiteY7" fmla="*/ 0 h 45244"/>
                <a:gd name="connsiteX0" fmla="*/ 76200 w 76200"/>
                <a:gd name="connsiteY0" fmla="*/ 0 h 45244"/>
                <a:gd name="connsiteX1" fmla="*/ 26194 w 76200"/>
                <a:gd name="connsiteY1" fmla="*/ 2381 h 45244"/>
                <a:gd name="connsiteX2" fmla="*/ 0 w 76200"/>
                <a:gd name="connsiteY2" fmla="*/ 26194 h 45244"/>
                <a:gd name="connsiteX3" fmla="*/ 0 w 76200"/>
                <a:gd name="connsiteY3" fmla="*/ 26194 h 45244"/>
                <a:gd name="connsiteX4" fmla="*/ 23813 w 76200"/>
                <a:gd name="connsiteY4" fmla="*/ 45244 h 45244"/>
                <a:gd name="connsiteX5" fmla="*/ 40481 w 76200"/>
                <a:gd name="connsiteY5" fmla="*/ 40481 h 45244"/>
                <a:gd name="connsiteX6" fmla="*/ 50006 w 76200"/>
                <a:gd name="connsiteY6" fmla="*/ 45244 h 45244"/>
                <a:gd name="connsiteX7" fmla="*/ 64294 w 76200"/>
                <a:gd name="connsiteY7" fmla="*/ 21431 h 45244"/>
                <a:gd name="connsiteX8" fmla="*/ 76200 w 76200"/>
                <a:gd name="connsiteY8" fmla="*/ 0 h 45244"/>
                <a:gd name="connsiteX0" fmla="*/ 76200 w 83344"/>
                <a:gd name="connsiteY0" fmla="*/ 0 h 45244"/>
                <a:gd name="connsiteX1" fmla="*/ 26194 w 83344"/>
                <a:gd name="connsiteY1" fmla="*/ 2381 h 45244"/>
                <a:gd name="connsiteX2" fmla="*/ 0 w 83344"/>
                <a:gd name="connsiteY2" fmla="*/ 26194 h 45244"/>
                <a:gd name="connsiteX3" fmla="*/ 0 w 83344"/>
                <a:gd name="connsiteY3" fmla="*/ 26194 h 45244"/>
                <a:gd name="connsiteX4" fmla="*/ 23813 w 83344"/>
                <a:gd name="connsiteY4" fmla="*/ 45244 h 45244"/>
                <a:gd name="connsiteX5" fmla="*/ 40481 w 83344"/>
                <a:gd name="connsiteY5" fmla="*/ 40481 h 45244"/>
                <a:gd name="connsiteX6" fmla="*/ 50006 w 83344"/>
                <a:gd name="connsiteY6" fmla="*/ 45244 h 45244"/>
                <a:gd name="connsiteX7" fmla="*/ 83344 w 83344"/>
                <a:gd name="connsiteY7" fmla="*/ 21431 h 45244"/>
                <a:gd name="connsiteX8" fmla="*/ 76200 w 83344"/>
                <a:gd name="connsiteY8" fmla="*/ 0 h 45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344" h="45244">
                  <a:moveTo>
                    <a:pt x="76200" y="0"/>
                  </a:moveTo>
                  <a:lnTo>
                    <a:pt x="26194" y="2381"/>
                  </a:lnTo>
                  <a:lnTo>
                    <a:pt x="0" y="26194"/>
                  </a:lnTo>
                  <a:lnTo>
                    <a:pt x="0" y="26194"/>
                  </a:lnTo>
                  <a:lnTo>
                    <a:pt x="23813" y="45244"/>
                  </a:lnTo>
                  <a:lnTo>
                    <a:pt x="40481" y="40481"/>
                  </a:lnTo>
                  <a:lnTo>
                    <a:pt x="50006" y="45244"/>
                  </a:lnTo>
                  <a:lnTo>
                    <a:pt x="83344" y="21431"/>
                  </a:lnTo>
                  <a:lnTo>
                    <a:pt x="7620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39" name="Freeform: Shape 286">
              <a:extLst>
                <a:ext uri="{FF2B5EF4-FFF2-40B4-BE49-F238E27FC236}">
                  <a16:creationId xmlns:a16="http://schemas.microsoft.com/office/drawing/2014/main" id="{0FE2E000-D5E4-4930-80D6-BC25D066061B}"/>
                </a:ext>
              </a:extLst>
            </p:cNvPr>
            <p:cNvSpPr/>
            <p:nvPr/>
          </p:nvSpPr>
          <p:spPr bwMode="auto">
            <a:xfrm>
              <a:off x="4371975" y="3131344"/>
              <a:ext cx="95249" cy="111919"/>
            </a:xfrm>
            <a:custGeom>
              <a:avLst/>
              <a:gdLst>
                <a:gd name="connsiteX0" fmla="*/ 83344 w 83344"/>
                <a:gd name="connsiteY0" fmla="*/ 0 h 111919"/>
                <a:gd name="connsiteX1" fmla="*/ 50007 w 83344"/>
                <a:gd name="connsiteY1" fmla="*/ 64294 h 111919"/>
                <a:gd name="connsiteX2" fmla="*/ 52388 w 83344"/>
                <a:gd name="connsiteY2" fmla="*/ 109537 h 111919"/>
                <a:gd name="connsiteX3" fmla="*/ 42863 w 83344"/>
                <a:gd name="connsiteY3" fmla="*/ 111919 h 111919"/>
                <a:gd name="connsiteX4" fmla="*/ 23813 w 83344"/>
                <a:gd name="connsiteY4" fmla="*/ 88106 h 111919"/>
                <a:gd name="connsiteX5" fmla="*/ 14288 w 83344"/>
                <a:gd name="connsiteY5" fmla="*/ 80962 h 111919"/>
                <a:gd name="connsiteX6" fmla="*/ 0 w 83344"/>
                <a:gd name="connsiteY6" fmla="*/ 92869 h 111919"/>
                <a:gd name="connsiteX7" fmla="*/ 0 w 83344"/>
                <a:gd name="connsiteY7" fmla="*/ 92869 h 111919"/>
                <a:gd name="connsiteX8" fmla="*/ 9525 w 83344"/>
                <a:gd name="connsiteY8" fmla="*/ 26194 h 111919"/>
                <a:gd name="connsiteX9" fmla="*/ 30957 w 83344"/>
                <a:gd name="connsiteY9" fmla="*/ 42862 h 111919"/>
                <a:gd name="connsiteX10" fmla="*/ 40482 w 83344"/>
                <a:gd name="connsiteY10" fmla="*/ 28575 h 111919"/>
                <a:gd name="connsiteX11" fmla="*/ 33338 w 83344"/>
                <a:gd name="connsiteY11" fmla="*/ 16669 h 111919"/>
                <a:gd name="connsiteX12" fmla="*/ 83344 w 83344"/>
                <a:gd name="connsiteY12" fmla="*/ 0 h 111919"/>
                <a:gd name="connsiteX0" fmla="*/ 83344 w 83344"/>
                <a:gd name="connsiteY0" fmla="*/ 0 h 111919"/>
                <a:gd name="connsiteX1" fmla="*/ 50007 w 83344"/>
                <a:gd name="connsiteY1" fmla="*/ 64294 h 111919"/>
                <a:gd name="connsiteX2" fmla="*/ 52388 w 83344"/>
                <a:gd name="connsiteY2" fmla="*/ 109537 h 111919"/>
                <a:gd name="connsiteX3" fmla="*/ 42863 w 83344"/>
                <a:gd name="connsiteY3" fmla="*/ 111919 h 111919"/>
                <a:gd name="connsiteX4" fmla="*/ 23813 w 83344"/>
                <a:gd name="connsiteY4" fmla="*/ 88106 h 111919"/>
                <a:gd name="connsiteX5" fmla="*/ 14288 w 83344"/>
                <a:gd name="connsiteY5" fmla="*/ 80962 h 111919"/>
                <a:gd name="connsiteX6" fmla="*/ 2382 w 83344"/>
                <a:gd name="connsiteY6" fmla="*/ 73819 h 111919"/>
                <a:gd name="connsiteX7" fmla="*/ 0 w 83344"/>
                <a:gd name="connsiteY7" fmla="*/ 92869 h 111919"/>
                <a:gd name="connsiteX8" fmla="*/ 0 w 83344"/>
                <a:gd name="connsiteY8" fmla="*/ 92869 h 111919"/>
                <a:gd name="connsiteX9" fmla="*/ 9525 w 83344"/>
                <a:gd name="connsiteY9" fmla="*/ 26194 h 111919"/>
                <a:gd name="connsiteX10" fmla="*/ 30957 w 83344"/>
                <a:gd name="connsiteY10" fmla="*/ 42862 h 111919"/>
                <a:gd name="connsiteX11" fmla="*/ 40482 w 83344"/>
                <a:gd name="connsiteY11" fmla="*/ 28575 h 111919"/>
                <a:gd name="connsiteX12" fmla="*/ 33338 w 83344"/>
                <a:gd name="connsiteY12" fmla="*/ 16669 h 111919"/>
                <a:gd name="connsiteX13" fmla="*/ 83344 w 83344"/>
                <a:gd name="connsiteY13" fmla="*/ 0 h 111919"/>
                <a:gd name="connsiteX0" fmla="*/ 95249 w 95249"/>
                <a:gd name="connsiteY0" fmla="*/ 0 h 111919"/>
                <a:gd name="connsiteX1" fmla="*/ 61912 w 95249"/>
                <a:gd name="connsiteY1" fmla="*/ 64294 h 111919"/>
                <a:gd name="connsiteX2" fmla="*/ 64293 w 95249"/>
                <a:gd name="connsiteY2" fmla="*/ 109537 h 111919"/>
                <a:gd name="connsiteX3" fmla="*/ 54768 w 95249"/>
                <a:gd name="connsiteY3" fmla="*/ 111919 h 111919"/>
                <a:gd name="connsiteX4" fmla="*/ 35718 w 95249"/>
                <a:gd name="connsiteY4" fmla="*/ 88106 h 111919"/>
                <a:gd name="connsiteX5" fmla="*/ 26193 w 95249"/>
                <a:gd name="connsiteY5" fmla="*/ 80962 h 111919"/>
                <a:gd name="connsiteX6" fmla="*/ 0 w 95249"/>
                <a:gd name="connsiteY6" fmla="*/ 83344 h 111919"/>
                <a:gd name="connsiteX7" fmla="*/ 11905 w 95249"/>
                <a:gd name="connsiteY7" fmla="*/ 92869 h 111919"/>
                <a:gd name="connsiteX8" fmla="*/ 11905 w 95249"/>
                <a:gd name="connsiteY8" fmla="*/ 92869 h 111919"/>
                <a:gd name="connsiteX9" fmla="*/ 21430 w 95249"/>
                <a:gd name="connsiteY9" fmla="*/ 26194 h 111919"/>
                <a:gd name="connsiteX10" fmla="*/ 42862 w 95249"/>
                <a:gd name="connsiteY10" fmla="*/ 42862 h 111919"/>
                <a:gd name="connsiteX11" fmla="*/ 52387 w 95249"/>
                <a:gd name="connsiteY11" fmla="*/ 28575 h 111919"/>
                <a:gd name="connsiteX12" fmla="*/ 45243 w 95249"/>
                <a:gd name="connsiteY12" fmla="*/ 16669 h 111919"/>
                <a:gd name="connsiteX13" fmla="*/ 95249 w 95249"/>
                <a:gd name="connsiteY13" fmla="*/ 0 h 11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249" h="111919">
                  <a:moveTo>
                    <a:pt x="95249" y="0"/>
                  </a:moveTo>
                  <a:lnTo>
                    <a:pt x="61912" y="64294"/>
                  </a:lnTo>
                  <a:lnTo>
                    <a:pt x="64293" y="109537"/>
                  </a:lnTo>
                  <a:lnTo>
                    <a:pt x="54768" y="111919"/>
                  </a:lnTo>
                  <a:lnTo>
                    <a:pt x="35718" y="88106"/>
                  </a:lnTo>
                  <a:lnTo>
                    <a:pt x="26193" y="80962"/>
                  </a:lnTo>
                  <a:lnTo>
                    <a:pt x="0" y="83344"/>
                  </a:lnTo>
                  <a:lnTo>
                    <a:pt x="11905" y="92869"/>
                  </a:lnTo>
                  <a:lnTo>
                    <a:pt x="11905" y="92869"/>
                  </a:lnTo>
                  <a:lnTo>
                    <a:pt x="21430" y="26194"/>
                  </a:lnTo>
                  <a:lnTo>
                    <a:pt x="42862" y="42862"/>
                  </a:lnTo>
                  <a:lnTo>
                    <a:pt x="52387" y="28575"/>
                  </a:lnTo>
                  <a:lnTo>
                    <a:pt x="45243" y="16669"/>
                  </a:lnTo>
                  <a:lnTo>
                    <a:pt x="95249"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0" name="Freeform: Shape 289">
              <a:extLst>
                <a:ext uri="{FF2B5EF4-FFF2-40B4-BE49-F238E27FC236}">
                  <a16:creationId xmlns:a16="http://schemas.microsoft.com/office/drawing/2014/main" id="{7E8E054C-0175-48AF-A15A-C86169D0AB1B}"/>
                </a:ext>
              </a:extLst>
            </p:cNvPr>
            <p:cNvSpPr/>
            <p:nvPr/>
          </p:nvSpPr>
          <p:spPr bwMode="auto">
            <a:xfrm>
              <a:off x="4413409" y="3250451"/>
              <a:ext cx="45719"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0488">
                  <a:moveTo>
                    <a:pt x="0" y="9526"/>
                  </a:moveTo>
                  <a:lnTo>
                    <a:pt x="16669" y="90488"/>
                  </a:lnTo>
                  <a:lnTo>
                    <a:pt x="61913" y="78582"/>
                  </a:lnTo>
                  <a:lnTo>
                    <a:pt x="33338" y="0"/>
                  </a:lnTo>
                  <a:lnTo>
                    <a:pt x="0" y="9526"/>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1" name="Freeform: Shape 287">
              <a:extLst>
                <a:ext uri="{FF2B5EF4-FFF2-40B4-BE49-F238E27FC236}">
                  <a16:creationId xmlns:a16="http://schemas.microsoft.com/office/drawing/2014/main" id="{D8645AD1-2853-45A5-A10E-1B6147B22297}"/>
                </a:ext>
              </a:extLst>
            </p:cNvPr>
            <p:cNvSpPr/>
            <p:nvPr/>
          </p:nvSpPr>
          <p:spPr bwMode="auto">
            <a:xfrm>
              <a:off x="4336256" y="3214688"/>
              <a:ext cx="107157" cy="73818"/>
            </a:xfrm>
            <a:custGeom>
              <a:avLst/>
              <a:gdLst>
                <a:gd name="connsiteX0" fmla="*/ 0 w 107157"/>
                <a:gd name="connsiteY0" fmla="*/ 11906 h 69056"/>
                <a:gd name="connsiteX1" fmla="*/ 28575 w 107157"/>
                <a:gd name="connsiteY1" fmla="*/ 45244 h 69056"/>
                <a:gd name="connsiteX2" fmla="*/ 59532 w 107157"/>
                <a:gd name="connsiteY2" fmla="*/ 57150 h 69056"/>
                <a:gd name="connsiteX3" fmla="*/ 90488 w 107157"/>
                <a:gd name="connsiteY3" fmla="*/ 69056 h 69056"/>
                <a:gd name="connsiteX4" fmla="*/ 88107 w 107157"/>
                <a:gd name="connsiteY4" fmla="*/ 50006 h 69056"/>
                <a:gd name="connsiteX5" fmla="*/ 102394 w 107157"/>
                <a:gd name="connsiteY5" fmla="*/ 45244 h 69056"/>
                <a:gd name="connsiteX6" fmla="*/ 107157 w 107157"/>
                <a:gd name="connsiteY6" fmla="*/ 21431 h 69056"/>
                <a:gd name="connsiteX7" fmla="*/ 90488 w 107157"/>
                <a:gd name="connsiteY7" fmla="*/ 23813 h 69056"/>
                <a:gd name="connsiteX8" fmla="*/ 66675 w 107157"/>
                <a:gd name="connsiteY8" fmla="*/ 0 h 69056"/>
                <a:gd name="connsiteX9" fmla="*/ 0 w 107157"/>
                <a:gd name="connsiteY9" fmla="*/ 11906 h 69056"/>
                <a:gd name="connsiteX0" fmla="*/ 0 w 107157"/>
                <a:gd name="connsiteY0" fmla="*/ 11906 h 69056"/>
                <a:gd name="connsiteX1" fmla="*/ 28575 w 107157"/>
                <a:gd name="connsiteY1" fmla="*/ 45244 h 69056"/>
                <a:gd name="connsiteX2" fmla="*/ 59532 w 107157"/>
                <a:gd name="connsiteY2" fmla="*/ 57150 h 69056"/>
                <a:gd name="connsiteX3" fmla="*/ 90488 w 107157"/>
                <a:gd name="connsiteY3" fmla="*/ 69056 h 69056"/>
                <a:gd name="connsiteX4" fmla="*/ 88107 w 107157"/>
                <a:gd name="connsiteY4" fmla="*/ 50006 h 69056"/>
                <a:gd name="connsiteX5" fmla="*/ 102394 w 107157"/>
                <a:gd name="connsiteY5" fmla="*/ 45244 h 69056"/>
                <a:gd name="connsiteX6" fmla="*/ 107157 w 107157"/>
                <a:gd name="connsiteY6" fmla="*/ 21431 h 69056"/>
                <a:gd name="connsiteX7" fmla="*/ 90488 w 107157"/>
                <a:gd name="connsiteY7" fmla="*/ 23813 h 69056"/>
                <a:gd name="connsiteX8" fmla="*/ 66675 w 107157"/>
                <a:gd name="connsiteY8" fmla="*/ 0 h 69056"/>
                <a:gd name="connsiteX9" fmla="*/ 40482 w 107157"/>
                <a:gd name="connsiteY9" fmla="*/ 7144 h 69056"/>
                <a:gd name="connsiteX10" fmla="*/ 0 w 107157"/>
                <a:gd name="connsiteY10" fmla="*/ 11906 h 69056"/>
                <a:gd name="connsiteX0" fmla="*/ 0 w 107157"/>
                <a:gd name="connsiteY0" fmla="*/ 16668 h 73818"/>
                <a:gd name="connsiteX1" fmla="*/ 28575 w 107157"/>
                <a:gd name="connsiteY1" fmla="*/ 50006 h 73818"/>
                <a:gd name="connsiteX2" fmla="*/ 59532 w 107157"/>
                <a:gd name="connsiteY2" fmla="*/ 61912 h 73818"/>
                <a:gd name="connsiteX3" fmla="*/ 90488 w 107157"/>
                <a:gd name="connsiteY3" fmla="*/ 73818 h 73818"/>
                <a:gd name="connsiteX4" fmla="*/ 88107 w 107157"/>
                <a:gd name="connsiteY4" fmla="*/ 54768 h 73818"/>
                <a:gd name="connsiteX5" fmla="*/ 102394 w 107157"/>
                <a:gd name="connsiteY5" fmla="*/ 50006 h 73818"/>
                <a:gd name="connsiteX6" fmla="*/ 107157 w 107157"/>
                <a:gd name="connsiteY6" fmla="*/ 26193 h 73818"/>
                <a:gd name="connsiteX7" fmla="*/ 90488 w 107157"/>
                <a:gd name="connsiteY7" fmla="*/ 28575 h 73818"/>
                <a:gd name="connsiteX8" fmla="*/ 66675 w 107157"/>
                <a:gd name="connsiteY8" fmla="*/ 4762 h 73818"/>
                <a:gd name="connsiteX9" fmla="*/ 40482 w 107157"/>
                <a:gd name="connsiteY9" fmla="*/ 0 h 73818"/>
                <a:gd name="connsiteX10" fmla="*/ 0 w 107157"/>
                <a:gd name="connsiteY10" fmla="*/ 16668 h 73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157" h="73818">
                  <a:moveTo>
                    <a:pt x="0" y="16668"/>
                  </a:moveTo>
                  <a:lnTo>
                    <a:pt x="28575" y="50006"/>
                  </a:lnTo>
                  <a:lnTo>
                    <a:pt x="59532" y="61912"/>
                  </a:lnTo>
                  <a:lnTo>
                    <a:pt x="90488" y="73818"/>
                  </a:lnTo>
                  <a:lnTo>
                    <a:pt x="88107" y="54768"/>
                  </a:lnTo>
                  <a:lnTo>
                    <a:pt x="102394" y="50006"/>
                  </a:lnTo>
                  <a:lnTo>
                    <a:pt x="107157" y="26193"/>
                  </a:lnTo>
                  <a:lnTo>
                    <a:pt x="90488" y="28575"/>
                  </a:lnTo>
                  <a:lnTo>
                    <a:pt x="66675" y="4762"/>
                  </a:lnTo>
                  <a:lnTo>
                    <a:pt x="40482" y="0"/>
                  </a:lnTo>
                  <a:lnTo>
                    <a:pt x="0" y="16668"/>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2" name="Freeform: Shape 290">
              <a:extLst>
                <a:ext uri="{FF2B5EF4-FFF2-40B4-BE49-F238E27FC236}">
                  <a16:creationId xmlns:a16="http://schemas.microsoft.com/office/drawing/2014/main" id="{C6DA755C-6541-4E3B-90B6-A2F25647010A}"/>
                </a:ext>
              </a:extLst>
            </p:cNvPr>
            <p:cNvSpPr/>
            <p:nvPr/>
          </p:nvSpPr>
          <p:spPr bwMode="auto">
            <a:xfrm>
              <a:off x="4474369" y="2952750"/>
              <a:ext cx="73819" cy="128587"/>
            </a:xfrm>
            <a:custGeom>
              <a:avLst/>
              <a:gdLst>
                <a:gd name="connsiteX0" fmla="*/ 14287 w 73819"/>
                <a:gd name="connsiteY0" fmla="*/ 114300 h 114300"/>
                <a:gd name="connsiteX1" fmla="*/ 0 w 73819"/>
                <a:gd name="connsiteY1" fmla="*/ 57150 h 114300"/>
                <a:gd name="connsiteX2" fmla="*/ 28575 w 73819"/>
                <a:gd name="connsiteY2" fmla="*/ 19050 h 114300"/>
                <a:gd name="connsiteX3" fmla="*/ 69056 w 73819"/>
                <a:gd name="connsiteY3" fmla="*/ 0 h 114300"/>
                <a:gd name="connsiteX4" fmla="*/ 57150 w 73819"/>
                <a:gd name="connsiteY4" fmla="*/ 40481 h 114300"/>
                <a:gd name="connsiteX5" fmla="*/ 73819 w 73819"/>
                <a:gd name="connsiteY5" fmla="*/ 59531 h 114300"/>
                <a:gd name="connsiteX6" fmla="*/ 52387 w 73819"/>
                <a:gd name="connsiteY6" fmla="*/ 76200 h 114300"/>
                <a:gd name="connsiteX7" fmla="*/ 14287 w 73819"/>
                <a:gd name="connsiteY7" fmla="*/ 114300 h 114300"/>
                <a:gd name="connsiteX0" fmla="*/ 14287 w 73819"/>
                <a:gd name="connsiteY0" fmla="*/ 114300 h 114300"/>
                <a:gd name="connsiteX1" fmla="*/ 0 w 73819"/>
                <a:gd name="connsiteY1" fmla="*/ 57150 h 114300"/>
                <a:gd name="connsiteX2" fmla="*/ 28575 w 73819"/>
                <a:gd name="connsiteY2" fmla="*/ 19050 h 114300"/>
                <a:gd name="connsiteX3" fmla="*/ 69056 w 73819"/>
                <a:gd name="connsiteY3" fmla="*/ 0 h 114300"/>
                <a:gd name="connsiteX4" fmla="*/ 57150 w 73819"/>
                <a:gd name="connsiteY4" fmla="*/ 40481 h 114300"/>
                <a:gd name="connsiteX5" fmla="*/ 73819 w 73819"/>
                <a:gd name="connsiteY5" fmla="*/ 59531 h 114300"/>
                <a:gd name="connsiteX6" fmla="*/ 52387 w 73819"/>
                <a:gd name="connsiteY6" fmla="*/ 76200 h 114300"/>
                <a:gd name="connsiteX7" fmla="*/ 38100 w 73819"/>
                <a:gd name="connsiteY7" fmla="*/ 88106 h 114300"/>
                <a:gd name="connsiteX8" fmla="*/ 14287 w 73819"/>
                <a:gd name="connsiteY8" fmla="*/ 114300 h 114300"/>
                <a:gd name="connsiteX0" fmla="*/ 14287 w 73819"/>
                <a:gd name="connsiteY0" fmla="*/ 114300 h 128587"/>
                <a:gd name="connsiteX1" fmla="*/ 0 w 73819"/>
                <a:gd name="connsiteY1" fmla="*/ 57150 h 128587"/>
                <a:gd name="connsiteX2" fmla="*/ 28575 w 73819"/>
                <a:gd name="connsiteY2" fmla="*/ 19050 h 128587"/>
                <a:gd name="connsiteX3" fmla="*/ 69056 w 73819"/>
                <a:gd name="connsiteY3" fmla="*/ 0 h 128587"/>
                <a:gd name="connsiteX4" fmla="*/ 57150 w 73819"/>
                <a:gd name="connsiteY4" fmla="*/ 40481 h 128587"/>
                <a:gd name="connsiteX5" fmla="*/ 73819 w 73819"/>
                <a:gd name="connsiteY5" fmla="*/ 59531 h 128587"/>
                <a:gd name="connsiteX6" fmla="*/ 52387 w 73819"/>
                <a:gd name="connsiteY6" fmla="*/ 76200 h 128587"/>
                <a:gd name="connsiteX7" fmla="*/ 38100 w 73819"/>
                <a:gd name="connsiteY7" fmla="*/ 128587 h 128587"/>
                <a:gd name="connsiteX8" fmla="*/ 14287 w 73819"/>
                <a:gd name="connsiteY8" fmla="*/ 114300 h 12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819" h="128587">
                  <a:moveTo>
                    <a:pt x="14287" y="114300"/>
                  </a:moveTo>
                  <a:lnTo>
                    <a:pt x="0" y="57150"/>
                  </a:lnTo>
                  <a:lnTo>
                    <a:pt x="28575" y="19050"/>
                  </a:lnTo>
                  <a:lnTo>
                    <a:pt x="69056" y="0"/>
                  </a:lnTo>
                  <a:lnTo>
                    <a:pt x="57150" y="40481"/>
                  </a:lnTo>
                  <a:lnTo>
                    <a:pt x="73819" y="59531"/>
                  </a:lnTo>
                  <a:lnTo>
                    <a:pt x="52387" y="76200"/>
                  </a:lnTo>
                  <a:lnTo>
                    <a:pt x="38100" y="128587"/>
                  </a:lnTo>
                  <a:lnTo>
                    <a:pt x="14287" y="114300"/>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3" name="Freeform: Shape 291">
              <a:extLst>
                <a:ext uri="{FF2B5EF4-FFF2-40B4-BE49-F238E27FC236}">
                  <a16:creationId xmlns:a16="http://schemas.microsoft.com/office/drawing/2014/main" id="{ABA6D58C-2EEA-466F-A41F-F81D5A00C840}"/>
                </a:ext>
              </a:extLst>
            </p:cNvPr>
            <p:cNvSpPr/>
            <p:nvPr/>
          </p:nvSpPr>
          <p:spPr bwMode="auto">
            <a:xfrm>
              <a:off x="4698206" y="3278981"/>
              <a:ext cx="138113" cy="76200"/>
            </a:xfrm>
            <a:custGeom>
              <a:avLst/>
              <a:gdLst>
                <a:gd name="connsiteX0" fmla="*/ 138113 w 138113"/>
                <a:gd name="connsiteY0" fmla="*/ 11907 h 76200"/>
                <a:gd name="connsiteX1" fmla="*/ 66675 w 138113"/>
                <a:gd name="connsiteY1" fmla="*/ 9525 h 76200"/>
                <a:gd name="connsiteX2" fmla="*/ 45244 w 138113"/>
                <a:gd name="connsiteY2" fmla="*/ 0 h 76200"/>
                <a:gd name="connsiteX3" fmla="*/ 7144 w 138113"/>
                <a:gd name="connsiteY3" fmla="*/ 33338 h 76200"/>
                <a:gd name="connsiteX4" fmla="*/ 0 w 138113"/>
                <a:gd name="connsiteY4" fmla="*/ 50007 h 76200"/>
                <a:gd name="connsiteX5" fmla="*/ 19050 w 138113"/>
                <a:gd name="connsiteY5" fmla="*/ 64294 h 76200"/>
                <a:gd name="connsiteX6" fmla="*/ 38100 w 138113"/>
                <a:gd name="connsiteY6" fmla="*/ 76200 h 76200"/>
                <a:gd name="connsiteX7" fmla="*/ 57150 w 138113"/>
                <a:gd name="connsiteY7" fmla="*/ 64294 h 76200"/>
                <a:gd name="connsiteX8" fmla="*/ 85725 w 138113"/>
                <a:gd name="connsiteY8" fmla="*/ 54769 h 76200"/>
                <a:gd name="connsiteX9" fmla="*/ 90488 w 138113"/>
                <a:gd name="connsiteY9" fmla="*/ 47625 h 76200"/>
                <a:gd name="connsiteX10" fmla="*/ 138113 w 138113"/>
                <a:gd name="connsiteY10" fmla="*/ 11907 h 76200"/>
                <a:gd name="connsiteX0" fmla="*/ 138113 w 138113"/>
                <a:gd name="connsiteY0" fmla="*/ 11907 h 76200"/>
                <a:gd name="connsiteX1" fmla="*/ 66675 w 138113"/>
                <a:gd name="connsiteY1" fmla="*/ 9525 h 76200"/>
                <a:gd name="connsiteX2" fmla="*/ 45244 w 138113"/>
                <a:gd name="connsiteY2" fmla="*/ 0 h 76200"/>
                <a:gd name="connsiteX3" fmla="*/ 7144 w 138113"/>
                <a:gd name="connsiteY3" fmla="*/ 33338 h 76200"/>
                <a:gd name="connsiteX4" fmla="*/ 0 w 138113"/>
                <a:gd name="connsiteY4" fmla="*/ 50007 h 76200"/>
                <a:gd name="connsiteX5" fmla="*/ 19050 w 138113"/>
                <a:gd name="connsiteY5" fmla="*/ 64294 h 76200"/>
                <a:gd name="connsiteX6" fmla="*/ 38100 w 138113"/>
                <a:gd name="connsiteY6" fmla="*/ 76200 h 76200"/>
                <a:gd name="connsiteX7" fmla="*/ 57150 w 138113"/>
                <a:gd name="connsiteY7" fmla="*/ 64294 h 76200"/>
                <a:gd name="connsiteX8" fmla="*/ 85725 w 138113"/>
                <a:gd name="connsiteY8" fmla="*/ 54769 h 76200"/>
                <a:gd name="connsiteX9" fmla="*/ 90488 w 138113"/>
                <a:gd name="connsiteY9" fmla="*/ 47625 h 76200"/>
                <a:gd name="connsiteX10" fmla="*/ 109538 w 138113"/>
                <a:gd name="connsiteY10" fmla="*/ 35719 h 76200"/>
                <a:gd name="connsiteX11" fmla="*/ 138113 w 138113"/>
                <a:gd name="connsiteY11" fmla="*/ 11907 h 76200"/>
                <a:gd name="connsiteX0" fmla="*/ 138113 w 138113"/>
                <a:gd name="connsiteY0" fmla="*/ 11907 h 76200"/>
                <a:gd name="connsiteX1" fmla="*/ 66675 w 138113"/>
                <a:gd name="connsiteY1" fmla="*/ 9525 h 76200"/>
                <a:gd name="connsiteX2" fmla="*/ 45244 w 138113"/>
                <a:gd name="connsiteY2" fmla="*/ 0 h 76200"/>
                <a:gd name="connsiteX3" fmla="*/ 7144 w 138113"/>
                <a:gd name="connsiteY3" fmla="*/ 33338 h 76200"/>
                <a:gd name="connsiteX4" fmla="*/ 0 w 138113"/>
                <a:gd name="connsiteY4" fmla="*/ 50007 h 76200"/>
                <a:gd name="connsiteX5" fmla="*/ 19050 w 138113"/>
                <a:gd name="connsiteY5" fmla="*/ 64294 h 76200"/>
                <a:gd name="connsiteX6" fmla="*/ 38100 w 138113"/>
                <a:gd name="connsiteY6" fmla="*/ 76200 h 76200"/>
                <a:gd name="connsiteX7" fmla="*/ 57150 w 138113"/>
                <a:gd name="connsiteY7" fmla="*/ 64294 h 76200"/>
                <a:gd name="connsiteX8" fmla="*/ 85725 w 138113"/>
                <a:gd name="connsiteY8" fmla="*/ 54769 h 76200"/>
                <a:gd name="connsiteX9" fmla="*/ 90488 w 138113"/>
                <a:gd name="connsiteY9" fmla="*/ 47625 h 76200"/>
                <a:gd name="connsiteX10" fmla="*/ 138113 w 138113"/>
                <a:gd name="connsiteY10" fmla="*/ 52388 h 76200"/>
                <a:gd name="connsiteX11" fmla="*/ 138113 w 138113"/>
                <a:gd name="connsiteY11" fmla="*/ 11907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113" h="76200">
                  <a:moveTo>
                    <a:pt x="138113" y="11907"/>
                  </a:moveTo>
                  <a:lnTo>
                    <a:pt x="66675" y="9525"/>
                  </a:lnTo>
                  <a:lnTo>
                    <a:pt x="45244" y="0"/>
                  </a:lnTo>
                  <a:lnTo>
                    <a:pt x="7144" y="33338"/>
                  </a:lnTo>
                  <a:lnTo>
                    <a:pt x="0" y="50007"/>
                  </a:lnTo>
                  <a:lnTo>
                    <a:pt x="19050" y="64294"/>
                  </a:lnTo>
                  <a:lnTo>
                    <a:pt x="38100" y="76200"/>
                  </a:lnTo>
                  <a:lnTo>
                    <a:pt x="57150" y="64294"/>
                  </a:lnTo>
                  <a:lnTo>
                    <a:pt x="85725" y="54769"/>
                  </a:lnTo>
                  <a:lnTo>
                    <a:pt x="90488" y="47625"/>
                  </a:lnTo>
                  <a:lnTo>
                    <a:pt x="138113" y="52388"/>
                  </a:lnTo>
                  <a:lnTo>
                    <a:pt x="138113" y="11907"/>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dirty="0">
                <a:solidFill>
                  <a:srgbClr val="FFFFFF"/>
                </a:solidFill>
                <a:latin typeface="Myriad Pro"/>
                <a:ea typeface="MS PGothic" panose="020B0600070205080204" pitchFamily="34" charset="-128"/>
              </a:endParaRPr>
            </a:p>
          </p:txBody>
        </p:sp>
        <p:sp>
          <p:nvSpPr>
            <p:cNvPr id="444" name="Freeform: Shape 292">
              <a:extLst>
                <a:ext uri="{FF2B5EF4-FFF2-40B4-BE49-F238E27FC236}">
                  <a16:creationId xmlns:a16="http://schemas.microsoft.com/office/drawing/2014/main" id="{099BA675-6D89-4E54-9AB5-0700AB7A04F6}"/>
                </a:ext>
              </a:extLst>
            </p:cNvPr>
            <p:cNvSpPr/>
            <p:nvPr/>
          </p:nvSpPr>
          <p:spPr bwMode="auto">
            <a:xfrm>
              <a:off x="4512469" y="3302794"/>
              <a:ext cx="200025" cy="97631"/>
            </a:xfrm>
            <a:custGeom>
              <a:avLst/>
              <a:gdLst>
                <a:gd name="connsiteX0" fmla="*/ 0 w 188119"/>
                <a:gd name="connsiteY0" fmla="*/ 85725 h 97631"/>
                <a:gd name="connsiteX1" fmla="*/ 83344 w 188119"/>
                <a:gd name="connsiteY1" fmla="*/ 88106 h 97631"/>
                <a:gd name="connsiteX2" fmla="*/ 114300 w 188119"/>
                <a:gd name="connsiteY2" fmla="*/ 97631 h 97631"/>
                <a:gd name="connsiteX3" fmla="*/ 154781 w 188119"/>
                <a:gd name="connsiteY3" fmla="*/ 88106 h 97631"/>
                <a:gd name="connsiteX4" fmla="*/ 164306 w 188119"/>
                <a:gd name="connsiteY4" fmla="*/ 69056 h 97631"/>
                <a:gd name="connsiteX5" fmla="*/ 188119 w 188119"/>
                <a:gd name="connsiteY5" fmla="*/ 40481 h 97631"/>
                <a:gd name="connsiteX6" fmla="*/ 169069 w 188119"/>
                <a:gd name="connsiteY6" fmla="*/ 30956 h 97631"/>
                <a:gd name="connsiteX7" fmla="*/ 173831 w 188119"/>
                <a:gd name="connsiteY7" fmla="*/ 14287 h 97631"/>
                <a:gd name="connsiteX8" fmla="*/ 126206 w 188119"/>
                <a:gd name="connsiteY8" fmla="*/ 0 h 97631"/>
                <a:gd name="connsiteX9" fmla="*/ 119063 w 188119"/>
                <a:gd name="connsiteY9" fmla="*/ 11906 h 97631"/>
                <a:gd name="connsiteX10" fmla="*/ 92869 w 188119"/>
                <a:gd name="connsiteY10" fmla="*/ 9525 h 97631"/>
                <a:gd name="connsiteX11" fmla="*/ 78581 w 188119"/>
                <a:gd name="connsiteY11" fmla="*/ 35719 h 97631"/>
                <a:gd name="connsiteX12" fmla="*/ 78581 w 188119"/>
                <a:gd name="connsiteY12" fmla="*/ 59531 h 97631"/>
                <a:gd name="connsiteX13" fmla="*/ 57150 w 188119"/>
                <a:gd name="connsiteY13" fmla="*/ 50006 h 97631"/>
                <a:gd name="connsiteX14" fmla="*/ 0 w 188119"/>
                <a:gd name="connsiteY14" fmla="*/ 85725 h 97631"/>
                <a:gd name="connsiteX0" fmla="*/ 0 w 188119"/>
                <a:gd name="connsiteY0" fmla="*/ 85725 h 97631"/>
                <a:gd name="connsiteX1" fmla="*/ 83344 w 188119"/>
                <a:gd name="connsiteY1" fmla="*/ 88106 h 97631"/>
                <a:gd name="connsiteX2" fmla="*/ 114300 w 188119"/>
                <a:gd name="connsiteY2" fmla="*/ 97631 h 97631"/>
                <a:gd name="connsiteX3" fmla="*/ 154781 w 188119"/>
                <a:gd name="connsiteY3" fmla="*/ 88106 h 97631"/>
                <a:gd name="connsiteX4" fmla="*/ 164306 w 188119"/>
                <a:gd name="connsiteY4" fmla="*/ 69056 h 97631"/>
                <a:gd name="connsiteX5" fmla="*/ 188119 w 188119"/>
                <a:gd name="connsiteY5" fmla="*/ 40481 h 97631"/>
                <a:gd name="connsiteX6" fmla="*/ 169069 w 188119"/>
                <a:gd name="connsiteY6" fmla="*/ 30956 h 97631"/>
                <a:gd name="connsiteX7" fmla="*/ 173831 w 188119"/>
                <a:gd name="connsiteY7" fmla="*/ 14287 h 97631"/>
                <a:gd name="connsiteX8" fmla="*/ 126206 w 188119"/>
                <a:gd name="connsiteY8" fmla="*/ 0 h 97631"/>
                <a:gd name="connsiteX9" fmla="*/ 119063 w 188119"/>
                <a:gd name="connsiteY9" fmla="*/ 11906 h 97631"/>
                <a:gd name="connsiteX10" fmla="*/ 92869 w 188119"/>
                <a:gd name="connsiteY10" fmla="*/ 9525 h 97631"/>
                <a:gd name="connsiteX11" fmla="*/ 78581 w 188119"/>
                <a:gd name="connsiteY11" fmla="*/ 35719 h 97631"/>
                <a:gd name="connsiteX12" fmla="*/ 78581 w 188119"/>
                <a:gd name="connsiteY12" fmla="*/ 59531 h 97631"/>
                <a:gd name="connsiteX13" fmla="*/ 57150 w 188119"/>
                <a:gd name="connsiteY13" fmla="*/ 50006 h 97631"/>
                <a:gd name="connsiteX14" fmla="*/ 26194 w 188119"/>
                <a:gd name="connsiteY14" fmla="*/ 69056 h 97631"/>
                <a:gd name="connsiteX15" fmla="*/ 0 w 188119"/>
                <a:gd name="connsiteY15" fmla="*/ 85725 h 97631"/>
                <a:gd name="connsiteX0" fmla="*/ 11906 w 200025"/>
                <a:gd name="connsiteY0" fmla="*/ 85725 h 97631"/>
                <a:gd name="connsiteX1" fmla="*/ 95250 w 200025"/>
                <a:gd name="connsiteY1" fmla="*/ 88106 h 97631"/>
                <a:gd name="connsiteX2" fmla="*/ 126206 w 200025"/>
                <a:gd name="connsiteY2" fmla="*/ 97631 h 97631"/>
                <a:gd name="connsiteX3" fmla="*/ 166687 w 200025"/>
                <a:gd name="connsiteY3" fmla="*/ 88106 h 97631"/>
                <a:gd name="connsiteX4" fmla="*/ 176212 w 200025"/>
                <a:gd name="connsiteY4" fmla="*/ 69056 h 97631"/>
                <a:gd name="connsiteX5" fmla="*/ 200025 w 200025"/>
                <a:gd name="connsiteY5" fmla="*/ 40481 h 97631"/>
                <a:gd name="connsiteX6" fmla="*/ 180975 w 200025"/>
                <a:gd name="connsiteY6" fmla="*/ 30956 h 97631"/>
                <a:gd name="connsiteX7" fmla="*/ 185737 w 200025"/>
                <a:gd name="connsiteY7" fmla="*/ 14287 h 97631"/>
                <a:gd name="connsiteX8" fmla="*/ 138112 w 200025"/>
                <a:gd name="connsiteY8" fmla="*/ 0 h 97631"/>
                <a:gd name="connsiteX9" fmla="*/ 130969 w 200025"/>
                <a:gd name="connsiteY9" fmla="*/ 11906 h 97631"/>
                <a:gd name="connsiteX10" fmla="*/ 104775 w 200025"/>
                <a:gd name="connsiteY10" fmla="*/ 9525 h 97631"/>
                <a:gd name="connsiteX11" fmla="*/ 90487 w 200025"/>
                <a:gd name="connsiteY11" fmla="*/ 35719 h 97631"/>
                <a:gd name="connsiteX12" fmla="*/ 90487 w 200025"/>
                <a:gd name="connsiteY12" fmla="*/ 59531 h 97631"/>
                <a:gd name="connsiteX13" fmla="*/ 69056 w 200025"/>
                <a:gd name="connsiteY13" fmla="*/ 50006 h 97631"/>
                <a:gd name="connsiteX14" fmla="*/ 0 w 200025"/>
                <a:gd name="connsiteY14" fmla="*/ 61912 h 97631"/>
                <a:gd name="connsiteX15" fmla="*/ 11906 w 200025"/>
                <a:gd name="connsiteY15" fmla="*/ 85725 h 9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0025" h="97631">
                  <a:moveTo>
                    <a:pt x="11906" y="85725"/>
                  </a:moveTo>
                  <a:lnTo>
                    <a:pt x="95250" y="88106"/>
                  </a:lnTo>
                  <a:lnTo>
                    <a:pt x="126206" y="97631"/>
                  </a:lnTo>
                  <a:lnTo>
                    <a:pt x="166687" y="88106"/>
                  </a:lnTo>
                  <a:lnTo>
                    <a:pt x="176212" y="69056"/>
                  </a:lnTo>
                  <a:lnTo>
                    <a:pt x="200025" y="40481"/>
                  </a:lnTo>
                  <a:lnTo>
                    <a:pt x="180975" y="30956"/>
                  </a:lnTo>
                  <a:lnTo>
                    <a:pt x="185737" y="14287"/>
                  </a:lnTo>
                  <a:lnTo>
                    <a:pt x="138112" y="0"/>
                  </a:lnTo>
                  <a:lnTo>
                    <a:pt x="130969" y="11906"/>
                  </a:lnTo>
                  <a:lnTo>
                    <a:pt x="104775" y="9525"/>
                  </a:lnTo>
                  <a:lnTo>
                    <a:pt x="90487" y="35719"/>
                  </a:lnTo>
                  <a:lnTo>
                    <a:pt x="90487" y="59531"/>
                  </a:lnTo>
                  <a:lnTo>
                    <a:pt x="69056" y="50006"/>
                  </a:lnTo>
                  <a:lnTo>
                    <a:pt x="0" y="61912"/>
                  </a:lnTo>
                  <a:lnTo>
                    <a:pt x="11906" y="85725"/>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5" name="Freeform: Shape 293">
              <a:extLst>
                <a:ext uri="{FF2B5EF4-FFF2-40B4-BE49-F238E27FC236}">
                  <a16:creationId xmlns:a16="http://schemas.microsoft.com/office/drawing/2014/main" id="{AC634ADC-21B7-47B7-B175-8F067AC28EE2}"/>
                </a:ext>
              </a:extLst>
            </p:cNvPr>
            <p:cNvSpPr/>
            <p:nvPr/>
          </p:nvSpPr>
          <p:spPr bwMode="auto">
            <a:xfrm>
              <a:off x="4686300" y="3324225"/>
              <a:ext cx="154781" cy="102394"/>
            </a:xfrm>
            <a:custGeom>
              <a:avLst/>
              <a:gdLst>
                <a:gd name="connsiteX0" fmla="*/ 107156 w 154781"/>
                <a:gd name="connsiteY0" fmla="*/ 80963 h 102394"/>
                <a:gd name="connsiteX1" fmla="*/ 154781 w 154781"/>
                <a:gd name="connsiteY1" fmla="*/ 21431 h 102394"/>
                <a:gd name="connsiteX2" fmla="*/ 145256 w 154781"/>
                <a:gd name="connsiteY2" fmla="*/ 4763 h 102394"/>
                <a:gd name="connsiteX3" fmla="*/ 107156 w 154781"/>
                <a:gd name="connsiteY3" fmla="*/ 0 h 102394"/>
                <a:gd name="connsiteX4" fmla="*/ 100013 w 154781"/>
                <a:gd name="connsiteY4" fmla="*/ 11906 h 102394"/>
                <a:gd name="connsiteX5" fmla="*/ 50006 w 154781"/>
                <a:gd name="connsiteY5" fmla="*/ 26194 h 102394"/>
                <a:gd name="connsiteX6" fmla="*/ 21431 w 154781"/>
                <a:gd name="connsiteY6" fmla="*/ 16669 h 102394"/>
                <a:gd name="connsiteX7" fmla="*/ 0 w 154781"/>
                <a:gd name="connsiteY7" fmla="*/ 64294 h 102394"/>
                <a:gd name="connsiteX8" fmla="*/ 28575 w 154781"/>
                <a:gd name="connsiteY8" fmla="*/ 90488 h 102394"/>
                <a:gd name="connsiteX9" fmla="*/ 50006 w 154781"/>
                <a:gd name="connsiteY9" fmla="*/ 102394 h 102394"/>
                <a:gd name="connsiteX10" fmla="*/ 107156 w 154781"/>
                <a:gd name="connsiteY10" fmla="*/ 80963 h 10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781" h="102394">
                  <a:moveTo>
                    <a:pt x="107156" y="80963"/>
                  </a:moveTo>
                  <a:lnTo>
                    <a:pt x="154781" y="21431"/>
                  </a:lnTo>
                  <a:lnTo>
                    <a:pt x="145256" y="4763"/>
                  </a:lnTo>
                  <a:lnTo>
                    <a:pt x="107156" y="0"/>
                  </a:lnTo>
                  <a:lnTo>
                    <a:pt x="100013" y="11906"/>
                  </a:lnTo>
                  <a:lnTo>
                    <a:pt x="50006" y="26194"/>
                  </a:lnTo>
                  <a:lnTo>
                    <a:pt x="21431" y="16669"/>
                  </a:lnTo>
                  <a:lnTo>
                    <a:pt x="0" y="64294"/>
                  </a:lnTo>
                  <a:lnTo>
                    <a:pt x="28575" y="90488"/>
                  </a:lnTo>
                  <a:lnTo>
                    <a:pt x="50006" y="102394"/>
                  </a:lnTo>
                  <a:lnTo>
                    <a:pt x="107156" y="80963"/>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6" name="Freeform: Shape 294">
              <a:extLst>
                <a:ext uri="{FF2B5EF4-FFF2-40B4-BE49-F238E27FC236}">
                  <a16:creationId xmlns:a16="http://schemas.microsoft.com/office/drawing/2014/main" id="{DFF75251-6AC6-4431-8A71-D124C51AD52D}"/>
                </a:ext>
              </a:extLst>
            </p:cNvPr>
            <p:cNvSpPr/>
            <p:nvPr/>
          </p:nvSpPr>
          <p:spPr bwMode="auto">
            <a:xfrm>
              <a:off x="4814888" y="3483769"/>
              <a:ext cx="161925" cy="97631"/>
            </a:xfrm>
            <a:custGeom>
              <a:avLst/>
              <a:gdLst>
                <a:gd name="connsiteX0" fmla="*/ 135731 w 142875"/>
                <a:gd name="connsiteY0" fmla="*/ 73819 h 97631"/>
                <a:gd name="connsiteX1" fmla="*/ 142875 w 142875"/>
                <a:gd name="connsiteY1" fmla="*/ 14287 h 97631"/>
                <a:gd name="connsiteX2" fmla="*/ 119062 w 142875"/>
                <a:gd name="connsiteY2" fmla="*/ 0 h 97631"/>
                <a:gd name="connsiteX3" fmla="*/ 57150 w 142875"/>
                <a:gd name="connsiteY3" fmla="*/ 14287 h 97631"/>
                <a:gd name="connsiteX4" fmla="*/ 26193 w 142875"/>
                <a:gd name="connsiteY4" fmla="*/ 11906 h 97631"/>
                <a:gd name="connsiteX5" fmla="*/ 11906 w 142875"/>
                <a:gd name="connsiteY5" fmla="*/ 11906 h 97631"/>
                <a:gd name="connsiteX6" fmla="*/ 4762 w 142875"/>
                <a:gd name="connsiteY6" fmla="*/ 2381 h 97631"/>
                <a:gd name="connsiteX7" fmla="*/ 4762 w 142875"/>
                <a:gd name="connsiteY7" fmla="*/ 16669 h 97631"/>
                <a:gd name="connsiteX8" fmla="*/ 14287 w 142875"/>
                <a:gd name="connsiteY8" fmla="*/ 30956 h 97631"/>
                <a:gd name="connsiteX9" fmla="*/ 0 w 142875"/>
                <a:gd name="connsiteY9" fmla="*/ 50006 h 97631"/>
                <a:gd name="connsiteX10" fmla="*/ 9525 w 142875"/>
                <a:gd name="connsiteY10" fmla="*/ 76200 h 97631"/>
                <a:gd name="connsiteX11" fmla="*/ 19050 w 142875"/>
                <a:gd name="connsiteY11" fmla="*/ 97631 h 97631"/>
                <a:gd name="connsiteX12" fmla="*/ 54768 w 142875"/>
                <a:gd name="connsiteY12" fmla="*/ 90487 h 97631"/>
                <a:gd name="connsiteX13" fmla="*/ 80962 w 142875"/>
                <a:gd name="connsiteY13" fmla="*/ 92869 h 97631"/>
                <a:gd name="connsiteX14" fmla="*/ 135731 w 142875"/>
                <a:gd name="connsiteY14" fmla="*/ 73819 h 97631"/>
                <a:gd name="connsiteX0" fmla="*/ 154781 w 161925"/>
                <a:gd name="connsiteY0" fmla="*/ 73819 h 97631"/>
                <a:gd name="connsiteX1" fmla="*/ 161925 w 161925"/>
                <a:gd name="connsiteY1" fmla="*/ 14287 h 97631"/>
                <a:gd name="connsiteX2" fmla="*/ 138112 w 161925"/>
                <a:gd name="connsiteY2" fmla="*/ 0 h 97631"/>
                <a:gd name="connsiteX3" fmla="*/ 76200 w 161925"/>
                <a:gd name="connsiteY3" fmla="*/ 14287 h 97631"/>
                <a:gd name="connsiteX4" fmla="*/ 45243 w 161925"/>
                <a:gd name="connsiteY4" fmla="*/ 11906 h 97631"/>
                <a:gd name="connsiteX5" fmla="*/ 30956 w 161925"/>
                <a:gd name="connsiteY5" fmla="*/ 11906 h 97631"/>
                <a:gd name="connsiteX6" fmla="*/ 23812 w 161925"/>
                <a:gd name="connsiteY6" fmla="*/ 2381 h 97631"/>
                <a:gd name="connsiteX7" fmla="*/ 23812 w 161925"/>
                <a:gd name="connsiteY7" fmla="*/ 16669 h 97631"/>
                <a:gd name="connsiteX8" fmla="*/ 33337 w 161925"/>
                <a:gd name="connsiteY8" fmla="*/ 30956 h 97631"/>
                <a:gd name="connsiteX9" fmla="*/ 0 w 161925"/>
                <a:gd name="connsiteY9" fmla="*/ 54769 h 97631"/>
                <a:gd name="connsiteX10" fmla="*/ 28575 w 161925"/>
                <a:gd name="connsiteY10" fmla="*/ 76200 h 97631"/>
                <a:gd name="connsiteX11" fmla="*/ 38100 w 161925"/>
                <a:gd name="connsiteY11" fmla="*/ 97631 h 97631"/>
                <a:gd name="connsiteX12" fmla="*/ 73818 w 161925"/>
                <a:gd name="connsiteY12" fmla="*/ 90487 h 97631"/>
                <a:gd name="connsiteX13" fmla="*/ 100012 w 161925"/>
                <a:gd name="connsiteY13" fmla="*/ 92869 h 97631"/>
                <a:gd name="connsiteX14" fmla="*/ 154781 w 161925"/>
                <a:gd name="connsiteY14" fmla="*/ 73819 h 97631"/>
                <a:gd name="connsiteX0" fmla="*/ 154781 w 161925"/>
                <a:gd name="connsiteY0" fmla="*/ 73819 h 97631"/>
                <a:gd name="connsiteX1" fmla="*/ 161925 w 161925"/>
                <a:gd name="connsiteY1" fmla="*/ 14287 h 97631"/>
                <a:gd name="connsiteX2" fmla="*/ 138112 w 161925"/>
                <a:gd name="connsiteY2" fmla="*/ 0 h 97631"/>
                <a:gd name="connsiteX3" fmla="*/ 76200 w 161925"/>
                <a:gd name="connsiteY3" fmla="*/ 14287 h 97631"/>
                <a:gd name="connsiteX4" fmla="*/ 45243 w 161925"/>
                <a:gd name="connsiteY4" fmla="*/ 11906 h 97631"/>
                <a:gd name="connsiteX5" fmla="*/ 30956 w 161925"/>
                <a:gd name="connsiteY5" fmla="*/ 11906 h 97631"/>
                <a:gd name="connsiteX6" fmla="*/ 23812 w 161925"/>
                <a:gd name="connsiteY6" fmla="*/ 2381 h 97631"/>
                <a:gd name="connsiteX7" fmla="*/ 23812 w 161925"/>
                <a:gd name="connsiteY7" fmla="*/ 16669 h 97631"/>
                <a:gd name="connsiteX8" fmla="*/ 33337 w 161925"/>
                <a:gd name="connsiteY8" fmla="*/ 30956 h 97631"/>
                <a:gd name="connsiteX9" fmla="*/ 0 w 161925"/>
                <a:gd name="connsiteY9" fmla="*/ 54769 h 97631"/>
                <a:gd name="connsiteX10" fmla="*/ 23813 w 161925"/>
                <a:gd name="connsiteY10" fmla="*/ 80963 h 97631"/>
                <a:gd name="connsiteX11" fmla="*/ 38100 w 161925"/>
                <a:gd name="connsiteY11" fmla="*/ 97631 h 97631"/>
                <a:gd name="connsiteX12" fmla="*/ 73818 w 161925"/>
                <a:gd name="connsiteY12" fmla="*/ 90487 h 97631"/>
                <a:gd name="connsiteX13" fmla="*/ 100012 w 161925"/>
                <a:gd name="connsiteY13" fmla="*/ 92869 h 97631"/>
                <a:gd name="connsiteX14" fmla="*/ 154781 w 161925"/>
                <a:gd name="connsiteY14" fmla="*/ 73819 h 9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1925" h="97631">
                  <a:moveTo>
                    <a:pt x="154781" y="73819"/>
                  </a:moveTo>
                  <a:lnTo>
                    <a:pt x="161925" y="14287"/>
                  </a:lnTo>
                  <a:lnTo>
                    <a:pt x="138112" y="0"/>
                  </a:lnTo>
                  <a:lnTo>
                    <a:pt x="76200" y="14287"/>
                  </a:lnTo>
                  <a:lnTo>
                    <a:pt x="45243" y="11906"/>
                  </a:lnTo>
                  <a:lnTo>
                    <a:pt x="30956" y="11906"/>
                  </a:lnTo>
                  <a:lnTo>
                    <a:pt x="23812" y="2381"/>
                  </a:lnTo>
                  <a:lnTo>
                    <a:pt x="23812" y="16669"/>
                  </a:lnTo>
                  <a:lnTo>
                    <a:pt x="33337" y="30956"/>
                  </a:lnTo>
                  <a:lnTo>
                    <a:pt x="0" y="54769"/>
                  </a:lnTo>
                  <a:lnTo>
                    <a:pt x="23813" y="80963"/>
                  </a:lnTo>
                  <a:lnTo>
                    <a:pt x="38100" y="97631"/>
                  </a:lnTo>
                  <a:lnTo>
                    <a:pt x="73818" y="90487"/>
                  </a:lnTo>
                  <a:lnTo>
                    <a:pt x="100012" y="92869"/>
                  </a:lnTo>
                  <a:lnTo>
                    <a:pt x="154781" y="73819"/>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7" name="Freeform: Shape 295">
              <a:extLst>
                <a:ext uri="{FF2B5EF4-FFF2-40B4-BE49-F238E27FC236}">
                  <a16:creationId xmlns:a16="http://schemas.microsoft.com/office/drawing/2014/main" id="{3D003953-7978-46D1-9129-1F80D12F2011}"/>
                </a:ext>
              </a:extLst>
            </p:cNvPr>
            <p:cNvSpPr/>
            <p:nvPr/>
          </p:nvSpPr>
          <p:spPr bwMode="auto">
            <a:xfrm>
              <a:off x="4605338" y="3388519"/>
              <a:ext cx="80962" cy="61912"/>
            </a:xfrm>
            <a:custGeom>
              <a:avLst/>
              <a:gdLst>
                <a:gd name="connsiteX0" fmla="*/ 80962 w 80962"/>
                <a:gd name="connsiteY0" fmla="*/ 0 h 61912"/>
                <a:gd name="connsiteX1" fmla="*/ 26193 w 80962"/>
                <a:gd name="connsiteY1" fmla="*/ 11906 h 61912"/>
                <a:gd name="connsiteX2" fmla="*/ 0 w 80962"/>
                <a:gd name="connsiteY2" fmla="*/ 2381 h 61912"/>
                <a:gd name="connsiteX3" fmla="*/ 2381 w 80962"/>
                <a:gd name="connsiteY3" fmla="*/ 47625 h 61912"/>
                <a:gd name="connsiteX4" fmla="*/ 26193 w 80962"/>
                <a:gd name="connsiteY4" fmla="*/ 61912 h 61912"/>
                <a:gd name="connsiteX5" fmla="*/ 80962 w 80962"/>
                <a:gd name="connsiteY5" fmla="*/ 0 h 6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62" h="61912">
                  <a:moveTo>
                    <a:pt x="80962" y="0"/>
                  </a:moveTo>
                  <a:lnTo>
                    <a:pt x="26193" y="11906"/>
                  </a:lnTo>
                  <a:lnTo>
                    <a:pt x="0" y="2381"/>
                  </a:lnTo>
                  <a:lnTo>
                    <a:pt x="2381" y="47625"/>
                  </a:lnTo>
                  <a:lnTo>
                    <a:pt x="26193" y="61912"/>
                  </a:lnTo>
                  <a:lnTo>
                    <a:pt x="80962"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8" name="Freeform: Shape 296">
              <a:extLst>
                <a:ext uri="{FF2B5EF4-FFF2-40B4-BE49-F238E27FC236}">
                  <a16:creationId xmlns:a16="http://schemas.microsoft.com/office/drawing/2014/main" id="{FB3CA548-E0F6-4135-A877-3FF8D6A063FC}"/>
                </a:ext>
              </a:extLst>
            </p:cNvPr>
            <p:cNvSpPr/>
            <p:nvPr/>
          </p:nvSpPr>
          <p:spPr bwMode="auto">
            <a:xfrm>
              <a:off x="4633913" y="3388519"/>
              <a:ext cx="121443" cy="140494"/>
            </a:xfrm>
            <a:custGeom>
              <a:avLst/>
              <a:gdLst>
                <a:gd name="connsiteX0" fmla="*/ 52387 w 121443"/>
                <a:gd name="connsiteY0" fmla="*/ 0 h 140494"/>
                <a:gd name="connsiteX1" fmla="*/ 0 w 121443"/>
                <a:gd name="connsiteY1" fmla="*/ 59531 h 140494"/>
                <a:gd name="connsiteX2" fmla="*/ 38100 w 121443"/>
                <a:gd name="connsiteY2" fmla="*/ 100012 h 140494"/>
                <a:gd name="connsiteX3" fmla="*/ 85725 w 121443"/>
                <a:gd name="connsiteY3" fmla="*/ 140494 h 140494"/>
                <a:gd name="connsiteX4" fmla="*/ 42862 w 121443"/>
                <a:gd name="connsiteY4" fmla="*/ 66675 h 140494"/>
                <a:gd name="connsiteX5" fmla="*/ 61912 w 121443"/>
                <a:gd name="connsiteY5" fmla="*/ 57150 h 140494"/>
                <a:gd name="connsiteX6" fmla="*/ 121443 w 121443"/>
                <a:gd name="connsiteY6" fmla="*/ 64294 h 140494"/>
                <a:gd name="connsiteX7" fmla="*/ 121443 w 121443"/>
                <a:gd name="connsiteY7" fmla="*/ 30956 h 140494"/>
                <a:gd name="connsiteX8" fmla="*/ 100012 w 121443"/>
                <a:gd name="connsiteY8" fmla="*/ 42862 h 140494"/>
                <a:gd name="connsiteX9" fmla="*/ 52387 w 121443"/>
                <a:gd name="connsiteY9" fmla="*/ 0 h 14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443" h="140494">
                  <a:moveTo>
                    <a:pt x="52387" y="0"/>
                  </a:moveTo>
                  <a:lnTo>
                    <a:pt x="0" y="59531"/>
                  </a:lnTo>
                  <a:lnTo>
                    <a:pt x="38100" y="100012"/>
                  </a:lnTo>
                  <a:lnTo>
                    <a:pt x="85725" y="140494"/>
                  </a:lnTo>
                  <a:lnTo>
                    <a:pt x="42862" y="66675"/>
                  </a:lnTo>
                  <a:lnTo>
                    <a:pt x="61912" y="57150"/>
                  </a:lnTo>
                  <a:lnTo>
                    <a:pt x="121443" y="64294"/>
                  </a:lnTo>
                  <a:lnTo>
                    <a:pt x="121443" y="30956"/>
                  </a:lnTo>
                  <a:lnTo>
                    <a:pt x="100012" y="42862"/>
                  </a:lnTo>
                  <a:lnTo>
                    <a:pt x="52387"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49" name="Freeform: Shape 236">
              <a:extLst>
                <a:ext uri="{FF2B5EF4-FFF2-40B4-BE49-F238E27FC236}">
                  <a16:creationId xmlns:a16="http://schemas.microsoft.com/office/drawing/2014/main" id="{7A174D95-56CD-48B6-BCE1-BA1670FBA7EB}"/>
                </a:ext>
              </a:extLst>
            </p:cNvPr>
            <p:cNvSpPr/>
            <p:nvPr/>
          </p:nvSpPr>
          <p:spPr bwMode="auto">
            <a:xfrm>
              <a:off x="4758488" y="3498294"/>
              <a:ext cx="60007"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 name="connsiteX0" fmla="*/ 0 w 81262"/>
                <a:gd name="connsiteY0" fmla="*/ 18953 h 90488"/>
                <a:gd name="connsiteX1" fmla="*/ 36018 w 81262"/>
                <a:gd name="connsiteY1" fmla="*/ 90488 h 90488"/>
                <a:gd name="connsiteX2" fmla="*/ 81262 w 81262"/>
                <a:gd name="connsiteY2" fmla="*/ 78582 h 90488"/>
                <a:gd name="connsiteX3" fmla="*/ 52687 w 81262"/>
                <a:gd name="connsiteY3" fmla="*/ 0 h 90488"/>
                <a:gd name="connsiteX4" fmla="*/ 0 w 81262"/>
                <a:gd name="connsiteY4" fmla="*/ 18953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62" h="90488">
                  <a:moveTo>
                    <a:pt x="0" y="18953"/>
                  </a:moveTo>
                  <a:lnTo>
                    <a:pt x="36018" y="90488"/>
                  </a:lnTo>
                  <a:lnTo>
                    <a:pt x="81262" y="78582"/>
                  </a:lnTo>
                  <a:lnTo>
                    <a:pt x="52687" y="0"/>
                  </a:lnTo>
                  <a:lnTo>
                    <a:pt x="0" y="18953"/>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0" name="Freeform: Shape 237">
              <a:extLst>
                <a:ext uri="{FF2B5EF4-FFF2-40B4-BE49-F238E27FC236}">
                  <a16:creationId xmlns:a16="http://schemas.microsoft.com/office/drawing/2014/main" id="{9E42A13E-3ADD-47AF-A891-A3A4A4A05246}"/>
                </a:ext>
              </a:extLst>
            </p:cNvPr>
            <p:cNvSpPr/>
            <p:nvPr/>
          </p:nvSpPr>
          <p:spPr bwMode="auto">
            <a:xfrm>
              <a:off x="4736993" y="3507344"/>
              <a:ext cx="45719"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0488">
                  <a:moveTo>
                    <a:pt x="0" y="9526"/>
                  </a:moveTo>
                  <a:lnTo>
                    <a:pt x="16669" y="90488"/>
                  </a:lnTo>
                  <a:lnTo>
                    <a:pt x="61913" y="78582"/>
                  </a:lnTo>
                  <a:lnTo>
                    <a:pt x="33338" y="0"/>
                  </a:lnTo>
                  <a:lnTo>
                    <a:pt x="0" y="9526"/>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1" name="Freeform: Shape 297">
              <a:extLst>
                <a:ext uri="{FF2B5EF4-FFF2-40B4-BE49-F238E27FC236}">
                  <a16:creationId xmlns:a16="http://schemas.microsoft.com/office/drawing/2014/main" id="{EDC72872-8E76-4C80-96A5-1232EAD34DFB}"/>
                </a:ext>
              </a:extLst>
            </p:cNvPr>
            <p:cNvSpPr/>
            <p:nvPr/>
          </p:nvSpPr>
          <p:spPr bwMode="auto">
            <a:xfrm>
              <a:off x="4679156" y="3445669"/>
              <a:ext cx="78582" cy="85725"/>
            </a:xfrm>
            <a:custGeom>
              <a:avLst/>
              <a:gdLst>
                <a:gd name="connsiteX0" fmla="*/ 76200 w 78582"/>
                <a:gd name="connsiteY0" fmla="*/ 7144 h 85725"/>
                <a:gd name="connsiteX1" fmla="*/ 19050 w 78582"/>
                <a:gd name="connsiteY1" fmla="*/ 0 h 85725"/>
                <a:gd name="connsiteX2" fmla="*/ 2382 w 78582"/>
                <a:gd name="connsiteY2" fmla="*/ 0 h 85725"/>
                <a:gd name="connsiteX3" fmla="*/ 0 w 78582"/>
                <a:gd name="connsiteY3" fmla="*/ 11906 h 85725"/>
                <a:gd name="connsiteX4" fmla="*/ 45244 w 78582"/>
                <a:gd name="connsiteY4" fmla="*/ 85725 h 85725"/>
                <a:gd name="connsiteX5" fmla="*/ 54769 w 78582"/>
                <a:gd name="connsiteY5" fmla="*/ 83344 h 85725"/>
                <a:gd name="connsiteX6" fmla="*/ 78582 w 78582"/>
                <a:gd name="connsiteY6" fmla="*/ 59531 h 85725"/>
                <a:gd name="connsiteX7" fmla="*/ 76200 w 78582"/>
                <a:gd name="connsiteY7" fmla="*/ 7144 h 85725"/>
                <a:gd name="connsiteX0" fmla="*/ 76200 w 78582"/>
                <a:gd name="connsiteY0" fmla="*/ 7144 h 85725"/>
                <a:gd name="connsiteX1" fmla="*/ 19050 w 78582"/>
                <a:gd name="connsiteY1" fmla="*/ 0 h 85725"/>
                <a:gd name="connsiteX2" fmla="*/ 11907 w 78582"/>
                <a:gd name="connsiteY2" fmla="*/ 4762 h 85725"/>
                <a:gd name="connsiteX3" fmla="*/ 0 w 78582"/>
                <a:gd name="connsiteY3" fmla="*/ 11906 h 85725"/>
                <a:gd name="connsiteX4" fmla="*/ 45244 w 78582"/>
                <a:gd name="connsiteY4" fmla="*/ 85725 h 85725"/>
                <a:gd name="connsiteX5" fmla="*/ 54769 w 78582"/>
                <a:gd name="connsiteY5" fmla="*/ 83344 h 85725"/>
                <a:gd name="connsiteX6" fmla="*/ 78582 w 78582"/>
                <a:gd name="connsiteY6" fmla="*/ 59531 h 85725"/>
                <a:gd name="connsiteX7" fmla="*/ 76200 w 78582"/>
                <a:gd name="connsiteY7" fmla="*/ 7144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82" h="85725">
                  <a:moveTo>
                    <a:pt x="76200" y="7144"/>
                  </a:moveTo>
                  <a:lnTo>
                    <a:pt x="19050" y="0"/>
                  </a:lnTo>
                  <a:lnTo>
                    <a:pt x="11907" y="4762"/>
                  </a:lnTo>
                  <a:lnTo>
                    <a:pt x="0" y="11906"/>
                  </a:lnTo>
                  <a:lnTo>
                    <a:pt x="45244" y="85725"/>
                  </a:lnTo>
                  <a:lnTo>
                    <a:pt x="54769" y="83344"/>
                  </a:lnTo>
                  <a:lnTo>
                    <a:pt x="78582" y="59531"/>
                  </a:lnTo>
                  <a:lnTo>
                    <a:pt x="76200" y="7144"/>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2" name="Freeform: Shape 298">
              <a:extLst>
                <a:ext uri="{FF2B5EF4-FFF2-40B4-BE49-F238E27FC236}">
                  <a16:creationId xmlns:a16="http://schemas.microsoft.com/office/drawing/2014/main" id="{12501AB6-DEC9-4582-A906-3CF4295D172F}"/>
                </a:ext>
              </a:extLst>
            </p:cNvPr>
            <p:cNvSpPr/>
            <p:nvPr/>
          </p:nvSpPr>
          <p:spPr bwMode="auto">
            <a:xfrm>
              <a:off x="4755356" y="3400425"/>
              <a:ext cx="104775" cy="138113"/>
            </a:xfrm>
            <a:custGeom>
              <a:avLst/>
              <a:gdLst>
                <a:gd name="connsiteX0" fmla="*/ 0 w 104775"/>
                <a:gd name="connsiteY0" fmla="*/ 0 h 123825"/>
                <a:gd name="connsiteX1" fmla="*/ 4763 w 104775"/>
                <a:gd name="connsiteY1" fmla="*/ 95250 h 123825"/>
                <a:gd name="connsiteX2" fmla="*/ 35719 w 104775"/>
                <a:gd name="connsiteY2" fmla="*/ 83343 h 123825"/>
                <a:gd name="connsiteX3" fmla="*/ 66675 w 104775"/>
                <a:gd name="connsiteY3" fmla="*/ 123825 h 123825"/>
                <a:gd name="connsiteX4" fmla="*/ 92869 w 104775"/>
                <a:gd name="connsiteY4" fmla="*/ 102393 h 123825"/>
                <a:gd name="connsiteX5" fmla="*/ 85725 w 104775"/>
                <a:gd name="connsiteY5" fmla="*/ 69056 h 123825"/>
                <a:gd name="connsiteX6" fmla="*/ 104775 w 104775"/>
                <a:gd name="connsiteY6" fmla="*/ 76200 h 123825"/>
                <a:gd name="connsiteX7" fmla="*/ 90488 w 104775"/>
                <a:gd name="connsiteY7" fmla="*/ 50006 h 123825"/>
                <a:gd name="connsiteX8" fmla="*/ 64294 w 104775"/>
                <a:gd name="connsiteY8" fmla="*/ 45243 h 123825"/>
                <a:gd name="connsiteX9" fmla="*/ 0 w 104775"/>
                <a:gd name="connsiteY9" fmla="*/ 0 h 123825"/>
                <a:gd name="connsiteX0" fmla="*/ 0 w 104775"/>
                <a:gd name="connsiteY0" fmla="*/ 0 h 123825"/>
                <a:gd name="connsiteX1" fmla="*/ 4763 w 104775"/>
                <a:gd name="connsiteY1" fmla="*/ 95250 h 123825"/>
                <a:gd name="connsiteX2" fmla="*/ 35719 w 104775"/>
                <a:gd name="connsiteY2" fmla="*/ 83343 h 123825"/>
                <a:gd name="connsiteX3" fmla="*/ 66675 w 104775"/>
                <a:gd name="connsiteY3" fmla="*/ 123825 h 123825"/>
                <a:gd name="connsiteX4" fmla="*/ 92869 w 104775"/>
                <a:gd name="connsiteY4" fmla="*/ 102393 h 123825"/>
                <a:gd name="connsiteX5" fmla="*/ 85725 w 104775"/>
                <a:gd name="connsiteY5" fmla="*/ 69056 h 123825"/>
                <a:gd name="connsiteX6" fmla="*/ 104775 w 104775"/>
                <a:gd name="connsiteY6" fmla="*/ 76200 h 123825"/>
                <a:gd name="connsiteX7" fmla="*/ 90488 w 104775"/>
                <a:gd name="connsiteY7" fmla="*/ 50006 h 123825"/>
                <a:gd name="connsiteX8" fmla="*/ 64294 w 104775"/>
                <a:gd name="connsiteY8" fmla="*/ 45243 h 123825"/>
                <a:gd name="connsiteX9" fmla="*/ 40482 w 104775"/>
                <a:gd name="connsiteY9" fmla="*/ 33337 h 123825"/>
                <a:gd name="connsiteX10" fmla="*/ 0 w 104775"/>
                <a:gd name="connsiteY10" fmla="*/ 0 h 123825"/>
                <a:gd name="connsiteX0" fmla="*/ 0 w 104775"/>
                <a:gd name="connsiteY0" fmla="*/ 14288 h 138113"/>
                <a:gd name="connsiteX1" fmla="*/ 4763 w 104775"/>
                <a:gd name="connsiteY1" fmla="*/ 109538 h 138113"/>
                <a:gd name="connsiteX2" fmla="*/ 35719 w 104775"/>
                <a:gd name="connsiteY2" fmla="*/ 97631 h 138113"/>
                <a:gd name="connsiteX3" fmla="*/ 66675 w 104775"/>
                <a:gd name="connsiteY3" fmla="*/ 138113 h 138113"/>
                <a:gd name="connsiteX4" fmla="*/ 92869 w 104775"/>
                <a:gd name="connsiteY4" fmla="*/ 116681 h 138113"/>
                <a:gd name="connsiteX5" fmla="*/ 85725 w 104775"/>
                <a:gd name="connsiteY5" fmla="*/ 83344 h 138113"/>
                <a:gd name="connsiteX6" fmla="*/ 104775 w 104775"/>
                <a:gd name="connsiteY6" fmla="*/ 90488 h 138113"/>
                <a:gd name="connsiteX7" fmla="*/ 90488 w 104775"/>
                <a:gd name="connsiteY7" fmla="*/ 64294 h 138113"/>
                <a:gd name="connsiteX8" fmla="*/ 64294 w 104775"/>
                <a:gd name="connsiteY8" fmla="*/ 59531 h 138113"/>
                <a:gd name="connsiteX9" fmla="*/ 47626 w 104775"/>
                <a:gd name="connsiteY9" fmla="*/ 0 h 138113"/>
                <a:gd name="connsiteX10" fmla="*/ 0 w 104775"/>
                <a:gd name="connsiteY10" fmla="*/ 14288 h 138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775" h="138113">
                  <a:moveTo>
                    <a:pt x="0" y="14288"/>
                  </a:moveTo>
                  <a:lnTo>
                    <a:pt x="4763" y="109538"/>
                  </a:lnTo>
                  <a:lnTo>
                    <a:pt x="35719" y="97631"/>
                  </a:lnTo>
                  <a:lnTo>
                    <a:pt x="66675" y="138113"/>
                  </a:lnTo>
                  <a:lnTo>
                    <a:pt x="92869" y="116681"/>
                  </a:lnTo>
                  <a:lnTo>
                    <a:pt x="85725" y="83344"/>
                  </a:lnTo>
                  <a:lnTo>
                    <a:pt x="104775" y="90488"/>
                  </a:lnTo>
                  <a:lnTo>
                    <a:pt x="90488" y="64294"/>
                  </a:lnTo>
                  <a:lnTo>
                    <a:pt x="64294" y="59531"/>
                  </a:lnTo>
                  <a:lnTo>
                    <a:pt x="47626" y="0"/>
                  </a:lnTo>
                  <a:lnTo>
                    <a:pt x="0" y="14288"/>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3" name="Freeform: Shape 299">
              <a:extLst>
                <a:ext uri="{FF2B5EF4-FFF2-40B4-BE49-F238E27FC236}">
                  <a16:creationId xmlns:a16="http://schemas.microsoft.com/office/drawing/2014/main" id="{5D257B45-C47E-40D9-ADF5-F52988327D92}"/>
                </a:ext>
              </a:extLst>
            </p:cNvPr>
            <p:cNvSpPr/>
            <p:nvPr/>
          </p:nvSpPr>
          <p:spPr bwMode="auto">
            <a:xfrm>
              <a:off x="4752975" y="3552825"/>
              <a:ext cx="45244" cy="78581"/>
            </a:xfrm>
            <a:custGeom>
              <a:avLst/>
              <a:gdLst>
                <a:gd name="connsiteX0" fmla="*/ 0 w 45244"/>
                <a:gd name="connsiteY0" fmla="*/ 0 h 78581"/>
                <a:gd name="connsiteX1" fmla="*/ 14288 w 45244"/>
                <a:gd name="connsiteY1" fmla="*/ 78581 h 78581"/>
                <a:gd name="connsiteX2" fmla="*/ 45244 w 45244"/>
                <a:gd name="connsiteY2" fmla="*/ 50006 h 78581"/>
                <a:gd name="connsiteX3" fmla="*/ 0 w 45244"/>
                <a:gd name="connsiteY3" fmla="*/ 0 h 78581"/>
                <a:gd name="connsiteX0" fmla="*/ 0 w 45244"/>
                <a:gd name="connsiteY0" fmla="*/ 0 h 78581"/>
                <a:gd name="connsiteX1" fmla="*/ 14288 w 45244"/>
                <a:gd name="connsiteY1" fmla="*/ 78581 h 78581"/>
                <a:gd name="connsiteX2" fmla="*/ 45244 w 45244"/>
                <a:gd name="connsiteY2" fmla="*/ 50006 h 78581"/>
                <a:gd name="connsiteX3" fmla="*/ 26194 w 45244"/>
                <a:gd name="connsiteY3" fmla="*/ 38100 h 78581"/>
                <a:gd name="connsiteX4" fmla="*/ 0 w 45244"/>
                <a:gd name="connsiteY4" fmla="*/ 0 h 78581"/>
                <a:gd name="connsiteX0" fmla="*/ 0 w 45244"/>
                <a:gd name="connsiteY0" fmla="*/ 0 h 78581"/>
                <a:gd name="connsiteX1" fmla="*/ 14288 w 45244"/>
                <a:gd name="connsiteY1" fmla="*/ 78581 h 78581"/>
                <a:gd name="connsiteX2" fmla="*/ 45244 w 45244"/>
                <a:gd name="connsiteY2" fmla="*/ 50006 h 78581"/>
                <a:gd name="connsiteX3" fmla="*/ 33338 w 45244"/>
                <a:gd name="connsiteY3" fmla="*/ 2381 h 78581"/>
                <a:gd name="connsiteX4" fmla="*/ 0 w 45244"/>
                <a:gd name="connsiteY4" fmla="*/ 0 h 78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44" h="78581">
                  <a:moveTo>
                    <a:pt x="0" y="0"/>
                  </a:moveTo>
                  <a:lnTo>
                    <a:pt x="14288" y="78581"/>
                  </a:lnTo>
                  <a:lnTo>
                    <a:pt x="45244" y="50006"/>
                  </a:lnTo>
                  <a:lnTo>
                    <a:pt x="33338" y="2381"/>
                  </a:lnTo>
                  <a:lnTo>
                    <a:pt x="0"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4" name="Freeform: Shape 300">
              <a:extLst>
                <a:ext uri="{FF2B5EF4-FFF2-40B4-BE49-F238E27FC236}">
                  <a16:creationId xmlns:a16="http://schemas.microsoft.com/office/drawing/2014/main" id="{51899C51-434A-4CDE-B61D-E67C686FFCBF}"/>
                </a:ext>
              </a:extLst>
            </p:cNvPr>
            <p:cNvSpPr/>
            <p:nvPr/>
          </p:nvSpPr>
          <p:spPr bwMode="auto">
            <a:xfrm>
              <a:off x="4779169" y="3536156"/>
              <a:ext cx="66675" cy="61913"/>
            </a:xfrm>
            <a:custGeom>
              <a:avLst/>
              <a:gdLst>
                <a:gd name="connsiteX0" fmla="*/ 66675 w 66675"/>
                <a:gd name="connsiteY0" fmla="*/ 38100 h 61913"/>
                <a:gd name="connsiteX1" fmla="*/ 30956 w 66675"/>
                <a:gd name="connsiteY1" fmla="*/ 0 h 61913"/>
                <a:gd name="connsiteX2" fmla="*/ 0 w 66675"/>
                <a:gd name="connsiteY2" fmla="*/ 16669 h 61913"/>
                <a:gd name="connsiteX3" fmla="*/ 19050 w 66675"/>
                <a:gd name="connsiteY3" fmla="*/ 61913 h 61913"/>
                <a:gd name="connsiteX4" fmla="*/ 66675 w 66675"/>
                <a:gd name="connsiteY4" fmla="*/ 38100 h 61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61913">
                  <a:moveTo>
                    <a:pt x="66675" y="38100"/>
                  </a:moveTo>
                  <a:lnTo>
                    <a:pt x="30956" y="0"/>
                  </a:lnTo>
                  <a:lnTo>
                    <a:pt x="0" y="16669"/>
                  </a:lnTo>
                  <a:lnTo>
                    <a:pt x="19050" y="61913"/>
                  </a:lnTo>
                  <a:lnTo>
                    <a:pt x="66675" y="3810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5" name="Freeform: Shape 302">
              <a:extLst>
                <a:ext uri="{FF2B5EF4-FFF2-40B4-BE49-F238E27FC236}">
                  <a16:creationId xmlns:a16="http://schemas.microsoft.com/office/drawing/2014/main" id="{DF9A7B68-EAB3-45C0-8042-6D133A73B9FB}"/>
                </a:ext>
              </a:extLst>
            </p:cNvPr>
            <p:cNvSpPr/>
            <p:nvPr/>
          </p:nvSpPr>
          <p:spPr bwMode="auto">
            <a:xfrm>
              <a:off x="4764881" y="3571875"/>
              <a:ext cx="171450" cy="161925"/>
            </a:xfrm>
            <a:custGeom>
              <a:avLst/>
              <a:gdLst>
                <a:gd name="connsiteX0" fmla="*/ 0 w 171450"/>
                <a:gd name="connsiteY0" fmla="*/ 54769 h 161925"/>
                <a:gd name="connsiteX1" fmla="*/ 47625 w 171450"/>
                <a:gd name="connsiteY1" fmla="*/ 109538 h 161925"/>
                <a:gd name="connsiteX2" fmla="*/ 61913 w 171450"/>
                <a:gd name="connsiteY2" fmla="*/ 95250 h 161925"/>
                <a:gd name="connsiteX3" fmla="*/ 78582 w 171450"/>
                <a:gd name="connsiteY3" fmla="*/ 111919 h 161925"/>
                <a:gd name="connsiteX4" fmla="*/ 47625 w 171450"/>
                <a:gd name="connsiteY4" fmla="*/ 121444 h 161925"/>
                <a:gd name="connsiteX5" fmla="*/ 69057 w 171450"/>
                <a:gd name="connsiteY5" fmla="*/ 161925 h 161925"/>
                <a:gd name="connsiteX6" fmla="*/ 83344 w 171450"/>
                <a:gd name="connsiteY6" fmla="*/ 133350 h 161925"/>
                <a:gd name="connsiteX7" fmla="*/ 123825 w 171450"/>
                <a:gd name="connsiteY7" fmla="*/ 107156 h 161925"/>
                <a:gd name="connsiteX8" fmla="*/ 80963 w 171450"/>
                <a:gd name="connsiteY8" fmla="*/ 78581 h 161925"/>
                <a:gd name="connsiteX9" fmla="*/ 73819 w 171450"/>
                <a:gd name="connsiteY9" fmla="*/ 50006 h 161925"/>
                <a:gd name="connsiteX10" fmla="*/ 73819 w 171450"/>
                <a:gd name="connsiteY10" fmla="*/ 50006 h 161925"/>
                <a:gd name="connsiteX11" fmla="*/ 100013 w 171450"/>
                <a:gd name="connsiteY11" fmla="*/ 40481 h 161925"/>
                <a:gd name="connsiteX12" fmla="*/ 102394 w 171450"/>
                <a:gd name="connsiteY12" fmla="*/ 30956 h 161925"/>
                <a:gd name="connsiteX13" fmla="*/ 121444 w 171450"/>
                <a:gd name="connsiteY13" fmla="*/ 21431 h 161925"/>
                <a:gd name="connsiteX14" fmla="*/ 142875 w 171450"/>
                <a:gd name="connsiteY14" fmla="*/ 19050 h 161925"/>
                <a:gd name="connsiteX15" fmla="*/ 164307 w 171450"/>
                <a:gd name="connsiteY15" fmla="*/ 30956 h 161925"/>
                <a:gd name="connsiteX16" fmla="*/ 171450 w 171450"/>
                <a:gd name="connsiteY16" fmla="*/ 0 h 161925"/>
                <a:gd name="connsiteX17" fmla="*/ 150019 w 171450"/>
                <a:gd name="connsiteY17" fmla="*/ 4763 h 161925"/>
                <a:gd name="connsiteX18" fmla="*/ 116682 w 171450"/>
                <a:gd name="connsiteY18" fmla="*/ 4763 h 161925"/>
                <a:gd name="connsiteX19" fmla="*/ 85725 w 171450"/>
                <a:gd name="connsiteY19" fmla="*/ 9525 h 161925"/>
                <a:gd name="connsiteX20" fmla="*/ 76200 w 171450"/>
                <a:gd name="connsiteY20" fmla="*/ 2381 h 161925"/>
                <a:gd name="connsiteX21" fmla="*/ 0 w 171450"/>
                <a:gd name="connsiteY21" fmla="*/ 54769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61925">
                  <a:moveTo>
                    <a:pt x="0" y="54769"/>
                  </a:moveTo>
                  <a:lnTo>
                    <a:pt x="47625" y="109538"/>
                  </a:lnTo>
                  <a:lnTo>
                    <a:pt x="61913" y="95250"/>
                  </a:lnTo>
                  <a:lnTo>
                    <a:pt x="78582" y="111919"/>
                  </a:lnTo>
                  <a:lnTo>
                    <a:pt x="47625" y="121444"/>
                  </a:lnTo>
                  <a:lnTo>
                    <a:pt x="69057" y="161925"/>
                  </a:lnTo>
                  <a:lnTo>
                    <a:pt x="83344" y="133350"/>
                  </a:lnTo>
                  <a:lnTo>
                    <a:pt x="123825" y="107156"/>
                  </a:lnTo>
                  <a:lnTo>
                    <a:pt x="80963" y="78581"/>
                  </a:lnTo>
                  <a:lnTo>
                    <a:pt x="73819" y="50006"/>
                  </a:lnTo>
                  <a:lnTo>
                    <a:pt x="73819" y="50006"/>
                  </a:lnTo>
                  <a:lnTo>
                    <a:pt x="100013" y="40481"/>
                  </a:lnTo>
                  <a:lnTo>
                    <a:pt x="102394" y="30956"/>
                  </a:lnTo>
                  <a:lnTo>
                    <a:pt x="121444" y="21431"/>
                  </a:lnTo>
                  <a:lnTo>
                    <a:pt x="142875" y="19050"/>
                  </a:lnTo>
                  <a:lnTo>
                    <a:pt x="164307" y="30956"/>
                  </a:lnTo>
                  <a:lnTo>
                    <a:pt x="171450" y="0"/>
                  </a:lnTo>
                  <a:lnTo>
                    <a:pt x="150019" y="4763"/>
                  </a:lnTo>
                  <a:lnTo>
                    <a:pt x="116682" y="4763"/>
                  </a:lnTo>
                  <a:lnTo>
                    <a:pt x="85725" y="9525"/>
                  </a:lnTo>
                  <a:lnTo>
                    <a:pt x="76200" y="2381"/>
                  </a:lnTo>
                  <a:lnTo>
                    <a:pt x="0" y="54769"/>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6" name="Freeform: Shape 304">
              <a:extLst>
                <a:ext uri="{FF2B5EF4-FFF2-40B4-BE49-F238E27FC236}">
                  <a16:creationId xmlns:a16="http://schemas.microsoft.com/office/drawing/2014/main" id="{1277E290-DE37-431E-B0BE-E0563FA90EC3}"/>
                </a:ext>
              </a:extLst>
            </p:cNvPr>
            <p:cNvSpPr/>
            <p:nvPr/>
          </p:nvSpPr>
          <p:spPr bwMode="auto">
            <a:xfrm>
              <a:off x="4929316" y="3552825"/>
              <a:ext cx="466597" cy="195263"/>
            </a:xfrm>
            <a:custGeom>
              <a:avLst/>
              <a:gdLst>
                <a:gd name="connsiteX0" fmla="*/ 64294 w 461963"/>
                <a:gd name="connsiteY0" fmla="*/ 42863 h 195263"/>
                <a:gd name="connsiteX1" fmla="*/ 0 w 461963"/>
                <a:gd name="connsiteY1" fmla="*/ 64294 h 195263"/>
                <a:gd name="connsiteX2" fmla="*/ 0 w 461963"/>
                <a:gd name="connsiteY2" fmla="*/ 64294 h 195263"/>
                <a:gd name="connsiteX3" fmla="*/ 11906 w 461963"/>
                <a:gd name="connsiteY3" fmla="*/ 102394 h 195263"/>
                <a:gd name="connsiteX4" fmla="*/ 11906 w 461963"/>
                <a:gd name="connsiteY4" fmla="*/ 133350 h 195263"/>
                <a:gd name="connsiteX5" fmla="*/ 30956 w 461963"/>
                <a:gd name="connsiteY5" fmla="*/ 161925 h 195263"/>
                <a:gd name="connsiteX6" fmla="*/ 90488 w 461963"/>
                <a:gd name="connsiteY6" fmla="*/ 195263 h 195263"/>
                <a:gd name="connsiteX7" fmla="*/ 111919 w 461963"/>
                <a:gd name="connsiteY7" fmla="*/ 173831 h 195263"/>
                <a:gd name="connsiteX8" fmla="*/ 152400 w 461963"/>
                <a:gd name="connsiteY8" fmla="*/ 192881 h 195263"/>
                <a:gd name="connsiteX9" fmla="*/ 195263 w 461963"/>
                <a:gd name="connsiteY9" fmla="*/ 180975 h 195263"/>
                <a:gd name="connsiteX10" fmla="*/ 219075 w 461963"/>
                <a:gd name="connsiteY10" fmla="*/ 171450 h 195263"/>
                <a:gd name="connsiteX11" fmla="*/ 233363 w 461963"/>
                <a:gd name="connsiteY11" fmla="*/ 185738 h 195263"/>
                <a:gd name="connsiteX12" fmla="*/ 252413 w 461963"/>
                <a:gd name="connsiteY12" fmla="*/ 176213 h 195263"/>
                <a:gd name="connsiteX13" fmla="*/ 250031 w 461963"/>
                <a:gd name="connsiteY13" fmla="*/ 161925 h 195263"/>
                <a:gd name="connsiteX14" fmla="*/ 269081 w 461963"/>
                <a:gd name="connsiteY14" fmla="*/ 171450 h 195263"/>
                <a:gd name="connsiteX15" fmla="*/ 290513 w 461963"/>
                <a:gd name="connsiteY15" fmla="*/ 161925 h 195263"/>
                <a:gd name="connsiteX16" fmla="*/ 319088 w 461963"/>
                <a:gd name="connsiteY16" fmla="*/ 173831 h 195263"/>
                <a:gd name="connsiteX17" fmla="*/ 388144 w 461963"/>
                <a:gd name="connsiteY17" fmla="*/ 142875 h 195263"/>
                <a:gd name="connsiteX18" fmla="*/ 400050 w 461963"/>
                <a:gd name="connsiteY18" fmla="*/ 152400 h 195263"/>
                <a:gd name="connsiteX19" fmla="*/ 438150 w 461963"/>
                <a:gd name="connsiteY19" fmla="*/ 154781 h 195263"/>
                <a:gd name="connsiteX20" fmla="*/ 461963 w 461963"/>
                <a:gd name="connsiteY20" fmla="*/ 152400 h 195263"/>
                <a:gd name="connsiteX21" fmla="*/ 450056 w 461963"/>
                <a:gd name="connsiteY21" fmla="*/ 133350 h 195263"/>
                <a:gd name="connsiteX22" fmla="*/ 447675 w 461963"/>
                <a:gd name="connsiteY22" fmla="*/ 71438 h 195263"/>
                <a:gd name="connsiteX23" fmla="*/ 423863 w 461963"/>
                <a:gd name="connsiteY23" fmla="*/ 61913 h 195263"/>
                <a:gd name="connsiteX24" fmla="*/ 409575 w 461963"/>
                <a:gd name="connsiteY24" fmla="*/ 33338 h 195263"/>
                <a:gd name="connsiteX25" fmla="*/ 385763 w 461963"/>
                <a:gd name="connsiteY25" fmla="*/ 16669 h 195263"/>
                <a:gd name="connsiteX26" fmla="*/ 366713 w 461963"/>
                <a:gd name="connsiteY26" fmla="*/ 16669 h 195263"/>
                <a:gd name="connsiteX27" fmla="*/ 335756 w 461963"/>
                <a:gd name="connsiteY27" fmla="*/ 35719 h 195263"/>
                <a:gd name="connsiteX28" fmla="*/ 302419 w 461963"/>
                <a:gd name="connsiteY28" fmla="*/ 33338 h 195263"/>
                <a:gd name="connsiteX29" fmla="*/ 250031 w 461963"/>
                <a:gd name="connsiteY29" fmla="*/ 33338 h 195263"/>
                <a:gd name="connsiteX30" fmla="*/ 223838 w 461963"/>
                <a:gd name="connsiteY30" fmla="*/ 23813 h 195263"/>
                <a:gd name="connsiteX31" fmla="*/ 197644 w 461963"/>
                <a:gd name="connsiteY31" fmla="*/ 0 h 195263"/>
                <a:gd name="connsiteX32" fmla="*/ 164306 w 461963"/>
                <a:gd name="connsiteY32" fmla="*/ 4763 h 195263"/>
                <a:gd name="connsiteX33" fmla="*/ 126206 w 461963"/>
                <a:gd name="connsiteY33" fmla="*/ 21431 h 195263"/>
                <a:gd name="connsiteX34" fmla="*/ 64294 w 461963"/>
                <a:gd name="connsiteY34" fmla="*/ 42863 h 195263"/>
                <a:gd name="connsiteX0" fmla="*/ 45244 w 461963"/>
                <a:gd name="connsiteY0" fmla="*/ 50006 h 195263"/>
                <a:gd name="connsiteX1" fmla="*/ 0 w 461963"/>
                <a:gd name="connsiteY1" fmla="*/ 64294 h 195263"/>
                <a:gd name="connsiteX2" fmla="*/ 0 w 461963"/>
                <a:gd name="connsiteY2" fmla="*/ 64294 h 195263"/>
                <a:gd name="connsiteX3" fmla="*/ 11906 w 461963"/>
                <a:gd name="connsiteY3" fmla="*/ 102394 h 195263"/>
                <a:gd name="connsiteX4" fmla="*/ 11906 w 461963"/>
                <a:gd name="connsiteY4" fmla="*/ 133350 h 195263"/>
                <a:gd name="connsiteX5" fmla="*/ 30956 w 461963"/>
                <a:gd name="connsiteY5" fmla="*/ 161925 h 195263"/>
                <a:gd name="connsiteX6" fmla="*/ 90488 w 461963"/>
                <a:gd name="connsiteY6" fmla="*/ 195263 h 195263"/>
                <a:gd name="connsiteX7" fmla="*/ 111919 w 461963"/>
                <a:gd name="connsiteY7" fmla="*/ 173831 h 195263"/>
                <a:gd name="connsiteX8" fmla="*/ 152400 w 461963"/>
                <a:gd name="connsiteY8" fmla="*/ 192881 h 195263"/>
                <a:gd name="connsiteX9" fmla="*/ 195263 w 461963"/>
                <a:gd name="connsiteY9" fmla="*/ 180975 h 195263"/>
                <a:gd name="connsiteX10" fmla="*/ 219075 w 461963"/>
                <a:gd name="connsiteY10" fmla="*/ 171450 h 195263"/>
                <a:gd name="connsiteX11" fmla="*/ 233363 w 461963"/>
                <a:gd name="connsiteY11" fmla="*/ 185738 h 195263"/>
                <a:gd name="connsiteX12" fmla="*/ 252413 w 461963"/>
                <a:gd name="connsiteY12" fmla="*/ 176213 h 195263"/>
                <a:gd name="connsiteX13" fmla="*/ 250031 w 461963"/>
                <a:gd name="connsiteY13" fmla="*/ 161925 h 195263"/>
                <a:gd name="connsiteX14" fmla="*/ 269081 w 461963"/>
                <a:gd name="connsiteY14" fmla="*/ 171450 h 195263"/>
                <a:gd name="connsiteX15" fmla="*/ 290513 w 461963"/>
                <a:gd name="connsiteY15" fmla="*/ 161925 h 195263"/>
                <a:gd name="connsiteX16" fmla="*/ 319088 w 461963"/>
                <a:gd name="connsiteY16" fmla="*/ 173831 h 195263"/>
                <a:gd name="connsiteX17" fmla="*/ 388144 w 461963"/>
                <a:gd name="connsiteY17" fmla="*/ 142875 h 195263"/>
                <a:gd name="connsiteX18" fmla="*/ 400050 w 461963"/>
                <a:gd name="connsiteY18" fmla="*/ 152400 h 195263"/>
                <a:gd name="connsiteX19" fmla="*/ 438150 w 461963"/>
                <a:gd name="connsiteY19" fmla="*/ 154781 h 195263"/>
                <a:gd name="connsiteX20" fmla="*/ 461963 w 461963"/>
                <a:gd name="connsiteY20" fmla="*/ 152400 h 195263"/>
                <a:gd name="connsiteX21" fmla="*/ 450056 w 461963"/>
                <a:gd name="connsiteY21" fmla="*/ 133350 h 195263"/>
                <a:gd name="connsiteX22" fmla="*/ 447675 w 461963"/>
                <a:gd name="connsiteY22" fmla="*/ 71438 h 195263"/>
                <a:gd name="connsiteX23" fmla="*/ 423863 w 461963"/>
                <a:gd name="connsiteY23" fmla="*/ 61913 h 195263"/>
                <a:gd name="connsiteX24" fmla="*/ 409575 w 461963"/>
                <a:gd name="connsiteY24" fmla="*/ 33338 h 195263"/>
                <a:gd name="connsiteX25" fmla="*/ 385763 w 461963"/>
                <a:gd name="connsiteY25" fmla="*/ 16669 h 195263"/>
                <a:gd name="connsiteX26" fmla="*/ 366713 w 461963"/>
                <a:gd name="connsiteY26" fmla="*/ 16669 h 195263"/>
                <a:gd name="connsiteX27" fmla="*/ 335756 w 461963"/>
                <a:gd name="connsiteY27" fmla="*/ 35719 h 195263"/>
                <a:gd name="connsiteX28" fmla="*/ 302419 w 461963"/>
                <a:gd name="connsiteY28" fmla="*/ 33338 h 195263"/>
                <a:gd name="connsiteX29" fmla="*/ 250031 w 461963"/>
                <a:gd name="connsiteY29" fmla="*/ 33338 h 195263"/>
                <a:gd name="connsiteX30" fmla="*/ 223838 w 461963"/>
                <a:gd name="connsiteY30" fmla="*/ 23813 h 195263"/>
                <a:gd name="connsiteX31" fmla="*/ 197644 w 461963"/>
                <a:gd name="connsiteY31" fmla="*/ 0 h 195263"/>
                <a:gd name="connsiteX32" fmla="*/ 164306 w 461963"/>
                <a:gd name="connsiteY32" fmla="*/ 4763 h 195263"/>
                <a:gd name="connsiteX33" fmla="*/ 126206 w 461963"/>
                <a:gd name="connsiteY33" fmla="*/ 21431 h 195263"/>
                <a:gd name="connsiteX34" fmla="*/ 45244 w 461963"/>
                <a:gd name="connsiteY34" fmla="*/ 50006 h 195263"/>
                <a:gd name="connsiteX0" fmla="*/ 45244 w 461963"/>
                <a:gd name="connsiteY0" fmla="*/ 50006 h 195263"/>
                <a:gd name="connsiteX1" fmla="*/ 0 w 461963"/>
                <a:gd name="connsiteY1" fmla="*/ 64294 h 195263"/>
                <a:gd name="connsiteX2" fmla="*/ 0 w 461963"/>
                <a:gd name="connsiteY2" fmla="*/ 64294 h 195263"/>
                <a:gd name="connsiteX3" fmla="*/ 11906 w 461963"/>
                <a:gd name="connsiteY3" fmla="*/ 102394 h 195263"/>
                <a:gd name="connsiteX4" fmla="*/ 11906 w 461963"/>
                <a:gd name="connsiteY4" fmla="*/ 133350 h 195263"/>
                <a:gd name="connsiteX5" fmla="*/ 30956 w 461963"/>
                <a:gd name="connsiteY5" fmla="*/ 161925 h 195263"/>
                <a:gd name="connsiteX6" fmla="*/ 90488 w 461963"/>
                <a:gd name="connsiteY6" fmla="*/ 195263 h 195263"/>
                <a:gd name="connsiteX7" fmla="*/ 111919 w 461963"/>
                <a:gd name="connsiteY7" fmla="*/ 173831 h 195263"/>
                <a:gd name="connsiteX8" fmla="*/ 152400 w 461963"/>
                <a:gd name="connsiteY8" fmla="*/ 192881 h 195263"/>
                <a:gd name="connsiteX9" fmla="*/ 195263 w 461963"/>
                <a:gd name="connsiteY9" fmla="*/ 180975 h 195263"/>
                <a:gd name="connsiteX10" fmla="*/ 219075 w 461963"/>
                <a:gd name="connsiteY10" fmla="*/ 171450 h 195263"/>
                <a:gd name="connsiteX11" fmla="*/ 233363 w 461963"/>
                <a:gd name="connsiteY11" fmla="*/ 185738 h 195263"/>
                <a:gd name="connsiteX12" fmla="*/ 252413 w 461963"/>
                <a:gd name="connsiteY12" fmla="*/ 176213 h 195263"/>
                <a:gd name="connsiteX13" fmla="*/ 250031 w 461963"/>
                <a:gd name="connsiteY13" fmla="*/ 161925 h 195263"/>
                <a:gd name="connsiteX14" fmla="*/ 269081 w 461963"/>
                <a:gd name="connsiteY14" fmla="*/ 171450 h 195263"/>
                <a:gd name="connsiteX15" fmla="*/ 290513 w 461963"/>
                <a:gd name="connsiteY15" fmla="*/ 161925 h 195263"/>
                <a:gd name="connsiteX16" fmla="*/ 319088 w 461963"/>
                <a:gd name="connsiteY16" fmla="*/ 173831 h 195263"/>
                <a:gd name="connsiteX17" fmla="*/ 388144 w 461963"/>
                <a:gd name="connsiteY17" fmla="*/ 142875 h 195263"/>
                <a:gd name="connsiteX18" fmla="*/ 400050 w 461963"/>
                <a:gd name="connsiteY18" fmla="*/ 152400 h 195263"/>
                <a:gd name="connsiteX19" fmla="*/ 438150 w 461963"/>
                <a:gd name="connsiteY19" fmla="*/ 154781 h 195263"/>
                <a:gd name="connsiteX20" fmla="*/ 461963 w 461963"/>
                <a:gd name="connsiteY20" fmla="*/ 152400 h 195263"/>
                <a:gd name="connsiteX21" fmla="*/ 450056 w 461963"/>
                <a:gd name="connsiteY21" fmla="*/ 133350 h 195263"/>
                <a:gd name="connsiteX22" fmla="*/ 447675 w 461963"/>
                <a:gd name="connsiteY22" fmla="*/ 71438 h 195263"/>
                <a:gd name="connsiteX23" fmla="*/ 423863 w 461963"/>
                <a:gd name="connsiteY23" fmla="*/ 61913 h 195263"/>
                <a:gd name="connsiteX24" fmla="*/ 409575 w 461963"/>
                <a:gd name="connsiteY24" fmla="*/ 33338 h 195263"/>
                <a:gd name="connsiteX25" fmla="*/ 385763 w 461963"/>
                <a:gd name="connsiteY25" fmla="*/ 16669 h 195263"/>
                <a:gd name="connsiteX26" fmla="*/ 366713 w 461963"/>
                <a:gd name="connsiteY26" fmla="*/ 16669 h 195263"/>
                <a:gd name="connsiteX27" fmla="*/ 335756 w 461963"/>
                <a:gd name="connsiteY27" fmla="*/ 35719 h 195263"/>
                <a:gd name="connsiteX28" fmla="*/ 302419 w 461963"/>
                <a:gd name="connsiteY28" fmla="*/ 33338 h 195263"/>
                <a:gd name="connsiteX29" fmla="*/ 250031 w 461963"/>
                <a:gd name="connsiteY29" fmla="*/ 33338 h 195263"/>
                <a:gd name="connsiteX30" fmla="*/ 223838 w 461963"/>
                <a:gd name="connsiteY30" fmla="*/ 23813 h 195263"/>
                <a:gd name="connsiteX31" fmla="*/ 197644 w 461963"/>
                <a:gd name="connsiteY31" fmla="*/ 0 h 195263"/>
                <a:gd name="connsiteX32" fmla="*/ 164306 w 461963"/>
                <a:gd name="connsiteY32" fmla="*/ 4763 h 195263"/>
                <a:gd name="connsiteX33" fmla="*/ 126206 w 461963"/>
                <a:gd name="connsiteY33" fmla="*/ 21431 h 195263"/>
                <a:gd name="connsiteX34" fmla="*/ 78581 w 461963"/>
                <a:gd name="connsiteY34" fmla="*/ 38100 h 195263"/>
                <a:gd name="connsiteX35" fmla="*/ 45244 w 461963"/>
                <a:gd name="connsiteY35" fmla="*/ 50006 h 195263"/>
                <a:gd name="connsiteX0" fmla="*/ 45244 w 461963"/>
                <a:gd name="connsiteY0" fmla="*/ 50006 h 195263"/>
                <a:gd name="connsiteX1" fmla="*/ 0 w 461963"/>
                <a:gd name="connsiteY1" fmla="*/ 64294 h 195263"/>
                <a:gd name="connsiteX2" fmla="*/ 0 w 461963"/>
                <a:gd name="connsiteY2" fmla="*/ 64294 h 195263"/>
                <a:gd name="connsiteX3" fmla="*/ 11906 w 461963"/>
                <a:gd name="connsiteY3" fmla="*/ 102394 h 195263"/>
                <a:gd name="connsiteX4" fmla="*/ 11906 w 461963"/>
                <a:gd name="connsiteY4" fmla="*/ 133350 h 195263"/>
                <a:gd name="connsiteX5" fmla="*/ 30956 w 461963"/>
                <a:gd name="connsiteY5" fmla="*/ 161925 h 195263"/>
                <a:gd name="connsiteX6" fmla="*/ 90488 w 461963"/>
                <a:gd name="connsiteY6" fmla="*/ 195263 h 195263"/>
                <a:gd name="connsiteX7" fmla="*/ 111919 w 461963"/>
                <a:gd name="connsiteY7" fmla="*/ 173831 h 195263"/>
                <a:gd name="connsiteX8" fmla="*/ 152400 w 461963"/>
                <a:gd name="connsiteY8" fmla="*/ 192881 h 195263"/>
                <a:gd name="connsiteX9" fmla="*/ 195263 w 461963"/>
                <a:gd name="connsiteY9" fmla="*/ 180975 h 195263"/>
                <a:gd name="connsiteX10" fmla="*/ 219075 w 461963"/>
                <a:gd name="connsiteY10" fmla="*/ 171450 h 195263"/>
                <a:gd name="connsiteX11" fmla="*/ 233363 w 461963"/>
                <a:gd name="connsiteY11" fmla="*/ 185738 h 195263"/>
                <a:gd name="connsiteX12" fmla="*/ 252413 w 461963"/>
                <a:gd name="connsiteY12" fmla="*/ 176213 h 195263"/>
                <a:gd name="connsiteX13" fmla="*/ 250031 w 461963"/>
                <a:gd name="connsiteY13" fmla="*/ 161925 h 195263"/>
                <a:gd name="connsiteX14" fmla="*/ 269081 w 461963"/>
                <a:gd name="connsiteY14" fmla="*/ 171450 h 195263"/>
                <a:gd name="connsiteX15" fmla="*/ 290513 w 461963"/>
                <a:gd name="connsiteY15" fmla="*/ 161925 h 195263"/>
                <a:gd name="connsiteX16" fmla="*/ 319088 w 461963"/>
                <a:gd name="connsiteY16" fmla="*/ 173831 h 195263"/>
                <a:gd name="connsiteX17" fmla="*/ 388144 w 461963"/>
                <a:gd name="connsiteY17" fmla="*/ 142875 h 195263"/>
                <a:gd name="connsiteX18" fmla="*/ 400050 w 461963"/>
                <a:gd name="connsiteY18" fmla="*/ 152400 h 195263"/>
                <a:gd name="connsiteX19" fmla="*/ 438150 w 461963"/>
                <a:gd name="connsiteY19" fmla="*/ 154781 h 195263"/>
                <a:gd name="connsiteX20" fmla="*/ 461963 w 461963"/>
                <a:gd name="connsiteY20" fmla="*/ 152400 h 195263"/>
                <a:gd name="connsiteX21" fmla="*/ 450056 w 461963"/>
                <a:gd name="connsiteY21" fmla="*/ 133350 h 195263"/>
                <a:gd name="connsiteX22" fmla="*/ 447675 w 461963"/>
                <a:gd name="connsiteY22" fmla="*/ 71438 h 195263"/>
                <a:gd name="connsiteX23" fmla="*/ 423863 w 461963"/>
                <a:gd name="connsiteY23" fmla="*/ 61913 h 195263"/>
                <a:gd name="connsiteX24" fmla="*/ 409575 w 461963"/>
                <a:gd name="connsiteY24" fmla="*/ 33338 h 195263"/>
                <a:gd name="connsiteX25" fmla="*/ 385763 w 461963"/>
                <a:gd name="connsiteY25" fmla="*/ 16669 h 195263"/>
                <a:gd name="connsiteX26" fmla="*/ 366713 w 461963"/>
                <a:gd name="connsiteY26" fmla="*/ 16669 h 195263"/>
                <a:gd name="connsiteX27" fmla="*/ 335756 w 461963"/>
                <a:gd name="connsiteY27" fmla="*/ 35719 h 195263"/>
                <a:gd name="connsiteX28" fmla="*/ 302419 w 461963"/>
                <a:gd name="connsiteY28" fmla="*/ 33338 h 195263"/>
                <a:gd name="connsiteX29" fmla="*/ 250031 w 461963"/>
                <a:gd name="connsiteY29" fmla="*/ 33338 h 195263"/>
                <a:gd name="connsiteX30" fmla="*/ 223838 w 461963"/>
                <a:gd name="connsiteY30" fmla="*/ 23813 h 195263"/>
                <a:gd name="connsiteX31" fmla="*/ 197644 w 461963"/>
                <a:gd name="connsiteY31" fmla="*/ 0 h 195263"/>
                <a:gd name="connsiteX32" fmla="*/ 164306 w 461963"/>
                <a:gd name="connsiteY32" fmla="*/ 4763 h 195263"/>
                <a:gd name="connsiteX33" fmla="*/ 126206 w 461963"/>
                <a:gd name="connsiteY33" fmla="*/ 21431 h 195263"/>
                <a:gd name="connsiteX34" fmla="*/ 69056 w 461963"/>
                <a:gd name="connsiteY34" fmla="*/ 26194 h 195263"/>
                <a:gd name="connsiteX35" fmla="*/ 45244 w 461963"/>
                <a:gd name="connsiteY35" fmla="*/ 50006 h 195263"/>
                <a:gd name="connsiteX0" fmla="*/ 45244 w 461963"/>
                <a:gd name="connsiteY0" fmla="*/ 50006 h 195263"/>
                <a:gd name="connsiteX1" fmla="*/ 0 w 461963"/>
                <a:gd name="connsiteY1" fmla="*/ 64294 h 195263"/>
                <a:gd name="connsiteX2" fmla="*/ 0 w 461963"/>
                <a:gd name="connsiteY2" fmla="*/ 64294 h 195263"/>
                <a:gd name="connsiteX3" fmla="*/ 11906 w 461963"/>
                <a:gd name="connsiteY3" fmla="*/ 102394 h 195263"/>
                <a:gd name="connsiteX4" fmla="*/ 11906 w 461963"/>
                <a:gd name="connsiteY4" fmla="*/ 133350 h 195263"/>
                <a:gd name="connsiteX5" fmla="*/ 30956 w 461963"/>
                <a:gd name="connsiteY5" fmla="*/ 161925 h 195263"/>
                <a:gd name="connsiteX6" fmla="*/ 90488 w 461963"/>
                <a:gd name="connsiteY6" fmla="*/ 195263 h 195263"/>
                <a:gd name="connsiteX7" fmla="*/ 111919 w 461963"/>
                <a:gd name="connsiteY7" fmla="*/ 173831 h 195263"/>
                <a:gd name="connsiteX8" fmla="*/ 152400 w 461963"/>
                <a:gd name="connsiteY8" fmla="*/ 192881 h 195263"/>
                <a:gd name="connsiteX9" fmla="*/ 195263 w 461963"/>
                <a:gd name="connsiteY9" fmla="*/ 180975 h 195263"/>
                <a:gd name="connsiteX10" fmla="*/ 219075 w 461963"/>
                <a:gd name="connsiteY10" fmla="*/ 171450 h 195263"/>
                <a:gd name="connsiteX11" fmla="*/ 233363 w 461963"/>
                <a:gd name="connsiteY11" fmla="*/ 185738 h 195263"/>
                <a:gd name="connsiteX12" fmla="*/ 252413 w 461963"/>
                <a:gd name="connsiteY12" fmla="*/ 176213 h 195263"/>
                <a:gd name="connsiteX13" fmla="*/ 250031 w 461963"/>
                <a:gd name="connsiteY13" fmla="*/ 161925 h 195263"/>
                <a:gd name="connsiteX14" fmla="*/ 269081 w 461963"/>
                <a:gd name="connsiteY14" fmla="*/ 171450 h 195263"/>
                <a:gd name="connsiteX15" fmla="*/ 290513 w 461963"/>
                <a:gd name="connsiteY15" fmla="*/ 161925 h 195263"/>
                <a:gd name="connsiteX16" fmla="*/ 319088 w 461963"/>
                <a:gd name="connsiteY16" fmla="*/ 173831 h 195263"/>
                <a:gd name="connsiteX17" fmla="*/ 388144 w 461963"/>
                <a:gd name="connsiteY17" fmla="*/ 142875 h 195263"/>
                <a:gd name="connsiteX18" fmla="*/ 400050 w 461963"/>
                <a:gd name="connsiteY18" fmla="*/ 152400 h 195263"/>
                <a:gd name="connsiteX19" fmla="*/ 438150 w 461963"/>
                <a:gd name="connsiteY19" fmla="*/ 154781 h 195263"/>
                <a:gd name="connsiteX20" fmla="*/ 461963 w 461963"/>
                <a:gd name="connsiteY20" fmla="*/ 152400 h 195263"/>
                <a:gd name="connsiteX21" fmla="*/ 450056 w 461963"/>
                <a:gd name="connsiteY21" fmla="*/ 133350 h 195263"/>
                <a:gd name="connsiteX22" fmla="*/ 447675 w 461963"/>
                <a:gd name="connsiteY22" fmla="*/ 71438 h 195263"/>
                <a:gd name="connsiteX23" fmla="*/ 423863 w 461963"/>
                <a:gd name="connsiteY23" fmla="*/ 61913 h 195263"/>
                <a:gd name="connsiteX24" fmla="*/ 409575 w 461963"/>
                <a:gd name="connsiteY24" fmla="*/ 33338 h 195263"/>
                <a:gd name="connsiteX25" fmla="*/ 385763 w 461963"/>
                <a:gd name="connsiteY25" fmla="*/ 16669 h 195263"/>
                <a:gd name="connsiteX26" fmla="*/ 366713 w 461963"/>
                <a:gd name="connsiteY26" fmla="*/ 16669 h 195263"/>
                <a:gd name="connsiteX27" fmla="*/ 335756 w 461963"/>
                <a:gd name="connsiteY27" fmla="*/ 35719 h 195263"/>
                <a:gd name="connsiteX28" fmla="*/ 302419 w 461963"/>
                <a:gd name="connsiteY28" fmla="*/ 33338 h 195263"/>
                <a:gd name="connsiteX29" fmla="*/ 250031 w 461963"/>
                <a:gd name="connsiteY29" fmla="*/ 33338 h 195263"/>
                <a:gd name="connsiteX30" fmla="*/ 223838 w 461963"/>
                <a:gd name="connsiteY30" fmla="*/ 23813 h 195263"/>
                <a:gd name="connsiteX31" fmla="*/ 197644 w 461963"/>
                <a:gd name="connsiteY31" fmla="*/ 0 h 195263"/>
                <a:gd name="connsiteX32" fmla="*/ 164306 w 461963"/>
                <a:gd name="connsiteY32" fmla="*/ 4763 h 195263"/>
                <a:gd name="connsiteX33" fmla="*/ 126206 w 461963"/>
                <a:gd name="connsiteY33" fmla="*/ 21431 h 195263"/>
                <a:gd name="connsiteX34" fmla="*/ 33337 w 461963"/>
                <a:gd name="connsiteY34" fmla="*/ 9525 h 195263"/>
                <a:gd name="connsiteX35" fmla="*/ 45244 w 461963"/>
                <a:gd name="connsiteY35" fmla="*/ 50006 h 195263"/>
                <a:gd name="connsiteX0" fmla="*/ 45244 w 461963"/>
                <a:gd name="connsiteY0" fmla="*/ 50006 h 195263"/>
                <a:gd name="connsiteX1" fmla="*/ 40481 w 461963"/>
                <a:gd name="connsiteY1" fmla="*/ 30956 h 195263"/>
                <a:gd name="connsiteX2" fmla="*/ 0 w 461963"/>
                <a:gd name="connsiteY2" fmla="*/ 64294 h 195263"/>
                <a:gd name="connsiteX3" fmla="*/ 0 w 461963"/>
                <a:gd name="connsiteY3" fmla="*/ 64294 h 195263"/>
                <a:gd name="connsiteX4" fmla="*/ 11906 w 461963"/>
                <a:gd name="connsiteY4" fmla="*/ 102394 h 195263"/>
                <a:gd name="connsiteX5" fmla="*/ 11906 w 461963"/>
                <a:gd name="connsiteY5" fmla="*/ 133350 h 195263"/>
                <a:gd name="connsiteX6" fmla="*/ 30956 w 461963"/>
                <a:gd name="connsiteY6" fmla="*/ 161925 h 195263"/>
                <a:gd name="connsiteX7" fmla="*/ 90488 w 461963"/>
                <a:gd name="connsiteY7" fmla="*/ 195263 h 195263"/>
                <a:gd name="connsiteX8" fmla="*/ 111919 w 461963"/>
                <a:gd name="connsiteY8" fmla="*/ 173831 h 195263"/>
                <a:gd name="connsiteX9" fmla="*/ 152400 w 461963"/>
                <a:gd name="connsiteY9" fmla="*/ 192881 h 195263"/>
                <a:gd name="connsiteX10" fmla="*/ 195263 w 461963"/>
                <a:gd name="connsiteY10" fmla="*/ 180975 h 195263"/>
                <a:gd name="connsiteX11" fmla="*/ 219075 w 461963"/>
                <a:gd name="connsiteY11" fmla="*/ 171450 h 195263"/>
                <a:gd name="connsiteX12" fmla="*/ 233363 w 461963"/>
                <a:gd name="connsiteY12" fmla="*/ 185738 h 195263"/>
                <a:gd name="connsiteX13" fmla="*/ 252413 w 461963"/>
                <a:gd name="connsiteY13" fmla="*/ 176213 h 195263"/>
                <a:gd name="connsiteX14" fmla="*/ 250031 w 461963"/>
                <a:gd name="connsiteY14" fmla="*/ 161925 h 195263"/>
                <a:gd name="connsiteX15" fmla="*/ 269081 w 461963"/>
                <a:gd name="connsiteY15" fmla="*/ 171450 h 195263"/>
                <a:gd name="connsiteX16" fmla="*/ 290513 w 461963"/>
                <a:gd name="connsiteY16" fmla="*/ 161925 h 195263"/>
                <a:gd name="connsiteX17" fmla="*/ 319088 w 461963"/>
                <a:gd name="connsiteY17" fmla="*/ 173831 h 195263"/>
                <a:gd name="connsiteX18" fmla="*/ 388144 w 461963"/>
                <a:gd name="connsiteY18" fmla="*/ 142875 h 195263"/>
                <a:gd name="connsiteX19" fmla="*/ 400050 w 461963"/>
                <a:gd name="connsiteY19" fmla="*/ 152400 h 195263"/>
                <a:gd name="connsiteX20" fmla="*/ 438150 w 461963"/>
                <a:gd name="connsiteY20" fmla="*/ 154781 h 195263"/>
                <a:gd name="connsiteX21" fmla="*/ 461963 w 461963"/>
                <a:gd name="connsiteY21" fmla="*/ 152400 h 195263"/>
                <a:gd name="connsiteX22" fmla="*/ 450056 w 461963"/>
                <a:gd name="connsiteY22" fmla="*/ 133350 h 195263"/>
                <a:gd name="connsiteX23" fmla="*/ 447675 w 461963"/>
                <a:gd name="connsiteY23" fmla="*/ 71438 h 195263"/>
                <a:gd name="connsiteX24" fmla="*/ 423863 w 461963"/>
                <a:gd name="connsiteY24" fmla="*/ 61913 h 195263"/>
                <a:gd name="connsiteX25" fmla="*/ 409575 w 461963"/>
                <a:gd name="connsiteY25" fmla="*/ 33338 h 195263"/>
                <a:gd name="connsiteX26" fmla="*/ 385763 w 461963"/>
                <a:gd name="connsiteY26" fmla="*/ 16669 h 195263"/>
                <a:gd name="connsiteX27" fmla="*/ 366713 w 461963"/>
                <a:gd name="connsiteY27" fmla="*/ 16669 h 195263"/>
                <a:gd name="connsiteX28" fmla="*/ 335756 w 461963"/>
                <a:gd name="connsiteY28" fmla="*/ 35719 h 195263"/>
                <a:gd name="connsiteX29" fmla="*/ 302419 w 461963"/>
                <a:gd name="connsiteY29" fmla="*/ 33338 h 195263"/>
                <a:gd name="connsiteX30" fmla="*/ 250031 w 461963"/>
                <a:gd name="connsiteY30" fmla="*/ 33338 h 195263"/>
                <a:gd name="connsiteX31" fmla="*/ 223838 w 461963"/>
                <a:gd name="connsiteY31" fmla="*/ 23813 h 195263"/>
                <a:gd name="connsiteX32" fmla="*/ 197644 w 461963"/>
                <a:gd name="connsiteY32" fmla="*/ 0 h 195263"/>
                <a:gd name="connsiteX33" fmla="*/ 164306 w 461963"/>
                <a:gd name="connsiteY33" fmla="*/ 4763 h 195263"/>
                <a:gd name="connsiteX34" fmla="*/ 126206 w 461963"/>
                <a:gd name="connsiteY34" fmla="*/ 21431 h 195263"/>
                <a:gd name="connsiteX35" fmla="*/ 33337 w 461963"/>
                <a:gd name="connsiteY35" fmla="*/ 9525 h 195263"/>
                <a:gd name="connsiteX36" fmla="*/ 45244 w 461963"/>
                <a:gd name="connsiteY36" fmla="*/ 50006 h 195263"/>
                <a:gd name="connsiteX0" fmla="*/ 45244 w 461963"/>
                <a:gd name="connsiteY0" fmla="*/ 50006 h 195263"/>
                <a:gd name="connsiteX1" fmla="*/ 33338 w 461963"/>
                <a:gd name="connsiteY1" fmla="*/ 57150 h 195263"/>
                <a:gd name="connsiteX2" fmla="*/ 0 w 461963"/>
                <a:gd name="connsiteY2" fmla="*/ 64294 h 195263"/>
                <a:gd name="connsiteX3" fmla="*/ 0 w 461963"/>
                <a:gd name="connsiteY3" fmla="*/ 64294 h 195263"/>
                <a:gd name="connsiteX4" fmla="*/ 11906 w 461963"/>
                <a:gd name="connsiteY4" fmla="*/ 102394 h 195263"/>
                <a:gd name="connsiteX5" fmla="*/ 11906 w 461963"/>
                <a:gd name="connsiteY5" fmla="*/ 133350 h 195263"/>
                <a:gd name="connsiteX6" fmla="*/ 30956 w 461963"/>
                <a:gd name="connsiteY6" fmla="*/ 161925 h 195263"/>
                <a:gd name="connsiteX7" fmla="*/ 90488 w 461963"/>
                <a:gd name="connsiteY7" fmla="*/ 195263 h 195263"/>
                <a:gd name="connsiteX8" fmla="*/ 111919 w 461963"/>
                <a:gd name="connsiteY8" fmla="*/ 173831 h 195263"/>
                <a:gd name="connsiteX9" fmla="*/ 152400 w 461963"/>
                <a:gd name="connsiteY9" fmla="*/ 192881 h 195263"/>
                <a:gd name="connsiteX10" fmla="*/ 195263 w 461963"/>
                <a:gd name="connsiteY10" fmla="*/ 180975 h 195263"/>
                <a:gd name="connsiteX11" fmla="*/ 219075 w 461963"/>
                <a:gd name="connsiteY11" fmla="*/ 171450 h 195263"/>
                <a:gd name="connsiteX12" fmla="*/ 233363 w 461963"/>
                <a:gd name="connsiteY12" fmla="*/ 185738 h 195263"/>
                <a:gd name="connsiteX13" fmla="*/ 252413 w 461963"/>
                <a:gd name="connsiteY13" fmla="*/ 176213 h 195263"/>
                <a:gd name="connsiteX14" fmla="*/ 250031 w 461963"/>
                <a:gd name="connsiteY14" fmla="*/ 161925 h 195263"/>
                <a:gd name="connsiteX15" fmla="*/ 269081 w 461963"/>
                <a:gd name="connsiteY15" fmla="*/ 171450 h 195263"/>
                <a:gd name="connsiteX16" fmla="*/ 290513 w 461963"/>
                <a:gd name="connsiteY16" fmla="*/ 161925 h 195263"/>
                <a:gd name="connsiteX17" fmla="*/ 319088 w 461963"/>
                <a:gd name="connsiteY17" fmla="*/ 173831 h 195263"/>
                <a:gd name="connsiteX18" fmla="*/ 388144 w 461963"/>
                <a:gd name="connsiteY18" fmla="*/ 142875 h 195263"/>
                <a:gd name="connsiteX19" fmla="*/ 400050 w 461963"/>
                <a:gd name="connsiteY19" fmla="*/ 152400 h 195263"/>
                <a:gd name="connsiteX20" fmla="*/ 438150 w 461963"/>
                <a:gd name="connsiteY20" fmla="*/ 154781 h 195263"/>
                <a:gd name="connsiteX21" fmla="*/ 461963 w 461963"/>
                <a:gd name="connsiteY21" fmla="*/ 152400 h 195263"/>
                <a:gd name="connsiteX22" fmla="*/ 450056 w 461963"/>
                <a:gd name="connsiteY22" fmla="*/ 133350 h 195263"/>
                <a:gd name="connsiteX23" fmla="*/ 447675 w 461963"/>
                <a:gd name="connsiteY23" fmla="*/ 71438 h 195263"/>
                <a:gd name="connsiteX24" fmla="*/ 423863 w 461963"/>
                <a:gd name="connsiteY24" fmla="*/ 61913 h 195263"/>
                <a:gd name="connsiteX25" fmla="*/ 409575 w 461963"/>
                <a:gd name="connsiteY25" fmla="*/ 33338 h 195263"/>
                <a:gd name="connsiteX26" fmla="*/ 385763 w 461963"/>
                <a:gd name="connsiteY26" fmla="*/ 16669 h 195263"/>
                <a:gd name="connsiteX27" fmla="*/ 366713 w 461963"/>
                <a:gd name="connsiteY27" fmla="*/ 16669 h 195263"/>
                <a:gd name="connsiteX28" fmla="*/ 335756 w 461963"/>
                <a:gd name="connsiteY28" fmla="*/ 35719 h 195263"/>
                <a:gd name="connsiteX29" fmla="*/ 302419 w 461963"/>
                <a:gd name="connsiteY29" fmla="*/ 33338 h 195263"/>
                <a:gd name="connsiteX30" fmla="*/ 250031 w 461963"/>
                <a:gd name="connsiteY30" fmla="*/ 33338 h 195263"/>
                <a:gd name="connsiteX31" fmla="*/ 223838 w 461963"/>
                <a:gd name="connsiteY31" fmla="*/ 23813 h 195263"/>
                <a:gd name="connsiteX32" fmla="*/ 197644 w 461963"/>
                <a:gd name="connsiteY32" fmla="*/ 0 h 195263"/>
                <a:gd name="connsiteX33" fmla="*/ 164306 w 461963"/>
                <a:gd name="connsiteY33" fmla="*/ 4763 h 195263"/>
                <a:gd name="connsiteX34" fmla="*/ 126206 w 461963"/>
                <a:gd name="connsiteY34" fmla="*/ 21431 h 195263"/>
                <a:gd name="connsiteX35" fmla="*/ 33337 w 461963"/>
                <a:gd name="connsiteY35" fmla="*/ 9525 h 195263"/>
                <a:gd name="connsiteX36" fmla="*/ 45244 w 461963"/>
                <a:gd name="connsiteY36" fmla="*/ 50006 h 195263"/>
                <a:gd name="connsiteX0" fmla="*/ 45244 w 461963"/>
                <a:gd name="connsiteY0" fmla="*/ 38100 h 195263"/>
                <a:gd name="connsiteX1" fmla="*/ 33338 w 461963"/>
                <a:gd name="connsiteY1" fmla="*/ 57150 h 195263"/>
                <a:gd name="connsiteX2" fmla="*/ 0 w 461963"/>
                <a:gd name="connsiteY2" fmla="*/ 64294 h 195263"/>
                <a:gd name="connsiteX3" fmla="*/ 0 w 461963"/>
                <a:gd name="connsiteY3" fmla="*/ 64294 h 195263"/>
                <a:gd name="connsiteX4" fmla="*/ 11906 w 461963"/>
                <a:gd name="connsiteY4" fmla="*/ 102394 h 195263"/>
                <a:gd name="connsiteX5" fmla="*/ 11906 w 461963"/>
                <a:gd name="connsiteY5" fmla="*/ 133350 h 195263"/>
                <a:gd name="connsiteX6" fmla="*/ 30956 w 461963"/>
                <a:gd name="connsiteY6" fmla="*/ 161925 h 195263"/>
                <a:gd name="connsiteX7" fmla="*/ 90488 w 461963"/>
                <a:gd name="connsiteY7" fmla="*/ 195263 h 195263"/>
                <a:gd name="connsiteX8" fmla="*/ 111919 w 461963"/>
                <a:gd name="connsiteY8" fmla="*/ 173831 h 195263"/>
                <a:gd name="connsiteX9" fmla="*/ 152400 w 461963"/>
                <a:gd name="connsiteY9" fmla="*/ 192881 h 195263"/>
                <a:gd name="connsiteX10" fmla="*/ 195263 w 461963"/>
                <a:gd name="connsiteY10" fmla="*/ 180975 h 195263"/>
                <a:gd name="connsiteX11" fmla="*/ 219075 w 461963"/>
                <a:gd name="connsiteY11" fmla="*/ 171450 h 195263"/>
                <a:gd name="connsiteX12" fmla="*/ 233363 w 461963"/>
                <a:gd name="connsiteY12" fmla="*/ 185738 h 195263"/>
                <a:gd name="connsiteX13" fmla="*/ 252413 w 461963"/>
                <a:gd name="connsiteY13" fmla="*/ 176213 h 195263"/>
                <a:gd name="connsiteX14" fmla="*/ 250031 w 461963"/>
                <a:gd name="connsiteY14" fmla="*/ 161925 h 195263"/>
                <a:gd name="connsiteX15" fmla="*/ 269081 w 461963"/>
                <a:gd name="connsiteY15" fmla="*/ 171450 h 195263"/>
                <a:gd name="connsiteX16" fmla="*/ 290513 w 461963"/>
                <a:gd name="connsiteY16" fmla="*/ 161925 h 195263"/>
                <a:gd name="connsiteX17" fmla="*/ 319088 w 461963"/>
                <a:gd name="connsiteY17" fmla="*/ 173831 h 195263"/>
                <a:gd name="connsiteX18" fmla="*/ 388144 w 461963"/>
                <a:gd name="connsiteY18" fmla="*/ 142875 h 195263"/>
                <a:gd name="connsiteX19" fmla="*/ 400050 w 461963"/>
                <a:gd name="connsiteY19" fmla="*/ 152400 h 195263"/>
                <a:gd name="connsiteX20" fmla="*/ 438150 w 461963"/>
                <a:gd name="connsiteY20" fmla="*/ 154781 h 195263"/>
                <a:gd name="connsiteX21" fmla="*/ 461963 w 461963"/>
                <a:gd name="connsiteY21" fmla="*/ 152400 h 195263"/>
                <a:gd name="connsiteX22" fmla="*/ 450056 w 461963"/>
                <a:gd name="connsiteY22" fmla="*/ 133350 h 195263"/>
                <a:gd name="connsiteX23" fmla="*/ 447675 w 461963"/>
                <a:gd name="connsiteY23" fmla="*/ 71438 h 195263"/>
                <a:gd name="connsiteX24" fmla="*/ 423863 w 461963"/>
                <a:gd name="connsiteY24" fmla="*/ 61913 h 195263"/>
                <a:gd name="connsiteX25" fmla="*/ 409575 w 461963"/>
                <a:gd name="connsiteY25" fmla="*/ 33338 h 195263"/>
                <a:gd name="connsiteX26" fmla="*/ 385763 w 461963"/>
                <a:gd name="connsiteY26" fmla="*/ 16669 h 195263"/>
                <a:gd name="connsiteX27" fmla="*/ 366713 w 461963"/>
                <a:gd name="connsiteY27" fmla="*/ 16669 h 195263"/>
                <a:gd name="connsiteX28" fmla="*/ 335756 w 461963"/>
                <a:gd name="connsiteY28" fmla="*/ 35719 h 195263"/>
                <a:gd name="connsiteX29" fmla="*/ 302419 w 461963"/>
                <a:gd name="connsiteY29" fmla="*/ 33338 h 195263"/>
                <a:gd name="connsiteX30" fmla="*/ 250031 w 461963"/>
                <a:gd name="connsiteY30" fmla="*/ 33338 h 195263"/>
                <a:gd name="connsiteX31" fmla="*/ 223838 w 461963"/>
                <a:gd name="connsiteY31" fmla="*/ 23813 h 195263"/>
                <a:gd name="connsiteX32" fmla="*/ 197644 w 461963"/>
                <a:gd name="connsiteY32" fmla="*/ 0 h 195263"/>
                <a:gd name="connsiteX33" fmla="*/ 164306 w 461963"/>
                <a:gd name="connsiteY33" fmla="*/ 4763 h 195263"/>
                <a:gd name="connsiteX34" fmla="*/ 126206 w 461963"/>
                <a:gd name="connsiteY34" fmla="*/ 21431 h 195263"/>
                <a:gd name="connsiteX35" fmla="*/ 33337 w 461963"/>
                <a:gd name="connsiteY35" fmla="*/ 9525 h 195263"/>
                <a:gd name="connsiteX36" fmla="*/ 45244 w 461963"/>
                <a:gd name="connsiteY36" fmla="*/ 38100 h 195263"/>
                <a:gd name="connsiteX0" fmla="*/ 45244 w 461963"/>
                <a:gd name="connsiteY0" fmla="*/ 38100 h 195263"/>
                <a:gd name="connsiteX1" fmla="*/ 40481 w 461963"/>
                <a:gd name="connsiteY1" fmla="*/ 23813 h 195263"/>
                <a:gd name="connsiteX2" fmla="*/ 33338 w 461963"/>
                <a:gd name="connsiteY2" fmla="*/ 57150 h 195263"/>
                <a:gd name="connsiteX3" fmla="*/ 0 w 461963"/>
                <a:gd name="connsiteY3" fmla="*/ 64294 h 195263"/>
                <a:gd name="connsiteX4" fmla="*/ 0 w 461963"/>
                <a:gd name="connsiteY4" fmla="*/ 64294 h 195263"/>
                <a:gd name="connsiteX5" fmla="*/ 11906 w 461963"/>
                <a:gd name="connsiteY5" fmla="*/ 102394 h 195263"/>
                <a:gd name="connsiteX6" fmla="*/ 11906 w 461963"/>
                <a:gd name="connsiteY6" fmla="*/ 133350 h 195263"/>
                <a:gd name="connsiteX7" fmla="*/ 30956 w 461963"/>
                <a:gd name="connsiteY7" fmla="*/ 161925 h 195263"/>
                <a:gd name="connsiteX8" fmla="*/ 90488 w 461963"/>
                <a:gd name="connsiteY8" fmla="*/ 195263 h 195263"/>
                <a:gd name="connsiteX9" fmla="*/ 111919 w 461963"/>
                <a:gd name="connsiteY9" fmla="*/ 173831 h 195263"/>
                <a:gd name="connsiteX10" fmla="*/ 152400 w 461963"/>
                <a:gd name="connsiteY10" fmla="*/ 192881 h 195263"/>
                <a:gd name="connsiteX11" fmla="*/ 195263 w 461963"/>
                <a:gd name="connsiteY11" fmla="*/ 180975 h 195263"/>
                <a:gd name="connsiteX12" fmla="*/ 219075 w 461963"/>
                <a:gd name="connsiteY12" fmla="*/ 171450 h 195263"/>
                <a:gd name="connsiteX13" fmla="*/ 233363 w 461963"/>
                <a:gd name="connsiteY13" fmla="*/ 185738 h 195263"/>
                <a:gd name="connsiteX14" fmla="*/ 252413 w 461963"/>
                <a:gd name="connsiteY14" fmla="*/ 176213 h 195263"/>
                <a:gd name="connsiteX15" fmla="*/ 250031 w 461963"/>
                <a:gd name="connsiteY15" fmla="*/ 161925 h 195263"/>
                <a:gd name="connsiteX16" fmla="*/ 269081 w 461963"/>
                <a:gd name="connsiteY16" fmla="*/ 171450 h 195263"/>
                <a:gd name="connsiteX17" fmla="*/ 290513 w 461963"/>
                <a:gd name="connsiteY17" fmla="*/ 161925 h 195263"/>
                <a:gd name="connsiteX18" fmla="*/ 319088 w 461963"/>
                <a:gd name="connsiteY18" fmla="*/ 173831 h 195263"/>
                <a:gd name="connsiteX19" fmla="*/ 388144 w 461963"/>
                <a:gd name="connsiteY19" fmla="*/ 142875 h 195263"/>
                <a:gd name="connsiteX20" fmla="*/ 400050 w 461963"/>
                <a:gd name="connsiteY20" fmla="*/ 152400 h 195263"/>
                <a:gd name="connsiteX21" fmla="*/ 438150 w 461963"/>
                <a:gd name="connsiteY21" fmla="*/ 154781 h 195263"/>
                <a:gd name="connsiteX22" fmla="*/ 461963 w 461963"/>
                <a:gd name="connsiteY22" fmla="*/ 152400 h 195263"/>
                <a:gd name="connsiteX23" fmla="*/ 450056 w 461963"/>
                <a:gd name="connsiteY23" fmla="*/ 133350 h 195263"/>
                <a:gd name="connsiteX24" fmla="*/ 447675 w 461963"/>
                <a:gd name="connsiteY24" fmla="*/ 71438 h 195263"/>
                <a:gd name="connsiteX25" fmla="*/ 423863 w 461963"/>
                <a:gd name="connsiteY25" fmla="*/ 61913 h 195263"/>
                <a:gd name="connsiteX26" fmla="*/ 409575 w 461963"/>
                <a:gd name="connsiteY26" fmla="*/ 33338 h 195263"/>
                <a:gd name="connsiteX27" fmla="*/ 385763 w 461963"/>
                <a:gd name="connsiteY27" fmla="*/ 16669 h 195263"/>
                <a:gd name="connsiteX28" fmla="*/ 366713 w 461963"/>
                <a:gd name="connsiteY28" fmla="*/ 16669 h 195263"/>
                <a:gd name="connsiteX29" fmla="*/ 335756 w 461963"/>
                <a:gd name="connsiteY29" fmla="*/ 35719 h 195263"/>
                <a:gd name="connsiteX30" fmla="*/ 302419 w 461963"/>
                <a:gd name="connsiteY30" fmla="*/ 33338 h 195263"/>
                <a:gd name="connsiteX31" fmla="*/ 250031 w 461963"/>
                <a:gd name="connsiteY31" fmla="*/ 33338 h 195263"/>
                <a:gd name="connsiteX32" fmla="*/ 223838 w 461963"/>
                <a:gd name="connsiteY32" fmla="*/ 23813 h 195263"/>
                <a:gd name="connsiteX33" fmla="*/ 197644 w 461963"/>
                <a:gd name="connsiteY33" fmla="*/ 0 h 195263"/>
                <a:gd name="connsiteX34" fmla="*/ 164306 w 461963"/>
                <a:gd name="connsiteY34" fmla="*/ 4763 h 195263"/>
                <a:gd name="connsiteX35" fmla="*/ 126206 w 461963"/>
                <a:gd name="connsiteY35" fmla="*/ 21431 h 195263"/>
                <a:gd name="connsiteX36" fmla="*/ 33337 w 461963"/>
                <a:gd name="connsiteY36" fmla="*/ 9525 h 195263"/>
                <a:gd name="connsiteX37" fmla="*/ 45244 w 461963"/>
                <a:gd name="connsiteY37" fmla="*/ 38100 h 195263"/>
                <a:gd name="connsiteX0" fmla="*/ 2382 w 461963"/>
                <a:gd name="connsiteY0" fmla="*/ 38100 h 195263"/>
                <a:gd name="connsiteX1" fmla="*/ 40481 w 461963"/>
                <a:gd name="connsiteY1" fmla="*/ 23813 h 195263"/>
                <a:gd name="connsiteX2" fmla="*/ 33338 w 461963"/>
                <a:gd name="connsiteY2" fmla="*/ 57150 h 195263"/>
                <a:gd name="connsiteX3" fmla="*/ 0 w 461963"/>
                <a:gd name="connsiteY3" fmla="*/ 64294 h 195263"/>
                <a:gd name="connsiteX4" fmla="*/ 0 w 461963"/>
                <a:gd name="connsiteY4" fmla="*/ 64294 h 195263"/>
                <a:gd name="connsiteX5" fmla="*/ 11906 w 461963"/>
                <a:gd name="connsiteY5" fmla="*/ 102394 h 195263"/>
                <a:gd name="connsiteX6" fmla="*/ 11906 w 461963"/>
                <a:gd name="connsiteY6" fmla="*/ 133350 h 195263"/>
                <a:gd name="connsiteX7" fmla="*/ 30956 w 461963"/>
                <a:gd name="connsiteY7" fmla="*/ 161925 h 195263"/>
                <a:gd name="connsiteX8" fmla="*/ 90488 w 461963"/>
                <a:gd name="connsiteY8" fmla="*/ 195263 h 195263"/>
                <a:gd name="connsiteX9" fmla="*/ 111919 w 461963"/>
                <a:gd name="connsiteY9" fmla="*/ 173831 h 195263"/>
                <a:gd name="connsiteX10" fmla="*/ 152400 w 461963"/>
                <a:gd name="connsiteY10" fmla="*/ 192881 h 195263"/>
                <a:gd name="connsiteX11" fmla="*/ 195263 w 461963"/>
                <a:gd name="connsiteY11" fmla="*/ 180975 h 195263"/>
                <a:gd name="connsiteX12" fmla="*/ 219075 w 461963"/>
                <a:gd name="connsiteY12" fmla="*/ 171450 h 195263"/>
                <a:gd name="connsiteX13" fmla="*/ 233363 w 461963"/>
                <a:gd name="connsiteY13" fmla="*/ 185738 h 195263"/>
                <a:gd name="connsiteX14" fmla="*/ 252413 w 461963"/>
                <a:gd name="connsiteY14" fmla="*/ 176213 h 195263"/>
                <a:gd name="connsiteX15" fmla="*/ 250031 w 461963"/>
                <a:gd name="connsiteY15" fmla="*/ 161925 h 195263"/>
                <a:gd name="connsiteX16" fmla="*/ 269081 w 461963"/>
                <a:gd name="connsiteY16" fmla="*/ 171450 h 195263"/>
                <a:gd name="connsiteX17" fmla="*/ 290513 w 461963"/>
                <a:gd name="connsiteY17" fmla="*/ 161925 h 195263"/>
                <a:gd name="connsiteX18" fmla="*/ 319088 w 461963"/>
                <a:gd name="connsiteY18" fmla="*/ 173831 h 195263"/>
                <a:gd name="connsiteX19" fmla="*/ 388144 w 461963"/>
                <a:gd name="connsiteY19" fmla="*/ 142875 h 195263"/>
                <a:gd name="connsiteX20" fmla="*/ 400050 w 461963"/>
                <a:gd name="connsiteY20" fmla="*/ 152400 h 195263"/>
                <a:gd name="connsiteX21" fmla="*/ 438150 w 461963"/>
                <a:gd name="connsiteY21" fmla="*/ 154781 h 195263"/>
                <a:gd name="connsiteX22" fmla="*/ 461963 w 461963"/>
                <a:gd name="connsiteY22" fmla="*/ 152400 h 195263"/>
                <a:gd name="connsiteX23" fmla="*/ 450056 w 461963"/>
                <a:gd name="connsiteY23" fmla="*/ 133350 h 195263"/>
                <a:gd name="connsiteX24" fmla="*/ 447675 w 461963"/>
                <a:gd name="connsiteY24" fmla="*/ 71438 h 195263"/>
                <a:gd name="connsiteX25" fmla="*/ 423863 w 461963"/>
                <a:gd name="connsiteY25" fmla="*/ 61913 h 195263"/>
                <a:gd name="connsiteX26" fmla="*/ 409575 w 461963"/>
                <a:gd name="connsiteY26" fmla="*/ 33338 h 195263"/>
                <a:gd name="connsiteX27" fmla="*/ 385763 w 461963"/>
                <a:gd name="connsiteY27" fmla="*/ 16669 h 195263"/>
                <a:gd name="connsiteX28" fmla="*/ 366713 w 461963"/>
                <a:gd name="connsiteY28" fmla="*/ 16669 h 195263"/>
                <a:gd name="connsiteX29" fmla="*/ 335756 w 461963"/>
                <a:gd name="connsiteY29" fmla="*/ 35719 h 195263"/>
                <a:gd name="connsiteX30" fmla="*/ 302419 w 461963"/>
                <a:gd name="connsiteY30" fmla="*/ 33338 h 195263"/>
                <a:gd name="connsiteX31" fmla="*/ 250031 w 461963"/>
                <a:gd name="connsiteY31" fmla="*/ 33338 h 195263"/>
                <a:gd name="connsiteX32" fmla="*/ 223838 w 461963"/>
                <a:gd name="connsiteY32" fmla="*/ 23813 h 195263"/>
                <a:gd name="connsiteX33" fmla="*/ 197644 w 461963"/>
                <a:gd name="connsiteY33" fmla="*/ 0 h 195263"/>
                <a:gd name="connsiteX34" fmla="*/ 164306 w 461963"/>
                <a:gd name="connsiteY34" fmla="*/ 4763 h 195263"/>
                <a:gd name="connsiteX35" fmla="*/ 126206 w 461963"/>
                <a:gd name="connsiteY35" fmla="*/ 21431 h 195263"/>
                <a:gd name="connsiteX36" fmla="*/ 33337 w 461963"/>
                <a:gd name="connsiteY36" fmla="*/ 9525 h 195263"/>
                <a:gd name="connsiteX37" fmla="*/ 2382 w 461963"/>
                <a:gd name="connsiteY37" fmla="*/ 38100 h 195263"/>
                <a:gd name="connsiteX0" fmla="*/ 2382 w 461963"/>
                <a:gd name="connsiteY0" fmla="*/ 38100 h 195263"/>
                <a:gd name="connsiteX1" fmla="*/ 4762 w 461963"/>
                <a:gd name="connsiteY1" fmla="*/ 45244 h 195263"/>
                <a:gd name="connsiteX2" fmla="*/ 33338 w 461963"/>
                <a:gd name="connsiteY2" fmla="*/ 57150 h 195263"/>
                <a:gd name="connsiteX3" fmla="*/ 0 w 461963"/>
                <a:gd name="connsiteY3" fmla="*/ 64294 h 195263"/>
                <a:gd name="connsiteX4" fmla="*/ 0 w 461963"/>
                <a:gd name="connsiteY4" fmla="*/ 64294 h 195263"/>
                <a:gd name="connsiteX5" fmla="*/ 11906 w 461963"/>
                <a:gd name="connsiteY5" fmla="*/ 102394 h 195263"/>
                <a:gd name="connsiteX6" fmla="*/ 11906 w 461963"/>
                <a:gd name="connsiteY6" fmla="*/ 133350 h 195263"/>
                <a:gd name="connsiteX7" fmla="*/ 30956 w 461963"/>
                <a:gd name="connsiteY7" fmla="*/ 161925 h 195263"/>
                <a:gd name="connsiteX8" fmla="*/ 90488 w 461963"/>
                <a:gd name="connsiteY8" fmla="*/ 195263 h 195263"/>
                <a:gd name="connsiteX9" fmla="*/ 111919 w 461963"/>
                <a:gd name="connsiteY9" fmla="*/ 173831 h 195263"/>
                <a:gd name="connsiteX10" fmla="*/ 152400 w 461963"/>
                <a:gd name="connsiteY10" fmla="*/ 192881 h 195263"/>
                <a:gd name="connsiteX11" fmla="*/ 195263 w 461963"/>
                <a:gd name="connsiteY11" fmla="*/ 180975 h 195263"/>
                <a:gd name="connsiteX12" fmla="*/ 219075 w 461963"/>
                <a:gd name="connsiteY12" fmla="*/ 171450 h 195263"/>
                <a:gd name="connsiteX13" fmla="*/ 233363 w 461963"/>
                <a:gd name="connsiteY13" fmla="*/ 185738 h 195263"/>
                <a:gd name="connsiteX14" fmla="*/ 252413 w 461963"/>
                <a:gd name="connsiteY14" fmla="*/ 176213 h 195263"/>
                <a:gd name="connsiteX15" fmla="*/ 250031 w 461963"/>
                <a:gd name="connsiteY15" fmla="*/ 161925 h 195263"/>
                <a:gd name="connsiteX16" fmla="*/ 269081 w 461963"/>
                <a:gd name="connsiteY16" fmla="*/ 171450 h 195263"/>
                <a:gd name="connsiteX17" fmla="*/ 290513 w 461963"/>
                <a:gd name="connsiteY17" fmla="*/ 161925 h 195263"/>
                <a:gd name="connsiteX18" fmla="*/ 319088 w 461963"/>
                <a:gd name="connsiteY18" fmla="*/ 173831 h 195263"/>
                <a:gd name="connsiteX19" fmla="*/ 388144 w 461963"/>
                <a:gd name="connsiteY19" fmla="*/ 142875 h 195263"/>
                <a:gd name="connsiteX20" fmla="*/ 400050 w 461963"/>
                <a:gd name="connsiteY20" fmla="*/ 152400 h 195263"/>
                <a:gd name="connsiteX21" fmla="*/ 438150 w 461963"/>
                <a:gd name="connsiteY21" fmla="*/ 154781 h 195263"/>
                <a:gd name="connsiteX22" fmla="*/ 461963 w 461963"/>
                <a:gd name="connsiteY22" fmla="*/ 152400 h 195263"/>
                <a:gd name="connsiteX23" fmla="*/ 450056 w 461963"/>
                <a:gd name="connsiteY23" fmla="*/ 133350 h 195263"/>
                <a:gd name="connsiteX24" fmla="*/ 447675 w 461963"/>
                <a:gd name="connsiteY24" fmla="*/ 71438 h 195263"/>
                <a:gd name="connsiteX25" fmla="*/ 423863 w 461963"/>
                <a:gd name="connsiteY25" fmla="*/ 61913 h 195263"/>
                <a:gd name="connsiteX26" fmla="*/ 409575 w 461963"/>
                <a:gd name="connsiteY26" fmla="*/ 33338 h 195263"/>
                <a:gd name="connsiteX27" fmla="*/ 385763 w 461963"/>
                <a:gd name="connsiteY27" fmla="*/ 16669 h 195263"/>
                <a:gd name="connsiteX28" fmla="*/ 366713 w 461963"/>
                <a:gd name="connsiteY28" fmla="*/ 16669 h 195263"/>
                <a:gd name="connsiteX29" fmla="*/ 335756 w 461963"/>
                <a:gd name="connsiteY29" fmla="*/ 35719 h 195263"/>
                <a:gd name="connsiteX30" fmla="*/ 302419 w 461963"/>
                <a:gd name="connsiteY30" fmla="*/ 33338 h 195263"/>
                <a:gd name="connsiteX31" fmla="*/ 250031 w 461963"/>
                <a:gd name="connsiteY31" fmla="*/ 33338 h 195263"/>
                <a:gd name="connsiteX32" fmla="*/ 223838 w 461963"/>
                <a:gd name="connsiteY32" fmla="*/ 23813 h 195263"/>
                <a:gd name="connsiteX33" fmla="*/ 197644 w 461963"/>
                <a:gd name="connsiteY33" fmla="*/ 0 h 195263"/>
                <a:gd name="connsiteX34" fmla="*/ 164306 w 461963"/>
                <a:gd name="connsiteY34" fmla="*/ 4763 h 195263"/>
                <a:gd name="connsiteX35" fmla="*/ 126206 w 461963"/>
                <a:gd name="connsiteY35" fmla="*/ 21431 h 195263"/>
                <a:gd name="connsiteX36" fmla="*/ 33337 w 461963"/>
                <a:gd name="connsiteY36" fmla="*/ 9525 h 195263"/>
                <a:gd name="connsiteX37" fmla="*/ 2382 w 461963"/>
                <a:gd name="connsiteY37" fmla="*/ 38100 h 195263"/>
                <a:gd name="connsiteX0" fmla="*/ 42864 w 461963"/>
                <a:gd name="connsiteY0" fmla="*/ 35719 h 195263"/>
                <a:gd name="connsiteX1" fmla="*/ 4762 w 461963"/>
                <a:gd name="connsiteY1" fmla="*/ 45244 h 195263"/>
                <a:gd name="connsiteX2" fmla="*/ 33338 w 461963"/>
                <a:gd name="connsiteY2" fmla="*/ 57150 h 195263"/>
                <a:gd name="connsiteX3" fmla="*/ 0 w 461963"/>
                <a:gd name="connsiteY3" fmla="*/ 64294 h 195263"/>
                <a:gd name="connsiteX4" fmla="*/ 0 w 461963"/>
                <a:gd name="connsiteY4" fmla="*/ 64294 h 195263"/>
                <a:gd name="connsiteX5" fmla="*/ 11906 w 461963"/>
                <a:gd name="connsiteY5" fmla="*/ 102394 h 195263"/>
                <a:gd name="connsiteX6" fmla="*/ 11906 w 461963"/>
                <a:gd name="connsiteY6" fmla="*/ 133350 h 195263"/>
                <a:gd name="connsiteX7" fmla="*/ 30956 w 461963"/>
                <a:gd name="connsiteY7" fmla="*/ 161925 h 195263"/>
                <a:gd name="connsiteX8" fmla="*/ 90488 w 461963"/>
                <a:gd name="connsiteY8" fmla="*/ 195263 h 195263"/>
                <a:gd name="connsiteX9" fmla="*/ 111919 w 461963"/>
                <a:gd name="connsiteY9" fmla="*/ 173831 h 195263"/>
                <a:gd name="connsiteX10" fmla="*/ 152400 w 461963"/>
                <a:gd name="connsiteY10" fmla="*/ 192881 h 195263"/>
                <a:gd name="connsiteX11" fmla="*/ 195263 w 461963"/>
                <a:gd name="connsiteY11" fmla="*/ 180975 h 195263"/>
                <a:gd name="connsiteX12" fmla="*/ 219075 w 461963"/>
                <a:gd name="connsiteY12" fmla="*/ 171450 h 195263"/>
                <a:gd name="connsiteX13" fmla="*/ 233363 w 461963"/>
                <a:gd name="connsiteY13" fmla="*/ 185738 h 195263"/>
                <a:gd name="connsiteX14" fmla="*/ 252413 w 461963"/>
                <a:gd name="connsiteY14" fmla="*/ 176213 h 195263"/>
                <a:gd name="connsiteX15" fmla="*/ 250031 w 461963"/>
                <a:gd name="connsiteY15" fmla="*/ 161925 h 195263"/>
                <a:gd name="connsiteX16" fmla="*/ 269081 w 461963"/>
                <a:gd name="connsiteY16" fmla="*/ 171450 h 195263"/>
                <a:gd name="connsiteX17" fmla="*/ 290513 w 461963"/>
                <a:gd name="connsiteY17" fmla="*/ 161925 h 195263"/>
                <a:gd name="connsiteX18" fmla="*/ 319088 w 461963"/>
                <a:gd name="connsiteY18" fmla="*/ 173831 h 195263"/>
                <a:gd name="connsiteX19" fmla="*/ 388144 w 461963"/>
                <a:gd name="connsiteY19" fmla="*/ 142875 h 195263"/>
                <a:gd name="connsiteX20" fmla="*/ 400050 w 461963"/>
                <a:gd name="connsiteY20" fmla="*/ 152400 h 195263"/>
                <a:gd name="connsiteX21" fmla="*/ 438150 w 461963"/>
                <a:gd name="connsiteY21" fmla="*/ 154781 h 195263"/>
                <a:gd name="connsiteX22" fmla="*/ 461963 w 461963"/>
                <a:gd name="connsiteY22" fmla="*/ 152400 h 195263"/>
                <a:gd name="connsiteX23" fmla="*/ 450056 w 461963"/>
                <a:gd name="connsiteY23" fmla="*/ 133350 h 195263"/>
                <a:gd name="connsiteX24" fmla="*/ 447675 w 461963"/>
                <a:gd name="connsiteY24" fmla="*/ 71438 h 195263"/>
                <a:gd name="connsiteX25" fmla="*/ 423863 w 461963"/>
                <a:gd name="connsiteY25" fmla="*/ 61913 h 195263"/>
                <a:gd name="connsiteX26" fmla="*/ 409575 w 461963"/>
                <a:gd name="connsiteY26" fmla="*/ 33338 h 195263"/>
                <a:gd name="connsiteX27" fmla="*/ 385763 w 461963"/>
                <a:gd name="connsiteY27" fmla="*/ 16669 h 195263"/>
                <a:gd name="connsiteX28" fmla="*/ 366713 w 461963"/>
                <a:gd name="connsiteY28" fmla="*/ 16669 h 195263"/>
                <a:gd name="connsiteX29" fmla="*/ 335756 w 461963"/>
                <a:gd name="connsiteY29" fmla="*/ 35719 h 195263"/>
                <a:gd name="connsiteX30" fmla="*/ 302419 w 461963"/>
                <a:gd name="connsiteY30" fmla="*/ 33338 h 195263"/>
                <a:gd name="connsiteX31" fmla="*/ 250031 w 461963"/>
                <a:gd name="connsiteY31" fmla="*/ 33338 h 195263"/>
                <a:gd name="connsiteX32" fmla="*/ 223838 w 461963"/>
                <a:gd name="connsiteY32" fmla="*/ 23813 h 195263"/>
                <a:gd name="connsiteX33" fmla="*/ 197644 w 461963"/>
                <a:gd name="connsiteY33" fmla="*/ 0 h 195263"/>
                <a:gd name="connsiteX34" fmla="*/ 164306 w 461963"/>
                <a:gd name="connsiteY34" fmla="*/ 4763 h 195263"/>
                <a:gd name="connsiteX35" fmla="*/ 126206 w 461963"/>
                <a:gd name="connsiteY35" fmla="*/ 21431 h 195263"/>
                <a:gd name="connsiteX36" fmla="*/ 33337 w 461963"/>
                <a:gd name="connsiteY36" fmla="*/ 9525 h 195263"/>
                <a:gd name="connsiteX37" fmla="*/ 42864 w 461963"/>
                <a:gd name="connsiteY37" fmla="*/ 35719 h 195263"/>
                <a:gd name="connsiteX0" fmla="*/ 4764 w 461963"/>
                <a:gd name="connsiteY0" fmla="*/ 16669 h 195263"/>
                <a:gd name="connsiteX1" fmla="*/ 4762 w 461963"/>
                <a:gd name="connsiteY1" fmla="*/ 45244 h 195263"/>
                <a:gd name="connsiteX2" fmla="*/ 33338 w 461963"/>
                <a:gd name="connsiteY2" fmla="*/ 57150 h 195263"/>
                <a:gd name="connsiteX3" fmla="*/ 0 w 461963"/>
                <a:gd name="connsiteY3" fmla="*/ 64294 h 195263"/>
                <a:gd name="connsiteX4" fmla="*/ 0 w 461963"/>
                <a:gd name="connsiteY4" fmla="*/ 64294 h 195263"/>
                <a:gd name="connsiteX5" fmla="*/ 11906 w 461963"/>
                <a:gd name="connsiteY5" fmla="*/ 102394 h 195263"/>
                <a:gd name="connsiteX6" fmla="*/ 11906 w 461963"/>
                <a:gd name="connsiteY6" fmla="*/ 133350 h 195263"/>
                <a:gd name="connsiteX7" fmla="*/ 30956 w 461963"/>
                <a:gd name="connsiteY7" fmla="*/ 161925 h 195263"/>
                <a:gd name="connsiteX8" fmla="*/ 90488 w 461963"/>
                <a:gd name="connsiteY8" fmla="*/ 195263 h 195263"/>
                <a:gd name="connsiteX9" fmla="*/ 111919 w 461963"/>
                <a:gd name="connsiteY9" fmla="*/ 173831 h 195263"/>
                <a:gd name="connsiteX10" fmla="*/ 152400 w 461963"/>
                <a:gd name="connsiteY10" fmla="*/ 192881 h 195263"/>
                <a:gd name="connsiteX11" fmla="*/ 195263 w 461963"/>
                <a:gd name="connsiteY11" fmla="*/ 180975 h 195263"/>
                <a:gd name="connsiteX12" fmla="*/ 219075 w 461963"/>
                <a:gd name="connsiteY12" fmla="*/ 171450 h 195263"/>
                <a:gd name="connsiteX13" fmla="*/ 233363 w 461963"/>
                <a:gd name="connsiteY13" fmla="*/ 185738 h 195263"/>
                <a:gd name="connsiteX14" fmla="*/ 252413 w 461963"/>
                <a:gd name="connsiteY14" fmla="*/ 176213 h 195263"/>
                <a:gd name="connsiteX15" fmla="*/ 250031 w 461963"/>
                <a:gd name="connsiteY15" fmla="*/ 161925 h 195263"/>
                <a:gd name="connsiteX16" fmla="*/ 269081 w 461963"/>
                <a:gd name="connsiteY16" fmla="*/ 171450 h 195263"/>
                <a:gd name="connsiteX17" fmla="*/ 290513 w 461963"/>
                <a:gd name="connsiteY17" fmla="*/ 161925 h 195263"/>
                <a:gd name="connsiteX18" fmla="*/ 319088 w 461963"/>
                <a:gd name="connsiteY18" fmla="*/ 173831 h 195263"/>
                <a:gd name="connsiteX19" fmla="*/ 388144 w 461963"/>
                <a:gd name="connsiteY19" fmla="*/ 142875 h 195263"/>
                <a:gd name="connsiteX20" fmla="*/ 400050 w 461963"/>
                <a:gd name="connsiteY20" fmla="*/ 152400 h 195263"/>
                <a:gd name="connsiteX21" fmla="*/ 438150 w 461963"/>
                <a:gd name="connsiteY21" fmla="*/ 154781 h 195263"/>
                <a:gd name="connsiteX22" fmla="*/ 461963 w 461963"/>
                <a:gd name="connsiteY22" fmla="*/ 152400 h 195263"/>
                <a:gd name="connsiteX23" fmla="*/ 450056 w 461963"/>
                <a:gd name="connsiteY23" fmla="*/ 133350 h 195263"/>
                <a:gd name="connsiteX24" fmla="*/ 447675 w 461963"/>
                <a:gd name="connsiteY24" fmla="*/ 71438 h 195263"/>
                <a:gd name="connsiteX25" fmla="*/ 423863 w 461963"/>
                <a:gd name="connsiteY25" fmla="*/ 61913 h 195263"/>
                <a:gd name="connsiteX26" fmla="*/ 409575 w 461963"/>
                <a:gd name="connsiteY26" fmla="*/ 33338 h 195263"/>
                <a:gd name="connsiteX27" fmla="*/ 385763 w 461963"/>
                <a:gd name="connsiteY27" fmla="*/ 16669 h 195263"/>
                <a:gd name="connsiteX28" fmla="*/ 366713 w 461963"/>
                <a:gd name="connsiteY28" fmla="*/ 16669 h 195263"/>
                <a:gd name="connsiteX29" fmla="*/ 335756 w 461963"/>
                <a:gd name="connsiteY29" fmla="*/ 35719 h 195263"/>
                <a:gd name="connsiteX30" fmla="*/ 302419 w 461963"/>
                <a:gd name="connsiteY30" fmla="*/ 33338 h 195263"/>
                <a:gd name="connsiteX31" fmla="*/ 250031 w 461963"/>
                <a:gd name="connsiteY31" fmla="*/ 33338 h 195263"/>
                <a:gd name="connsiteX32" fmla="*/ 223838 w 461963"/>
                <a:gd name="connsiteY32" fmla="*/ 23813 h 195263"/>
                <a:gd name="connsiteX33" fmla="*/ 197644 w 461963"/>
                <a:gd name="connsiteY33" fmla="*/ 0 h 195263"/>
                <a:gd name="connsiteX34" fmla="*/ 164306 w 461963"/>
                <a:gd name="connsiteY34" fmla="*/ 4763 h 195263"/>
                <a:gd name="connsiteX35" fmla="*/ 126206 w 461963"/>
                <a:gd name="connsiteY35" fmla="*/ 21431 h 195263"/>
                <a:gd name="connsiteX36" fmla="*/ 33337 w 461963"/>
                <a:gd name="connsiteY36" fmla="*/ 9525 h 195263"/>
                <a:gd name="connsiteX37" fmla="*/ 4764 w 461963"/>
                <a:gd name="connsiteY37" fmla="*/ 16669 h 195263"/>
                <a:gd name="connsiteX0" fmla="*/ 4764 w 461963"/>
                <a:gd name="connsiteY0" fmla="*/ 16669 h 195263"/>
                <a:gd name="connsiteX1" fmla="*/ 47625 w 461963"/>
                <a:gd name="connsiteY1" fmla="*/ 42863 h 195263"/>
                <a:gd name="connsiteX2" fmla="*/ 33338 w 461963"/>
                <a:gd name="connsiteY2" fmla="*/ 57150 h 195263"/>
                <a:gd name="connsiteX3" fmla="*/ 0 w 461963"/>
                <a:gd name="connsiteY3" fmla="*/ 64294 h 195263"/>
                <a:gd name="connsiteX4" fmla="*/ 0 w 461963"/>
                <a:gd name="connsiteY4" fmla="*/ 64294 h 195263"/>
                <a:gd name="connsiteX5" fmla="*/ 11906 w 461963"/>
                <a:gd name="connsiteY5" fmla="*/ 102394 h 195263"/>
                <a:gd name="connsiteX6" fmla="*/ 11906 w 461963"/>
                <a:gd name="connsiteY6" fmla="*/ 133350 h 195263"/>
                <a:gd name="connsiteX7" fmla="*/ 30956 w 461963"/>
                <a:gd name="connsiteY7" fmla="*/ 161925 h 195263"/>
                <a:gd name="connsiteX8" fmla="*/ 90488 w 461963"/>
                <a:gd name="connsiteY8" fmla="*/ 195263 h 195263"/>
                <a:gd name="connsiteX9" fmla="*/ 111919 w 461963"/>
                <a:gd name="connsiteY9" fmla="*/ 173831 h 195263"/>
                <a:gd name="connsiteX10" fmla="*/ 152400 w 461963"/>
                <a:gd name="connsiteY10" fmla="*/ 192881 h 195263"/>
                <a:gd name="connsiteX11" fmla="*/ 195263 w 461963"/>
                <a:gd name="connsiteY11" fmla="*/ 180975 h 195263"/>
                <a:gd name="connsiteX12" fmla="*/ 219075 w 461963"/>
                <a:gd name="connsiteY12" fmla="*/ 171450 h 195263"/>
                <a:gd name="connsiteX13" fmla="*/ 233363 w 461963"/>
                <a:gd name="connsiteY13" fmla="*/ 185738 h 195263"/>
                <a:gd name="connsiteX14" fmla="*/ 252413 w 461963"/>
                <a:gd name="connsiteY14" fmla="*/ 176213 h 195263"/>
                <a:gd name="connsiteX15" fmla="*/ 250031 w 461963"/>
                <a:gd name="connsiteY15" fmla="*/ 161925 h 195263"/>
                <a:gd name="connsiteX16" fmla="*/ 269081 w 461963"/>
                <a:gd name="connsiteY16" fmla="*/ 171450 h 195263"/>
                <a:gd name="connsiteX17" fmla="*/ 290513 w 461963"/>
                <a:gd name="connsiteY17" fmla="*/ 161925 h 195263"/>
                <a:gd name="connsiteX18" fmla="*/ 319088 w 461963"/>
                <a:gd name="connsiteY18" fmla="*/ 173831 h 195263"/>
                <a:gd name="connsiteX19" fmla="*/ 388144 w 461963"/>
                <a:gd name="connsiteY19" fmla="*/ 142875 h 195263"/>
                <a:gd name="connsiteX20" fmla="*/ 400050 w 461963"/>
                <a:gd name="connsiteY20" fmla="*/ 152400 h 195263"/>
                <a:gd name="connsiteX21" fmla="*/ 438150 w 461963"/>
                <a:gd name="connsiteY21" fmla="*/ 154781 h 195263"/>
                <a:gd name="connsiteX22" fmla="*/ 461963 w 461963"/>
                <a:gd name="connsiteY22" fmla="*/ 152400 h 195263"/>
                <a:gd name="connsiteX23" fmla="*/ 450056 w 461963"/>
                <a:gd name="connsiteY23" fmla="*/ 133350 h 195263"/>
                <a:gd name="connsiteX24" fmla="*/ 447675 w 461963"/>
                <a:gd name="connsiteY24" fmla="*/ 71438 h 195263"/>
                <a:gd name="connsiteX25" fmla="*/ 423863 w 461963"/>
                <a:gd name="connsiteY25" fmla="*/ 61913 h 195263"/>
                <a:gd name="connsiteX26" fmla="*/ 409575 w 461963"/>
                <a:gd name="connsiteY26" fmla="*/ 33338 h 195263"/>
                <a:gd name="connsiteX27" fmla="*/ 385763 w 461963"/>
                <a:gd name="connsiteY27" fmla="*/ 16669 h 195263"/>
                <a:gd name="connsiteX28" fmla="*/ 366713 w 461963"/>
                <a:gd name="connsiteY28" fmla="*/ 16669 h 195263"/>
                <a:gd name="connsiteX29" fmla="*/ 335756 w 461963"/>
                <a:gd name="connsiteY29" fmla="*/ 35719 h 195263"/>
                <a:gd name="connsiteX30" fmla="*/ 302419 w 461963"/>
                <a:gd name="connsiteY30" fmla="*/ 33338 h 195263"/>
                <a:gd name="connsiteX31" fmla="*/ 250031 w 461963"/>
                <a:gd name="connsiteY31" fmla="*/ 33338 h 195263"/>
                <a:gd name="connsiteX32" fmla="*/ 223838 w 461963"/>
                <a:gd name="connsiteY32" fmla="*/ 23813 h 195263"/>
                <a:gd name="connsiteX33" fmla="*/ 197644 w 461963"/>
                <a:gd name="connsiteY33" fmla="*/ 0 h 195263"/>
                <a:gd name="connsiteX34" fmla="*/ 164306 w 461963"/>
                <a:gd name="connsiteY34" fmla="*/ 4763 h 195263"/>
                <a:gd name="connsiteX35" fmla="*/ 126206 w 461963"/>
                <a:gd name="connsiteY35" fmla="*/ 21431 h 195263"/>
                <a:gd name="connsiteX36" fmla="*/ 33337 w 461963"/>
                <a:gd name="connsiteY36" fmla="*/ 9525 h 195263"/>
                <a:gd name="connsiteX37" fmla="*/ 4764 w 461963"/>
                <a:gd name="connsiteY37" fmla="*/ 16669 h 195263"/>
                <a:gd name="connsiteX0" fmla="*/ 4764 w 461963"/>
                <a:gd name="connsiteY0" fmla="*/ 16669 h 195263"/>
                <a:gd name="connsiteX1" fmla="*/ 19050 w 461963"/>
                <a:gd name="connsiteY1" fmla="*/ 23813 h 195263"/>
                <a:gd name="connsiteX2" fmla="*/ 47625 w 461963"/>
                <a:gd name="connsiteY2" fmla="*/ 42863 h 195263"/>
                <a:gd name="connsiteX3" fmla="*/ 33338 w 461963"/>
                <a:gd name="connsiteY3" fmla="*/ 57150 h 195263"/>
                <a:gd name="connsiteX4" fmla="*/ 0 w 461963"/>
                <a:gd name="connsiteY4" fmla="*/ 64294 h 195263"/>
                <a:gd name="connsiteX5" fmla="*/ 0 w 461963"/>
                <a:gd name="connsiteY5" fmla="*/ 64294 h 195263"/>
                <a:gd name="connsiteX6" fmla="*/ 11906 w 461963"/>
                <a:gd name="connsiteY6" fmla="*/ 102394 h 195263"/>
                <a:gd name="connsiteX7" fmla="*/ 11906 w 461963"/>
                <a:gd name="connsiteY7" fmla="*/ 133350 h 195263"/>
                <a:gd name="connsiteX8" fmla="*/ 30956 w 461963"/>
                <a:gd name="connsiteY8" fmla="*/ 161925 h 195263"/>
                <a:gd name="connsiteX9" fmla="*/ 90488 w 461963"/>
                <a:gd name="connsiteY9" fmla="*/ 195263 h 195263"/>
                <a:gd name="connsiteX10" fmla="*/ 111919 w 461963"/>
                <a:gd name="connsiteY10" fmla="*/ 173831 h 195263"/>
                <a:gd name="connsiteX11" fmla="*/ 152400 w 461963"/>
                <a:gd name="connsiteY11" fmla="*/ 192881 h 195263"/>
                <a:gd name="connsiteX12" fmla="*/ 195263 w 461963"/>
                <a:gd name="connsiteY12" fmla="*/ 180975 h 195263"/>
                <a:gd name="connsiteX13" fmla="*/ 219075 w 461963"/>
                <a:gd name="connsiteY13" fmla="*/ 171450 h 195263"/>
                <a:gd name="connsiteX14" fmla="*/ 233363 w 461963"/>
                <a:gd name="connsiteY14" fmla="*/ 185738 h 195263"/>
                <a:gd name="connsiteX15" fmla="*/ 252413 w 461963"/>
                <a:gd name="connsiteY15" fmla="*/ 176213 h 195263"/>
                <a:gd name="connsiteX16" fmla="*/ 250031 w 461963"/>
                <a:gd name="connsiteY16" fmla="*/ 161925 h 195263"/>
                <a:gd name="connsiteX17" fmla="*/ 269081 w 461963"/>
                <a:gd name="connsiteY17" fmla="*/ 171450 h 195263"/>
                <a:gd name="connsiteX18" fmla="*/ 290513 w 461963"/>
                <a:gd name="connsiteY18" fmla="*/ 161925 h 195263"/>
                <a:gd name="connsiteX19" fmla="*/ 319088 w 461963"/>
                <a:gd name="connsiteY19" fmla="*/ 173831 h 195263"/>
                <a:gd name="connsiteX20" fmla="*/ 388144 w 461963"/>
                <a:gd name="connsiteY20" fmla="*/ 142875 h 195263"/>
                <a:gd name="connsiteX21" fmla="*/ 400050 w 461963"/>
                <a:gd name="connsiteY21" fmla="*/ 152400 h 195263"/>
                <a:gd name="connsiteX22" fmla="*/ 438150 w 461963"/>
                <a:gd name="connsiteY22" fmla="*/ 154781 h 195263"/>
                <a:gd name="connsiteX23" fmla="*/ 461963 w 461963"/>
                <a:gd name="connsiteY23" fmla="*/ 152400 h 195263"/>
                <a:gd name="connsiteX24" fmla="*/ 450056 w 461963"/>
                <a:gd name="connsiteY24" fmla="*/ 133350 h 195263"/>
                <a:gd name="connsiteX25" fmla="*/ 447675 w 461963"/>
                <a:gd name="connsiteY25" fmla="*/ 71438 h 195263"/>
                <a:gd name="connsiteX26" fmla="*/ 423863 w 461963"/>
                <a:gd name="connsiteY26" fmla="*/ 61913 h 195263"/>
                <a:gd name="connsiteX27" fmla="*/ 409575 w 461963"/>
                <a:gd name="connsiteY27" fmla="*/ 33338 h 195263"/>
                <a:gd name="connsiteX28" fmla="*/ 385763 w 461963"/>
                <a:gd name="connsiteY28" fmla="*/ 16669 h 195263"/>
                <a:gd name="connsiteX29" fmla="*/ 366713 w 461963"/>
                <a:gd name="connsiteY29" fmla="*/ 16669 h 195263"/>
                <a:gd name="connsiteX30" fmla="*/ 335756 w 461963"/>
                <a:gd name="connsiteY30" fmla="*/ 35719 h 195263"/>
                <a:gd name="connsiteX31" fmla="*/ 302419 w 461963"/>
                <a:gd name="connsiteY31" fmla="*/ 33338 h 195263"/>
                <a:gd name="connsiteX32" fmla="*/ 250031 w 461963"/>
                <a:gd name="connsiteY32" fmla="*/ 33338 h 195263"/>
                <a:gd name="connsiteX33" fmla="*/ 223838 w 461963"/>
                <a:gd name="connsiteY33" fmla="*/ 23813 h 195263"/>
                <a:gd name="connsiteX34" fmla="*/ 197644 w 461963"/>
                <a:gd name="connsiteY34" fmla="*/ 0 h 195263"/>
                <a:gd name="connsiteX35" fmla="*/ 164306 w 461963"/>
                <a:gd name="connsiteY35" fmla="*/ 4763 h 195263"/>
                <a:gd name="connsiteX36" fmla="*/ 126206 w 461963"/>
                <a:gd name="connsiteY36" fmla="*/ 21431 h 195263"/>
                <a:gd name="connsiteX37" fmla="*/ 33337 w 461963"/>
                <a:gd name="connsiteY37" fmla="*/ 9525 h 195263"/>
                <a:gd name="connsiteX38" fmla="*/ 4764 w 461963"/>
                <a:gd name="connsiteY38" fmla="*/ 16669 h 195263"/>
                <a:gd name="connsiteX0" fmla="*/ 9398 w 466597"/>
                <a:gd name="connsiteY0" fmla="*/ 16669 h 195263"/>
                <a:gd name="connsiteX1" fmla="*/ 2253 w 466597"/>
                <a:gd name="connsiteY1" fmla="*/ 50007 h 195263"/>
                <a:gd name="connsiteX2" fmla="*/ 52259 w 466597"/>
                <a:gd name="connsiteY2" fmla="*/ 42863 h 195263"/>
                <a:gd name="connsiteX3" fmla="*/ 37972 w 466597"/>
                <a:gd name="connsiteY3" fmla="*/ 57150 h 195263"/>
                <a:gd name="connsiteX4" fmla="*/ 4634 w 466597"/>
                <a:gd name="connsiteY4" fmla="*/ 64294 h 195263"/>
                <a:gd name="connsiteX5" fmla="*/ 4634 w 466597"/>
                <a:gd name="connsiteY5" fmla="*/ 64294 h 195263"/>
                <a:gd name="connsiteX6" fmla="*/ 16540 w 466597"/>
                <a:gd name="connsiteY6" fmla="*/ 102394 h 195263"/>
                <a:gd name="connsiteX7" fmla="*/ 16540 w 466597"/>
                <a:gd name="connsiteY7" fmla="*/ 133350 h 195263"/>
                <a:gd name="connsiteX8" fmla="*/ 35590 w 466597"/>
                <a:gd name="connsiteY8" fmla="*/ 161925 h 195263"/>
                <a:gd name="connsiteX9" fmla="*/ 95122 w 466597"/>
                <a:gd name="connsiteY9" fmla="*/ 195263 h 195263"/>
                <a:gd name="connsiteX10" fmla="*/ 116553 w 466597"/>
                <a:gd name="connsiteY10" fmla="*/ 173831 h 195263"/>
                <a:gd name="connsiteX11" fmla="*/ 157034 w 466597"/>
                <a:gd name="connsiteY11" fmla="*/ 192881 h 195263"/>
                <a:gd name="connsiteX12" fmla="*/ 199897 w 466597"/>
                <a:gd name="connsiteY12" fmla="*/ 180975 h 195263"/>
                <a:gd name="connsiteX13" fmla="*/ 223709 w 466597"/>
                <a:gd name="connsiteY13" fmla="*/ 171450 h 195263"/>
                <a:gd name="connsiteX14" fmla="*/ 237997 w 466597"/>
                <a:gd name="connsiteY14" fmla="*/ 185738 h 195263"/>
                <a:gd name="connsiteX15" fmla="*/ 257047 w 466597"/>
                <a:gd name="connsiteY15" fmla="*/ 176213 h 195263"/>
                <a:gd name="connsiteX16" fmla="*/ 254665 w 466597"/>
                <a:gd name="connsiteY16" fmla="*/ 161925 h 195263"/>
                <a:gd name="connsiteX17" fmla="*/ 273715 w 466597"/>
                <a:gd name="connsiteY17" fmla="*/ 171450 h 195263"/>
                <a:gd name="connsiteX18" fmla="*/ 295147 w 466597"/>
                <a:gd name="connsiteY18" fmla="*/ 161925 h 195263"/>
                <a:gd name="connsiteX19" fmla="*/ 323722 w 466597"/>
                <a:gd name="connsiteY19" fmla="*/ 173831 h 195263"/>
                <a:gd name="connsiteX20" fmla="*/ 392778 w 466597"/>
                <a:gd name="connsiteY20" fmla="*/ 142875 h 195263"/>
                <a:gd name="connsiteX21" fmla="*/ 404684 w 466597"/>
                <a:gd name="connsiteY21" fmla="*/ 152400 h 195263"/>
                <a:gd name="connsiteX22" fmla="*/ 442784 w 466597"/>
                <a:gd name="connsiteY22" fmla="*/ 154781 h 195263"/>
                <a:gd name="connsiteX23" fmla="*/ 466597 w 466597"/>
                <a:gd name="connsiteY23" fmla="*/ 152400 h 195263"/>
                <a:gd name="connsiteX24" fmla="*/ 454690 w 466597"/>
                <a:gd name="connsiteY24" fmla="*/ 133350 h 195263"/>
                <a:gd name="connsiteX25" fmla="*/ 452309 w 466597"/>
                <a:gd name="connsiteY25" fmla="*/ 71438 h 195263"/>
                <a:gd name="connsiteX26" fmla="*/ 428497 w 466597"/>
                <a:gd name="connsiteY26" fmla="*/ 61913 h 195263"/>
                <a:gd name="connsiteX27" fmla="*/ 414209 w 466597"/>
                <a:gd name="connsiteY27" fmla="*/ 33338 h 195263"/>
                <a:gd name="connsiteX28" fmla="*/ 390397 w 466597"/>
                <a:gd name="connsiteY28" fmla="*/ 16669 h 195263"/>
                <a:gd name="connsiteX29" fmla="*/ 371347 w 466597"/>
                <a:gd name="connsiteY29" fmla="*/ 16669 h 195263"/>
                <a:gd name="connsiteX30" fmla="*/ 340390 w 466597"/>
                <a:gd name="connsiteY30" fmla="*/ 35719 h 195263"/>
                <a:gd name="connsiteX31" fmla="*/ 307053 w 466597"/>
                <a:gd name="connsiteY31" fmla="*/ 33338 h 195263"/>
                <a:gd name="connsiteX32" fmla="*/ 254665 w 466597"/>
                <a:gd name="connsiteY32" fmla="*/ 33338 h 195263"/>
                <a:gd name="connsiteX33" fmla="*/ 228472 w 466597"/>
                <a:gd name="connsiteY33" fmla="*/ 23813 h 195263"/>
                <a:gd name="connsiteX34" fmla="*/ 202278 w 466597"/>
                <a:gd name="connsiteY34" fmla="*/ 0 h 195263"/>
                <a:gd name="connsiteX35" fmla="*/ 168940 w 466597"/>
                <a:gd name="connsiteY35" fmla="*/ 4763 h 195263"/>
                <a:gd name="connsiteX36" fmla="*/ 130840 w 466597"/>
                <a:gd name="connsiteY36" fmla="*/ 21431 h 195263"/>
                <a:gd name="connsiteX37" fmla="*/ 37971 w 466597"/>
                <a:gd name="connsiteY37" fmla="*/ 9525 h 195263"/>
                <a:gd name="connsiteX38" fmla="*/ 9398 w 466597"/>
                <a:gd name="connsiteY38" fmla="*/ 16669 h 195263"/>
                <a:gd name="connsiteX0" fmla="*/ 9398 w 466597"/>
                <a:gd name="connsiteY0" fmla="*/ 16669 h 195263"/>
                <a:gd name="connsiteX1" fmla="*/ 2253 w 466597"/>
                <a:gd name="connsiteY1" fmla="*/ 42863 h 195263"/>
                <a:gd name="connsiteX2" fmla="*/ 52259 w 466597"/>
                <a:gd name="connsiteY2" fmla="*/ 42863 h 195263"/>
                <a:gd name="connsiteX3" fmla="*/ 37972 w 466597"/>
                <a:gd name="connsiteY3" fmla="*/ 57150 h 195263"/>
                <a:gd name="connsiteX4" fmla="*/ 4634 w 466597"/>
                <a:gd name="connsiteY4" fmla="*/ 64294 h 195263"/>
                <a:gd name="connsiteX5" fmla="*/ 4634 w 466597"/>
                <a:gd name="connsiteY5" fmla="*/ 64294 h 195263"/>
                <a:gd name="connsiteX6" fmla="*/ 16540 w 466597"/>
                <a:gd name="connsiteY6" fmla="*/ 102394 h 195263"/>
                <a:gd name="connsiteX7" fmla="*/ 16540 w 466597"/>
                <a:gd name="connsiteY7" fmla="*/ 133350 h 195263"/>
                <a:gd name="connsiteX8" fmla="*/ 35590 w 466597"/>
                <a:gd name="connsiteY8" fmla="*/ 161925 h 195263"/>
                <a:gd name="connsiteX9" fmla="*/ 95122 w 466597"/>
                <a:gd name="connsiteY9" fmla="*/ 195263 h 195263"/>
                <a:gd name="connsiteX10" fmla="*/ 116553 w 466597"/>
                <a:gd name="connsiteY10" fmla="*/ 173831 h 195263"/>
                <a:gd name="connsiteX11" fmla="*/ 157034 w 466597"/>
                <a:gd name="connsiteY11" fmla="*/ 192881 h 195263"/>
                <a:gd name="connsiteX12" fmla="*/ 199897 w 466597"/>
                <a:gd name="connsiteY12" fmla="*/ 180975 h 195263"/>
                <a:gd name="connsiteX13" fmla="*/ 223709 w 466597"/>
                <a:gd name="connsiteY13" fmla="*/ 171450 h 195263"/>
                <a:gd name="connsiteX14" fmla="*/ 237997 w 466597"/>
                <a:gd name="connsiteY14" fmla="*/ 185738 h 195263"/>
                <a:gd name="connsiteX15" fmla="*/ 257047 w 466597"/>
                <a:gd name="connsiteY15" fmla="*/ 176213 h 195263"/>
                <a:gd name="connsiteX16" fmla="*/ 254665 w 466597"/>
                <a:gd name="connsiteY16" fmla="*/ 161925 h 195263"/>
                <a:gd name="connsiteX17" fmla="*/ 273715 w 466597"/>
                <a:gd name="connsiteY17" fmla="*/ 171450 h 195263"/>
                <a:gd name="connsiteX18" fmla="*/ 295147 w 466597"/>
                <a:gd name="connsiteY18" fmla="*/ 161925 h 195263"/>
                <a:gd name="connsiteX19" fmla="*/ 323722 w 466597"/>
                <a:gd name="connsiteY19" fmla="*/ 173831 h 195263"/>
                <a:gd name="connsiteX20" fmla="*/ 392778 w 466597"/>
                <a:gd name="connsiteY20" fmla="*/ 142875 h 195263"/>
                <a:gd name="connsiteX21" fmla="*/ 404684 w 466597"/>
                <a:gd name="connsiteY21" fmla="*/ 152400 h 195263"/>
                <a:gd name="connsiteX22" fmla="*/ 442784 w 466597"/>
                <a:gd name="connsiteY22" fmla="*/ 154781 h 195263"/>
                <a:gd name="connsiteX23" fmla="*/ 466597 w 466597"/>
                <a:gd name="connsiteY23" fmla="*/ 152400 h 195263"/>
                <a:gd name="connsiteX24" fmla="*/ 454690 w 466597"/>
                <a:gd name="connsiteY24" fmla="*/ 133350 h 195263"/>
                <a:gd name="connsiteX25" fmla="*/ 452309 w 466597"/>
                <a:gd name="connsiteY25" fmla="*/ 71438 h 195263"/>
                <a:gd name="connsiteX26" fmla="*/ 428497 w 466597"/>
                <a:gd name="connsiteY26" fmla="*/ 61913 h 195263"/>
                <a:gd name="connsiteX27" fmla="*/ 414209 w 466597"/>
                <a:gd name="connsiteY27" fmla="*/ 33338 h 195263"/>
                <a:gd name="connsiteX28" fmla="*/ 390397 w 466597"/>
                <a:gd name="connsiteY28" fmla="*/ 16669 h 195263"/>
                <a:gd name="connsiteX29" fmla="*/ 371347 w 466597"/>
                <a:gd name="connsiteY29" fmla="*/ 16669 h 195263"/>
                <a:gd name="connsiteX30" fmla="*/ 340390 w 466597"/>
                <a:gd name="connsiteY30" fmla="*/ 35719 h 195263"/>
                <a:gd name="connsiteX31" fmla="*/ 307053 w 466597"/>
                <a:gd name="connsiteY31" fmla="*/ 33338 h 195263"/>
                <a:gd name="connsiteX32" fmla="*/ 254665 w 466597"/>
                <a:gd name="connsiteY32" fmla="*/ 33338 h 195263"/>
                <a:gd name="connsiteX33" fmla="*/ 228472 w 466597"/>
                <a:gd name="connsiteY33" fmla="*/ 23813 h 195263"/>
                <a:gd name="connsiteX34" fmla="*/ 202278 w 466597"/>
                <a:gd name="connsiteY34" fmla="*/ 0 h 195263"/>
                <a:gd name="connsiteX35" fmla="*/ 168940 w 466597"/>
                <a:gd name="connsiteY35" fmla="*/ 4763 h 195263"/>
                <a:gd name="connsiteX36" fmla="*/ 130840 w 466597"/>
                <a:gd name="connsiteY36" fmla="*/ 21431 h 195263"/>
                <a:gd name="connsiteX37" fmla="*/ 37971 w 466597"/>
                <a:gd name="connsiteY37" fmla="*/ 9525 h 195263"/>
                <a:gd name="connsiteX38" fmla="*/ 9398 w 466597"/>
                <a:gd name="connsiteY38" fmla="*/ 16669 h 1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66597" h="195263">
                  <a:moveTo>
                    <a:pt x="9398" y="16669"/>
                  </a:moveTo>
                  <a:cubicBezTo>
                    <a:pt x="7017" y="19050"/>
                    <a:pt x="-4890" y="38497"/>
                    <a:pt x="2253" y="42863"/>
                  </a:cubicBezTo>
                  <a:cubicBezTo>
                    <a:pt x="9396" y="47229"/>
                    <a:pt x="49878" y="37307"/>
                    <a:pt x="52259" y="42863"/>
                  </a:cubicBezTo>
                  <a:lnTo>
                    <a:pt x="37972" y="57150"/>
                  </a:lnTo>
                  <a:lnTo>
                    <a:pt x="4634" y="64294"/>
                  </a:lnTo>
                  <a:lnTo>
                    <a:pt x="4634" y="64294"/>
                  </a:lnTo>
                  <a:lnTo>
                    <a:pt x="16540" y="102394"/>
                  </a:lnTo>
                  <a:lnTo>
                    <a:pt x="16540" y="133350"/>
                  </a:lnTo>
                  <a:lnTo>
                    <a:pt x="35590" y="161925"/>
                  </a:lnTo>
                  <a:lnTo>
                    <a:pt x="95122" y="195263"/>
                  </a:lnTo>
                  <a:lnTo>
                    <a:pt x="116553" y="173831"/>
                  </a:lnTo>
                  <a:lnTo>
                    <a:pt x="157034" y="192881"/>
                  </a:lnTo>
                  <a:lnTo>
                    <a:pt x="199897" y="180975"/>
                  </a:lnTo>
                  <a:lnTo>
                    <a:pt x="223709" y="171450"/>
                  </a:lnTo>
                  <a:lnTo>
                    <a:pt x="237997" y="185738"/>
                  </a:lnTo>
                  <a:lnTo>
                    <a:pt x="257047" y="176213"/>
                  </a:lnTo>
                  <a:lnTo>
                    <a:pt x="254665" y="161925"/>
                  </a:lnTo>
                  <a:lnTo>
                    <a:pt x="273715" y="171450"/>
                  </a:lnTo>
                  <a:lnTo>
                    <a:pt x="295147" y="161925"/>
                  </a:lnTo>
                  <a:lnTo>
                    <a:pt x="323722" y="173831"/>
                  </a:lnTo>
                  <a:lnTo>
                    <a:pt x="392778" y="142875"/>
                  </a:lnTo>
                  <a:lnTo>
                    <a:pt x="404684" y="152400"/>
                  </a:lnTo>
                  <a:lnTo>
                    <a:pt x="442784" y="154781"/>
                  </a:lnTo>
                  <a:lnTo>
                    <a:pt x="466597" y="152400"/>
                  </a:lnTo>
                  <a:lnTo>
                    <a:pt x="454690" y="133350"/>
                  </a:lnTo>
                  <a:cubicBezTo>
                    <a:pt x="453896" y="112713"/>
                    <a:pt x="453103" y="92075"/>
                    <a:pt x="452309" y="71438"/>
                  </a:cubicBezTo>
                  <a:lnTo>
                    <a:pt x="428497" y="61913"/>
                  </a:lnTo>
                  <a:lnTo>
                    <a:pt x="414209" y="33338"/>
                  </a:lnTo>
                  <a:lnTo>
                    <a:pt x="390397" y="16669"/>
                  </a:lnTo>
                  <a:lnTo>
                    <a:pt x="371347" y="16669"/>
                  </a:lnTo>
                  <a:lnTo>
                    <a:pt x="340390" y="35719"/>
                  </a:lnTo>
                  <a:lnTo>
                    <a:pt x="307053" y="33338"/>
                  </a:lnTo>
                  <a:lnTo>
                    <a:pt x="254665" y="33338"/>
                  </a:lnTo>
                  <a:lnTo>
                    <a:pt x="228472" y="23813"/>
                  </a:lnTo>
                  <a:lnTo>
                    <a:pt x="202278" y="0"/>
                  </a:lnTo>
                  <a:lnTo>
                    <a:pt x="168940" y="4763"/>
                  </a:lnTo>
                  <a:lnTo>
                    <a:pt x="130840" y="21431"/>
                  </a:lnTo>
                  <a:lnTo>
                    <a:pt x="37971" y="9525"/>
                  </a:lnTo>
                  <a:lnTo>
                    <a:pt x="9398" y="16669"/>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7" name="Freeform: Shape 307">
              <a:extLst>
                <a:ext uri="{FF2B5EF4-FFF2-40B4-BE49-F238E27FC236}">
                  <a16:creationId xmlns:a16="http://schemas.microsoft.com/office/drawing/2014/main" id="{21A03AAA-C17E-4C2D-A799-C60547A49012}"/>
                </a:ext>
              </a:extLst>
            </p:cNvPr>
            <p:cNvSpPr/>
            <p:nvPr/>
          </p:nvSpPr>
          <p:spPr bwMode="auto">
            <a:xfrm>
              <a:off x="5083969" y="3424237"/>
              <a:ext cx="95250" cy="59531"/>
            </a:xfrm>
            <a:custGeom>
              <a:avLst/>
              <a:gdLst>
                <a:gd name="connsiteX0" fmla="*/ 0 w 95250"/>
                <a:gd name="connsiteY0" fmla="*/ 0 h 50006"/>
                <a:gd name="connsiteX1" fmla="*/ 30956 w 95250"/>
                <a:gd name="connsiteY1" fmla="*/ 50006 h 50006"/>
                <a:gd name="connsiteX2" fmla="*/ 95250 w 95250"/>
                <a:gd name="connsiteY2" fmla="*/ 11906 h 50006"/>
                <a:gd name="connsiteX3" fmla="*/ 57150 w 95250"/>
                <a:gd name="connsiteY3" fmla="*/ 2381 h 50006"/>
                <a:gd name="connsiteX4" fmla="*/ 0 w 95250"/>
                <a:gd name="connsiteY4" fmla="*/ 0 h 50006"/>
                <a:gd name="connsiteX0" fmla="*/ 0 w 95250"/>
                <a:gd name="connsiteY0" fmla="*/ 2382 h 52388"/>
                <a:gd name="connsiteX1" fmla="*/ 30956 w 95250"/>
                <a:gd name="connsiteY1" fmla="*/ 52388 h 52388"/>
                <a:gd name="connsiteX2" fmla="*/ 95250 w 95250"/>
                <a:gd name="connsiteY2" fmla="*/ 14288 h 52388"/>
                <a:gd name="connsiteX3" fmla="*/ 57150 w 95250"/>
                <a:gd name="connsiteY3" fmla="*/ 4763 h 52388"/>
                <a:gd name="connsiteX4" fmla="*/ 30956 w 95250"/>
                <a:gd name="connsiteY4" fmla="*/ 0 h 52388"/>
                <a:gd name="connsiteX5" fmla="*/ 0 w 95250"/>
                <a:gd name="connsiteY5" fmla="*/ 2382 h 52388"/>
                <a:gd name="connsiteX0" fmla="*/ 0 w 95250"/>
                <a:gd name="connsiteY0" fmla="*/ 9525 h 59531"/>
                <a:gd name="connsiteX1" fmla="*/ 30956 w 95250"/>
                <a:gd name="connsiteY1" fmla="*/ 59531 h 59531"/>
                <a:gd name="connsiteX2" fmla="*/ 95250 w 95250"/>
                <a:gd name="connsiteY2" fmla="*/ 21431 h 59531"/>
                <a:gd name="connsiteX3" fmla="*/ 57150 w 95250"/>
                <a:gd name="connsiteY3" fmla="*/ 11906 h 59531"/>
                <a:gd name="connsiteX4" fmla="*/ 35719 w 95250"/>
                <a:gd name="connsiteY4" fmla="*/ 0 h 59531"/>
                <a:gd name="connsiteX5" fmla="*/ 0 w 95250"/>
                <a:gd name="connsiteY5" fmla="*/ 9525 h 5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 h="59531">
                  <a:moveTo>
                    <a:pt x="0" y="9525"/>
                  </a:moveTo>
                  <a:lnTo>
                    <a:pt x="30956" y="59531"/>
                  </a:lnTo>
                  <a:lnTo>
                    <a:pt x="95250" y="21431"/>
                  </a:lnTo>
                  <a:lnTo>
                    <a:pt x="57150" y="11906"/>
                  </a:lnTo>
                  <a:lnTo>
                    <a:pt x="35719" y="0"/>
                  </a:lnTo>
                  <a:lnTo>
                    <a:pt x="0" y="9525"/>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8" name="Freeform: Shape 308">
              <a:extLst>
                <a:ext uri="{FF2B5EF4-FFF2-40B4-BE49-F238E27FC236}">
                  <a16:creationId xmlns:a16="http://schemas.microsoft.com/office/drawing/2014/main" id="{581AD738-FD7A-4403-9920-3ABD35647BAC}"/>
                </a:ext>
              </a:extLst>
            </p:cNvPr>
            <p:cNvSpPr/>
            <p:nvPr/>
          </p:nvSpPr>
          <p:spPr bwMode="auto">
            <a:xfrm>
              <a:off x="4857750" y="3757613"/>
              <a:ext cx="59531" cy="23812"/>
            </a:xfrm>
            <a:custGeom>
              <a:avLst/>
              <a:gdLst>
                <a:gd name="connsiteX0" fmla="*/ 0 w 59531"/>
                <a:gd name="connsiteY0" fmla="*/ 2381 h 23812"/>
                <a:gd name="connsiteX1" fmla="*/ 59531 w 59531"/>
                <a:gd name="connsiteY1" fmla="*/ 23812 h 23812"/>
                <a:gd name="connsiteX2" fmla="*/ 50006 w 59531"/>
                <a:gd name="connsiteY2" fmla="*/ 0 h 23812"/>
                <a:gd name="connsiteX3" fmla="*/ 0 w 59531"/>
                <a:gd name="connsiteY3" fmla="*/ 2381 h 23812"/>
              </a:gdLst>
              <a:ahLst/>
              <a:cxnLst>
                <a:cxn ang="0">
                  <a:pos x="connsiteX0" y="connsiteY0"/>
                </a:cxn>
                <a:cxn ang="0">
                  <a:pos x="connsiteX1" y="connsiteY1"/>
                </a:cxn>
                <a:cxn ang="0">
                  <a:pos x="connsiteX2" y="connsiteY2"/>
                </a:cxn>
                <a:cxn ang="0">
                  <a:pos x="connsiteX3" y="connsiteY3"/>
                </a:cxn>
              </a:cxnLst>
              <a:rect l="l" t="t" r="r" b="b"/>
              <a:pathLst>
                <a:path w="59531" h="23812">
                  <a:moveTo>
                    <a:pt x="0" y="2381"/>
                  </a:moveTo>
                  <a:lnTo>
                    <a:pt x="59531" y="23812"/>
                  </a:lnTo>
                  <a:lnTo>
                    <a:pt x="50006" y="0"/>
                  </a:lnTo>
                  <a:lnTo>
                    <a:pt x="0" y="2381"/>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59" name="Freeform: Shape 250">
              <a:extLst>
                <a:ext uri="{FF2B5EF4-FFF2-40B4-BE49-F238E27FC236}">
                  <a16:creationId xmlns:a16="http://schemas.microsoft.com/office/drawing/2014/main" id="{E853939F-6332-4D9F-88D7-4B043F6C8681}"/>
                </a:ext>
              </a:extLst>
            </p:cNvPr>
            <p:cNvSpPr/>
            <p:nvPr/>
          </p:nvSpPr>
          <p:spPr bwMode="auto">
            <a:xfrm rot="18190164">
              <a:off x="5079709" y="3759515"/>
              <a:ext cx="45719" cy="45719"/>
            </a:xfrm>
            <a:custGeom>
              <a:avLst/>
              <a:gdLst>
                <a:gd name="connsiteX0" fmla="*/ 0 w 59531"/>
                <a:gd name="connsiteY0" fmla="*/ 2381 h 23812"/>
                <a:gd name="connsiteX1" fmla="*/ 59531 w 59531"/>
                <a:gd name="connsiteY1" fmla="*/ 23812 h 23812"/>
                <a:gd name="connsiteX2" fmla="*/ 50006 w 59531"/>
                <a:gd name="connsiteY2" fmla="*/ 0 h 23812"/>
                <a:gd name="connsiteX3" fmla="*/ 0 w 59531"/>
                <a:gd name="connsiteY3" fmla="*/ 2381 h 23812"/>
              </a:gdLst>
              <a:ahLst/>
              <a:cxnLst>
                <a:cxn ang="0">
                  <a:pos x="connsiteX0" y="connsiteY0"/>
                </a:cxn>
                <a:cxn ang="0">
                  <a:pos x="connsiteX1" y="connsiteY1"/>
                </a:cxn>
                <a:cxn ang="0">
                  <a:pos x="connsiteX2" y="connsiteY2"/>
                </a:cxn>
                <a:cxn ang="0">
                  <a:pos x="connsiteX3" y="connsiteY3"/>
                </a:cxn>
              </a:cxnLst>
              <a:rect l="l" t="t" r="r" b="b"/>
              <a:pathLst>
                <a:path w="59531" h="23812">
                  <a:moveTo>
                    <a:pt x="0" y="2381"/>
                  </a:moveTo>
                  <a:lnTo>
                    <a:pt x="59531" y="23812"/>
                  </a:lnTo>
                  <a:lnTo>
                    <a:pt x="50006" y="0"/>
                  </a:lnTo>
                  <a:lnTo>
                    <a:pt x="0" y="2381"/>
                  </a:lnTo>
                  <a:close/>
                </a:path>
              </a:pathLst>
            </a:custGeom>
            <a:solidFill>
              <a:srgbClr val="00B0F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0" name="Freeform: Shape 312">
              <a:extLst>
                <a:ext uri="{FF2B5EF4-FFF2-40B4-BE49-F238E27FC236}">
                  <a16:creationId xmlns:a16="http://schemas.microsoft.com/office/drawing/2014/main" id="{4B7E85F3-271A-486F-AA1A-04DA02DE9A97}"/>
                </a:ext>
              </a:extLst>
            </p:cNvPr>
            <p:cNvSpPr/>
            <p:nvPr/>
          </p:nvSpPr>
          <p:spPr bwMode="auto">
            <a:xfrm>
              <a:off x="5229225" y="3702844"/>
              <a:ext cx="254794" cy="235744"/>
            </a:xfrm>
            <a:custGeom>
              <a:avLst/>
              <a:gdLst>
                <a:gd name="connsiteX0" fmla="*/ 195263 w 254794"/>
                <a:gd name="connsiteY0" fmla="*/ 235744 h 235744"/>
                <a:gd name="connsiteX1" fmla="*/ 147638 w 254794"/>
                <a:gd name="connsiteY1" fmla="*/ 235744 h 235744"/>
                <a:gd name="connsiteX2" fmla="*/ 85725 w 254794"/>
                <a:gd name="connsiteY2" fmla="*/ 178594 h 235744"/>
                <a:gd name="connsiteX3" fmla="*/ 16669 w 254794"/>
                <a:gd name="connsiteY3" fmla="*/ 152400 h 235744"/>
                <a:gd name="connsiteX4" fmla="*/ 0 w 254794"/>
                <a:gd name="connsiteY4" fmla="*/ 114300 h 235744"/>
                <a:gd name="connsiteX5" fmla="*/ 59531 w 254794"/>
                <a:gd name="connsiteY5" fmla="*/ 85725 h 235744"/>
                <a:gd name="connsiteX6" fmla="*/ 73819 w 254794"/>
                <a:gd name="connsiteY6" fmla="*/ 35719 h 235744"/>
                <a:gd name="connsiteX7" fmla="*/ 92869 w 254794"/>
                <a:gd name="connsiteY7" fmla="*/ 4762 h 235744"/>
                <a:gd name="connsiteX8" fmla="*/ 138113 w 254794"/>
                <a:gd name="connsiteY8" fmla="*/ 4762 h 235744"/>
                <a:gd name="connsiteX9" fmla="*/ 164306 w 254794"/>
                <a:gd name="connsiteY9" fmla="*/ 0 h 235744"/>
                <a:gd name="connsiteX10" fmla="*/ 195263 w 254794"/>
                <a:gd name="connsiteY10" fmla="*/ 59531 h 235744"/>
                <a:gd name="connsiteX11" fmla="*/ 188119 w 254794"/>
                <a:gd name="connsiteY11" fmla="*/ 109537 h 235744"/>
                <a:gd name="connsiteX12" fmla="*/ 238125 w 254794"/>
                <a:gd name="connsiteY12" fmla="*/ 145256 h 235744"/>
                <a:gd name="connsiteX13" fmla="*/ 254794 w 254794"/>
                <a:gd name="connsiteY13" fmla="*/ 209550 h 235744"/>
                <a:gd name="connsiteX14" fmla="*/ 195263 w 254794"/>
                <a:gd name="connsiteY14" fmla="*/ 235744 h 235744"/>
                <a:gd name="connsiteX0" fmla="*/ 195263 w 254794"/>
                <a:gd name="connsiteY0" fmla="*/ 235744 h 235744"/>
                <a:gd name="connsiteX1" fmla="*/ 147638 w 254794"/>
                <a:gd name="connsiteY1" fmla="*/ 235744 h 235744"/>
                <a:gd name="connsiteX2" fmla="*/ 85725 w 254794"/>
                <a:gd name="connsiteY2" fmla="*/ 178594 h 235744"/>
                <a:gd name="connsiteX3" fmla="*/ 16669 w 254794"/>
                <a:gd name="connsiteY3" fmla="*/ 152400 h 235744"/>
                <a:gd name="connsiteX4" fmla="*/ 0 w 254794"/>
                <a:gd name="connsiteY4" fmla="*/ 114300 h 235744"/>
                <a:gd name="connsiteX5" fmla="*/ 59531 w 254794"/>
                <a:gd name="connsiteY5" fmla="*/ 85725 h 235744"/>
                <a:gd name="connsiteX6" fmla="*/ 73819 w 254794"/>
                <a:gd name="connsiteY6" fmla="*/ 35719 h 235744"/>
                <a:gd name="connsiteX7" fmla="*/ 92869 w 254794"/>
                <a:gd name="connsiteY7" fmla="*/ 4762 h 235744"/>
                <a:gd name="connsiteX8" fmla="*/ 138113 w 254794"/>
                <a:gd name="connsiteY8" fmla="*/ 4762 h 235744"/>
                <a:gd name="connsiteX9" fmla="*/ 164306 w 254794"/>
                <a:gd name="connsiteY9" fmla="*/ 0 h 235744"/>
                <a:gd name="connsiteX10" fmla="*/ 195263 w 254794"/>
                <a:gd name="connsiteY10" fmla="*/ 59531 h 235744"/>
                <a:gd name="connsiteX11" fmla="*/ 188119 w 254794"/>
                <a:gd name="connsiteY11" fmla="*/ 109537 h 235744"/>
                <a:gd name="connsiteX12" fmla="*/ 238125 w 254794"/>
                <a:gd name="connsiteY12" fmla="*/ 145256 h 235744"/>
                <a:gd name="connsiteX13" fmla="*/ 254794 w 254794"/>
                <a:gd name="connsiteY13" fmla="*/ 209550 h 235744"/>
                <a:gd name="connsiteX14" fmla="*/ 226219 w 254794"/>
                <a:gd name="connsiteY14" fmla="*/ 216694 h 235744"/>
                <a:gd name="connsiteX15" fmla="*/ 195263 w 254794"/>
                <a:gd name="connsiteY15" fmla="*/ 235744 h 235744"/>
                <a:gd name="connsiteX0" fmla="*/ 195263 w 254794"/>
                <a:gd name="connsiteY0" fmla="*/ 235744 h 235744"/>
                <a:gd name="connsiteX1" fmla="*/ 147638 w 254794"/>
                <a:gd name="connsiteY1" fmla="*/ 235744 h 235744"/>
                <a:gd name="connsiteX2" fmla="*/ 85725 w 254794"/>
                <a:gd name="connsiteY2" fmla="*/ 178594 h 235744"/>
                <a:gd name="connsiteX3" fmla="*/ 16669 w 254794"/>
                <a:gd name="connsiteY3" fmla="*/ 152400 h 235744"/>
                <a:gd name="connsiteX4" fmla="*/ 0 w 254794"/>
                <a:gd name="connsiteY4" fmla="*/ 114300 h 235744"/>
                <a:gd name="connsiteX5" fmla="*/ 59531 w 254794"/>
                <a:gd name="connsiteY5" fmla="*/ 85725 h 235744"/>
                <a:gd name="connsiteX6" fmla="*/ 73819 w 254794"/>
                <a:gd name="connsiteY6" fmla="*/ 35719 h 235744"/>
                <a:gd name="connsiteX7" fmla="*/ 92869 w 254794"/>
                <a:gd name="connsiteY7" fmla="*/ 4762 h 235744"/>
                <a:gd name="connsiteX8" fmla="*/ 138113 w 254794"/>
                <a:gd name="connsiteY8" fmla="*/ 4762 h 235744"/>
                <a:gd name="connsiteX9" fmla="*/ 164306 w 254794"/>
                <a:gd name="connsiteY9" fmla="*/ 0 h 235744"/>
                <a:gd name="connsiteX10" fmla="*/ 195263 w 254794"/>
                <a:gd name="connsiteY10" fmla="*/ 59531 h 235744"/>
                <a:gd name="connsiteX11" fmla="*/ 188119 w 254794"/>
                <a:gd name="connsiteY11" fmla="*/ 109537 h 235744"/>
                <a:gd name="connsiteX12" fmla="*/ 238125 w 254794"/>
                <a:gd name="connsiteY12" fmla="*/ 145256 h 235744"/>
                <a:gd name="connsiteX13" fmla="*/ 254794 w 254794"/>
                <a:gd name="connsiteY13" fmla="*/ 209550 h 235744"/>
                <a:gd name="connsiteX14" fmla="*/ 221457 w 254794"/>
                <a:gd name="connsiteY14" fmla="*/ 192882 h 235744"/>
                <a:gd name="connsiteX15" fmla="*/ 195263 w 254794"/>
                <a:gd name="connsiteY15" fmla="*/ 235744 h 235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4794" h="235744">
                  <a:moveTo>
                    <a:pt x="195263" y="235744"/>
                  </a:moveTo>
                  <a:lnTo>
                    <a:pt x="147638" y="235744"/>
                  </a:lnTo>
                  <a:lnTo>
                    <a:pt x="85725" y="178594"/>
                  </a:lnTo>
                  <a:lnTo>
                    <a:pt x="16669" y="152400"/>
                  </a:lnTo>
                  <a:lnTo>
                    <a:pt x="0" y="114300"/>
                  </a:lnTo>
                  <a:lnTo>
                    <a:pt x="59531" y="85725"/>
                  </a:lnTo>
                  <a:lnTo>
                    <a:pt x="73819" y="35719"/>
                  </a:lnTo>
                  <a:lnTo>
                    <a:pt x="92869" y="4762"/>
                  </a:lnTo>
                  <a:lnTo>
                    <a:pt x="138113" y="4762"/>
                  </a:lnTo>
                  <a:lnTo>
                    <a:pt x="164306" y="0"/>
                  </a:lnTo>
                  <a:lnTo>
                    <a:pt x="195263" y="59531"/>
                  </a:lnTo>
                  <a:lnTo>
                    <a:pt x="188119" y="109537"/>
                  </a:lnTo>
                  <a:lnTo>
                    <a:pt x="238125" y="145256"/>
                  </a:lnTo>
                  <a:lnTo>
                    <a:pt x="254794" y="209550"/>
                  </a:lnTo>
                  <a:lnTo>
                    <a:pt x="221457" y="192882"/>
                  </a:lnTo>
                  <a:lnTo>
                    <a:pt x="195263" y="235744"/>
                  </a:lnTo>
                  <a:close/>
                </a:path>
              </a:pathLst>
            </a:custGeom>
            <a:solidFill>
              <a:srgbClr val="004A82"/>
            </a:solidFill>
            <a:ln w="9525">
              <a:solidFill>
                <a:srgbClr val="D7A968"/>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dirty="0">
                <a:solidFill>
                  <a:srgbClr val="FFFFFF"/>
                </a:solidFill>
                <a:highlight>
                  <a:srgbClr val="00FFFF"/>
                </a:highlight>
                <a:latin typeface="Myriad Pro"/>
                <a:ea typeface="MS PGothic" panose="020B0600070205080204" pitchFamily="34" charset="-128"/>
              </a:endParaRPr>
            </a:p>
          </p:txBody>
        </p:sp>
        <p:sp>
          <p:nvSpPr>
            <p:cNvPr id="461" name="Freeform: Shape 253">
              <a:extLst>
                <a:ext uri="{FF2B5EF4-FFF2-40B4-BE49-F238E27FC236}">
                  <a16:creationId xmlns:a16="http://schemas.microsoft.com/office/drawing/2014/main" id="{644D169E-0F46-4256-9803-E7D783CD65A7}"/>
                </a:ext>
              </a:extLst>
            </p:cNvPr>
            <p:cNvSpPr/>
            <p:nvPr/>
          </p:nvSpPr>
          <p:spPr bwMode="auto">
            <a:xfrm rot="2301587">
              <a:off x="5150268" y="3785229"/>
              <a:ext cx="45719"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0488">
                  <a:moveTo>
                    <a:pt x="0" y="9526"/>
                  </a:moveTo>
                  <a:lnTo>
                    <a:pt x="16669" y="90488"/>
                  </a:lnTo>
                  <a:lnTo>
                    <a:pt x="61913" y="78582"/>
                  </a:lnTo>
                  <a:lnTo>
                    <a:pt x="33338" y="0"/>
                  </a:lnTo>
                  <a:lnTo>
                    <a:pt x="0" y="9526"/>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2" name="Freeform: Shape 254">
              <a:extLst>
                <a:ext uri="{FF2B5EF4-FFF2-40B4-BE49-F238E27FC236}">
                  <a16:creationId xmlns:a16="http://schemas.microsoft.com/office/drawing/2014/main" id="{B017103C-0737-4621-BE19-80CE3DFEEE75}"/>
                </a:ext>
              </a:extLst>
            </p:cNvPr>
            <p:cNvSpPr/>
            <p:nvPr/>
          </p:nvSpPr>
          <p:spPr bwMode="auto">
            <a:xfrm rot="2301587">
              <a:off x="5130585" y="3833221"/>
              <a:ext cx="38574" cy="71164"/>
            </a:xfrm>
            <a:custGeom>
              <a:avLst/>
              <a:gdLst>
                <a:gd name="connsiteX0" fmla="*/ 0 w 45244"/>
                <a:gd name="connsiteY0" fmla="*/ 0 h 78581"/>
                <a:gd name="connsiteX1" fmla="*/ 14288 w 45244"/>
                <a:gd name="connsiteY1" fmla="*/ 78581 h 78581"/>
                <a:gd name="connsiteX2" fmla="*/ 45244 w 45244"/>
                <a:gd name="connsiteY2" fmla="*/ 50006 h 78581"/>
                <a:gd name="connsiteX3" fmla="*/ 0 w 45244"/>
                <a:gd name="connsiteY3" fmla="*/ 0 h 78581"/>
                <a:gd name="connsiteX0" fmla="*/ 0 w 45244"/>
                <a:gd name="connsiteY0" fmla="*/ 0 h 78581"/>
                <a:gd name="connsiteX1" fmla="*/ 14288 w 45244"/>
                <a:gd name="connsiteY1" fmla="*/ 78581 h 78581"/>
                <a:gd name="connsiteX2" fmla="*/ 45244 w 45244"/>
                <a:gd name="connsiteY2" fmla="*/ 50006 h 78581"/>
                <a:gd name="connsiteX3" fmla="*/ 26194 w 45244"/>
                <a:gd name="connsiteY3" fmla="*/ 38100 h 78581"/>
                <a:gd name="connsiteX4" fmla="*/ 0 w 45244"/>
                <a:gd name="connsiteY4" fmla="*/ 0 h 78581"/>
                <a:gd name="connsiteX0" fmla="*/ 0 w 45244"/>
                <a:gd name="connsiteY0" fmla="*/ 0 h 78581"/>
                <a:gd name="connsiteX1" fmla="*/ 14288 w 45244"/>
                <a:gd name="connsiteY1" fmla="*/ 78581 h 78581"/>
                <a:gd name="connsiteX2" fmla="*/ 45244 w 45244"/>
                <a:gd name="connsiteY2" fmla="*/ 50006 h 78581"/>
                <a:gd name="connsiteX3" fmla="*/ 33338 w 45244"/>
                <a:gd name="connsiteY3" fmla="*/ 2381 h 78581"/>
                <a:gd name="connsiteX4" fmla="*/ 0 w 45244"/>
                <a:gd name="connsiteY4" fmla="*/ 0 h 78581"/>
                <a:gd name="connsiteX0" fmla="*/ 0 w 45244"/>
                <a:gd name="connsiteY0" fmla="*/ 0 h 50006"/>
                <a:gd name="connsiteX1" fmla="*/ 6670 w 45244"/>
                <a:gd name="connsiteY1" fmla="*/ 42097 h 50006"/>
                <a:gd name="connsiteX2" fmla="*/ 45244 w 45244"/>
                <a:gd name="connsiteY2" fmla="*/ 50006 h 50006"/>
                <a:gd name="connsiteX3" fmla="*/ 33338 w 45244"/>
                <a:gd name="connsiteY3" fmla="*/ 2381 h 50006"/>
                <a:gd name="connsiteX4" fmla="*/ 0 w 45244"/>
                <a:gd name="connsiteY4" fmla="*/ 0 h 50006"/>
                <a:gd name="connsiteX0" fmla="*/ 0 w 45244"/>
                <a:gd name="connsiteY0" fmla="*/ 21115 h 71121"/>
                <a:gd name="connsiteX1" fmla="*/ 6670 w 45244"/>
                <a:gd name="connsiteY1" fmla="*/ 63212 h 71121"/>
                <a:gd name="connsiteX2" fmla="*/ 45244 w 45244"/>
                <a:gd name="connsiteY2" fmla="*/ 71121 h 71121"/>
                <a:gd name="connsiteX3" fmla="*/ 20816 w 45244"/>
                <a:gd name="connsiteY3" fmla="*/ 0 h 71121"/>
                <a:gd name="connsiteX4" fmla="*/ 0 w 45244"/>
                <a:gd name="connsiteY4" fmla="*/ 21115 h 71121"/>
                <a:gd name="connsiteX0" fmla="*/ 878 w 38574"/>
                <a:gd name="connsiteY0" fmla="*/ 0 h 71164"/>
                <a:gd name="connsiteX1" fmla="*/ 0 w 38574"/>
                <a:gd name="connsiteY1" fmla="*/ 63255 h 71164"/>
                <a:gd name="connsiteX2" fmla="*/ 38574 w 38574"/>
                <a:gd name="connsiteY2" fmla="*/ 71164 h 71164"/>
                <a:gd name="connsiteX3" fmla="*/ 14146 w 38574"/>
                <a:gd name="connsiteY3" fmla="*/ 43 h 71164"/>
                <a:gd name="connsiteX4" fmla="*/ 878 w 38574"/>
                <a:gd name="connsiteY4" fmla="*/ 0 h 71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74" h="71164">
                  <a:moveTo>
                    <a:pt x="878" y="0"/>
                  </a:moveTo>
                  <a:cubicBezTo>
                    <a:pt x="585" y="21085"/>
                    <a:pt x="293" y="42170"/>
                    <a:pt x="0" y="63255"/>
                  </a:cubicBezTo>
                  <a:lnTo>
                    <a:pt x="38574" y="71164"/>
                  </a:lnTo>
                  <a:lnTo>
                    <a:pt x="14146" y="43"/>
                  </a:lnTo>
                  <a:lnTo>
                    <a:pt x="878"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3" name="Freeform: Shape 311">
              <a:extLst>
                <a:ext uri="{FF2B5EF4-FFF2-40B4-BE49-F238E27FC236}">
                  <a16:creationId xmlns:a16="http://schemas.microsoft.com/office/drawing/2014/main" id="{43AE51C8-B997-48C1-88D2-36220E8D2A1F}"/>
                </a:ext>
              </a:extLst>
            </p:cNvPr>
            <p:cNvSpPr/>
            <p:nvPr/>
          </p:nvSpPr>
          <p:spPr bwMode="auto">
            <a:xfrm>
              <a:off x="5160169" y="3695700"/>
              <a:ext cx="171450" cy="152400"/>
            </a:xfrm>
            <a:custGeom>
              <a:avLst/>
              <a:gdLst>
                <a:gd name="connsiteX0" fmla="*/ 0 w 171450"/>
                <a:gd name="connsiteY0" fmla="*/ 40481 h 152400"/>
                <a:gd name="connsiteX1" fmla="*/ 2381 w 171450"/>
                <a:gd name="connsiteY1" fmla="*/ 90488 h 152400"/>
                <a:gd name="connsiteX2" fmla="*/ 19050 w 171450"/>
                <a:gd name="connsiteY2" fmla="*/ 88106 h 152400"/>
                <a:gd name="connsiteX3" fmla="*/ 21431 w 171450"/>
                <a:gd name="connsiteY3" fmla="*/ 104775 h 152400"/>
                <a:gd name="connsiteX4" fmla="*/ 2381 w 171450"/>
                <a:gd name="connsiteY4" fmla="*/ 133350 h 152400"/>
                <a:gd name="connsiteX5" fmla="*/ 7144 w 171450"/>
                <a:gd name="connsiteY5" fmla="*/ 152400 h 152400"/>
                <a:gd name="connsiteX6" fmla="*/ 7144 w 171450"/>
                <a:gd name="connsiteY6" fmla="*/ 152400 h 152400"/>
                <a:gd name="connsiteX7" fmla="*/ 133350 w 171450"/>
                <a:gd name="connsiteY7" fmla="*/ 92869 h 152400"/>
                <a:gd name="connsiteX8" fmla="*/ 142875 w 171450"/>
                <a:gd name="connsiteY8" fmla="*/ 38100 h 152400"/>
                <a:gd name="connsiteX9" fmla="*/ 171450 w 171450"/>
                <a:gd name="connsiteY9" fmla="*/ 7144 h 152400"/>
                <a:gd name="connsiteX10" fmla="*/ 157162 w 171450"/>
                <a:gd name="connsiteY10" fmla="*/ 0 h 152400"/>
                <a:gd name="connsiteX11" fmla="*/ 85725 w 171450"/>
                <a:gd name="connsiteY11" fmla="*/ 28575 h 152400"/>
                <a:gd name="connsiteX12" fmla="*/ 66675 w 171450"/>
                <a:gd name="connsiteY12" fmla="*/ 19050 h 152400"/>
                <a:gd name="connsiteX13" fmla="*/ 0 w 171450"/>
                <a:gd name="connsiteY13" fmla="*/ 40481 h 152400"/>
                <a:gd name="connsiteX0" fmla="*/ 0 w 171450"/>
                <a:gd name="connsiteY0" fmla="*/ 40481 h 152400"/>
                <a:gd name="connsiteX1" fmla="*/ 2381 w 171450"/>
                <a:gd name="connsiteY1" fmla="*/ 90488 h 152400"/>
                <a:gd name="connsiteX2" fmla="*/ 19050 w 171450"/>
                <a:gd name="connsiteY2" fmla="*/ 88106 h 152400"/>
                <a:gd name="connsiteX3" fmla="*/ 21431 w 171450"/>
                <a:gd name="connsiteY3" fmla="*/ 104775 h 152400"/>
                <a:gd name="connsiteX4" fmla="*/ 2381 w 171450"/>
                <a:gd name="connsiteY4" fmla="*/ 133350 h 152400"/>
                <a:gd name="connsiteX5" fmla="*/ 7144 w 171450"/>
                <a:gd name="connsiteY5" fmla="*/ 152400 h 152400"/>
                <a:gd name="connsiteX6" fmla="*/ 7144 w 171450"/>
                <a:gd name="connsiteY6" fmla="*/ 152400 h 152400"/>
                <a:gd name="connsiteX7" fmla="*/ 133350 w 171450"/>
                <a:gd name="connsiteY7" fmla="*/ 92869 h 152400"/>
                <a:gd name="connsiteX8" fmla="*/ 142875 w 171450"/>
                <a:gd name="connsiteY8" fmla="*/ 38100 h 152400"/>
                <a:gd name="connsiteX9" fmla="*/ 171450 w 171450"/>
                <a:gd name="connsiteY9" fmla="*/ 7144 h 152400"/>
                <a:gd name="connsiteX10" fmla="*/ 157162 w 171450"/>
                <a:gd name="connsiteY10" fmla="*/ 0 h 152400"/>
                <a:gd name="connsiteX11" fmla="*/ 85725 w 171450"/>
                <a:gd name="connsiteY11" fmla="*/ 28575 h 152400"/>
                <a:gd name="connsiteX12" fmla="*/ 66675 w 171450"/>
                <a:gd name="connsiteY12" fmla="*/ 19050 h 152400"/>
                <a:gd name="connsiteX13" fmla="*/ 30956 w 171450"/>
                <a:gd name="connsiteY13" fmla="*/ 30956 h 152400"/>
                <a:gd name="connsiteX14" fmla="*/ 0 w 171450"/>
                <a:gd name="connsiteY14" fmla="*/ 40481 h 152400"/>
                <a:gd name="connsiteX0" fmla="*/ 0 w 171450"/>
                <a:gd name="connsiteY0" fmla="*/ 40481 h 152400"/>
                <a:gd name="connsiteX1" fmla="*/ 2381 w 171450"/>
                <a:gd name="connsiteY1" fmla="*/ 90488 h 152400"/>
                <a:gd name="connsiteX2" fmla="*/ 19050 w 171450"/>
                <a:gd name="connsiteY2" fmla="*/ 88106 h 152400"/>
                <a:gd name="connsiteX3" fmla="*/ 21431 w 171450"/>
                <a:gd name="connsiteY3" fmla="*/ 104775 h 152400"/>
                <a:gd name="connsiteX4" fmla="*/ 2381 w 171450"/>
                <a:gd name="connsiteY4" fmla="*/ 133350 h 152400"/>
                <a:gd name="connsiteX5" fmla="*/ 7144 w 171450"/>
                <a:gd name="connsiteY5" fmla="*/ 152400 h 152400"/>
                <a:gd name="connsiteX6" fmla="*/ 7144 w 171450"/>
                <a:gd name="connsiteY6" fmla="*/ 152400 h 152400"/>
                <a:gd name="connsiteX7" fmla="*/ 133350 w 171450"/>
                <a:gd name="connsiteY7" fmla="*/ 92869 h 152400"/>
                <a:gd name="connsiteX8" fmla="*/ 142875 w 171450"/>
                <a:gd name="connsiteY8" fmla="*/ 38100 h 152400"/>
                <a:gd name="connsiteX9" fmla="*/ 171450 w 171450"/>
                <a:gd name="connsiteY9" fmla="*/ 7144 h 152400"/>
                <a:gd name="connsiteX10" fmla="*/ 157162 w 171450"/>
                <a:gd name="connsiteY10" fmla="*/ 0 h 152400"/>
                <a:gd name="connsiteX11" fmla="*/ 85725 w 171450"/>
                <a:gd name="connsiteY11" fmla="*/ 28575 h 152400"/>
                <a:gd name="connsiteX12" fmla="*/ 66675 w 171450"/>
                <a:gd name="connsiteY12" fmla="*/ 19050 h 152400"/>
                <a:gd name="connsiteX13" fmla="*/ 23813 w 171450"/>
                <a:gd name="connsiteY13" fmla="*/ 14288 h 152400"/>
                <a:gd name="connsiteX14" fmla="*/ 0 w 171450"/>
                <a:gd name="connsiteY14" fmla="*/ 40481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450" h="152400">
                  <a:moveTo>
                    <a:pt x="0" y="40481"/>
                  </a:moveTo>
                  <a:lnTo>
                    <a:pt x="2381" y="90488"/>
                  </a:lnTo>
                  <a:lnTo>
                    <a:pt x="19050" y="88106"/>
                  </a:lnTo>
                  <a:lnTo>
                    <a:pt x="21431" y="104775"/>
                  </a:lnTo>
                  <a:lnTo>
                    <a:pt x="2381" y="133350"/>
                  </a:lnTo>
                  <a:lnTo>
                    <a:pt x="7144" y="152400"/>
                  </a:lnTo>
                  <a:lnTo>
                    <a:pt x="7144" y="152400"/>
                  </a:lnTo>
                  <a:lnTo>
                    <a:pt x="133350" y="92869"/>
                  </a:lnTo>
                  <a:lnTo>
                    <a:pt x="142875" y="38100"/>
                  </a:lnTo>
                  <a:lnTo>
                    <a:pt x="171450" y="7144"/>
                  </a:lnTo>
                  <a:lnTo>
                    <a:pt x="157162" y="0"/>
                  </a:lnTo>
                  <a:lnTo>
                    <a:pt x="85725" y="28575"/>
                  </a:lnTo>
                  <a:lnTo>
                    <a:pt x="66675" y="19050"/>
                  </a:lnTo>
                  <a:lnTo>
                    <a:pt x="23813" y="14288"/>
                  </a:lnTo>
                  <a:lnTo>
                    <a:pt x="0" y="40481"/>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4" name="Freeform: Shape 313">
              <a:extLst>
                <a:ext uri="{FF2B5EF4-FFF2-40B4-BE49-F238E27FC236}">
                  <a16:creationId xmlns:a16="http://schemas.microsoft.com/office/drawing/2014/main" id="{EFFBA45F-F56F-4A09-B1AD-38C7AD9FEBB5}"/>
                </a:ext>
              </a:extLst>
            </p:cNvPr>
            <p:cNvSpPr/>
            <p:nvPr/>
          </p:nvSpPr>
          <p:spPr bwMode="auto">
            <a:xfrm>
              <a:off x="5138738" y="3817143"/>
              <a:ext cx="109537" cy="128588"/>
            </a:xfrm>
            <a:custGeom>
              <a:avLst/>
              <a:gdLst>
                <a:gd name="connsiteX0" fmla="*/ 109537 w 109537"/>
                <a:gd name="connsiteY0" fmla="*/ 14287 h 100012"/>
                <a:gd name="connsiteX1" fmla="*/ 50006 w 109537"/>
                <a:gd name="connsiteY1" fmla="*/ 35719 h 100012"/>
                <a:gd name="connsiteX2" fmla="*/ 76200 w 109537"/>
                <a:gd name="connsiteY2" fmla="*/ 57150 h 100012"/>
                <a:gd name="connsiteX3" fmla="*/ 57150 w 109537"/>
                <a:gd name="connsiteY3" fmla="*/ 78581 h 100012"/>
                <a:gd name="connsiteX4" fmla="*/ 40481 w 109537"/>
                <a:gd name="connsiteY4" fmla="*/ 85725 h 100012"/>
                <a:gd name="connsiteX5" fmla="*/ 23812 w 109537"/>
                <a:gd name="connsiteY5" fmla="*/ 100012 h 100012"/>
                <a:gd name="connsiteX6" fmla="*/ 0 w 109537"/>
                <a:gd name="connsiteY6" fmla="*/ 88106 h 100012"/>
                <a:gd name="connsiteX7" fmla="*/ 19050 w 109537"/>
                <a:gd name="connsiteY7" fmla="*/ 0 h 100012"/>
                <a:gd name="connsiteX8" fmla="*/ 109537 w 109537"/>
                <a:gd name="connsiteY8" fmla="*/ 14287 h 100012"/>
                <a:gd name="connsiteX0" fmla="*/ 109537 w 109537"/>
                <a:gd name="connsiteY0" fmla="*/ 14287 h 100012"/>
                <a:gd name="connsiteX1" fmla="*/ 50006 w 109537"/>
                <a:gd name="connsiteY1" fmla="*/ 35719 h 100012"/>
                <a:gd name="connsiteX2" fmla="*/ 76200 w 109537"/>
                <a:gd name="connsiteY2" fmla="*/ 57150 h 100012"/>
                <a:gd name="connsiteX3" fmla="*/ 57150 w 109537"/>
                <a:gd name="connsiteY3" fmla="*/ 78581 h 100012"/>
                <a:gd name="connsiteX4" fmla="*/ 40481 w 109537"/>
                <a:gd name="connsiteY4" fmla="*/ 85725 h 100012"/>
                <a:gd name="connsiteX5" fmla="*/ 23812 w 109537"/>
                <a:gd name="connsiteY5" fmla="*/ 100012 h 100012"/>
                <a:gd name="connsiteX6" fmla="*/ 0 w 109537"/>
                <a:gd name="connsiteY6" fmla="*/ 88106 h 100012"/>
                <a:gd name="connsiteX7" fmla="*/ 19050 w 109537"/>
                <a:gd name="connsiteY7" fmla="*/ 0 h 100012"/>
                <a:gd name="connsiteX8" fmla="*/ 76200 w 109537"/>
                <a:gd name="connsiteY8" fmla="*/ 11906 h 100012"/>
                <a:gd name="connsiteX9" fmla="*/ 109537 w 109537"/>
                <a:gd name="connsiteY9" fmla="*/ 14287 h 100012"/>
                <a:gd name="connsiteX0" fmla="*/ 109537 w 109537"/>
                <a:gd name="connsiteY0" fmla="*/ 42863 h 128588"/>
                <a:gd name="connsiteX1" fmla="*/ 50006 w 109537"/>
                <a:gd name="connsiteY1" fmla="*/ 64295 h 128588"/>
                <a:gd name="connsiteX2" fmla="*/ 76200 w 109537"/>
                <a:gd name="connsiteY2" fmla="*/ 85726 h 128588"/>
                <a:gd name="connsiteX3" fmla="*/ 57150 w 109537"/>
                <a:gd name="connsiteY3" fmla="*/ 107157 h 128588"/>
                <a:gd name="connsiteX4" fmla="*/ 40481 w 109537"/>
                <a:gd name="connsiteY4" fmla="*/ 114301 h 128588"/>
                <a:gd name="connsiteX5" fmla="*/ 23812 w 109537"/>
                <a:gd name="connsiteY5" fmla="*/ 128588 h 128588"/>
                <a:gd name="connsiteX6" fmla="*/ 0 w 109537"/>
                <a:gd name="connsiteY6" fmla="*/ 116682 h 128588"/>
                <a:gd name="connsiteX7" fmla="*/ 19050 w 109537"/>
                <a:gd name="connsiteY7" fmla="*/ 28576 h 128588"/>
                <a:gd name="connsiteX8" fmla="*/ 92869 w 109537"/>
                <a:gd name="connsiteY8" fmla="*/ 0 h 128588"/>
                <a:gd name="connsiteX9" fmla="*/ 109537 w 109537"/>
                <a:gd name="connsiteY9" fmla="*/ 42863 h 12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537" h="128588">
                  <a:moveTo>
                    <a:pt x="109537" y="42863"/>
                  </a:moveTo>
                  <a:lnTo>
                    <a:pt x="50006" y="64295"/>
                  </a:lnTo>
                  <a:lnTo>
                    <a:pt x="76200" y="85726"/>
                  </a:lnTo>
                  <a:lnTo>
                    <a:pt x="57150" y="107157"/>
                  </a:lnTo>
                  <a:lnTo>
                    <a:pt x="40481" y="114301"/>
                  </a:lnTo>
                  <a:lnTo>
                    <a:pt x="23812" y="128588"/>
                  </a:lnTo>
                  <a:lnTo>
                    <a:pt x="0" y="116682"/>
                  </a:lnTo>
                  <a:lnTo>
                    <a:pt x="19050" y="28576"/>
                  </a:lnTo>
                  <a:lnTo>
                    <a:pt x="92869" y="0"/>
                  </a:lnTo>
                  <a:lnTo>
                    <a:pt x="109537" y="42863"/>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5" name="Freeform: Shape 316">
              <a:extLst>
                <a:ext uri="{FF2B5EF4-FFF2-40B4-BE49-F238E27FC236}">
                  <a16:creationId xmlns:a16="http://schemas.microsoft.com/office/drawing/2014/main" id="{F691D1ED-FE60-4513-9205-21E24F60764C}"/>
                </a:ext>
              </a:extLst>
            </p:cNvPr>
            <p:cNvSpPr/>
            <p:nvPr/>
          </p:nvSpPr>
          <p:spPr bwMode="auto">
            <a:xfrm>
              <a:off x="4512469" y="4352925"/>
              <a:ext cx="173831" cy="271463"/>
            </a:xfrm>
            <a:custGeom>
              <a:avLst/>
              <a:gdLst>
                <a:gd name="connsiteX0" fmla="*/ 133350 w 173831"/>
                <a:gd name="connsiteY0" fmla="*/ 0 h 259557"/>
                <a:gd name="connsiteX1" fmla="*/ 97631 w 173831"/>
                <a:gd name="connsiteY1" fmla="*/ 92869 h 259557"/>
                <a:gd name="connsiteX2" fmla="*/ 61912 w 173831"/>
                <a:gd name="connsiteY2" fmla="*/ 142875 h 259557"/>
                <a:gd name="connsiteX3" fmla="*/ 28575 w 173831"/>
                <a:gd name="connsiteY3" fmla="*/ 126207 h 259557"/>
                <a:gd name="connsiteX4" fmla="*/ 7144 w 173831"/>
                <a:gd name="connsiteY4" fmla="*/ 152400 h 259557"/>
                <a:gd name="connsiteX5" fmla="*/ 0 w 173831"/>
                <a:gd name="connsiteY5" fmla="*/ 192882 h 259557"/>
                <a:gd name="connsiteX6" fmla="*/ 23812 w 173831"/>
                <a:gd name="connsiteY6" fmla="*/ 221457 h 259557"/>
                <a:gd name="connsiteX7" fmla="*/ 35719 w 173831"/>
                <a:gd name="connsiteY7" fmla="*/ 254794 h 259557"/>
                <a:gd name="connsiteX8" fmla="*/ 102394 w 173831"/>
                <a:gd name="connsiteY8" fmla="*/ 259557 h 259557"/>
                <a:gd name="connsiteX9" fmla="*/ 107156 w 173831"/>
                <a:gd name="connsiteY9" fmla="*/ 247650 h 259557"/>
                <a:gd name="connsiteX10" fmla="*/ 171450 w 173831"/>
                <a:gd name="connsiteY10" fmla="*/ 259557 h 259557"/>
                <a:gd name="connsiteX11" fmla="*/ 173831 w 173831"/>
                <a:gd name="connsiteY11" fmla="*/ 240507 h 259557"/>
                <a:gd name="connsiteX12" fmla="*/ 142875 w 173831"/>
                <a:gd name="connsiteY12" fmla="*/ 173832 h 259557"/>
                <a:gd name="connsiteX13" fmla="*/ 159544 w 173831"/>
                <a:gd name="connsiteY13" fmla="*/ 111919 h 259557"/>
                <a:gd name="connsiteX14" fmla="*/ 147637 w 173831"/>
                <a:gd name="connsiteY14" fmla="*/ 85725 h 259557"/>
                <a:gd name="connsiteX15" fmla="*/ 130969 w 173831"/>
                <a:gd name="connsiteY15" fmla="*/ 71438 h 259557"/>
                <a:gd name="connsiteX16" fmla="*/ 145256 w 173831"/>
                <a:gd name="connsiteY16" fmla="*/ 61913 h 259557"/>
                <a:gd name="connsiteX17" fmla="*/ 133350 w 173831"/>
                <a:gd name="connsiteY17" fmla="*/ 0 h 259557"/>
                <a:gd name="connsiteX0" fmla="*/ 133350 w 173831"/>
                <a:gd name="connsiteY0" fmla="*/ 0 h 259557"/>
                <a:gd name="connsiteX1" fmla="*/ 97631 w 173831"/>
                <a:gd name="connsiteY1" fmla="*/ 92869 h 259557"/>
                <a:gd name="connsiteX2" fmla="*/ 61912 w 173831"/>
                <a:gd name="connsiteY2" fmla="*/ 142875 h 259557"/>
                <a:gd name="connsiteX3" fmla="*/ 28575 w 173831"/>
                <a:gd name="connsiteY3" fmla="*/ 126207 h 259557"/>
                <a:gd name="connsiteX4" fmla="*/ 7144 w 173831"/>
                <a:gd name="connsiteY4" fmla="*/ 152400 h 259557"/>
                <a:gd name="connsiteX5" fmla="*/ 0 w 173831"/>
                <a:gd name="connsiteY5" fmla="*/ 192882 h 259557"/>
                <a:gd name="connsiteX6" fmla="*/ 23812 w 173831"/>
                <a:gd name="connsiteY6" fmla="*/ 221457 h 259557"/>
                <a:gd name="connsiteX7" fmla="*/ 35719 w 173831"/>
                <a:gd name="connsiteY7" fmla="*/ 254794 h 259557"/>
                <a:gd name="connsiteX8" fmla="*/ 102394 w 173831"/>
                <a:gd name="connsiteY8" fmla="*/ 259557 h 259557"/>
                <a:gd name="connsiteX9" fmla="*/ 107156 w 173831"/>
                <a:gd name="connsiteY9" fmla="*/ 247650 h 259557"/>
                <a:gd name="connsiteX10" fmla="*/ 171450 w 173831"/>
                <a:gd name="connsiteY10" fmla="*/ 259557 h 259557"/>
                <a:gd name="connsiteX11" fmla="*/ 173831 w 173831"/>
                <a:gd name="connsiteY11" fmla="*/ 240507 h 259557"/>
                <a:gd name="connsiteX12" fmla="*/ 142875 w 173831"/>
                <a:gd name="connsiteY12" fmla="*/ 173832 h 259557"/>
                <a:gd name="connsiteX13" fmla="*/ 159544 w 173831"/>
                <a:gd name="connsiteY13" fmla="*/ 111919 h 259557"/>
                <a:gd name="connsiteX14" fmla="*/ 147637 w 173831"/>
                <a:gd name="connsiteY14" fmla="*/ 85725 h 259557"/>
                <a:gd name="connsiteX15" fmla="*/ 130969 w 173831"/>
                <a:gd name="connsiteY15" fmla="*/ 71438 h 259557"/>
                <a:gd name="connsiteX16" fmla="*/ 145256 w 173831"/>
                <a:gd name="connsiteY16" fmla="*/ 61913 h 259557"/>
                <a:gd name="connsiteX17" fmla="*/ 138112 w 173831"/>
                <a:gd name="connsiteY17" fmla="*/ 33338 h 259557"/>
                <a:gd name="connsiteX18" fmla="*/ 133350 w 173831"/>
                <a:gd name="connsiteY18" fmla="*/ 0 h 259557"/>
                <a:gd name="connsiteX0" fmla="*/ 133350 w 173831"/>
                <a:gd name="connsiteY0" fmla="*/ 11906 h 271463"/>
                <a:gd name="connsiteX1" fmla="*/ 97631 w 173831"/>
                <a:gd name="connsiteY1" fmla="*/ 104775 h 271463"/>
                <a:gd name="connsiteX2" fmla="*/ 61912 w 173831"/>
                <a:gd name="connsiteY2" fmla="*/ 154781 h 271463"/>
                <a:gd name="connsiteX3" fmla="*/ 28575 w 173831"/>
                <a:gd name="connsiteY3" fmla="*/ 138113 h 271463"/>
                <a:gd name="connsiteX4" fmla="*/ 7144 w 173831"/>
                <a:gd name="connsiteY4" fmla="*/ 164306 h 271463"/>
                <a:gd name="connsiteX5" fmla="*/ 0 w 173831"/>
                <a:gd name="connsiteY5" fmla="*/ 204788 h 271463"/>
                <a:gd name="connsiteX6" fmla="*/ 23812 w 173831"/>
                <a:gd name="connsiteY6" fmla="*/ 233363 h 271463"/>
                <a:gd name="connsiteX7" fmla="*/ 35719 w 173831"/>
                <a:gd name="connsiteY7" fmla="*/ 266700 h 271463"/>
                <a:gd name="connsiteX8" fmla="*/ 102394 w 173831"/>
                <a:gd name="connsiteY8" fmla="*/ 271463 h 271463"/>
                <a:gd name="connsiteX9" fmla="*/ 107156 w 173831"/>
                <a:gd name="connsiteY9" fmla="*/ 259556 h 271463"/>
                <a:gd name="connsiteX10" fmla="*/ 171450 w 173831"/>
                <a:gd name="connsiteY10" fmla="*/ 271463 h 271463"/>
                <a:gd name="connsiteX11" fmla="*/ 173831 w 173831"/>
                <a:gd name="connsiteY11" fmla="*/ 252413 h 271463"/>
                <a:gd name="connsiteX12" fmla="*/ 142875 w 173831"/>
                <a:gd name="connsiteY12" fmla="*/ 185738 h 271463"/>
                <a:gd name="connsiteX13" fmla="*/ 159544 w 173831"/>
                <a:gd name="connsiteY13" fmla="*/ 123825 h 271463"/>
                <a:gd name="connsiteX14" fmla="*/ 147637 w 173831"/>
                <a:gd name="connsiteY14" fmla="*/ 97631 h 271463"/>
                <a:gd name="connsiteX15" fmla="*/ 130969 w 173831"/>
                <a:gd name="connsiteY15" fmla="*/ 83344 h 271463"/>
                <a:gd name="connsiteX16" fmla="*/ 145256 w 173831"/>
                <a:gd name="connsiteY16" fmla="*/ 73819 h 271463"/>
                <a:gd name="connsiteX17" fmla="*/ 157162 w 173831"/>
                <a:gd name="connsiteY17" fmla="*/ 0 h 271463"/>
                <a:gd name="connsiteX18" fmla="*/ 133350 w 173831"/>
                <a:gd name="connsiteY18" fmla="*/ 11906 h 271463"/>
                <a:gd name="connsiteX0" fmla="*/ 133350 w 173831"/>
                <a:gd name="connsiteY0" fmla="*/ 11906 h 271463"/>
                <a:gd name="connsiteX1" fmla="*/ 97631 w 173831"/>
                <a:gd name="connsiteY1" fmla="*/ 104775 h 271463"/>
                <a:gd name="connsiteX2" fmla="*/ 61912 w 173831"/>
                <a:gd name="connsiteY2" fmla="*/ 154781 h 271463"/>
                <a:gd name="connsiteX3" fmla="*/ 28575 w 173831"/>
                <a:gd name="connsiteY3" fmla="*/ 138113 h 271463"/>
                <a:gd name="connsiteX4" fmla="*/ 7144 w 173831"/>
                <a:gd name="connsiteY4" fmla="*/ 164306 h 271463"/>
                <a:gd name="connsiteX5" fmla="*/ 0 w 173831"/>
                <a:gd name="connsiteY5" fmla="*/ 204788 h 271463"/>
                <a:gd name="connsiteX6" fmla="*/ 23812 w 173831"/>
                <a:gd name="connsiteY6" fmla="*/ 233363 h 271463"/>
                <a:gd name="connsiteX7" fmla="*/ 35719 w 173831"/>
                <a:gd name="connsiteY7" fmla="*/ 266700 h 271463"/>
                <a:gd name="connsiteX8" fmla="*/ 102394 w 173831"/>
                <a:gd name="connsiteY8" fmla="*/ 271463 h 271463"/>
                <a:gd name="connsiteX9" fmla="*/ 107156 w 173831"/>
                <a:gd name="connsiteY9" fmla="*/ 259556 h 271463"/>
                <a:gd name="connsiteX10" fmla="*/ 171450 w 173831"/>
                <a:gd name="connsiteY10" fmla="*/ 271463 h 271463"/>
                <a:gd name="connsiteX11" fmla="*/ 173831 w 173831"/>
                <a:gd name="connsiteY11" fmla="*/ 252413 h 271463"/>
                <a:gd name="connsiteX12" fmla="*/ 142875 w 173831"/>
                <a:gd name="connsiteY12" fmla="*/ 185738 h 271463"/>
                <a:gd name="connsiteX13" fmla="*/ 159544 w 173831"/>
                <a:gd name="connsiteY13" fmla="*/ 123825 h 271463"/>
                <a:gd name="connsiteX14" fmla="*/ 147637 w 173831"/>
                <a:gd name="connsiteY14" fmla="*/ 97631 h 271463"/>
                <a:gd name="connsiteX15" fmla="*/ 130969 w 173831"/>
                <a:gd name="connsiteY15" fmla="*/ 83344 h 271463"/>
                <a:gd name="connsiteX16" fmla="*/ 145256 w 173831"/>
                <a:gd name="connsiteY16" fmla="*/ 73819 h 271463"/>
                <a:gd name="connsiteX17" fmla="*/ 147637 w 173831"/>
                <a:gd name="connsiteY17" fmla="*/ 52388 h 271463"/>
                <a:gd name="connsiteX18" fmla="*/ 157162 w 173831"/>
                <a:gd name="connsiteY18" fmla="*/ 0 h 271463"/>
                <a:gd name="connsiteX19" fmla="*/ 133350 w 173831"/>
                <a:gd name="connsiteY19" fmla="*/ 11906 h 271463"/>
                <a:gd name="connsiteX0" fmla="*/ 133350 w 173831"/>
                <a:gd name="connsiteY0" fmla="*/ 11906 h 271463"/>
                <a:gd name="connsiteX1" fmla="*/ 97631 w 173831"/>
                <a:gd name="connsiteY1" fmla="*/ 104775 h 271463"/>
                <a:gd name="connsiteX2" fmla="*/ 61912 w 173831"/>
                <a:gd name="connsiteY2" fmla="*/ 154781 h 271463"/>
                <a:gd name="connsiteX3" fmla="*/ 28575 w 173831"/>
                <a:gd name="connsiteY3" fmla="*/ 138113 h 271463"/>
                <a:gd name="connsiteX4" fmla="*/ 7144 w 173831"/>
                <a:gd name="connsiteY4" fmla="*/ 164306 h 271463"/>
                <a:gd name="connsiteX5" fmla="*/ 0 w 173831"/>
                <a:gd name="connsiteY5" fmla="*/ 204788 h 271463"/>
                <a:gd name="connsiteX6" fmla="*/ 23812 w 173831"/>
                <a:gd name="connsiteY6" fmla="*/ 233363 h 271463"/>
                <a:gd name="connsiteX7" fmla="*/ 35719 w 173831"/>
                <a:gd name="connsiteY7" fmla="*/ 266700 h 271463"/>
                <a:gd name="connsiteX8" fmla="*/ 102394 w 173831"/>
                <a:gd name="connsiteY8" fmla="*/ 271463 h 271463"/>
                <a:gd name="connsiteX9" fmla="*/ 107156 w 173831"/>
                <a:gd name="connsiteY9" fmla="*/ 259556 h 271463"/>
                <a:gd name="connsiteX10" fmla="*/ 171450 w 173831"/>
                <a:gd name="connsiteY10" fmla="*/ 271463 h 271463"/>
                <a:gd name="connsiteX11" fmla="*/ 173831 w 173831"/>
                <a:gd name="connsiteY11" fmla="*/ 252413 h 271463"/>
                <a:gd name="connsiteX12" fmla="*/ 142875 w 173831"/>
                <a:gd name="connsiteY12" fmla="*/ 185738 h 271463"/>
                <a:gd name="connsiteX13" fmla="*/ 159544 w 173831"/>
                <a:gd name="connsiteY13" fmla="*/ 123825 h 271463"/>
                <a:gd name="connsiteX14" fmla="*/ 147637 w 173831"/>
                <a:gd name="connsiteY14" fmla="*/ 97631 h 271463"/>
                <a:gd name="connsiteX15" fmla="*/ 130969 w 173831"/>
                <a:gd name="connsiteY15" fmla="*/ 83344 h 271463"/>
                <a:gd name="connsiteX16" fmla="*/ 145256 w 173831"/>
                <a:gd name="connsiteY16" fmla="*/ 73819 h 271463"/>
                <a:gd name="connsiteX17" fmla="*/ 159543 w 173831"/>
                <a:gd name="connsiteY17" fmla="*/ 52388 h 271463"/>
                <a:gd name="connsiteX18" fmla="*/ 157162 w 173831"/>
                <a:gd name="connsiteY18" fmla="*/ 0 h 271463"/>
                <a:gd name="connsiteX19" fmla="*/ 133350 w 173831"/>
                <a:gd name="connsiteY19" fmla="*/ 11906 h 271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3831" h="271463">
                  <a:moveTo>
                    <a:pt x="133350" y="11906"/>
                  </a:moveTo>
                  <a:lnTo>
                    <a:pt x="97631" y="104775"/>
                  </a:lnTo>
                  <a:lnTo>
                    <a:pt x="61912" y="154781"/>
                  </a:lnTo>
                  <a:lnTo>
                    <a:pt x="28575" y="138113"/>
                  </a:lnTo>
                  <a:lnTo>
                    <a:pt x="7144" y="164306"/>
                  </a:lnTo>
                  <a:lnTo>
                    <a:pt x="0" y="204788"/>
                  </a:lnTo>
                  <a:lnTo>
                    <a:pt x="23812" y="233363"/>
                  </a:lnTo>
                  <a:lnTo>
                    <a:pt x="35719" y="266700"/>
                  </a:lnTo>
                  <a:lnTo>
                    <a:pt x="102394" y="271463"/>
                  </a:lnTo>
                  <a:lnTo>
                    <a:pt x="107156" y="259556"/>
                  </a:lnTo>
                  <a:lnTo>
                    <a:pt x="171450" y="271463"/>
                  </a:lnTo>
                  <a:lnTo>
                    <a:pt x="173831" y="252413"/>
                  </a:lnTo>
                  <a:lnTo>
                    <a:pt x="142875" y="185738"/>
                  </a:lnTo>
                  <a:lnTo>
                    <a:pt x="159544" y="123825"/>
                  </a:lnTo>
                  <a:lnTo>
                    <a:pt x="147637" y="97631"/>
                  </a:lnTo>
                  <a:lnTo>
                    <a:pt x="130969" y="83344"/>
                  </a:lnTo>
                  <a:lnTo>
                    <a:pt x="145256" y="73819"/>
                  </a:lnTo>
                  <a:lnTo>
                    <a:pt x="159543" y="52388"/>
                  </a:lnTo>
                  <a:lnTo>
                    <a:pt x="157162" y="0"/>
                  </a:lnTo>
                  <a:lnTo>
                    <a:pt x="133350" y="11906"/>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6" name="Freeform: Shape 317">
              <a:extLst>
                <a:ext uri="{FF2B5EF4-FFF2-40B4-BE49-F238E27FC236}">
                  <a16:creationId xmlns:a16="http://schemas.microsoft.com/office/drawing/2014/main" id="{A6FC6689-CFFF-4B48-B5DB-DE49AD73F94C}"/>
                </a:ext>
              </a:extLst>
            </p:cNvPr>
            <p:cNvSpPr/>
            <p:nvPr/>
          </p:nvSpPr>
          <p:spPr bwMode="auto">
            <a:xfrm rot="2301587">
              <a:off x="4528865" y="4618682"/>
              <a:ext cx="45719"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0488">
                  <a:moveTo>
                    <a:pt x="0" y="9526"/>
                  </a:moveTo>
                  <a:lnTo>
                    <a:pt x="16669" y="90488"/>
                  </a:lnTo>
                  <a:lnTo>
                    <a:pt x="61913" y="78582"/>
                  </a:lnTo>
                  <a:lnTo>
                    <a:pt x="33338" y="0"/>
                  </a:lnTo>
                  <a:lnTo>
                    <a:pt x="0" y="9526"/>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7" name="Freeform: Shape 1060">
              <a:extLst>
                <a:ext uri="{FF2B5EF4-FFF2-40B4-BE49-F238E27FC236}">
                  <a16:creationId xmlns:a16="http://schemas.microsoft.com/office/drawing/2014/main" id="{A36187B7-2E43-44FF-AAA9-71230FE65AC9}"/>
                </a:ext>
              </a:extLst>
            </p:cNvPr>
            <p:cNvSpPr/>
            <p:nvPr/>
          </p:nvSpPr>
          <p:spPr bwMode="auto">
            <a:xfrm>
              <a:off x="4512469" y="4624388"/>
              <a:ext cx="147637" cy="145256"/>
            </a:xfrm>
            <a:custGeom>
              <a:avLst/>
              <a:gdLst>
                <a:gd name="connsiteX0" fmla="*/ 14287 w 147637"/>
                <a:gd name="connsiteY0" fmla="*/ 26193 h 145256"/>
                <a:gd name="connsiteX1" fmla="*/ 0 w 147637"/>
                <a:gd name="connsiteY1" fmla="*/ 78581 h 145256"/>
                <a:gd name="connsiteX2" fmla="*/ 23812 w 147637"/>
                <a:gd name="connsiteY2" fmla="*/ 111918 h 145256"/>
                <a:gd name="connsiteX3" fmla="*/ 54769 w 147637"/>
                <a:gd name="connsiteY3" fmla="*/ 145256 h 145256"/>
                <a:gd name="connsiteX4" fmla="*/ 83344 w 147637"/>
                <a:gd name="connsiteY4" fmla="*/ 140493 h 145256"/>
                <a:gd name="connsiteX5" fmla="*/ 76200 w 147637"/>
                <a:gd name="connsiteY5" fmla="*/ 123825 h 145256"/>
                <a:gd name="connsiteX6" fmla="*/ 90487 w 147637"/>
                <a:gd name="connsiteY6" fmla="*/ 102393 h 145256"/>
                <a:gd name="connsiteX7" fmla="*/ 116681 w 147637"/>
                <a:gd name="connsiteY7" fmla="*/ 109537 h 145256"/>
                <a:gd name="connsiteX8" fmla="*/ 147637 w 147637"/>
                <a:gd name="connsiteY8" fmla="*/ 109537 h 145256"/>
                <a:gd name="connsiteX9" fmla="*/ 145256 w 147637"/>
                <a:gd name="connsiteY9" fmla="*/ 78581 h 145256"/>
                <a:gd name="connsiteX10" fmla="*/ 133350 w 147637"/>
                <a:gd name="connsiteY10" fmla="*/ 47625 h 145256"/>
                <a:gd name="connsiteX11" fmla="*/ 142875 w 147637"/>
                <a:gd name="connsiteY11" fmla="*/ 14287 h 145256"/>
                <a:gd name="connsiteX12" fmla="*/ 104775 w 147637"/>
                <a:gd name="connsiteY12" fmla="*/ 23812 h 145256"/>
                <a:gd name="connsiteX13" fmla="*/ 104775 w 147637"/>
                <a:gd name="connsiteY13" fmla="*/ 0 h 145256"/>
                <a:gd name="connsiteX14" fmla="*/ 64294 w 147637"/>
                <a:gd name="connsiteY14" fmla="*/ 4762 h 145256"/>
                <a:gd name="connsiteX15" fmla="*/ 14287 w 147637"/>
                <a:gd name="connsiteY15" fmla="*/ 26193 h 145256"/>
                <a:gd name="connsiteX0" fmla="*/ 14287 w 147637"/>
                <a:gd name="connsiteY0" fmla="*/ 26193 h 145256"/>
                <a:gd name="connsiteX1" fmla="*/ 0 w 147637"/>
                <a:gd name="connsiteY1" fmla="*/ 78581 h 145256"/>
                <a:gd name="connsiteX2" fmla="*/ 23812 w 147637"/>
                <a:gd name="connsiteY2" fmla="*/ 111918 h 145256"/>
                <a:gd name="connsiteX3" fmla="*/ 54769 w 147637"/>
                <a:gd name="connsiteY3" fmla="*/ 145256 h 145256"/>
                <a:gd name="connsiteX4" fmla="*/ 83344 w 147637"/>
                <a:gd name="connsiteY4" fmla="*/ 140493 h 145256"/>
                <a:gd name="connsiteX5" fmla="*/ 76200 w 147637"/>
                <a:gd name="connsiteY5" fmla="*/ 123825 h 145256"/>
                <a:gd name="connsiteX6" fmla="*/ 90487 w 147637"/>
                <a:gd name="connsiteY6" fmla="*/ 102393 h 145256"/>
                <a:gd name="connsiteX7" fmla="*/ 116681 w 147637"/>
                <a:gd name="connsiteY7" fmla="*/ 109537 h 145256"/>
                <a:gd name="connsiteX8" fmla="*/ 147637 w 147637"/>
                <a:gd name="connsiteY8" fmla="*/ 109537 h 145256"/>
                <a:gd name="connsiteX9" fmla="*/ 145256 w 147637"/>
                <a:gd name="connsiteY9" fmla="*/ 78581 h 145256"/>
                <a:gd name="connsiteX10" fmla="*/ 133350 w 147637"/>
                <a:gd name="connsiteY10" fmla="*/ 47625 h 145256"/>
                <a:gd name="connsiteX11" fmla="*/ 142875 w 147637"/>
                <a:gd name="connsiteY11" fmla="*/ 14287 h 145256"/>
                <a:gd name="connsiteX12" fmla="*/ 104775 w 147637"/>
                <a:gd name="connsiteY12" fmla="*/ 23812 h 145256"/>
                <a:gd name="connsiteX13" fmla="*/ 104775 w 147637"/>
                <a:gd name="connsiteY13" fmla="*/ 0 h 145256"/>
                <a:gd name="connsiteX14" fmla="*/ 64294 w 147637"/>
                <a:gd name="connsiteY14" fmla="*/ 4762 h 145256"/>
                <a:gd name="connsiteX15" fmla="*/ 45244 w 147637"/>
                <a:gd name="connsiteY15" fmla="*/ 14287 h 145256"/>
                <a:gd name="connsiteX16" fmla="*/ 14287 w 147637"/>
                <a:gd name="connsiteY16" fmla="*/ 26193 h 145256"/>
                <a:gd name="connsiteX0" fmla="*/ 14287 w 147637"/>
                <a:gd name="connsiteY0" fmla="*/ 26193 h 145256"/>
                <a:gd name="connsiteX1" fmla="*/ 0 w 147637"/>
                <a:gd name="connsiteY1" fmla="*/ 78581 h 145256"/>
                <a:gd name="connsiteX2" fmla="*/ 23812 w 147637"/>
                <a:gd name="connsiteY2" fmla="*/ 111918 h 145256"/>
                <a:gd name="connsiteX3" fmla="*/ 54769 w 147637"/>
                <a:gd name="connsiteY3" fmla="*/ 145256 h 145256"/>
                <a:gd name="connsiteX4" fmla="*/ 83344 w 147637"/>
                <a:gd name="connsiteY4" fmla="*/ 140493 h 145256"/>
                <a:gd name="connsiteX5" fmla="*/ 76200 w 147637"/>
                <a:gd name="connsiteY5" fmla="*/ 123825 h 145256"/>
                <a:gd name="connsiteX6" fmla="*/ 90487 w 147637"/>
                <a:gd name="connsiteY6" fmla="*/ 102393 h 145256"/>
                <a:gd name="connsiteX7" fmla="*/ 116681 w 147637"/>
                <a:gd name="connsiteY7" fmla="*/ 109537 h 145256"/>
                <a:gd name="connsiteX8" fmla="*/ 147637 w 147637"/>
                <a:gd name="connsiteY8" fmla="*/ 109537 h 145256"/>
                <a:gd name="connsiteX9" fmla="*/ 145256 w 147637"/>
                <a:gd name="connsiteY9" fmla="*/ 78581 h 145256"/>
                <a:gd name="connsiteX10" fmla="*/ 133350 w 147637"/>
                <a:gd name="connsiteY10" fmla="*/ 47625 h 145256"/>
                <a:gd name="connsiteX11" fmla="*/ 142875 w 147637"/>
                <a:gd name="connsiteY11" fmla="*/ 14287 h 145256"/>
                <a:gd name="connsiteX12" fmla="*/ 104775 w 147637"/>
                <a:gd name="connsiteY12" fmla="*/ 23812 h 145256"/>
                <a:gd name="connsiteX13" fmla="*/ 104775 w 147637"/>
                <a:gd name="connsiteY13" fmla="*/ 0 h 145256"/>
                <a:gd name="connsiteX14" fmla="*/ 64294 w 147637"/>
                <a:gd name="connsiteY14" fmla="*/ 4762 h 145256"/>
                <a:gd name="connsiteX15" fmla="*/ 45244 w 147637"/>
                <a:gd name="connsiteY15" fmla="*/ 38100 h 145256"/>
                <a:gd name="connsiteX16" fmla="*/ 14287 w 147637"/>
                <a:gd name="connsiteY16" fmla="*/ 26193 h 145256"/>
                <a:gd name="connsiteX0" fmla="*/ 14287 w 147637"/>
                <a:gd name="connsiteY0" fmla="*/ 26193 h 145256"/>
                <a:gd name="connsiteX1" fmla="*/ 0 w 147637"/>
                <a:gd name="connsiteY1" fmla="*/ 78581 h 145256"/>
                <a:gd name="connsiteX2" fmla="*/ 23812 w 147637"/>
                <a:gd name="connsiteY2" fmla="*/ 111918 h 145256"/>
                <a:gd name="connsiteX3" fmla="*/ 54769 w 147637"/>
                <a:gd name="connsiteY3" fmla="*/ 145256 h 145256"/>
                <a:gd name="connsiteX4" fmla="*/ 83344 w 147637"/>
                <a:gd name="connsiteY4" fmla="*/ 140493 h 145256"/>
                <a:gd name="connsiteX5" fmla="*/ 76200 w 147637"/>
                <a:gd name="connsiteY5" fmla="*/ 123825 h 145256"/>
                <a:gd name="connsiteX6" fmla="*/ 90487 w 147637"/>
                <a:gd name="connsiteY6" fmla="*/ 102393 h 145256"/>
                <a:gd name="connsiteX7" fmla="*/ 116681 w 147637"/>
                <a:gd name="connsiteY7" fmla="*/ 109537 h 145256"/>
                <a:gd name="connsiteX8" fmla="*/ 147637 w 147637"/>
                <a:gd name="connsiteY8" fmla="*/ 109537 h 145256"/>
                <a:gd name="connsiteX9" fmla="*/ 145256 w 147637"/>
                <a:gd name="connsiteY9" fmla="*/ 78581 h 145256"/>
                <a:gd name="connsiteX10" fmla="*/ 133350 w 147637"/>
                <a:gd name="connsiteY10" fmla="*/ 47625 h 145256"/>
                <a:gd name="connsiteX11" fmla="*/ 142875 w 147637"/>
                <a:gd name="connsiteY11" fmla="*/ 14287 h 145256"/>
                <a:gd name="connsiteX12" fmla="*/ 104775 w 147637"/>
                <a:gd name="connsiteY12" fmla="*/ 23812 h 145256"/>
                <a:gd name="connsiteX13" fmla="*/ 104775 w 147637"/>
                <a:gd name="connsiteY13" fmla="*/ 0 h 145256"/>
                <a:gd name="connsiteX14" fmla="*/ 64294 w 147637"/>
                <a:gd name="connsiteY14" fmla="*/ 4762 h 145256"/>
                <a:gd name="connsiteX15" fmla="*/ 45244 w 147637"/>
                <a:gd name="connsiteY15" fmla="*/ 30956 h 145256"/>
                <a:gd name="connsiteX16" fmla="*/ 14287 w 147637"/>
                <a:gd name="connsiteY16" fmla="*/ 26193 h 145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7637" h="145256">
                  <a:moveTo>
                    <a:pt x="14287" y="26193"/>
                  </a:moveTo>
                  <a:lnTo>
                    <a:pt x="0" y="78581"/>
                  </a:lnTo>
                  <a:lnTo>
                    <a:pt x="23812" y="111918"/>
                  </a:lnTo>
                  <a:lnTo>
                    <a:pt x="54769" y="145256"/>
                  </a:lnTo>
                  <a:lnTo>
                    <a:pt x="83344" y="140493"/>
                  </a:lnTo>
                  <a:lnTo>
                    <a:pt x="76200" y="123825"/>
                  </a:lnTo>
                  <a:lnTo>
                    <a:pt x="90487" y="102393"/>
                  </a:lnTo>
                  <a:lnTo>
                    <a:pt x="116681" y="109537"/>
                  </a:lnTo>
                  <a:lnTo>
                    <a:pt x="147637" y="109537"/>
                  </a:lnTo>
                  <a:lnTo>
                    <a:pt x="145256" y="78581"/>
                  </a:lnTo>
                  <a:lnTo>
                    <a:pt x="133350" y="47625"/>
                  </a:lnTo>
                  <a:lnTo>
                    <a:pt x="142875" y="14287"/>
                  </a:lnTo>
                  <a:lnTo>
                    <a:pt x="104775" y="23812"/>
                  </a:lnTo>
                  <a:lnTo>
                    <a:pt x="104775" y="0"/>
                  </a:lnTo>
                  <a:lnTo>
                    <a:pt x="64294" y="4762"/>
                  </a:lnTo>
                  <a:lnTo>
                    <a:pt x="45244" y="30956"/>
                  </a:lnTo>
                  <a:lnTo>
                    <a:pt x="14287" y="26193"/>
                  </a:lnTo>
                  <a:close/>
                </a:path>
              </a:pathLst>
            </a:custGeom>
            <a:solidFill>
              <a:srgbClr val="7030A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8" name="Freeform: Shape 319">
              <a:extLst>
                <a:ext uri="{FF2B5EF4-FFF2-40B4-BE49-F238E27FC236}">
                  <a16:creationId xmlns:a16="http://schemas.microsoft.com/office/drawing/2014/main" id="{ED1D68D9-5BC3-4685-8455-45458089E39A}"/>
                </a:ext>
              </a:extLst>
            </p:cNvPr>
            <p:cNvSpPr/>
            <p:nvPr/>
          </p:nvSpPr>
          <p:spPr bwMode="auto">
            <a:xfrm rot="2301587">
              <a:off x="5021855" y="4692288"/>
              <a:ext cx="45719"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0488">
                  <a:moveTo>
                    <a:pt x="0" y="9526"/>
                  </a:moveTo>
                  <a:lnTo>
                    <a:pt x="16669" y="90488"/>
                  </a:lnTo>
                  <a:lnTo>
                    <a:pt x="61913" y="78582"/>
                  </a:lnTo>
                  <a:lnTo>
                    <a:pt x="33338" y="0"/>
                  </a:lnTo>
                  <a:lnTo>
                    <a:pt x="0" y="9526"/>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69" name="Freeform: Shape 320">
              <a:extLst>
                <a:ext uri="{FF2B5EF4-FFF2-40B4-BE49-F238E27FC236}">
                  <a16:creationId xmlns:a16="http://schemas.microsoft.com/office/drawing/2014/main" id="{2F2D4841-CC3E-42A1-B8E1-6E4D5EDABB67}"/>
                </a:ext>
              </a:extLst>
            </p:cNvPr>
            <p:cNvSpPr/>
            <p:nvPr/>
          </p:nvSpPr>
          <p:spPr bwMode="auto">
            <a:xfrm rot="2301587">
              <a:off x="5017093" y="4740397"/>
              <a:ext cx="45719"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0488">
                  <a:moveTo>
                    <a:pt x="0" y="9526"/>
                  </a:moveTo>
                  <a:lnTo>
                    <a:pt x="16669" y="90488"/>
                  </a:lnTo>
                  <a:lnTo>
                    <a:pt x="61913" y="78582"/>
                  </a:lnTo>
                  <a:lnTo>
                    <a:pt x="33338" y="0"/>
                  </a:lnTo>
                  <a:lnTo>
                    <a:pt x="0" y="9526"/>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0" name="Freeform: Shape 1072">
              <a:extLst>
                <a:ext uri="{FF2B5EF4-FFF2-40B4-BE49-F238E27FC236}">
                  <a16:creationId xmlns:a16="http://schemas.microsoft.com/office/drawing/2014/main" id="{B67FCE16-1FA5-4364-92D9-95CA1E697C81}"/>
                </a:ext>
              </a:extLst>
            </p:cNvPr>
            <p:cNvSpPr/>
            <p:nvPr/>
          </p:nvSpPr>
          <p:spPr bwMode="auto">
            <a:xfrm>
              <a:off x="5017294" y="4564856"/>
              <a:ext cx="142875" cy="166688"/>
            </a:xfrm>
            <a:custGeom>
              <a:avLst/>
              <a:gdLst>
                <a:gd name="connsiteX0" fmla="*/ 42862 w 142875"/>
                <a:gd name="connsiteY0" fmla="*/ 4763 h 166688"/>
                <a:gd name="connsiteX1" fmla="*/ 38100 w 142875"/>
                <a:gd name="connsiteY1" fmla="*/ 57150 h 166688"/>
                <a:gd name="connsiteX2" fmla="*/ 23812 w 142875"/>
                <a:gd name="connsiteY2" fmla="*/ 83344 h 166688"/>
                <a:gd name="connsiteX3" fmla="*/ 7144 w 142875"/>
                <a:gd name="connsiteY3" fmla="*/ 104775 h 166688"/>
                <a:gd name="connsiteX4" fmla="*/ 0 w 142875"/>
                <a:gd name="connsiteY4" fmla="*/ 147638 h 166688"/>
                <a:gd name="connsiteX5" fmla="*/ 42862 w 142875"/>
                <a:gd name="connsiteY5" fmla="*/ 140494 h 166688"/>
                <a:gd name="connsiteX6" fmla="*/ 61912 w 142875"/>
                <a:gd name="connsiteY6" fmla="*/ 150019 h 166688"/>
                <a:gd name="connsiteX7" fmla="*/ 88106 w 142875"/>
                <a:gd name="connsiteY7" fmla="*/ 166688 h 166688"/>
                <a:gd name="connsiteX8" fmla="*/ 116681 w 142875"/>
                <a:gd name="connsiteY8" fmla="*/ 135732 h 166688"/>
                <a:gd name="connsiteX9" fmla="*/ 123825 w 142875"/>
                <a:gd name="connsiteY9" fmla="*/ 114300 h 166688"/>
                <a:gd name="connsiteX10" fmla="*/ 142875 w 142875"/>
                <a:gd name="connsiteY10" fmla="*/ 64294 h 166688"/>
                <a:gd name="connsiteX11" fmla="*/ 135731 w 142875"/>
                <a:gd name="connsiteY11" fmla="*/ 33338 h 166688"/>
                <a:gd name="connsiteX12" fmla="*/ 114300 w 142875"/>
                <a:gd name="connsiteY12" fmla="*/ 0 h 166688"/>
                <a:gd name="connsiteX13" fmla="*/ 42862 w 142875"/>
                <a:gd name="connsiteY13" fmla="*/ 4763 h 166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2875" h="166688">
                  <a:moveTo>
                    <a:pt x="42862" y="4763"/>
                  </a:moveTo>
                  <a:lnTo>
                    <a:pt x="38100" y="57150"/>
                  </a:lnTo>
                  <a:lnTo>
                    <a:pt x="23812" y="83344"/>
                  </a:lnTo>
                  <a:lnTo>
                    <a:pt x="7144" y="104775"/>
                  </a:lnTo>
                  <a:lnTo>
                    <a:pt x="0" y="147638"/>
                  </a:lnTo>
                  <a:lnTo>
                    <a:pt x="42862" y="140494"/>
                  </a:lnTo>
                  <a:lnTo>
                    <a:pt x="61912" y="150019"/>
                  </a:lnTo>
                  <a:lnTo>
                    <a:pt x="88106" y="166688"/>
                  </a:lnTo>
                  <a:lnTo>
                    <a:pt x="116681" y="135732"/>
                  </a:lnTo>
                  <a:lnTo>
                    <a:pt x="123825" y="114300"/>
                  </a:lnTo>
                  <a:lnTo>
                    <a:pt x="142875" y="64294"/>
                  </a:lnTo>
                  <a:lnTo>
                    <a:pt x="135731" y="33338"/>
                  </a:lnTo>
                  <a:lnTo>
                    <a:pt x="114300" y="0"/>
                  </a:lnTo>
                  <a:lnTo>
                    <a:pt x="42862" y="4763"/>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1" name="Freeform: Shape 63">
              <a:extLst>
                <a:ext uri="{FF2B5EF4-FFF2-40B4-BE49-F238E27FC236}">
                  <a16:creationId xmlns:a16="http://schemas.microsoft.com/office/drawing/2014/main" id="{AA07A5B4-0247-4270-9CF8-9EA67588FFDA}"/>
                </a:ext>
              </a:extLst>
            </p:cNvPr>
            <p:cNvSpPr/>
            <p:nvPr/>
          </p:nvSpPr>
          <p:spPr bwMode="auto">
            <a:xfrm>
              <a:off x="5029200" y="4700588"/>
              <a:ext cx="245269" cy="257175"/>
            </a:xfrm>
            <a:custGeom>
              <a:avLst/>
              <a:gdLst>
                <a:gd name="connsiteX0" fmla="*/ 235744 w 245269"/>
                <a:gd name="connsiteY0" fmla="*/ 71437 h 257175"/>
                <a:gd name="connsiteX1" fmla="*/ 197644 w 245269"/>
                <a:gd name="connsiteY1" fmla="*/ 35718 h 257175"/>
                <a:gd name="connsiteX2" fmla="*/ 114300 w 245269"/>
                <a:gd name="connsiteY2" fmla="*/ 0 h 257175"/>
                <a:gd name="connsiteX3" fmla="*/ 78581 w 245269"/>
                <a:gd name="connsiteY3" fmla="*/ 35718 h 257175"/>
                <a:gd name="connsiteX4" fmla="*/ 30956 w 245269"/>
                <a:gd name="connsiteY4" fmla="*/ 9525 h 257175"/>
                <a:gd name="connsiteX5" fmla="*/ 26194 w 245269"/>
                <a:gd name="connsiteY5" fmla="*/ 45243 h 257175"/>
                <a:gd name="connsiteX6" fmla="*/ 21431 w 245269"/>
                <a:gd name="connsiteY6" fmla="*/ 97631 h 257175"/>
                <a:gd name="connsiteX7" fmla="*/ 0 w 245269"/>
                <a:gd name="connsiteY7" fmla="*/ 85725 h 257175"/>
                <a:gd name="connsiteX8" fmla="*/ 26194 w 245269"/>
                <a:gd name="connsiteY8" fmla="*/ 173831 h 257175"/>
                <a:gd name="connsiteX9" fmla="*/ 14288 w 245269"/>
                <a:gd name="connsiteY9" fmla="*/ 185737 h 257175"/>
                <a:gd name="connsiteX10" fmla="*/ 28575 w 245269"/>
                <a:gd name="connsiteY10" fmla="*/ 207168 h 257175"/>
                <a:gd name="connsiteX11" fmla="*/ 61913 w 245269"/>
                <a:gd name="connsiteY11" fmla="*/ 207168 h 257175"/>
                <a:gd name="connsiteX12" fmla="*/ 78581 w 245269"/>
                <a:gd name="connsiteY12" fmla="*/ 223837 h 257175"/>
                <a:gd name="connsiteX13" fmla="*/ 109538 w 245269"/>
                <a:gd name="connsiteY13" fmla="*/ 211931 h 257175"/>
                <a:gd name="connsiteX14" fmla="*/ 123825 w 245269"/>
                <a:gd name="connsiteY14" fmla="*/ 257175 h 257175"/>
                <a:gd name="connsiteX15" fmla="*/ 245269 w 245269"/>
                <a:gd name="connsiteY15" fmla="*/ 240506 h 257175"/>
                <a:gd name="connsiteX16" fmla="*/ 235744 w 245269"/>
                <a:gd name="connsiteY16" fmla="*/ 71437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269" h="257175">
                  <a:moveTo>
                    <a:pt x="235744" y="71437"/>
                  </a:moveTo>
                  <a:lnTo>
                    <a:pt x="197644" y="35718"/>
                  </a:lnTo>
                  <a:lnTo>
                    <a:pt x="114300" y="0"/>
                  </a:lnTo>
                  <a:lnTo>
                    <a:pt x="78581" y="35718"/>
                  </a:lnTo>
                  <a:lnTo>
                    <a:pt x="30956" y="9525"/>
                  </a:lnTo>
                  <a:lnTo>
                    <a:pt x="26194" y="45243"/>
                  </a:lnTo>
                  <a:lnTo>
                    <a:pt x="21431" y="97631"/>
                  </a:lnTo>
                  <a:lnTo>
                    <a:pt x="0" y="85725"/>
                  </a:lnTo>
                  <a:lnTo>
                    <a:pt x="26194" y="173831"/>
                  </a:lnTo>
                  <a:lnTo>
                    <a:pt x="14288" y="185737"/>
                  </a:lnTo>
                  <a:lnTo>
                    <a:pt x="28575" y="207168"/>
                  </a:lnTo>
                  <a:lnTo>
                    <a:pt x="61913" y="207168"/>
                  </a:lnTo>
                  <a:lnTo>
                    <a:pt x="78581" y="223837"/>
                  </a:lnTo>
                  <a:lnTo>
                    <a:pt x="109538" y="211931"/>
                  </a:lnTo>
                  <a:lnTo>
                    <a:pt x="123825" y="257175"/>
                  </a:lnTo>
                  <a:lnTo>
                    <a:pt x="245269" y="240506"/>
                  </a:lnTo>
                  <a:lnTo>
                    <a:pt x="235744" y="71437"/>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2" name="Freeform: Shape 67">
              <a:extLst>
                <a:ext uri="{FF2B5EF4-FFF2-40B4-BE49-F238E27FC236}">
                  <a16:creationId xmlns:a16="http://schemas.microsoft.com/office/drawing/2014/main" id="{082231F8-4AB8-4713-A6AE-0C7D072F5E59}"/>
                </a:ext>
              </a:extLst>
            </p:cNvPr>
            <p:cNvSpPr/>
            <p:nvPr/>
          </p:nvSpPr>
          <p:spPr bwMode="auto">
            <a:xfrm>
              <a:off x="4696060" y="5231074"/>
              <a:ext cx="392906" cy="352425"/>
            </a:xfrm>
            <a:custGeom>
              <a:avLst/>
              <a:gdLst>
                <a:gd name="connsiteX0" fmla="*/ 0 w 388143"/>
                <a:gd name="connsiteY0" fmla="*/ 188119 h 352425"/>
                <a:gd name="connsiteX1" fmla="*/ 38100 w 388143"/>
                <a:gd name="connsiteY1" fmla="*/ 285750 h 352425"/>
                <a:gd name="connsiteX2" fmla="*/ 28575 w 388143"/>
                <a:gd name="connsiteY2" fmla="*/ 314325 h 352425"/>
                <a:gd name="connsiteX3" fmla="*/ 59531 w 388143"/>
                <a:gd name="connsiteY3" fmla="*/ 352425 h 352425"/>
                <a:gd name="connsiteX4" fmla="*/ 109537 w 388143"/>
                <a:gd name="connsiteY4" fmla="*/ 347662 h 352425"/>
                <a:gd name="connsiteX5" fmla="*/ 183356 w 388143"/>
                <a:gd name="connsiteY5" fmla="*/ 340519 h 352425"/>
                <a:gd name="connsiteX6" fmla="*/ 264318 w 388143"/>
                <a:gd name="connsiteY6" fmla="*/ 323850 h 352425"/>
                <a:gd name="connsiteX7" fmla="*/ 352425 w 388143"/>
                <a:gd name="connsiteY7" fmla="*/ 233362 h 352425"/>
                <a:gd name="connsiteX8" fmla="*/ 388143 w 388143"/>
                <a:gd name="connsiteY8" fmla="*/ 128587 h 352425"/>
                <a:gd name="connsiteX9" fmla="*/ 361950 w 388143"/>
                <a:gd name="connsiteY9" fmla="*/ 123825 h 352425"/>
                <a:gd name="connsiteX10" fmla="*/ 354806 w 388143"/>
                <a:gd name="connsiteY10" fmla="*/ 7144 h 352425"/>
                <a:gd name="connsiteX11" fmla="*/ 292893 w 388143"/>
                <a:gd name="connsiteY11" fmla="*/ 0 h 352425"/>
                <a:gd name="connsiteX12" fmla="*/ 180975 w 388143"/>
                <a:gd name="connsiteY12" fmla="*/ 109537 h 352425"/>
                <a:gd name="connsiteX13" fmla="*/ 152400 w 388143"/>
                <a:gd name="connsiteY13" fmla="*/ 107156 h 352425"/>
                <a:gd name="connsiteX14" fmla="*/ 104775 w 388143"/>
                <a:gd name="connsiteY14" fmla="*/ 140494 h 352425"/>
                <a:gd name="connsiteX15" fmla="*/ 88106 w 388143"/>
                <a:gd name="connsiteY15" fmla="*/ 128587 h 352425"/>
                <a:gd name="connsiteX16" fmla="*/ 80962 w 388143"/>
                <a:gd name="connsiteY16" fmla="*/ 104775 h 352425"/>
                <a:gd name="connsiteX17" fmla="*/ 66675 w 388143"/>
                <a:gd name="connsiteY17" fmla="*/ 188119 h 352425"/>
                <a:gd name="connsiteX18" fmla="*/ 0 w 388143"/>
                <a:gd name="connsiteY18" fmla="*/ 188119 h 352425"/>
                <a:gd name="connsiteX0" fmla="*/ 0 w 388143"/>
                <a:gd name="connsiteY0" fmla="*/ 188119 h 352425"/>
                <a:gd name="connsiteX1" fmla="*/ 38100 w 388143"/>
                <a:gd name="connsiteY1" fmla="*/ 285750 h 352425"/>
                <a:gd name="connsiteX2" fmla="*/ 28575 w 388143"/>
                <a:gd name="connsiteY2" fmla="*/ 314325 h 352425"/>
                <a:gd name="connsiteX3" fmla="*/ 59531 w 388143"/>
                <a:gd name="connsiteY3" fmla="*/ 352425 h 352425"/>
                <a:gd name="connsiteX4" fmla="*/ 109537 w 388143"/>
                <a:gd name="connsiteY4" fmla="*/ 347662 h 352425"/>
                <a:gd name="connsiteX5" fmla="*/ 183356 w 388143"/>
                <a:gd name="connsiteY5" fmla="*/ 340519 h 352425"/>
                <a:gd name="connsiteX6" fmla="*/ 264318 w 388143"/>
                <a:gd name="connsiteY6" fmla="*/ 323850 h 352425"/>
                <a:gd name="connsiteX7" fmla="*/ 352425 w 388143"/>
                <a:gd name="connsiteY7" fmla="*/ 233362 h 352425"/>
                <a:gd name="connsiteX8" fmla="*/ 388143 w 388143"/>
                <a:gd name="connsiteY8" fmla="*/ 128587 h 352425"/>
                <a:gd name="connsiteX9" fmla="*/ 361950 w 388143"/>
                <a:gd name="connsiteY9" fmla="*/ 123825 h 352425"/>
                <a:gd name="connsiteX10" fmla="*/ 354806 w 388143"/>
                <a:gd name="connsiteY10" fmla="*/ 7144 h 352425"/>
                <a:gd name="connsiteX11" fmla="*/ 292893 w 388143"/>
                <a:gd name="connsiteY11" fmla="*/ 0 h 352425"/>
                <a:gd name="connsiteX12" fmla="*/ 180975 w 388143"/>
                <a:gd name="connsiteY12" fmla="*/ 109537 h 352425"/>
                <a:gd name="connsiteX13" fmla="*/ 152400 w 388143"/>
                <a:gd name="connsiteY13" fmla="*/ 107156 h 352425"/>
                <a:gd name="connsiteX14" fmla="*/ 104775 w 388143"/>
                <a:gd name="connsiteY14" fmla="*/ 140494 h 352425"/>
                <a:gd name="connsiteX15" fmla="*/ 88106 w 388143"/>
                <a:gd name="connsiteY15" fmla="*/ 128587 h 352425"/>
                <a:gd name="connsiteX16" fmla="*/ 80962 w 388143"/>
                <a:gd name="connsiteY16" fmla="*/ 104775 h 352425"/>
                <a:gd name="connsiteX17" fmla="*/ 66675 w 388143"/>
                <a:gd name="connsiteY17" fmla="*/ 188119 h 352425"/>
                <a:gd name="connsiteX18" fmla="*/ 38100 w 388143"/>
                <a:gd name="connsiteY18" fmla="*/ 185737 h 352425"/>
                <a:gd name="connsiteX19" fmla="*/ 0 w 388143"/>
                <a:gd name="connsiteY19" fmla="*/ 188119 h 352425"/>
                <a:gd name="connsiteX0" fmla="*/ 0 w 388143"/>
                <a:gd name="connsiteY0" fmla="*/ 188119 h 352425"/>
                <a:gd name="connsiteX1" fmla="*/ 38100 w 388143"/>
                <a:gd name="connsiteY1" fmla="*/ 285750 h 352425"/>
                <a:gd name="connsiteX2" fmla="*/ 28575 w 388143"/>
                <a:gd name="connsiteY2" fmla="*/ 314325 h 352425"/>
                <a:gd name="connsiteX3" fmla="*/ 59531 w 388143"/>
                <a:gd name="connsiteY3" fmla="*/ 352425 h 352425"/>
                <a:gd name="connsiteX4" fmla="*/ 109537 w 388143"/>
                <a:gd name="connsiteY4" fmla="*/ 347662 h 352425"/>
                <a:gd name="connsiteX5" fmla="*/ 183356 w 388143"/>
                <a:gd name="connsiteY5" fmla="*/ 340519 h 352425"/>
                <a:gd name="connsiteX6" fmla="*/ 264318 w 388143"/>
                <a:gd name="connsiteY6" fmla="*/ 323850 h 352425"/>
                <a:gd name="connsiteX7" fmla="*/ 352425 w 388143"/>
                <a:gd name="connsiteY7" fmla="*/ 233362 h 352425"/>
                <a:gd name="connsiteX8" fmla="*/ 388143 w 388143"/>
                <a:gd name="connsiteY8" fmla="*/ 128587 h 352425"/>
                <a:gd name="connsiteX9" fmla="*/ 361950 w 388143"/>
                <a:gd name="connsiteY9" fmla="*/ 123825 h 352425"/>
                <a:gd name="connsiteX10" fmla="*/ 354806 w 388143"/>
                <a:gd name="connsiteY10" fmla="*/ 7144 h 352425"/>
                <a:gd name="connsiteX11" fmla="*/ 292893 w 388143"/>
                <a:gd name="connsiteY11" fmla="*/ 0 h 352425"/>
                <a:gd name="connsiteX12" fmla="*/ 180975 w 388143"/>
                <a:gd name="connsiteY12" fmla="*/ 109537 h 352425"/>
                <a:gd name="connsiteX13" fmla="*/ 152400 w 388143"/>
                <a:gd name="connsiteY13" fmla="*/ 107156 h 352425"/>
                <a:gd name="connsiteX14" fmla="*/ 104775 w 388143"/>
                <a:gd name="connsiteY14" fmla="*/ 140494 h 352425"/>
                <a:gd name="connsiteX15" fmla="*/ 88106 w 388143"/>
                <a:gd name="connsiteY15" fmla="*/ 128587 h 352425"/>
                <a:gd name="connsiteX16" fmla="*/ 80962 w 388143"/>
                <a:gd name="connsiteY16" fmla="*/ 104775 h 352425"/>
                <a:gd name="connsiteX17" fmla="*/ 66675 w 388143"/>
                <a:gd name="connsiteY17" fmla="*/ 188119 h 352425"/>
                <a:gd name="connsiteX18" fmla="*/ 52387 w 388143"/>
                <a:gd name="connsiteY18" fmla="*/ 204787 h 352425"/>
                <a:gd name="connsiteX19" fmla="*/ 0 w 388143"/>
                <a:gd name="connsiteY19" fmla="*/ 188119 h 352425"/>
                <a:gd name="connsiteX0" fmla="*/ 0 w 388143"/>
                <a:gd name="connsiteY0" fmla="*/ 188119 h 352425"/>
                <a:gd name="connsiteX1" fmla="*/ 16668 w 388143"/>
                <a:gd name="connsiteY1" fmla="*/ 197644 h 352425"/>
                <a:gd name="connsiteX2" fmla="*/ 38100 w 388143"/>
                <a:gd name="connsiteY2" fmla="*/ 285750 h 352425"/>
                <a:gd name="connsiteX3" fmla="*/ 28575 w 388143"/>
                <a:gd name="connsiteY3" fmla="*/ 314325 h 352425"/>
                <a:gd name="connsiteX4" fmla="*/ 59531 w 388143"/>
                <a:gd name="connsiteY4" fmla="*/ 352425 h 352425"/>
                <a:gd name="connsiteX5" fmla="*/ 109537 w 388143"/>
                <a:gd name="connsiteY5" fmla="*/ 347662 h 352425"/>
                <a:gd name="connsiteX6" fmla="*/ 183356 w 388143"/>
                <a:gd name="connsiteY6" fmla="*/ 340519 h 352425"/>
                <a:gd name="connsiteX7" fmla="*/ 264318 w 388143"/>
                <a:gd name="connsiteY7" fmla="*/ 323850 h 352425"/>
                <a:gd name="connsiteX8" fmla="*/ 352425 w 388143"/>
                <a:gd name="connsiteY8" fmla="*/ 233362 h 352425"/>
                <a:gd name="connsiteX9" fmla="*/ 388143 w 388143"/>
                <a:gd name="connsiteY9" fmla="*/ 128587 h 352425"/>
                <a:gd name="connsiteX10" fmla="*/ 361950 w 388143"/>
                <a:gd name="connsiteY10" fmla="*/ 123825 h 352425"/>
                <a:gd name="connsiteX11" fmla="*/ 354806 w 388143"/>
                <a:gd name="connsiteY11" fmla="*/ 7144 h 352425"/>
                <a:gd name="connsiteX12" fmla="*/ 292893 w 388143"/>
                <a:gd name="connsiteY12" fmla="*/ 0 h 352425"/>
                <a:gd name="connsiteX13" fmla="*/ 180975 w 388143"/>
                <a:gd name="connsiteY13" fmla="*/ 109537 h 352425"/>
                <a:gd name="connsiteX14" fmla="*/ 152400 w 388143"/>
                <a:gd name="connsiteY14" fmla="*/ 107156 h 352425"/>
                <a:gd name="connsiteX15" fmla="*/ 104775 w 388143"/>
                <a:gd name="connsiteY15" fmla="*/ 140494 h 352425"/>
                <a:gd name="connsiteX16" fmla="*/ 88106 w 388143"/>
                <a:gd name="connsiteY16" fmla="*/ 128587 h 352425"/>
                <a:gd name="connsiteX17" fmla="*/ 80962 w 388143"/>
                <a:gd name="connsiteY17" fmla="*/ 104775 h 352425"/>
                <a:gd name="connsiteX18" fmla="*/ 66675 w 388143"/>
                <a:gd name="connsiteY18" fmla="*/ 188119 h 352425"/>
                <a:gd name="connsiteX19" fmla="*/ 52387 w 388143"/>
                <a:gd name="connsiteY19" fmla="*/ 204787 h 352425"/>
                <a:gd name="connsiteX20" fmla="*/ 0 w 388143"/>
                <a:gd name="connsiteY20" fmla="*/ 188119 h 352425"/>
                <a:gd name="connsiteX0" fmla="*/ 0 w 402431"/>
                <a:gd name="connsiteY0" fmla="*/ 192882 h 352425"/>
                <a:gd name="connsiteX1" fmla="*/ 30956 w 402431"/>
                <a:gd name="connsiteY1" fmla="*/ 197644 h 352425"/>
                <a:gd name="connsiteX2" fmla="*/ 52388 w 402431"/>
                <a:gd name="connsiteY2" fmla="*/ 285750 h 352425"/>
                <a:gd name="connsiteX3" fmla="*/ 42863 w 402431"/>
                <a:gd name="connsiteY3" fmla="*/ 314325 h 352425"/>
                <a:gd name="connsiteX4" fmla="*/ 73819 w 402431"/>
                <a:gd name="connsiteY4" fmla="*/ 352425 h 352425"/>
                <a:gd name="connsiteX5" fmla="*/ 123825 w 402431"/>
                <a:gd name="connsiteY5" fmla="*/ 347662 h 352425"/>
                <a:gd name="connsiteX6" fmla="*/ 197644 w 402431"/>
                <a:gd name="connsiteY6" fmla="*/ 340519 h 352425"/>
                <a:gd name="connsiteX7" fmla="*/ 278606 w 402431"/>
                <a:gd name="connsiteY7" fmla="*/ 323850 h 352425"/>
                <a:gd name="connsiteX8" fmla="*/ 366713 w 402431"/>
                <a:gd name="connsiteY8" fmla="*/ 233362 h 352425"/>
                <a:gd name="connsiteX9" fmla="*/ 402431 w 402431"/>
                <a:gd name="connsiteY9" fmla="*/ 128587 h 352425"/>
                <a:gd name="connsiteX10" fmla="*/ 376238 w 402431"/>
                <a:gd name="connsiteY10" fmla="*/ 123825 h 352425"/>
                <a:gd name="connsiteX11" fmla="*/ 369094 w 402431"/>
                <a:gd name="connsiteY11" fmla="*/ 7144 h 352425"/>
                <a:gd name="connsiteX12" fmla="*/ 307181 w 402431"/>
                <a:gd name="connsiteY12" fmla="*/ 0 h 352425"/>
                <a:gd name="connsiteX13" fmla="*/ 195263 w 402431"/>
                <a:gd name="connsiteY13" fmla="*/ 109537 h 352425"/>
                <a:gd name="connsiteX14" fmla="*/ 166688 w 402431"/>
                <a:gd name="connsiteY14" fmla="*/ 107156 h 352425"/>
                <a:gd name="connsiteX15" fmla="*/ 119063 w 402431"/>
                <a:gd name="connsiteY15" fmla="*/ 140494 h 352425"/>
                <a:gd name="connsiteX16" fmla="*/ 102394 w 402431"/>
                <a:gd name="connsiteY16" fmla="*/ 128587 h 352425"/>
                <a:gd name="connsiteX17" fmla="*/ 95250 w 402431"/>
                <a:gd name="connsiteY17" fmla="*/ 104775 h 352425"/>
                <a:gd name="connsiteX18" fmla="*/ 80963 w 402431"/>
                <a:gd name="connsiteY18" fmla="*/ 188119 h 352425"/>
                <a:gd name="connsiteX19" fmla="*/ 66675 w 402431"/>
                <a:gd name="connsiteY19" fmla="*/ 204787 h 352425"/>
                <a:gd name="connsiteX20" fmla="*/ 0 w 402431"/>
                <a:gd name="connsiteY20" fmla="*/ 192882 h 352425"/>
                <a:gd name="connsiteX0" fmla="*/ 0 w 373856"/>
                <a:gd name="connsiteY0" fmla="*/ 176213 h 352425"/>
                <a:gd name="connsiteX1" fmla="*/ 2381 w 373856"/>
                <a:gd name="connsiteY1" fmla="*/ 197644 h 352425"/>
                <a:gd name="connsiteX2" fmla="*/ 23813 w 373856"/>
                <a:gd name="connsiteY2" fmla="*/ 285750 h 352425"/>
                <a:gd name="connsiteX3" fmla="*/ 14288 w 373856"/>
                <a:gd name="connsiteY3" fmla="*/ 314325 h 352425"/>
                <a:gd name="connsiteX4" fmla="*/ 45244 w 373856"/>
                <a:gd name="connsiteY4" fmla="*/ 352425 h 352425"/>
                <a:gd name="connsiteX5" fmla="*/ 95250 w 373856"/>
                <a:gd name="connsiteY5" fmla="*/ 347662 h 352425"/>
                <a:gd name="connsiteX6" fmla="*/ 169069 w 373856"/>
                <a:gd name="connsiteY6" fmla="*/ 340519 h 352425"/>
                <a:gd name="connsiteX7" fmla="*/ 250031 w 373856"/>
                <a:gd name="connsiteY7" fmla="*/ 323850 h 352425"/>
                <a:gd name="connsiteX8" fmla="*/ 338138 w 373856"/>
                <a:gd name="connsiteY8" fmla="*/ 233362 h 352425"/>
                <a:gd name="connsiteX9" fmla="*/ 373856 w 373856"/>
                <a:gd name="connsiteY9" fmla="*/ 128587 h 352425"/>
                <a:gd name="connsiteX10" fmla="*/ 347663 w 373856"/>
                <a:gd name="connsiteY10" fmla="*/ 123825 h 352425"/>
                <a:gd name="connsiteX11" fmla="*/ 340519 w 373856"/>
                <a:gd name="connsiteY11" fmla="*/ 7144 h 352425"/>
                <a:gd name="connsiteX12" fmla="*/ 278606 w 373856"/>
                <a:gd name="connsiteY12" fmla="*/ 0 h 352425"/>
                <a:gd name="connsiteX13" fmla="*/ 166688 w 373856"/>
                <a:gd name="connsiteY13" fmla="*/ 109537 h 352425"/>
                <a:gd name="connsiteX14" fmla="*/ 138113 w 373856"/>
                <a:gd name="connsiteY14" fmla="*/ 107156 h 352425"/>
                <a:gd name="connsiteX15" fmla="*/ 90488 w 373856"/>
                <a:gd name="connsiteY15" fmla="*/ 140494 h 352425"/>
                <a:gd name="connsiteX16" fmla="*/ 73819 w 373856"/>
                <a:gd name="connsiteY16" fmla="*/ 128587 h 352425"/>
                <a:gd name="connsiteX17" fmla="*/ 66675 w 373856"/>
                <a:gd name="connsiteY17" fmla="*/ 104775 h 352425"/>
                <a:gd name="connsiteX18" fmla="*/ 52388 w 373856"/>
                <a:gd name="connsiteY18" fmla="*/ 188119 h 352425"/>
                <a:gd name="connsiteX19" fmla="*/ 38100 w 373856"/>
                <a:gd name="connsiteY19" fmla="*/ 204787 h 352425"/>
                <a:gd name="connsiteX20" fmla="*/ 0 w 373856"/>
                <a:gd name="connsiteY20" fmla="*/ 176213 h 352425"/>
                <a:gd name="connsiteX0" fmla="*/ 19050 w 392906"/>
                <a:gd name="connsiteY0" fmla="*/ 176213 h 352425"/>
                <a:gd name="connsiteX1" fmla="*/ 0 w 392906"/>
                <a:gd name="connsiteY1" fmla="*/ 188119 h 352425"/>
                <a:gd name="connsiteX2" fmla="*/ 42863 w 392906"/>
                <a:gd name="connsiteY2" fmla="*/ 285750 h 352425"/>
                <a:gd name="connsiteX3" fmla="*/ 33338 w 392906"/>
                <a:gd name="connsiteY3" fmla="*/ 314325 h 352425"/>
                <a:gd name="connsiteX4" fmla="*/ 64294 w 392906"/>
                <a:gd name="connsiteY4" fmla="*/ 352425 h 352425"/>
                <a:gd name="connsiteX5" fmla="*/ 114300 w 392906"/>
                <a:gd name="connsiteY5" fmla="*/ 347662 h 352425"/>
                <a:gd name="connsiteX6" fmla="*/ 188119 w 392906"/>
                <a:gd name="connsiteY6" fmla="*/ 340519 h 352425"/>
                <a:gd name="connsiteX7" fmla="*/ 269081 w 392906"/>
                <a:gd name="connsiteY7" fmla="*/ 323850 h 352425"/>
                <a:gd name="connsiteX8" fmla="*/ 357188 w 392906"/>
                <a:gd name="connsiteY8" fmla="*/ 233362 h 352425"/>
                <a:gd name="connsiteX9" fmla="*/ 392906 w 392906"/>
                <a:gd name="connsiteY9" fmla="*/ 128587 h 352425"/>
                <a:gd name="connsiteX10" fmla="*/ 366713 w 392906"/>
                <a:gd name="connsiteY10" fmla="*/ 123825 h 352425"/>
                <a:gd name="connsiteX11" fmla="*/ 359569 w 392906"/>
                <a:gd name="connsiteY11" fmla="*/ 7144 h 352425"/>
                <a:gd name="connsiteX12" fmla="*/ 297656 w 392906"/>
                <a:gd name="connsiteY12" fmla="*/ 0 h 352425"/>
                <a:gd name="connsiteX13" fmla="*/ 185738 w 392906"/>
                <a:gd name="connsiteY13" fmla="*/ 109537 h 352425"/>
                <a:gd name="connsiteX14" fmla="*/ 157163 w 392906"/>
                <a:gd name="connsiteY14" fmla="*/ 107156 h 352425"/>
                <a:gd name="connsiteX15" fmla="*/ 109538 w 392906"/>
                <a:gd name="connsiteY15" fmla="*/ 140494 h 352425"/>
                <a:gd name="connsiteX16" fmla="*/ 92869 w 392906"/>
                <a:gd name="connsiteY16" fmla="*/ 128587 h 352425"/>
                <a:gd name="connsiteX17" fmla="*/ 85725 w 392906"/>
                <a:gd name="connsiteY17" fmla="*/ 104775 h 352425"/>
                <a:gd name="connsiteX18" fmla="*/ 71438 w 392906"/>
                <a:gd name="connsiteY18" fmla="*/ 188119 h 352425"/>
                <a:gd name="connsiteX19" fmla="*/ 57150 w 392906"/>
                <a:gd name="connsiteY19" fmla="*/ 204787 h 352425"/>
                <a:gd name="connsiteX20" fmla="*/ 19050 w 392906"/>
                <a:gd name="connsiteY20" fmla="*/ 176213 h 352425"/>
                <a:gd name="connsiteX0" fmla="*/ 19050 w 392906"/>
                <a:gd name="connsiteY0" fmla="*/ 176213 h 352425"/>
                <a:gd name="connsiteX1" fmla="*/ 0 w 392906"/>
                <a:gd name="connsiteY1" fmla="*/ 188119 h 352425"/>
                <a:gd name="connsiteX2" fmla="*/ 42863 w 392906"/>
                <a:gd name="connsiteY2" fmla="*/ 285750 h 352425"/>
                <a:gd name="connsiteX3" fmla="*/ 33338 w 392906"/>
                <a:gd name="connsiteY3" fmla="*/ 314325 h 352425"/>
                <a:gd name="connsiteX4" fmla="*/ 64294 w 392906"/>
                <a:gd name="connsiteY4" fmla="*/ 352425 h 352425"/>
                <a:gd name="connsiteX5" fmla="*/ 114300 w 392906"/>
                <a:gd name="connsiteY5" fmla="*/ 347662 h 352425"/>
                <a:gd name="connsiteX6" fmla="*/ 188119 w 392906"/>
                <a:gd name="connsiteY6" fmla="*/ 340519 h 352425"/>
                <a:gd name="connsiteX7" fmla="*/ 269081 w 392906"/>
                <a:gd name="connsiteY7" fmla="*/ 323850 h 352425"/>
                <a:gd name="connsiteX8" fmla="*/ 357188 w 392906"/>
                <a:gd name="connsiteY8" fmla="*/ 233362 h 352425"/>
                <a:gd name="connsiteX9" fmla="*/ 392906 w 392906"/>
                <a:gd name="connsiteY9" fmla="*/ 128587 h 352425"/>
                <a:gd name="connsiteX10" fmla="*/ 366713 w 392906"/>
                <a:gd name="connsiteY10" fmla="*/ 123825 h 352425"/>
                <a:gd name="connsiteX11" fmla="*/ 359569 w 392906"/>
                <a:gd name="connsiteY11" fmla="*/ 7144 h 352425"/>
                <a:gd name="connsiteX12" fmla="*/ 297656 w 392906"/>
                <a:gd name="connsiteY12" fmla="*/ 0 h 352425"/>
                <a:gd name="connsiteX13" fmla="*/ 185738 w 392906"/>
                <a:gd name="connsiteY13" fmla="*/ 109537 h 352425"/>
                <a:gd name="connsiteX14" fmla="*/ 157163 w 392906"/>
                <a:gd name="connsiteY14" fmla="*/ 107156 h 352425"/>
                <a:gd name="connsiteX15" fmla="*/ 109538 w 392906"/>
                <a:gd name="connsiteY15" fmla="*/ 140494 h 352425"/>
                <a:gd name="connsiteX16" fmla="*/ 92869 w 392906"/>
                <a:gd name="connsiteY16" fmla="*/ 128587 h 352425"/>
                <a:gd name="connsiteX17" fmla="*/ 85725 w 392906"/>
                <a:gd name="connsiteY17" fmla="*/ 104775 h 352425"/>
                <a:gd name="connsiteX18" fmla="*/ 71438 w 392906"/>
                <a:gd name="connsiteY18" fmla="*/ 188119 h 352425"/>
                <a:gd name="connsiteX19" fmla="*/ 47625 w 392906"/>
                <a:gd name="connsiteY19" fmla="*/ 183355 h 352425"/>
                <a:gd name="connsiteX20" fmla="*/ 19050 w 392906"/>
                <a:gd name="connsiteY20" fmla="*/ 176213 h 352425"/>
                <a:gd name="connsiteX0" fmla="*/ 19050 w 392906"/>
                <a:gd name="connsiteY0" fmla="*/ 176213 h 352425"/>
                <a:gd name="connsiteX1" fmla="*/ 0 w 392906"/>
                <a:gd name="connsiteY1" fmla="*/ 188119 h 352425"/>
                <a:gd name="connsiteX2" fmla="*/ 42863 w 392906"/>
                <a:gd name="connsiteY2" fmla="*/ 285750 h 352425"/>
                <a:gd name="connsiteX3" fmla="*/ 33338 w 392906"/>
                <a:gd name="connsiteY3" fmla="*/ 314325 h 352425"/>
                <a:gd name="connsiteX4" fmla="*/ 64294 w 392906"/>
                <a:gd name="connsiteY4" fmla="*/ 352425 h 352425"/>
                <a:gd name="connsiteX5" fmla="*/ 114300 w 392906"/>
                <a:gd name="connsiteY5" fmla="*/ 347662 h 352425"/>
                <a:gd name="connsiteX6" fmla="*/ 188119 w 392906"/>
                <a:gd name="connsiteY6" fmla="*/ 340519 h 352425"/>
                <a:gd name="connsiteX7" fmla="*/ 269081 w 392906"/>
                <a:gd name="connsiteY7" fmla="*/ 323850 h 352425"/>
                <a:gd name="connsiteX8" fmla="*/ 357188 w 392906"/>
                <a:gd name="connsiteY8" fmla="*/ 233362 h 352425"/>
                <a:gd name="connsiteX9" fmla="*/ 392906 w 392906"/>
                <a:gd name="connsiteY9" fmla="*/ 128587 h 352425"/>
                <a:gd name="connsiteX10" fmla="*/ 366713 w 392906"/>
                <a:gd name="connsiteY10" fmla="*/ 123825 h 352425"/>
                <a:gd name="connsiteX11" fmla="*/ 359569 w 392906"/>
                <a:gd name="connsiteY11" fmla="*/ 7144 h 352425"/>
                <a:gd name="connsiteX12" fmla="*/ 297656 w 392906"/>
                <a:gd name="connsiteY12" fmla="*/ 0 h 352425"/>
                <a:gd name="connsiteX13" fmla="*/ 185738 w 392906"/>
                <a:gd name="connsiteY13" fmla="*/ 109537 h 352425"/>
                <a:gd name="connsiteX14" fmla="*/ 157163 w 392906"/>
                <a:gd name="connsiteY14" fmla="*/ 107156 h 352425"/>
                <a:gd name="connsiteX15" fmla="*/ 109538 w 392906"/>
                <a:gd name="connsiteY15" fmla="*/ 140494 h 352425"/>
                <a:gd name="connsiteX16" fmla="*/ 92869 w 392906"/>
                <a:gd name="connsiteY16" fmla="*/ 128587 h 352425"/>
                <a:gd name="connsiteX17" fmla="*/ 85725 w 392906"/>
                <a:gd name="connsiteY17" fmla="*/ 104775 h 352425"/>
                <a:gd name="connsiteX18" fmla="*/ 71438 w 392906"/>
                <a:gd name="connsiteY18" fmla="*/ 188119 h 352425"/>
                <a:gd name="connsiteX19" fmla="*/ 47625 w 392906"/>
                <a:gd name="connsiteY19" fmla="*/ 183355 h 352425"/>
                <a:gd name="connsiteX20" fmla="*/ 19050 w 392906"/>
                <a:gd name="connsiteY20" fmla="*/ 176213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2906" h="352425">
                  <a:moveTo>
                    <a:pt x="19050" y="176213"/>
                  </a:moveTo>
                  <a:lnTo>
                    <a:pt x="0" y="188119"/>
                  </a:lnTo>
                  <a:lnTo>
                    <a:pt x="42863" y="285750"/>
                  </a:lnTo>
                  <a:lnTo>
                    <a:pt x="33338" y="314325"/>
                  </a:lnTo>
                  <a:lnTo>
                    <a:pt x="64294" y="352425"/>
                  </a:lnTo>
                  <a:lnTo>
                    <a:pt x="114300" y="347662"/>
                  </a:lnTo>
                  <a:lnTo>
                    <a:pt x="188119" y="340519"/>
                  </a:lnTo>
                  <a:lnTo>
                    <a:pt x="269081" y="323850"/>
                  </a:lnTo>
                  <a:lnTo>
                    <a:pt x="357188" y="233362"/>
                  </a:lnTo>
                  <a:lnTo>
                    <a:pt x="392906" y="128587"/>
                  </a:lnTo>
                  <a:lnTo>
                    <a:pt x="366713" y="123825"/>
                  </a:lnTo>
                  <a:lnTo>
                    <a:pt x="359569" y="7144"/>
                  </a:lnTo>
                  <a:lnTo>
                    <a:pt x="297656" y="0"/>
                  </a:lnTo>
                  <a:lnTo>
                    <a:pt x="185738" y="109537"/>
                  </a:lnTo>
                  <a:lnTo>
                    <a:pt x="157163" y="107156"/>
                  </a:lnTo>
                  <a:lnTo>
                    <a:pt x="109538" y="140494"/>
                  </a:lnTo>
                  <a:lnTo>
                    <a:pt x="92869" y="128587"/>
                  </a:lnTo>
                  <a:lnTo>
                    <a:pt x="85725" y="104775"/>
                  </a:lnTo>
                  <a:lnTo>
                    <a:pt x="71438" y="188119"/>
                  </a:lnTo>
                  <a:lnTo>
                    <a:pt x="47625" y="183355"/>
                  </a:lnTo>
                  <a:lnTo>
                    <a:pt x="19050" y="176213"/>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3" name="Freeform: Shape 321">
              <a:extLst>
                <a:ext uri="{FF2B5EF4-FFF2-40B4-BE49-F238E27FC236}">
                  <a16:creationId xmlns:a16="http://schemas.microsoft.com/office/drawing/2014/main" id="{AA5E709E-A7FD-4704-A984-D174D7DF0769}"/>
                </a:ext>
              </a:extLst>
            </p:cNvPr>
            <p:cNvSpPr/>
            <p:nvPr/>
          </p:nvSpPr>
          <p:spPr bwMode="auto">
            <a:xfrm rot="2301587">
              <a:off x="5043715" y="5340943"/>
              <a:ext cx="45719"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0488">
                  <a:moveTo>
                    <a:pt x="0" y="9526"/>
                  </a:moveTo>
                  <a:lnTo>
                    <a:pt x="16669" y="90488"/>
                  </a:lnTo>
                  <a:lnTo>
                    <a:pt x="61913" y="78582"/>
                  </a:lnTo>
                  <a:lnTo>
                    <a:pt x="33338" y="0"/>
                  </a:lnTo>
                  <a:lnTo>
                    <a:pt x="0" y="9526"/>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4" name="Freeform 374">
              <a:extLst>
                <a:ext uri="{FF2B5EF4-FFF2-40B4-BE49-F238E27FC236}">
                  <a16:creationId xmlns:a16="http://schemas.microsoft.com/office/drawing/2014/main" id="{C4A8CE50-C429-4A61-922A-0C215FA112F6}"/>
                </a:ext>
              </a:extLst>
            </p:cNvPr>
            <p:cNvSpPr>
              <a:spLocks/>
            </p:cNvSpPr>
            <p:nvPr/>
          </p:nvSpPr>
          <p:spPr bwMode="auto">
            <a:xfrm>
              <a:off x="5012187" y="4936801"/>
              <a:ext cx="268288" cy="422275"/>
            </a:xfrm>
            <a:custGeom>
              <a:avLst/>
              <a:gdLst>
                <a:gd name="T0" fmla="*/ 2147483646 w 34"/>
                <a:gd name="T1" fmla="*/ 2147483646 h 54"/>
                <a:gd name="T2" fmla="*/ 2147483646 w 34"/>
                <a:gd name="T3" fmla="*/ 2147483646 h 54"/>
                <a:gd name="T4" fmla="*/ 2147483646 w 34"/>
                <a:gd name="T5" fmla="*/ 2147483646 h 54"/>
                <a:gd name="T6" fmla="*/ 2147483646 w 34"/>
                <a:gd name="T7" fmla="*/ 2147483646 h 54"/>
                <a:gd name="T8" fmla="*/ 2147483646 w 34"/>
                <a:gd name="T9" fmla="*/ 2147483646 h 54"/>
                <a:gd name="T10" fmla="*/ 2147483646 w 34"/>
                <a:gd name="T11" fmla="*/ 2147483646 h 54"/>
                <a:gd name="T12" fmla="*/ 2147483646 w 34"/>
                <a:gd name="T13" fmla="*/ 2147483646 h 54"/>
                <a:gd name="T14" fmla="*/ 2147483646 w 34"/>
                <a:gd name="T15" fmla="*/ 2147483646 h 54"/>
                <a:gd name="T16" fmla="*/ 2147483646 w 34"/>
                <a:gd name="T17" fmla="*/ 2147483646 h 54"/>
                <a:gd name="T18" fmla="*/ 2147483646 w 34"/>
                <a:gd name="T19" fmla="*/ 2147483646 h 54"/>
                <a:gd name="T20" fmla="*/ 2147483646 w 34"/>
                <a:gd name="T21" fmla="*/ 2147483646 h 54"/>
                <a:gd name="T22" fmla="*/ 2147483646 w 34"/>
                <a:gd name="T23" fmla="*/ 2147483646 h 54"/>
                <a:gd name="T24" fmla="*/ 0 w 34"/>
                <a:gd name="T25" fmla="*/ 2147483646 h 54"/>
                <a:gd name="T26" fmla="*/ 0 w 34"/>
                <a:gd name="T27" fmla="*/ 2147483646 h 54"/>
                <a:gd name="T28" fmla="*/ 2147483646 w 34"/>
                <a:gd name="T29" fmla="*/ 2147483646 h 54"/>
                <a:gd name="T30" fmla="*/ 2147483646 w 34"/>
                <a:gd name="T31" fmla="*/ 2147483646 h 54"/>
                <a:gd name="T32" fmla="*/ 2147483646 w 34"/>
                <a:gd name="T33" fmla="*/ 2147483646 h 54"/>
                <a:gd name="T34" fmla="*/ 2147483646 w 34"/>
                <a:gd name="T35" fmla="*/ 2147483646 h 54"/>
                <a:gd name="T36" fmla="*/ 2147483646 w 34"/>
                <a:gd name="T37" fmla="*/ 2147483646 h 54"/>
                <a:gd name="T38" fmla="*/ 2147483646 w 34"/>
                <a:gd name="T39" fmla="*/ 2147483646 h 54"/>
                <a:gd name="T40" fmla="*/ 2147483646 w 34"/>
                <a:gd name="T41" fmla="*/ 2147483646 h 54"/>
                <a:gd name="T42" fmla="*/ 2147483646 w 34"/>
                <a:gd name="T43" fmla="*/ 2147483646 h 54"/>
                <a:gd name="T44" fmla="*/ 2147483646 w 34"/>
                <a:gd name="T45" fmla="*/ 2147483646 h 54"/>
                <a:gd name="T46" fmla="*/ 2147483646 w 34"/>
                <a:gd name="T47" fmla="*/ 2147483646 h 54"/>
                <a:gd name="T48" fmla="*/ 2147483646 w 34"/>
                <a:gd name="T49" fmla="*/ 2147483646 h 54"/>
                <a:gd name="T50" fmla="*/ 2147483646 w 34"/>
                <a:gd name="T51" fmla="*/ 2147483646 h 54"/>
                <a:gd name="T52" fmla="*/ 2147483646 w 34"/>
                <a:gd name="T53" fmla="*/ 2147483646 h 54"/>
                <a:gd name="T54" fmla="*/ 2147483646 w 34"/>
                <a:gd name="T55" fmla="*/ 2147483646 h 54"/>
                <a:gd name="T56" fmla="*/ 2147483646 w 34"/>
                <a:gd name="T57" fmla="*/ 2147483646 h 54"/>
                <a:gd name="T58" fmla="*/ 2147483646 w 34"/>
                <a:gd name="T59" fmla="*/ 2147483646 h 54"/>
                <a:gd name="T60" fmla="*/ 2147483646 w 34"/>
                <a:gd name="T61" fmla="*/ 2147483646 h 54"/>
                <a:gd name="T62" fmla="*/ 2147483646 w 34"/>
                <a:gd name="T63" fmla="*/ 2147483646 h 54"/>
                <a:gd name="T64" fmla="*/ 2147483646 w 34"/>
                <a:gd name="T65" fmla="*/ 2147483646 h 54"/>
                <a:gd name="T66" fmla="*/ 2147483646 w 34"/>
                <a:gd name="T67" fmla="*/ 2147483646 h 54"/>
                <a:gd name="T68" fmla="*/ 2147483646 w 34"/>
                <a:gd name="T69" fmla="*/ 0 h 54"/>
                <a:gd name="T70" fmla="*/ 2147483646 w 34"/>
                <a:gd name="T71" fmla="*/ 0 h 54"/>
                <a:gd name="T72" fmla="*/ 2147483646 w 34"/>
                <a:gd name="T73" fmla="*/ 2147483646 h 54"/>
                <a:gd name="T74" fmla="*/ 2147483646 w 34"/>
                <a:gd name="T75" fmla="*/ 2147483646 h 5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4" h="54">
                  <a:moveTo>
                    <a:pt x="22" y="2"/>
                  </a:moveTo>
                  <a:cubicBezTo>
                    <a:pt x="17" y="3"/>
                    <a:pt x="17" y="3"/>
                    <a:pt x="17" y="3"/>
                  </a:cubicBezTo>
                  <a:cubicBezTo>
                    <a:pt x="17" y="4"/>
                    <a:pt x="17" y="4"/>
                    <a:pt x="17" y="4"/>
                  </a:cubicBezTo>
                  <a:cubicBezTo>
                    <a:pt x="17" y="3"/>
                    <a:pt x="17" y="3"/>
                    <a:pt x="17" y="3"/>
                  </a:cubicBezTo>
                  <a:cubicBezTo>
                    <a:pt x="16" y="3"/>
                    <a:pt x="16" y="3"/>
                    <a:pt x="16" y="3"/>
                  </a:cubicBezTo>
                  <a:cubicBezTo>
                    <a:pt x="16" y="8"/>
                    <a:pt x="16" y="8"/>
                    <a:pt x="16" y="8"/>
                  </a:cubicBezTo>
                  <a:cubicBezTo>
                    <a:pt x="19" y="13"/>
                    <a:pt x="19" y="13"/>
                    <a:pt x="19" y="13"/>
                  </a:cubicBezTo>
                  <a:cubicBezTo>
                    <a:pt x="19" y="16"/>
                    <a:pt x="19" y="16"/>
                    <a:pt x="19" y="16"/>
                  </a:cubicBezTo>
                  <a:cubicBezTo>
                    <a:pt x="16" y="18"/>
                    <a:pt x="16" y="18"/>
                    <a:pt x="16" y="18"/>
                  </a:cubicBezTo>
                  <a:cubicBezTo>
                    <a:pt x="15" y="16"/>
                    <a:pt x="15" y="16"/>
                    <a:pt x="15" y="16"/>
                  </a:cubicBezTo>
                  <a:cubicBezTo>
                    <a:pt x="13" y="13"/>
                    <a:pt x="13" y="13"/>
                    <a:pt x="13" y="13"/>
                  </a:cubicBezTo>
                  <a:cubicBezTo>
                    <a:pt x="9" y="11"/>
                    <a:pt x="9" y="11"/>
                    <a:pt x="9" y="11"/>
                  </a:cubicBezTo>
                  <a:cubicBezTo>
                    <a:pt x="0" y="15"/>
                    <a:pt x="0" y="15"/>
                    <a:pt x="0" y="15"/>
                  </a:cubicBezTo>
                  <a:cubicBezTo>
                    <a:pt x="0" y="16"/>
                    <a:pt x="0" y="16"/>
                    <a:pt x="0" y="16"/>
                  </a:cubicBezTo>
                  <a:cubicBezTo>
                    <a:pt x="1" y="16"/>
                    <a:pt x="1" y="16"/>
                    <a:pt x="1" y="16"/>
                  </a:cubicBezTo>
                  <a:cubicBezTo>
                    <a:pt x="2" y="15"/>
                    <a:pt x="2" y="15"/>
                    <a:pt x="2" y="15"/>
                  </a:cubicBezTo>
                  <a:cubicBezTo>
                    <a:pt x="1" y="16"/>
                    <a:pt x="1" y="16"/>
                    <a:pt x="1" y="16"/>
                  </a:cubicBezTo>
                  <a:cubicBezTo>
                    <a:pt x="9" y="19"/>
                    <a:pt x="9" y="19"/>
                    <a:pt x="9" y="19"/>
                  </a:cubicBezTo>
                  <a:cubicBezTo>
                    <a:pt x="9" y="23"/>
                    <a:pt x="9" y="23"/>
                    <a:pt x="9" y="23"/>
                  </a:cubicBezTo>
                  <a:cubicBezTo>
                    <a:pt x="9" y="28"/>
                    <a:pt x="9" y="28"/>
                    <a:pt x="9" y="28"/>
                  </a:cubicBezTo>
                  <a:cubicBezTo>
                    <a:pt x="7" y="36"/>
                    <a:pt x="7" y="36"/>
                    <a:pt x="7" y="36"/>
                  </a:cubicBezTo>
                  <a:cubicBezTo>
                    <a:pt x="5" y="39"/>
                    <a:pt x="5" y="39"/>
                    <a:pt x="5" y="39"/>
                  </a:cubicBezTo>
                  <a:cubicBezTo>
                    <a:pt x="6" y="39"/>
                    <a:pt x="6" y="39"/>
                    <a:pt x="6" y="39"/>
                  </a:cubicBezTo>
                  <a:cubicBezTo>
                    <a:pt x="7" y="54"/>
                    <a:pt x="7" y="54"/>
                    <a:pt x="7" y="54"/>
                  </a:cubicBezTo>
                  <a:cubicBezTo>
                    <a:pt x="9" y="54"/>
                    <a:pt x="9" y="54"/>
                    <a:pt x="9" y="54"/>
                  </a:cubicBezTo>
                  <a:cubicBezTo>
                    <a:pt x="10" y="51"/>
                    <a:pt x="9" y="51"/>
                    <a:pt x="9" y="51"/>
                  </a:cubicBezTo>
                  <a:cubicBezTo>
                    <a:pt x="16" y="45"/>
                    <a:pt x="16" y="45"/>
                    <a:pt x="16" y="45"/>
                  </a:cubicBezTo>
                  <a:cubicBezTo>
                    <a:pt x="18" y="40"/>
                    <a:pt x="18" y="40"/>
                    <a:pt x="18" y="40"/>
                  </a:cubicBezTo>
                  <a:cubicBezTo>
                    <a:pt x="16" y="31"/>
                    <a:pt x="16" y="31"/>
                    <a:pt x="16" y="31"/>
                  </a:cubicBezTo>
                  <a:cubicBezTo>
                    <a:pt x="21" y="25"/>
                    <a:pt x="21" y="25"/>
                    <a:pt x="21" y="25"/>
                  </a:cubicBezTo>
                  <a:cubicBezTo>
                    <a:pt x="30" y="20"/>
                    <a:pt x="30" y="20"/>
                    <a:pt x="30" y="20"/>
                  </a:cubicBezTo>
                  <a:cubicBezTo>
                    <a:pt x="33" y="16"/>
                    <a:pt x="33" y="16"/>
                    <a:pt x="33" y="16"/>
                  </a:cubicBezTo>
                  <a:cubicBezTo>
                    <a:pt x="34" y="11"/>
                    <a:pt x="34" y="11"/>
                    <a:pt x="34" y="11"/>
                  </a:cubicBezTo>
                  <a:cubicBezTo>
                    <a:pt x="33" y="4"/>
                    <a:pt x="33" y="4"/>
                    <a:pt x="33" y="4"/>
                  </a:cubicBezTo>
                  <a:cubicBezTo>
                    <a:pt x="33" y="0"/>
                    <a:pt x="33" y="0"/>
                    <a:pt x="33" y="0"/>
                  </a:cubicBezTo>
                  <a:cubicBezTo>
                    <a:pt x="33" y="0"/>
                    <a:pt x="33" y="0"/>
                    <a:pt x="33" y="0"/>
                  </a:cubicBezTo>
                  <a:cubicBezTo>
                    <a:pt x="30" y="1"/>
                    <a:pt x="30" y="1"/>
                    <a:pt x="30" y="1"/>
                  </a:cubicBezTo>
                  <a:lnTo>
                    <a:pt x="22" y="2"/>
                  </a:lnTo>
                  <a:close/>
                </a:path>
              </a:pathLst>
            </a:custGeom>
            <a:solidFill>
              <a:srgbClr val="FF0000"/>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5" name="Freeform: Shape 1062">
              <a:extLst>
                <a:ext uri="{FF2B5EF4-FFF2-40B4-BE49-F238E27FC236}">
                  <a16:creationId xmlns:a16="http://schemas.microsoft.com/office/drawing/2014/main" id="{C92796C0-BF1F-42D3-9D92-C382EF9CA097}"/>
                </a:ext>
              </a:extLst>
            </p:cNvPr>
            <p:cNvSpPr/>
            <p:nvPr/>
          </p:nvSpPr>
          <p:spPr bwMode="auto">
            <a:xfrm>
              <a:off x="4891088" y="5064919"/>
              <a:ext cx="192881" cy="185737"/>
            </a:xfrm>
            <a:custGeom>
              <a:avLst/>
              <a:gdLst>
                <a:gd name="connsiteX0" fmla="*/ 0 w 192881"/>
                <a:gd name="connsiteY0" fmla="*/ 61912 h 185737"/>
                <a:gd name="connsiteX1" fmla="*/ 47625 w 192881"/>
                <a:gd name="connsiteY1" fmla="*/ 128587 h 185737"/>
                <a:gd name="connsiteX2" fmla="*/ 66675 w 192881"/>
                <a:gd name="connsiteY2" fmla="*/ 130969 h 185737"/>
                <a:gd name="connsiteX3" fmla="*/ 69056 w 192881"/>
                <a:gd name="connsiteY3" fmla="*/ 159544 h 185737"/>
                <a:gd name="connsiteX4" fmla="*/ 161925 w 192881"/>
                <a:gd name="connsiteY4" fmla="*/ 185737 h 185737"/>
                <a:gd name="connsiteX5" fmla="*/ 171450 w 192881"/>
                <a:gd name="connsiteY5" fmla="*/ 171450 h 185737"/>
                <a:gd name="connsiteX6" fmla="*/ 183356 w 192881"/>
                <a:gd name="connsiteY6" fmla="*/ 121444 h 185737"/>
                <a:gd name="connsiteX7" fmla="*/ 192881 w 192881"/>
                <a:gd name="connsiteY7" fmla="*/ 85725 h 185737"/>
                <a:gd name="connsiteX8" fmla="*/ 185737 w 192881"/>
                <a:gd name="connsiteY8" fmla="*/ 19050 h 185737"/>
                <a:gd name="connsiteX9" fmla="*/ 133350 w 192881"/>
                <a:gd name="connsiteY9" fmla="*/ 0 h 185737"/>
                <a:gd name="connsiteX10" fmla="*/ 95250 w 192881"/>
                <a:gd name="connsiteY10" fmla="*/ 14287 h 185737"/>
                <a:gd name="connsiteX11" fmla="*/ 97631 w 192881"/>
                <a:gd name="connsiteY11" fmla="*/ 30956 h 185737"/>
                <a:gd name="connsiteX12" fmla="*/ 69056 w 192881"/>
                <a:gd name="connsiteY12" fmla="*/ 57150 h 185737"/>
                <a:gd name="connsiteX13" fmla="*/ 0 w 192881"/>
                <a:gd name="connsiteY13" fmla="*/ 61912 h 185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881" h="185737">
                  <a:moveTo>
                    <a:pt x="0" y="61912"/>
                  </a:moveTo>
                  <a:lnTo>
                    <a:pt x="47625" y="128587"/>
                  </a:lnTo>
                  <a:lnTo>
                    <a:pt x="66675" y="130969"/>
                  </a:lnTo>
                  <a:lnTo>
                    <a:pt x="69056" y="159544"/>
                  </a:lnTo>
                  <a:lnTo>
                    <a:pt x="161925" y="185737"/>
                  </a:lnTo>
                  <a:lnTo>
                    <a:pt x="171450" y="171450"/>
                  </a:lnTo>
                  <a:lnTo>
                    <a:pt x="183356" y="121444"/>
                  </a:lnTo>
                  <a:lnTo>
                    <a:pt x="192881" y="85725"/>
                  </a:lnTo>
                  <a:lnTo>
                    <a:pt x="185737" y="19050"/>
                  </a:lnTo>
                  <a:lnTo>
                    <a:pt x="133350" y="0"/>
                  </a:lnTo>
                  <a:lnTo>
                    <a:pt x="95250" y="14287"/>
                  </a:lnTo>
                  <a:lnTo>
                    <a:pt x="97631" y="30956"/>
                  </a:lnTo>
                  <a:lnTo>
                    <a:pt x="69056" y="57150"/>
                  </a:lnTo>
                  <a:lnTo>
                    <a:pt x="0" y="61912"/>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6" name="Freeform: Shape 1064">
              <a:extLst>
                <a:ext uri="{FF2B5EF4-FFF2-40B4-BE49-F238E27FC236}">
                  <a16:creationId xmlns:a16="http://schemas.microsoft.com/office/drawing/2014/main" id="{48C9CF85-4883-4CD0-8FF7-B860FF8A843B}"/>
                </a:ext>
              </a:extLst>
            </p:cNvPr>
            <p:cNvSpPr/>
            <p:nvPr/>
          </p:nvSpPr>
          <p:spPr bwMode="auto">
            <a:xfrm>
              <a:off x="4824413" y="4876800"/>
              <a:ext cx="292893" cy="250031"/>
            </a:xfrm>
            <a:custGeom>
              <a:avLst/>
              <a:gdLst>
                <a:gd name="connsiteX0" fmla="*/ 4762 w 292893"/>
                <a:gd name="connsiteY0" fmla="*/ 119063 h 250031"/>
                <a:gd name="connsiteX1" fmla="*/ 0 w 292893"/>
                <a:gd name="connsiteY1" fmla="*/ 209550 h 250031"/>
                <a:gd name="connsiteX2" fmla="*/ 26193 w 292893"/>
                <a:gd name="connsiteY2" fmla="*/ 242888 h 250031"/>
                <a:gd name="connsiteX3" fmla="*/ 76200 w 292893"/>
                <a:gd name="connsiteY3" fmla="*/ 250031 h 250031"/>
                <a:gd name="connsiteX4" fmla="*/ 138112 w 292893"/>
                <a:gd name="connsiteY4" fmla="*/ 245269 h 250031"/>
                <a:gd name="connsiteX5" fmla="*/ 164306 w 292893"/>
                <a:gd name="connsiteY5" fmla="*/ 216694 h 250031"/>
                <a:gd name="connsiteX6" fmla="*/ 157162 w 292893"/>
                <a:gd name="connsiteY6" fmla="*/ 200025 h 250031"/>
                <a:gd name="connsiteX7" fmla="*/ 200025 w 292893"/>
                <a:gd name="connsiteY7" fmla="*/ 185738 h 250031"/>
                <a:gd name="connsiteX8" fmla="*/ 211931 w 292893"/>
                <a:gd name="connsiteY8" fmla="*/ 169069 h 250031"/>
                <a:gd name="connsiteX9" fmla="*/ 252412 w 292893"/>
                <a:gd name="connsiteY9" fmla="*/ 147638 h 250031"/>
                <a:gd name="connsiteX10" fmla="*/ 273843 w 292893"/>
                <a:gd name="connsiteY10" fmla="*/ 147638 h 250031"/>
                <a:gd name="connsiteX11" fmla="*/ 292893 w 292893"/>
                <a:gd name="connsiteY11" fmla="*/ 92869 h 250031"/>
                <a:gd name="connsiteX12" fmla="*/ 273843 w 292893"/>
                <a:gd name="connsiteY12" fmla="*/ 33338 h 250031"/>
                <a:gd name="connsiteX13" fmla="*/ 230981 w 292893"/>
                <a:gd name="connsiteY13" fmla="*/ 21431 h 250031"/>
                <a:gd name="connsiteX14" fmla="*/ 214312 w 292893"/>
                <a:gd name="connsiteY14" fmla="*/ 0 h 250031"/>
                <a:gd name="connsiteX15" fmla="*/ 192881 w 292893"/>
                <a:gd name="connsiteY15" fmla="*/ 11906 h 250031"/>
                <a:gd name="connsiteX16" fmla="*/ 183356 w 292893"/>
                <a:gd name="connsiteY16" fmla="*/ 40481 h 250031"/>
                <a:gd name="connsiteX17" fmla="*/ 176212 w 292893"/>
                <a:gd name="connsiteY17" fmla="*/ 83344 h 250031"/>
                <a:gd name="connsiteX18" fmla="*/ 197643 w 292893"/>
                <a:gd name="connsiteY18" fmla="*/ 119063 h 250031"/>
                <a:gd name="connsiteX19" fmla="*/ 197643 w 292893"/>
                <a:gd name="connsiteY19" fmla="*/ 135731 h 250031"/>
                <a:gd name="connsiteX20" fmla="*/ 166687 w 292893"/>
                <a:gd name="connsiteY20" fmla="*/ 116681 h 250031"/>
                <a:gd name="connsiteX21" fmla="*/ 95250 w 292893"/>
                <a:gd name="connsiteY21" fmla="*/ 85725 h 250031"/>
                <a:gd name="connsiteX22" fmla="*/ 52387 w 292893"/>
                <a:gd name="connsiteY22" fmla="*/ 85725 h 250031"/>
                <a:gd name="connsiteX23" fmla="*/ 57150 w 292893"/>
                <a:gd name="connsiteY23" fmla="*/ 119063 h 250031"/>
                <a:gd name="connsiteX24" fmla="*/ 4762 w 292893"/>
                <a:gd name="connsiteY24" fmla="*/ 119063 h 25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2893" h="250031">
                  <a:moveTo>
                    <a:pt x="4762" y="119063"/>
                  </a:moveTo>
                  <a:lnTo>
                    <a:pt x="0" y="209550"/>
                  </a:lnTo>
                  <a:lnTo>
                    <a:pt x="26193" y="242888"/>
                  </a:lnTo>
                  <a:lnTo>
                    <a:pt x="76200" y="250031"/>
                  </a:lnTo>
                  <a:lnTo>
                    <a:pt x="138112" y="245269"/>
                  </a:lnTo>
                  <a:lnTo>
                    <a:pt x="164306" y="216694"/>
                  </a:lnTo>
                  <a:lnTo>
                    <a:pt x="157162" y="200025"/>
                  </a:lnTo>
                  <a:lnTo>
                    <a:pt x="200025" y="185738"/>
                  </a:lnTo>
                  <a:lnTo>
                    <a:pt x="211931" y="169069"/>
                  </a:lnTo>
                  <a:lnTo>
                    <a:pt x="252412" y="147638"/>
                  </a:lnTo>
                  <a:lnTo>
                    <a:pt x="273843" y="147638"/>
                  </a:lnTo>
                  <a:lnTo>
                    <a:pt x="292893" y="92869"/>
                  </a:lnTo>
                  <a:lnTo>
                    <a:pt x="273843" y="33338"/>
                  </a:lnTo>
                  <a:lnTo>
                    <a:pt x="230981" y="21431"/>
                  </a:lnTo>
                  <a:lnTo>
                    <a:pt x="214312" y="0"/>
                  </a:lnTo>
                  <a:lnTo>
                    <a:pt x="192881" y="11906"/>
                  </a:lnTo>
                  <a:lnTo>
                    <a:pt x="183356" y="40481"/>
                  </a:lnTo>
                  <a:lnTo>
                    <a:pt x="176212" y="83344"/>
                  </a:lnTo>
                  <a:lnTo>
                    <a:pt x="197643" y="119063"/>
                  </a:lnTo>
                  <a:lnTo>
                    <a:pt x="197643" y="135731"/>
                  </a:lnTo>
                  <a:lnTo>
                    <a:pt x="166687" y="116681"/>
                  </a:lnTo>
                  <a:lnTo>
                    <a:pt x="95250" y="85725"/>
                  </a:lnTo>
                  <a:lnTo>
                    <a:pt x="52387" y="85725"/>
                  </a:lnTo>
                  <a:lnTo>
                    <a:pt x="57150" y="119063"/>
                  </a:lnTo>
                  <a:lnTo>
                    <a:pt x="4762" y="119063"/>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7" name="Freeform: Shape 318">
              <a:extLst>
                <a:ext uri="{FF2B5EF4-FFF2-40B4-BE49-F238E27FC236}">
                  <a16:creationId xmlns:a16="http://schemas.microsoft.com/office/drawing/2014/main" id="{CA96F01B-2861-41AD-921A-B299AF22045C}"/>
                </a:ext>
              </a:extLst>
            </p:cNvPr>
            <p:cNvSpPr/>
            <p:nvPr/>
          </p:nvSpPr>
          <p:spPr bwMode="auto">
            <a:xfrm>
              <a:off x="4586288" y="4548188"/>
              <a:ext cx="466725" cy="466725"/>
            </a:xfrm>
            <a:custGeom>
              <a:avLst/>
              <a:gdLst>
                <a:gd name="connsiteX0" fmla="*/ 440531 w 466725"/>
                <a:gd name="connsiteY0" fmla="*/ 123825 h 466725"/>
                <a:gd name="connsiteX1" fmla="*/ 466725 w 466725"/>
                <a:gd name="connsiteY1" fmla="*/ 69056 h 466725"/>
                <a:gd name="connsiteX2" fmla="*/ 466725 w 466725"/>
                <a:gd name="connsiteY2" fmla="*/ 23812 h 466725"/>
                <a:gd name="connsiteX3" fmla="*/ 442912 w 466725"/>
                <a:gd name="connsiteY3" fmla="*/ 19050 h 466725"/>
                <a:gd name="connsiteX4" fmla="*/ 400050 w 466725"/>
                <a:gd name="connsiteY4" fmla="*/ 14287 h 466725"/>
                <a:gd name="connsiteX5" fmla="*/ 383381 w 466725"/>
                <a:gd name="connsiteY5" fmla="*/ 4762 h 466725"/>
                <a:gd name="connsiteX6" fmla="*/ 335756 w 466725"/>
                <a:gd name="connsiteY6" fmla="*/ 4762 h 466725"/>
                <a:gd name="connsiteX7" fmla="*/ 273843 w 466725"/>
                <a:gd name="connsiteY7" fmla="*/ 14287 h 466725"/>
                <a:gd name="connsiteX8" fmla="*/ 252412 w 466725"/>
                <a:gd name="connsiteY8" fmla="*/ 23812 h 466725"/>
                <a:gd name="connsiteX9" fmla="*/ 178593 w 466725"/>
                <a:gd name="connsiteY9" fmla="*/ 0 h 466725"/>
                <a:gd name="connsiteX10" fmla="*/ 154781 w 466725"/>
                <a:gd name="connsiteY10" fmla="*/ 19050 h 466725"/>
                <a:gd name="connsiteX11" fmla="*/ 164306 w 466725"/>
                <a:gd name="connsiteY11" fmla="*/ 50006 h 466725"/>
                <a:gd name="connsiteX12" fmla="*/ 157162 w 466725"/>
                <a:gd name="connsiteY12" fmla="*/ 116681 h 466725"/>
                <a:gd name="connsiteX13" fmla="*/ 100012 w 466725"/>
                <a:gd name="connsiteY13" fmla="*/ 192881 h 466725"/>
                <a:gd name="connsiteX14" fmla="*/ 57150 w 466725"/>
                <a:gd name="connsiteY14" fmla="*/ 261937 h 466725"/>
                <a:gd name="connsiteX15" fmla="*/ 14287 w 466725"/>
                <a:gd name="connsiteY15" fmla="*/ 254793 h 466725"/>
                <a:gd name="connsiteX16" fmla="*/ 7143 w 466725"/>
                <a:gd name="connsiteY16" fmla="*/ 271462 h 466725"/>
                <a:gd name="connsiteX17" fmla="*/ 0 w 466725"/>
                <a:gd name="connsiteY17" fmla="*/ 300037 h 466725"/>
                <a:gd name="connsiteX18" fmla="*/ 30956 w 466725"/>
                <a:gd name="connsiteY18" fmla="*/ 280987 h 466725"/>
                <a:gd name="connsiteX19" fmla="*/ 95250 w 466725"/>
                <a:gd name="connsiteY19" fmla="*/ 278606 h 466725"/>
                <a:gd name="connsiteX20" fmla="*/ 138112 w 466725"/>
                <a:gd name="connsiteY20" fmla="*/ 316706 h 466725"/>
                <a:gd name="connsiteX21" fmla="*/ 161925 w 466725"/>
                <a:gd name="connsiteY21" fmla="*/ 328612 h 466725"/>
                <a:gd name="connsiteX22" fmla="*/ 183356 w 466725"/>
                <a:gd name="connsiteY22" fmla="*/ 307181 h 466725"/>
                <a:gd name="connsiteX23" fmla="*/ 223837 w 466725"/>
                <a:gd name="connsiteY23" fmla="*/ 309562 h 466725"/>
                <a:gd name="connsiteX24" fmla="*/ 250031 w 466725"/>
                <a:gd name="connsiteY24" fmla="*/ 402431 h 466725"/>
                <a:gd name="connsiteX25" fmla="*/ 290512 w 466725"/>
                <a:gd name="connsiteY25" fmla="*/ 414337 h 466725"/>
                <a:gd name="connsiteX26" fmla="*/ 342900 w 466725"/>
                <a:gd name="connsiteY26" fmla="*/ 414337 h 466725"/>
                <a:gd name="connsiteX27" fmla="*/ 440531 w 466725"/>
                <a:gd name="connsiteY27" fmla="*/ 466725 h 466725"/>
                <a:gd name="connsiteX28" fmla="*/ 421481 w 466725"/>
                <a:gd name="connsiteY28" fmla="*/ 416718 h 466725"/>
                <a:gd name="connsiteX29" fmla="*/ 416718 w 466725"/>
                <a:gd name="connsiteY29" fmla="*/ 354806 h 466725"/>
                <a:gd name="connsiteX30" fmla="*/ 440531 w 466725"/>
                <a:gd name="connsiteY30" fmla="*/ 328612 h 466725"/>
                <a:gd name="connsiteX31" fmla="*/ 466725 w 466725"/>
                <a:gd name="connsiteY31" fmla="*/ 323850 h 466725"/>
                <a:gd name="connsiteX32" fmla="*/ 440531 w 466725"/>
                <a:gd name="connsiteY32" fmla="*/ 245268 h 466725"/>
                <a:gd name="connsiteX33" fmla="*/ 440531 w 466725"/>
                <a:gd name="connsiteY33" fmla="*/ 12382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66725" h="466725">
                  <a:moveTo>
                    <a:pt x="440531" y="123825"/>
                  </a:moveTo>
                  <a:lnTo>
                    <a:pt x="466725" y="69056"/>
                  </a:lnTo>
                  <a:lnTo>
                    <a:pt x="466725" y="23812"/>
                  </a:lnTo>
                  <a:lnTo>
                    <a:pt x="442912" y="19050"/>
                  </a:lnTo>
                  <a:lnTo>
                    <a:pt x="400050" y="14287"/>
                  </a:lnTo>
                  <a:lnTo>
                    <a:pt x="383381" y="4762"/>
                  </a:lnTo>
                  <a:lnTo>
                    <a:pt x="335756" y="4762"/>
                  </a:lnTo>
                  <a:lnTo>
                    <a:pt x="273843" y="14287"/>
                  </a:lnTo>
                  <a:lnTo>
                    <a:pt x="252412" y="23812"/>
                  </a:lnTo>
                  <a:lnTo>
                    <a:pt x="178593" y="0"/>
                  </a:lnTo>
                  <a:lnTo>
                    <a:pt x="154781" y="19050"/>
                  </a:lnTo>
                  <a:lnTo>
                    <a:pt x="164306" y="50006"/>
                  </a:lnTo>
                  <a:lnTo>
                    <a:pt x="157162" y="116681"/>
                  </a:lnTo>
                  <a:lnTo>
                    <a:pt x="100012" y="192881"/>
                  </a:lnTo>
                  <a:lnTo>
                    <a:pt x="57150" y="261937"/>
                  </a:lnTo>
                  <a:lnTo>
                    <a:pt x="14287" y="254793"/>
                  </a:lnTo>
                  <a:lnTo>
                    <a:pt x="7143" y="271462"/>
                  </a:lnTo>
                  <a:lnTo>
                    <a:pt x="0" y="300037"/>
                  </a:lnTo>
                  <a:lnTo>
                    <a:pt x="30956" y="280987"/>
                  </a:lnTo>
                  <a:lnTo>
                    <a:pt x="95250" y="278606"/>
                  </a:lnTo>
                  <a:lnTo>
                    <a:pt x="138112" y="316706"/>
                  </a:lnTo>
                  <a:lnTo>
                    <a:pt x="161925" y="328612"/>
                  </a:lnTo>
                  <a:lnTo>
                    <a:pt x="183356" y="307181"/>
                  </a:lnTo>
                  <a:lnTo>
                    <a:pt x="223837" y="309562"/>
                  </a:lnTo>
                  <a:lnTo>
                    <a:pt x="250031" y="402431"/>
                  </a:lnTo>
                  <a:lnTo>
                    <a:pt x="290512" y="414337"/>
                  </a:lnTo>
                  <a:lnTo>
                    <a:pt x="342900" y="414337"/>
                  </a:lnTo>
                  <a:lnTo>
                    <a:pt x="440531" y="466725"/>
                  </a:lnTo>
                  <a:lnTo>
                    <a:pt x="421481" y="416718"/>
                  </a:lnTo>
                  <a:lnTo>
                    <a:pt x="416718" y="354806"/>
                  </a:lnTo>
                  <a:lnTo>
                    <a:pt x="440531" y="328612"/>
                  </a:lnTo>
                  <a:lnTo>
                    <a:pt x="466725" y="323850"/>
                  </a:lnTo>
                  <a:lnTo>
                    <a:pt x="440531" y="245268"/>
                  </a:lnTo>
                  <a:lnTo>
                    <a:pt x="440531" y="123825"/>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78" name="Freeform: Shape 68">
              <a:extLst>
                <a:ext uri="{FF2B5EF4-FFF2-40B4-BE49-F238E27FC236}">
                  <a16:creationId xmlns:a16="http://schemas.microsoft.com/office/drawing/2014/main" id="{6981998C-CBF7-46F4-A2E4-55C5ECC7450E}"/>
                </a:ext>
              </a:extLst>
            </p:cNvPr>
            <p:cNvSpPr/>
            <p:nvPr/>
          </p:nvSpPr>
          <p:spPr bwMode="auto">
            <a:xfrm>
              <a:off x="4943475" y="5417344"/>
              <a:ext cx="66675" cy="59531"/>
            </a:xfrm>
            <a:custGeom>
              <a:avLst/>
              <a:gdLst>
                <a:gd name="connsiteX0" fmla="*/ 42863 w 42863"/>
                <a:gd name="connsiteY0" fmla="*/ 0 h 59531"/>
                <a:gd name="connsiteX1" fmla="*/ 0 w 42863"/>
                <a:gd name="connsiteY1" fmla="*/ 33337 h 59531"/>
                <a:gd name="connsiteX2" fmla="*/ 33338 w 42863"/>
                <a:gd name="connsiteY2" fmla="*/ 59531 h 59531"/>
                <a:gd name="connsiteX3" fmla="*/ 42863 w 42863"/>
                <a:gd name="connsiteY3" fmla="*/ 0 h 59531"/>
                <a:gd name="connsiteX0" fmla="*/ 42863 w 42863"/>
                <a:gd name="connsiteY0" fmla="*/ 0 h 59531"/>
                <a:gd name="connsiteX1" fmla="*/ 0 w 42863"/>
                <a:gd name="connsiteY1" fmla="*/ 33337 h 59531"/>
                <a:gd name="connsiteX2" fmla="*/ 33338 w 42863"/>
                <a:gd name="connsiteY2" fmla="*/ 59531 h 59531"/>
                <a:gd name="connsiteX3" fmla="*/ 35719 w 42863"/>
                <a:gd name="connsiteY3" fmla="*/ 28575 h 59531"/>
                <a:gd name="connsiteX4" fmla="*/ 42863 w 42863"/>
                <a:gd name="connsiteY4" fmla="*/ 0 h 59531"/>
                <a:gd name="connsiteX0" fmla="*/ 42863 w 66675"/>
                <a:gd name="connsiteY0" fmla="*/ 0 h 59531"/>
                <a:gd name="connsiteX1" fmla="*/ 0 w 66675"/>
                <a:gd name="connsiteY1" fmla="*/ 33337 h 59531"/>
                <a:gd name="connsiteX2" fmla="*/ 33338 w 66675"/>
                <a:gd name="connsiteY2" fmla="*/ 59531 h 59531"/>
                <a:gd name="connsiteX3" fmla="*/ 66675 w 66675"/>
                <a:gd name="connsiteY3" fmla="*/ 28575 h 59531"/>
                <a:gd name="connsiteX4" fmla="*/ 42863 w 66675"/>
                <a:gd name="connsiteY4" fmla="*/ 0 h 59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 h="59531">
                  <a:moveTo>
                    <a:pt x="42863" y="0"/>
                  </a:moveTo>
                  <a:lnTo>
                    <a:pt x="0" y="33337"/>
                  </a:lnTo>
                  <a:lnTo>
                    <a:pt x="33338" y="59531"/>
                  </a:lnTo>
                  <a:lnTo>
                    <a:pt x="66675" y="28575"/>
                  </a:lnTo>
                  <a:lnTo>
                    <a:pt x="42863" y="0"/>
                  </a:lnTo>
                  <a:close/>
                </a:path>
              </a:pathLst>
            </a:custGeom>
            <a:solidFill>
              <a:srgbClr val="FF000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dirty="0">
                <a:solidFill>
                  <a:srgbClr val="FFFFFF"/>
                </a:solidFill>
                <a:latin typeface="Myriad Pro"/>
                <a:ea typeface="MS PGothic" panose="020B0600070205080204" pitchFamily="34" charset="-128"/>
              </a:endParaRPr>
            </a:p>
          </p:txBody>
        </p:sp>
        <p:sp>
          <p:nvSpPr>
            <p:cNvPr id="479" name="Freeform: Shape 71">
              <a:extLst>
                <a:ext uri="{FF2B5EF4-FFF2-40B4-BE49-F238E27FC236}">
                  <a16:creationId xmlns:a16="http://schemas.microsoft.com/office/drawing/2014/main" id="{BAA502AD-9382-4912-8868-19AF4A2A9239}"/>
                </a:ext>
              </a:extLst>
            </p:cNvPr>
            <p:cNvSpPr/>
            <p:nvPr/>
          </p:nvSpPr>
          <p:spPr bwMode="auto">
            <a:xfrm>
              <a:off x="5126831" y="3855244"/>
              <a:ext cx="531020" cy="445294"/>
            </a:xfrm>
            <a:custGeom>
              <a:avLst/>
              <a:gdLst>
                <a:gd name="connsiteX0" fmla="*/ 0 w 533400"/>
                <a:gd name="connsiteY0" fmla="*/ 121444 h 445294"/>
                <a:gd name="connsiteX1" fmla="*/ 54769 w 533400"/>
                <a:gd name="connsiteY1" fmla="*/ 157162 h 445294"/>
                <a:gd name="connsiteX2" fmla="*/ 95250 w 533400"/>
                <a:gd name="connsiteY2" fmla="*/ 221456 h 445294"/>
                <a:gd name="connsiteX3" fmla="*/ 147638 w 533400"/>
                <a:gd name="connsiteY3" fmla="*/ 292894 h 445294"/>
                <a:gd name="connsiteX4" fmla="*/ 138113 w 533400"/>
                <a:gd name="connsiteY4" fmla="*/ 302419 h 445294"/>
                <a:gd name="connsiteX5" fmla="*/ 171450 w 533400"/>
                <a:gd name="connsiteY5" fmla="*/ 350044 h 445294"/>
                <a:gd name="connsiteX6" fmla="*/ 209550 w 533400"/>
                <a:gd name="connsiteY6" fmla="*/ 407194 h 445294"/>
                <a:gd name="connsiteX7" fmla="*/ 221456 w 533400"/>
                <a:gd name="connsiteY7" fmla="*/ 445294 h 445294"/>
                <a:gd name="connsiteX8" fmla="*/ 228600 w 533400"/>
                <a:gd name="connsiteY8" fmla="*/ 400050 h 445294"/>
                <a:gd name="connsiteX9" fmla="*/ 259556 w 533400"/>
                <a:gd name="connsiteY9" fmla="*/ 395287 h 445294"/>
                <a:gd name="connsiteX10" fmla="*/ 307181 w 533400"/>
                <a:gd name="connsiteY10" fmla="*/ 402431 h 445294"/>
                <a:gd name="connsiteX11" fmla="*/ 328613 w 533400"/>
                <a:gd name="connsiteY11" fmla="*/ 409575 h 445294"/>
                <a:gd name="connsiteX12" fmla="*/ 352425 w 533400"/>
                <a:gd name="connsiteY12" fmla="*/ 381000 h 445294"/>
                <a:gd name="connsiteX13" fmla="*/ 385763 w 533400"/>
                <a:gd name="connsiteY13" fmla="*/ 371475 h 445294"/>
                <a:gd name="connsiteX14" fmla="*/ 469106 w 533400"/>
                <a:gd name="connsiteY14" fmla="*/ 350044 h 445294"/>
                <a:gd name="connsiteX15" fmla="*/ 521494 w 533400"/>
                <a:gd name="connsiteY15" fmla="*/ 338137 h 445294"/>
                <a:gd name="connsiteX16" fmla="*/ 533400 w 533400"/>
                <a:gd name="connsiteY16" fmla="*/ 290512 h 445294"/>
                <a:gd name="connsiteX17" fmla="*/ 526256 w 533400"/>
                <a:gd name="connsiteY17" fmla="*/ 261937 h 445294"/>
                <a:gd name="connsiteX18" fmla="*/ 466725 w 533400"/>
                <a:gd name="connsiteY18" fmla="*/ 264319 h 445294"/>
                <a:gd name="connsiteX19" fmla="*/ 466725 w 533400"/>
                <a:gd name="connsiteY19" fmla="*/ 264319 h 445294"/>
                <a:gd name="connsiteX20" fmla="*/ 428625 w 533400"/>
                <a:gd name="connsiteY20" fmla="*/ 216694 h 445294"/>
                <a:gd name="connsiteX21" fmla="*/ 409575 w 533400"/>
                <a:gd name="connsiteY21" fmla="*/ 202406 h 445294"/>
                <a:gd name="connsiteX22" fmla="*/ 404813 w 533400"/>
                <a:gd name="connsiteY22" fmla="*/ 185737 h 445294"/>
                <a:gd name="connsiteX23" fmla="*/ 364331 w 533400"/>
                <a:gd name="connsiteY23" fmla="*/ 107156 h 445294"/>
                <a:gd name="connsiteX24" fmla="*/ 345281 w 533400"/>
                <a:gd name="connsiteY24" fmla="*/ 114300 h 445294"/>
                <a:gd name="connsiteX25" fmla="*/ 326231 w 533400"/>
                <a:gd name="connsiteY25" fmla="*/ 92869 h 445294"/>
                <a:gd name="connsiteX26" fmla="*/ 304800 w 533400"/>
                <a:gd name="connsiteY26" fmla="*/ 88106 h 445294"/>
                <a:gd name="connsiteX27" fmla="*/ 250031 w 533400"/>
                <a:gd name="connsiteY27" fmla="*/ 80962 h 445294"/>
                <a:gd name="connsiteX28" fmla="*/ 197644 w 533400"/>
                <a:gd name="connsiteY28" fmla="*/ 30956 h 445294"/>
                <a:gd name="connsiteX29" fmla="*/ 121444 w 533400"/>
                <a:gd name="connsiteY29" fmla="*/ 0 h 445294"/>
                <a:gd name="connsiteX30" fmla="*/ 61913 w 533400"/>
                <a:gd name="connsiteY30" fmla="*/ 28575 h 445294"/>
                <a:gd name="connsiteX31" fmla="*/ 90488 w 533400"/>
                <a:gd name="connsiteY31" fmla="*/ 52387 h 445294"/>
                <a:gd name="connsiteX32" fmla="*/ 64294 w 533400"/>
                <a:gd name="connsiteY32" fmla="*/ 71437 h 445294"/>
                <a:gd name="connsiteX33" fmla="*/ 0 w 533400"/>
                <a:gd name="connsiteY33" fmla="*/ 121444 h 445294"/>
                <a:gd name="connsiteX0" fmla="*/ 0 w 533400"/>
                <a:gd name="connsiteY0" fmla="*/ 121444 h 445294"/>
                <a:gd name="connsiteX1" fmla="*/ 54769 w 533400"/>
                <a:gd name="connsiteY1" fmla="*/ 157162 h 445294"/>
                <a:gd name="connsiteX2" fmla="*/ 95250 w 533400"/>
                <a:gd name="connsiteY2" fmla="*/ 221456 h 445294"/>
                <a:gd name="connsiteX3" fmla="*/ 147638 w 533400"/>
                <a:gd name="connsiteY3" fmla="*/ 292894 h 445294"/>
                <a:gd name="connsiteX4" fmla="*/ 138113 w 533400"/>
                <a:gd name="connsiteY4" fmla="*/ 302419 h 445294"/>
                <a:gd name="connsiteX5" fmla="*/ 171450 w 533400"/>
                <a:gd name="connsiteY5" fmla="*/ 350044 h 445294"/>
                <a:gd name="connsiteX6" fmla="*/ 209550 w 533400"/>
                <a:gd name="connsiteY6" fmla="*/ 407194 h 445294"/>
                <a:gd name="connsiteX7" fmla="*/ 221456 w 533400"/>
                <a:gd name="connsiteY7" fmla="*/ 445294 h 445294"/>
                <a:gd name="connsiteX8" fmla="*/ 228600 w 533400"/>
                <a:gd name="connsiteY8" fmla="*/ 400050 h 445294"/>
                <a:gd name="connsiteX9" fmla="*/ 259556 w 533400"/>
                <a:gd name="connsiteY9" fmla="*/ 395287 h 445294"/>
                <a:gd name="connsiteX10" fmla="*/ 307181 w 533400"/>
                <a:gd name="connsiteY10" fmla="*/ 402431 h 445294"/>
                <a:gd name="connsiteX11" fmla="*/ 328613 w 533400"/>
                <a:gd name="connsiteY11" fmla="*/ 409575 h 445294"/>
                <a:gd name="connsiteX12" fmla="*/ 352425 w 533400"/>
                <a:gd name="connsiteY12" fmla="*/ 381000 h 445294"/>
                <a:gd name="connsiteX13" fmla="*/ 385763 w 533400"/>
                <a:gd name="connsiteY13" fmla="*/ 371475 h 445294"/>
                <a:gd name="connsiteX14" fmla="*/ 469106 w 533400"/>
                <a:gd name="connsiteY14" fmla="*/ 350044 h 445294"/>
                <a:gd name="connsiteX15" fmla="*/ 521494 w 533400"/>
                <a:gd name="connsiteY15" fmla="*/ 338137 h 445294"/>
                <a:gd name="connsiteX16" fmla="*/ 533400 w 533400"/>
                <a:gd name="connsiteY16" fmla="*/ 290512 h 445294"/>
                <a:gd name="connsiteX17" fmla="*/ 526256 w 533400"/>
                <a:gd name="connsiteY17" fmla="*/ 261937 h 445294"/>
                <a:gd name="connsiteX18" fmla="*/ 466725 w 533400"/>
                <a:gd name="connsiteY18" fmla="*/ 264319 h 445294"/>
                <a:gd name="connsiteX19" fmla="*/ 466725 w 533400"/>
                <a:gd name="connsiteY19" fmla="*/ 264319 h 445294"/>
                <a:gd name="connsiteX20" fmla="*/ 428625 w 533400"/>
                <a:gd name="connsiteY20" fmla="*/ 216694 h 445294"/>
                <a:gd name="connsiteX21" fmla="*/ 409575 w 533400"/>
                <a:gd name="connsiteY21" fmla="*/ 202406 h 445294"/>
                <a:gd name="connsiteX22" fmla="*/ 404813 w 533400"/>
                <a:gd name="connsiteY22" fmla="*/ 185737 h 445294"/>
                <a:gd name="connsiteX23" fmla="*/ 364331 w 533400"/>
                <a:gd name="connsiteY23" fmla="*/ 107156 h 445294"/>
                <a:gd name="connsiteX24" fmla="*/ 345281 w 533400"/>
                <a:gd name="connsiteY24" fmla="*/ 114300 h 445294"/>
                <a:gd name="connsiteX25" fmla="*/ 326231 w 533400"/>
                <a:gd name="connsiteY25" fmla="*/ 92869 h 445294"/>
                <a:gd name="connsiteX26" fmla="*/ 304800 w 533400"/>
                <a:gd name="connsiteY26" fmla="*/ 88106 h 445294"/>
                <a:gd name="connsiteX27" fmla="*/ 250031 w 533400"/>
                <a:gd name="connsiteY27" fmla="*/ 80962 h 445294"/>
                <a:gd name="connsiteX28" fmla="*/ 197644 w 533400"/>
                <a:gd name="connsiteY28" fmla="*/ 30956 h 445294"/>
                <a:gd name="connsiteX29" fmla="*/ 121444 w 533400"/>
                <a:gd name="connsiteY29" fmla="*/ 0 h 445294"/>
                <a:gd name="connsiteX30" fmla="*/ 61913 w 533400"/>
                <a:gd name="connsiteY30" fmla="*/ 28575 h 445294"/>
                <a:gd name="connsiteX31" fmla="*/ 90488 w 533400"/>
                <a:gd name="connsiteY31" fmla="*/ 52387 h 445294"/>
                <a:gd name="connsiteX32" fmla="*/ 64294 w 533400"/>
                <a:gd name="connsiteY32" fmla="*/ 71437 h 445294"/>
                <a:gd name="connsiteX33" fmla="*/ 33338 w 533400"/>
                <a:gd name="connsiteY33" fmla="*/ 92869 h 445294"/>
                <a:gd name="connsiteX34" fmla="*/ 0 w 533400"/>
                <a:gd name="connsiteY34" fmla="*/ 121444 h 445294"/>
                <a:gd name="connsiteX0" fmla="*/ 0 w 533400"/>
                <a:gd name="connsiteY0" fmla="*/ 121444 h 445294"/>
                <a:gd name="connsiteX1" fmla="*/ 54769 w 533400"/>
                <a:gd name="connsiteY1" fmla="*/ 157162 h 445294"/>
                <a:gd name="connsiteX2" fmla="*/ 95250 w 533400"/>
                <a:gd name="connsiteY2" fmla="*/ 221456 h 445294"/>
                <a:gd name="connsiteX3" fmla="*/ 147638 w 533400"/>
                <a:gd name="connsiteY3" fmla="*/ 292894 h 445294"/>
                <a:gd name="connsiteX4" fmla="*/ 138113 w 533400"/>
                <a:gd name="connsiteY4" fmla="*/ 302419 h 445294"/>
                <a:gd name="connsiteX5" fmla="*/ 171450 w 533400"/>
                <a:gd name="connsiteY5" fmla="*/ 350044 h 445294"/>
                <a:gd name="connsiteX6" fmla="*/ 209550 w 533400"/>
                <a:gd name="connsiteY6" fmla="*/ 407194 h 445294"/>
                <a:gd name="connsiteX7" fmla="*/ 221456 w 533400"/>
                <a:gd name="connsiteY7" fmla="*/ 445294 h 445294"/>
                <a:gd name="connsiteX8" fmla="*/ 228600 w 533400"/>
                <a:gd name="connsiteY8" fmla="*/ 400050 h 445294"/>
                <a:gd name="connsiteX9" fmla="*/ 259556 w 533400"/>
                <a:gd name="connsiteY9" fmla="*/ 395287 h 445294"/>
                <a:gd name="connsiteX10" fmla="*/ 307181 w 533400"/>
                <a:gd name="connsiteY10" fmla="*/ 402431 h 445294"/>
                <a:gd name="connsiteX11" fmla="*/ 328613 w 533400"/>
                <a:gd name="connsiteY11" fmla="*/ 409575 h 445294"/>
                <a:gd name="connsiteX12" fmla="*/ 352425 w 533400"/>
                <a:gd name="connsiteY12" fmla="*/ 381000 h 445294"/>
                <a:gd name="connsiteX13" fmla="*/ 385763 w 533400"/>
                <a:gd name="connsiteY13" fmla="*/ 371475 h 445294"/>
                <a:gd name="connsiteX14" fmla="*/ 469106 w 533400"/>
                <a:gd name="connsiteY14" fmla="*/ 350044 h 445294"/>
                <a:gd name="connsiteX15" fmla="*/ 521494 w 533400"/>
                <a:gd name="connsiteY15" fmla="*/ 338137 h 445294"/>
                <a:gd name="connsiteX16" fmla="*/ 533400 w 533400"/>
                <a:gd name="connsiteY16" fmla="*/ 290512 h 445294"/>
                <a:gd name="connsiteX17" fmla="*/ 526256 w 533400"/>
                <a:gd name="connsiteY17" fmla="*/ 261937 h 445294"/>
                <a:gd name="connsiteX18" fmla="*/ 466725 w 533400"/>
                <a:gd name="connsiteY18" fmla="*/ 264319 h 445294"/>
                <a:gd name="connsiteX19" fmla="*/ 466725 w 533400"/>
                <a:gd name="connsiteY19" fmla="*/ 264319 h 445294"/>
                <a:gd name="connsiteX20" fmla="*/ 428625 w 533400"/>
                <a:gd name="connsiteY20" fmla="*/ 216694 h 445294"/>
                <a:gd name="connsiteX21" fmla="*/ 409575 w 533400"/>
                <a:gd name="connsiteY21" fmla="*/ 202406 h 445294"/>
                <a:gd name="connsiteX22" fmla="*/ 404813 w 533400"/>
                <a:gd name="connsiteY22" fmla="*/ 185737 h 445294"/>
                <a:gd name="connsiteX23" fmla="*/ 364331 w 533400"/>
                <a:gd name="connsiteY23" fmla="*/ 107156 h 445294"/>
                <a:gd name="connsiteX24" fmla="*/ 345281 w 533400"/>
                <a:gd name="connsiteY24" fmla="*/ 114300 h 445294"/>
                <a:gd name="connsiteX25" fmla="*/ 326231 w 533400"/>
                <a:gd name="connsiteY25" fmla="*/ 92869 h 445294"/>
                <a:gd name="connsiteX26" fmla="*/ 304800 w 533400"/>
                <a:gd name="connsiteY26" fmla="*/ 88106 h 445294"/>
                <a:gd name="connsiteX27" fmla="*/ 250031 w 533400"/>
                <a:gd name="connsiteY27" fmla="*/ 80962 h 445294"/>
                <a:gd name="connsiteX28" fmla="*/ 197644 w 533400"/>
                <a:gd name="connsiteY28" fmla="*/ 30956 h 445294"/>
                <a:gd name="connsiteX29" fmla="*/ 121444 w 533400"/>
                <a:gd name="connsiteY29" fmla="*/ 0 h 445294"/>
                <a:gd name="connsiteX30" fmla="*/ 61913 w 533400"/>
                <a:gd name="connsiteY30" fmla="*/ 28575 h 445294"/>
                <a:gd name="connsiteX31" fmla="*/ 90488 w 533400"/>
                <a:gd name="connsiteY31" fmla="*/ 52387 h 445294"/>
                <a:gd name="connsiteX32" fmla="*/ 64294 w 533400"/>
                <a:gd name="connsiteY32" fmla="*/ 71437 h 445294"/>
                <a:gd name="connsiteX33" fmla="*/ 47625 w 533400"/>
                <a:gd name="connsiteY33" fmla="*/ 97632 h 445294"/>
                <a:gd name="connsiteX34" fmla="*/ 0 w 533400"/>
                <a:gd name="connsiteY34" fmla="*/ 121444 h 445294"/>
                <a:gd name="connsiteX0" fmla="*/ 0 w 533400"/>
                <a:gd name="connsiteY0" fmla="*/ 121444 h 445294"/>
                <a:gd name="connsiteX1" fmla="*/ 26194 w 533400"/>
                <a:gd name="connsiteY1" fmla="*/ 104775 h 445294"/>
                <a:gd name="connsiteX2" fmla="*/ 54769 w 533400"/>
                <a:gd name="connsiteY2" fmla="*/ 157162 h 445294"/>
                <a:gd name="connsiteX3" fmla="*/ 95250 w 533400"/>
                <a:gd name="connsiteY3" fmla="*/ 221456 h 445294"/>
                <a:gd name="connsiteX4" fmla="*/ 147638 w 533400"/>
                <a:gd name="connsiteY4" fmla="*/ 292894 h 445294"/>
                <a:gd name="connsiteX5" fmla="*/ 138113 w 533400"/>
                <a:gd name="connsiteY5" fmla="*/ 302419 h 445294"/>
                <a:gd name="connsiteX6" fmla="*/ 171450 w 533400"/>
                <a:gd name="connsiteY6" fmla="*/ 350044 h 445294"/>
                <a:gd name="connsiteX7" fmla="*/ 209550 w 533400"/>
                <a:gd name="connsiteY7" fmla="*/ 407194 h 445294"/>
                <a:gd name="connsiteX8" fmla="*/ 221456 w 533400"/>
                <a:gd name="connsiteY8" fmla="*/ 445294 h 445294"/>
                <a:gd name="connsiteX9" fmla="*/ 228600 w 533400"/>
                <a:gd name="connsiteY9" fmla="*/ 400050 h 445294"/>
                <a:gd name="connsiteX10" fmla="*/ 259556 w 533400"/>
                <a:gd name="connsiteY10" fmla="*/ 395287 h 445294"/>
                <a:gd name="connsiteX11" fmla="*/ 307181 w 533400"/>
                <a:gd name="connsiteY11" fmla="*/ 402431 h 445294"/>
                <a:gd name="connsiteX12" fmla="*/ 328613 w 533400"/>
                <a:gd name="connsiteY12" fmla="*/ 409575 h 445294"/>
                <a:gd name="connsiteX13" fmla="*/ 352425 w 533400"/>
                <a:gd name="connsiteY13" fmla="*/ 381000 h 445294"/>
                <a:gd name="connsiteX14" fmla="*/ 385763 w 533400"/>
                <a:gd name="connsiteY14" fmla="*/ 371475 h 445294"/>
                <a:gd name="connsiteX15" fmla="*/ 469106 w 533400"/>
                <a:gd name="connsiteY15" fmla="*/ 350044 h 445294"/>
                <a:gd name="connsiteX16" fmla="*/ 521494 w 533400"/>
                <a:gd name="connsiteY16" fmla="*/ 338137 h 445294"/>
                <a:gd name="connsiteX17" fmla="*/ 533400 w 533400"/>
                <a:gd name="connsiteY17" fmla="*/ 290512 h 445294"/>
                <a:gd name="connsiteX18" fmla="*/ 526256 w 533400"/>
                <a:gd name="connsiteY18" fmla="*/ 261937 h 445294"/>
                <a:gd name="connsiteX19" fmla="*/ 466725 w 533400"/>
                <a:gd name="connsiteY19" fmla="*/ 264319 h 445294"/>
                <a:gd name="connsiteX20" fmla="*/ 466725 w 533400"/>
                <a:gd name="connsiteY20" fmla="*/ 264319 h 445294"/>
                <a:gd name="connsiteX21" fmla="*/ 428625 w 533400"/>
                <a:gd name="connsiteY21" fmla="*/ 216694 h 445294"/>
                <a:gd name="connsiteX22" fmla="*/ 409575 w 533400"/>
                <a:gd name="connsiteY22" fmla="*/ 202406 h 445294"/>
                <a:gd name="connsiteX23" fmla="*/ 404813 w 533400"/>
                <a:gd name="connsiteY23" fmla="*/ 185737 h 445294"/>
                <a:gd name="connsiteX24" fmla="*/ 364331 w 533400"/>
                <a:gd name="connsiteY24" fmla="*/ 107156 h 445294"/>
                <a:gd name="connsiteX25" fmla="*/ 345281 w 533400"/>
                <a:gd name="connsiteY25" fmla="*/ 114300 h 445294"/>
                <a:gd name="connsiteX26" fmla="*/ 326231 w 533400"/>
                <a:gd name="connsiteY26" fmla="*/ 92869 h 445294"/>
                <a:gd name="connsiteX27" fmla="*/ 304800 w 533400"/>
                <a:gd name="connsiteY27" fmla="*/ 88106 h 445294"/>
                <a:gd name="connsiteX28" fmla="*/ 250031 w 533400"/>
                <a:gd name="connsiteY28" fmla="*/ 80962 h 445294"/>
                <a:gd name="connsiteX29" fmla="*/ 197644 w 533400"/>
                <a:gd name="connsiteY29" fmla="*/ 30956 h 445294"/>
                <a:gd name="connsiteX30" fmla="*/ 121444 w 533400"/>
                <a:gd name="connsiteY30" fmla="*/ 0 h 445294"/>
                <a:gd name="connsiteX31" fmla="*/ 61913 w 533400"/>
                <a:gd name="connsiteY31" fmla="*/ 28575 h 445294"/>
                <a:gd name="connsiteX32" fmla="*/ 90488 w 533400"/>
                <a:gd name="connsiteY32" fmla="*/ 52387 h 445294"/>
                <a:gd name="connsiteX33" fmla="*/ 64294 w 533400"/>
                <a:gd name="connsiteY33" fmla="*/ 71437 h 445294"/>
                <a:gd name="connsiteX34" fmla="*/ 47625 w 533400"/>
                <a:gd name="connsiteY34" fmla="*/ 97632 h 445294"/>
                <a:gd name="connsiteX35" fmla="*/ 0 w 533400"/>
                <a:gd name="connsiteY35" fmla="*/ 121444 h 445294"/>
                <a:gd name="connsiteX0" fmla="*/ 0 w 533400"/>
                <a:gd name="connsiteY0" fmla="*/ 140494 h 445294"/>
                <a:gd name="connsiteX1" fmla="*/ 26194 w 533400"/>
                <a:gd name="connsiteY1" fmla="*/ 104775 h 445294"/>
                <a:gd name="connsiteX2" fmla="*/ 54769 w 533400"/>
                <a:gd name="connsiteY2" fmla="*/ 157162 h 445294"/>
                <a:gd name="connsiteX3" fmla="*/ 95250 w 533400"/>
                <a:gd name="connsiteY3" fmla="*/ 221456 h 445294"/>
                <a:gd name="connsiteX4" fmla="*/ 147638 w 533400"/>
                <a:gd name="connsiteY4" fmla="*/ 292894 h 445294"/>
                <a:gd name="connsiteX5" fmla="*/ 138113 w 533400"/>
                <a:gd name="connsiteY5" fmla="*/ 302419 h 445294"/>
                <a:gd name="connsiteX6" fmla="*/ 171450 w 533400"/>
                <a:gd name="connsiteY6" fmla="*/ 350044 h 445294"/>
                <a:gd name="connsiteX7" fmla="*/ 209550 w 533400"/>
                <a:gd name="connsiteY7" fmla="*/ 407194 h 445294"/>
                <a:gd name="connsiteX8" fmla="*/ 221456 w 533400"/>
                <a:gd name="connsiteY8" fmla="*/ 445294 h 445294"/>
                <a:gd name="connsiteX9" fmla="*/ 228600 w 533400"/>
                <a:gd name="connsiteY9" fmla="*/ 400050 h 445294"/>
                <a:gd name="connsiteX10" fmla="*/ 259556 w 533400"/>
                <a:gd name="connsiteY10" fmla="*/ 395287 h 445294"/>
                <a:gd name="connsiteX11" fmla="*/ 307181 w 533400"/>
                <a:gd name="connsiteY11" fmla="*/ 402431 h 445294"/>
                <a:gd name="connsiteX12" fmla="*/ 328613 w 533400"/>
                <a:gd name="connsiteY12" fmla="*/ 409575 h 445294"/>
                <a:gd name="connsiteX13" fmla="*/ 352425 w 533400"/>
                <a:gd name="connsiteY13" fmla="*/ 381000 h 445294"/>
                <a:gd name="connsiteX14" fmla="*/ 385763 w 533400"/>
                <a:gd name="connsiteY14" fmla="*/ 371475 h 445294"/>
                <a:gd name="connsiteX15" fmla="*/ 469106 w 533400"/>
                <a:gd name="connsiteY15" fmla="*/ 350044 h 445294"/>
                <a:gd name="connsiteX16" fmla="*/ 521494 w 533400"/>
                <a:gd name="connsiteY16" fmla="*/ 338137 h 445294"/>
                <a:gd name="connsiteX17" fmla="*/ 533400 w 533400"/>
                <a:gd name="connsiteY17" fmla="*/ 290512 h 445294"/>
                <a:gd name="connsiteX18" fmla="*/ 526256 w 533400"/>
                <a:gd name="connsiteY18" fmla="*/ 261937 h 445294"/>
                <a:gd name="connsiteX19" fmla="*/ 466725 w 533400"/>
                <a:gd name="connsiteY19" fmla="*/ 264319 h 445294"/>
                <a:gd name="connsiteX20" fmla="*/ 466725 w 533400"/>
                <a:gd name="connsiteY20" fmla="*/ 264319 h 445294"/>
                <a:gd name="connsiteX21" fmla="*/ 428625 w 533400"/>
                <a:gd name="connsiteY21" fmla="*/ 216694 h 445294"/>
                <a:gd name="connsiteX22" fmla="*/ 409575 w 533400"/>
                <a:gd name="connsiteY22" fmla="*/ 202406 h 445294"/>
                <a:gd name="connsiteX23" fmla="*/ 404813 w 533400"/>
                <a:gd name="connsiteY23" fmla="*/ 185737 h 445294"/>
                <a:gd name="connsiteX24" fmla="*/ 364331 w 533400"/>
                <a:gd name="connsiteY24" fmla="*/ 107156 h 445294"/>
                <a:gd name="connsiteX25" fmla="*/ 345281 w 533400"/>
                <a:gd name="connsiteY25" fmla="*/ 114300 h 445294"/>
                <a:gd name="connsiteX26" fmla="*/ 326231 w 533400"/>
                <a:gd name="connsiteY26" fmla="*/ 92869 h 445294"/>
                <a:gd name="connsiteX27" fmla="*/ 304800 w 533400"/>
                <a:gd name="connsiteY27" fmla="*/ 88106 h 445294"/>
                <a:gd name="connsiteX28" fmla="*/ 250031 w 533400"/>
                <a:gd name="connsiteY28" fmla="*/ 80962 h 445294"/>
                <a:gd name="connsiteX29" fmla="*/ 197644 w 533400"/>
                <a:gd name="connsiteY29" fmla="*/ 30956 h 445294"/>
                <a:gd name="connsiteX30" fmla="*/ 121444 w 533400"/>
                <a:gd name="connsiteY30" fmla="*/ 0 h 445294"/>
                <a:gd name="connsiteX31" fmla="*/ 61913 w 533400"/>
                <a:gd name="connsiteY31" fmla="*/ 28575 h 445294"/>
                <a:gd name="connsiteX32" fmla="*/ 90488 w 533400"/>
                <a:gd name="connsiteY32" fmla="*/ 52387 h 445294"/>
                <a:gd name="connsiteX33" fmla="*/ 64294 w 533400"/>
                <a:gd name="connsiteY33" fmla="*/ 71437 h 445294"/>
                <a:gd name="connsiteX34" fmla="*/ 47625 w 533400"/>
                <a:gd name="connsiteY34" fmla="*/ 97632 h 445294"/>
                <a:gd name="connsiteX35" fmla="*/ 0 w 533400"/>
                <a:gd name="connsiteY35" fmla="*/ 140494 h 445294"/>
                <a:gd name="connsiteX0" fmla="*/ 0 w 533400"/>
                <a:gd name="connsiteY0" fmla="*/ 140494 h 445294"/>
                <a:gd name="connsiteX1" fmla="*/ 9525 w 533400"/>
                <a:gd name="connsiteY1" fmla="*/ 76200 h 445294"/>
                <a:gd name="connsiteX2" fmla="*/ 54769 w 533400"/>
                <a:gd name="connsiteY2" fmla="*/ 157162 h 445294"/>
                <a:gd name="connsiteX3" fmla="*/ 95250 w 533400"/>
                <a:gd name="connsiteY3" fmla="*/ 221456 h 445294"/>
                <a:gd name="connsiteX4" fmla="*/ 147638 w 533400"/>
                <a:gd name="connsiteY4" fmla="*/ 292894 h 445294"/>
                <a:gd name="connsiteX5" fmla="*/ 138113 w 533400"/>
                <a:gd name="connsiteY5" fmla="*/ 302419 h 445294"/>
                <a:gd name="connsiteX6" fmla="*/ 171450 w 533400"/>
                <a:gd name="connsiteY6" fmla="*/ 350044 h 445294"/>
                <a:gd name="connsiteX7" fmla="*/ 209550 w 533400"/>
                <a:gd name="connsiteY7" fmla="*/ 407194 h 445294"/>
                <a:gd name="connsiteX8" fmla="*/ 221456 w 533400"/>
                <a:gd name="connsiteY8" fmla="*/ 445294 h 445294"/>
                <a:gd name="connsiteX9" fmla="*/ 228600 w 533400"/>
                <a:gd name="connsiteY9" fmla="*/ 400050 h 445294"/>
                <a:gd name="connsiteX10" fmla="*/ 259556 w 533400"/>
                <a:gd name="connsiteY10" fmla="*/ 395287 h 445294"/>
                <a:gd name="connsiteX11" fmla="*/ 307181 w 533400"/>
                <a:gd name="connsiteY11" fmla="*/ 402431 h 445294"/>
                <a:gd name="connsiteX12" fmla="*/ 328613 w 533400"/>
                <a:gd name="connsiteY12" fmla="*/ 409575 h 445294"/>
                <a:gd name="connsiteX13" fmla="*/ 352425 w 533400"/>
                <a:gd name="connsiteY13" fmla="*/ 381000 h 445294"/>
                <a:gd name="connsiteX14" fmla="*/ 385763 w 533400"/>
                <a:gd name="connsiteY14" fmla="*/ 371475 h 445294"/>
                <a:gd name="connsiteX15" fmla="*/ 469106 w 533400"/>
                <a:gd name="connsiteY15" fmla="*/ 350044 h 445294"/>
                <a:gd name="connsiteX16" fmla="*/ 521494 w 533400"/>
                <a:gd name="connsiteY16" fmla="*/ 338137 h 445294"/>
                <a:gd name="connsiteX17" fmla="*/ 533400 w 533400"/>
                <a:gd name="connsiteY17" fmla="*/ 290512 h 445294"/>
                <a:gd name="connsiteX18" fmla="*/ 526256 w 533400"/>
                <a:gd name="connsiteY18" fmla="*/ 261937 h 445294"/>
                <a:gd name="connsiteX19" fmla="*/ 466725 w 533400"/>
                <a:gd name="connsiteY19" fmla="*/ 264319 h 445294"/>
                <a:gd name="connsiteX20" fmla="*/ 466725 w 533400"/>
                <a:gd name="connsiteY20" fmla="*/ 264319 h 445294"/>
                <a:gd name="connsiteX21" fmla="*/ 428625 w 533400"/>
                <a:gd name="connsiteY21" fmla="*/ 216694 h 445294"/>
                <a:gd name="connsiteX22" fmla="*/ 409575 w 533400"/>
                <a:gd name="connsiteY22" fmla="*/ 202406 h 445294"/>
                <a:gd name="connsiteX23" fmla="*/ 404813 w 533400"/>
                <a:gd name="connsiteY23" fmla="*/ 185737 h 445294"/>
                <a:gd name="connsiteX24" fmla="*/ 364331 w 533400"/>
                <a:gd name="connsiteY24" fmla="*/ 107156 h 445294"/>
                <a:gd name="connsiteX25" fmla="*/ 345281 w 533400"/>
                <a:gd name="connsiteY25" fmla="*/ 114300 h 445294"/>
                <a:gd name="connsiteX26" fmla="*/ 326231 w 533400"/>
                <a:gd name="connsiteY26" fmla="*/ 92869 h 445294"/>
                <a:gd name="connsiteX27" fmla="*/ 304800 w 533400"/>
                <a:gd name="connsiteY27" fmla="*/ 88106 h 445294"/>
                <a:gd name="connsiteX28" fmla="*/ 250031 w 533400"/>
                <a:gd name="connsiteY28" fmla="*/ 80962 h 445294"/>
                <a:gd name="connsiteX29" fmla="*/ 197644 w 533400"/>
                <a:gd name="connsiteY29" fmla="*/ 30956 h 445294"/>
                <a:gd name="connsiteX30" fmla="*/ 121444 w 533400"/>
                <a:gd name="connsiteY30" fmla="*/ 0 h 445294"/>
                <a:gd name="connsiteX31" fmla="*/ 61913 w 533400"/>
                <a:gd name="connsiteY31" fmla="*/ 28575 h 445294"/>
                <a:gd name="connsiteX32" fmla="*/ 90488 w 533400"/>
                <a:gd name="connsiteY32" fmla="*/ 52387 h 445294"/>
                <a:gd name="connsiteX33" fmla="*/ 64294 w 533400"/>
                <a:gd name="connsiteY33" fmla="*/ 71437 h 445294"/>
                <a:gd name="connsiteX34" fmla="*/ 47625 w 533400"/>
                <a:gd name="connsiteY34" fmla="*/ 97632 h 445294"/>
                <a:gd name="connsiteX35" fmla="*/ 0 w 533400"/>
                <a:gd name="connsiteY35" fmla="*/ 140494 h 445294"/>
                <a:gd name="connsiteX0" fmla="*/ 45244 w 578644"/>
                <a:gd name="connsiteY0" fmla="*/ 140494 h 445294"/>
                <a:gd name="connsiteX1" fmla="*/ 0 w 578644"/>
                <a:gd name="connsiteY1" fmla="*/ 152400 h 445294"/>
                <a:gd name="connsiteX2" fmla="*/ 100013 w 578644"/>
                <a:gd name="connsiteY2" fmla="*/ 157162 h 445294"/>
                <a:gd name="connsiteX3" fmla="*/ 140494 w 578644"/>
                <a:gd name="connsiteY3" fmla="*/ 221456 h 445294"/>
                <a:gd name="connsiteX4" fmla="*/ 192882 w 578644"/>
                <a:gd name="connsiteY4" fmla="*/ 292894 h 445294"/>
                <a:gd name="connsiteX5" fmla="*/ 183357 w 578644"/>
                <a:gd name="connsiteY5" fmla="*/ 302419 h 445294"/>
                <a:gd name="connsiteX6" fmla="*/ 216694 w 578644"/>
                <a:gd name="connsiteY6" fmla="*/ 350044 h 445294"/>
                <a:gd name="connsiteX7" fmla="*/ 254794 w 578644"/>
                <a:gd name="connsiteY7" fmla="*/ 407194 h 445294"/>
                <a:gd name="connsiteX8" fmla="*/ 266700 w 578644"/>
                <a:gd name="connsiteY8" fmla="*/ 445294 h 445294"/>
                <a:gd name="connsiteX9" fmla="*/ 273844 w 578644"/>
                <a:gd name="connsiteY9" fmla="*/ 400050 h 445294"/>
                <a:gd name="connsiteX10" fmla="*/ 304800 w 578644"/>
                <a:gd name="connsiteY10" fmla="*/ 395287 h 445294"/>
                <a:gd name="connsiteX11" fmla="*/ 352425 w 578644"/>
                <a:gd name="connsiteY11" fmla="*/ 402431 h 445294"/>
                <a:gd name="connsiteX12" fmla="*/ 373857 w 578644"/>
                <a:gd name="connsiteY12" fmla="*/ 409575 h 445294"/>
                <a:gd name="connsiteX13" fmla="*/ 397669 w 578644"/>
                <a:gd name="connsiteY13" fmla="*/ 381000 h 445294"/>
                <a:gd name="connsiteX14" fmla="*/ 431007 w 578644"/>
                <a:gd name="connsiteY14" fmla="*/ 371475 h 445294"/>
                <a:gd name="connsiteX15" fmla="*/ 514350 w 578644"/>
                <a:gd name="connsiteY15" fmla="*/ 350044 h 445294"/>
                <a:gd name="connsiteX16" fmla="*/ 566738 w 578644"/>
                <a:gd name="connsiteY16" fmla="*/ 338137 h 445294"/>
                <a:gd name="connsiteX17" fmla="*/ 578644 w 578644"/>
                <a:gd name="connsiteY17" fmla="*/ 290512 h 445294"/>
                <a:gd name="connsiteX18" fmla="*/ 571500 w 578644"/>
                <a:gd name="connsiteY18" fmla="*/ 261937 h 445294"/>
                <a:gd name="connsiteX19" fmla="*/ 511969 w 578644"/>
                <a:gd name="connsiteY19" fmla="*/ 264319 h 445294"/>
                <a:gd name="connsiteX20" fmla="*/ 511969 w 578644"/>
                <a:gd name="connsiteY20" fmla="*/ 264319 h 445294"/>
                <a:gd name="connsiteX21" fmla="*/ 473869 w 578644"/>
                <a:gd name="connsiteY21" fmla="*/ 216694 h 445294"/>
                <a:gd name="connsiteX22" fmla="*/ 454819 w 578644"/>
                <a:gd name="connsiteY22" fmla="*/ 202406 h 445294"/>
                <a:gd name="connsiteX23" fmla="*/ 450057 w 578644"/>
                <a:gd name="connsiteY23" fmla="*/ 185737 h 445294"/>
                <a:gd name="connsiteX24" fmla="*/ 409575 w 578644"/>
                <a:gd name="connsiteY24" fmla="*/ 107156 h 445294"/>
                <a:gd name="connsiteX25" fmla="*/ 390525 w 578644"/>
                <a:gd name="connsiteY25" fmla="*/ 114300 h 445294"/>
                <a:gd name="connsiteX26" fmla="*/ 371475 w 578644"/>
                <a:gd name="connsiteY26" fmla="*/ 92869 h 445294"/>
                <a:gd name="connsiteX27" fmla="*/ 350044 w 578644"/>
                <a:gd name="connsiteY27" fmla="*/ 88106 h 445294"/>
                <a:gd name="connsiteX28" fmla="*/ 295275 w 578644"/>
                <a:gd name="connsiteY28" fmla="*/ 80962 h 445294"/>
                <a:gd name="connsiteX29" fmla="*/ 242888 w 578644"/>
                <a:gd name="connsiteY29" fmla="*/ 30956 h 445294"/>
                <a:gd name="connsiteX30" fmla="*/ 166688 w 578644"/>
                <a:gd name="connsiteY30" fmla="*/ 0 h 445294"/>
                <a:gd name="connsiteX31" fmla="*/ 107157 w 578644"/>
                <a:gd name="connsiteY31" fmla="*/ 28575 h 445294"/>
                <a:gd name="connsiteX32" fmla="*/ 135732 w 578644"/>
                <a:gd name="connsiteY32" fmla="*/ 52387 h 445294"/>
                <a:gd name="connsiteX33" fmla="*/ 109538 w 578644"/>
                <a:gd name="connsiteY33" fmla="*/ 71437 h 445294"/>
                <a:gd name="connsiteX34" fmla="*/ 92869 w 578644"/>
                <a:gd name="connsiteY34" fmla="*/ 97632 h 445294"/>
                <a:gd name="connsiteX35" fmla="*/ 45244 w 578644"/>
                <a:gd name="connsiteY35" fmla="*/ 140494 h 445294"/>
                <a:gd name="connsiteX0" fmla="*/ 69057 w 578644"/>
                <a:gd name="connsiteY0" fmla="*/ 76200 h 445294"/>
                <a:gd name="connsiteX1" fmla="*/ 0 w 578644"/>
                <a:gd name="connsiteY1" fmla="*/ 152400 h 445294"/>
                <a:gd name="connsiteX2" fmla="*/ 100013 w 578644"/>
                <a:gd name="connsiteY2" fmla="*/ 157162 h 445294"/>
                <a:gd name="connsiteX3" fmla="*/ 140494 w 578644"/>
                <a:gd name="connsiteY3" fmla="*/ 221456 h 445294"/>
                <a:gd name="connsiteX4" fmla="*/ 192882 w 578644"/>
                <a:gd name="connsiteY4" fmla="*/ 292894 h 445294"/>
                <a:gd name="connsiteX5" fmla="*/ 183357 w 578644"/>
                <a:gd name="connsiteY5" fmla="*/ 302419 h 445294"/>
                <a:gd name="connsiteX6" fmla="*/ 216694 w 578644"/>
                <a:gd name="connsiteY6" fmla="*/ 350044 h 445294"/>
                <a:gd name="connsiteX7" fmla="*/ 254794 w 578644"/>
                <a:gd name="connsiteY7" fmla="*/ 407194 h 445294"/>
                <a:gd name="connsiteX8" fmla="*/ 266700 w 578644"/>
                <a:gd name="connsiteY8" fmla="*/ 445294 h 445294"/>
                <a:gd name="connsiteX9" fmla="*/ 273844 w 578644"/>
                <a:gd name="connsiteY9" fmla="*/ 400050 h 445294"/>
                <a:gd name="connsiteX10" fmla="*/ 304800 w 578644"/>
                <a:gd name="connsiteY10" fmla="*/ 395287 h 445294"/>
                <a:gd name="connsiteX11" fmla="*/ 352425 w 578644"/>
                <a:gd name="connsiteY11" fmla="*/ 402431 h 445294"/>
                <a:gd name="connsiteX12" fmla="*/ 373857 w 578644"/>
                <a:gd name="connsiteY12" fmla="*/ 409575 h 445294"/>
                <a:gd name="connsiteX13" fmla="*/ 397669 w 578644"/>
                <a:gd name="connsiteY13" fmla="*/ 381000 h 445294"/>
                <a:gd name="connsiteX14" fmla="*/ 431007 w 578644"/>
                <a:gd name="connsiteY14" fmla="*/ 371475 h 445294"/>
                <a:gd name="connsiteX15" fmla="*/ 514350 w 578644"/>
                <a:gd name="connsiteY15" fmla="*/ 350044 h 445294"/>
                <a:gd name="connsiteX16" fmla="*/ 566738 w 578644"/>
                <a:gd name="connsiteY16" fmla="*/ 338137 h 445294"/>
                <a:gd name="connsiteX17" fmla="*/ 578644 w 578644"/>
                <a:gd name="connsiteY17" fmla="*/ 290512 h 445294"/>
                <a:gd name="connsiteX18" fmla="*/ 571500 w 578644"/>
                <a:gd name="connsiteY18" fmla="*/ 261937 h 445294"/>
                <a:gd name="connsiteX19" fmla="*/ 511969 w 578644"/>
                <a:gd name="connsiteY19" fmla="*/ 264319 h 445294"/>
                <a:gd name="connsiteX20" fmla="*/ 511969 w 578644"/>
                <a:gd name="connsiteY20" fmla="*/ 264319 h 445294"/>
                <a:gd name="connsiteX21" fmla="*/ 473869 w 578644"/>
                <a:gd name="connsiteY21" fmla="*/ 216694 h 445294"/>
                <a:gd name="connsiteX22" fmla="*/ 454819 w 578644"/>
                <a:gd name="connsiteY22" fmla="*/ 202406 h 445294"/>
                <a:gd name="connsiteX23" fmla="*/ 450057 w 578644"/>
                <a:gd name="connsiteY23" fmla="*/ 185737 h 445294"/>
                <a:gd name="connsiteX24" fmla="*/ 409575 w 578644"/>
                <a:gd name="connsiteY24" fmla="*/ 107156 h 445294"/>
                <a:gd name="connsiteX25" fmla="*/ 390525 w 578644"/>
                <a:gd name="connsiteY25" fmla="*/ 114300 h 445294"/>
                <a:gd name="connsiteX26" fmla="*/ 371475 w 578644"/>
                <a:gd name="connsiteY26" fmla="*/ 92869 h 445294"/>
                <a:gd name="connsiteX27" fmla="*/ 350044 w 578644"/>
                <a:gd name="connsiteY27" fmla="*/ 88106 h 445294"/>
                <a:gd name="connsiteX28" fmla="*/ 295275 w 578644"/>
                <a:gd name="connsiteY28" fmla="*/ 80962 h 445294"/>
                <a:gd name="connsiteX29" fmla="*/ 242888 w 578644"/>
                <a:gd name="connsiteY29" fmla="*/ 30956 h 445294"/>
                <a:gd name="connsiteX30" fmla="*/ 166688 w 578644"/>
                <a:gd name="connsiteY30" fmla="*/ 0 h 445294"/>
                <a:gd name="connsiteX31" fmla="*/ 107157 w 578644"/>
                <a:gd name="connsiteY31" fmla="*/ 28575 h 445294"/>
                <a:gd name="connsiteX32" fmla="*/ 135732 w 578644"/>
                <a:gd name="connsiteY32" fmla="*/ 52387 h 445294"/>
                <a:gd name="connsiteX33" fmla="*/ 109538 w 578644"/>
                <a:gd name="connsiteY33" fmla="*/ 71437 h 445294"/>
                <a:gd name="connsiteX34" fmla="*/ 92869 w 578644"/>
                <a:gd name="connsiteY34" fmla="*/ 97632 h 445294"/>
                <a:gd name="connsiteX35" fmla="*/ 69057 w 578644"/>
                <a:gd name="connsiteY35" fmla="*/ 76200 h 445294"/>
                <a:gd name="connsiteX0" fmla="*/ 23814 w 533401"/>
                <a:gd name="connsiteY0" fmla="*/ 76200 h 445294"/>
                <a:gd name="connsiteX1" fmla="*/ 0 w 533401"/>
                <a:gd name="connsiteY1" fmla="*/ 111918 h 445294"/>
                <a:gd name="connsiteX2" fmla="*/ 54770 w 533401"/>
                <a:gd name="connsiteY2" fmla="*/ 157162 h 445294"/>
                <a:gd name="connsiteX3" fmla="*/ 95251 w 533401"/>
                <a:gd name="connsiteY3" fmla="*/ 221456 h 445294"/>
                <a:gd name="connsiteX4" fmla="*/ 147639 w 533401"/>
                <a:gd name="connsiteY4" fmla="*/ 292894 h 445294"/>
                <a:gd name="connsiteX5" fmla="*/ 138114 w 533401"/>
                <a:gd name="connsiteY5" fmla="*/ 302419 h 445294"/>
                <a:gd name="connsiteX6" fmla="*/ 171451 w 533401"/>
                <a:gd name="connsiteY6" fmla="*/ 350044 h 445294"/>
                <a:gd name="connsiteX7" fmla="*/ 209551 w 533401"/>
                <a:gd name="connsiteY7" fmla="*/ 407194 h 445294"/>
                <a:gd name="connsiteX8" fmla="*/ 221457 w 533401"/>
                <a:gd name="connsiteY8" fmla="*/ 445294 h 445294"/>
                <a:gd name="connsiteX9" fmla="*/ 228601 w 533401"/>
                <a:gd name="connsiteY9" fmla="*/ 400050 h 445294"/>
                <a:gd name="connsiteX10" fmla="*/ 259557 w 533401"/>
                <a:gd name="connsiteY10" fmla="*/ 395287 h 445294"/>
                <a:gd name="connsiteX11" fmla="*/ 307182 w 533401"/>
                <a:gd name="connsiteY11" fmla="*/ 402431 h 445294"/>
                <a:gd name="connsiteX12" fmla="*/ 328614 w 533401"/>
                <a:gd name="connsiteY12" fmla="*/ 409575 h 445294"/>
                <a:gd name="connsiteX13" fmla="*/ 352426 w 533401"/>
                <a:gd name="connsiteY13" fmla="*/ 381000 h 445294"/>
                <a:gd name="connsiteX14" fmla="*/ 385764 w 533401"/>
                <a:gd name="connsiteY14" fmla="*/ 371475 h 445294"/>
                <a:gd name="connsiteX15" fmla="*/ 469107 w 533401"/>
                <a:gd name="connsiteY15" fmla="*/ 350044 h 445294"/>
                <a:gd name="connsiteX16" fmla="*/ 521495 w 533401"/>
                <a:gd name="connsiteY16" fmla="*/ 338137 h 445294"/>
                <a:gd name="connsiteX17" fmla="*/ 533401 w 533401"/>
                <a:gd name="connsiteY17" fmla="*/ 290512 h 445294"/>
                <a:gd name="connsiteX18" fmla="*/ 526257 w 533401"/>
                <a:gd name="connsiteY18" fmla="*/ 261937 h 445294"/>
                <a:gd name="connsiteX19" fmla="*/ 466726 w 533401"/>
                <a:gd name="connsiteY19" fmla="*/ 264319 h 445294"/>
                <a:gd name="connsiteX20" fmla="*/ 466726 w 533401"/>
                <a:gd name="connsiteY20" fmla="*/ 264319 h 445294"/>
                <a:gd name="connsiteX21" fmla="*/ 428626 w 533401"/>
                <a:gd name="connsiteY21" fmla="*/ 216694 h 445294"/>
                <a:gd name="connsiteX22" fmla="*/ 409576 w 533401"/>
                <a:gd name="connsiteY22" fmla="*/ 202406 h 445294"/>
                <a:gd name="connsiteX23" fmla="*/ 404814 w 533401"/>
                <a:gd name="connsiteY23" fmla="*/ 185737 h 445294"/>
                <a:gd name="connsiteX24" fmla="*/ 364332 w 533401"/>
                <a:gd name="connsiteY24" fmla="*/ 107156 h 445294"/>
                <a:gd name="connsiteX25" fmla="*/ 345282 w 533401"/>
                <a:gd name="connsiteY25" fmla="*/ 114300 h 445294"/>
                <a:gd name="connsiteX26" fmla="*/ 326232 w 533401"/>
                <a:gd name="connsiteY26" fmla="*/ 92869 h 445294"/>
                <a:gd name="connsiteX27" fmla="*/ 304801 w 533401"/>
                <a:gd name="connsiteY27" fmla="*/ 88106 h 445294"/>
                <a:gd name="connsiteX28" fmla="*/ 250032 w 533401"/>
                <a:gd name="connsiteY28" fmla="*/ 80962 h 445294"/>
                <a:gd name="connsiteX29" fmla="*/ 197645 w 533401"/>
                <a:gd name="connsiteY29" fmla="*/ 30956 h 445294"/>
                <a:gd name="connsiteX30" fmla="*/ 121445 w 533401"/>
                <a:gd name="connsiteY30" fmla="*/ 0 h 445294"/>
                <a:gd name="connsiteX31" fmla="*/ 61914 w 533401"/>
                <a:gd name="connsiteY31" fmla="*/ 28575 h 445294"/>
                <a:gd name="connsiteX32" fmla="*/ 90489 w 533401"/>
                <a:gd name="connsiteY32" fmla="*/ 52387 h 445294"/>
                <a:gd name="connsiteX33" fmla="*/ 64295 w 533401"/>
                <a:gd name="connsiteY33" fmla="*/ 71437 h 445294"/>
                <a:gd name="connsiteX34" fmla="*/ 47626 w 533401"/>
                <a:gd name="connsiteY34" fmla="*/ 97632 h 445294"/>
                <a:gd name="connsiteX35" fmla="*/ 23814 w 533401"/>
                <a:gd name="connsiteY35" fmla="*/ 76200 h 445294"/>
                <a:gd name="connsiteX0" fmla="*/ 21433 w 531020"/>
                <a:gd name="connsiteY0" fmla="*/ 76200 h 445294"/>
                <a:gd name="connsiteX1" fmla="*/ 0 w 531020"/>
                <a:gd name="connsiteY1" fmla="*/ 114300 h 445294"/>
                <a:gd name="connsiteX2" fmla="*/ 52389 w 531020"/>
                <a:gd name="connsiteY2" fmla="*/ 157162 h 445294"/>
                <a:gd name="connsiteX3" fmla="*/ 92870 w 531020"/>
                <a:gd name="connsiteY3" fmla="*/ 221456 h 445294"/>
                <a:gd name="connsiteX4" fmla="*/ 145258 w 531020"/>
                <a:gd name="connsiteY4" fmla="*/ 292894 h 445294"/>
                <a:gd name="connsiteX5" fmla="*/ 135733 w 531020"/>
                <a:gd name="connsiteY5" fmla="*/ 302419 h 445294"/>
                <a:gd name="connsiteX6" fmla="*/ 169070 w 531020"/>
                <a:gd name="connsiteY6" fmla="*/ 350044 h 445294"/>
                <a:gd name="connsiteX7" fmla="*/ 207170 w 531020"/>
                <a:gd name="connsiteY7" fmla="*/ 407194 h 445294"/>
                <a:gd name="connsiteX8" fmla="*/ 219076 w 531020"/>
                <a:gd name="connsiteY8" fmla="*/ 445294 h 445294"/>
                <a:gd name="connsiteX9" fmla="*/ 226220 w 531020"/>
                <a:gd name="connsiteY9" fmla="*/ 400050 h 445294"/>
                <a:gd name="connsiteX10" fmla="*/ 257176 w 531020"/>
                <a:gd name="connsiteY10" fmla="*/ 395287 h 445294"/>
                <a:gd name="connsiteX11" fmla="*/ 304801 w 531020"/>
                <a:gd name="connsiteY11" fmla="*/ 402431 h 445294"/>
                <a:gd name="connsiteX12" fmla="*/ 326233 w 531020"/>
                <a:gd name="connsiteY12" fmla="*/ 409575 h 445294"/>
                <a:gd name="connsiteX13" fmla="*/ 350045 w 531020"/>
                <a:gd name="connsiteY13" fmla="*/ 381000 h 445294"/>
                <a:gd name="connsiteX14" fmla="*/ 383383 w 531020"/>
                <a:gd name="connsiteY14" fmla="*/ 371475 h 445294"/>
                <a:gd name="connsiteX15" fmla="*/ 466726 w 531020"/>
                <a:gd name="connsiteY15" fmla="*/ 350044 h 445294"/>
                <a:gd name="connsiteX16" fmla="*/ 519114 w 531020"/>
                <a:gd name="connsiteY16" fmla="*/ 338137 h 445294"/>
                <a:gd name="connsiteX17" fmla="*/ 531020 w 531020"/>
                <a:gd name="connsiteY17" fmla="*/ 290512 h 445294"/>
                <a:gd name="connsiteX18" fmla="*/ 523876 w 531020"/>
                <a:gd name="connsiteY18" fmla="*/ 261937 h 445294"/>
                <a:gd name="connsiteX19" fmla="*/ 464345 w 531020"/>
                <a:gd name="connsiteY19" fmla="*/ 264319 h 445294"/>
                <a:gd name="connsiteX20" fmla="*/ 464345 w 531020"/>
                <a:gd name="connsiteY20" fmla="*/ 264319 h 445294"/>
                <a:gd name="connsiteX21" fmla="*/ 426245 w 531020"/>
                <a:gd name="connsiteY21" fmla="*/ 216694 h 445294"/>
                <a:gd name="connsiteX22" fmla="*/ 407195 w 531020"/>
                <a:gd name="connsiteY22" fmla="*/ 202406 h 445294"/>
                <a:gd name="connsiteX23" fmla="*/ 402433 w 531020"/>
                <a:gd name="connsiteY23" fmla="*/ 185737 h 445294"/>
                <a:gd name="connsiteX24" fmla="*/ 361951 w 531020"/>
                <a:gd name="connsiteY24" fmla="*/ 107156 h 445294"/>
                <a:gd name="connsiteX25" fmla="*/ 342901 w 531020"/>
                <a:gd name="connsiteY25" fmla="*/ 114300 h 445294"/>
                <a:gd name="connsiteX26" fmla="*/ 323851 w 531020"/>
                <a:gd name="connsiteY26" fmla="*/ 92869 h 445294"/>
                <a:gd name="connsiteX27" fmla="*/ 302420 w 531020"/>
                <a:gd name="connsiteY27" fmla="*/ 88106 h 445294"/>
                <a:gd name="connsiteX28" fmla="*/ 247651 w 531020"/>
                <a:gd name="connsiteY28" fmla="*/ 80962 h 445294"/>
                <a:gd name="connsiteX29" fmla="*/ 195264 w 531020"/>
                <a:gd name="connsiteY29" fmla="*/ 30956 h 445294"/>
                <a:gd name="connsiteX30" fmla="*/ 119064 w 531020"/>
                <a:gd name="connsiteY30" fmla="*/ 0 h 445294"/>
                <a:gd name="connsiteX31" fmla="*/ 59533 w 531020"/>
                <a:gd name="connsiteY31" fmla="*/ 28575 h 445294"/>
                <a:gd name="connsiteX32" fmla="*/ 88108 w 531020"/>
                <a:gd name="connsiteY32" fmla="*/ 52387 h 445294"/>
                <a:gd name="connsiteX33" fmla="*/ 61914 w 531020"/>
                <a:gd name="connsiteY33" fmla="*/ 71437 h 445294"/>
                <a:gd name="connsiteX34" fmla="*/ 45245 w 531020"/>
                <a:gd name="connsiteY34" fmla="*/ 97632 h 445294"/>
                <a:gd name="connsiteX35" fmla="*/ 21433 w 531020"/>
                <a:gd name="connsiteY35" fmla="*/ 76200 h 445294"/>
                <a:gd name="connsiteX0" fmla="*/ 14289 w 531020"/>
                <a:gd name="connsiteY0" fmla="*/ 69056 h 445294"/>
                <a:gd name="connsiteX1" fmla="*/ 0 w 531020"/>
                <a:gd name="connsiteY1" fmla="*/ 114300 h 445294"/>
                <a:gd name="connsiteX2" fmla="*/ 52389 w 531020"/>
                <a:gd name="connsiteY2" fmla="*/ 157162 h 445294"/>
                <a:gd name="connsiteX3" fmla="*/ 92870 w 531020"/>
                <a:gd name="connsiteY3" fmla="*/ 221456 h 445294"/>
                <a:gd name="connsiteX4" fmla="*/ 145258 w 531020"/>
                <a:gd name="connsiteY4" fmla="*/ 292894 h 445294"/>
                <a:gd name="connsiteX5" fmla="*/ 135733 w 531020"/>
                <a:gd name="connsiteY5" fmla="*/ 302419 h 445294"/>
                <a:gd name="connsiteX6" fmla="*/ 169070 w 531020"/>
                <a:gd name="connsiteY6" fmla="*/ 350044 h 445294"/>
                <a:gd name="connsiteX7" fmla="*/ 207170 w 531020"/>
                <a:gd name="connsiteY7" fmla="*/ 407194 h 445294"/>
                <a:gd name="connsiteX8" fmla="*/ 219076 w 531020"/>
                <a:gd name="connsiteY8" fmla="*/ 445294 h 445294"/>
                <a:gd name="connsiteX9" fmla="*/ 226220 w 531020"/>
                <a:gd name="connsiteY9" fmla="*/ 400050 h 445294"/>
                <a:gd name="connsiteX10" fmla="*/ 257176 w 531020"/>
                <a:gd name="connsiteY10" fmla="*/ 395287 h 445294"/>
                <a:gd name="connsiteX11" fmla="*/ 304801 w 531020"/>
                <a:gd name="connsiteY11" fmla="*/ 402431 h 445294"/>
                <a:gd name="connsiteX12" fmla="*/ 326233 w 531020"/>
                <a:gd name="connsiteY12" fmla="*/ 409575 h 445294"/>
                <a:gd name="connsiteX13" fmla="*/ 350045 w 531020"/>
                <a:gd name="connsiteY13" fmla="*/ 381000 h 445294"/>
                <a:gd name="connsiteX14" fmla="*/ 383383 w 531020"/>
                <a:gd name="connsiteY14" fmla="*/ 371475 h 445294"/>
                <a:gd name="connsiteX15" fmla="*/ 466726 w 531020"/>
                <a:gd name="connsiteY15" fmla="*/ 350044 h 445294"/>
                <a:gd name="connsiteX16" fmla="*/ 519114 w 531020"/>
                <a:gd name="connsiteY16" fmla="*/ 338137 h 445294"/>
                <a:gd name="connsiteX17" fmla="*/ 531020 w 531020"/>
                <a:gd name="connsiteY17" fmla="*/ 290512 h 445294"/>
                <a:gd name="connsiteX18" fmla="*/ 523876 w 531020"/>
                <a:gd name="connsiteY18" fmla="*/ 261937 h 445294"/>
                <a:gd name="connsiteX19" fmla="*/ 464345 w 531020"/>
                <a:gd name="connsiteY19" fmla="*/ 264319 h 445294"/>
                <a:gd name="connsiteX20" fmla="*/ 464345 w 531020"/>
                <a:gd name="connsiteY20" fmla="*/ 264319 h 445294"/>
                <a:gd name="connsiteX21" fmla="*/ 426245 w 531020"/>
                <a:gd name="connsiteY21" fmla="*/ 216694 h 445294"/>
                <a:gd name="connsiteX22" fmla="*/ 407195 w 531020"/>
                <a:gd name="connsiteY22" fmla="*/ 202406 h 445294"/>
                <a:gd name="connsiteX23" fmla="*/ 402433 w 531020"/>
                <a:gd name="connsiteY23" fmla="*/ 185737 h 445294"/>
                <a:gd name="connsiteX24" fmla="*/ 361951 w 531020"/>
                <a:gd name="connsiteY24" fmla="*/ 107156 h 445294"/>
                <a:gd name="connsiteX25" fmla="*/ 342901 w 531020"/>
                <a:gd name="connsiteY25" fmla="*/ 114300 h 445294"/>
                <a:gd name="connsiteX26" fmla="*/ 323851 w 531020"/>
                <a:gd name="connsiteY26" fmla="*/ 92869 h 445294"/>
                <a:gd name="connsiteX27" fmla="*/ 302420 w 531020"/>
                <a:gd name="connsiteY27" fmla="*/ 88106 h 445294"/>
                <a:gd name="connsiteX28" fmla="*/ 247651 w 531020"/>
                <a:gd name="connsiteY28" fmla="*/ 80962 h 445294"/>
                <a:gd name="connsiteX29" fmla="*/ 195264 w 531020"/>
                <a:gd name="connsiteY29" fmla="*/ 30956 h 445294"/>
                <a:gd name="connsiteX30" fmla="*/ 119064 w 531020"/>
                <a:gd name="connsiteY30" fmla="*/ 0 h 445294"/>
                <a:gd name="connsiteX31" fmla="*/ 59533 w 531020"/>
                <a:gd name="connsiteY31" fmla="*/ 28575 h 445294"/>
                <a:gd name="connsiteX32" fmla="*/ 88108 w 531020"/>
                <a:gd name="connsiteY32" fmla="*/ 52387 h 445294"/>
                <a:gd name="connsiteX33" fmla="*/ 61914 w 531020"/>
                <a:gd name="connsiteY33" fmla="*/ 71437 h 445294"/>
                <a:gd name="connsiteX34" fmla="*/ 45245 w 531020"/>
                <a:gd name="connsiteY34" fmla="*/ 97632 h 445294"/>
                <a:gd name="connsiteX35" fmla="*/ 14289 w 531020"/>
                <a:gd name="connsiteY35" fmla="*/ 69056 h 44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31020" h="445294">
                  <a:moveTo>
                    <a:pt x="14289" y="69056"/>
                  </a:moveTo>
                  <a:lnTo>
                    <a:pt x="0" y="114300"/>
                  </a:lnTo>
                  <a:lnTo>
                    <a:pt x="52389" y="157162"/>
                  </a:lnTo>
                  <a:lnTo>
                    <a:pt x="92870" y="221456"/>
                  </a:lnTo>
                  <a:lnTo>
                    <a:pt x="145258" y="292894"/>
                  </a:lnTo>
                  <a:lnTo>
                    <a:pt x="135733" y="302419"/>
                  </a:lnTo>
                  <a:lnTo>
                    <a:pt x="169070" y="350044"/>
                  </a:lnTo>
                  <a:lnTo>
                    <a:pt x="207170" y="407194"/>
                  </a:lnTo>
                  <a:lnTo>
                    <a:pt x="219076" y="445294"/>
                  </a:lnTo>
                  <a:lnTo>
                    <a:pt x="226220" y="400050"/>
                  </a:lnTo>
                  <a:lnTo>
                    <a:pt x="257176" y="395287"/>
                  </a:lnTo>
                  <a:lnTo>
                    <a:pt x="304801" y="402431"/>
                  </a:lnTo>
                  <a:lnTo>
                    <a:pt x="326233" y="409575"/>
                  </a:lnTo>
                  <a:lnTo>
                    <a:pt x="350045" y="381000"/>
                  </a:lnTo>
                  <a:lnTo>
                    <a:pt x="383383" y="371475"/>
                  </a:lnTo>
                  <a:lnTo>
                    <a:pt x="466726" y="350044"/>
                  </a:lnTo>
                  <a:lnTo>
                    <a:pt x="519114" y="338137"/>
                  </a:lnTo>
                  <a:lnTo>
                    <a:pt x="531020" y="290512"/>
                  </a:lnTo>
                  <a:lnTo>
                    <a:pt x="523876" y="261937"/>
                  </a:lnTo>
                  <a:lnTo>
                    <a:pt x="464345" y="264319"/>
                  </a:lnTo>
                  <a:lnTo>
                    <a:pt x="464345" y="264319"/>
                  </a:lnTo>
                  <a:lnTo>
                    <a:pt x="426245" y="216694"/>
                  </a:lnTo>
                  <a:lnTo>
                    <a:pt x="407195" y="202406"/>
                  </a:lnTo>
                  <a:lnTo>
                    <a:pt x="402433" y="185737"/>
                  </a:lnTo>
                  <a:lnTo>
                    <a:pt x="361951" y="107156"/>
                  </a:lnTo>
                  <a:lnTo>
                    <a:pt x="342901" y="114300"/>
                  </a:lnTo>
                  <a:lnTo>
                    <a:pt x="323851" y="92869"/>
                  </a:lnTo>
                  <a:lnTo>
                    <a:pt x="302420" y="88106"/>
                  </a:lnTo>
                  <a:lnTo>
                    <a:pt x="247651" y="80962"/>
                  </a:lnTo>
                  <a:lnTo>
                    <a:pt x="195264" y="30956"/>
                  </a:lnTo>
                  <a:lnTo>
                    <a:pt x="119064" y="0"/>
                  </a:lnTo>
                  <a:lnTo>
                    <a:pt x="59533" y="28575"/>
                  </a:lnTo>
                  <a:lnTo>
                    <a:pt x="88108" y="52387"/>
                  </a:lnTo>
                  <a:lnTo>
                    <a:pt x="61914" y="71437"/>
                  </a:lnTo>
                  <a:lnTo>
                    <a:pt x="45245" y="97632"/>
                  </a:lnTo>
                  <a:lnTo>
                    <a:pt x="14289" y="69056"/>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00B0F0"/>
                </a:solidFill>
                <a:latin typeface="Myriad Pro"/>
                <a:ea typeface="MS PGothic" panose="020B0600070205080204" pitchFamily="34" charset="-128"/>
              </a:endParaRPr>
            </a:p>
          </p:txBody>
        </p:sp>
        <p:sp>
          <p:nvSpPr>
            <p:cNvPr id="480" name="Freeform: Shape 76">
              <a:extLst>
                <a:ext uri="{FF2B5EF4-FFF2-40B4-BE49-F238E27FC236}">
                  <a16:creationId xmlns:a16="http://schemas.microsoft.com/office/drawing/2014/main" id="{464DCB3C-E6C7-4199-B514-477AE71C7FFC}"/>
                </a:ext>
              </a:extLst>
            </p:cNvPr>
            <p:cNvSpPr/>
            <p:nvPr/>
          </p:nvSpPr>
          <p:spPr bwMode="auto">
            <a:xfrm>
              <a:off x="5422107" y="3890963"/>
              <a:ext cx="54770" cy="73818"/>
            </a:xfrm>
            <a:custGeom>
              <a:avLst/>
              <a:gdLst>
                <a:gd name="connsiteX0" fmla="*/ 23813 w 47625"/>
                <a:gd name="connsiteY0" fmla="*/ 0 h 73818"/>
                <a:gd name="connsiteX1" fmla="*/ 0 w 47625"/>
                <a:gd name="connsiteY1" fmla="*/ 47625 h 73818"/>
                <a:gd name="connsiteX2" fmla="*/ 26194 w 47625"/>
                <a:gd name="connsiteY2" fmla="*/ 57150 h 73818"/>
                <a:gd name="connsiteX3" fmla="*/ 47625 w 47625"/>
                <a:gd name="connsiteY3" fmla="*/ 73818 h 73818"/>
                <a:gd name="connsiteX4" fmla="*/ 23813 w 47625"/>
                <a:gd name="connsiteY4" fmla="*/ 0 h 73818"/>
                <a:gd name="connsiteX0" fmla="*/ 23813 w 47625"/>
                <a:gd name="connsiteY0" fmla="*/ 0 h 73818"/>
                <a:gd name="connsiteX1" fmla="*/ 0 w 47625"/>
                <a:gd name="connsiteY1" fmla="*/ 47625 h 73818"/>
                <a:gd name="connsiteX2" fmla="*/ 26194 w 47625"/>
                <a:gd name="connsiteY2" fmla="*/ 57150 h 73818"/>
                <a:gd name="connsiteX3" fmla="*/ 47625 w 47625"/>
                <a:gd name="connsiteY3" fmla="*/ 73818 h 73818"/>
                <a:gd name="connsiteX4" fmla="*/ 30957 w 47625"/>
                <a:gd name="connsiteY4" fmla="*/ 28575 h 73818"/>
                <a:gd name="connsiteX5" fmla="*/ 23813 w 47625"/>
                <a:gd name="connsiteY5" fmla="*/ 0 h 73818"/>
                <a:gd name="connsiteX0" fmla="*/ 23813 w 54770"/>
                <a:gd name="connsiteY0" fmla="*/ 0 h 73818"/>
                <a:gd name="connsiteX1" fmla="*/ 0 w 54770"/>
                <a:gd name="connsiteY1" fmla="*/ 47625 h 73818"/>
                <a:gd name="connsiteX2" fmla="*/ 26194 w 54770"/>
                <a:gd name="connsiteY2" fmla="*/ 57150 h 73818"/>
                <a:gd name="connsiteX3" fmla="*/ 47625 w 54770"/>
                <a:gd name="connsiteY3" fmla="*/ 73818 h 73818"/>
                <a:gd name="connsiteX4" fmla="*/ 54770 w 54770"/>
                <a:gd name="connsiteY4" fmla="*/ 16669 h 73818"/>
                <a:gd name="connsiteX5" fmla="*/ 23813 w 54770"/>
                <a:gd name="connsiteY5" fmla="*/ 0 h 73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770" h="73818">
                  <a:moveTo>
                    <a:pt x="23813" y="0"/>
                  </a:moveTo>
                  <a:lnTo>
                    <a:pt x="0" y="47625"/>
                  </a:lnTo>
                  <a:lnTo>
                    <a:pt x="26194" y="57150"/>
                  </a:lnTo>
                  <a:lnTo>
                    <a:pt x="47625" y="73818"/>
                  </a:lnTo>
                  <a:lnTo>
                    <a:pt x="54770" y="16669"/>
                  </a:lnTo>
                  <a:lnTo>
                    <a:pt x="23813"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1" name="Freeform: Shape 77">
              <a:extLst>
                <a:ext uri="{FF2B5EF4-FFF2-40B4-BE49-F238E27FC236}">
                  <a16:creationId xmlns:a16="http://schemas.microsoft.com/office/drawing/2014/main" id="{5786560F-A9E5-49A8-9C54-DC7929338971}"/>
                </a:ext>
              </a:extLst>
            </p:cNvPr>
            <p:cNvSpPr/>
            <p:nvPr/>
          </p:nvSpPr>
          <p:spPr bwMode="auto">
            <a:xfrm>
              <a:off x="5348288" y="4212431"/>
              <a:ext cx="242887" cy="164307"/>
            </a:xfrm>
            <a:custGeom>
              <a:avLst/>
              <a:gdLst>
                <a:gd name="connsiteX0" fmla="*/ 0 w 242887"/>
                <a:gd name="connsiteY0" fmla="*/ 83344 h 164307"/>
                <a:gd name="connsiteX1" fmla="*/ 11906 w 242887"/>
                <a:gd name="connsiteY1" fmla="*/ 164307 h 164307"/>
                <a:gd name="connsiteX2" fmla="*/ 228600 w 242887"/>
                <a:gd name="connsiteY2" fmla="*/ 85725 h 164307"/>
                <a:gd name="connsiteX3" fmla="*/ 242887 w 242887"/>
                <a:gd name="connsiteY3" fmla="*/ 66675 h 164307"/>
                <a:gd name="connsiteX4" fmla="*/ 219075 w 242887"/>
                <a:gd name="connsiteY4" fmla="*/ 0 h 164307"/>
                <a:gd name="connsiteX5" fmla="*/ 128587 w 242887"/>
                <a:gd name="connsiteY5" fmla="*/ 23813 h 164307"/>
                <a:gd name="connsiteX6" fmla="*/ 104775 w 242887"/>
                <a:gd name="connsiteY6" fmla="*/ 59532 h 164307"/>
                <a:gd name="connsiteX7" fmla="*/ 35718 w 242887"/>
                <a:gd name="connsiteY7" fmla="*/ 35719 h 164307"/>
                <a:gd name="connsiteX8" fmla="*/ 0 w 242887"/>
                <a:gd name="connsiteY8" fmla="*/ 83344 h 164307"/>
                <a:gd name="connsiteX0" fmla="*/ 0 w 242887"/>
                <a:gd name="connsiteY0" fmla="*/ 83344 h 164307"/>
                <a:gd name="connsiteX1" fmla="*/ 11906 w 242887"/>
                <a:gd name="connsiteY1" fmla="*/ 164307 h 164307"/>
                <a:gd name="connsiteX2" fmla="*/ 228600 w 242887"/>
                <a:gd name="connsiteY2" fmla="*/ 85725 h 164307"/>
                <a:gd name="connsiteX3" fmla="*/ 242887 w 242887"/>
                <a:gd name="connsiteY3" fmla="*/ 66675 h 164307"/>
                <a:gd name="connsiteX4" fmla="*/ 219075 w 242887"/>
                <a:gd name="connsiteY4" fmla="*/ 0 h 164307"/>
                <a:gd name="connsiteX5" fmla="*/ 128587 w 242887"/>
                <a:gd name="connsiteY5" fmla="*/ 23813 h 164307"/>
                <a:gd name="connsiteX6" fmla="*/ 104775 w 242887"/>
                <a:gd name="connsiteY6" fmla="*/ 59532 h 164307"/>
                <a:gd name="connsiteX7" fmla="*/ 35718 w 242887"/>
                <a:gd name="connsiteY7" fmla="*/ 35719 h 164307"/>
                <a:gd name="connsiteX8" fmla="*/ 14287 w 242887"/>
                <a:gd name="connsiteY8" fmla="*/ 59532 h 164307"/>
                <a:gd name="connsiteX9" fmla="*/ 0 w 242887"/>
                <a:gd name="connsiteY9" fmla="*/ 83344 h 164307"/>
                <a:gd name="connsiteX0" fmla="*/ 0 w 242887"/>
                <a:gd name="connsiteY0" fmla="*/ 83344 h 164307"/>
                <a:gd name="connsiteX1" fmla="*/ 11906 w 242887"/>
                <a:gd name="connsiteY1" fmla="*/ 164307 h 164307"/>
                <a:gd name="connsiteX2" fmla="*/ 228600 w 242887"/>
                <a:gd name="connsiteY2" fmla="*/ 85725 h 164307"/>
                <a:gd name="connsiteX3" fmla="*/ 242887 w 242887"/>
                <a:gd name="connsiteY3" fmla="*/ 66675 h 164307"/>
                <a:gd name="connsiteX4" fmla="*/ 219075 w 242887"/>
                <a:gd name="connsiteY4" fmla="*/ 0 h 164307"/>
                <a:gd name="connsiteX5" fmla="*/ 128587 w 242887"/>
                <a:gd name="connsiteY5" fmla="*/ 23813 h 164307"/>
                <a:gd name="connsiteX6" fmla="*/ 104775 w 242887"/>
                <a:gd name="connsiteY6" fmla="*/ 59532 h 164307"/>
                <a:gd name="connsiteX7" fmla="*/ 35718 w 242887"/>
                <a:gd name="connsiteY7" fmla="*/ 35719 h 164307"/>
                <a:gd name="connsiteX8" fmla="*/ 2380 w 242887"/>
                <a:gd name="connsiteY8" fmla="*/ 45245 h 164307"/>
                <a:gd name="connsiteX9" fmla="*/ 0 w 242887"/>
                <a:gd name="connsiteY9" fmla="*/ 83344 h 16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887" h="164307">
                  <a:moveTo>
                    <a:pt x="0" y="83344"/>
                  </a:moveTo>
                  <a:lnTo>
                    <a:pt x="11906" y="164307"/>
                  </a:lnTo>
                  <a:lnTo>
                    <a:pt x="228600" y="85725"/>
                  </a:lnTo>
                  <a:lnTo>
                    <a:pt x="242887" y="66675"/>
                  </a:lnTo>
                  <a:lnTo>
                    <a:pt x="219075" y="0"/>
                  </a:lnTo>
                  <a:lnTo>
                    <a:pt x="128587" y="23813"/>
                  </a:lnTo>
                  <a:lnTo>
                    <a:pt x="104775" y="59532"/>
                  </a:lnTo>
                  <a:lnTo>
                    <a:pt x="35718" y="35719"/>
                  </a:lnTo>
                  <a:lnTo>
                    <a:pt x="2380" y="45245"/>
                  </a:lnTo>
                  <a:lnTo>
                    <a:pt x="0" y="83344"/>
                  </a:lnTo>
                  <a:close/>
                </a:path>
              </a:pathLst>
            </a:custGeom>
            <a:solidFill>
              <a:srgbClr val="7030A0"/>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2" name="Freeform: Shape 80">
              <a:extLst>
                <a:ext uri="{FF2B5EF4-FFF2-40B4-BE49-F238E27FC236}">
                  <a16:creationId xmlns:a16="http://schemas.microsoft.com/office/drawing/2014/main" id="{4FA7870B-1531-4787-817A-75111E9D6F10}"/>
                </a:ext>
              </a:extLst>
            </p:cNvPr>
            <p:cNvSpPr/>
            <p:nvPr/>
          </p:nvSpPr>
          <p:spPr bwMode="auto">
            <a:xfrm>
              <a:off x="5564981" y="4052888"/>
              <a:ext cx="195263" cy="226218"/>
            </a:xfrm>
            <a:custGeom>
              <a:avLst/>
              <a:gdLst>
                <a:gd name="connsiteX0" fmla="*/ 21432 w 195263"/>
                <a:gd name="connsiteY0" fmla="*/ 226218 h 226218"/>
                <a:gd name="connsiteX1" fmla="*/ 126207 w 195263"/>
                <a:gd name="connsiteY1" fmla="*/ 180975 h 226218"/>
                <a:gd name="connsiteX2" fmla="*/ 142875 w 195263"/>
                <a:gd name="connsiteY2" fmla="*/ 164306 h 226218"/>
                <a:gd name="connsiteX3" fmla="*/ 150019 w 195263"/>
                <a:gd name="connsiteY3" fmla="*/ 135731 h 226218"/>
                <a:gd name="connsiteX4" fmla="*/ 195263 w 195263"/>
                <a:gd name="connsiteY4" fmla="*/ 78581 h 226218"/>
                <a:gd name="connsiteX5" fmla="*/ 166688 w 195263"/>
                <a:gd name="connsiteY5" fmla="*/ 54768 h 226218"/>
                <a:gd name="connsiteX6" fmla="*/ 119063 w 195263"/>
                <a:gd name="connsiteY6" fmla="*/ 23812 h 226218"/>
                <a:gd name="connsiteX7" fmla="*/ 104775 w 195263"/>
                <a:gd name="connsiteY7" fmla="*/ 0 h 226218"/>
                <a:gd name="connsiteX8" fmla="*/ 92869 w 195263"/>
                <a:gd name="connsiteY8" fmla="*/ 21431 h 226218"/>
                <a:gd name="connsiteX9" fmla="*/ 90488 w 195263"/>
                <a:gd name="connsiteY9" fmla="*/ 42862 h 226218"/>
                <a:gd name="connsiteX10" fmla="*/ 92869 w 195263"/>
                <a:gd name="connsiteY10" fmla="*/ 69056 h 226218"/>
                <a:gd name="connsiteX11" fmla="*/ 90488 w 195263"/>
                <a:gd name="connsiteY11" fmla="*/ 97631 h 226218"/>
                <a:gd name="connsiteX12" fmla="*/ 78582 w 195263"/>
                <a:gd name="connsiteY12" fmla="*/ 135731 h 226218"/>
                <a:gd name="connsiteX13" fmla="*/ 0 w 195263"/>
                <a:gd name="connsiteY13" fmla="*/ 159543 h 226218"/>
                <a:gd name="connsiteX14" fmla="*/ 21432 w 195263"/>
                <a:gd name="connsiteY14" fmla="*/ 226218 h 2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263" h="226218">
                  <a:moveTo>
                    <a:pt x="21432" y="226218"/>
                  </a:moveTo>
                  <a:lnTo>
                    <a:pt x="126207" y="180975"/>
                  </a:lnTo>
                  <a:lnTo>
                    <a:pt x="142875" y="164306"/>
                  </a:lnTo>
                  <a:lnTo>
                    <a:pt x="150019" y="135731"/>
                  </a:lnTo>
                  <a:lnTo>
                    <a:pt x="195263" y="78581"/>
                  </a:lnTo>
                  <a:lnTo>
                    <a:pt x="166688" y="54768"/>
                  </a:lnTo>
                  <a:lnTo>
                    <a:pt x="119063" y="23812"/>
                  </a:lnTo>
                  <a:lnTo>
                    <a:pt x="104775" y="0"/>
                  </a:lnTo>
                  <a:lnTo>
                    <a:pt x="92869" y="21431"/>
                  </a:lnTo>
                  <a:lnTo>
                    <a:pt x="90488" y="42862"/>
                  </a:lnTo>
                  <a:lnTo>
                    <a:pt x="92869" y="69056"/>
                  </a:lnTo>
                  <a:lnTo>
                    <a:pt x="90488" y="97631"/>
                  </a:lnTo>
                  <a:lnTo>
                    <a:pt x="78582" y="135731"/>
                  </a:lnTo>
                  <a:lnTo>
                    <a:pt x="0" y="159543"/>
                  </a:lnTo>
                  <a:lnTo>
                    <a:pt x="21432" y="226218"/>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3" name="Freeform: Shape 81">
              <a:extLst>
                <a:ext uri="{FF2B5EF4-FFF2-40B4-BE49-F238E27FC236}">
                  <a16:creationId xmlns:a16="http://schemas.microsoft.com/office/drawing/2014/main" id="{576B3690-84DA-4D5A-855F-0758D1AC2297}"/>
                </a:ext>
              </a:extLst>
            </p:cNvPr>
            <p:cNvSpPr/>
            <p:nvPr/>
          </p:nvSpPr>
          <p:spPr bwMode="auto">
            <a:xfrm>
              <a:off x="5564981" y="4033838"/>
              <a:ext cx="107157" cy="90487"/>
            </a:xfrm>
            <a:custGeom>
              <a:avLst/>
              <a:gdLst>
                <a:gd name="connsiteX0" fmla="*/ 0 w 107157"/>
                <a:gd name="connsiteY0" fmla="*/ 45243 h 90487"/>
                <a:gd name="connsiteX1" fmla="*/ 23813 w 107157"/>
                <a:gd name="connsiteY1" fmla="*/ 90487 h 90487"/>
                <a:gd name="connsiteX2" fmla="*/ 90488 w 107157"/>
                <a:gd name="connsiteY2" fmla="*/ 80962 h 90487"/>
                <a:gd name="connsiteX3" fmla="*/ 95250 w 107157"/>
                <a:gd name="connsiteY3" fmla="*/ 57150 h 90487"/>
                <a:gd name="connsiteX4" fmla="*/ 107157 w 107157"/>
                <a:gd name="connsiteY4" fmla="*/ 0 h 90487"/>
                <a:gd name="connsiteX5" fmla="*/ 59532 w 107157"/>
                <a:gd name="connsiteY5" fmla="*/ 38100 h 90487"/>
                <a:gd name="connsiteX6" fmla="*/ 0 w 107157"/>
                <a:gd name="connsiteY6" fmla="*/ 45243 h 90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157" h="90487">
                  <a:moveTo>
                    <a:pt x="0" y="45243"/>
                  </a:moveTo>
                  <a:lnTo>
                    <a:pt x="23813" y="90487"/>
                  </a:lnTo>
                  <a:lnTo>
                    <a:pt x="90488" y="80962"/>
                  </a:lnTo>
                  <a:lnTo>
                    <a:pt x="95250" y="57150"/>
                  </a:lnTo>
                  <a:lnTo>
                    <a:pt x="107157" y="0"/>
                  </a:lnTo>
                  <a:lnTo>
                    <a:pt x="59532" y="38100"/>
                  </a:lnTo>
                  <a:lnTo>
                    <a:pt x="0" y="45243"/>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4" name="Freeform: Shape 322">
              <a:extLst>
                <a:ext uri="{FF2B5EF4-FFF2-40B4-BE49-F238E27FC236}">
                  <a16:creationId xmlns:a16="http://schemas.microsoft.com/office/drawing/2014/main" id="{037AD1C0-AD12-462D-AC2A-1FD85CAB016B}"/>
                </a:ext>
              </a:extLst>
            </p:cNvPr>
            <p:cNvSpPr/>
            <p:nvPr/>
          </p:nvSpPr>
          <p:spPr bwMode="auto">
            <a:xfrm rot="2301587">
              <a:off x="5526147" y="3569539"/>
              <a:ext cx="45720" cy="45719"/>
            </a:xfrm>
            <a:custGeom>
              <a:avLst/>
              <a:gdLst>
                <a:gd name="connsiteX0" fmla="*/ 0 w 61913"/>
                <a:gd name="connsiteY0" fmla="*/ 0 h 80962"/>
                <a:gd name="connsiteX1" fmla="*/ 16669 w 61913"/>
                <a:gd name="connsiteY1" fmla="*/ 80962 h 80962"/>
                <a:gd name="connsiteX2" fmla="*/ 61913 w 61913"/>
                <a:gd name="connsiteY2" fmla="*/ 69056 h 80962"/>
                <a:gd name="connsiteX3" fmla="*/ 0 w 61913"/>
                <a:gd name="connsiteY3" fmla="*/ 0 h 80962"/>
                <a:gd name="connsiteX0" fmla="*/ 0 w 61913"/>
                <a:gd name="connsiteY0" fmla="*/ 0 h 80962"/>
                <a:gd name="connsiteX1" fmla="*/ 16669 w 61913"/>
                <a:gd name="connsiteY1" fmla="*/ 80962 h 80962"/>
                <a:gd name="connsiteX2" fmla="*/ 61913 w 61913"/>
                <a:gd name="connsiteY2" fmla="*/ 69056 h 80962"/>
                <a:gd name="connsiteX3" fmla="*/ 23813 w 61913"/>
                <a:gd name="connsiteY3" fmla="*/ 23812 h 80962"/>
                <a:gd name="connsiteX4" fmla="*/ 0 w 61913"/>
                <a:gd name="connsiteY4" fmla="*/ 0 h 80962"/>
                <a:gd name="connsiteX0" fmla="*/ 0 w 61913"/>
                <a:gd name="connsiteY0" fmla="*/ 9526 h 90488"/>
                <a:gd name="connsiteX1" fmla="*/ 16669 w 61913"/>
                <a:gd name="connsiteY1" fmla="*/ 90488 h 90488"/>
                <a:gd name="connsiteX2" fmla="*/ 61913 w 61913"/>
                <a:gd name="connsiteY2" fmla="*/ 78582 h 90488"/>
                <a:gd name="connsiteX3" fmla="*/ 33338 w 61913"/>
                <a:gd name="connsiteY3" fmla="*/ 0 h 90488"/>
                <a:gd name="connsiteX4" fmla="*/ 0 w 61913"/>
                <a:gd name="connsiteY4" fmla="*/ 9526 h 904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3" h="90488">
                  <a:moveTo>
                    <a:pt x="0" y="9526"/>
                  </a:moveTo>
                  <a:lnTo>
                    <a:pt x="16669" y="90488"/>
                  </a:lnTo>
                  <a:lnTo>
                    <a:pt x="61913" y="78582"/>
                  </a:lnTo>
                  <a:lnTo>
                    <a:pt x="33338" y="0"/>
                  </a:lnTo>
                  <a:lnTo>
                    <a:pt x="0" y="9526"/>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5" name="Freeform: Shape 93">
              <a:extLst>
                <a:ext uri="{FF2B5EF4-FFF2-40B4-BE49-F238E27FC236}">
                  <a16:creationId xmlns:a16="http://schemas.microsoft.com/office/drawing/2014/main" id="{2CB7ABE3-C302-4C37-A023-A56E06B41A86}"/>
                </a:ext>
              </a:extLst>
            </p:cNvPr>
            <p:cNvSpPr/>
            <p:nvPr/>
          </p:nvSpPr>
          <p:spPr bwMode="auto">
            <a:xfrm>
              <a:off x="5431631" y="3048000"/>
              <a:ext cx="1021557" cy="542925"/>
            </a:xfrm>
            <a:custGeom>
              <a:avLst/>
              <a:gdLst>
                <a:gd name="connsiteX0" fmla="*/ 73819 w 1021557"/>
                <a:gd name="connsiteY0" fmla="*/ 347663 h 542925"/>
                <a:gd name="connsiteX1" fmla="*/ 154782 w 1021557"/>
                <a:gd name="connsiteY1" fmla="*/ 330994 h 542925"/>
                <a:gd name="connsiteX2" fmla="*/ 154782 w 1021557"/>
                <a:gd name="connsiteY2" fmla="*/ 373856 h 542925"/>
                <a:gd name="connsiteX3" fmla="*/ 119063 w 1021557"/>
                <a:gd name="connsiteY3" fmla="*/ 385763 h 542925"/>
                <a:gd name="connsiteX4" fmla="*/ 109538 w 1021557"/>
                <a:gd name="connsiteY4" fmla="*/ 414338 h 542925"/>
                <a:gd name="connsiteX5" fmla="*/ 92869 w 1021557"/>
                <a:gd name="connsiteY5" fmla="*/ 426244 h 542925"/>
                <a:gd name="connsiteX6" fmla="*/ 126207 w 1021557"/>
                <a:gd name="connsiteY6" fmla="*/ 447675 h 542925"/>
                <a:gd name="connsiteX7" fmla="*/ 154782 w 1021557"/>
                <a:gd name="connsiteY7" fmla="*/ 471488 h 542925"/>
                <a:gd name="connsiteX8" fmla="*/ 150019 w 1021557"/>
                <a:gd name="connsiteY8" fmla="*/ 514350 h 542925"/>
                <a:gd name="connsiteX9" fmla="*/ 190500 w 1021557"/>
                <a:gd name="connsiteY9" fmla="*/ 492919 h 542925"/>
                <a:gd name="connsiteX10" fmla="*/ 226219 w 1021557"/>
                <a:gd name="connsiteY10" fmla="*/ 519113 h 542925"/>
                <a:gd name="connsiteX11" fmla="*/ 238125 w 1021557"/>
                <a:gd name="connsiteY11" fmla="*/ 416719 h 542925"/>
                <a:gd name="connsiteX12" fmla="*/ 321469 w 1021557"/>
                <a:gd name="connsiteY12" fmla="*/ 371475 h 542925"/>
                <a:gd name="connsiteX13" fmla="*/ 359569 w 1021557"/>
                <a:gd name="connsiteY13" fmla="*/ 409575 h 542925"/>
                <a:gd name="connsiteX14" fmla="*/ 376238 w 1021557"/>
                <a:gd name="connsiteY14" fmla="*/ 450056 h 542925"/>
                <a:gd name="connsiteX15" fmla="*/ 419100 w 1021557"/>
                <a:gd name="connsiteY15" fmla="*/ 442913 h 542925"/>
                <a:gd name="connsiteX16" fmla="*/ 452438 w 1021557"/>
                <a:gd name="connsiteY16" fmla="*/ 435769 h 542925"/>
                <a:gd name="connsiteX17" fmla="*/ 471488 w 1021557"/>
                <a:gd name="connsiteY17" fmla="*/ 450056 h 542925"/>
                <a:gd name="connsiteX18" fmla="*/ 488157 w 1021557"/>
                <a:gd name="connsiteY18" fmla="*/ 464344 h 542925"/>
                <a:gd name="connsiteX19" fmla="*/ 490538 w 1021557"/>
                <a:gd name="connsiteY19" fmla="*/ 490538 h 542925"/>
                <a:gd name="connsiteX20" fmla="*/ 497682 w 1021557"/>
                <a:gd name="connsiteY20" fmla="*/ 509588 h 542925"/>
                <a:gd name="connsiteX21" fmla="*/ 504825 w 1021557"/>
                <a:gd name="connsiteY21" fmla="*/ 526256 h 542925"/>
                <a:gd name="connsiteX22" fmla="*/ 526257 w 1021557"/>
                <a:gd name="connsiteY22" fmla="*/ 528638 h 542925"/>
                <a:gd name="connsiteX23" fmla="*/ 545307 w 1021557"/>
                <a:gd name="connsiteY23" fmla="*/ 542925 h 542925"/>
                <a:gd name="connsiteX24" fmla="*/ 552450 w 1021557"/>
                <a:gd name="connsiteY24" fmla="*/ 531019 h 542925"/>
                <a:gd name="connsiteX25" fmla="*/ 585788 w 1021557"/>
                <a:gd name="connsiteY25" fmla="*/ 507206 h 542925"/>
                <a:gd name="connsiteX26" fmla="*/ 607219 w 1021557"/>
                <a:gd name="connsiteY26" fmla="*/ 476250 h 542925"/>
                <a:gd name="connsiteX27" fmla="*/ 635794 w 1021557"/>
                <a:gd name="connsiteY27" fmla="*/ 471488 h 542925"/>
                <a:gd name="connsiteX28" fmla="*/ 669132 w 1021557"/>
                <a:gd name="connsiteY28" fmla="*/ 483394 h 542925"/>
                <a:gd name="connsiteX29" fmla="*/ 678657 w 1021557"/>
                <a:gd name="connsiteY29" fmla="*/ 461963 h 542925"/>
                <a:gd name="connsiteX30" fmla="*/ 697707 w 1021557"/>
                <a:gd name="connsiteY30" fmla="*/ 454819 h 542925"/>
                <a:gd name="connsiteX31" fmla="*/ 721519 w 1021557"/>
                <a:gd name="connsiteY31" fmla="*/ 471488 h 542925"/>
                <a:gd name="connsiteX32" fmla="*/ 773907 w 1021557"/>
                <a:gd name="connsiteY32" fmla="*/ 473869 h 542925"/>
                <a:gd name="connsiteX33" fmla="*/ 797719 w 1021557"/>
                <a:gd name="connsiteY33" fmla="*/ 471488 h 542925"/>
                <a:gd name="connsiteX34" fmla="*/ 833438 w 1021557"/>
                <a:gd name="connsiteY34" fmla="*/ 485775 h 542925"/>
                <a:gd name="connsiteX35" fmla="*/ 838200 w 1021557"/>
                <a:gd name="connsiteY35" fmla="*/ 473869 h 542925"/>
                <a:gd name="connsiteX36" fmla="*/ 831057 w 1021557"/>
                <a:gd name="connsiteY36" fmla="*/ 402431 h 542925"/>
                <a:gd name="connsiteX37" fmla="*/ 852488 w 1021557"/>
                <a:gd name="connsiteY37" fmla="*/ 395288 h 542925"/>
                <a:gd name="connsiteX38" fmla="*/ 881063 w 1021557"/>
                <a:gd name="connsiteY38" fmla="*/ 400050 h 542925"/>
                <a:gd name="connsiteX39" fmla="*/ 890588 w 1021557"/>
                <a:gd name="connsiteY39" fmla="*/ 369094 h 542925"/>
                <a:gd name="connsiteX40" fmla="*/ 890588 w 1021557"/>
                <a:gd name="connsiteY40" fmla="*/ 335756 h 542925"/>
                <a:gd name="connsiteX41" fmla="*/ 904875 w 1021557"/>
                <a:gd name="connsiteY41" fmla="*/ 321469 h 542925"/>
                <a:gd name="connsiteX42" fmla="*/ 938213 w 1021557"/>
                <a:gd name="connsiteY42" fmla="*/ 335756 h 542925"/>
                <a:gd name="connsiteX43" fmla="*/ 959644 w 1021557"/>
                <a:gd name="connsiteY43" fmla="*/ 333375 h 542925"/>
                <a:gd name="connsiteX44" fmla="*/ 969169 w 1021557"/>
                <a:gd name="connsiteY44" fmla="*/ 307181 h 542925"/>
                <a:gd name="connsiteX45" fmla="*/ 962025 w 1021557"/>
                <a:gd name="connsiteY45" fmla="*/ 292894 h 542925"/>
                <a:gd name="connsiteX46" fmla="*/ 1021557 w 1021557"/>
                <a:gd name="connsiteY46" fmla="*/ 252413 h 542925"/>
                <a:gd name="connsiteX47" fmla="*/ 992982 w 1021557"/>
                <a:gd name="connsiteY47" fmla="*/ 230981 h 542925"/>
                <a:gd name="connsiteX48" fmla="*/ 966788 w 1021557"/>
                <a:gd name="connsiteY48" fmla="*/ 230981 h 542925"/>
                <a:gd name="connsiteX49" fmla="*/ 921544 w 1021557"/>
                <a:gd name="connsiteY49" fmla="*/ 211931 h 542925"/>
                <a:gd name="connsiteX50" fmla="*/ 921544 w 1021557"/>
                <a:gd name="connsiteY50" fmla="*/ 185738 h 542925"/>
                <a:gd name="connsiteX51" fmla="*/ 871538 w 1021557"/>
                <a:gd name="connsiteY51" fmla="*/ 185738 h 542925"/>
                <a:gd name="connsiteX52" fmla="*/ 842963 w 1021557"/>
                <a:gd name="connsiteY52" fmla="*/ 171450 h 542925"/>
                <a:gd name="connsiteX53" fmla="*/ 833438 w 1021557"/>
                <a:gd name="connsiteY53" fmla="*/ 209550 h 542925"/>
                <a:gd name="connsiteX54" fmla="*/ 797719 w 1021557"/>
                <a:gd name="connsiteY54" fmla="*/ 104775 h 542925"/>
                <a:gd name="connsiteX55" fmla="*/ 776288 w 1021557"/>
                <a:gd name="connsiteY55" fmla="*/ 78581 h 542925"/>
                <a:gd name="connsiteX56" fmla="*/ 745332 w 1021557"/>
                <a:gd name="connsiteY56" fmla="*/ 61913 h 542925"/>
                <a:gd name="connsiteX57" fmla="*/ 738188 w 1021557"/>
                <a:gd name="connsiteY57" fmla="*/ 45244 h 542925"/>
                <a:gd name="connsiteX58" fmla="*/ 676275 w 1021557"/>
                <a:gd name="connsiteY58" fmla="*/ 78581 h 542925"/>
                <a:gd name="connsiteX59" fmla="*/ 669132 w 1021557"/>
                <a:gd name="connsiteY59" fmla="*/ 88106 h 542925"/>
                <a:gd name="connsiteX60" fmla="*/ 659607 w 1021557"/>
                <a:gd name="connsiteY60" fmla="*/ 66675 h 542925"/>
                <a:gd name="connsiteX61" fmla="*/ 654844 w 1021557"/>
                <a:gd name="connsiteY61" fmla="*/ 54769 h 542925"/>
                <a:gd name="connsiteX62" fmla="*/ 640557 w 1021557"/>
                <a:gd name="connsiteY62" fmla="*/ 69056 h 542925"/>
                <a:gd name="connsiteX63" fmla="*/ 633413 w 1021557"/>
                <a:gd name="connsiteY63" fmla="*/ 57150 h 542925"/>
                <a:gd name="connsiteX64" fmla="*/ 609600 w 1021557"/>
                <a:gd name="connsiteY64" fmla="*/ 50006 h 542925"/>
                <a:gd name="connsiteX65" fmla="*/ 623888 w 1021557"/>
                <a:gd name="connsiteY65" fmla="*/ 38100 h 542925"/>
                <a:gd name="connsiteX66" fmla="*/ 600075 w 1021557"/>
                <a:gd name="connsiteY66" fmla="*/ 7144 h 542925"/>
                <a:gd name="connsiteX67" fmla="*/ 557213 w 1021557"/>
                <a:gd name="connsiteY67" fmla="*/ 0 h 542925"/>
                <a:gd name="connsiteX68" fmla="*/ 533400 w 1021557"/>
                <a:gd name="connsiteY68" fmla="*/ 14288 h 542925"/>
                <a:gd name="connsiteX69" fmla="*/ 500063 w 1021557"/>
                <a:gd name="connsiteY69" fmla="*/ 16669 h 542925"/>
                <a:gd name="connsiteX70" fmla="*/ 426244 w 1021557"/>
                <a:gd name="connsiteY70" fmla="*/ 52388 h 542925"/>
                <a:gd name="connsiteX71" fmla="*/ 376238 w 1021557"/>
                <a:gd name="connsiteY71" fmla="*/ 54769 h 542925"/>
                <a:gd name="connsiteX72" fmla="*/ 357188 w 1021557"/>
                <a:gd name="connsiteY72" fmla="*/ 54769 h 542925"/>
                <a:gd name="connsiteX73" fmla="*/ 373857 w 1021557"/>
                <a:gd name="connsiteY73" fmla="*/ 95250 h 542925"/>
                <a:gd name="connsiteX74" fmla="*/ 352425 w 1021557"/>
                <a:gd name="connsiteY74" fmla="*/ 97631 h 542925"/>
                <a:gd name="connsiteX75" fmla="*/ 347663 w 1021557"/>
                <a:gd name="connsiteY75" fmla="*/ 135731 h 542925"/>
                <a:gd name="connsiteX76" fmla="*/ 361950 w 1021557"/>
                <a:gd name="connsiteY76" fmla="*/ 161925 h 542925"/>
                <a:gd name="connsiteX77" fmla="*/ 361950 w 1021557"/>
                <a:gd name="connsiteY77" fmla="*/ 161925 h 542925"/>
                <a:gd name="connsiteX78" fmla="*/ 357188 w 1021557"/>
                <a:gd name="connsiteY78" fmla="*/ 200025 h 542925"/>
                <a:gd name="connsiteX79" fmla="*/ 354807 w 1021557"/>
                <a:gd name="connsiteY79" fmla="*/ 197644 h 542925"/>
                <a:gd name="connsiteX80" fmla="*/ 323850 w 1021557"/>
                <a:gd name="connsiteY80" fmla="*/ 183356 h 542925"/>
                <a:gd name="connsiteX81" fmla="*/ 321469 w 1021557"/>
                <a:gd name="connsiteY81" fmla="*/ 214313 h 542925"/>
                <a:gd name="connsiteX82" fmla="*/ 292894 w 1021557"/>
                <a:gd name="connsiteY82" fmla="*/ 176213 h 542925"/>
                <a:gd name="connsiteX83" fmla="*/ 252413 w 1021557"/>
                <a:gd name="connsiteY83" fmla="*/ 183356 h 542925"/>
                <a:gd name="connsiteX84" fmla="*/ 226219 w 1021557"/>
                <a:gd name="connsiteY84" fmla="*/ 192881 h 542925"/>
                <a:gd name="connsiteX85" fmla="*/ 202407 w 1021557"/>
                <a:gd name="connsiteY85" fmla="*/ 192881 h 542925"/>
                <a:gd name="connsiteX86" fmla="*/ 178594 w 1021557"/>
                <a:gd name="connsiteY86" fmla="*/ 180975 h 542925"/>
                <a:gd name="connsiteX87" fmla="*/ 142875 w 1021557"/>
                <a:gd name="connsiteY87" fmla="*/ 133350 h 542925"/>
                <a:gd name="connsiteX88" fmla="*/ 123825 w 1021557"/>
                <a:gd name="connsiteY88" fmla="*/ 161925 h 542925"/>
                <a:gd name="connsiteX89" fmla="*/ 109538 w 1021557"/>
                <a:gd name="connsiteY89" fmla="*/ 150019 h 542925"/>
                <a:gd name="connsiteX90" fmla="*/ 71438 w 1021557"/>
                <a:gd name="connsiteY90" fmla="*/ 161925 h 542925"/>
                <a:gd name="connsiteX91" fmla="*/ 47625 w 1021557"/>
                <a:gd name="connsiteY91" fmla="*/ 221456 h 542925"/>
                <a:gd name="connsiteX92" fmla="*/ 19050 w 1021557"/>
                <a:gd name="connsiteY92" fmla="*/ 207169 h 542925"/>
                <a:gd name="connsiteX93" fmla="*/ 0 w 1021557"/>
                <a:gd name="connsiteY93" fmla="*/ 261938 h 542925"/>
                <a:gd name="connsiteX94" fmla="*/ 11907 w 1021557"/>
                <a:gd name="connsiteY94" fmla="*/ 288131 h 542925"/>
                <a:gd name="connsiteX95" fmla="*/ 47625 w 1021557"/>
                <a:gd name="connsiteY95" fmla="*/ 304800 h 542925"/>
                <a:gd name="connsiteX96" fmla="*/ 73819 w 1021557"/>
                <a:gd name="connsiteY96" fmla="*/ 347663 h 542925"/>
                <a:gd name="connsiteX0" fmla="*/ 73819 w 1021557"/>
                <a:gd name="connsiteY0" fmla="*/ 347663 h 542925"/>
                <a:gd name="connsiteX1" fmla="*/ 154782 w 1021557"/>
                <a:gd name="connsiteY1" fmla="*/ 330994 h 542925"/>
                <a:gd name="connsiteX2" fmla="*/ 154782 w 1021557"/>
                <a:gd name="connsiteY2" fmla="*/ 373856 h 542925"/>
                <a:gd name="connsiteX3" fmla="*/ 119063 w 1021557"/>
                <a:gd name="connsiteY3" fmla="*/ 385763 h 542925"/>
                <a:gd name="connsiteX4" fmla="*/ 109538 w 1021557"/>
                <a:gd name="connsiteY4" fmla="*/ 414338 h 542925"/>
                <a:gd name="connsiteX5" fmla="*/ 92869 w 1021557"/>
                <a:gd name="connsiteY5" fmla="*/ 426244 h 542925"/>
                <a:gd name="connsiteX6" fmla="*/ 126207 w 1021557"/>
                <a:gd name="connsiteY6" fmla="*/ 447675 h 542925"/>
                <a:gd name="connsiteX7" fmla="*/ 154782 w 1021557"/>
                <a:gd name="connsiteY7" fmla="*/ 471488 h 542925"/>
                <a:gd name="connsiteX8" fmla="*/ 150019 w 1021557"/>
                <a:gd name="connsiteY8" fmla="*/ 514350 h 542925"/>
                <a:gd name="connsiteX9" fmla="*/ 190500 w 1021557"/>
                <a:gd name="connsiteY9" fmla="*/ 492919 h 542925"/>
                <a:gd name="connsiteX10" fmla="*/ 226219 w 1021557"/>
                <a:gd name="connsiteY10" fmla="*/ 519113 h 542925"/>
                <a:gd name="connsiteX11" fmla="*/ 238125 w 1021557"/>
                <a:gd name="connsiteY11" fmla="*/ 416719 h 542925"/>
                <a:gd name="connsiteX12" fmla="*/ 321469 w 1021557"/>
                <a:gd name="connsiteY12" fmla="*/ 371475 h 542925"/>
                <a:gd name="connsiteX13" fmla="*/ 359569 w 1021557"/>
                <a:gd name="connsiteY13" fmla="*/ 409575 h 542925"/>
                <a:gd name="connsiteX14" fmla="*/ 376238 w 1021557"/>
                <a:gd name="connsiteY14" fmla="*/ 450056 h 542925"/>
                <a:gd name="connsiteX15" fmla="*/ 419100 w 1021557"/>
                <a:gd name="connsiteY15" fmla="*/ 442913 h 542925"/>
                <a:gd name="connsiteX16" fmla="*/ 452438 w 1021557"/>
                <a:gd name="connsiteY16" fmla="*/ 435769 h 542925"/>
                <a:gd name="connsiteX17" fmla="*/ 471488 w 1021557"/>
                <a:gd name="connsiteY17" fmla="*/ 450056 h 542925"/>
                <a:gd name="connsiteX18" fmla="*/ 488157 w 1021557"/>
                <a:gd name="connsiteY18" fmla="*/ 464344 h 542925"/>
                <a:gd name="connsiteX19" fmla="*/ 490538 w 1021557"/>
                <a:gd name="connsiteY19" fmla="*/ 490538 h 542925"/>
                <a:gd name="connsiteX20" fmla="*/ 497682 w 1021557"/>
                <a:gd name="connsiteY20" fmla="*/ 509588 h 542925"/>
                <a:gd name="connsiteX21" fmla="*/ 504825 w 1021557"/>
                <a:gd name="connsiteY21" fmla="*/ 526256 h 542925"/>
                <a:gd name="connsiteX22" fmla="*/ 526257 w 1021557"/>
                <a:gd name="connsiteY22" fmla="*/ 528638 h 542925"/>
                <a:gd name="connsiteX23" fmla="*/ 545307 w 1021557"/>
                <a:gd name="connsiteY23" fmla="*/ 542925 h 542925"/>
                <a:gd name="connsiteX24" fmla="*/ 552450 w 1021557"/>
                <a:gd name="connsiteY24" fmla="*/ 531019 h 542925"/>
                <a:gd name="connsiteX25" fmla="*/ 585788 w 1021557"/>
                <a:gd name="connsiteY25" fmla="*/ 507206 h 542925"/>
                <a:gd name="connsiteX26" fmla="*/ 607219 w 1021557"/>
                <a:gd name="connsiteY26" fmla="*/ 476250 h 542925"/>
                <a:gd name="connsiteX27" fmla="*/ 635794 w 1021557"/>
                <a:gd name="connsiteY27" fmla="*/ 471488 h 542925"/>
                <a:gd name="connsiteX28" fmla="*/ 669132 w 1021557"/>
                <a:gd name="connsiteY28" fmla="*/ 483394 h 542925"/>
                <a:gd name="connsiteX29" fmla="*/ 678657 w 1021557"/>
                <a:gd name="connsiteY29" fmla="*/ 461963 h 542925"/>
                <a:gd name="connsiteX30" fmla="*/ 697707 w 1021557"/>
                <a:gd name="connsiteY30" fmla="*/ 454819 h 542925"/>
                <a:gd name="connsiteX31" fmla="*/ 721519 w 1021557"/>
                <a:gd name="connsiteY31" fmla="*/ 471488 h 542925"/>
                <a:gd name="connsiteX32" fmla="*/ 773907 w 1021557"/>
                <a:gd name="connsiteY32" fmla="*/ 473869 h 542925"/>
                <a:gd name="connsiteX33" fmla="*/ 797719 w 1021557"/>
                <a:gd name="connsiteY33" fmla="*/ 471488 h 542925"/>
                <a:gd name="connsiteX34" fmla="*/ 833438 w 1021557"/>
                <a:gd name="connsiteY34" fmla="*/ 485775 h 542925"/>
                <a:gd name="connsiteX35" fmla="*/ 838200 w 1021557"/>
                <a:gd name="connsiteY35" fmla="*/ 473869 h 542925"/>
                <a:gd name="connsiteX36" fmla="*/ 831057 w 1021557"/>
                <a:gd name="connsiteY36" fmla="*/ 402431 h 542925"/>
                <a:gd name="connsiteX37" fmla="*/ 852488 w 1021557"/>
                <a:gd name="connsiteY37" fmla="*/ 395288 h 542925"/>
                <a:gd name="connsiteX38" fmla="*/ 881063 w 1021557"/>
                <a:gd name="connsiteY38" fmla="*/ 400050 h 542925"/>
                <a:gd name="connsiteX39" fmla="*/ 890588 w 1021557"/>
                <a:gd name="connsiteY39" fmla="*/ 369094 h 542925"/>
                <a:gd name="connsiteX40" fmla="*/ 890588 w 1021557"/>
                <a:gd name="connsiteY40" fmla="*/ 335756 h 542925"/>
                <a:gd name="connsiteX41" fmla="*/ 904875 w 1021557"/>
                <a:gd name="connsiteY41" fmla="*/ 321469 h 542925"/>
                <a:gd name="connsiteX42" fmla="*/ 938213 w 1021557"/>
                <a:gd name="connsiteY42" fmla="*/ 335756 h 542925"/>
                <a:gd name="connsiteX43" fmla="*/ 959644 w 1021557"/>
                <a:gd name="connsiteY43" fmla="*/ 333375 h 542925"/>
                <a:gd name="connsiteX44" fmla="*/ 969169 w 1021557"/>
                <a:gd name="connsiteY44" fmla="*/ 307181 h 542925"/>
                <a:gd name="connsiteX45" fmla="*/ 962025 w 1021557"/>
                <a:gd name="connsiteY45" fmla="*/ 292894 h 542925"/>
                <a:gd name="connsiteX46" fmla="*/ 1021557 w 1021557"/>
                <a:gd name="connsiteY46" fmla="*/ 252413 h 542925"/>
                <a:gd name="connsiteX47" fmla="*/ 992982 w 1021557"/>
                <a:gd name="connsiteY47" fmla="*/ 230981 h 542925"/>
                <a:gd name="connsiteX48" fmla="*/ 966788 w 1021557"/>
                <a:gd name="connsiteY48" fmla="*/ 230981 h 542925"/>
                <a:gd name="connsiteX49" fmla="*/ 921544 w 1021557"/>
                <a:gd name="connsiteY49" fmla="*/ 211931 h 542925"/>
                <a:gd name="connsiteX50" fmla="*/ 921544 w 1021557"/>
                <a:gd name="connsiteY50" fmla="*/ 185738 h 542925"/>
                <a:gd name="connsiteX51" fmla="*/ 871538 w 1021557"/>
                <a:gd name="connsiteY51" fmla="*/ 185738 h 542925"/>
                <a:gd name="connsiteX52" fmla="*/ 842963 w 1021557"/>
                <a:gd name="connsiteY52" fmla="*/ 171450 h 542925"/>
                <a:gd name="connsiteX53" fmla="*/ 833438 w 1021557"/>
                <a:gd name="connsiteY53" fmla="*/ 209550 h 542925"/>
                <a:gd name="connsiteX54" fmla="*/ 797719 w 1021557"/>
                <a:gd name="connsiteY54" fmla="*/ 104775 h 542925"/>
                <a:gd name="connsiteX55" fmla="*/ 776288 w 1021557"/>
                <a:gd name="connsiteY55" fmla="*/ 78581 h 542925"/>
                <a:gd name="connsiteX56" fmla="*/ 745332 w 1021557"/>
                <a:gd name="connsiteY56" fmla="*/ 61913 h 542925"/>
                <a:gd name="connsiteX57" fmla="*/ 738188 w 1021557"/>
                <a:gd name="connsiteY57" fmla="*/ 45244 h 542925"/>
                <a:gd name="connsiteX58" fmla="*/ 676275 w 1021557"/>
                <a:gd name="connsiteY58" fmla="*/ 78581 h 542925"/>
                <a:gd name="connsiteX59" fmla="*/ 669132 w 1021557"/>
                <a:gd name="connsiteY59" fmla="*/ 88106 h 542925"/>
                <a:gd name="connsiteX60" fmla="*/ 659607 w 1021557"/>
                <a:gd name="connsiteY60" fmla="*/ 66675 h 542925"/>
                <a:gd name="connsiteX61" fmla="*/ 654844 w 1021557"/>
                <a:gd name="connsiteY61" fmla="*/ 54769 h 542925"/>
                <a:gd name="connsiteX62" fmla="*/ 640557 w 1021557"/>
                <a:gd name="connsiteY62" fmla="*/ 69056 h 542925"/>
                <a:gd name="connsiteX63" fmla="*/ 633413 w 1021557"/>
                <a:gd name="connsiteY63" fmla="*/ 57150 h 542925"/>
                <a:gd name="connsiteX64" fmla="*/ 609600 w 1021557"/>
                <a:gd name="connsiteY64" fmla="*/ 50006 h 542925"/>
                <a:gd name="connsiteX65" fmla="*/ 623888 w 1021557"/>
                <a:gd name="connsiteY65" fmla="*/ 38100 h 542925"/>
                <a:gd name="connsiteX66" fmla="*/ 600075 w 1021557"/>
                <a:gd name="connsiteY66" fmla="*/ 7144 h 542925"/>
                <a:gd name="connsiteX67" fmla="*/ 557213 w 1021557"/>
                <a:gd name="connsiteY67" fmla="*/ 0 h 542925"/>
                <a:gd name="connsiteX68" fmla="*/ 533400 w 1021557"/>
                <a:gd name="connsiteY68" fmla="*/ 14288 h 542925"/>
                <a:gd name="connsiteX69" fmla="*/ 500063 w 1021557"/>
                <a:gd name="connsiteY69" fmla="*/ 16669 h 542925"/>
                <a:gd name="connsiteX70" fmla="*/ 426244 w 1021557"/>
                <a:gd name="connsiteY70" fmla="*/ 52388 h 542925"/>
                <a:gd name="connsiteX71" fmla="*/ 376238 w 1021557"/>
                <a:gd name="connsiteY71" fmla="*/ 54769 h 542925"/>
                <a:gd name="connsiteX72" fmla="*/ 357188 w 1021557"/>
                <a:gd name="connsiteY72" fmla="*/ 54769 h 542925"/>
                <a:gd name="connsiteX73" fmla="*/ 373857 w 1021557"/>
                <a:gd name="connsiteY73" fmla="*/ 95250 h 542925"/>
                <a:gd name="connsiteX74" fmla="*/ 352425 w 1021557"/>
                <a:gd name="connsiteY74" fmla="*/ 97631 h 542925"/>
                <a:gd name="connsiteX75" fmla="*/ 347663 w 1021557"/>
                <a:gd name="connsiteY75" fmla="*/ 135731 h 542925"/>
                <a:gd name="connsiteX76" fmla="*/ 361950 w 1021557"/>
                <a:gd name="connsiteY76" fmla="*/ 161925 h 542925"/>
                <a:gd name="connsiteX77" fmla="*/ 361950 w 1021557"/>
                <a:gd name="connsiteY77" fmla="*/ 161925 h 542925"/>
                <a:gd name="connsiteX78" fmla="*/ 357188 w 1021557"/>
                <a:gd name="connsiteY78" fmla="*/ 200025 h 542925"/>
                <a:gd name="connsiteX79" fmla="*/ 354807 w 1021557"/>
                <a:gd name="connsiteY79" fmla="*/ 197644 h 542925"/>
                <a:gd name="connsiteX80" fmla="*/ 323850 w 1021557"/>
                <a:gd name="connsiteY80" fmla="*/ 183356 h 542925"/>
                <a:gd name="connsiteX81" fmla="*/ 321469 w 1021557"/>
                <a:gd name="connsiteY81" fmla="*/ 214313 h 542925"/>
                <a:gd name="connsiteX82" fmla="*/ 292894 w 1021557"/>
                <a:gd name="connsiteY82" fmla="*/ 176213 h 542925"/>
                <a:gd name="connsiteX83" fmla="*/ 252413 w 1021557"/>
                <a:gd name="connsiteY83" fmla="*/ 183356 h 542925"/>
                <a:gd name="connsiteX84" fmla="*/ 226219 w 1021557"/>
                <a:gd name="connsiteY84" fmla="*/ 192881 h 542925"/>
                <a:gd name="connsiteX85" fmla="*/ 202407 w 1021557"/>
                <a:gd name="connsiteY85" fmla="*/ 192881 h 542925"/>
                <a:gd name="connsiteX86" fmla="*/ 178594 w 1021557"/>
                <a:gd name="connsiteY86" fmla="*/ 180975 h 542925"/>
                <a:gd name="connsiteX87" fmla="*/ 142875 w 1021557"/>
                <a:gd name="connsiteY87" fmla="*/ 133350 h 542925"/>
                <a:gd name="connsiteX88" fmla="*/ 123825 w 1021557"/>
                <a:gd name="connsiteY88" fmla="*/ 161925 h 542925"/>
                <a:gd name="connsiteX89" fmla="*/ 109538 w 1021557"/>
                <a:gd name="connsiteY89" fmla="*/ 150019 h 542925"/>
                <a:gd name="connsiteX90" fmla="*/ 71438 w 1021557"/>
                <a:gd name="connsiteY90" fmla="*/ 161925 h 542925"/>
                <a:gd name="connsiteX91" fmla="*/ 47625 w 1021557"/>
                <a:gd name="connsiteY91" fmla="*/ 221456 h 542925"/>
                <a:gd name="connsiteX92" fmla="*/ 19050 w 1021557"/>
                <a:gd name="connsiteY92" fmla="*/ 207169 h 542925"/>
                <a:gd name="connsiteX93" fmla="*/ 0 w 1021557"/>
                <a:gd name="connsiteY93" fmla="*/ 261938 h 542925"/>
                <a:gd name="connsiteX94" fmla="*/ 11907 w 1021557"/>
                <a:gd name="connsiteY94" fmla="*/ 288131 h 542925"/>
                <a:gd name="connsiteX95" fmla="*/ 47625 w 1021557"/>
                <a:gd name="connsiteY95" fmla="*/ 304800 h 542925"/>
                <a:gd name="connsiteX96" fmla="*/ 59532 w 1021557"/>
                <a:gd name="connsiteY96" fmla="*/ 328613 h 542925"/>
                <a:gd name="connsiteX97" fmla="*/ 73819 w 1021557"/>
                <a:gd name="connsiteY97" fmla="*/ 347663 h 542925"/>
                <a:gd name="connsiteX0" fmla="*/ 73819 w 1021557"/>
                <a:gd name="connsiteY0" fmla="*/ 347663 h 542925"/>
                <a:gd name="connsiteX1" fmla="*/ 154782 w 1021557"/>
                <a:gd name="connsiteY1" fmla="*/ 330994 h 542925"/>
                <a:gd name="connsiteX2" fmla="*/ 154782 w 1021557"/>
                <a:gd name="connsiteY2" fmla="*/ 373856 h 542925"/>
                <a:gd name="connsiteX3" fmla="*/ 119063 w 1021557"/>
                <a:gd name="connsiteY3" fmla="*/ 385763 h 542925"/>
                <a:gd name="connsiteX4" fmla="*/ 109538 w 1021557"/>
                <a:gd name="connsiteY4" fmla="*/ 414338 h 542925"/>
                <a:gd name="connsiteX5" fmla="*/ 92869 w 1021557"/>
                <a:gd name="connsiteY5" fmla="*/ 426244 h 542925"/>
                <a:gd name="connsiteX6" fmla="*/ 126207 w 1021557"/>
                <a:gd name="connsiteY6" fmla="*/ 447675 h 542925"/>
                <a:gd name="connsiteX7" fmla="*/ 154782 w 1021557"/>
                <a:gd name="connsiteY7" fmla="*/ 471488 h 542925"/>
                <a:gd name="connsiteX8" fmla="*/ 150019 w 1021557"/>
                <a:gd name="connsiteY8" fmla="*/ 514350 h 542925"/>
                <a:gd name="connsiteX9" fmla="*/ 190500 w 1021557"/>
                <a:gd name="connsiteY9" fmla="*/ 492919 h 542925"/>
                <a:gd name="connsiteX10" fmla="*/ 226219 w 1021557"/>
                <a:gd name="connsiteY10" fmla="*/ 519113 h 542925"/>
                <a:gd name="connsiteX11" fmla="*/ 238125 w 1021557"/>
                <a:gd name="connsiteY11" fmla="*/ 416719 h 542925"/>
                <a:gd name="connsiteX12" fmla="*/ 321469 w 1021557"/>
                <a:gd name="connsiteY12" fmla="*/ 371475 h 542925"/>
                <a:gd name="connsiteX13" fmla="*/ 359569 w 1021557"/>
                <a:gd name="connsiteY13" fmla="*/ 409575 h 542925"/>
                <a:gd name="connsiteX14" fmla="*/ 376238 w 1021557"/>
                <a:gd name="connsiteY14" fmla="*/ 450056 h 542925"/>
                <a:gd name="connsiteX15" fmla="*/ 419100 w 1021557"/>
                <a:gd name="connsiteY15" fmla="*/ 442913 h 542925"/>
                <a:gd name="connsiteX16" fmla="*/ 452438 w 1021557"/>
                <a:gd name="connsiteY16" fmla="*/ 435769 h 542925"/>
                <a:gd name="connsiteX17" fmla="*/ 471488 w 1021557"/>
                <a:gd name="connsiteY17" fmla="*/ 450056 h 542925"/>
                <a:gd name="connsiteX18" fmla="*/ 488157 w 1021557"/>
                <a:gd name="connsiteY18" fmla="*/ 464344 h 542925"/>
                <a:gd name="connsiteX19" fmla="*/ 490538 w 1021557"/>
                <a:gd name="connsiteY19" fmla="*/ 490538 h 542925"/>
                <a:gd name="connsiteX20" fmla="*/ 497682 w 1021557"/>
                <a:gd name="connsiteY20" fmla="*/ 509588 h 542925"/>
                <a:gd name="connsiteX21" fmla="*/ 504825 w 1021557"/>
                <a:gd name="connsiteY21" fmla="*/ 526256 h 542925"/>
                <a:gd name="connsiteX22" fmla="*/ 526257 w 1021557"/>
                <a:gd name="connsiteY22" fmla="*/ 528638 h 542925"/>
                <a:gd name="connsiteX23" fmla="*/ 545307 w 1021557"/>
                <a:gd name="connsiteY23" fmla="*/ 542925 h 542925"/>
                <a:gd name="connsiteX24" fmla="*/ 552450 w 1021557"/>
                <a:gd name="connsiteY24" fmla="*/ 531019 h 542925"/>
                <a:gd name="connsiteX25" fmla="*/ 585788 w 1021557"/>
                <a:gd name="connsiteY25" fmla="*/ 507206 h 542925"/>
                <a:gd name="connsiteX26" fmla="*/ 607219 w 1021557"/>
                <a:gd name="connsiteY26" fmla="*/ 476250 h 542925"/>
                <a:gd name="connsiteX27" fmla="*/ 635794 w 1021557"/>
                <a:gd name="connsiteY27" fmla="*/ 471488 h 542925"/>
                <a:gd name="connsiteX28" fmla="*/ 669132 w 1021557"/>
                <a:gd name="connsiteY28" fmla="*/ 483394 h 542925"/>
                <a:gd name="connsiteX29" fmla="*/ 678657 w 1021557"/>
                <a:gd name="connsiteY29" fmla="*/ 461963 h 542925"/>
                <a:gd name="connsiteX30" fmla="*/ 697707 w 1021557"/>
                <a:gd name="connsiteY30" fmla="*/ 454819 h 542925"/>
                <a:gd name="connsiteX31" fmla="*/ 721519 w 1021557"/>
                <a:gd name="connsiteY31" fmla="*/ 471488 h 542925"/>
                <a:gd name="connsiteX32" fmla="*/ 773907 w 1021557"/>
                <a:gd name="connsiteY32" fmla="*/ 473869 h 542925"/>
                <a:gd name="connsiteX33" fmla="*/ 797719 w 1021557"/>
                <a:gd name="connsiteY33" fmla="*/ 471488 h 542925"/>
                <a:gd name="connsiteX34" fmla="*/ 833438 w 1021557"/>
                <a:gd name="connsiteY34" fmla="*/ 485775 h 542925"/>
                <a:gd name="connsiteX35" fmla="*/ 838200 w 1021557"/>
                <a:gd name="connsiteY35" fmla="*/ 473869 h 542925"/>
                <a:gd name="connsiteX36" fmla="*/ 831057 w 1021557"/>
                <a:gd name="connsiteY36" fmla="*/ 402431 h 542925"/>
                <a:gd name="connsiteX37" fmla="*/ 852488 w 1021557"/>
                <a:gd name="connsiteY37" fmla="*/ 395288 h 542925"/>
                <a:gd name="connsiteX38" fmla="*/ 881063 w 1021557"/>
                <a:gd name="connsiteY38" fmla="*/ 400050 h 542925"/>
                <a:gd name="connsiteX39" fmla="*/ 890588 w 1021557"/>
                <a:gd name="connsiteY39" fmla="*/ 369094 h 542925"/>
                <a:gd name="connsiteX40" fmla="*/ 890588 w 1021557"/>
                <a:gd name="connsiteY40" fmla="*/ 335756 h 542925"/>
                <a:gd name="connsiteX41" fmla="*/ 904875 w 1021557"/>
                <a:gd name="connsiteY41" fmla="*/ 321469 h 542925"/>
                <a:gd name="connsiteX42" fmla="*/ 938213 w 1021557"/>
                <a:gd name="connsiteY42" fmla="*/ 335756 h 542925"/>
                <a:gd name="connsiteX43" fmla="*/ 959644 w 1021557"/>
                <a:gd name="connsiteY43" fmla="*/ 333375 h 542925"/>
                <a:gd name="connsiteX44" fmla="*/ 969169 w 1021557"/>
                <a:gd name="connsiteY44" fmla="*/ 307181 h 542925"/>
                <a:gd name="connsiteX45" fmla="*/ 962025 w 1021557"/>
                <a:gd name="connsiteY45" fmla="*/ 292894 h 542925"/>
                <a:gd name="connsiteX46" fmla="*/ 1021557 w 1021557"/>
                <a:gd name="connsiteY46" fmla="*/ 252413 h 542925"/>
                <a:gd name="connsiteX47" fmla="*/ 992982 w 1021557"/>
                <a:gd name="connsiteY47" fmla="*/ 230981 h 542925"/>
                <a:gd name="connsiteX48" fmla="*/ 966788 w 1021557"/>
                <a:gd name="connsiteY48" fmla="*/ 230981 h 542925"/>
                <a:gd name="connsiteX49" fmla="*/ 921544 w 1021557"/>
                <a:gd name="connsiteY49" fmla="*/ 211931 h 542925"/>
                <a:gd name="connsiteX50" fmla="*/ 921544 w 1021557"/>
                <a:gd name="connsiteY50" fmla="*/ 185738 h 542925"/>
                <a:gd name="connsiteX51" fmla="*/ 871538 w 1021557"/>
                <a:gd name="connsiteY51" fmla="*/ 185738 h 542925"/>
                <a:gd name="connsiteX52" fmla="*/ 842963 w 1021557"/>
                <a:gd name="connsiteY52" fmla="*/ 171450 h 542925"/>
                <a:gd name="connsiteX53" fmla="*/ 833438 w 1021557"/>
                <a:gd name="connsiteY53" fmla="*/ 209550 h 542925"/>
                <a:gd name="connsiteX54" fmla="*/ 797719 w 1021557"/>
                <a:gd name="connsiteY54" fmla="*/ 104775 h 542925"/>
                <a:gd name="connsiteX55" fmla="*/ 776288 w 1021557"/>
                <a:gd name="connsiteY55" fmla="*/ 78581 h 542925"/>
                <a:gd name="connsiteX56" fmla="*/ 745332 w 1021557"/>
                <a:gd name="connsiteY56" fmla="*/ 61913 h 542925"/>
                <a:gd name="connsiteX57" fmla="*/ 738188 w 1021557"/>
                <a:gd name="connsiteY57" fmla="*/ 45244 h 542925"/>
                <a:gd name="connsiteX58" fmla="*/ 676275 w 1021557"/>
                <a:gd name="connsiteY58" fmla="*/ 78581 h 542925"/>
                <a:gd name="connsiteX59" fmla="*/ 669132 w 1021557"/>
                <a:gd name="connsiteY59" fmla="*/ 88106 h 542925"/>
                <a:gd name="connsiteX60" fmla="*/ 659607 w 1021557"/>
                <a:gd name="connsiteY60" fmla="*/ 66675 h 542925"/>
                <a:gd name="connsiteX61" fmla="*/ 654844 w 1021557"/>
                <a:gd name="connsiteY61" fmla="*/ 54769 h 542925"/>
                <a:gd name="connsiteX62" fmla="*/ 640557 w 1021557"/>
                <a:gd name="connsiteY62" fmla="*/ 69056 h 542925"/>
                <a:gd name="connsiteX63" fmla="*/ 633413 w 1021557"/>
                <a:gd name="connsiteY63" fmla="*/ 57150 h 542925"/>
                <a:gd name="connsiteX64" fmla="*/ 609600 w 1021557"/>
                <a:gd name="connsiteY64" fmla="*/ 50006 h 542925"/>
                <a:gd name="connsiteX65" fmla="*/ 623888 w 1021557"/>
                <a:gd name="connsiteY65" fmla="*/ 38100 h 542925"/>
                <a:gd name="connsiteX66" fmla="*/ 600075 w 1021557"/>
                <a:gd name="connsiteY66" fmla="*/ 7144 h 542925"/>
                <a:gd name="connsiteX67" fmla="*/ 557213 w 1021557"/>
                <a:gd name="connsiteY67" fmla="*/ 0 h 542925"/>
                <a:gd name="connsiteX68" fmla="*/ 533400 w 1021557"/>
                <a:gd name="connsiteY68" fmla="*/ 14288 h 542925"/>
                <a:gd name="connsiteX69" fmla="*/ 500063 w 1021557"/>
                <a:gd name="connsiteY69" fmla="*/ 16669 h 542925"/>
                <a:gd name="connsiteX70" fmla="*/ 426244 w 1021557"/>
                <a:gd name="connsiteY70" fmla="*/ 52388 h 542925"/>
                <a:gd name="connsiteX71" fmla="*/ 376238 w 1021557"/>
                <a:gd name="connsiteY71" fmla="*/ 54769 h 542925"/>
                <a:gd name="connsiteX72" fmla="*/ 357188 w 1021557"/>
                <a:gd name="connsiteY72" fmla="*/ 54769 h 542925"/>
                <a:gd name="connsiteX73" fmla="*/ 373857 w 1021557"/>
                <a:gd name="connsiteY73" fmla="*/ 95250 h 542925"/>
                <a:gd name="connsiteX74" fmla="*/ 352425 w 1021557"/>
                <a:gd name="connsiteY74" fmla="*/ 97631 h 542925"/>
                <a:gd name="connsiteX75" fmla="*/ 347663 w 1021557"/>
                <a:gd name="connsiteY75" fmla="*/ 135731 h 542925"/>
                <a:gd name="connsiteX76" fmla="*/ 361950 w 1021557"/>
                <a:gd name="connsiteY76" fmla="*/ 161925 h 542925"/>
                <a:gd name="connsiteX77" fmla="*/ 361950 w 1021557"/>
                <a:gd name="connsiteY77" fmla="*/ 161925 h 542925"/>
                <a:gd name="connsiteX78" fmla="*/ 357188 w 1021557"/>
                <a:gd name="connsiteY78" fmla="*/ 200025 h 542925"/>
                <a:gd name="connsiteX79" fmla="*/ 354807 w 1021557"/>
                <a:gd name="connsiteY79" fmla="*/ 197644 h 542925"/>
                <a:gd name="connsiteX80" fmla="*/ 323850 w 1021557"/>
                <a:gd name="connsiteY80" fmla="*/ 183356 h 542925"/>
                <a:gd name="connsiteX81" fmla="*/ 321469 w 1021557"/>
                <a:gd name="connsiteY81" fmla="*/ 214313 h 542925"/>
                <a:gd name="connsiteX82" fmla="*/ 292894 w 1021557"/>
                <a:gd name="connsiteY82" fmla="*/ 176213 h 542925"/>
                <a:gd name="connsiteX83" fmla="*/ 252413 w 1021557"/>
                <a:gd name="connsiteY83" fmla="*/ 183356 h 542925"/>
                <a:gd name="connsiteX84" fmla="*/ 226219 w 1021557"/>
                <a:gd name="connsiteY84" fmla="*/ 192881 h 542925"/>
                <a:gd name="connsiteX85" fmla="*/ 202407 w 1021557"/>
                <a:gd name="connsiteY85" fmla="*/ 192881 h 542925"/>
                <a:gd name="connsiteX86" fmla="*/ 178594 w 1021557"/>
                <a:gd name="connsiteY86" fmla="*/ 180975 h 542925"/>
                <a:gd name="connsiteX87" fmla="*/ 142875 w 1021557"/>
                <a:gd name="connsiteY87" fmla="*/ 133350 h 542925"/>
                <a:gd name="connsiteX88" fmla="*/ 123825 w 1021557"/>
                <a:gd name="connsiteY88" fmla="*/ 161925 h 542925"/>
                <a:gd name="connsiteX89" fmla="*/ 109538 w 1021557"/>
                <a:gd name="connsiteY89" fmla="*/ 150019 h 542925"/>
                <a:gd name="connsiteX90" fmla="*/ 71438 w 1021557"/>
                <a:gd name="connsiteY90" fmla="*/ 161925 h 542925"/>
                <a:gd name="connsiteX91" fmla="*/ 47625 w 1021557"/>
                <a:gd name="connsiteY91" fmla="*/ 221456 h 542925"/>
                <a:gd name="connsiteX92" fmla="*/ 19050 w 1021557"/>
                <a:gd name="connsiteY92" fmla="*/ 207169 h 542925"/>
                <a:gd name="connsiteX93" fmla="*/ 0 w 1021557"/>
                <a:gd name="connsiteY93" fmla="*/ 261938 h 542925"/>
                <a:gd name="connsiteX94" fmla="*/ 11907 w 1021557"/>
                <a:gd name="connsiteY94" fmla="*/ 288131 h 542925"/>
                <a:gd name="connsiteX95" fmla="*/ 47625 w 1021557"/>
                <a:gd name="connsiteY95" fmla="*/ 304800 h 542925"/>
                <a:gd name="connsiteX96" fmla="*/ 45245 w 1021557"/>
                <a:gd name="connsiteY96" fmla="*/ 335757 h 542925"/>
                <a:gd name="connsiteX97" fmla="*/ 73819 w 1021557"/>
                <a:gd name="connsiteY97" fmla="*/ 347663 h 542925"/>
                <a:gd name="connsiteX0" fmla="*/ 73819 w 1021557"/>
                <a:gd name="connsiteY0" fmla="*/ 347663 h 542925"/>
                <a:gd name="connsiteX1" fmla="*/ 154782 w 1021557"/>
                <a:gd name="connsiteY1" fmla="*/ 330994 h 542925"/>
                <a:gd name="connsiteX2" fmla="*/ 154782 w 1021557"/>
                <a:gd name="connsiteY2" fmla="*/ 373856 h 542925"/>
                <a:gd name="connsiteX3" fmla="*/ 119063 w 1021557"/>
                <a:gd name="connsiteY3" fmla="*/ 385763 h 542925"/>
                <a:gd name="connsiteX4" fmla="*/ 109538 w 1021557"/>
                <a:gd name="connsiteY4" fmla="*/ 414338 h 542925"/>
                <a:gd name="connsiteX5" fmla="*/ 92869 w 1021557"/>
                <a:gd name="connsiteY5" fmla="*/ 426244 h 542925"/>
                <a:gd name="connsiteX6" fmla="*/ 126207 w 1021557"/>
                <a:gd name="connsiteY6" fmla="*/ 447675 h 542925"/>
                <a:gd name="connsiteX7" fmla="*/ 154782 w 1021557"/>
                <a:gd name="connsiteY7" fmla="*/ 471488 h 542925"/>
                <a:gd name="connsiteX8" fmla="*/ 150019 w 1021557"/>
                <a:gd name="connsiteY8" fmla="*/ 514350 h 542925"/>
                <a:gd name="connsiteX9" fmla="*/ 190500 w 1021557"/>
                <a:gd name="connsiteY9" fmla="*/ 492919 h 542925"/>
                <a:gd name="connsiteX10" fmla="*/ 230981 w 1021557"/>
                <a:gd name="connsiteY10" fmla="*/ 519113 h 542925"/>
                <a:gd name="connsiteX11" fmla="*/ 238125 w 1021557"/>
                <a:gd name="connsiteY11" fmla="*/ 416719 h 542925"/>
                <a:gd name="connsiteX12" fmla="*/ 321469 w 1021557"/>
                <a:gd name="connsiteY12" fmla="*/ 371475 h 542925"/>
                <a:gd name="connsiteX13" fmla="*/ 359569 w 1021557"/>
                <a:gd name="connsiteY13" fmla="*/ 409575 h 542925"/>
                <a:gd name="connsiteX14" fmla="*/ 376238 w 1021557"/>
                <a:gd name="connsiteY14" fmla="*/ 450056 h 542925"/>
                <a:gd name="connsiteX15" fmla="*/ 419100 w 1021557"/>
                <a:gd name="connsiteY15" fmla="*/ 442913 h 542925"/>
                <a:gd name="connsiteX16" fmla="*/ 452438 w 1021557"/>
                <a:gd name="connsiteY16" fmla="*/ 435769 h 542925"/>
                <a:gd name="connsiteX17" fmla="*/ 471488 w 1021557"/>
                <a:gd name="connsiteY17" fmla="*/ 450056 h 542925"/>
                <a:gd name="connsiteX18" fmla="*/ 488157 w 1021557"/>
                <a:gd name="connsiteY18" fmla="*/ 464344 h 542925"/>
                <a:gd name="connsiteX19" fmla="*/ 490538 w 1021557"/>
                <a:gd name="connsiteY19" fmla="*/ 490538 h 542925"/>
                <a:gd name="connsiteX20" fmla="*/ 497682 w 1021557"/>
                <a:gd name="connsiteY20" fmla="*/ 509588 h 542925"/>
                <a:gd name="connsiteX21" fmla="*/ 504825 w 1021557"/>
                <a:gd name="connsiteY21" fmla="*/ 526256 h 542925"/>
                <a:gd name="connsiteX22" fmla="*/ 526257 w 1021557"/>
                <a:gd name="connsiteY22" fmla="*/ 528638 h 542925"/>
                <a:gd name="connsiteX23" fmla="*/ 545307 w 1021557"/>
                <a:gd name="connsiteY23" fmla="*/ 542925 h 542925"/>
                <a:gd name="connsiteX24" fmla="*/ 552450 w 1021557"/>
                <a:gd name="connsiteY24" fmla="*/ 531019 h 542925"/>
                <a:gd name="connsiteX25" fmla="*/ 585788 w 1021557"/>
                <a:gd name="connsiteY25" fmla="*/ 507206 h 542925"/>
                <a:gd name="connsiteX26" fmla="*/ 607219 w 1021557"/>
                <a:gd name="connsiteY26" fmla="*/ 476250 h 542925"/>
                <a:gd name="connsiteX27" fmla="*/ 635794 w 1021557"/>
                <a:gd name="connsiteY27" fmla="*/ 471488 h 542925"/>
                <a:gd name="connsiteX28" fmla="*/ 669132 w 1021557"/>
                <a:gd name="connsiteY28" fmla="*/ 483394 h 542925"/>
                <a:gd name="connsiteX29" fmla="*/ 678657 w 1021557"/>
                <a:gd name="connsiteY29" fmla="*/ 461963 h 542925"/>
                <a:gd name="connsiteX30" fmla="*/ 697707 w 1021557"/>
                <a:gd name="connsiteY30" fmla="*/ 454819 h 542925"/>
                <a:gd name="connsiteX31" fmla="*/ 721519 w 1021557"/>
                <a:gd name="connsiteY31" fmla="*/ 471488 h 542925"/>
                <a:gd name="connsiteX32" fmla="*/ 773907 w 1021557"/>
                <a:gd name="connsiteY32" fmla="*/ 473869 h 542925"/>
                <a:gd name="connsiteX33" fmla="*/ 797719 w 1021557"/>
                <a:gd name="connsiteY33" fmla="*/ 471488 h 542925"/>
                <a:gd name="connsiteX34" fmla="*/ 833438 w 1021557"/>
                <a:gd name="connsiteY34" fmla="*/ 485775 h 542925"/>
                <a:gd name="connsiteX35" fmla="*/ 838200 w 1021557"/>
                <a:gd name="connsiteY35" fmla="*/ 473869 h 542925"/>
                <a:gd name="connsiteX36" fmla="*/ 831057 w 1021557"/>
                <a:gd name="connsiteY36" fmla="*/ 402431 h 542925"/>
                <a:gd name="connsiteX37" fmla="*/ 852488 w 1021557"/>
                <a:gd name="connsiteY37" fmla="*/ 395288 h 542925"/>
                <a:gd name="connsiteX38" fmla="*/ 881063 w 1021557"/>
                <a:gd name="connsiteY38" fmla="*/ 400050 h 542925"/>
                <a:gd name="connsiteX39" fmla="*/ 890588 w 1021557"/>
                <a:gd name="connsiteY39" fmla="*/ 369094 h 542925"/>
                <a:gd name="connsiteX40" fmla="*/ 890588 w 1021557"/>
                <a:gd name="connsiteY40" fmla="*/ 335756 h 542925"/>
                <a:gd name="connsiteX41" fmla="*/ 904875 w 1021557"/>
                <a:gd name="connsiteY41" fmla="*/ 321469 h 542925"/>
                <a:gd name="connsiteX42" fmla="*/ 938213 w 1021557"/>
                <a:gd name="connsiteY42" fmla="*/ 335756 h 542925"/>
                <a:gd name="connsiteX43" fmla="*/ 959644 w 1021557"/>
                <a:gd name="connsiteY43" fmla="*/ 333375 h 542925"/>
                <a:gd name="connsiteX44" fmla="*/ 969169 w 1021557"/>
                <a:gd name="connsiteY44" fmla="*/ 307181 h 542925"/>
                <a:gd name="connsiteX45" fmla="*/ 962025 w 1021557"/>
                <a:gd name="connsiteY45" fmla="*/ 292894 h 542925"/>
                <a:gd name="connsiteX46" fmla="*/ 1021557 w 1021557"/>
                <a:gd name="connsiteY46" fmla="*/ 252413 h 542925"/>
                <a:gd name="connsiteX47" fmla="*/ 992982 w 1021557"/>
                <a:gd name="connsiteY47" fmla="*/ 230981 h 542925"/>
                <a:gd name="connsiteX48" fmla="*/ 966788 w 1021557"/>
                <a:gd name="connsiteY48" fmla="*/ 230981 h 542925"/>
                <a:gd name="connsiteX49" fmla="*/ 921544 w 1021557"/>
                <a:gd name="connsiteY49" fmla="*/ 211931 h 542925"/>
                <a:gd name="connsiteX50" fmla="*/ 921544 w 1021557"/>
                <a:gd name="connsiteY50" fmla="*/ 185738 h 542925"/>
                <a:gd name="connsiteX51" fmla="*/ 871538 w 1021557"/>
                <a:gd name="connsiteY51" fmla="*/ 185738 h 542925"/>
                <a:gd name="connsiteX52" fmla="*/ 842963 w 1021557"/>
                <a:gd name="connsiteY52" fmla="*/ 171450 h 542925"/>
                <a:gd name="connsiteX53" fmla="*/ 833438 w 1021557"/>
                <a:gd name="connsiteY53" fmla="*/ 209550 h 542925"/>
                <a:gd name="connsiteX54" fmla="*/ 797719 w 1021557"/>
                <a:gd name="connsiteY54" fmla="*/ 104775 h 542925"/>
                <a:gd name="connsiteX55" fmla="*/ 776288 w 1021557"/>
                <a:gd name="connsiteY55" fmla="*/ 78581 h 542925"/>
                <a:gd name="connsiteX56" fmla="*/ 745332 w 1021557"/>
                <a:gd name="connsiteY56" fmla="*/ 61913 h 542925"/>
                <a:gd name="connsiteX57" fmla="*/ 738188 w 1021557"/>
                <a:gd name="connsiteY57" fmla="*/ 45244 h 542925"/>
                <a:gd name="connsiteX58" fmla="*/ 676275 w 1021557"/>
                <a:gd name="connsiteY58" fmla="*/ 78581 h 542925"/>
                <a:gd name="connsiteX59" fmla="*/ 669132 w 1021557"/>
                <a:gd name="connsiteY59" fmla="*/ 88106 h 542925"/>
                <a:gd name="connsiteX60" fmla="*/ 659607 w 1021557"/>
                <a:gd name="connsiteY60" fmla="*/ 66675 h 542925"/>
                <a:gd name="connsiteX61" fmla="*/ 654844 w 1021557"/>
                <a:gd name="connsiteY61" fmla="*/ 54769 h 542925"/>
                <a:gd name="connsiteX62" fmla="*/ 640557 w 1021557"/>
                <a:gd name="connsiteY62" fmla="*/ 69056 h 542925"/>
                <a:gd name="connsiteX63" fmla="*/ 633413 w 1021557"/>
                <a:gd name="connsiteY63" fmla="*/ 57150 h 542925"/>
                <a:gd name="connsiteX64" fmla="*/ 609600 w 1021557"/>
                <a:gd name="connsiteY64" fmla="*/ 50006 h 542925"/>
                <a:gd name="connsiteX65" fmla="*/ 623888 w 1021557"/>
                <a:gd name="connsiteY65" fmla="*/ 38100 h 542925"/>
                <a:gd name="connsiteX66" fmla="*/ 600075 w 1021557"/>
                <a:gd name="connsiteY66" fmla="*/ 7144 h 542925"/>
                <a:gd name="connsiteX67" fmla="*/ 557213 w 1021557"/>
                <a:gd name="connsiteY67" fmla="*/ 0 h 542925"/>
                <a:gd name="connsiteX68" fmla="*/ 533400 w 1021557"/>
                <a:gd name="connsiteY68" fmla="*/ 14288 h 542925"/>
                <a:gd name="connsiteX69" fmla="*/ 500063 w 1021557"/>
                <a:gd name="connsiteY69" fmla="*/ 16669 h 542925"/>
                <a:gd name="connsiteX70" fmla="*/ 426244 w 1021557"/>
                <a:gd name="connsiteY70" fmla="*/ 52388 h 542925"/>
                <a:gd name="connsiteX71" fmla="*/ 376238 w 1021557"/>
                <a:gd name="connsiteY71" fmla="*/ 54769 h 542925"/>
                <a:gd name="connsiteX72" fmla="*/ 357188 w 1021557"/>
                <a:gd name="connsiteY72" fmla="*/ 54769 h 542925"/>
                <a:gd name="connsiteX73" fmla="*/ 373857 w 1021557"/>
                <a:gd name="connsiteY73" fmla="*/ 95250 h 542925"/>
                <a:gd name="connsiteX74" fmla="*/ 352425 w 1021557"/>
                <a:gd name="connsiteY74" fmla="*/ 97631 h 542925"/>
                <a:gd name="connsiteX75" fmla="*/ 347663 w 1021557"/>
                <a:gd name="connsiteY75" fmla="*/ 135731 h 542925"/>
                <a:gd name="connsiteX76" fmla="*/ 361950 w 1021557"/>
                <a:gd name="connsiteY76" fmla="*/ 161925 h 542925"/>
                <a:gd name="connsiteX77" fmla="*/ 361950 w 1021557"/>
                <a:gd name="connsiteY77" fmla="*/ 161925 h 542925"/>
                <a:gd name="connsiteX78" fmla="*/ 357188 w 1021557"/>
                <a:gd name="connsiteY78" fmla="*/ 200025 h 542925"/>
                <a:gd name="connsiteX79" fmla="*/ 354807 w 1021557"/>
                <a:gd name="connsiteY79" fmla="*/ 197644 h 542925"/>
                <a:gd name="connsiteX80" fmla="*/ 323850 w 1021557"/>
                <a:gd name="connsiteY80" fmla="*/ 183356 h 542925"/>
                <a:gd name="connsiteX81" fmla="*/ 321469 w 1021557"/>
                <a:gd name="connsiteY81" fmla="*/ 214313 h 542925"/>
                <a:gd name="connsiteX82" fmla="*/ 292894 w 1021557"/>
                <a:gd name="connsiteY82" fmla="*/ 176213 h 542925"/>
                <a:gd name="connsiteX83" fmla="*/ 252413 w 1021557"/>
                <a:gd name="connsiteY83" fmla="*/ 183356 h 542925"/>
                <a:gd name="connsiteX84" fmla="*/ 226219 w 1021557"/>
                <a:gd name="connsiteY84" fmla="*/ 192881 h 542925"/>
                <a:gd name="connsiteX85" fmla="*/ 202407 w 1021557"/>
                <a:gd name="connsiteY85" fmla="*/ 192881 h 542925"/>
                <a:gd name="connsiteX86" fmla="*/ 178594 w 1021557"/>
                <a:gd name="connsiteY86" fmla="*/ 180975 h 542925"/>
                <a:gd name="connsiteX87" fmla="*/ 142875 w 1021557"/>
                <a:gd name="connsiteY87" fmla="*/ 133350 h 542925"/>
                <a:gd name="connsiteX88" fmla="*/ 123825 w 1021557"/>
                <a:gd name="connsiteY88" fmla="*/ 161925 h 542925"/>
                <a:gd name="connsiteX89" fmla="*/ 109538 w 1021557"/>
                <a:gd name="connsiteY89" fmla="*/ 150019 h 542925"/>
                <a:gd name="connsiteX90" fmla="*/ 71438 w 1021557"/>
                <a:gd name="connsiteY90" fmla="*/ 161925 h 542925"/>
                <a:gd name="connsiteX91" fmla="*/ 47625 w 1021557"/>
                <a:gd name="connsiteY91" fmla="*/ 221456 h 542925"/>
                <a:gd name="connsiteX92" fmla="*/ 19050 w 1021557"/>
                <a:gd name="connsiteY92" fmla="*/ 207169 h 542925"/>
                <a:gd name="connsiteX93" fmla="*/ 0 w 1021557"/>
                <a:gd name="connsiteY93" fmla="*/ 261938 h 542925"/>
                <a:gd name="connsiteX94" fmla="*/ 11907 w 1021557"/>
                <a:gd name="connsiteY94" fmla="*/ 288131 h 542925"/>
                <a:gd name="connsiteX95" fmla="*/ 47625 w 1021557"/>
                <a:gd name="connsiteY95" fmla="*/ 304800 h 542925"/>
                <a:gd name="connsiteX96" fmla="*/ 45245 w 1021557"/>
                <a:gd name="connsiteY96" fmla="*/ 335757 h 542925"/>
                <a:gd name="connsiteX97" fmla="*/ 73819 w 1021557"/>
                <a:gd name="connsiteY97" fmla="*/ 347663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21557" h="542925">
                  <a:moveTo>
                    <a:pt x="73819" y="347663"/>
                  </a:moveTo>
                  <a:lnTo>
                    <a:pt x="154782" y="330994"/>
                  </a:lnTo>
                  <a:lnTo>
                    <a:pt x="154782" y="373856"/>
                  </a:lnTo>
                  <a:lnTo>
                    <a:pt x="119063" y="385763"/>
                  </a:lnTo>
                  <a:lnTo>
                    <a:pt x="109538" y="414338"/>
                  </a:lnTo>
                  <a:lnTo>
                    <a:pt x="92869" y="426244"/>
                  </a:lnTo>
                  <a:lnTo>
                    <a:pt x="126207" y="447675"/>
                  </a:lnTo>
                  <a:lnTo>
                    <a:pt x="154782" y="471488"/>
                  </a:lnTo>
                  <a:lnTo>
                    <a:pt x="150019" y="514350"/>
                  </a:lnTo>
                  <a:lnTo>
                    <a:pt x="190500" y="492919"/>
                  </a:lnTo>
                  <a:lnTo>
                    <a:pt x="230981" y="519113"/>
                  </a:lnTo>
                  <a:lnTo>
                    <a:pt x="238125" y="416719"/>
                  </a:lnTo>
                  <a:lnTo>
                    <a:pt x="321469" y="371475"/>
                  </a:lnTo>
                  <a:lnTo>
                    <a:pt x="359569" y="409575"/>
                  </a:lnTo>
                  <a:lnTo>
                    <a:pt x="376238" y="450056"/>
                  </a:lnTo>
                  <a:lnTo>
                    <a:pt x="419100" y="442913"/>
                  </a:lnTo>
                  <a:lnTo>
                    <a:pt x="452438" y="435769"/>
                  </a:lnTo>
                  <a:lnTo>
                    <a:pt x="471488" y="450056"/>
                  </a:lnTo>
                  <a:lnTo>
                    <a:pt x="488157" y="464344"/>
                  </a:lnTo>
                  <a:lnTo>
                    <a:pt x="490538" y="490538"/>
                  </a:lnTo>
                  <a:lnTo>
                    <a:pt x="497682" y="509588"/>
                  </a:lnTo>
                  <a:lnTo>
                    <a:pt x="504825" y="526256"/>
                  </a:lnTo>
                  <a:lnTo>
                    <a:pt x="526257" y="528638"/>
                  </a:lnTo>
                  <a:lnTo>
                    <a:pt x="545307" y="542925"/>
                  </a:lnTo>
                  <a:lnTo>
                    <a:pt x="552450" y="531019"/>
                  </a:lnTo>
                  <a:lnTo>
                    <a:pt x="585788" y="507206"/>
                  </a:lnTo>
                  <a:lnTo>
                    <a:pt x="607219" y="476250"/>
                  </a:lnTo>
                  <a:lnTo>
                    <a:pt x="635794" y="471488"/>
                  </a:lnTo>
                  <a:lnTo>
                    <a:pt x="669132" y="483394"/>
                  </a:lnTo>
                  <a:lnTo>
                    <a:pt x="678657" y="461963"/>
                  </a:lnTo>
                  <a:lnTo>
                    <a:pt x="697707" y="454819"/>
                  </a:lnTo>
                  <a:lnTo>
                    <a:pt x="721519" y="471488"/>
                  </a:lnTo>
                  <a:lnTo>
                    <a:pt x="773907" y="473869"/>
                  </a:lnTo>
                  <a:lnTo>
                    <a:pt x="797719" y="471488"/>
                  </a:lnTo>
                  <a:lnTo>
                    <a:pt x="833438" y="485775"/>
                  </a:lnTo>
                  <a:lnTo>
                    <a:pt x="838200" y="473869"/>
                  </a:lnTo>
                  <a:lnTo>
                    <a:pt x="831057" y="402431"/>
                  </a:lnTo>
                  <a:lnTo>
                    <a:pt x="852488" y="395288"/>
                  </a:lnTo>
                  <a:lnTo>
                    <a:pt x="881063" y="400050"/>
                  </a:lnTo>
                  <a:lnTo>
                    <a:pt x="890588" y="369094"/>
                  </a:lnTo>
                  <a:lnTo>
                    <a:pt x="890588" y="335756"/>
                  </a:lnTo>
                  <a:lnTo>
                    <a:pt x="904875" y="321469"/>
                  </a:lnTo>
                  <a:lnTo>
                    <a:pt x="938213" y="335756"/>
                  </a:lnTo>
                  <a:lnTo>
                    <a:pt x="959644" y="333375"/>
                  </a:lnTo>
                  <a:lnTo>
                    <a:pt x="969169" y="307181"/>
                  </a:lnTo>
                  <a:lnTo>
                    <a:pt x="962025" y="292894"/>
                  </a:lnTo>
                  <a:lnTo>
                    <a:pt x="1021557" y="252413"/>
                  </a:lnTo>
                  <a:lnTo>
                    <a:pt x="992982" y="230981"/>
                  </a:lnTo>
                  <a:lnTo>
                    <a:pt x="966788" y="230981"/>
                  </a:lnTo>
                  <a:lnTo>
                    <a:pt x="921544" y="211931"/>
                  </a:lnTo>
                  <a:lnTo>
                    <a:pt x="921544" y="185738"/>
                  </a:lnTo>
                  <a:lnTo>
                    <a:pt x="871538" y="185738"/>
                  </a:lnTo>
                  <a:lnTo>
                    <a:pt x="842963" y="171450"/>
                  </a:lnTo>
                  <a:lnTo>
                    <a:pt x="833438" y="209550"/>
                  </a:lnTo>
                  <a:lnTo>
                    <a:pt x="797719" y="104775"/>
                  </a:lnTo>
                  <a:lnTo>
                    <a:pt x="776288" y="78581"/>
                  </a:lnTo>
                  <a:lnTo>
                    <a:pt x="745332" y="61913"/>
                  </a:lnTo>
                  <a:lnTo>
                    <a:pt x="738188" y="45244"/>
                  </a:lnTo>
                  <a:lnTo>
                    <a:pt x="676275" y="78581"/>
                  </a:lnTo>
                  <a:lnTo>
                    <a:pt x="669132" y="88106"/>
                  </a:lnTo>
                  <a:lnTo>
                    <a:pt x="659607" y="66675"/>
                  </a:lnTo>
                  <a:lnTo>
                    <a:pt x="654844" y="54769"/>
                  </a:lnTo>
                  <a:lnTo>
                    <a:pt x="640557" y="69056"/>
                  </a:lnTo>
                  <a:lnTo>
                    <a:pt x="633413" y="57150"/>
                  </a:lnTo>
                  <a:lnTo>
                    <a:pt x="609600" y="50006"/>
                  </a:lnTo>
                  <a:lnTo>
                    <a:pt x="623888" y="38100"/>
                  </a:lnTo>
                  <a:lnTo>
                    <a:pt x="600075" y="7144"/>
                  </a:lnTo>
                  <a:lnTo>
                    <a:pt x="557213" y="0"/>
                  </a:lnTo>
                  <a:lnTo>
                    <a:pt x="533400" y="14288"/>
                  </a:lnTo>
                  <a:lnTo>
                    <a:pt x="500063" y="16669"/>
                  </a:lnTo>
                  <a:lnTo>
                    <a:pt x="426244" y="52388"/>
                  </a:lnTo>
                  <a:lnTo>
                    <a:pt x="376238" y="54769"/>
                  </a:lnTo>
                  <a:lnTo>
                    <a:pt x="357188" y="54769"/>
                  </a:lnTo>
                  <a:lnTo>
                    <a:pt x="373857" y="95250"/>
                  </a:lnTo>
                  <a:lnTo>
                    <a:pt x="352425" y="97631"/>
                  </a:lnTo>
                  <a:lnTo>
                    <a:pt x="347663" y="135731"/>
                  </a:lnTo>
                  <a:lnTo>
                    <a:pt x="361950" y="161925"/>
                  </a:lnTo>
                  <a:lnTo>
                    <a:pt x="361950" y="161925"/>
                  </a:lnTo>
                  <a:lnTo>
                    <a:pt x="357188" y="200025"/>
                  </a:lnTo>
                  <a:lnTo>
                    <a:pt x="354807" y="197644"/>
                  </a:lnTo>
                  <a:lnTo>
                    <a:pt x="323850" y="183356"/>
                  </a:lnTo>
                  <a:lnTo>
                    <a:pt x="321469" y="214313"/>
                  </a:lnTo>
                  <a:lnTo>
                    <a:pt x="292894" y="176213"/>
                  </a:lnTo>
                  <a:lnTo>
                    <a:pt x="252413" y="183356"/>
                  </a:lnTo>
                  <a:lnTo>
                    <a:pt x="226219" y="192881"/>
                  </a:lnTo>
                  <a:lnTo>
                    <a:pt x="202407" y="192881"/>
                  </a:lnTo>
                  <a:lnTo>
                    <a:pt x="178594" y="180975"/>
                  </a:lnTo>
                  <a:lnTo>
                    <a:pt x="142875" y="133350"/>
                  </a:lnTo>
                  <a:lnTo>
                    <a:pt x="123825" y="161925"/>
                  </a:lnTo>
                  <a:lnTo>
                    <a:pt x="109538" y="150019"/>
                  </a:lnTo>
                  <a:lnTo>
                    <a:pt x="71438" y="161925"/>
                  </a:lnTo>
                  <a:lnTo>
                    <a:pt x="47625" y="221456"/>
                  </a:lnTo>
                  <a:lnTo>
                    <a:pt x="19050" y="207169"/>
                  </a:lnTo>
                  <a:lnTo>
                    <a:pt x="0" y="261938"/>
                  </a:lnTo>
                  <a:lnTo>
                    <a:pt x="11907" y="288131"/>
                  </a:lnTo>
                  <a:lnTo>
                    <a:pt x="47625" y="304800"/>
                  </a:lnTo>
                  <a:lnTo>
                    <a:pt x="45245" y="335757"/>
                  </a:lnTo>
                  <a:lnTo>
                    <a:pt x="73819" y="347663"/>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6" name="Freeform: Shape 97">
              <a:extLst>
                <a:ext uri="{FF2B5EF4-FFF2-40B4-BE49-F238E27FC236}">
                  <a16:creationId xmlns:a16="http://schemas.microsoft.com/office/drawing/2014/main" id="{4DBD3D06-5E18-422E-929E-E18E30DCBAFB}"/>
                </a:ext>
              </a:extLst>
            </p:cNvPr>
            <p:cNvSpPr/>
            <p:nvPr/>
          </p:nvSpPr>
          <p:spPr bwMode="auto">
            <a:xfrm>
              <a:off x="6000750" y="3498056"/>
              <a:ext cx="264319" cy="135732"/>
            </a:xfrm>
            <a:custGeom>
              <a:avLst/>
              <a:gdLst>
                <a:gd name="connsiteX0" fmla="*/ 235744 w 264319"/>
                <a:gd name="connsiteY0" fmla="*/ 100013 h 135732"/>
                <a:gd name="connsiteX1" fmla="*/ 264319 w 264319"/>
                <a:gd name="connsiteY1" fmla="*/ 33338 h 135732"/>
                <a:gd name="connsiteX2" fmla="*/ 223838 w 264319"/>
                <a:gd name="connsiteY2" fmla="*/ 16669 h 135732"/>
                <a:gd name="connsiteX3" fmla="*/ 150019 w 264319"/>
                <a:gd name="connsiteY3" fmla="*/ 19050 h 135732"/>
                <a:gd name="connsiteX4" fmla="*/ 126206 w 264319"/>
                <a:gd name="connsiteY4" fmla="*/ 0 h 135732"/>
                <a:gd name="connsiteX5" fmla="*/ 97631 w 264319"/>
                <a:gd name="connsiteY5" fmla="*/ 14288 h 135732"/>
                <a:gd name="connsiteX6" fmla="*/ 90488 w 264319"/>
                <a:gd name="connsiteY6" fmla="*/ 40482 h 135732"/>
                <a:gd name="connsiteX7" fmla="*/ 59531 w 264319"/>
                <a:gd name="connsiteY7" fmla="*/ 26194 h 135732"/>
                <a:gd name="connsiteX8" fmla="*/ 28575 w 264319"/>
                <a:gd name="connsiteY8" fmla="*/ 30957 h 135732"/>
                <a:gd name="connsiteX9" fmla="*/ 19050 w 264319"/>
                <a:gd name="connsiteY9" fmla="*/ 59532 h 135732"/>
                <a:gd name="connsiteX10" fmla="*/ 40481 w 264319"/>
                <a:gd name="connsiteY10" fmla="*/ 73819 h 135732"/>
                <a:gd name="connsiteX11" fmla="*/ 59531 w 264319"/>
                <a:gd name="connsiteY11" fmla="*/ 66675 h 135732"/>
                <a:gd name="connsiteX12" fmla="*/ 92869 w 264319"/>
                <a:gd name="connsiteY12" fmla="*/ 97632 h 135732"/>
                <a:gd name="connsiteX13" fmla="*/ 69056 w 264319"/>
                <a:gd name="connsiteY13" fmla="*/ 107157 h 135732"/>
                <a:gd name="connsiteX14" fmla="*/ 47625 w 264319"/>
                <a:gd name="connsiteY14" fmla="*/ 114300 h 135732"/>
                <a:gd name="connsiteX15" fmla="*/ 26194 w 264319"/>
                <a:gd name="connsiteY15" fmla="*/ 116682 h 135732"/>
                <a:gd name="connsiteX16" fmla="*/ 26194 w 264319"/>
                <a:gd name="connsiteY16" fmla="*/ 116682 h 135732"/>
                <a:gd name="connsiteX17" fmla="*/ 0 w 264319"/>
                <a:gd name="connsiteY17" fmla="*/ 128588 h 135732"/>
                <a:gd name="connsiteX18" fmla="*/ 38100 w 264319"/>
                <a:gd name="connsiteY18" fmla="*/ 130969 h 135732"/>
                <a:gd name="connsiteX19" fmla="*/ 102394 w 264319"/>
                <a:gd name="connsiteY19" fmla="*/ 135732 h 135732"/>
                <a:gd name="connsiteX20" fmla="*/ 130969 w 264319"/>
                <a:gd name="connsiteY20" fmla="*/ 97632 h 135732"/>
                <a:gd name="connsiteX21" fmla="*/ 147638 w 264319"/>
                <a:gd name="connsiteY21" fmla="*/ 116682 h 135732"/>
                <a:gd name="connsiteX22" fmla="*/ 164306 w 264319"/>
                <a:gd name="connsiteY22" fmla="*/ 104775 h 135732"/>
                <a:gd name="connsiteX23" fmla="*/ 235744 w 264319"/>
                <a:gd name="connsiteY23" fmla="*/ 100013 h 13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319" h="135732">
                  <a:moveTo>
                    <a:pt x="235744" y="100013"/>
                  </a:moveTo>
                  <a:lnTo>
                    <a:pt x="264319" y="33338"/>
                  </a:lnTo>
                  <a:lnTo>
                    <a:pt x="223838" y="16669"/>
                  </a:lnTo>
                  <a:lnTo>
                    <a:pt x="150019" y="19050"/>
                  </a:lnTo>
                  <a:lnTo>
                    <a:pt x="126206" y="0"/>
                  </a:lnTo>
                  <a:lnTo>
                    <a:pt x="97631" y="14288"/>
                  </a:lnTo>
                  <a:lnTo>
                    <a:pt x="90488" y="40482"/>
                  </a:lnTo>
                  <a:lnTo>
                    <a:pt x="59531" y="26194"/>
                  </a:lnTo>
                  <a:lnTo>
                    <a:pt x="28575" y="30957"/>
                  </a:lnTo>
                  <a:lnTo>
                    <a:pt x="19050" y="59532"/>
                  </a:lnTo>
                  <a:lnTo>
                    <a:pt x="40481" y="73819"/>
                  </a:lnTo>
                  <a:lnTo>
                    <a:pt x="59531" y="66675"/>
                  </a:lnTo>
                  <a:lnTo>
                    <a:pt x="92869" y="97632"/>
                  </a:lnTo>
                  <a:lnTo>
                    <a:pt x="69056" y="107157"/>
                  </a:lnTo>
                  <a:lnTo>
                    <a:pt x="47625" y="114300"/>
                  </a:lnTo>
                  <a:lnTo>
                    <a:pt x="26194" y="116682"/>
                  </a:lnTo>
                  <a:lnTo>
                    <a:pt x="26194" y="116682"/>
                  </a:lnTo>
                  <a:lnTo>
                    <a:pt x="0" y="128588"/>
                  </a:lnTo>
                  <a:lnTo>
                    <a:pt x="38100" y="130969"/>
                  </a:lnTo>
                  <a:lnTo>
                    <a:pt x="102394" y="135732"/>
                  </a:lnTo>
                  <a:lnTo>
                    <a:pt x="130969" y="97632"/>
                  </a:lnTo>
                  <a:lnTo>
                    <a:pt x="147638" y="116682"/>
                  </a:lnTo>
                  <a:lnTo>
                    <a:pt x="164306" y="104775"/>
                  </a:lnTo>
                  <a:lnTo>
                    <a:pt x="235744" y="100013"/>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7" name="Freeform: Shape 98">
              <a:extLst>
                <a:ext uri="{FF2B5EF4-FFF2-40B4-BE49-F238E27FC236}">
                  <a16:creationId xmlns:a16="http://schemas.microsoft.com/office/drawing/2014/main" id="{B5E38730-DAE6-41D5-968C-784AFB2BD37C}"/>
                </a:ext>
              </a:extLst>
            </p:cNvPr>
            <p:cNvSpPr/>
            <p:nvPr/>
          </p:nvSpPr>
          <p:spPr bwMode="auto">
            <a:xfrm>
              <a:off x="5950744" y="3581400"/>
              <a:ext cx="154781" cy="109538"/>
            </a:xfrm>
            <a:custGeom>
              <a:avLst/>
              <a:gdLst>
                <a:gd name="connsiteX0" fmla="*/ 11906 w 154781"/>
                <a:gd name="connsiteY0" fmla="*/ 102394 h 123825"/>
                <a:gd name="connsiteX1" fmla="*/ 50006 w 154781"/>
                <a:gd name="connsiteY1" fmla="*/ 123825 h 123825"/>
                <a:gd name="connsiteX2" fmla="*/ 73819 w 154781"/>
                <a:gd name="connsiteY2" fmla="*/ 78581 h 123825"/>
                <a:gd name="connsiteX3" fmla="*/ 95250 w 154781"/>
                <a:gd name="connsiteY3" fmla="*/ 107156 h 123825"/>
                <a:gd name="connsiteX4" fmla="*/ 128587 w 154781"/>
                <a:gd name="connsiteY4" fmla="*/ 83344 h 123825"/>
                <a:gd name="connsiteX5" fmla="*/ 154781 w 154781"/>
                <a:gd name="connsiteY5" fmla="*/ 83344 h 123825"/>
                <a:gd name="connsiteX6" fmla="*/ 154781 w 154781"/>
                <a:gd name="connsiteY6" fmla="*/ 50006 h 123825"/>
                <a:gd name="connsiteX7" fmla="*/ 47625 w 154781"/>
                <a:gd name="connsiteY7" fmla="*/ 45244 h 123825"/>
                <a:gd name="connsiteX8" fmla="*/ 73819 w 154781"/>
                <a:gd name="connsiteY8" fmla="*/ 28575 h 123825"/>
                <a:gd name="connsiteX9" fmla="*/ 73819 w 154781"/>
                <a:gd name="connsiteY9" fmla="*/ 28575 h 123825"/>
                <a:gd name="connsiteX10" fmla="*/ 73819 w 154781"/>
                <a:gd name="connsiteY10" fmla="*/ 0 h 123825"/>
                <a:gd name="connsiteX11" fmla="*/ 50006 w 154781"/>
                <a:gd name="connsiteY11" fmla="*/ 9525 h 123825"/>
                <a:gd name="connsiteX12" fmla="*/ 33337 w 154781"/>
                <a:gd name="connsiteY12" fmla="*/ 35719 h 123825"/>
                <a:gd name="connsiteX13" fmla="*/ 19050 w 154781"/>
                <a:gd name="connsiteY13" fmla="*/ 47625 h 123825"/>
                <a:gd name="connsiteX14" fmla="*/ 19050 w 154781"/>
                <a:gd name="connsiteY14" fmla="*/ 47625 h 123825"/>
                <a:gd name="connsiteX15" fmla="*/ 0 w 154781"/>
                <a:gd name="connsiteY15" fmla="*/ 42863 h 123825"/>
                <a:gd name="connsiteX16" fmla="*/ 11906 w 154781"/>
                <a:gd name="connsiteY16" fmla="*/ 102394 h 123825"/>
                <a:gd name="connsiteX0" fmla="*/ 11906 w 154781"/>
                <a:gd name="connsiteY0" fmla="*/ 102394 h 109538"/>
                <a:gd name="connsiteX1" fmla="*/ 50006 w 154781"/>
                <a:gd name="connsiteY1" fmla="*/ 109538 h 109538"/>
                <a:gd name="connsiteX2" fmla="*/ 73819 w 154781"/>
                <a:gd name="connsiteY2" fmla="*/ 78581 h 109538"/>
                <a:gd name="connsiteX3" fmla="*/ 95250 w 154781"/>
                <a:gd name="connsiteY3" fmla="*/ 107156 h 109538"/>
                <a:gd name="connsiteX4" fmla="*/ 128587 w 154781"/>
                <a:gd name="connsiteY4" fmla="*/ 83344 h 109538"/>
                <a:gd name="connsiteX5" fmla="*/ 154781 w 154781"/>
                <a:gd name="connsiteY5" fmla="*/ 83344 h 109538"/>
                <a:gd name="connsiteX6" fmla="*/ 154781 w 154781"/>
                <a:gd name="connsiteY6" fmla="*/ 50006 h 109538"/>
                <a:gd name="connsiteX7" fmla="*/ 47625 w 154781"/>
                <a:gd name="connsiteY7" fmla="*/ 45244 h 109538"/>
                <a:gd name="connsiteX8" fmla="*/ 73819 w 154781"/>
                <a:gd name="connsiteY8" fmla="*/ 28575 h 109538"/>
                <a:gd name="connsiteX9" fmla="*/ 73819 w 154781"/>
                <a:gd name="connsiteY9" fmla="*/ 28575 h 109538"/>
                <a:gd name="connsiteX10" fmla="*/ 73819 w 154781"/>
                <a:gd name="connsiteY10" fmla="*/ 0 h 109538"/>
                <a:gd name="connsiteX11" fmla="*/ 50006 w 154781"/>
                <a:gd name="connsiteY11" fmla="*/ 9525 h 109538"/>
                <a:gd name="connsiteX12" fmla="*/ 33337 w 154781"/>
                <a:gd name="connsiteY12" fmla="*/ 35719 h 109538"/>
                <a:gd name="connsiteX13" fmla="*/ 19050 w 154781"/>
                <a:gd name="connsiteY13" fmla="*/ 47625 h 109538"/>
                <a:gd name="connsiteX14" fmla="*/ 19050 w 154781"/>
                <a:gd name="connsiteY14" fmla="*/ 47625 h 109538"/>
                <a:gd name="connsiteX15" fmla="*/ 0 w 154781"/>
                <a:gd name="connsiteY15" fmla="*/ 42863 h 109538"/>
                <a:gd name="connsiteX16" fmla="*/ 11906 w 154781"/>
                <a:gd name="connsiteY16" fmla="*/ 102394 h 109538"/>
                <a:gd name="connsiteX0" fmla="*/ 11906 w 154781"/>
                <a:gd name="connsiteY0" fmla="*/ 102394 h 109538"/>
                <a:gd name="connsiteX1" fmla="*/ 50006 w 154781"/>
                <a:gd name="connsiteY1" fmla="*/ 109538 h 109538"/>
                <a:gd name="connsiteX2" fmla="*/ 73819 w 154781"/>
                <a:gd name="connsiteY2" fmla="*/ 78581 h 109538"/>
                <a:gd name="connsiteX3" fmla="*/ 95250 w 154781"/>
                <a:gd name="connsiteY3" fmla="*/ 107156 h 109538"/>
                <a:gd name="connsiteX4" fmla="*/ 128587 w 154781"/>
                <a:gd name="connsiteY4" fmla="*/ 83344 h 109538"/>
                <a:gd name="connsiteX5" fmla="*/ 154781 w 154781"/>
                <a:gd name="connsiteY5" fmla="*/ 83344 h 109538"/>
                <a:gd name="connsiteX6" fmla="*/ 154781 w 154781"/>
                <a:gd name="connsiteY6" fmla="*/ 50006 h 109538"/>
                <a:gd name="connsiteX7" fmla="*/ 47625 w 154781"/>
                <a:gd name="connsiteY7" fmla="*/ 45244 h 109538"/>
                <a:gd name="connsiteX8" fmla="*/ 73819 w 154781"/>
                <a:gd name="connsiteY8" fmla="*/ 28575 h 109538"/>
                <a:gd name="connsiteX9" fmla="*/ 73819 w 154781"/>
                <a:gd name="connsiteY9" fmla="*/ 28575 h 109538"/>
                <a:gd name="connsiteX10" fmla="*/ 73819 w 154781"/>
                <a:gd name="connsiteY10" fmla="*/ 0 h 109538"/>
                <a:gd name="connsiteX11" fmla="*/ 50006 w 154781"/>
                <a:gd name="connsiteY11" fmla="*/ 9525 h 109538"/>
                <a:gd name="connsiteX12" fmla="*/ 33337 w 154781"/>
                <a:gd name="connsiteY12" fmla="*/ 35719 h 109538"/>
                <a:gd name="connsiteX13" fmla="*/ 19050 w 154781"/>
                <a:gd name="connsiteY13" fmla="*/ 47625 h 109538"/>
                <a:gd name="connsiteX14" fmla="*/ 19050 w 154781"/>
                <a:gd name="connsiteY14" fmla="*/ 47625 h 109538"/>
                <a:gd name="connsiteX15" fmla="*/ 0 w 154781"/>
                <a:gd name="connsiteY15" fmla="*/ 42863 h 109538"/>
                <a:gd name="connsiteX16" fmla="*/ 2381 w 154781"/>
                <a:gd name="connsiteY16" fmla="*/ 76200 h 109538"/>
                <a:gd name="connsiteX17" fmla="*/ 11906 w 154781"/>
                <a:gd name="connsiteY17" fmla="*/ 102394 h 109538"/>
                <a:gd name="connsiteX0" fmla="*/ 11906 w 154781"/>
                <a:gd name="connsiteY0" fmla="*/ 102394 h 109538"/>
                <a:gd name="connsiteX1" fmla="*/ 50006 w 154781"/>
                <a:gd name="connsiteY1" fmla="*/ 109538 h 109538"/>
                <a:gd name="connsiteX2" fmla="*/ 73819 w 154781"/>
                <a:gd name="connsiteY2" fmla="*/ 78581 h 109538"/>
                <a:gd name="connsiteX3" fmla="*/ 95250 w 154781"/>
                <a:gd name="connsiteY3" fmla="*/ 107156 h 109538"/>
                <a:gd name="connsiteX4" fmla="*/ 128587 w 154781"/>
                <a:gd name="connsiteY4" fmla="*/ 83344 h 109538"/>
                <a:gd name="connsiteX5" fmla="*/ 154781 w 154781"/>
                <a:gd name="connsiteY5" fmla="*/ 83344 h 109538"/>
                <a:gd name="connsiteX6" fmla="*/ 154781 w 154781"/>
                <a:gd name="connsiteY6" fmla="*/ 50006 h 109538"/>
                <a:gd name="connsiteX7" fmla="*/ 47625 w 154781"/>
                <a:gd name="connsiteY7" fmla="*/ 45244 h 109538"/>
                <a:gd name="connsiteX8" fmla="*/ 73819 w 154781"/>
                <a:gd name="connsiteY8" fmla="*/ 28575 h 109538"/>
                <a:gd name="connsiteX9" fmla="*/ 73819 w 154781"/>
                <a:gd name="connsiteY9" fmla="*/ 28575 h 109538"/>
                <a:gd name="connsiteX10" fmla="*/ 73819 w 154781"/>
                <a:gd name="connsiteY10" fmla="*/ 0 h 109538"/>
                <a:gd name="connsiteX11" fmla="*/ 50006 w 154781"/>
                <a:gd name="connsiteY11" fmla="*/ 9525 h 109538"/>
                <a:gd name="connsiteX12" fmla="*/ 33337 w 154781"/>
                <a:gd name="connsiteY12" fmla="*/ 35719 h 109538"/>
                <a:gd name="connsiteX13" fmla="*/ 19050 w 154781"/>
                <a:gd name="connsiteY13" fmla="*/ 47625 h 109538"/>
                <a:gd name="connsiteX14" fmla="*/ 19050 w 154781"/>
                <a:gd name="connsiteY14" fmla="*/ 47625 h 109538"/>
                <a:gd name="connsiteX15" fmla="*/ 0 w 154781"/>
                <a:gd name="connsiteY15" fmla="*/ 42863 h 109538"/>
                <a:gd name="connsiteX16" fmla="*/ 16669 w 154781"/>
                <a:gd name="connsiteY16" fmla="*/ 76200 h 109538"/>
                <a:gd name="connsiteX17" fmla="*/ 11906 w 154781"/>
                <a:gd name="connsiteY17" fmla="*/ 102394 h 10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781" h="109538">
                  <a:moveTo>
                    <a:pt x="11906" y="102394"/>
                  </a:moveTo>
                  <a:lnTo>
                    <a:pt x="50006" y="109538"/>
                  </a:lnTo>
                  <a:lnTo>
                    <a:pt x="73819" y="78581"/>
                  </a:lnTo>
                  <a:lnTo>
                    <a:pt x="95250" y="107156"/>
                  </a:lnTo>
                  <a:lnTo>
                    <a:pt x="128587" y="83344"/>
                  </a:lnTo>
                  <a:lnTo>
                    <a:pt x="154781" y="83344"/>
                  </a:lnTo>
                  <a:lnTo>
                    <a:pt x="154781" y="50006"/>
                  </a:lnTo>
                  <a:lnTo>
                    <a:pt x="47625" y="45244"/>
                  </a:lnTo>
                  <a:lnTo>
                    <a:pt x="73819" y="28575"/>
                  </a:lnTo>
                  <a:lnTo>
                    <a:pt x="73819" y="28575"/>
                  </a:lnTo>
                  <a:lnTo>
                    <a:pt x="73819" y="0"/>
                  </a:lnTo>
                  <a:lnTo>
                    <a:pt x="50006" y="9525"/>
                  </a:lnTo>
                  <a:lnTo>
                    <a:pt x="33337" y="35719"/>
                  </a:lnTo>
                  <a:lnTo>
                    <a:pt x="19050" y="47625"/>
                  </a:lnTo>
                  <a:lnTo>
                    <a:pt x="19050" y="47625"/>
                  </a:lnTo>
                  <a:lnTo>
                    <a:pt x="0" y="42863"/>
                  </a:lnTo>
                  <a:lnTo>
                    <a:pt x="16669" y="76200"/>
                  </a:lnTo>
                  <a:lnTo>
                    <a:pt x="11906" y="102394"/>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8" name="Freeform: Shape 100">
              <a:extLst>
                <a:ext uri="{FF2B5EF4-FFF2-40B4-BE49-F238E27FC236}">
                  <a16:creationId xmlns:a16="http://schemas.microsoft.com/office/drawing/2014/main" id="{DB9D5EBE-5492-4BD9-80C2-2BFEF4B17AFC}"/>
                </a:ext>
              </a:extLst>
            </p:cNvPr>
            <p:cNvSpPr/>
            <p:nvPr/>
          </p:nvSpPr>
          <p:spPr bwMode="auto">
            <a:xfrm>
              <a:off x="5660231" y="3419475"/>
              <a:ext cx="419100" cy="266700"/>
            </a:xfrm>
            <a:custGeom>
              <a:avLst/>
              <a:gdLst>
                <a:gd name="connsiteX0" fmla="*/ 92869 w 419100"/>
                <a:gd name="connsiteY0" fmla="*/ 0 h 266700"/>
                <a:gd name="connsiteX1" fmla="*/ 11907 w 419100"/>
                <a:gd name="connsiteY1" fmla="*/ 45244 h 266700"/>
                <a:gd name="connsiteX2" fmla="*/ 0 w 419100"/>
                <a:gd name="connsiteY2" fmla="*/ 147638 h 266700"/>
                <a:gd name="connsiteX3" fmla="*/ 35719 w 419100"/>
                <a:gd name="connsiteY3" fmla="*/ 159544 h 266700"/>
                <a:gd name="connsiteX4" fmla="*/ 33338 w 419100"/>
                <a:gd name="connsiteY4" fmla="*/ 135731 h 266700"/>
                <a:gd name="connsiteX5" fmla="*/ 50007 w 419100"/>
                <a:gd name="connsiteY5" fmla="*/ 121444 h 266700"/>
                <a:gd name="connsiteX6" fmla="*/ 78582 w 419100"/>
                <a:gd name="connsiteY6" fmla="*/ 107156 h 266700"/>
                <a:gd name="connsiteX7" fmla="*/ 78582 w 419100"/>
                <a:gd name="connsiteY7" fmla="*/ 107156 h 266700"/>
                <a:gd name="connsiteX8" fmla="*/ 107157 w 419100"/>
                <a:gd name="connsiteY8" fmla="*/ 121444 h 266700"/>
                <a:gd name="connsiteX9" fmla="*/ 116682 w 419100"/>
                <a:gd name="connsiteY9" fmla="*/ 154781 h 266700"/>
                <a:gd name="connsiteX10" fmla="*/ 145257 w 419100"/>
                <a:gd name="connsiteY10" fmla="*/ 154781 h 266700"/>
                <a:gd name="connsiteX11" fmla="*/ 176213 w 419100"/>
                <a:gd name="connsiteY11" fmla="*/ 200025 h 266700"/>
                <a:gd name="connsiteX12" fmla="*/ 216694 w 419100"/>
                <a:gd name="connsiteY12" fmla="*/ 238125 h 266700"/>
                <a:gd name="connsiteX13" fmla="*/ 250032 w 419100"/>
                <a:gd name="connsiteY13" fmla="*/ 245269 h 266700"/>
                <a:gd name="connsiteX14" fmla="*/ 283369 w 419100"/>
                <a:gd name="connsiteY14" fmla="*/ 266700 h 266700"/>
                <a:gd name="connsiteX15" fmla="*/ 302419 w 419100"/>
                <a:gd name="connsiteY15" fmla="*/ 261938 h 266700"/>
                <a:gd name="connsiteX16" fmla="*/ 309563 w 419100"/>
                <a:gd name="connsiteY16" fmla="*/ 242888 h 266700"/>
                <a:gd name="connsiteX17" fmla="*/ 297657 w 419100"/>
                <a:gd name="connsiteY17" fmla="*/ 207169 h 266700"/>
                <a:gd name="connsiteX18" fmla="*/ 307182 w 419100"/>
                <a:gd name="connsiteY18" fmla="*/ 207169 h 266700"/>
                <a:gd name="connsiteX19" fmla="*/ 330994 w 419100"/>
                <a:gd name="connsiteY19" fmla="*/ 178594 h 266700"/>
                <a:gd name="connsiteX20" fmla="*/ 361950 w 419100"/>
                <a:gd name="connsiteY20" fmla="*/ 166688 h 266700"/>
                <a:gd name="connsiteX21" fmla="*/ 364332 w 419100"/>
                <a:gd name="connsiteY21" fmla="*/ 192881 h 266700"/>
                <a:gd name="connsiteX22" fmla="*/ 378619 w 419100"/>
                <a:gd name="connsiteY22" fmla="*/ 188119 h 266700"/>
                <a:gd name="connsiteX23" fmla="*/ 419100 w 419100"/>
                <a:gd name="connsiteY23" fmla="*/ 176213 h 266700"/>
                <a:gd name="connsiteX24" fmla="*/ 392907 w 419100"/>
                <a:gd name="connsiteY24" fmla="*/ 145256 h 266700"/>
                <a:gd name="connsiteX25" fmla="*/ 376238 w 419100"/>
                <a:gd name="connsiteY25" fmla="*/ 150019 h 266700"/>
                <a:gd name="connsiteX26" fmla="*/ 361950 w 419100"/>
                <a:gd name="connsiteY26" fmla="*/ 138113 h 266700"/>
                <a:gd name="connsiteX27" fmla="*/ 319088 w 419100"/>
                <a:gd name="connsiteY27" fmla="*/ 166688 h 266700"/>
                <a:gd name="connsiteX28" fmla="*/ 297657 w 419100"/>
                <a:gd name="connsiteY28" fmla="*/ 161925 h 266700"/>
                <a:gd name="connsiteX29" fmla="*/ 273844 w 419100"/>
                <a:gd name="connsiteY29" fmla="*/ 159544 h 266700"/>
                <a:gd name="connsiteX30" fmla="*/ 259557 w 419100"/>
                <a:gd name="connsiteY30" fmla="*/ 126206 h 266700"/>
                <a:gd name="connsiteX31" fmla="*/ 252413 w 419100"/>
                <a:gd name="connsiteY31" fmla="*/ 95250 h 266700"/>
                <a:gd name="connsiteX32" fmla="*/ 219075 w 419100"/>
                <a:gd name="connsiteY32" fmla="*/ 64294 h 266700"/>
                <a:gd name="connsiteX33" fmla="*/ 145257 w 419100"/>
                <a:gd name="connsiteY33" fmla="*/ 83344 h 266700"/>
                <a:gd name="connsiteX34" fmla="*/ 130969 w 419100"/>
                <a:gd name="connsiteY34" fmla="*/ 40481 h 266700"/>
                <a:gd name="connsiteX35" fmla="*/ 92869 w 419100"/>
                <a:gd name="connsiteY35"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419100" h="266700">
                  <a:moveTo>
                    <a:pt x="92869" y="0"/>
                  </a:moveTo>
                  <a:lnTo>
                    <a:pt x="11907" y="45244"/>
                  </a:lnTo>
                  <a:lnTo>
                    <a:pt x="0" y="147638"/>
                  </a:lnTo>
                  <a:lnTo>
                    <a:pt x="35719" y="159544"/>
                  </a:lnTo>
                  <a:lnTo>
                    <a:pt x="33338" y="135731"/>
                  </a:lnTo>
                  <a:lnTo>
                    <a:pt x="50007" y="121444"/>
                  </a:lnTo>
                  <a:lnTo>
                    <a:pt x="78582" y="107156"/>
                  </a:lnTo>
                  <a:lnTo>
                    <a:pt x="78582" y="107156"/>
                  </a:lnTo>
                  <a:lnTo>
                    <a:pt x="107157" y="121444"/>
                  </a:lnTo>
                  <a:lnTo>
                    <a:pt x="116682" y="154781"/>
                  </a:lnTo>
                  <a:lnTo>
                    <a:pt x="145257" y="154781"/>
                  </a:lnTo>
                  <a:lnTo>
                    <a:pt x="176213" y="200025"/>
                  </a:lnTo>
                  <a:lnTo>
                    <a:pt x="216694" y="238125"/>
                  </a:lnTo>
                  <a:lnTo>
                    <a:pt x="250032" y="245269"/>
                  </a:lnTo>
                  <a:lnTo>
                    <a:pt x="283369" y="266700"/>
                  </a:lnTo>
                  <a:lnTo>
                    <a:pt x="302419" y="261938"/>
                  </a:lnTo>
                  <a:lnTo>
                    <a:pt x="309563" y="242888"/>
                  </a:lnTo>
                  <a:lnTo>
                    <a:pt x="297657" y="207169"/>
                  </a:lnTo>
                  <a:lnTo>
                    <a:pt x="307182" y="207169"/>
                  </a:lnTo>
                  <a:lnTo>
                    <a:pt x="330994" y="178594"/>
                  </a:lnTo>
                  <a:lnTo>
                    <a:pt x="361950" y="166688"/>
                  </a:lnTo>
                  <a:lnTo>
                    <a:pt x="364332" y="192881"/>
                  </a:lnTo>
                  <a:lnTo>
                    <a:pt x="378619" y="188119"/>
                  </a:lnTo>
                  <a:lnTo>
                    <a:pt x="419100" y="176213"/>
                  </a:lnTo>
                  <a:lnTo>
                    <a:pt x="392907" y="145256"/>
                  </a:lnTo>
                  <a:lnTo>
                    <a:pt x="376238" y="150019"/>
                  </a:lnTo>
                  <a:lnTo>
                    <a:pt x="361950" y="138113"/>
                  </a:lnTo>
                  <a:lnTo>
                    <a:pt x="319088" y="166688"/>
                  </a:lnTo>
                  <a:lnTo>
                    <a:pt x="297657" y="161925"/>
                  </a:lnTo>
                  <a:lnTo>
                    <a:pt x="273844" y="159544"/>
                  </a:lnTo>
                  <a:lnTo>
                    <a:pt x="259557" y="126206"/>
                  </a:lnTo>
                  <a:lnTo>
                    <a:pt x="252413" y="95250"/>
                  </a:lnTo>
                  <a:lnTo>
                    <a:pt x="219075" y="64294"/>
                  </a:lnTo>
                  <a:lnTo>
                    <a:pt x="145257" y="83344"/>
                  </a:lnTo>
                  <a:lnTo>
                    <a:pt x="130969" y="40481"/>
                  </a:lnTo>
                  <a:lnTo>
                    <a:pt x="92869" y="0"/>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89" name="Freeform: Shape 101">
              <a:extLst>
                <a:ext uri="{FF2B5EF4-FFF2-40B4-BE49-F238E27FC236}">
                  <a16:creationId xmlns:a16="http://schemas.microsoft.com/office/drawing/2014/main" id="{5CD34781-D423-49A8-BAD7-57112C77B289}"/>
                </a:ext>
              </a:extLst>
            </p:cNvPr>
            <p:cNvSpPr/>
            <p:nvPr/>
          </p:nvSpPr>
          <p:spPr bwMode="auto">
            <a:xfrm>
              <a:off x="5588794" y="3529013"/>
              <a:ext cx="342900" cy="221456"/>
            </a:xfrm>
            <a:custGeom>
              <a:avLst/>
              <a:gdLst>
                <a:gd name="connsiteX0" fmla="*/ 33337 w 342900"/>
                <a:gd name="connsiteY0" fmla="*/ 164306 h 221456"/>
                <a:gd name="connsiteX1" fmla="*/ 109537 w 342900"/>
                <a:gd name="connsiteY1" fmla="*/ 128587 h 221456"/>
                <a:gd name="connsiteX2" fmla="*/ 190500 w 342900"/>
                <a:gd name="connsiteY2" fmla="*/ 185737 h 221456"/>
                <a:gd name="connsiteX3" fmla="*/ 214312 w 342900"/>
                <a:gd name="connsiteY3" fmla="*/ 188118 h 221456"/>
                <a:gd name="connsiteX4" fmla="*/ 221456 w 342900"/>
                <a:gd name="connsiteY4" fmla="*/ 209550 h 221456"/>
                <a:gd name="connsiteX5" fmla="*/ 254794 w 342900"/>
                <a:gd name="connsiteY5" fmla="*/ 221456 h 221456"/>
                <a:gd name="connsiteX6" fmla="*/ 261937 w 342900"/>
                <a:gd name="connsiteY6" fmla="*/ 207168 h 221456"/>
                <a:gd name="connsiteX7" fmla="*/ 295275 w 342900"/>
                <a:gd name="connsiteY7" fmla="*/ 190500 h 221456"/>
                <a:gd name="connsiteX8" fmla="*/ 302419 w 342900"/>
                <a:gd name="connsiteY8" fmla="*/ 154781 h 221456"/>
                <a:gd name="connsiteX9" fmla="*/ 342900 w 342900"/>
                <a:gd name="connsiteY9" fmla="*/ 152400 h 221456"/>
                <a:gd name="connsiteX10" fmla="*/ 326231 w 342900"/>
                <a:gd name="connsiteY10" fmla="*/ 133350 h 221456"/>
                <a:gd name="connsiteX11" fmla="*/ 280987 w 342900"/>
                <a:gd name="connsiteY11" fmla="*/ 130968 h 221456"/>
                <a:gd name="connsiteX12" fmla="*/ 242887 w 342900"/>
                <a:gd name="connsiteY12" fmla="*/ 92868 h 221456"/>
                <a:gd name="connsiteX13" fmla="*/ 223837 w 342900"/>
                <a:gd name="connsiteY13" fmla="*/ 54768 h 221456"/>
                <a:gd name="connsiteX14" fmla="*/ 183356 w 342900"/>
                <a:gd name="connsiteY14" fmla="*/ 52387 h 221456"/>
                <a:gd name="connsiteX15" fmla="*/ 180975 w 342900"/>
                <a:gd name="connsiteY15" fmla="*/ 19050 h 221456"/>
                <a:gd name="connsiteX16" fmla="*/ 154781 w 342900"/>
                <a:gd name="connsiteY16" fmla="*/ 0 h 221456"/>
                <a:gd name="connsiteX17" fmla="*/ 102394 w 342900"/>
                <a:gd name="connsiteY17" fmla="*/ 26193 h 221456"/>
                <a:gd name="connsiteX18" fmla="*/ 111919 w 342900"/>
                <a:gd name="connsiteY18" fmla="*/ 50006 h 221456"/>
                <a:gd name="connsiteX19" fmla="*/ 80962 w 342900"/>
                <a:gd name="connsiteY19" fmla="*/ 42862 h 221456"/>
                <a:gd name="connsiteX20" fmla="*/ 35719 w 342900"/>
                <a:gd name="connsiteY20" fmla="*/ 9525 h 221456"/>
                <a:gd name="connsiteX21" fmla="*/ 33337 w 342900"/>
                <a:gd name="connsiteY21" fmla="*/ 33337 h 221456"/>
                <a:gd name="connsiteX22" fmla="*/ 47625 w 342900"/>
                <a:gd name="connsiteY22" fmla="*/ 54768 h 221456"/>
                <a:gd name="connsiteX23" fmla="*/ 33337 w 342900"/>
                <a:gd name="connsiteY23" fmla="*/ 66675 h 221456"/>
                <a:gd name="connsiteX24" fmla="*/ 0 w 342900"/>
                <a:gd name="connsiteY24" fmla="*/ 57150 h 221456"/>
                <a:gd name="connsiteX25" fmla="*/ 0 w 342900"/>
                <a:gd name="connsiteY25" fmla="*/ 92868 h 221456"/>
                <a:gd name="connsiteX26" fmla="*/ 23812 w 342900"/>
                <a:gd name="connsiteY26" fmla="*/ 92868 h 221456"/>
                <a:gd name="connsiteX27" fmla="*/ 14287 w 342900"/>
                <a:gd name="connsiteY27" fmla="*/ 109537 h 221456"/>
                <a:gd name="connsiteX28" fmla="*/ 33337 w 342900"/>
                <a:gd name="connsiteY28" fmla="*/ 164306 h 22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42900" h="221456">
                  <a:moveTo>
                    <a:pt x="33337" y="164306"/>
                  </a:moveTo>
                  <a:lnTo>
                    <a:pt x="109537" y="128587"/>
                  </a:lnTo>
                  <a:lnTo>
                    <a:pt x="190500" y="185737"/>
                  </a:lnTo>
                  <a:lnTo>
                    <a:pt x="214312" y="188118"/>
                  </a:lnTo>
                  <a:lnTo>
                    <a:pt x="221456" y="209550"/>
                  </a:lnTo>
                  <a:lnTo>
                    <a:pt x="254794" y="221456"/>
                  </a:lnTo>
                  <a:lnTo>
                    <a:pt x="261937" y="207168"/>
                  </a:lnTo>
                  <a:lnTo>
                    <a:pt x="295275" y="190500"/>
                  </a:lnTo>
                  <a:lnTo>
                    <a:pt x="302419" y="154781"/>
                  </a:lnTo>
                  <a:lnTo>
                    <a:pt x="342900" y="152400"/>
                  </a:lnTo>
                  <a:lnTo>
                    <a:pt x="326231" y="133350"/>
                  </a:lnTo>
                  <a:lnTo>
                    <a:pt x="280987" y="130968"/>
                  </a:lnTo>
                  <a:lnTo>
                    <a:pt x="242887" y="92868"/>
                  </a:lnTo>
                  <a:lnTo>
                    <a:pt x="223837" y="54768"/>
                  </a:lnTo>
                  <a:lnTo>
                    <a:pt x="183356" y="52387"/>
                  </a:lnTo>
                  <a:lnTo>
                    <a:pt x="180975" y="19050"/>
                  </a:lnTo>
                  <a:lnTo>
                    <a:pt x="154781" y="0"/>
                  </a:lnTo>
                  <a:lnTo>
                    <a:pt x="102394" y="26193"/>
                  </a:lnTo>
                  <a:lnTo>
                    <a:pt x="111919" y="50006"/>
                  </a:lnTo>
                  <a:lnTo>
                    <a:pt x="80962" y="42862"/>
                  </a:lnTo>
                  <a:lnTo>
                    <a:pt x="35719" y="9525"/>
                  </a:lnTo>
                  <a:lnTo>
                    <a:pt x="33337" y="33337"/>
                  </a:lnTo>
                  <a:lnTo>
                    <a:pt x="47625" y="54768"/>
                  </a:lnTo>
                  <a:lnTo>
                    <a:pt x="33337" y="66675"/>
                  </a:lnTo>
                  <a:lnTo>
                    <a:pt x="0" y="57150"/>
                  </a:lnTo>
                  <a:lnTo>
                    <a:pt x="0" y="92868"/>
                  </a:lnTo>
                  <a:lnTo>
                    <a:pt x="23812" y="92868"/>
                  </a:lnTo>
                  <a:lnTo>
                    <a:pt x="14287" y="109537"/>
                  </a:lnTo>
                  <a:lnTo>
                    <a:pt x="33337" y="164306"/>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90" name="Freeform: Shape 103">
              <a:extLst>
                <a:ext uri="{FF2B5EF4-FFF2-40B4-BE49-F238E27FC236}">
                  <a16:creationId xmlns:a16="http://schemas.microsoft.com/office/drawing/2014/main" id="{159D475D-148E-453E-A35D-F1EB1979B8FA}"/>
                </a:ext>
              </a:extLst>
            </p:cNvPr>
            <p:cNvSpPr/>
            <p:nvPr/>
          </p:nvSpPr>
          <p:spPr bwMode="auto">
            <a:xfrm>
              <a:off x="5269706" y="3495675"/>
              <a:ext cx="57150" cy="40481"/>
            </a:xfrm>
            <a:custGeom>
              <a:avLst/>
              <a:gdLst>
                <a:gd name="connsiteX0" fmla="*/ 0 w 57150"/>
                <a:gd name="connsiteY0" fmla="*/ 0 h 40481"/>
                <a:gd name="connsiteX1" fmla="*/ 40482 w 57150"/>
                <a:gd name="connsiteY1" fmla="*/ 40481 h 40481"/>
                <a:gd name="connsiteX2" fmla="*/ 57150 w 57150"/>
                <a:gd name="connsiteY2" fmla="*/ 7144 h 40481"/>
                <a:gd name="connsiteX3" fmla="*/ 0 w 57150"/>
                <a:gd name="connsiteY3" fmla="*/ 0 h 40481"/>
              </a:gdLst>
              <a:ahLst/>
              <a:cxnLst>
                <a:cxn ang="0">
                  <a:pos x="connsiteX0" y="connsiteY0"/>
                </a:cxn>
                <a:cxn ang="0">
                  <a:pos x="connsiteX1" y="connsiteY1"/>
                </a:cxn>
                <a:cxn ang="0">
                  <a:pos x="connsiteX2" y="connsiteY2"/>
                </a:cxn>
                <a:cxn ang="0">
                  <a:pos x="connsiteX3" y="connsiteY3"/>
                </a:cxn>
              </a:cxnLst>
              <a:rect l="l" t="t" r="r" b="b"/>
              <a:pathLst>
                <a:path w="57150" h="40481">
                  <a:moveTo>
                    <a:pt x="0" y="0"/>
                  </a:moveTo>
                  <a:lnTo>
                    <a:pt x="40482" y="40481"/>
                  </a:lnTo>
                  <a:lnTo>
                    <a:pt x="57150" y="7144"/>
                  </a:lnTo>
                  <a:lnTo>
                    <a:pt x="0" y="0"/>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91" name="Freeform: Shape 105">
              <a:extLst>
                <a:ext uri="{FF2B5EF4-FFF2-40B4-BE49-F238E27FC236}">
                  <a16:creationId xmlns:a16="http://schemas.microsoft.com/office/drawing/2014/main" id="{2B754A22-CB24-4C5E-85A8-B4415DF2BE93}"/>
                </a:ext>
              </a:extLst>
            </p:cNvPr>
            <p:cNvSpPr/>
            <p:nvPr/>
          </p:nvSpPr>
          <p:spPr bwMode="auto">
            <a:xfrm>
              <a:off x="5307806" y="3502819"/>
              <a:ext cx="138112" cy="85725"/>
            </a:xfrm>
            <a:custGeom>
              <a:avLst/>
              <a:gdLst>
                <a:gd name="connsiteX0" fmla="*/ 128588 w 128588"/>
                <a:gd name="connsiteY0" fmla="*/ 54769 h 85725"/>
                <a:gd name="connsiteX1" fmla="*/ 90488 w 128588"/>
                <a:gd name="connsiteY1" fmla="*/ 19050 h 85725"/>
                <a:gd name="connsiteX2" fmla="*/ 64294 w 128588"/>
                <a:gd name="connsiteY2" fmla="*/ 28575 h 85725"/>
                <a:gd name="connsiteX3" fmla="*/ 16669 w 128588"/>
                <a:gd name="connsiteY3" fmla="*/ 0 h 85725"/>
                <a:gd name="connsiteX4" fmla="*/ 0 w 128588"/>
                <a:gd name="connsiteY4" fmla="*/ 38100 h 85725"/>
                <a:gd name="connsiteX5" fmla="*/ 9525 w 128588"/>
                <a:gd name="connsiteY5" fmla="*/ 69056 h 85725"/>
                <a:gd name="connsiteX6" fmla="*/ 42863 w 128588"/>
                <a:gd name="connsiteY6" fmla="*/ 85725 h 85725"/>
                <a:gd name="connsiteX7" fmla="*/ 57150 w 128588"/>
                <a:gd name="connsiteY7" fmla="*/ 76200 h 85725"/>
                <a:gd name="connsiteX8" fmla="*/ 128588 w 128588"/>
                <a:gd name="connsiteY8" fmla="*/ 54769 h 85725"/>
                <a:gd name="connsiteX0" fmla="*/ 128588 w 128588"/>
                <a:gd name="connsiteY0" fmla="*/ 54769 h 85725"/>
                <a:gd name="connsiteX1" fmla="*/ 90488 w 128588"/>
                <a:gd name="connsiteY1" fmla="*/ 19050 h 85725"/>
                <a:gd name="connsiteX2" fmla="*/ 64294 w 128588"/>
                <a:gd name="connsiteY2" fmla="*/ 28575 h 85725"/>
                <a:gd name="connsiteX3" fmla="*/ 16669 w 128588"/>
                <a:gd name="connsiteY3" fmla="*/ 0 h 85725"/>
                <a:gd name="connsiteX4" fmla="*/ 0 w 128588"/>
                <a:gd name="connsiteY4" fmla="*/ 38100 h 85725"/>
                <a:gd name="connsiteX5" fmla="*/ 9525 w 128588"/>
                <a:gd name="connsiteY5" fmla="*/ 69056 h 85725"/>
                <a:gd name="connsiteX6" fmla="*/ 42863 w 128588"/>
                <a:gd name="connsiteY6" fmla="*/ 85725 h 85725"/>
                <a:gd name="connsiteX7" fmla="*/ 57150 w 128588"/>
                <a:gd name="connsiteY7" fmla="*/ 76200 h 85725"/>
                <a:gd name="connsiteX8" fmla="*/ 109538 w 128588"/>
                <a:gd name="connsiteY8" fmla="*/ 54769 h 85725"/>
                <a:gd name="connsiteX9" fmla="*/ 128588 w 128588"/>
                <a:gd name="connsiteY9" fmla="*/ 54769 h 85725"/>
                <a:gd name="connsiteX0" fmla="*/ 128588 w 128588"/>
                <a:gd name="connsiteY0" fmla="*/ 54769 h 85725"/>
                <a:gd name="connsiteX1" fmla="*/ 90488 w 128588"/>
                <a:gd name="connsiteY1" fmla="*/ 19050 h 85725"/>
                <a:gd name="connsiteX2" fmla="*/ 64294 w 128588"/>
                <a:gd name="connsiteY2" fmla="*/ 28575 h 85725"/>
                <a:gd name="connsiteX3" fmla="*/ 16669 w 128588"/>
                <a:gd name="connsiteY3" fmla="*/ 0 h 85725"/>
                <a:gd name="connsiteX4" fmla="*/ 0 w 128588"/>
                <a:gd name="connsiteY4" fmla="*/ 38100 h 85725"/>
                <a:gd name="connsiteX5" fmla="*/ 9525 w 128588"/>
                <a:gd name="connsiteY5" fmla="*/ 69056 h 85725"/>
                <a:gd name="connsiteX6" fmla="*/ 42863 w 128588"/>
                <a:gd name="connsiteY6" fmla="*/ 85725 h 85725"/>
                <a:gd name="connsiteX7" fmla="*/ 57150 w 128588"/>
                <a:gd name="connsiteY7" fmla="*/ 76200 h 85725"/>
                <a:gd name="connsiteX8" fmla="*/ 100013 w 128588"/>
                <a:gd name="connsiteY8" fmla="*/ 64294 h 85725"/>
                <a:gd name="connsiteX9" fmla="*/ 128588 w 128588"/>
                <a:gd name="connsiteY9" fmla="*/ 54769 h 85725"/>
                <a:gd name="connsiteX0" fmla="*/ 128588 w 128588"/>
                <a:gd name="connsiteY0" fmla="*/ 54769 h 85725"/>
                <a:gd name="connsiteX1" fmla="*/ 111919 w 128588"/>
                <a:gd name="connsiteY1" fmla="*/ 57150 h 85725"/>
                <a:gd name="connsiteX2" fmla="*/ 90488 w 128588"/>
                <a:gd name="connsiteY2" fmla="*/ 19050 h 85725"/>
                <a:gd name="connsiteX3" fmla="*/ 64294 w 128588"/>
                <a:gd name="connsiteY3" fmla="*/ 28575 h 85725"/>
                <a:gd name="connsiteX4" fmla="*/ 16669 w 128588"/>
                <a:gd name="connsiteY4" fmla="*/ 0 h 85725"/>
                <a:gd name="connsiteX5" fmla="*/ 0 w 128588"/>
                <a:gd name="connsiteY5" fmla="*/ 38100 h 85725"/>
                <a:gd name="connsiteX6" fmla="*/ 9525 w 128588"/>
                <a:gd name="connsiteY6" fmla="*/ 69056 h 85725"/>
                <a:gd name="connsiteX7" fmla="*/ 42863 w 128588"/>
                <a:gd name="connsiteY7" fmla="*/ 85725 h 85725"/>
                <a:gd name="connsiteX8" fmla="*/ 57150 w 128588"/>
                <a:gd name="connsiteY8" fmla="*/ 76200 h 85725"/>
                <a:gd name="connsiteX9" fmla="*/ 100013 w 128588"/>
                <a:gd name="connsiteY9" fmla="*/ 64294 h 85725"/>
                <a:gd name="connsiteX10" fmla="*/ 128588 w 128588"/>
                <a:gd name="connsiteY10" fmla="*/ 54769 h 85725"/>
                <a:gd name="connsiteX0" fmla="*/ 128588 w 128588"/>
                <a:gd name="connsiteY0" fmla="*/ 54769 h 111919"/>
                <a:gd name="connsiteX1" fmla="*/ 111919 w 128588"/>
                <a:gd name="connsiteY1" fmla="*/ 57150 h 111919"/>
                <a:gd name="connsiteX2" fmla="*/ 90488 w 128588"/>
                <a:gd name="connsiteY2" fmla="*/ 19050 h 111919"/>
                <a:gd name="connsiteX3" fmla="*/ 64294 w 128588"/>
                <a:gd name="connsiteY3" fmla="*/ 28575 h 111919"/>
                <a:gd name="connsiteX4" fmla="*/ 16669 w 128588"/>
                <a:gd name="connsiteY4" fmla="*/ 0 h 111919"/>
                <a:gd name="connsiteX5" fmla="*/ 0 w 128588"/>
                <a:gd name="connsiteY5" fmla="*/ 38100 h 111919"/>
                <a:gd name="connsiteX6" fmla="*/ 9525 w 128588"/>
                <a:gd name="connsiteY6" fmla="*/ 69056 h 111919"/>
                <a:gd name="connsiteX7" fmla="*/ 42863 w 128588"/>
                <a:gd name="connsiteY7" fmla="*/ 85725 h 111919"/>
                <a:gd name="connsiteX8" fmla="*/ 57150 w 128588"/>
                <a:gd name="connsiteY8" fmla="*/ 76200 h 111919"/>
                <a:gd name="connsiteX9" fmla="*/ 85725 w 128588"/>
                <a:gd name="connsiteY9" fmla="*/ 111919 h 111919"/>
                <a:gd name="connsiteX10" fmla="*/ 128588 w 128588"/>
                <a:gd name="connsiteY10" fmla="*/ 54769 h 111919"/>
                <a:gd name="connsiteX0" fmla="*/ 166688 w 166688"/>
                <a:gd name="connsiteY0" fmla="*/ 107156 h 111919"/>
                <a:gd name="connsiteX1" fmla="*/ 111919 w 166688"/>
                <a:gd name="connsiteY1" fmla="*/ 57150 h 111919"/>
                <a:gd name="connsiteX2" fmla="*/ 90488 w 166688"/>
                <a:gd name="connsiteY2" fmla="*/ 19050 h 111919"/>
                <a:gd name="connsiteX3" fmla="*/ 64294 w 166688"/>
                <a:gd name="connsiteY3" fmla="*/ 28575 h 111919"/>
                <a:gd name="connsiteX4" fmla="*/ 16669 w 166688"/>
                <a:gd name="connsiteY4" fmla="*/ 0 h 111919"/>
                <a:gd name="connsiteX5" fmla="*/ 0 w 166688"/>
                <a:gd name="connsiteY5" fmla="*/ 38100 h 111919"/>
                <a:gd name="connsiteX6" fmla="*/ 9525 w 166688"/>
                <a:gd name="connsiteY6" fmla="*/ 69056 h 111919"/>
                <a:gd name="connsiteX7" fmla="*/ 42863 w 166688"/>
                <a:gd name="connsiteY7" fmla="*/ 85725 h 111919"/>
                <a:gd name="connsiteX8" fmla="*/ 57150 w 166688"/>
                <a:gd name="connsiteY8" fmla="*/ 76200 h 111919"/>
                <a:gd name="connsiteX9" fmla="*/ 85725 w 166688"/>
                <a:gd name="connsiteY9" fmla="*/ 111919 h 111919"/>
                <a:gd name="connsiteX10" fmla="*/ 166688 w 166688"/>
                <a:gd name="connsiteY10" fmla="*/ 107156 h 111919"/>
                <a:gd name="connsiteX0" fmla="*/ 166688 w 166688"/>
                <a:gd name="connsiteY0" fmla="*/ 107156 h 111919"/>
                <a:gd name="connsiteX1" fmla="*/ 135732 w 166688"/>
                <a:gd name="connsiteY1" fmla="*/ 57150 h 111919"/>
                <a:gd name="connsiteX2" fmla="*/ 90488 w 166688"/>
                <a:gd name="connsiteY2" fmla="*/ 19050 h 111919"/>
                <a:gd name="connsiteX3" fmla="*/ 64294 w 166688"/>
                <a:gd name="connsiteY3" fmla="*/ 28575 h 111919"/>
                <a:gd name="connsiteX4" fmla="*/ 16669 w 166688"/>
                <a:gd name="connsiteY4" fmla="*/ 0 h 111919"/>
                <a:gd name="connsiteX5" fmla="*/ 0 w 166688"/>
                <a:gd name="connsiteY5" fmla="*/ 38100 h 111919"/>
                <a:gd name="connsiteX6" fmla="*/ 9525 w 166688"/>
                <a:gd name="connsiteY6" fmla="*/ 69056 h 111919"/>
                <a:gd name="connsiteX7" fmla="*/ 42863 w 166688"/>
                <a:gd name="connsiteY7" fmla="*/ 85725 h 111919"/>
                <a:gd name="connsiteX8" fmla="*/ 57150 w 166688"/>
                <a:gd name="connsiteY8" fmla="*/ 76200 h 111919"/>
                <a:gd name="connsiteX9" fmla="*/ 85725 w 166688"/>
                <a:gd name="connsiteY9" fmla="*/ 111919 h 111919"/>
                <a:gd name="connsiteX10" fmla="*/ 166688 w 166688"/>
                <a:gd name="connsiteY10" fmla="*/ 107156 h 111919"/>
                <a:gd name="connsiteX0" fmla="*/ 116681 w 135732"/>
                <a:gd name="connsiteY0" fmla="*/ 54769 h 111919"/>
                <a:gd name="connsiteX1" fmla="*/ 135732 w 135732"/>
                <a:gd name="connsiteY1" fmla="*/ 57150 h 111919"/>
                <a:gd name="connsiteX2" fmla="*/ 90488 w 135732"/>
                <a:gd name="connsiteY2" fmla="*/ 19050 h 111919"/>
                <a:gd name="connsiteX3" fmla="*/ 64294 w 135732"/>
                <a:gd name="connsiteY3" fmla="*/ 28575 h 111919"/>
                <a:gd name="connsiteX4" fmla="*/ 16669 w 135732"/>
                <a:gd name="connsiteY4" fmla="*/ 0 h 111919"/>
                <a:gd name="connsiteX5" fmla="*/ 0 w 135732"/>
                <a:gd name="connsiteY5" fmla="*/ 38100 h 111919"/>
                <a:gd name="connsiteX6" fmla="*/ 9525 w 135732"/>
                <a:gd name="connsiteY6" fmla="*/ 69056 h 111919"/>
                <a:gd name="connsiteX7" fmla="*/ 42863 w 135732"/>
                <a:gd name="connsiteY7" fmla="*/ 85725 h 111919"/>
                <a:gd name="connsiteX8" fmla="*/ 57150 w 135732"/>
                <a:gd name="connsiteY8" fmla="*/ 76200 h 111919"/>
                <a:gd name="connsiteX9" fmla="*/ 85725 w 135732"/>
                <a:gd name="connsiteY9" fmla="*/ 111919 h 111919"/>
                <a:gd name="connsiteX10" fmla="*/ 116681 w 135732"/>
                <a:gd name="connsiteY10" fmla="*/ 54769 h 111919"/>
                <a:gd name="connsiteX0" fmla="*/ 116681 w 138112"/>
                <a:gd name="connsiteY0" fmla="*/ 54769 h 85725"/>
                <a:gd name="connsiteX1" fmla="*/ 135732 w 138112"/>
                <a:gd name="connsiteY1" fmla="*/ 57150 h 85725"/>
                <a:gd name="connsiteX2" fmla="*/ 90488 w 138112"/>
                <a:gd name="connsiteY2" fmla="*/ 19050 h 85725"/>
                <a:gd name="connsiteX3" fmla="*/ 64294 w 138112"/>
                <a:gd name="connsiteY3" fmla="*/ 28575 h 85725"/>
                <a:gd name="connsiteX4" fmla="*/ 16669 w 138112"/>
                <a:gd name="connsiteY4" fmla="*/ 0 h 85725"/>
                <a:gd name="connsiteX5" fmla="*/ 0 w 138112"/>
                <a:gd name="connsiteY5" fmla="*/ 38100 h 85725"/>
                <a:gd name="connsiteX6" fmla="*/ 9525 w 138112"/>
                <a:gd name="connsiteY6" fmla="*/ 69056 h 85725"/>
                <a:gd name="connsiteX7" fmla="*/ 42863 w 138112"/>
                <a:gd name="connsiteY7" fmla="*/ 85725 h 85725"/>
                <a:gd name="connsiteX8" fmla="*/ 57150 w 138112"/>
                <a:gd name="connsiteY8" fmla="*/ 76200 h 85725"/>
                <a:gd name="connsiteX9" fmla="*/ 138112 w 138112"/>
                <a:gd name="connsiteY9" fmla="*/ 78582 h 85725"/>
                <a:gd name="connsiteX10" fmla="*/ 116681 w 138112"/>
                <a:gd name="connsiteY10" fmla="*/ 54769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112" h="85725">
                  <a:moveTo>
                    <a:pt x="116681" y="54769"/>
                  </a:moveTo>
                  <a:lnTo>
                    <a:pt x="135732" y="57150"/>
                  </a:lnTo>
                  <a:lnTo>
                    <a:pt x="90488" y="19050"/>
                  </a:lnTo>
                  <a:lnTo>
                    <a:pt x="64294" y="28575"/>
                  </a:lnTo>
                  <a:lnTo>
                    <a:pt x="16669" y="0"/>
                  </a:lnTo>
                  <a:lnTo>
                    <a:pt x="0" y="38100"/>
                  </a:lnTo>
                  <a:lnTo>
                    <a:pt x="9525" y="69056"/>
                  </a:lnTo>
                  <a:lnTo>
                    <a:pt x="42863" y="85725"/>
                  </a:lnTo>
                  <a:lnTo>
                    <a:pt x="57150" y="76200"/>
                  </a:lnTo>
                  <a:lnTo>
                    <a:pt x="138112" y="78582"/>
                  </a:lnTo>
                  <a:lnTo>
                    <a:pt x="116681" y="54769"/>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92" name="Freeform: Shape 104">
              <a:extLst>
                <a:ext uri="{FF2B5EF4-FFF2-40B4-BE49-F238E27FC236}">
                  <a16:creationId xmlns:a16="http://schemas.microsoft.com/office/drawing/2014/main" id="{3B23DE3C-BC12-4A5B-8222-1CA0C72F1B12}"/>
                </a:ext>
              </a:extLst>
            </p:cNvPr>
            <p:cNvSpPr/>
            <p:nvPr/>
          </p:nvSpPr>
          <p:spPr bwMode="auto">
            <a:xfrm>
              <a:off x="5407819" y="3548063"/>
              <a:ext cx="119062" cy="116681"/>
            </a:xfrm>
            <a:custGeom>
              <a:avLst/>
              <a:gdLst>
                <a:gd name="connsiteX0" fmla="*/ 85725 w 119062"/>
                <a:gd name="connsiteY0" fmla="*/ 116681 h 116681"/>
                <a:gd name="connsiteX1" fmla="*/ 119062 w 119062"/>
                <a:gd name="connsiteY1" fmla="*/ 54768 h 116681"/>
                <a:gd name="connsiteX2" fmla="*/ 73819 w 119062"/>
                <a:gd name="connsiteY2" fmla="*/ 0 h 116681"/>
                <a:gd name="connsiteX3" fmla="*/ 59531 w 119062"/>
                <a:gd name="connsiteY3" fmla="*/ 28575 h 116681"/>
                <a:gd name="connsiteX4" fmla="*/ 21431 w 119062"/>
                <a:gd name="connsiteY4" fmla="*/ 9525 h 116681"/>
                <a:gd name="connsiteX5" fmla="*/ 30956 w 119062"/>
                <a:gd name="connsiteY5" fmla="*/ 28575 h 116681"/>
                <a:gd name="connsiteX6" fmla="*/ 0 w 119062"/>
                <a:gd name="connsiteY6" fmla="*/ 19050 h 116681"/>
                <a:gd name="connsiteX7" fmla="*/ 0 w 119062"/>
                <a:gd name="connsiteY7" fmla="*/ 19050 h 116681"/>
                <a:gd name="connsiteX8" fmla="*/ 9525 w 119062"/>
                <a:gd name="connsiteY8" fmla="*/ 59531 h 116681"/>
                <a:gd name="connsiteX9" fmla="*/ 33337 w 119062"/>
                <a:gd name="connsiteY9" fmla="*/ 90487 h 116681"/>
                <a:gd name="connsiteX10" fmla="*/ 52387 w 119062"/>
                <a:gd name="connsiteY10" fmla="*/ 78581 h 116681"/>
                <a:gd name="connsiteX11" fmla="*/ 85725 w 119062"/>
                <a:gd name="connsiteY11" fmla="*/ 116681 h 11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9062" h="116681">
                  <a:moveTo>
                    <a:pt x="85725" y="116681"/>
                  </a:moveTo>
                  <a:lnTo>
                    <a:pt x="119062" y="54768"/>
                  </a:lnTo>
                  <a:lnTo>
                    <a:pt x="73819" y="0"/>
                  </a:lnTo>
                  <a:lnTo>
                    <a:pt x="59531" y="28575"/>
                  </a:lnTo>
                  <a:lnTo>
                    <a:pt x="21431" y="9525"/>
                  </a:lnTo>
                  <a:lnTo>
                    <a:pt x="30956" y="28575"/>
                  </a:lnTo>
                  <a:lnTo>
                    <a:pt x="0" y="19050"/>
                  </a:lnTo>
                  <a:lnTo>
                    <a:pt x="0" y="19050"/>
                  </a:lnTo>
                  <a:lnTo>
                    <a:pt x="9525" y="59531"/>
                  </a:lnTo>
                  <a:lnTo>
                    <a:pt x="33337" y="90487"/>
                  </a:lnTo>
                  <a:lnTo>
                    <a:pt x="52387" y="78581"/>
                  </a:lnTo>
                  <a:lnTo>
                    <a:pt x="85725" y="116681"/>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93" name="Freeform 281">
              <a:extLst>
                <a:ext uri="{FF2B5EF4-FFF2-40B4-BE49-F238E27FC236}">
                  <a16:creationId xmlns:a16="http://schemas.microsoft.com/office/drawing/2014/main" id="{763D421C-C0CA-4A76-90BC-27FF7A53B40B}"/>
                </a:ext>
              </a:extLst>
            </p:cNvPr>
            <p:cNvSpPr>
              <a:spLocks/>
            </p:cNvSpPr>
            <p:nvPr/>
          </p:nvSpPr>
          <p:spPr bwMode="auto">
            <a:xfrm>
              <a:off x="5366544" y="3514345"/>
              <a:ext cx="45719" cy="45719"/>
            </a:xfrm>
            <a:custGeom>
              <a:avLst/>
              <a:gdLst>
                <a:gd name="T0" fmla="*/ 0 w 30"/>
                <a:gd name="T1" fmla="*/ 2147483646 h 37"/>
                <a:gd name="T2" fmla="*/ 2147483646 w 30"/>
                <a:gd name="T3" fmla="*/ 0 h 37"/>
                <a:gd name="T4" fmla="*/ 2147483646 w 30"/>
                <a:gd name="T5" fmla="*/ 2147483646 h 37"/>
                <a:gd name="T6" fmla="*/ 2147483646 w 30"/>
                <a:gd name="T7" fmla="*/ 2147483646 h 37"/>
                <a:gd name="T8" fmla="*/ 0 w 30"/>
                <a:gd name="T9" fmla="*/ 2147483646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7">
                  <a:moveTo>
                    <a:pt x="0" y="12"/>
                  </a:moveTo>
                  <a:lnTo>
                    <a:pt x="24" y="0"/>
                  </a:lnTo>
                  <a:lnTo>
                    <a:pt x="30" y="24"/>
                  </a:lnTo>
                  <a:lnTo>
                    <a:pt x="24" y="37"/>
                  </a:lnTo>
                  <a:lnTo>
                    <a:pt x="0" y="12"/>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94" name="Freeform 281">
              <a:extLst>
                <a:ext uri="{FF2B5EF4-FFF2-40B4-BE49-F238E27FC236}">
                  <a16:creationId xmlns:a16="http://schemas.microsoft.com/office/drawing/2014/main" id="{368CB6EF-59A9-4C2A-8E21-3DCEEDAC50DB}"/>
                </a:ext>
              </a:extLst>
            </p:cNvPr>
            <p:cNvSpPr>
              <a:spLocks/>
            </p:cNvSpPr>
            <p:nvPr/>
          </p:nvSpPr>
          <p:spPr bwMode="auto">
            <a:xfrm>
              <a:off x="5373599" y="3614025"/>
              <a:ext cx="45719" cy="45719"/>
            </a:xfrm>
            <a:custGeom>
              <a:avLst/>
              <a:gdLst>
                <a:gd name="T0" fmla="*/ 0 w 30"/>
                <a:gd name="T1" fmla="*/ 2147483646 h 37"/>
                <a:gd name="T2" fmla="*/ 2147483646 w 30"/>
                <a:gd name="T3" fmla="*/ 0 h 37"/>
                <a:gd name="T4" fmla="*/ 2147483646 w 30"/>
                <a:gd name="T5" fmla="*/ 2147483646 h 37"/>
                <a:gd name="T6" fmla="*/ 2147483646 w 30"/>
                <a:gd name="T7" fmla="*/ 2147483646 h 37"/>
                <a:gd name="T8" fmla="*/ 0 w 30"/>
                <a:gd name="T9" fmla="*/ 2147483646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37">
                  <a:moveTo>
                    <a:pt x="0" y="12"/>
                  </a:moveTo>
                  <a:lnTo>
                    <a:pt x="24" y="0"/>
                  </a:lnTo>
                  <a:lnTo>
                    <a:pt x="30" y="24"/>
                  </a:lnTo>
                  <a:lnTo>
                    <a:pt x="24" y="37"/>
                  </a:lnTo>
                  <a:lnTo>
                    <a:pt x="0" y="12"/>
                  </a:lnTo>
                  <a:close/>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95" name="Freeform 294">
              <a:extLst>
                <a:ext uri="{FF2B5EF4-FFF2-40B4-BE49-F238E27FC236}">
                  <a16:creationId xmlns:a16="http://schemas.microsoft.com/office/drawing/2014/main" id="{5B599F49-8F63-44BC-B2C0-64F5CB071637}"/>
                </a:ext>
              </a:extLst>
            </p:cNvPr>
            <p:cNvSpPr>
              <a:spLocks/>
            </p:cNvSpPr>
            <p:nvPr/>
          </p:nvSpPr>
          <p:spPr bwMode="auto">
            <a:xfrm>
              <a:off x="5385319" y="3625851"/>
              <a:ext cx="469900" cy="427037"/>
            </a:xfrm>
            <a:custGeom>
              <a:avLst/>
              <a:gdLst>
                <a:gd name="T0" fmla="*/ 2147483646 w 60"/>
                <a:gd name="T1" fmla="*/ 2147483646 h 55"/>
                <a:gd name="T2" fmla="*/ 2147483646 w 60"/>
                <a:gd name="T3" fmla="*/ 2147483646 h 55"/>
                <a:gd name="T4" fmla="*/ 2147483646 w 60"/>
                <a:gd name="T5" fmla="*/ 2147483646 h 55"/>
                <a:gd name="T6" fmla="*/ 2147483646 w 60"/>
                <a:gd name="T7" fmla="*/ 2147483646 h 55"/>
                <a:gd name="T8" fmla="*/ 2147483646 w 60"/>
                <a:gd name="T9" fmla="*/ 2147483646 h 55"/>
                <a:gd name="T10" fmla="*/ 2147483646 w 60"/>
                <a:gd name="T11" fmla="*/ 2147483646 h 55"/>
                <a:gd name="T12" fmla="*/ 2147483646 w 60"/>
                <a:gd name="T13" fmla="*/ 2147483646 h 55"/>
                <a:gd name="T14" fmla="*/ 2147483646 w 60"/>
                <a:gd name="T15" fmla="*/ 2147483646 h 55"/>
                <a:gd name="T16" fmla="*/ 2147483646 w 60"/>
                <a:gd name="T17" fmla="*/ 2147483646 h 55"/>
                <a:gd name="T18" fmla="*/ 2147483646 w 60"/>
                <a:gd name="T19" fmla="*/ 2147483646 h 55"/>
                <a:gd name="T20" fmla="*/ 2147483646 w 60"/>
                <a:gd name="T21" fmla="*/ 2147483646 h 55"/>
                <a:gd name="T22" fmla="*/ 2147483646 w 60"/>
                <a:gd name="T23" fmla="*/ 2147483646 h 55"/>
                <a:gd name="T24" fmla="*/ 2147483646 w 60"/>
                <a:gd name="T25" fmla="*/ 2147483646 h 55"/>
                <a:gd name="T26" fmla="*/ 2147483646 w 60"/>
                <a:gd name="T27" fmla="*/ 2147483646 h 55"/>
                <a:gd name="T28" fmla="*/ 2147483646 w 60"/>
                <a:gd name="T29" fmla="*/ 2147483646 h 55"/>
                <a:gd name="T30" fmla="*/ 2147483646 w 60"/>
                <a:gd name="T31" fmla="*/ 2147483646 h 55"/>
                <a:gd name="T32" fmla="*/ 2147483646 w 60"/>
                <a:gd name="T33" fmla="*/ 2147483646 h 55"/>
                <a:gd name="T34" fmla="*/ 2147483646 w 60"/>
                <a:gd name="T35" fmla="*/ 2147483646 h 55"/>
                <a:gd name="T36" fmla="*/ 2147483646 w 60"/>
                <a:gd name="T37" fmla="*/ 2147483646 h 55"/>
                <a:gd name="T38" fmla="*/ 2147483646 w 60"/>
                <a:gd name="T39" fmla="*/ 2147483646 h 55"/>
                <a:gd name="T40" fmla="*/ 2147483646 w 60"/>
                <a:gd name="T41" fmla="*/ 0 h 55"/>
                <a:gd name="T42" fmla="*/ 2147483646 w 60"/>
                <a:gd name="T43" fmla="*/ 2147483646 h 55"/>
                <a:gd name="T44" fmla="*/ 2147483646 w 60"/>
                <a:gd name="T45" fmla="*/ 2147483646 h 55"/>
                <a:gd name="T46" fmla="*/ 0 w 60"/>
                <a:gd name="T47" fmla="*/ 0 h 55"/>
                <a:gd name="T48" fmla="*/ 0 w 60"/>
                <a:gd name="T49" fmla="*/ 0 h 55"/>
                <a:gd name="T50" fmla="*/ 0 w 60"/>
                <a:gd name="T51" fmla="*/ 2147483646 h 55"/>
                <a:gd name="T52" fmla="*/ 2147483646 w 60"/>
                <a:gd name="T53" fmla="*/ 2147483646 h 55"/>
                <a:gd name="T54" fmla="*/ 2147483646 w 60"/>
                <a:gd name="T55" fmla="*/ 2147483646 h 55"/>
                <a:gd name="T56" fmla="*/ 2147483646 w 60"/>
                <a:gd name="T57" fmla="*/ 2147483646 h 55"/>
                <a:gd name="T58" fmla="*/ 2147483646 w 60"/>
                <a:gd name="T59" fmla="*/ 2147483646 h 55"/>
                <a:gd name="T60" fmla="*/ 2147483646 w 60"/>
                <a:gd name="T61" fmla="*/ 2147483646 h 55"/>
                <a:gd name="T62" fmla="*/ 2147483646 w 60"/>
                <a:gd name="T63" fmla="*/ 2147483646 h 55"/>
                <a:gd name="T64" fmla="*/ 2147483646 w 60"/>
                <a:gd name="T65" fmla="*/ 2147483646 h 55"/>
                <a:gd name="T66" fmla="*/ 2147483646 w 60"/>
                <a:gd name="T67" fmla="*/ 2147483646 h 55"/>
                <a:gd name="T68" fmla="*/ 2147483646 w 60"/>
                <a:gd name="T69" fmla="*/ 2147483646 h 55"/>
                <a:gd name="T70" fmla="*/ 2147483646 w 60"/>
                <a:gd name="T71" fmla="*/ 2147483646 h 55"/>
                <a:gd name="T72" fmla="*/ 2147483646 w 60"/>
                <a:gd name="T73" fmla="*/ 2147483646 h 55"/>
                <a:gd name="T74" fmla="*/ 2147483646 w 60"/>
                <a:gd name="T75" fmla="*/ 2147483646 h 55"/>
                <a:gd name="T76" fmla="*/ 2147483646 w 60"/>
                <a:gd name="T77" fmla="*/ 2147483646 h 55"/>
                <a:gd name="T78" fmla="*/ 2147483646 w 60"/>
                <a:gd name="T79" fmla="*/ 2147483646 h 55"/>
                <a:gd name="T80" fmla="*/ 2147483646 w 60"/>
                <a:gd name="T81" fmla="*/ 2147483646 h 55"/>
                <a:gd name="T82" fmla="*/ 2147483646 w 60"/>
                <a:gd name="T83" fmla="*/ 2147483646 h 55"/>
                <a:gd name="T84" fmla="*/ 2147483646 w 60"/>
                <a:gd name="T85" fmla="*/ 2147483646 h 55"/>
                <a:gd name="T86" fmla="*/ 2147483646 w 60"/>
                <a:gd name="T87" fmla="*/ 2147483646 h 55"/>
                <a:gd name="T88" fmla="*/ 2147483646 w 60"/>
                <a:gd name="T89" fmla="*/ 2147483646 h 55"/>
                <a:gd name="T90" fmla="*/ 2147483646 w 60"/>
                <a:gd name="T91" fmla="*/ 2147483646 h 55"/>
                <a:gd name="T92" fmla="*/ 2147483646 w 60"/>
                <a:gd name="T93" fmla="*/ 2147483646 h 55"/>
                <a:gd name="T94" fmla="*/ 2147483646 w 60"/>
                <a:gd name="T95" fmla="*/ 2147483646 h 55"/>
                <a:gd name="T96" fmla="*/ 2147483646 w 60"/>
                <a:gd name="T97" fmla="*/ 2147483646 h 5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60" h="55">
                  <a:moveTo>
                    <a:pt x="53" y="38"/>
                  </a:moveTo>
                  <a:cubicBezTo>
                    <a:pt x="53" y="38"/>
                    <a:pt x="53" y="38"/>
                    <a:pt x="53" y="38"/>
                  </a:cubicBezTo>
                  <a:cubicBezTo>
                    <a:pt x="55" y="32"/>
                    <a:pt x="55" y="32"/>
                    <a:pt x="55" y="32"/>
                  </a:cubicBezTo>
                  <a:cubicBezTo>
                    <a:pt x="51" y="30"/>
                    <a:pt x="51" y="30"/>
                    <a:pt x="51" y="30"/>
                  </a:cubicBezTo>
                  <a:cubicBezTo>
                    <a:pt x="51" y="25"/>
                    <a:pt x="51" y="25"/>
                    <a:pt x="51" y="25"/>
                  </a:cubicBezTo>
                  <a:cubicBezTo>
                    <a:pt x="52" y="21"/>
                    <a:pt x="52" y="21"/>
                    <a:pt x="52" y="21"/>
                  </a:cubicBezTo>
                  <a:cubicBezTo>
                    <a:pt x="53" y="12"/>
                    <a:pt x="53" y="12"/>
                    <a:pt x="53" y="12"/>
                  </a:cubicBezTo>
                  <a:cubicBezTo>
                    <a:pt x="49" y="11"/>
                    <a:pt x="49" y="11"/>
                    <a:pt x="49" y="11"/>
                  </a:cubicBezTo>
                  <a:cubicBezTo>
                    <a:pt x="45" y="8"/>
                    <a:pt x="45" y="8"/>
                    <a:pt x="45" y="8"/>
                  </a:cubicBezTo>
                  <a:cubicBezTo>
                    <a:pt x="40" y="5"/>
                    <a:pt x="40" y="5"/>
                    <a:pt x="40" y="5"/>
                  </a:cubicBezTo>
                  <a:cubicBezTo>
                    <a:pt x="36" y="6"/>
                    <a:pt x="36" y="6"/>
                    <a:pt x="36" y="6"/>
                  </a:cubicBezTo>
                  <a:cubicBezTo>
                    <a:pt x="31" y="8"/>
                    <a:pt x="31" y="8"/>
                    <a:pt x="31" y="8"/>
                  </a:cubicBezTo>
                  <a:cubicBezTo>
                    <a:pt x="30" y="10"/>
                    <a:pt x="30" y="10"/>
                    <a:pt x="30" y="10"/>
                  </a:cubicBezTo>
                  <a:cubicBezTo>
                    <a:pt x="26" y="11"/>
                    <a:pt x="26" y="11"/>
                    <a:pt x="26" y="11"/>
                  </a:cubicBezTo>
                  <a:cubicBezTo>
                    <a:pt x="22" y="11"/>
                    <a:pt x="22" y="11"/>
                    <a:pt x="22" y="11"/>
                  </a:cubicBezTo>
                  <a:cubicBezTo>
                    <a:pt x="19" y="9"/>
                    <a:pt x="19" y="9"/>
                    <a:pt x="19" y="9"/>
                  </a:cubicBezTo>
                  <a:cubicBezTo>
                    <a:pt x="15" y="9"/>
                    <a:pt x="15" y="9"/>
                    <a:pt x="15" y="9"/>
                  </a:cubicBezTo>
                  <a:cubicBezTo>
                    <a:pt x="15" y="6"/>
                    <a:pt x="15" y="6"/>
                    <a:pt x="15" y="6"/>
                  </a:cubicBezTo>
                  <a:cubicBezTo>
                    <a:pt x="12" y="4"/>
                    <a:pt x="12" y="4"/>
                    <a:pt x="12" y="4"/>
                  </a:cubicBezTo>
                  <a:cubicBezTo>
                    <a:pt x="12" y="2"/>
                    <a:pt x="12" y="2"/>
                    <a:pt x="12" y="2"/>
                  </a:cubicBezTo>
                  <a:cubicBezTo>
                    <a:pt x="10" y="0"/>
                    <a:pt x="10" y="0"/>
                    <a:pt x="10" y="0"/>
                  </a:cubicBezTo>
                  <a:cubicBezTo>
                    <a:pt x="6" y="3"/>
                    <a:pt x="6" y="3"/>
                    <a:pt x="6" y="3"/>
                  </a:cubicBezTo>
                  <a:cubicBezTo>
                    <a:pt x="3" y="2"/>
                    <a:pt x="3" y="2"/>
                    <a:pt x="3" y="2"/>
                  </a:cubicBezTo>
                  <a:cubicBezTo>
                    <a:pt x="0" y="0"/>
                    <a:pt x="0" y="0"/>
                    <a:pt x="0" y="0"/>
                  </a:cubicBezTo>
                  <a:cubicBezTo>
                    <a:pt x="0" y="0"/>
                    <a:pt x="0" y="0"/>
                    <a:pt x="0" y="0"/>
                  </a:cubicBezTo>
                  <a:cubicBezTo>
                    <a:pt x="0" y="0"/>
                    <a:pt x="0" y="6"/>
                    <a:pt x="0" y="7"/>
                  </a:cubicBezTo>
                  <a:cubicBezTo>
                    <a:pt x="0" y="7"/>
                    <a:pt x="1" y="10"/>
                    <a:pt x="1" y="10"/>
                  </a:cubicBezTo>
                  <a:cubicBezTo>
                    <a:pt x="1" y="10"/>
                    <a:pt x="1" y="10"/>
                    <a:pt x="1" y="10"/>
                  </a:cubicBezTo>
                  <a:cubicBezTo>
                    <a:pt x="5" y="16"/>
                    <a:pt x="5" y="16"/>
                    <a:pt x="5" y="16"/>
                  </a:cubicBezTo>
                  <a:cubicBezTo>
                    <a:pt x="4" y="20"/>
                    <a:pt x="4" y="20"/>
                    <a:pt x="4" y="20"/>
                  </a:cubicBezTo>
                  <a:cubicBezTo>
                    <a:pt x="4" y="24"/>
                    <a:pt x="4" y="24"/>
                    <a:pt x="4" y="24"/>
                  </a:cubicBezTo>
                  <a:cubicBezTo>
                    <a:pt x="10" y="29"/>
                    <a:pt x="10" y="29"/>
                    <a:pt x="10" y="29"/>
                  </a:cubicBezTo>
                  <a:cubicBezTo>
                    <a:pt x="12" y="34"/>
                    <a:pt x="12" y="34"/>
                    <a:pt x="12" y="34"/>
                  </a:cubicBezTo>
                  <a:cubicBezTo>
                    <a:pt x="14" y="38"/>
                    <a:pt x="14" y="38"/>
                    <a:pt x="14" y="38"/>
                  </a:cubicBezTo>
                  <a:cubicBezTo>
                    <a:pt x="15" y="36"/>
                    <a:pt x="15" y="36"/>
                    <a:pt x="15" y="36"/>
                  </a:cubicBezTo>
                  <a:cubicBezTo>
                    <a:pt x="19" y="39"/>
                    <a:pt x="19" y="39"/>
                    <a:pt x="19" y="39"/>
                  </a:cubicBezTo>
                  <a:cubicBezTo>
                    <a:pt x="23" y="44"/>
                    <a:pt x="23" y="44"/>
                    <a:pt x="23" y="44"/>
                  </a:cubicBezTo>
                  <a:cubicBezTo>
                    <a:pt x="28" y="48"/>
                    <a:pt x="28" y="48"/>
                    <a:pt x="28" y="48"/>
                  </a:cubicBezTo>
                  <a:cubicBezTo>
                    <a:pt x="34" y="49"/>
                    <a:pt x="34" y="49"/>
                    <a:pt x="34" y="49"/>
                  </a:cubicBezTo>
                  <a:cubicBezTo>
                    <a:pt x="39" y="48"/>
                    <a:pt x="39" y="48"/>
                    <a:pt x="39" y="48"/>
                  </a:cubicBezTo>
                  <a:cubicBezTo>
                    <a:pt x="42" y="52"/>
                    <a:pt x="42" y="52"/>
                    <a:pt x="42" y="52"/>
                  </a:cubicBezTo>
                  <a:cubicBezTo>
                    <a:pt x="53" y="55"/>
                    <a:pt x="53" y="55"/>
                    <a:pt x="53" y="55"/>
                  </a:cubicBezTo>
                  <a:cubicBezTo>
                    <a:pt x="55" y="55"/>
                    <a:pt x="55" y="55"/>
                    <a:pt x="55" y="55"/>
                  </a:cubicBezTo>
                  <a:cubicBezTo>
                    <a:pt x="55" y="51"/>
                    <a:pt x="55" y="51"/>
                    <a:pt x="55" y="51"/>
                  </a:cubicBezTo>
                  <a:cubicBezTo>
                    <a:pt x="60" y="49"/>
                    <a:pt x="60" y="49"/>
                    <a:pt x="60" y="49"/>
                  </a:cubicBezTo>
                  <a:cubicBezTo>
                    <a:pt x="59" y="46"/>
                    <a:pt x="59" y="46"/>
                    <a:pt x="59" y="46"/>
                  </a:cubicBezTo>
                  <a:cubicBezTo>
                    <a:pt x="58" y="44"/>
                    <a:pt x="58" y="44"/>
                    <a:pt x="58" y="44"/>
                  </a:cubicBezTo>
                  <a:cubicBezTo>
                    <a:pt x="54" y="40"/>
                    <a:pt x="54" y="40"/>
                    <a:pt x="54" y="40"/>
                  </a:cubicBezTo>
                  <a:cubicBezTo>
                    <a:pt x="53" y="38"/>
                    <a:pt x="53" y="38"/>
                    <a:pt x="53" y="38"/>
                  </a:cubicBezTo>
                </a:path>
              </a:pathLst>
            </a:custGeom>
            <a:solidFill>
              <a:srgbClr val="004A82"/>
            </a:solidFill>
            <a:ln w="9525">
              <a:solidFill>
                <a:srgbClr val="808080"/>
              </a:solidFill>
              <a:round/>
              <a:headEnd/>
              <a:tailEnd/>
            </a:ln>
          </p:spPr>
          <p:txBody>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sp>
          <p:nvSpPr>
            <p:cNvPr id="496" name="Freeform: Shape 106">
              <a:extLst>
                <a:ext uri="{FF2B5EF4-FFF2-40B4-BE49-F238E27FC236}">
                  <a16:creationId xmlns:a16="http://schemas.microsoft.com/office/drawing/2014/main" id="{85D6A021-97B2-4FE6-B505-83D54A2A2EFD}"/>
                </a:ext>
              </a:extLst>
            </p:cNvPr>
            <p:cNvSpPr/>
            <p:nvPr/>
          </p:nvSpPr>
          <p:spPr bwMode="auto">
            <a:xfrm>
              <a:off x="5348288" y="3574257"/>
              <a:ext cx="92868" cy="73818"/>
            </a:xfrm>
            <a:custGeom>
              <a:avLst/>
              <a:gdLst>
                <a:gd name="connsiteX0" fmla="*/ 0 w 92868"/>
                <a:gd name="connsiteY0" fmla="*/ 7144 h 66675"/>
                <a:gd name="connsiteX1" fmla="*/ 14287 w 92868"/>
                <a:gd name="connsiteY1" fmla="*/ 38100 h 66675"/>
                <a:gd name="connsiteX2" fmla="*/ 38100 w 92868"/>
                <a:gd name="connsiteY2" fmla="*/ 45244 h 66675"/>
                <a:gd name="connsiteX3" fmla="*/ 64293 w 92868"/>
                <a:gd name="connsiteY3" fmla="*/ 35719 h 66675"/>
                <a:gd name="connsiteX4" fmla="*/ 73818 w 92868"/>
                <a:gd name="connsiteY4" fmla="*/ 66675 h 66675"/>
                <a:gd name="connsiteX5" fmla="*/ 92868 w 92868"/>
                <a:gd name="connsiteY5" fmla="*/ 61913 h 66675"/>
                <a:gd name="connsiteX6" fmla="*/ 64293 w 92868"/>
                <a:gd name="connsiteY6" fmla="*/ 0 h 66675"/>
                <a:gd name="connsiteX7" fmla="*/ 0 w 92868"/>
                <a:gd name="connsiteY7" fmla="*/ 7144 h 66675"/>
                <a:gd name="connsiteX0" fmla="*/ 0 w 92868"/>
                <a:gd name="connsiteY0" fmla="*/ 7144 h 66675"/>
                <a:gd name="connsiteX1" fmla="*/ 14287 w 92868"/>
                <a:gd name="connsiteY1" fmla="*/ 38100 h 66675"/>
                <a:gd name="connsiteX2" fmla="*/ 38100 w 92868"/>
                <a:gd name="connsiteY2" fmla="*/ 45244 h 66675"/>
                <a:gd name="connsiteX3" fmla="*/ 64293 w 92868"/>
                <a:gd name="connsiteY3" fmla="*/ 35719 h 66675"/>
                <a:gd name="connsiteX4" fmla="*/ 73818 w 92868"/>
                <a:gd name="connsiteY4" fmla="*/ 66675 h 66675"/>
                <a:gd name="connsiteX5" fmla="*/ 92868 w 92868"/>
                <a:gd name="connsiteY5" fmla="*/ 61913 h 66675"/>
                <a:gd name="connsiteX6" fmla="*/ 64293 w 92868"/>
                <a:gd name="connsiteY6" fmla="*/ 0 h 66675"/>
                <a:gd name="connsiteX7" fmla="*/ 28575 w 92868"/>
                <a:gd name="connsiteY7" fmla="*/ 4763 h 66675"/>
                <a:gd name="connsiteX8" fmla="*/ 0 w 92868"/>
                <a:gd name="connsiteY8" fmla="*/ 7144 h 66675"/>
                <a:gd name="connsiteX0" fmla="*/ 0 w 92868"/>
                <a:gd name="connsiteY0" fmla="*/ 14287 h 73818"/>
                <a:gd name="connsiteX1" fmla="*/ 14287 w 92868"/>
                <a:gd name="connsiteY1" fmla="*/ 45243 h 73818"/>
                <a:gd name="connsiteX2" fmla="*/ 38100 w 92868"/>
                <a:gd name="connsiteY2" fmla="*/ 52387 h 73818"/>
                <a:gd name="connsiteX3" fmla="*/ 64293 w 92868"/>
                <a:gd name="connsiteY3" fmla="*/ 42862 h 73818"/>
                <a:gd name="connsiteX4" fmla="*/ 73818 w 92868"/>
                <a:gd name="connsiteY4" fmla="*/ 73818 h 73818"/>
                <a:gd name="connsiteX5" fmla="*/ 92868 w 92868"/>
                <a:gd name="connsiteY5" fmla="*/ 69056 h 73818"/>
                <a:gd name="connsiteX6" fmla="*/ 64293 w 92868"/>
                <a:gd name="connsiteY6" fmla="*/ 7143 h 73818"/>
                <a:gd name="connsiteX7" fmla="*/ 7144 w 92868"/>
                <a:gd name="connsiteY7" fmla="*/ 0 h 73818"/>
                <a:gd name="connsiteX8" fmla="*/ 0 w 92868"/>
                <a:gd name="connsiteY8" fmla="*/ 14287 h 73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868" h="73818">
                  <a:moveTo>
                    <a:pt x="0" y="14287"/>
                  </a:moveTo>
                  <a:lnTo>
                    <a:pt x="14287" y="45243"/>
                  </a:lnTo>
                  <a:lnTo>
                    <a:pt x="38100" y="52387"/>
                  </a:lnTo>
                  <a:lnTo>
                    <a:pt x="64293" y="42862"/>
                  </a:lnTo>
                  <a:lnTo>
                    <a:pt x="73818" y="73818"/>
                  </a:lnTo>
                  <a:lnTo>
                    <a:pt x="92868" y="69056"/>
                  </a:lnTo>
                  <a:lnTo>
                    <a:pt x="64293" y="7143"/>
                  </a:lnTo>
                  <a:lnTo>
                    <a:pt x="7144" y="0"/>
                  </a:lnTo>
                  <a:lnTo>
                    <a:pt x="0" y="14287"/>
                  </a:lnTo>
                  <a:close/>
                </a:path>
              </a:pathLst>
            </a:custGeom>
            <a:solidFill>
              <a:srgbClr val="004A82"/>
            </a:solidFill>
            <a:ln w="9525">
              <a:solidFill>
                <a:srgbClr val="808080"/>
              </a:solidFill>
              <a:round/>
              <a:headEnd/>
              <a:tailEnd/>
            </a:ln>
          </p:spPr>
          <p:txBody>
            <a:bodyPr rot="0" spcFirstLastPara="0" vertOverflow="overflow" horzOverflow="overflow" vert="horz" wrap="square" lIns="96724" tIns="48362" rIns="96724" bIns="48362" numCol="1" spcCol="0" rtlCol="0" fromWordArt="0" anchor="t" anchorCtr="0" forceAA="0" compatLnSpc="1">
              <a:prstTxWarp prst="textNoShape">
                <a:avLst/>
              </a:prstTxWarp>
              <a:noAutofit/>
            </a:bodyPr>
            <a:lstStyle/>
            <a:p>
              <a:pPr defTabSz="967252" eaLnBrk="0" fontAlgn="base" hangingPunct="0">
                <a:spcBef>
                  <a:spcPct val="0"/>
                </a:spcBef>
                <a:spcAft>
                  <a:spcPct val="0"/>
                </a:spcAft>
                <a:defRPr/>
              </a:pPr>
              <a:endParaRPr lang="en-GB" sz="1481" b="1" kern="0">
                <a:solidFill>
                  <a:srgbClr val="FFFFFF"/>
                </a:solidFill>
                <a:latin typeface="Myriad Pro"/>
                <a:ea typeface="MS PGothic" panose="020B0600070205080204" pitchFamily="34" charset="-128"/>
              </a:endParaRPr>
            </a:p>
          </p:txBody>
        </p:sp>
      </p:grpSp>
      <p:sp>
        <p:nvSpPr>
          <p:cNvPr id="501" name="Metin Kutusu 3">
            <a:extLst>
              <a:ext uri="{FF2B5EF4-FFF2-40B4-BE49-F238E27FC236}">
                <a16:creationId xmlns:a16="http://schemas.microsoft.com/office/drawing/2014/main" id="{3DE481E9-CDB6-40DD-8862-66B268BB2184}"/>
              </a:ext>
            </a:extLst>
          </p:cNvPr>
          <p:cNvSpPr txBox="1"/>
          <p:nvPr/>
        </p:nvSpPr>
        <p:spPr>
          <a:xfrm>
            <a:off x="445497" y="1917928"/>
            <a:ext cx="2385669"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692" dirty="0">
                <a:latin typeface="Myriad Pro"/>
                <a:ea typeface="Calibri" panose="020F0502020204030204" pitchFamily="34" charset="0"/>
                <a:cs typeface="Times New Roman" panose="02020603050405020304" pitchFamily="18" charset="0"/>
              </a:rPr>
              <a:t>2025 itibariyle </a:t>
            </a:r>
            <a:r>
              <a:rPr lang="tr-TR" sz="1692" b="1" dirty="0">
                <a:latin typeface="Myriad Pro"/>
                <a:ea typeface="Calibri" panose="020F0502020204030204" pitchFamily="34" charset="0"/>
                <a:cs typeface="Times New Roman" panose="02020603050405020304" pitchFamily="18" charset="0"/>
              </a:rPr>
              <a:t>78 ülke </a:t>
            </a:r>
            <a:r>
              <a:rPr lang="tr-TR" sz="1692" dirty="0">
                <a:latin typeface="Myriad Pro"/>
                <a:ea typeface="Calibri" panose="020F0502020204030204" pitchFamily="34" charset="0"/>
                <a:cs typeface="Times New Roman" panose="02020603050405020304" pitchFamily="18" charset="0"/>
              </a:rPr>
              <a:t>TIR Sözleşmesine taraftır.</a:t>
            </a:r>
          </a:p>
        </p:txBody>
      </p:sp>
      <p:sp>
        <p:nvSpPr>
          <p:cNvPr id="502" name="Metin Kutusu 3">
            <a:extLst>
              <a:ext uri="{FF2B5EF4-FFF2-40B4-BE49-F238E27FC236}">
                <a16:creationId xmlns:a16="http://schemas.microsoft.com/office/drawing/2014/main" id="{C955C22C-6651-40E4-ABA1-2806D122D17C}"/>
              </a:ext>
            </a:extLst>
          </p:cNvPr>
          <p:cNvSpPr txBox="1"/>
          <p:nvPr/>
        </p:nvSpPr>
        <p:spPr>
          <a:xfrm>
            <a:off x="60081" y="3145079"/>
            <a:ext cx="3153496"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481" b="1" dirty="0">
                <a:solidFill>
                  <a:srgbClr val="004A82"/>
                </a:solidFill>
                <a:latin typeface="Myriad Pro"/>
                <a:ea typeface="Calibri" panose="020F0502020204030204" pitchFamily="34" charset="0"/>
                <a:cs typeface="Times New Roman" panose="02020603050405020304" pitchFamily="18" charset="0"/>
              </a:rPr>
              <a:t>65 ülke (lacivert ile gösterilenler) </a:t>
            </a:r>
            <a:r>
              <a:rPr lang="tr-TR" sz="1481" dirty="0">
                <a:latin typeface="Myriad Pro"/>
                <a:ea typeface="Calibri" panose="020F0502020204030204" pitchFamily="34" charset="0"/>
                <a:cs typeface="Times New Roman" panose="02020603050405020304" pitchFamily="18" charset="0"/>
              </a:rPr>
              <a:t>TIR karne işlemlerini uygularken</a:t>
            </a:r>
          </a:p>
          <a:p>
            <a:pPr algn="ctr">
              <a:lnSpc>
                <a:spcPct val="107000"/>
              </a:lnSpc>
              <a:spcAft>
                <a:spcPts val="846"/>
              </a:spcAft>
            </a:pPr>
            <a:r>
              <a:rPr lang="tr-TR" sz="1481" b="1" dirty="0">
                <a:solidFill>
                  <a:srgbClr val="00B0F0"/>
                </a:solidFill>
                <a:latin typeface="Myriad Pro"/>
                <a:ea typeface="Calibri" panose="020F0502020204030204" pitchFamily="34" charset="0"/>
                <a:cs typeface="Times New Roman" panose="02020603050405020304" pitchFamily="18" charset="0"/>
              </a:rPr>
              <a:t>13 ülke (mavi ile gösterilenler) </a:t>
            </a:r>
            <a:r>
              <a:rPr lang="tr-TR" sz="1481" dirty="0">
                <a:latin typeface="Myriad Pro"/>
                <a:ea typeface="Calibri" panose="020F0502020204030204" pitchFamily="34" charset="0"/>
                <a:cs typeface="Times New Roman" panose="02020603050405020304" pitchFamily="18" charset="0"/>
              </a:rPr>
              <a:t>sözleşmeye taraf olmalarına rağmen çeşitli nedenlerle</a:t>
            </a:r>
            <a:r>
              <a:rPr lang="tr-TR" sz="1481" b="1" dirty="0">
                <a:latin typeface="Myriad Pro"/>
                <a:ea typeface="Calibri" panose="020F0502020204030204" pitchFamily="34" charset="0"/>
                <a:cs typeface="Times New Roman" panose="02020603050405020304" pitchFamily="18" charset="0"/>
              </a:rPr>
              <a:t> </a:t>
            </a:r>
            <a:r>
              <a:rPr lang="tr-TR" sz="1481" dirty="0">
                <a:latin typeface="Myriad Pro"/>
                <a:ea typeface="Calibri" panose="020F0502020204030204" pitchFamily="34" charset="0"/>
                <a:cs typeface="Times New Roman" panose="02020603050405020304" pitchFamily="18" charset="0"/>
              </a:rPr>
              <a:t>uygulamamaktadır. </a:t>
            </a:r>
          </a:p>
        </p:txBody>
      </p:sp>
      <p:sp>
        <p:nvSpPr>
          <p:cNvPr id="503" name="Metin Kutusu 3">
            <a:extLst>
              <a:ext uri="{FF2B5EF4-FFF2-40B4-BE49-F238E27FC236}">
                <a16:creationId xmlns:a16="http://schemas.microsoft.com/office/drawing/2014/main" id="{DBB543CA-AC9B-4090-99FD-8B444033FE0A}"/>
              </a:ext>
            </a:extLst>
          </p:cNvPr>
          <p:cNvSpPr txBox="1"/>
          <p:nvPr/>
        </p:nvSpPr>
        <p:spPr>
          <a:xfrm>
            <a:off x="135571" y="5352681"/>
            <a:ext cx="3078386" cy="282112"/>
          </a:xfrm>
          <a:prstGeom prst="rect">
            <a:avLst/>
          </a:prstGeom>
          <a:noFill/>
          <a:ln w="6350">
            <a:noFill/>
          </a:ln>
        </p:spPr>
        <p:txBody>
          <a:bodyPr rot="0" spcFirstLastPara="0" vert="horz" wrap="square" lIns="96724" tIns="48362" rIns="96724" bIns="48362" numCol="1" spcCol="0" rtlCol="0" fromWordArt="0" anchor="t" anchorCtr="0" forceAA="0" compatLnSpc="1">
            <a:prstTxWarp prst="textNoShape">
              <a:avLst/>
            </a:prstTxWarp>
            <a:noAutofit/>
          </a:bodyPr>
          <a:lstStyle/>
          <a:p>
            <a:pPr algn="ctr">
              <a:lnSpc>
                <a:spcPct val="107000"/>
              </a:lnSpc>
              <a:spcAft>
                <a:spcPts val="846"/>
              </a:spcAft>
            </a:pPr>
            <a:r>
              <a:rPr lang="tr-TR" sz="1481" b="1" i="1" dirty="0">
                <a:solidFill>
                  <a:srgbClr val="7030A0"/>
                </a:solidFill>
                <a:latin typeface="Myriad Pro"/>
                <a:ea typeface="Calibri" panose="020F0502020204030204" pitchFamily="34" charset="0"/>
                <a:cs typeface="Times New Roman" panose="02020603050405020304" pitchFamily="18" charset="0"/>
              </a:rPr>
              <a:t>21 ülke (mor ile gösterilenler) </a:t>
            </a:r>
            <a:r>
              <a:rPr lang="tr-TR" sz="1481" i="1" dirty="0">
                <a:latin typeface="Myriad Pro"/>
                <a:ea typeface="Calibri" panose="020F0502020204030204" pitchFamily="34" charset="0"/>
                <a:cs typeface="Times New Roman" panose="02020603050405020304" pitchFamily="18" charset="0"/>
              </a:rPr>
              <a:t>TIR Sözleşmesine taraf olma müzakerelerini sürdürmektedir.</a:t>
            </a:r>
          </a:p>
        </p:txBody>
      </p:sp>
      <p:sp>
        <p:nvSpPr>
          <p:cNvPr id="253" name="Content Placeholder 2">
            <a:extLst>
              <a:ext uri="{FF2B5EF4-FFF2-40B4-BE49-F238E27FC236}">
                <a16:creationId xmlns:a16="http://schemas.microsoft.com/office/drawing/2014/main" id="{42D2E8EE-A158-43AB-ACDF-5F1B51C1D5A5}"/>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TIR SÖZLEŞMESİNE TARAF ÜLKELER</a:t>
            </a:r>
            <a:endParaRPr lang="tr-TR" sz="1058" b="1" i="1" dirty="0">
              <a:solidFill>
                <a:srgbClr val="FF0000"/>
              </a:solidFill>
              <a:latin typeface="Myriad Pro"/>
            </a:endParaRPr>
          </a:p>
        </p:txBody>
      </p:sp>
      <p:sp>
        <p:nvSpPr>
          <p:cNvPr id="248" name="Metin kutusu 247">
            <a:extLst>
              <a:ext uri="{FF2B5EF4-FFF2-40B4-BE49-F238E27FC236}">
                <a16:creationId xmlns:a16="http://schemas.microsoft.com/office/drawing/2014/main" id="{B4150B07-149D-4D03-B082-AAC6FBFAC202}"/>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330915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500"/>
                                        <p:tgtEl>
                                          <p:spTgt spid="2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1"/>
                                        </p:tgtEl>
                                        <p:attrNameLst>
                                          <p:attrName>style.visibility</p:attrName>
                                        </p:attrNameLst>
                                      </p:cBhvr>
                                      <p:to>
                                        <p:strVal val="visible"/>
                                      </p:to>
                                    </p:set>
                                    <p:animEffect transition="in" filter="fade">
                                      <p:cBhvr>
                                        <p:cTn id="12" dur="500"/>
                                        <p:tgtEl>
                                          <p:spTgt spid="5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2">
                                            <p:txEl>
                                              <p:pRg st="0" end="0"/>
                                            </p:txEl>
                                          </p:spTgt>
                                        </p:tgtEl>
                                        <p:attrNameLst>
                                          <p:attrName>style.visibility</p:attrName>
                                        </p:attrNameLst>
                                      </p:cBhvr>
                                      <p:to>
                                        <p:strVal val="visible"/>
                                      </p:to>
                                    </p:set>
                                    <p:animEffect transition="in" filter="fade">
                                      <p:cBhvr>
                                        <p:cTn id="17" dur="500"/>
                                        <p:tgtEl>
                                          <p:spTgt spid="50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2">
                                            <p:txEl>
                                              <p:pRg st="1" end="1"/>
                                            </p:txEl>
                                          </p:spTgt>
                                        </p:tgtEl>
                                        <p:attrNameLst>
                                          <p:attrName>style.visibility</p:attrName>
                                        </p:attrNameLst>
                                      </p:cBhvr>
                                      <p:to>
                                        <p:strVal val="visible"/>
                                      </p:to>
                                    </p:set>
                                    <p:animEffect transition="in" filter="fade">
                                      <p:cBhvr>
                                        <p:cTn id="22" dur="500"/>
                                        <p:tgtEl>
                                          <p:spTgt spid="50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3">
                                            <p:txEl>
                                              <p:pRg st="0" end="0"/>
                                            </p:txEl>
                                          </p:spTgt>
                                        </p:tgtEl>
                                        <p:attrNameLst>
                                          <p:attrName>style.visibility</p:attrName>
                                        </p:attrNameLst>
                                      </p:cBhvr>
                                      <p:to>
                                        <p:strVal val="visible"/>
                                      </p:to>
                                    </p:set>
                                    <p:animEffect transition="in" filter="fade">
                                      <p:cBhvr>
                                        <p:cTn id="27" dur="500"/>
                                        <p:tgtEl>
                                          <p:spTgt spid="5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9E1013FA-D938-4721-A682-0A0159D390B5}"/>
              </a:ext>
            </a:extLst>
          </p:cNvPr>
          <p:cNvSpPr>
            <a:spLocks noGrp="1"/>
          </p:cNvSpPr>
          <p:nvPr>
            <p:ph idx="1"/>
          </p:nvPr>
        </p:nvSpPr>
        <p:spPr>
          <a:xfrm>
            <a:off x="2035638" y="601996"/>
            <a:ext cx="6991404" cy="370246"/>
          </a:xfrm>
        </p:spPr>
        <p:txBody>
          <a:bodyPr>
            <a:noAutofit/>
          </a:bodyPr>
          <a:lstStyle/>
          <a:p>
            <a:pPr marL="0" indent="0">
              <a:buNone/>
            </a:pPr>
            <a:r>
              <a:rPr lang="tr-TR" sz="1904" b="1" dirty="0">
                <a:latin typeface="Myriad Pro"/>
                <a:cs typeface="Myriad Pro"/>
              </a:rPr>
              <a:t>TIR SİSTEMİNİN AVANTAJLARI</a:t>
            </a:r>
            <a:endParaRPr lang="tr-TR" sz="1058" b="1" i="1" dirty="0">
              <a:solidFill>
                <a:srgbClr val="FF0000"/>
              </a:solidFill>
              <a:latin typeface="Myriad Pro"/>
            </a:endParaRPr>
          </a:p>
          <a:p>
            <a:pPr marL="0" indent="0">
              <a:buNone/>
            </a:pPr>
            <a:endParaRPr lang="tr-TR" sz="1904" b="1" dirty="0">
              <a:latin typeface="Myriad Pro"/>
              <a:cs typeface="Myriad Pro"/>
            </a:endParaRPr>
          </a:p>
        </p:txBody>
      </p:sp>
      <p:sp>
        <p:nvSpPr>
          <p:cNvPr id="7" name="Alt Başlık 1">
            <a:extLst>
              <a:ext uri="{FF2B5EF4-FFF2-40B4-BE49-F238E27FC236}">
                <a16:creationId xmlns:a16="http://schemas.microsoft.com/office/drawing/2014/main" id="{D037949B-B363-4270-8575-9578DC622DEE}"/>
              </a:ext>
            </a:extLst>
          </p:cNvPr>
          <p:cNvSpPr txBox="1">
            <a:spLocks/>
          </p:cNvSpPr>
          <p:nvPr/>
        </p:nvSpPr>
        <p:spPr>
          <a:xfrm>
            <a:off x="1090456" y="1441280"/>
            <a:ext cx="8244929" cy="2598221"/>
          </a:xfrm>
          <a:prstGeom prst="rect">
            <a:avLst/>
          </a:prstGeom>
          <a:ln>
            <a:solidFill>
              <a:schemeClr val="bg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400"/>
              </a:spcBef>
              <a:buSzPct val="100000"/>
              <a:buNone/>
              <a:defRPr/>
            </a:pPr>
            <a:r>
              <a:rPr lang="tr-TR" sz="2200" u="sng" dirty="0">
                <a:latin typeface="Myriad Pro"/>
              </a:rPr>
              <a:t>Gümrük İdareleri açısından</a:t>
            </a:r>
            <a:endParaRPr lang="tr-TR" sz="2200" dirty="0">
              <a:latin typeface="Myriad Pro"/>
            </a:endParaRPr>
          </a:p>
          <a:p>
            <a:pPr marL="566928" indent="-457200" algn="just">
              <a:spcBef>
                <a:spcPts val="400"/>
              </a:spcBef>
              <a:buSzPct val="100000"/>
              <a:defRPr/>
            </a:pPr>
            <a:r>
              <a:rPr lang="tr-TR" sz="2200" dirty="0">
                <a:latin typeface="Myriad Pro"/>
              </a:rPr>
              <a:t>Ulusal prosedür gereklerini azaltma</a:t>
            </a:r>
          </a:p>
          <a:p>
            <a:pPr marL="566928" indent="-457200" algn="just">
              <a:spcBef>
                <a:spcPts val="400"/>
              </a:spcBef>
              <a:buSzPct val="100000"/>
              <a:defRPr/>
            </a:pPr>
            <a:r>
              <a:rPr lang="tr-TR" sz="2200" dirty="0">
                <a:latin typeface="Myriad Pro"/>
              </a:rPr>
              <a:t>Mühür ve dış koşul muayenesi ile işlem yapılması</a:t>
            </a:r>
          </a:p>
          <a:p>
            <a:pPr marL="566928" indent="-457200" algn="just">
              <a:spcBef>
                <a:spcPts val="400"/>
              </a:spcBef>
              <a:buSzPct val="100000"/>
              <a:defRPr/>
            </a:pPr>
            <a:r>
              <a:rPr lang="tr-TR" sz="2200" dirty="0">
                <a:latin typeface="Myriad Pro"/>
              </a:rPr>
              <a:t>İş gücü avantajı sağlaması</a:t>
            </a:r>
          </a:p>
          <a:p>
            <a:pPr marL="566928" indent="-457200" algn="just">
              <a:spcBef>
                <a:spcPts val="400"/>
              </a:spcBef>
              <a:buSzPct val="100000"/>
              <a:defRPr/>
            </a:pPr>
            <a:r>
              <a:rPr lang="tr-TR" sz="2200" dirty="0">
                <a:latin typeface="Myriad Pro"/>
              </a:rPr>
              <a:t>Ulusal garanti ve dokümantasyona gerek olmaması</a:t>
            </a:r>
          </a:p>
          <a:p>
            <a:pPr marL="566928" indent="-457200" algn="just">
              <a:spcBef>
                <a:spcPts val="400"/>
              </a:spcBef>
              <a:buSzPct val="100000"/>
              <a:defRPr/>
            </a:pPr>
            <a:r>
              <a:rPr lang="tr-TR" sz="2200" dirty="0">
                <a:latin typeface="Myriad Pro"/>
              </a:rPr>
              <a:t>TIR Karnesi - Tek Belge ile işlem yapılması</a:t>
            </a:r>
            <a:endParaRPr lang="tr-TR" dirty="0">
              <a:latin typeface="Myriad Pro"/>
            </a:endParaRPr>
          </a:p>
        </p:txBody>
      </p:sp>
      <p:sp>
        <p:nvSpPr>
          <p:cNvPr id="8" name="Alt Başlık 1">
            <a:extLst>
              <a:ext uri="{FF2B5EF4-FFF2-40B4-BE49-F238E27FC236}">
                <a16:creationId xmlns:a16="http://schemas.microsoft.com/office/drawing/2014/main" id="{3E6D39D2-FE68-4137-BDFB-59D325ABD7DE}"/>
              </a:ext>
            </a:extLst>
          </p:cNvPr>
          <p:cNvSpPr txBox="1">
            <a:spLocks/>
          </p:cNvSpPr>
          <p:nvPr/>
        </p:nvSpPr>
        <p:spPr bwMode="auto">
          <a:xfrm>
            <a:off x="1090456" y="4039501"/>
            <a:ext cx="8916337" cy="2432127"/>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Font typeface="Arial" panose="020B0604020202020204" pitchFamily="34" charset="0"/>
              <a:buNone/>
              <a:defRPr sz="3200" kern="1200">
                <a:solidFill>
                  <a:schemeClr val="tx1">
                    <a:tint val="75000"/>
                  </a:schemeClr>
                </a:solidFill>
                <a:latin typeface="+mn-lt"/>
                <a:ea typeface="+mn-ea"/>
                <a:cs typeface="+mn-cs"/>
              </a:defRPr>
            </a:lvl1pPr>
            <a:lvl2pPr marL="457200" indent="0" algn="ctr" rtl="0" eaLnBrk="1" fontAlgn="base" hangingPunct="1">
              <a:spcBef>
                <a:spcPct val="20000"/>
              </a:spcBef>
              <a:spcAft>
                <a:spcPct val="0"/>
              </a:spcAft>
              <a:buFont typeface="Arial" panose="020B0604020202020204" pitchFamily="34" charset="0"/>
              <a:buNone/>
              <a:defRPr sz="2800" kern="1200">
                <a:solidFill>
                  <a:schemeClr val="tx1">
                    <a:tint val="75000"/>
                  </a:schemeClr>
                </a:solidFill>
                <a:latin typeface="+mn-lt"/>
                <a:ea typeface="+mn-ea"/>
                <a:cs typeface="+mn-cs"/>
              </a:defRPr>
            </a:lvl2pPr>
            <a:lvl3pPr marL="914400" indent="0" algn="ctr" rtl="0" eaLnBrk="1" fontAlgn="base" hangingPunct="1">
              <a:spcBef>
                <a:spcPct val="20000"/>
              </a:spcBef>
              <a:spcAft>
                <a:spcPct val="0"/>
              </a:spcAft>
              <a:buFont typeface="Arial" panose="020B0604020202020204" pitchFamily="34" charset="0"/>
              <a:buNone/>
              <a:defRPr sz="2400" kern="1200">
                <a:solidFill>
                  <a:schemeClr val="tx1">
                    <a:tint val="75000"/>
                  </a:schemeClr>
                </a:solidFill>
                <a:latin typeface="+mn-lt"/>
                <a:ea typeface="+mn-ea"/>
                <a:cs typeface="+mn-cs"/>
              </a:defRPr>
            </a:lvl3pPr>
            <a:lvl4pPr marL="1371600" indent="0" algn="ctr" rtl="0" eaLnBrk="1" fontAlgn="base" hangingPunct="1">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4pPr>
            <a:lvl5pPr marL="1828800" indent="0" algn="ctr" rtl="0" eaLnBrk="1" fontAlgn="base" hangingPunct="1">
              <a:spcBef>
                <a:spcPct val="20000"/>
              </a:spcBef>
              <a:spcAft>
                <a:spcPct val="0"/>
              </a:spcAft>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109728" algn="just" fontAlgn="auto">
              <a:spcBef>
                <a:spcPts val="400"/>
              </a:spcBef>
              <a:spcAft>
                <a:spcPts val="0"/>
              </a:spcAft>
              <a:buSzPct val="100000"/>
              <a:defRPr/>
            </a:pPr>
            <a:r>
              <a:rPr lang="tr-TR" sz="2200" u="sng" dirty="0">
                <a:solidFill>
                  <a:schemeClr val="tx1"/>
                </a:solidFill>
                <a:latin typeface="Myriad Pro"/>
              </a:rPr>
              <a:t>Taşıyıcılar açısından:</a:t>
            </a:r>
          </a:p>
          <a:p>
            <a:pPr marL="452628" indent="-342900" algn="just" fontAlgn="auto">
              <a:spcBef>
                <a:spcPts val="400"/>
              </a:spcBef>
              <a:spcAft>
                <a:spcPts val="0"/>
              </a:spcAft>
              <a:buSzPct val="100000"/>
              <a:buFont typeface="Arial" panose="020B0604020202020204" pitchFamily="34" charset="0"/>
              <a:buChar char="•"/>
              <a:defRPr/>
            </a:pPr>
            <a:r>
              <a:rPr lang="tr-TR" sz="2200" dirty="0">
                <a:solidFill>
                  <a:schemeClr val="tx1"/>
                </a:solidFill>
                <a:latin typeface="Myriad Pro"/>
              </a:rPr>
              <a:t>  Sınırlarda minimum engelleme</a:t>
            </a:r>
          </a:p>
          <a:p>
            <a:pPr marL="452628" indent="-342900" algn="just" fontAlgn="auto">
              <a:spcBef>
                <a:spcPts val="400"/>
              </a:spcBef>
              <a:spcAft>
                <a:spcPts val="0"/>
              </a:spcAft>
              <a:buSzPct val="100000"/>
              <a:buFont typeface="Arial" panose="020B0604020202020204" pitchFamily="34" charset="0"/>
              <a:buChar char="•"/>
              <a:defRPr/>
            </a:pPr>
            <a:r>
              <a:rPr lang="tr-TR" sz="2200" dirty="0">
                <a:solidFill>
                  <a:schemeClr val="tx1"/>
                </a:solidFill>
                <a:latin typeface="Myriad Pro"/>
              </a:rPr>
              <a:t>  Gecikmeleri azaltma</a:t>
            </a:r>
          </a:p>
          <a:p>
            <a:pPr marL="452628" indent="-342900" algn="just" fontAlgn="auto">
              <a:spcBef>
                <a:spcPts val="400"/>
              </a:spcBef>
              <a:spcAft>
                <a:spcPts val="0"/>
              </a:spcAft>
              <a:buSzPct val="100000"/>
              <a:buFont typeface="Arial" panose="020B0604020202020204" pitchFamily="34" charset="0"/>
              <a:buChar char="•"/>
              <a:defRPr/>
            </a:pPr>
            <a:r>
              <a:rPr lang="tr-TR" sz="2200" dirty="0">
                <a:solidFill>
                  <a:schemeClr val="tx1"/>
                </a:solidFill>
                <a:latin typeface="Myriad Pro"/>
              </a:rPr>
              <a:t>  Maliyeti azaltma</a:t>
            </a:r>
          </a:p>
          <a:p>
            <a:pPr marL="452628" indent="-342900" algn="just" fontAlgn="auto">
              <a:spcBef>
                <a:spcPts val="400"/>
              </a:spcBef>
              <a:spcAft>
                <a:spcPts val="0"/>
              </a:spcAft>
              <a:buSzPct val="100000"/>
              <a:buFont typeface="Arial" panose="020B0604020202020204" pitchFamily="34" charset="0"/>
              <a:buChar char="•"/>
              <a:defRPr/>
            </a:pPr>
            <a:r>
              <a:rPr lang="tr-TR" sz="2200" dirty="0">
                <a:solidFill>
                  <a:schemeClr val="tx1"/>
                </a:solidFill>
                <a:latin typeface="Myriad Pro"/>
              </a:rPr>
              <a:t>  Konteynerler için de kullanılabilmesi</a:t>
            </a:r>
          </a:p>
          <a:p>
            <a:pPr marL="452628" indent="-342900" algn="just" fontAlgn="auto">
              <a:spcBef>
                <a:spcPts val="400"/>
              </a:spcBef>
              <a:spcAft>
                <a:spcPts val="0"/>
              </a:spcAft>
              <a:buSzPct val="100000"/>
              <a:buFont typeface="Arial" panose="020B0604020202020204" pitchFamily="34" charset="0"/>
              <a:buChar char="•"/>
              <a:defRPr/>
            </a:pPr>
            <a:r>
              <a:rPr lang="tr-TR" sz="2200" dirty="0">
                <a:solidFill>
                  <a:schemeClr val="tx1"/>
                </a:solidFill>
                <a:latin typeface="Myriad Pro"/>
              </a:rPr>
              <a:t>  Transit idarelerinde teminat verilmesi gerekmemesi</a:t>
            </a:r>
          </a:p>
          <a:p>
            <a:pPr algn="l"/>
            <a:endParaRPr lang="tr-TR" dirty="0">
              <a:solidFill>
                <a:schemeClr val="tx1"/>
              </a:solidFill>
              <a:latin typeface="Myriad Pro"/>
            </a:endParaRPr>
          </a:p>
        </p:txBody>
      </p:sp>
      <p:sp>
        <p:nvSpPr>
          <p:cNvPr id="6" name="Metin kutusu 5">
            <a:extLst>
              <a:ext uri="{FF2B5EF4-FFF2-40B4-BE49-F238E27FC236}">
                <a16:creationId xmlns:a16="http://schemas.microsoft.com/office/drawing/2014/main" id="{5D143E17-0EAC-4673-B081-40552D67D25B}"/>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86703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fade">
                                      <p:cBhvr>
                                        <p:cTn id="37" dur="500"/>
                                        <p:tgtEl>
                                          <p:spTgt spid="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
                                            <p:txEl>
                                              <p:pRg st="1" end="1"/>
                                            </p:txEl>
                                          </p:spTgt>
                                        </p:tgtEl>
                                        <p:attrNameLst>
                                          <p:attrName>style.visibility</p:attrName>
                                        </p:attrNameLst>
                                      </p:cBhvr>
                                      <p:to>
                                        <p:strVal val="visible"/>
                                      </p:to>
                                    </p:set>
                                    <p:animEffect transition="in" filter="fade">
                                      <p:cBhvr>
                                        <p:cTn id="42" dur="500"/>
                                        <p:tgtEl>
                                          <p:spTgt spid="8">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
                                            <p:txEl>
                                              <p:pRg st="2" end="2"/>
                                            </p:txEl>
                                          </p:spTgt>
                                        </p:tgtEl>
                                        <p:attrNameLst>
                                          <p:attrName>style.visibility</p:attrName>
                                        </p:attrNameLst>
                                      </p:cBhvr>
                                      <p:to>
                                        <p:strVal val="visible"/>
                                      </p:to>
                                    </p:set>
                                    <p:animEffect transition="in" filter="fade">
                                      <p:cBhvr>
                                        <p:cTn id="47" dur="500"/>
                                        <p:tgtEl>
                                          <p:spTgt spid="8">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
                                            <p:txEl>
                                              <p:pRg st="3" end="3"/>
                                            </p:txEl>
                                          </p:spTgt>
                                        </p:tgtEl>
                                        <p:attrNameLst>
                                          <p:attrName>style.visibility</p:attrName>
                                        </p:attrNameLst>
                                      </p:cBhvr>
                                      <p:to>
                                        <p:strVal val="visible"/>
                                      </p:to>
                                    </p:set>
                                    <p:animEffect transition="in" filter="fade">
                                      <p:cBhvr>
                                        <p:cTn id="52" dur="500"/>
                                        <p:tgtEl>
                                          <p:spTgt spid="8">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
                                            <p:txEl>
                                              <p:pRg st="4" end="4"/>
                                            </p:txEl>
                                          </p:spTgt>
                                        </p:tgtEl>
                                        <p:attrNameLst>
                                          <p:attrName>style.visibility</p:attrName>
                                        </p:attrNameLst>
                                      </p:cBhvr>
                                      <p:to>
                                        <p:strVal val="visible"/>
                                      </p:to>
                                    </p:set>
                                    <p:animEffect transition="in" filter="fade">
                                      <p:cBhvr>
                                        <p:cTn id="57" dur="500"/>
                                        <p:tgtEl>
                                          <p:spTgt spid="8">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
                                            <p:txEl>
                                              <p:pRg st="5" end="5"/>
                                            </p:txEl>
                                          </p:spTgt>
                                        </p:tgtEl>
                                        <p:attrNameLst>
                                          <p:attrName>style.visibility</p:attrName>
                                        </p:attrNameLst>
                                      </p:cBhvr>
                                      <p:to>
                                        <p:strVal val="visible"/>
                                      </p:to>
                                    </p:set>
                                    <p:animEffect transition="in" filter="fade">
                                      <p:cBhvr>
                                        <p:cTn id="6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 İçerik Yer Tutucusu">
            <a:extLst>
              <a:ext uri="{FF2B5EF4-FFF2-40B4-BE49-F238E27FC236}">
                <a16:creationId xmlns:a16="http://schemas.microsoft.com/office/drawing/2014/main" id="{E9348575-C196-4504-9445-E7C2A50F6FC5}"/>
              </a:ext>
            </a:extLst>
          </p:cNvPr>
          <p:cNvSpPr txBox="1">
            <a:spLocks/>
          </p:cNvSpPr>
          <p:nvPr/>
        </p:nvSpPr>
        <p:spPr>
          <a:xfrm>
            <a:off x="484381" y="2020679"/>
            <a:ext cx="11299016" cy="2305902"/>
          </a:xfrm>
          <a:prstGeom prst="rect">
            <a:avLst/>
          </a:prstGeom>
        </p:spPr>
        <p:txBody>
          <a:bodyPr>
            <a:noAutofit/>
          </a:bodyPr>
          <a:lstStyle/>
          <a:p>
            <a:pPr marL="645167" indent="-342900">
              <a:buFont typeface="Wingdings" panose="05000000000000000000" pitchFamily="2" charset="2"/>
              <a:buChar char="Ø"/>
              <a:defRPr/>
            </a:pPr>
            <a:r>
              <a:rPr lang="tr-TR" sz="2400" dirty="0">
                <a:latin typeface="Myriad Pro"/>
              </a:rPr>
              <a:t>TIR karnesi gümrük beyannamesi yerine geçer.</a:t>
            </a:r>
          </a:p>
          <a:p>
            <a:pPr marL="645167" indent="-342900">
              <a:buFont typeface="Wingdings" panose="05000000000000000000" pitchFamily="2" charset="2"/>
              <a:buChar char="Ø"/>
              <a:defRPr/>
            </a:pPr>
            <a:r>
              <a:rPr lang="tr-TR" sz="2400" dirty="0">
                <a:latin typeface="Myriad Pro"/>
              </a:rPr>
              <a:t>Uluslararası teminatın mevcudiyetine dair kanıt sağlar.</a:t>
            </a:r>
          </a:p>
          <a:p>
            <a:pPr marL="645167" indent="-342900">
              <a:buFont typeface="Wingdings" panose="05000000000000000000" pitchFamily="2" charset="2"/>
              <a:buChar char="Ø"/>
              <a:defRPr/>
            </a:pPr>
            <a:r>
              <a:rPr lang="tr-TR" sz="2400" dirty="0">
                <a:latin typeface="Myriad Pro"/>
              </a:rPr>
              <a:t>TIR karnesinin dili </a:t>
            </a:r>
            <a:r>
              <a:rPr lang="tr-TR" sz="2400" b="1" dirty="0">
                <a:latin typeface="Myriad Pro"/>
              </a:rPr>
              <a:t>Fransızcadır</a:t>
            </a:r>
            <a:r>
              <a:rPr lang="tr-TR" sz="2400" dirty="0">
                <a:latin typeface="Myriad Pro"/>
              </a:rPr>
              <a:t> (Birinci kapak önyüzü hariç).</a:t>
            </a:r>
          </a:p>
          <a:p>
            <a:pPr marL="645167" indent="-342900">
              <a:buFont typeface="Wingdings" panose="05000000000000000000" pitchFamily="2" charset="2"/>
              <a:buChar char="Ø"/>
              <a:defRPr/>
            </a:pPr>
            <a:r>
              <a:rPr lang="tr-TR" sz="2400" dirty="0">
                <a:latin typeface="Myriad Pro"/>
              </a:rPr>
              <a:t>TIR karnelerini IRU basar ve dağıtır (</a:t>
            </a:r>
            <a:r>
              <a:rPr lang="tr-TR" sz="2400" b="1" dirty="0">
                <a:latin typeface="Myriad Pro"/>
              </a:rPr>
              <a:t>6 ya da 14 yapraklıdır</a:t>
            </a:r>
            <a:r>
              <a:rPr lang="tr-TR" sz="2400" dirty="0">
                <a:latin typeface="Myriad Pro"/>
              </a:rPr>
              <a:t>).</a:t>
            </a:r>
          </a:p>
          <a:p>
            <a:pPr marL="645167" indent="-342900">
              <a:buFont typeface="Wingdings" panose="05000000000000000000" pitchFamily="2" charset="2"/>
              <a:buChar char="Ø"/>
              <a:defRPr/>
            </a:pPr>
            <a:r>
              <a:rPr lang="tr-TR" sz="2400" b="1" dirty="0">
                <a:latin typeface="Myriad Pro"/>
              </a:rPr>
              <a:t>120 gün </a:t>
            </a:r>
            <a:r>
              <a:rPr lang="tr-TR" sz="2400" dirty="0">
                <a:latin typeface="Myriad Pro"/>
              </a:rPr>
              <a:t>geçerlidir (Yabancı taşıyıcıya verilenler </a:t>
            </a:r>
            <a:r>
              <a:rPr lang="tr-TR" sz="2400" b="1" dirty="0">
                <a:latin typeface="Myriad Pro"/>
              </a:rPr>
              <a:t>10 gün geçerlidir</a:t>
            </a:r>
            <a:r>
              <a:rPr lang="tr-TR" sz="2400" dirty="0">
                <a:latin typeface="Myriad Pro"/>
              </a:rPr>
              <a:t>)</a:t>
            </a:r>
          </a:p>
          <a:p>
            <a:pPr marL="645167" indent="-342900">
              <a:buFont typeface="Wingdings" panose="05000000000000000000" pitchFamily="2" charset="2"/>
              <a:buChar char="Ø"/>
              <a:defRPr/>
            </a:pPr>
            <a:r>
              <a:rPr lang="tr-TR" sz="2400" dirty="0">
                <a:latin typeface="Myriad Pro"/>
              </a:rPr>
              <a:t>Geçerlilik tarihi </a:t>
            </a:r>
            <a:r>
              <a:rPr lang="tr-TR" sz="2400" b="1" dirty="0">
                <a:latin typeface="Myriad Pro"/>
              </a:rPr>
              <a:t>hiçbir koşulda değiştirilemez veya uzatılamaz.</a:t>
            </a:r>
          </a:p>
          <a:p>
            <a:pPr marL="645167" indent="-342900">
              <a:buFont typeface="Wingdings" panose="05000000000000000000" pitchFamily="2" charset="2"/>
              <a:buChar char="Ø"/>
              <a:defRPr/>
            </a:pPr>
            <a:r>
              <a:rPr lang="tr-TR" sz="2400" dirty="0">
                <a:latin typeface="Myriad Pro"/>
              </a:rPr>
              <a:t>Geçerlilik süresi biten karneler gümrük idarelerince </a:t>
            </a:r>
            <a:r>
              <a:rPr lang="tr-TR" sz="2400" b="1" dirty="0">
                <a:latin typeface="Myriad Pro"/>
              </a:rPr>
              <a:t>kabul edilmez.</a:t>
            </a:r>
          </a:p>
          <a:p>
            <a:pPr marL="645167" indent="-342900">
              <a:buFont typeface="Wingdings" panose="05000000000000000000" pitchFamily="2" charset="2"/>
              <a:buChar char="Ø"/>
              <a:defRPr/>
            </a:pPr>
            <a:r>
              <a:rPr lang="tr-TR" sz="2400" dirty="0">
                <a:latin typeface="Myriad Pro"/>
              </a:rPr>
              <a:t>Her bir TIR karnesi </a:t>
            </a:r>
            <a:r>
              <a:rPr lang="tr-TR" sz="2400" b="1" dirty="0">
                <a:latin typeface="Myriad Pro"/>
              </a:rPr>
              <a:t>tek bir yolculuk </a:t>
            </a:r>
            <a:r>
              <a:rPr lang="tr-TR" sz="2400" dirty="0">
                <a:latin typeface="Myriad Pro"/>
              </a:rPr>
              <a:t>için geçerlidir.</a:t>
            </a:r>
          </a:p>
          <a:p>
            <a:pPr marL="645167" indent="-342900">
              <a:buFont typeface="Wingdings" panose="05000000000000000000" pitchFamily="2" charset="2"/>
              <a:buChar char="Ø"/>
              <a:defRPr/>
            </a:pPr>
            <a:r>
              <a:rPr lang="tr-TR" sz="2400" dirty="0">
                <a:latin typeface="Myriad Pro"/>
              </a:rPr>
              <a:t>Her bir TIR taşıması için </a:t>
            </a:r>
            <a:r>
              <a:rPr lang="tr-TR" sz="2400" b="1" dirty="0">
                <a:latin typeface="Myriad Pro"/>
              </a:rPr>
              <a:t>1 çift </a:t>
            </a:r>
            <a:r>
              <a:rPr lang="tr-TR" sz="2400" b="1" dirty="0" err="1">
                <a:latin typeface="Myriad Pro"/>
              </a:rPr>
              <a:t>üst</a:t>
            </a:r>
            <a:r>
              <a:rPr lang="tr-TR" sz="2400" b="1" dirty="0">
                <a:latin typeface="Myriad Pro"/>
              </a:rPr>
              <a:t> koçan (Volet-1 ve Volet-2) kullanılması gereklidir.</a:t>
            </a:r>
          </a:p>
          <a:p>
            <a:pPr marL="302267">
              <a:defRPr/>
            </a:pPr>
            <a:endParaRPr lang="tr-TR" sz="2400" i="1" dirty="0">
              <a:latin typeface="Myriad Pro"/>
            </a:endParaRPr>
          </a:p>
        </p:txBody>
      </p:sp>
      <p:pic>
        <p:nvPicPr>
          <p:cNvPr id="4" name="Resim 3">
            <a:extLst>
              <a:ext uri="{FF2B5EF4-FFF2-40B4-BE49-F238E27FC236}">
                <a16:creationId xmlns:a16="http://schemas.microsoft.com/office/drawing/2014/main" id="{C89AC96A-6004-4D34-A021-547F8594E70E}"/>
              </a:ext>
            </a:extLst>
          </p:cNvPr>
          <p:cNvPicPr>
            <a:picLocks noChangeAspect="1"/>
          </p:cNvPicPr>
          <p:nvPr/>
        </p:nvPicPr>
        <p:blipFill>
          <a:blip r:embed="rId2"/>
          <a:stretch>
            <a:fillRect/>
          </a:stretch>
        </p:blipFill>
        <p:spPr>
          <a:xfrm>
            <a:off x="9938252" y="416384"/>
            <a:ext cx="1845145" cy="1155447"/>
          </a:xfrm>
          <a:prstGeom prst="rect">
            <a:avLst/>
          </a:prstGeom>
        </p:spPr>
      </p:pic>
      <p:sp>
        <p:nvSpPr>
          <p:cNvPr id="14" name="Content Placeholder 2">
            <a:extLst>
              <a:ext uri="{FF2B5EF4-FFF2-40B4-BE49-F238E27FC236}">
                <a16:creationId xmlns:a16="http://schemas.microsoft.com/office/drawing/2014/main" id="{B4DB46F7-A347-4C14-A18C-919D2A8F2386}"/>
              </a:ext>
            </a:extLst>
          </p:cNvPr>
          <p:cNvSpPr>
            <a:spLocks noGrp="1"/>
          </p:cNvSpPr>
          <p:nvPr>
            <p:ph idx="1"/>
          </p:nvPr>
        </p:nvSpPr>
        <p:spPr>
          <a:xfrm>
            <a:off x="2035638" y="601996"/>
            <a:ext cx="6991404" cy="370246"/>
          </a:xfrm>
        </p:spPr>
        <p:txBody>
          <a:bodyPr>
            <a:noAutofit/>
          </a:bodyPr>
          <a:lstStyle/>
          <a:p>
            <a:pPr marL="0" indent="0">
              <a:buNone/>
            </a:pPr>
            <a:r>
              <a:rPr lang="tr-TR" sz="1904" b="1" dirty="0">
                <a:latin typeface="Myriad Pro"/>
                <a:cs typeface="Myriad Pro"/>
              </a:rPr>
              <a:t>TIR SİSTEMİ KISA KISA BİLGİLER</a:t>
            </a:r>
          </a:p>
        </p:txBody>
      </p:sp>
      <p:sp>
        <p:nvSpPr>
          <p:cNvPr id="6" name="Metin kutusu 5">
            <a:extLst>
              <a:ext uri="{FF2B5EF4-FFF2-40B4-BE49-F238E27FC236}">
                <a16:creationId xmlns:a16="http://schemas.microsoft.com/office/drawing/2014/main" id="{9998433E-F701-4C1A-8E55-263936EFDF0B}"/>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955864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fade">
                                      <p:cBhvr>
                                        <p:cTn id="32" dur="500"/>
                                        <p:tgtEl>
                                          <p:spTgt spid="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fade">
                                      <p:cBhvr>
                                        <p:cTn id="37" dur="500"/>
                                        <p:tgtEl>
                                          <p:spTgt spid="1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xEl>
                                              <p:pRg st="7" end="7"/>
                                            </p:txEl>
                                          </p:spTgt>
                                        </p:tgtEl>
                                        <p:attrNameLst>
                                          <p:attrName>style.visibility</p:attrName>
                                        </p:attrNameLst>
                                      </p:cBhvr>
                                      <p:to>
                                        <p:strVal val="visible"/>
                                      </p:to>
                                    </p:set>
                                    <p:animEffect transition="in" filter="fade">
                                      <p:cBhvr>
                                        <p:cTn id="42" dur="500"/>
                                        <p:tgtEl>
                                          <p:spTgt spid="1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
                                            <p:txEl>
                                              <p:pRg st="8" end="8"/>
                                            </p:txEl>
                                          </p:spTgt>
                                        </p:tgtEl>
                                        <p:attrNameLst>
                                          <p:attrName>style.visibility</p:attrName>
                                        </p:attrNameLst>
                                      </p:cBhvr>
                                      <p:to>
                                        <p:strVal val="visible"/>
                                      </p:to>
                                    </p:set>
                                    <p:animEffect transition="in" filter="fade">
                                      <p:cBhvr>
                                        <p:cTn id="47"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 İçerik Yer Tutucusu">
            <a:extLst>
              <a:ext uri="{FF2B5EF4-FFF2-40B4-BE49-F238E27FC236}">
                <a16:creationId xmlns:a16="http://schemas.microsoft.com/office/drawing/2014/main" id="{E9348575-C196-4504-9445-E7C2A50F6FC5}"/>
              </a:ext>
            </a:extLst>
          </p:cNvPr>
          <p:cNvSpPr txBox="1">
            <a:spLocks/>
          </p:cNvSpPr>
          <p:nvPr/>
        </p:nvSpPr>
        <p:spPr>
          <a:xfrm>
            <a:off x="202610" y="1944364"/>
            <a:ext cx="11299016" cy="4406315"/>
          </a:xfrm>
          <a:prstGeom prst="rect">
            <a:avLst/>
          </a:prstGeom>
        </p:spPr>
        <p:txBody>
          <a:bodyPr>
            <a:noAutofit/>
          </a:bodyPr>
          <a:lstStyle/>
          <a:p>
            <a:pPr marL="645167" indent="-342900">
              <a:buFont typeface="Wingdings" panose="05000000000000000000" pitchFamily="2" charset="2"/>
              <a:buChar char="Ø"/>
              <a:defRPr/>
            </a:pPr>
            <a:r>
              <a:rPr lang="tr-TR" sz="2400" b="1" dirty="0">
                <a:latin typeface="Myriad Pro"/>
              </a:rPr>
              <a:t>Üzerinde silinti, kazıntı bulunan</a:t>
            </a:r>
            <a:r>
              <a:rPr lang="tr-TR" sz="2400" dirty="0">
                <a:latin typeface="Myriad Pro"/>
              </a:rPr>
              <a:t>, </a:t>
            </a:r>
            <a:r>
              <a:rPr lang="tr-TR" sz="2400" b="1" dirty="0">
                <a:latin typeface="Myriad Pro"/>
              </a:rPr>
              <a:t>önceki gümrük idaresinin mührünün bulunmadığı belgeler kabul edilmez.</a:t>
            </a:r>
          </a:p>
          <a:p>
            <a:pPr marL="645167" indent="-342900">
              <a:buFont typeface="Wingdings" panose="05000000000000000000" pitchFamily="2" charset="2"/>
              <a:buChar char="Ø"/>
              <a:defRPr/>
            </a:pPr>
            <a:r>
              <a:rPr lang="tr-TR" sz="2400" dirty="0">
                <a:latin typeface="Myriad Pro"/>
              </a:rPr>
              <a:t>Her bir taşıt, konteyner veya yük kompartımanı için </a:t>
            </a:r>
            <a:r>
              <a:rPr lang="tr-TR" sz="2400" b="1" dirty="0">
                <a:latin typeface="Myriad Pro"/>
              </a:rPr>
              <a:t>tek bir TIR karnesi düzenlenir</a:t>
            </a:r>
            <a:r>
              <a:rPr lang="tr-TR" sz="2400" dirty="0">
                <a:latin typeface="Myriad Pro"/>
              </a:rPr>
              <a:t>.</a:t>
            </a:r>
          </a:p>
          <a:p>
            <a:pPr marL="645167" indent="-342900">
              <a:buFont typeface="Wingdings" panose="05000000000000000000" pitchFamily="2" charset="2"/>
              <a:buChar char="Ø"/>
              <a:defRPr/>
            </a:pPr>
            <a:r>
              <a:rPr lang="tr-TR" sz="2400" dirty="0">
                <a:latin typeface="Myriad Pro"/>
              </a:rPr>
              <a:t>Bir taşımada hareket ve varış gümrük idarelerinin toplam sayısı</a:t>
            </a:r>
            <a:r>
              <a:rPr lang="tr-TR" sz="2400" b="1" dirty="0">
                <a:latin typeface="Myriad Pro"/>
              </a:rPr>
              <a:t> en fazla 4’tür.</a:t>
            </a:r>
          </a:p>
          <a:p>
            <a:pPr marL="645167" indent="-342900">
              <a:buFont typeface="Wingdings" panose="05000000000000000000" pitchFamily="2" charset="2"/>
              <a:buChar char="Ø"/>
              <a:defRPr/>
            </a:pPr>
            <a:r>
              <a:rPr lang="tr-TR" sz="2400" dirty="0">
                <a:latin typeface="Myriad Pro"/>
              </a:rPr>
              <a:t>TIR karnesi doldurulurken eşyanın cinsi açık şekilde yazılmalıdır.</a:t>
            </a:r>
          </a:p>
          <a:p>
            <a:pPr marL="645167" indent="-342900">
              <a:buFont typeface="Wingdings" panose="05000000000000000000" pitchFamily="2" charset="2"/>
              <a:buChar char="Ø"/>
              <a:defRPr/>
            </a:pPr>
            <a:r>
              <a:rPr lang="tr-TR" sz="2400" dirty="0">
                <a:latin typeface="Myriad Pro"/>
              </a:rPr>
              <a:t>TOBB’un sorumlu olduğu kefalet tutarı</a:t>
            </a:r>
            <a:r>
              <a:rPr lang="tr-TR" sz="2400" b="1" dirty="0">
                <a:latin typeface="Myriad Pro"/>
              </a:rPr>
              <a:t> 100.000-Euro’dur</a:t>
            </a:r>
            <a:r>
              <a:rPr lang="tr-TR" sz="2400" dirty="0">
                <a:latin typeface="Myriad Pro"/>
              </a:rPr>
              <a:t>.</a:t>
            </a:r>
          </a:p>
          <a:p>
            <a:pPr marL="645167" indent="-342900">
              <a:buFont typeface="Wingdings" panose="05000000000000000000" pitchFamily="2" charset="2"/>
              <a:buChar char="Ø"/>
              <a:defRPr/>
            </a:pPr>
            <a:r>
              <a:rPr lang="en-US" sz="2400" dirty="0">
                <a:latin typeface="Myriad Pro"/>
              </a:rPr>
              <a:t>TIR </a:t>
            </a:r>
            <a:r>
              <a:rPr lang="tr-TR" sz="2400" dirty="0">
                <a:latin typeface="Myriad Pro"/>
              </a:rPr>
              <a:t>s</a:t>
            </a:r>
            <a:r>
              <a:rPr lang="en-US" sz="2400" dirty="0" err="1">
                <a:latin typeface="Myriad Pro"/>
              </a:rPr>
              <a:t>istemi</a:t>
            </a:r>
            <a:r>
              <a:rPr lang="en-US" sz="2400" dirty="0">
                <a:latin typeface="Myriad Pro"/>
              </a:rPr>
              <a:t> </a:t>
            </a:r>
            <a:r>
              <a:rPr lang="en-US" sz="2400" dirty="0" err="1">
                <a:latin typeface="Myriad Pro"/>
              </a:rPr>
              <a:t>altında</a:t>
            </a:r>
            <a:r>
              <a:rPr lang="tr-TR" sz="2400" dirty="0">
                <a:latin typeface="Myriad Pro"/>
              </a:rPr>
              <a:t>,</a:t>
            </a:r>
            <a:r>
              <a:rPr lang="en-US" sz="2400" dirty="0">
                <a:latin typeface="Myriad Pro"/>
              </a:rPr>
              <a:t> </a:t>
            </a:r>
            <a:r>
              <a:rPr lang="en-US" sz="2400" dirty="0" err="1">
                <a:latin typeface="Myriad Pro"/>
              </a:rPr>
              <a:t>karayolu</a:t>
            </a:r>
            <a:r>
              <a:rPr lang="en-US" sz="2400" dirty="0">
                <a:latin typeface="Myriad Pro"/>
              </a:rPr>
              <a:t> </a:t>
            </a:r>
            <a:r>
              <a:rPr lang="en-US" sz="2400" dirty="0" err="1">
                <a:latin typeface="Myriad Pro"/>
              </a:rPr>
              <a:t>ile</a:t>
            </a:r>
            <a:r>
              <a:rPr lang="en-US" sz="2400" dirty="0">
                <a:latin typeface="Myriad Pro"/>
              </a:rPr>
              <a:t> </a:t>
            </a:r>
            <a:r>
              <a:rPr lang="en-US" sz="2400" dirty="0" err="1">
                <a:latin typeface="Myriad Pro"/>
              </a:rPr>
              <a:t>uluslararası</a:t>
            </a:r>
            <a:r>
              <a:rPr lang="en-US" sz="2400" dirty="0">
                <a:latin typeface="Myriad Pro"/>
              </a:rPr>
              <a:t> </a:t>
            </a:r>
            <a:r>
              <a:rPr lang="en-US" sz="2400" dirty="0" err="1">
                <a:latin typeface="Myriad Pro"/>
              </a:rPr>
              <a:t>eşya</a:t>
            </a:r>
            <a:r>
              <a:rPr lang="en-US" sz="2400" dirty="0">
                <a:latin typeface="Myriad Pro"/>
              </a:rPr>
              <a:t> </a:t>
            </a:r>
            <a:r>
              <a:rPr lang="en-US" sz="2400" dirty="0" err="1">
                <a:latin typeface="Myriad Pro"/>
              </a:rPr>
              <a:t>taşıması</a:t>
            </a:r>
            <a:r>
              <a:rPr lang="en-US" sz="2400" dirty="0">
                <a:latin typeface="Myriad Pro"/>
              </a:rPr>
              <a:t> </a:t>
            </a:r>
            <a:r>
              <a:rPr lang="en-US" sz="2400" dirty="0" err="1">
                <a:latin typeface="Myriad Pro"/>
              </a:rPr>
              <a:t>yapmak</a:t>
            </a:r>
            <a:r>
              <a:rPr lang="tr-TR" sz="2400" dirty="0">
                <a:latin typeface="Myriad Pro"/>
              </a:rPr>
              <a:t> </a:t>
            </a:r>
            <a:r>
              <a:rPr lang="en-US" sz="2400" dirty="0" err="1">
                <a:latin typeface="Myriad Pro"/>
              </a:rPr>
              <a:t>isteyen</a:t>
            </a:r>
            <a:r>
              <a:rPr lang="en-US" sz="2400" dirty="0">
                <a:latin typeface="Myriad Pro"/>
              </a:rPr>
              <a:t> </a:t>
            </a:r>
            <a:r>
              <a:rPr lang="tr-TR" sz="2400" dirty="0">
                <a:latin typeface="Myriad Pro"/>
              </a:rPr>
              <a:t>firmaların gümrük idarelerince verilen</a:t>
            </a:r>
            <a:r>
              <a:rPr lang="en-US" sz="2400" dirty="0">
                <a:latin typeface="Myriad Pro"/>
              </a:rPr>
              <a:t> </a:t>
            </a:r>
            <a:r>
              <a:rPr lang="tr-TR" sz="2400" b="1" dirty="0">
                <a:latin typeface="Myriad Pro"/>
              </a:rPr>
              <a:t>taşıt onay belgesi </a:t>
            </a:r>
            <a:r>
              <a:rPr lang="tr-TR" sz="2400" dirty="0">
                <a:latin typeface="Myriad Pro"/>
              </a:rPr>
              <a:t>ile Ulaştırma Bakanlığınca verilen </a:t>
            </a:r>
            <a:r>
              <a:rPr lang="en-US" sz="2400" b="1" dirty="0" err="1">
                <a:latin typeface="Myriad Pro"/>
              </a:rPr>
              <a:t>yetki</a:t>
            </a:r>
            <a:r>
              <a:rPr lang="en-US" sz="2400" b="1" dirty="0">
                <a:latin typeface="Myriad Pro"/>
              </a:rPr>
              <a:t> </a:t>
            </a:r>
            <a:r>
              <a:rPr lang="en-US" sz="2400" b="1" dirty="0" err="1">
                <a:latin typeface="Myriad Pro"/>
              </a:rPr>
              <a:t>belgesi</a:t>
            </a:r>
            <a:r>
              <a:rPr lang="tr-TR" sz="2400" b="1" dirty="0" err="1">
                <a:latin typeface="Myriad Pro"/>
              </a:rPr>
              <a:t>ni</a:t>
            </a:r>
            <a:r>
              <a:rPr lang="tr-TR" sz="2400" b="1" dirty="0">
                <a:latin typeface="Myriad Pro"/>
              </a:rPr>
              <a:t> (C2, L2, M2 vs.)</a:t>
            </a:r>
            <a:r>
              <a:rPr lang="en-US" sz="2400" b="1" dirty="0">
                <a:latin typeface="Myriad Pro"/>
              </a:rPr>
              <a:t> </a:t>
            </a:r>
            <a:r>
              <a:rPr lang="tr-TR" sz="2400" b="1" dirty="0">
                <a:latin typeface="Myriad Pro"/>
              </a:rPr>
              <a:t>almaları </a:t>
            </a:r>
            <a:r>
              <a:rPr lang="en-US" sz="2400" b="1" dirty="0" err="1">
                <a:latin typeface="Myriad Pro"/>
              </a:rPr>
              <a:t>zorunludur</a:t>
            </a:r>
            <a:r>
              <a:rPr lang="en-US" sz="2400" dirty="0">
                <a:latin typeface="Myriad Pro"/>
              </a:rPr>
              <a:t>.</a:t>
            </a:r>
            <a:endParaRPr lang="tr-TR" sz="2400" i="1" dirty="0">
              <a:latin typeface="Myriad Pro"/>
            </a:endParaRPr>
          </a:p>
        </p:txBody>
      </p:sp>
      <p:pic>
        <p:nvPicPr>
          <p:cNvPr id="4" name="Resim 3">
            <a:extLst>
              <a:ext uri="{FF2B5EF4-FFF2-40B4-BE49-F238E27FC236}">
                <a16:creationId xmlns:a16="http://schemas.microsoft.com/office/drawing/2014/main" id="{C89AC96A-6004-4D34-A021-547F8594E70E}"/>
              </a:ext>
            </a:extLst>
          </p:cNvPr>
          <p:cNvPicPr>
            <a:picLocks noChangeAspect="1"/>
          </p:cNvPicPr>
          <p:nvPr/>
        </p:nvPicPr>
        <p:blipFill>
          <a:blip r:embed="rId2"/>
          <a:stretch>
            <a:fillRect/>
          </a:stretch>
        </p:blipFill>
        <p:spPr>
          <a:xfrm>
            <a:off x="9938252" y="416384"/>
            <a:ext cx="1845145" cy="1155447"/>
          </a:xfrm>
          <a:prstGeom prst="rect">
            <a:avLst/>
          </a:prstGeom>
        </p:spPr>
      </p:pic>
      <p:sp>
        <p:nvSpPr>
          <p:cNvPr id="14" name="Content Placeholder 2">
            <a:extLst>
              <a:ext uri="{FF2B5EF4-FFF2-40B4-BE49-F238E27FC236}">
                <a16:creationId xmlns:a16="http://schemas.microsoft.com/office/drawing/2014/main" id="{B4DB46F7-A347-4C14-A18C-919D2A8F2386}"/>
              </a:ext>
            </a:extLst>
          </p:cNvPr>
          <p:cNvSpPr>
            <a:spLocks noGrp="1"/>
          </p:cNvSpPr>
          <p:nvPr>
            <p:ph idx="1"/>
          </p:nvPr>
        </p:nvSpPr>
        <p:spPr>
          <a:xfrm>
            <a:off x="2035638" y="601996"/>
            <a:ext cx="6991404" cy="370246"/>
          </a:xfrm>
        </p:spPr>
        <p:txBody>
          <a:bodyPr>
            <a:noAutofit/>
          </a:bodyPr>
          <a:lstStyle/>
          <a:p>
            <a:pPr marL="0" indent="0">
              <a:buNone/>
            </a:pPr>
            <a:r>
              <a:rPr lang="tr-TR" sz="1904" b="1" dirty="0">
                <a:latin typeface="Myriad Pro"/>
                <a:cs typeface="Myriad Pro"/>
              </a:rPr>
              <a:t>TIR SİSTEMİ KISA KISA BİLGİLER</a:t>
            </a:r>
          </a:p>
        </p:txBody>
      </p:sp>
      <p:sp>
        <p:nvSpPr>
          <p:cNvPr id="6" name="Metin kutusu 5">
            <a:extLst>
              <a:ext uri="{FF2B5EF4-FFF2-40B4-BE49-F238E27FC236}">
                <a16:creationId xmlns:a16="http://schemas.microsoft.com/office/drawing/2014/main" id="{C53B990A-56CB-4702-A540-2D137E5005B4}"/>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873661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fade">
                                      <p:cBhvr>
                                        <p:cTn id="32"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 İçerik Yer Tutucusu">
            <a:extLst>
              <a:ext uri="{FF2B5EF4-FFF2-40B4-BE49-F238E27FC236}">
                <a16:creationId xmlns:a16="http://schemas.microsoft.com/office/drawing/2014/main" id="{E9348575-C196-4504-9445-E7C2A50F6FC5}"/>
              </a:ext>
            </a:extLst>
          </p:cNvPr>
          <p:cNvSpPr txBox="1">
            <a:spLocks/>
          </p:cNvSpPr>
          <p:nvPr/>
        </p:nvSpPr>
        <p:spPr>
          <a:xfrm>
            <a:off x="202610" y="1944364"/>
            <a:ext cx="11299016" cy="4406315"/>
          </a:xfrm>
          <a:prstGeom prst="rect">
            <a:avLst/>
          </a:prstGeom>
        </p:spPr>
        <p:txBody>
          <a:bodyPr>
            <a:noAutofit/>
          </a:bodyPr>
          <a:lstStyle/>
          <a:p>
            <a:pPr marL="645167" indent="-342900">
              <a:buFont typeface="Wingdings" panose="05000000000000000000" pitchFamily="2" charset="2"/>
              <a:buChar char="Ø"/>
              <a:defRPr/>
            </a:pPr>
            <a:r>
              <a:rPr lang="tr-TR" sz="2400" dirty="0">
                <a:latin typeface="Myriad Pro"/>
              </a:rPr>
              <a:t>ATS cihazı takılan riskli sevkiyatlarda, gümrük idaresince güzergâh belirlenerek TIR karnesinin </a:t>
            </a:r>
            <a:r>
              <a:rPr lang="tr-TR" sz="2400" b="1" dirty="0">
                <a:latin typeface="Myriad Pro"/>
              </a:rPr>
              <a:t>22 </a:t>
            </a:r>
            <a:r>
              <a:rPr lang="tr-TR" sz="2400" b="1" dirty="0" err="1">
                <a:latin typeface="Myriad Pro"/>
              </a:rPr>
              <a:t>nolu</a:t>
            </a:r>
            <a:r>
              <a:rPr lang="tr-TR" sz="2400" b="1" dirty="0">
                <a:latin typeface="Myriad Pro"/>
              </a:rPr>
              <a:t> </a:t>
            </a:r>
            <a:r>
              <a:rPr lang="tr-TR" sz="2400" dirty="0">
                <a:latin typeface="Myriad Pro"/>
              </a:rPr>
              <a:t>hanesine yazılır.</a:t>
            </a:r>
          </a:p>
          <a:p>
            <a:pPr marL="645167" indent="-342900">
              <a:buFont typeface="Wingdings" panose="05000000000000000000" pitchFamily="2" charset="2"/>
              <a:buChar char="Ø"/>
              <a:defRPr/>
            </a:pPr>
            <a:r>
              <a:rPr lang="tr-TR" sz="2400" dirty="0">
                <a:latin typeface="Myriad Pro"/>
              </a:rPr>
              <a:t>Güzergâh kat etme (transit) süresi, TIR karnesinin </a:t>
            </a:r>
            <a:r>
              <a:rPr lang="tr-TR" sz="2400" b="1" dirty="0">
                <a:latin typeface="Myriad Pro"/>
              </a:rPr>
              <a:t>20 </a:t>
            </a:r>
            <a:r>
              <a:rPr lang="tr-TR" sz="2400" b="1" dirty="0" err="1">
                <a:latin typeface="Myriad Pro"/>
              </a:rPr>
              <a:t>nolu</a:t>
            </a:r>
            <a:r>
              <a:rPr lang="tr-TR" sz="2400" b="1" dirty="0">
                <a:latin typeface="Myriad Pro"/>
              </a:rPr>
              <a:t> </a:t>
            </a:r>
            <a:r>
              <a:rPr lang="tr-TR" sz="2400" dirty="0">
                <a:latin typeface="Myriad Pro"/>
              </a:rPr>
              <a:t>hanesine yazılır.</a:t>
            </a:r>
          </a:p>
          <a:p>
            <a:pPr marL="645167" indent="-342900">
              <a:buFont typeface="Wingdings" panose="05000000000000000000" pitchFamily="2" charset="2"/>
              <a:buChar char="Ø"/>
              <a:defRPr/>
            </a:pPr>
            <a:r>
              <a:rPr lang="tr-TR" sz="2400" dirty="0">
                <a:latin typeface="Myriad Pro"/>
              </a:rPr>
              <a:t>TIR Sözleşmesine ve ulusal transit mevzuatına uygun düzenlenen karneler için </a:t>
            </a:r>
            <a:r>
              <a:rPr lang="tr-TR" sz="2400" b="1" dirty="0">
                <a:latin typeface="Myriad Pro"/>
              </a:rPr>
              <a:t>teminat alınmaz.</a:t>
            </a:r>
          </a:p>
          <a:p>
            <a:pPr marL="645167" indent="-342900">
              <a:buFont typeface="Wingdings" panose="05000000000000000000" pitchFamily="2" charset="2"/>
              <a:buChar char="Ø"/>
              <a:defRPr/>
            </a:pPr>
            <a:r>
              <a:rPr lang="tr-TR" sz="2400" dirty="0">
                <a:latin typeface="Myriad Pro"/>
              </a:rPr>
              <a:t>Belli koşullar haricinde, TIR karnesi muhteviyatı eşya, muayeneye tabi tutulmaz.</a:t>
            </a:r>
          </a:p>
        </p:txBody>
      </p:sp>
      <p:pic>
        <p:nvPicPr>
          <p:cNvPr id="4" name="Resim 3">
            <a:extLst>
              <a:ext uri="{FF2B5EF4-FFF2-40B4-BE49-F238E27FC236}">
                <a16:creationId xmlns:a16="http://schemas.microsoft.com/office/drawing/2014/main" id="{C89AC96A-6004-4D34-A021-547F8594E70E}"/>
              </a:ext>
            </a:extLst>
          </p:cNvPr>
          <p:cNvPicPr>
            <a:picLocks noChangeAspect="1"/>
          </p:cNvPicPr>
          <p:nvPr/>
        </p:nvPicPr>
        <p:blipFill>
          <a:blip r:embed="rId2"/>
          <a:stretch>
            <a:fillRect/>
          </a:stretch>
        </p:blipFill>
        <p:spPr>
          <a:xfrm>
            <a:off x="9938252" y="416384"/>
            <a:ext cx="1845145" cy="1155447"/>
          </a:xfrm>
          <a:prstGeom prst="rect">
            <a:avLst/>
          </a:prstGeom>
        </p:spPr>
      </p:pic>
      <p:sp>
        <p:nvSpPr>
          <p:cNvPr id="14" name="Content Placeholder 2">
            <a:extLst>
              <a:ext uri="{FF2B5EF4-FFF2-40B4-BE49-F238E27FC236}">
                <a16:creationId xmlns:a16="http://schemas.microsoft.com/office/drawing/2014/main" id="{B4DB46F7-A347-4C14-A18C-919D2A8F2386}"/>
              </a:ext>
            </a:extLst>
          </p:cNvPr>
          <p:cNvSpPr>
            <a:spLocks noGrp="1"/>
          </p:cNvSpPr>
          <p:nvPr>
            <p:ph idx="1"/>
          </p:nvPr>
        </p:nvSpPr>
        <p:spPr>
          <a:xfrm>
            <a:off x="2035638" y="601996"/>
            <a:ext cx="6991404" cy="370246"/>
          </a:xfrm>
        </p:spPr>
        <p:txBody>
          <a:bodyPr>
            <a:noAutofit/>
          </a:bodyPr>
          <a:lstStyle/>
          <a:p>
            <a:pPr marL="0" indent="0">
              <a:buNone/>
            </a:pPr>
            <a:r>
              <a:rPr lang="tr-TR" sz="1904" b="1" dirty="0">
                <a:latin typeface="Myriad Pro"/>
                <a:cs typeface="Myriad Pro"/>
              </a:rPr>
              <a:t>TIR SİSTEMİ KISA KISA BİLGİLER</a:t>
            </a:r>
          </a:p>
        </p:txBody>
      </p:sp>
      <p:sp>
        <p:nvSpPr>
          <p:cNvPr id="6" name="Metin kutusu 5">
            <a:extLst>
              <a:ext uri="{FF2B5EF4-FFF2-40B4-BE49-F238E27FC236}">
                <a16:creationId xmlns:a16="http://schemas.microsoft.com/office/drawing/2014/main" id="{BE78E250-F70B-4C10-AC93-C8957F97AA07}"/>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4117993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 İçerik Yer Tutucusu">
            <a:extLst>
              <a:ext uri="{FF2B5EF4-FFF2-40B4-BE49-F238E27FC236}">
                <a16:creationId xmlns:a16="http://schemas.microsoft.com/office/drawing/2014/main" id="{E9348575-C196-4504-9445-E7C2A50F6FC5}"/>
              </a:ext>
            </a:extLst>
          </p:cNvPr>
          <p:cNvSpPr txBox="1">
            <a:spLocks/>
          </p:cNvSpPr>
          <p:nvPr/>
        </p:nvSpPr>
        <p:spPr>
          <a:xfrm>
            <a:off x="202610" y="1944364"/>
            <a:ext cx="11299016" cy="4406315"/>
          </a:xfrm>
          <a:prstGeom prst="rect">
            <a:avLst/>
          </a:prstGeom>
        </p:spPr>
        <p:txBody>
          <a:bodyPr>
            <a:noAutofit/>
          </a:bodyPr>
          <a:lstStyle/>
          <a:p>
            <a:pPr marL="302267">
              <a:defRPr/>
            </a:pPr>
            <a:r>
              <a:rPr lang="tr-TR" sz="2000" dirty="0">
                <a:latin typeface="Myriad Pro"/>
              </a:rPr>
              <a:t>Taşıt Onay Belgeleri, Gümrük ve Dış Ticaret Bölge Müdürlüklerince yetki verilen gümrük idareleri tarafından </a:t>
            </a:r>
            <a:r>
              <a:rPr lang="tr-TR" sz="2000" b="1" dirty="0">
                <a:latin typeface="Myriad Pro"/>
              </a:rPr>
              <a:t>elektronik ortamda </a:t>
            </a:r>
            <a:r>
              <a:rPr lang="tr-TR" sz="2000" dirty="0">
                <a:latin typeface="Myriad Pro"/>
              </a:rPr>
              <a:t>düzenlenir. </a:t>
            </a:r>
          </a:p>
          <a:p>
            <a:pPr marL="302267">
              <a:defRPr/>
            </a:pPr>
            <a:endParaRPr lang="tr-TR" sz="2000" dirty="0">
              <a:latin typeface="Myriad Pro"/>
            </a:endParaRPr>
          </a:p>
          <a:p>
            <a:pPr marL="302267">
              <a:defRPr/>
            </a:pPr>
            <a:r>
              <a:rPr lang="tr-TR" sz="2000" dirty="0">
                <a:latin typeface="Myriad Pro"/>
              </a:rPr>
              <a:t>Taşıt Onay Belgeleri, tezkiye edilen firmalar adına kayıtlı </a:t>
            </a:r>
          </a:p>
          <a:p>
            <a:pPr marL="645167" indent="-342900">
              <a:buFont typeface="Wingdings" panose="05000000000000000000" pitchFamily="2" charset="2"/>
              <a:buChar char="ü"/>
              <a:defRPr/>
            </a:pPr>
            <a:r>
              <a:rPr lang="tr-TR" sz="2000" dirty="0">
                <a:latin typeface="Myriad Pro"/>
              </a:rPr>
              <a:t>Kamyonlar,</a:t>
            </a:r>
          </a:p>
          <a:p>
            <a:pPr marL="645167" indent="-342900">
              <a:buFont typeface="Wingdings" panose="05000000000000000000" pitchFamily="2" charset="2"/>
              <a:buChar char="ü"/>
              <a:defRPr/>
            </a:pPr>
            <a:r>
              <a:rPr lang="tr-TR" sz="2000" dirty="0">
                <a:latin typeface="Myriad Pro"/>
              </a:rPr>
              <a:t>Kamyonetler (panelvanlar dahil), </a:t>
            </a:r>
          </a:p>
          <a:p>
            <a:pPr marL="645167" indent="-342900">
              <a:buFont typeface="Wingdings" panose="05000000000000000000" pitchFamily="2" charset="2"/>
              <a:buChar char="ü"/>
              <a:defRPr/>
            </a:pPr>
            <a:r>
              <a:rPr lang="tr-TR" sz="2000" dirty="0">
                <a:latin typeface="Myriad Pro"/>
              </a:rPr>
              <a:t>Özel amaçlar için kullanılan (soğuk hava tertibatlı, sarnıçlı, </a:t>
            </a:r>
            <a:r>
              <a:rPr lang="tr-TR" sz="2000" dirty="0" err="1">
                <a:latin typeface="Myriad Pro"/>
              </a:rPr>
              <a:t>tecritli</a:t>
            </a:r>
            <a:r>
              <a:rPr lang="tr-TR" sz="2000" dirty="0">
                <a:latin typeface="Myriad Pro"/>
              </a:rPr>
              <a:t>, tanker gibi) taşıtlar</a:t>
            </a:r>
          </a:p>
          <a:p>
            <a:pPr marL="645167" indent="-342900">
              <a:buFont typeface="Wingdings" panose="05000000000000000000" pitchFamily="2" charset="2"/>
              <a:buChar char="ü"/>
              <a:defRPr/>
            </a:pPr>
            <a:r>
              <a:rPr lang="tr-TR" sz="2000" dirty="0">
                <a:latin typeface="Myriad Pro"/>
              </a:rPr>
              <a:t>Brandalı taşıtlar,</a:t>
            </a:r>
          </a:p>
          <a:p>
            <a:pPr marL="645167" indent="-342900">
              <a:buFont typeface="Wingdings" panose="05000000000000000000" pitchFamily="2" charset="2"/>
              <a:buChar char="ü"/>
              <a:defRPr/>
            </a:pPr>
            <a:r>
              <a:rPr lang="tr-TR" sz="2000" dirty="0">
                <a:latin typeface="Myriad Pro"/>
              </a:rPr>
              <a:t>Römork ve yarı römorklara</a:t>
            </a:r>
          </a:p>
          <a:p>
            <a:pPr marL="302267">
              <a:defRPr/>
            </a:pPr>
            <a:r>
              <a:rPr lang="tr-TR" sz="2000" dirty="0">
                <a:latin typeface="Myriad Pro"/>
              </a:rPr>
              <a:t>Düzenlenir.</a:t>
            </a:r>
          </a:p>
          <a:p>
            <a:pPr marL="302267">
              <a:defRPr/>
            </a:pPr>
            <a:endParaRPr lang="tr-TR" dirty="0">
              <a:latin typeface="Myriad Pro"/>
            </a:endParaRPr>
          </a:p>
          <a:p>
            <a:pPr marL="302267">
              <a:defRPr/>
            </a:pPr>
            <a:r>
              <a:rPr lang="tr-TR" sz="2000" b="1" dirty="0">
                <a:latin typeface="Myriad Pro"/>
              </a:rPr>
              <a:t>Taşıt Onay Belgelerinin geçerlilik süresi 3 yıldır.</a:t>
            </a:r>
          </a:p>
        </p:txBody>
      </p:sp>
      <p:sp>
        <p:nvSpPr>
          <p:cNvPr id="14" name="Content Placeholder 2">
            <a:extLst>
              <a:ext uri="{FF2B5EF4-FFF2-40B4-BE49-F238E27FC236}">
                <a16:creationId xmlns:a16="http://schemas.microsoft.com/office/drawing/2014/main" id="{B4DB46F7-A347-4C14-A18C-919D2A8F2386}"/>
              </a:ext>
            </a:extLst>
          </p:cNvPr>
          <p:cNvSpPr>
            <a:spLocks noGrp="1"/>
          </p:cNvSpPr>
          <p:nvPr>
            <p:ph idx="1"/>
          </p:nvPr>
        </p:nvSpPr>
        <p:spPr>
          <a:xfrm>
            <a:off x="2035638" y="601996"/>
            <a:ext cx="6991404" cy="370246"/>
          </a:xfrm>
        </p:spPr>
        <p:txBody>
          <a:bodyPr>
            <a:noAutofit/>
          </a:bodyPr>
          <a:lstStyle/>
          <a:p>
            <a:pPr marL="0" indent="0">
              <a:buNone/>
            </a:pPr>
            <a:r>
              <a:rPr lang="tr-TR" sz="1904" b="1" dirty="0">
                <a:latin typeface="Myriad Pro"/>
                <a:cs typeface="Myriad Pro"/>
              </a:rPr>
              <a:t>TAŞIT ONAY BELGESİ</a:t>
            </a:r>
          </a:p>
        </p:txBody>
      </p:sp>
      <p:sp>
        <p:nvSpPr>
          <p:cNvPr id="5" name="Metin kutusu 4">
            <a:extLst>
              <a:ext uri="{FF2B5EF4-FFF2-40B4-BE49-F238E27FC236}">
                <a16:creationId xmlns:a16="http://schemas.microsoft.com/office/drawing/2014/main" id="{4FCD15A4-EAB1-4EC6-841A-05A6BBD4EB92}"/>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148673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fade">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fade">
                                      <p:cBhvr>
                                        <p:cTn id="27" dur="500"/>
                                        <p:tgtEl>
                                          <p:spTgt spid="1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6" end="6"/>
                                            </p:txEl>
                                          </p:spTgt>
                                        </p:tgtEl>
                                        <p:attrNameLst>
                                          <p:attrName>style.visibility</p:attrName>
                                        </p:attrNameLst>
                                      </p:cBhvr>
                                      <p:to>
                                        <p:strVal val="visible"/>
                                      </p:to>
                                    </p:set>
                                    <p:animEffect transition="in" filter="fade">
                                      <p:cBhvr>
                                        <p:cTn id="32" dur="500"/>
                                        <p:tgtEl>
                                          <p:spTgt spid="10">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animEffect transition="in" filter="fade">
                                      <p:cBhvr>
                                        <p:cTn id="37" dur="500"/>
                                        <p:tgtEl>
                                          <p:spTgt spid="10">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xEl>
                                              <p:pRg st="8" end="8"/>
                                            </p:txEl>
                                          </p:spTgt>
                                        </p:tgtEl>
                                        <p:attrNameLst>
                                          <p:attrName>style.visibility</p:attrName>
                                        </p:attrNameLst>
                                      </p:cBhvr>
                                      <p:to>
                                        <p:strVal val="visible"/>
                                      </p:to>
                                    </p:set>
                                    <p:animEffect transition="in" filter="fade">
                                      <p:cBhvr>
                                        <p:cTn id="42" dur="500"/>
                                        <p:tgtEl>
                                          <p:spTgt spid="10">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
                                            <p:txEl>
                                              <p:pRg st="10" end="10"/>
                                            </p:txEl>
                                          </p:spTgt>
                                        </p:tgtEl>
                                        <p:attrNameLst>
                                          <p:attrName>style.visibility</p:attrName>
                                        </p:attrNameLst>
                                      </p:cBhvr>
                                      <p:to>
                                        <p:strVal val="visible"/>
                                      </p:to>
                                    </p:set>
                                    <p:animEffect transition="in" filter="fade">
                                      <p:cBhvr>
                                        <p:cTn id="47" dur="500"/>
                                        <p:tgtEl>
                                          <p:spTgt spid="1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 İçerik Yer Tutucusu">
            <a:extLst>
              <a:ext uri="{FF2B5EF4-FFF2-40B4-BE49-F238E27FC236}">
                <a16:creationId xmlns:a16="http://schemas.microsoft.com/office/drawing/2014/main" id="{E9348575-C196-4504-9445-E7C2A50F6FC5}"/>
              </a:ext>
            </a:extLst>
          </p:cNvPr>
          <p:cNvSpPr txBox="1">
            <a:spLocks/>
          </p:cNvSpPr>
          <p:nvPr/>
        </p:nvSpPr>
        <p:spPr>
          <a:xfrm>
            <a:off x="202610" y="1944364"/>
            <a:ext cx="11299016" cy="4406315"/>
          </a:xfrm>
          <a:prstGeom prst="rect">
            <a:avLst/>
          </a:prstGeom>
        </p:spPr>
        <p:txBody>
          <a:bodyPr>
            <a:noAutofit/>
          </a:bodyPr>
          <a:lstStyle/>
          <a:p>
            <a:pPr marL="452628" indent="-342900" algn="just" fontAlgn="auto">
              <a:spcBef>
                <a:spcPts val="400"/>
              </a:spcBef>
              <a:spcAft>
                <a:spcPts val="0"/>
              </a:spcAft>
              <a:buSzPct val="100000"/>
              <a:buFont typeface="Wingdings" panose="05000000000000000000" pitchFamily="2" charset="2"/>
              <a:buChar char="ü"/>
              <a:defRPr/>
            </a:pPr>
            <a:r>
              <a:rPr lang="tr-TR" b="1" dirty="0">
                <a:latin typeface="Myriad Pro"/>
              </a:rPr>
              <a:t>Çekiciler ile ağır veya havaleli eşya taşıyan taşıtlar için taşıt onay belgesi aranmaz.</a:t>
            </a:r>
          </a:p>
          <a:p>
            <a:pPr marL="452628" indent="-342900" algn="just" fontAlgn="auto">
              <a:spcBef>
                <a:spcPts val="400"/>
              </a:spcBef>
              <a:spcAft>
                <a:spcPts val="0"/>
              </a:spcAft>
              <a:buSzPct val="100000"/>
              <a:buFont typeface="Wingdings" panose="05000000000000000000" pitchFamily="2" charset="2"/>
              <a:buChar char="ü"/>
              <a:defRPr/>
            </a:pPr>
            <a:r>
              <a:rPr lang="tr-TR" dirty="0">
                <a:latin typeface="Myriad Pro"/>
              </a:rPr>
              <a:t>Bir TIR taşıması sırasında geçerlilik süresi biten taşıt onay belgesi, bu TIR taşımasının sonuna kadar geçerli kabul edilir.</a:t>
            </a:r>
          </a:p>
          <a:p>
            <a:pPr marL="452628" indent="-342900" algn="just">
              <a:spcBef>
                <a:spcPts val="400"/>
              </a:spcBef>
              <a:buSzPct val="100000"/>
              <a:buFont typeface="Wingdings" panose="05000000000000000000" pitchFamily="2" charset="2"/>
              <a:buChar char="ü"/>
              <a:defRPr/>
            </a:pPr>
            <a:r>
              <a:rPr lang="tr-TR" dirty="0">
                <a:latin typeface="Myriad Pro"/>
              </a:rPr>
              <a:t>Taşıt onay belgesi süresinin yurtdışında sona ermesi halinde, taşıt onay belgesini düzenleyen gümrük idaresine yazılı olarak başvurulur. Gümrük idaresi tarafından firma dosyası incelenerek bir defaya mahsus olmak üzere sistem üzerinden otuz gün ek süre verilerek işlemler tamamlanır.</a:t>
            </a:r>
          </a:p>
          <a:p>
            <a:pPr marL="452628" indent="-342900" algn="just" fontAlgn="auto">
              <a:spcBef>
                <a:spcPts val="400"/>
              </a:spcBef>
              <a:spcAft>
                <a:spcPts val="0"/>
              </a:spcAft>
              <a:buSzPct val="100000"/>
              <a:buFont typeface="Wingdings" panose="05000000000000000000" pitchFamily="2" charset="2"/>
              <a:buChar char="ü"/>
              <a:defRPr/>
            </a:pPr>
            <a:r>
              <a:rPr lang="tr-TR" dirty="0">
                <a:latin typeface="Myriad Pro"/>
              </a:rPr>
              <a:t>Taşıt onay belgesinin yenilenmesi için geçerlilik süresinin bitimine </a:t>
            </a:r>
            <a:r>
              <a:rPr lang="tr-TR" b="1" dirty="0">
                <a:latin typeface="Myriad Pro"/>
              </a:rPr>
              <a:t>en fazla 30 gün kala</a:t>
            </a:r>
            <a:r>
              <a:rPr lang="tr-TR" dirty="0">
                <a:latin typeface="Myriad Pro"/>
              </a:rPr>
              <a:t>, taşıt onay belgesini düzenleyen gümrük idaresine başvurulur. </a:t>
            </a:r>
          </a:p>
          <a:p>
            <a:pPr marL="452628" indent="-342900" algn="just" fontAlgn="auto">
              <a:spcBef>
                <a:spcPts val="400"/>
              </a:spcBef>
              <a:spcAft>
                <a:spcPts val="0"/>
              </a:spcAft>
              <a:buSzPct val="100000"/>
              <a:buFont typeface="Wingdings" panose="05000000000000000000" pitchFamily="2" charset="2"/>
              <a:buChar char="ü"/>
              <a:defRPr/>
            </a:pPr>
            <a:r>
              <a:rPr lang="tr-TR" dirty="0">
                <a:latin typeface="Myriad Pro"/>
              </a:rPr>
              <a:t>Taşıt onay belgesi </a:t>
            </a:r>
            <a:r>
              <a:rPr lang="tr-TR" b="1" dirty="0">
                <a:latin typeface="Myriad Pro"/>
              </a:rPr>
              <a:t>en fazla 3 defa </a:t>
            </a:r>
            <a:r>
              <a:rPr lang="tr-TR" dirty="0">
                <a:latin typeface="Myriad Pro"/>
              </a:rPr>
              <a:t>yenilenebilir.</a:t>
            </a:r>
          </a:p>
          <a:p>
            <a:pPr marL="452628" indent="-342900" algn="just" fontAlgn="auto">
              <a:spcBef>
                <a:spcPts val="400"/>
              </a:spcBef>
              <a:spcAft>
                <a:spcPts val="0"/>
              </a:spcAft>
              <a:buSzPct val="100000"/>
              <a:buFont typeface="Wingdings" panose="05000000000000000000" pitchFamily="2" charset="2"/>
              <a:buChar char="ü"/>
              <a:defRPr/>
            </a:pPr>
            <a:r>
              <a:rPr lang="tr-TR" dirty="0">
                <a:latin typeface="Myriad Pro"/>
              </a:rPr>
              <a:t>TIR Sistemi kapsamında taşıma yapma yetkisi iptal edilen firmalar adına düzenlenen taşıt onay belgeleri iptal edilir.</a:t>
            </a:r>
          </a:p>
          <a:p>
            <a:pPr marL="452628" indent="-342900" algn="just" fontAlgn="auto">
              <a:spcBef>
                <a:spcPts val="400"/>
              </a:spcBef>
              <a:spcAft>
                <a:spcPts val="0"/>
              </a:spcAft>
              <a:buSzPct val="100000"/>
              <a:buFont typeface="Wingdings" panose="05000000000000000000" pitchFamily="2" charset="2"/>
              <a:buChar char="ü"/>
              <a:defRPr/>
            </a:pPr>
            <a:r>
              <a:rPr lang="tr-TR" dirty="0">
                <a:latin typeface="Myriad Pro"/>
              </a:rPr>
              <a:t>Taşıt onay belgesi düzenlenmiş bir taşıtın TIR Sözleşmesi Ek-2’de yer alan şartları kaybettiğinin tespit edilmesi halinde sistemde kayıtlı olan belge iptal edilir. </a:t>
            </a:r>
          </a:p>
          <a:p>
            <a:pPr marL="452628" indent="-342900" algn="just" fontAlgn="auto">
              <a:spcBef>
                <a:spcPts val="400"/>
              </a:spcBef>
              <a:spcAft>
                <a:spcPts val="0"/>
              </a:spcAft>
              <a:buSzPct val="100000"/>
              <a:buFont typeface="Wingdings" panose="05000000000000000000" pitchFamily="2" charset="2"/>
              <a:buChar char="ü"/>
              <a:defRPr/>
            </a:pPr>
            <a:endParaRPr lang="tr-TR" sz="2000" dirty="0">
              <a:latin typeface="Myriad Pro"/>
            </a:endParaRPr>
          </a:p>
        </p:txBody>
      </p:sp>
      <p:sp>
        <p:nvSpPr>
          <p:cNvPr id="14" name="Content Placeholder 2">
            <a:extLst>
              <a:ext uri="{FF2B5EF4-FFF2-40B4-BE49-F238E27FC236}">
                <a16:creationId xmlns:a16="http://schemas.microsoft.com/office/drawing/2014/main" id="{B4DB46F7-A347-4C14-A18C-919D2A8F2386}"/>
              </a:ext>
            </a:extLst>
          </p:cNvPr>
          <p:cNvSpPr>
            <a:spLocks noGrp="1"/>
          </p:cNvSpPr>
          <p:nvPr>
            <p:ph idx="1"/>
          </p:nvPr>
        </p:nvSpPr>
        <p:spPr>
          <a:xfrm>
            <a:off x="2035638" y="601996"/>
            <a:ext cx="6991404" cy="370246"/>
          </a:xfrm>
        </p:spPr>
        <p:txBody>
          <a:bodyPr>
            <a:noAutofit/>
          </a:bodyPr>
          <a:lstStyle/>
          <a:p>
            <a:pPr marL="0" indent="0">
              <a:buNone/>
            </a:pPr>
            <a:r>
              <a:rPr lang="tr-TR" sz="1904" b="1" dirty="0">
                <a:latin typeface="Myriad Pro"/>
                <a:cs typeface="Myriad Pro"/>
              </a:rPr>
              <a:t>TAŞIT ONAY BELGESİ</a:t>
            </a:r>
          </a:p>
        </p:txBody>
      </p:sp>
      <p:sp>
        <p:nvSpPr>
          <p:cNvPr id="5" name="Metin kutusu 4">
            <a:extLst>
              <a:ext uri="{FF2B5EF4-FFF2-40B4-BE49-F238E27FC236}">
                <a16:creationId xmlns:a16="http://schemas.microsoft.com/office/drawing/2014/main" id="{98A92D58-8B33-48DE-8929-FA395078DF33}"/>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26473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fade">
                                      <p:cBhvr>
                                        <p:cTn id="32" dur="500"/>
                                        <p:tgtEl>
                                          <p:spTgt spid="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Effect transition="in" filter="fade">
                                      <p:cBhvr>
                                        <p:cTn id="37"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Resim 47">
            <a:extLst>
              <a:ext uri="{FF2B5EF4-FFF2-40B4-BE49-F238E27FC236}">
                <a16:creationId xmlns:a16="http://schemas.microsoft.com/office/drawing/2014/main" id="{9001AF25-34F0-486D-8605-252E28216687}"/>
              </a:ext>
            </a:extLst>
          </p:cNvPr>
          <p:cNvPicPr>
            <a:picLocks noChangeAspect="1"/>
          </p:cNvPicPr>
          <p:nvPr/>
        </p:nvPicPr>
        <p:blipFill>
          <a:blip r:embed="rId2"/>
          <a:stretch>
            <a:fillRect/>
          </a:stretch>
        </p:blipFill>
        <p:spPr>
          <a:xfrm>
            <a:off x="3951865" y="134294"/>
            <a:ext cx="3772750" cy="6589411"/>
          </a:xfrm>
          <a:prstGeom prst="rect">
            <a:avLst/>
          </a:prstGeom>
        </p:spPr>
      </p:pic>
      <p:cxnSp>
        <p:nvCxnSpPr>
          <p:cNvPr id="52" name="Düz Ok Bağlayıcısı 51">
            <a:extLst>
              <a:ext uri="{FF2B5EF4-FFF2-40B4-BE49-F238E27FC236}">
                <a16:creationId xmlns:a16="http://schemas.microsoft.com/office/drawing/2014/main" id="{601D52E1-E3CE-4D6D-869E-57D1F235FA3E}"/>
              </a:ext>
            </a:extLst>
          </p:cNvPr>
          <p:cNvCxnSpPr>
            <a:cxnSpLocks/>
          </p:cNvCxnSpPr>
          <p:nvPr/>
        </p:nvCxnSpPr>
        <p:spPr>
          <a:xfrm>
            <a:off x="7161904" y="1778773"/>
            <a:ext cx="1053067"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3" name="Metin kutusu 52">
            <a:extLst>
              <a:ext uri="{FF2B5EF4-FFF2-40B4-BE49-F238E27FC236}">
                <a16:creationId xmlns:a16="http://schemas.microsoft.com/office/drawing/2014/main" id="{866C6A8D-1F71-47D7-AA8D-234B268F5D58}"/>
              </a:ext>
            </a:extLst>
          </p:cNvPr>
          <p:cNvSpPr txBox="1"/>
          <p:nvPr/>
        </p:nvSpPr>
        <p:spPr>
          <a:xfrm>
            <a:off x="8064672" y="1634951"/>
            <a:ext cx="1593678"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Geçerlilik Tarihi</a:t>
            </a:r>
          </a:p>
        </p:txBody>
      </p:sp>
      <p:sp>
        <p:nvSpPr>
          <p:cNvPr id="54" name="Yuvarlatılmış Dikdörtgen 62">
            <a:extLst>
              <a:ext uri="{FF2B5EF4-FFF2-40B4-BE49-F238E27FC236}">
                <a16:creationId xmlns:a16="http://schemas.microsoft.com/office/drawing/2014/main" id="{5649679D-DDE8-48EE-858B-F5E1F6F1D156}"/>
              </a:ext>
            </a:extLst>
          </p:cNvPr>
          <p:cNvSpPr/>
          <p:nvPr/>
        </p:nvSpPr>
        <p:spPr>
          <a:xfrm>
            <a:off x="6330469" y="1699679"/>
            <a:ext cx="831435" cy="18725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57" name="Düz Ok Bağlayıcısı 56">
            <a:extLst>
              <a:ext uri="{FF2B5EF4-FFF2-40B4-BE49-F238E27FC236}">
                <a16:creationId xmlns:a16="http://schemas.microsoft.com/office/drawing/2014/main" id="{1A880A94-4188-4E84-841B-125D48EF4E2F}"/>
              </a:ext>
            </a:extLst>
          </p:cNvPr>
          <p:cNvCxnSpPr>
            <a:cxnSpLocks/>
          </p:cNvCxnSpPr>
          <p:nvPr/>
        </p:nvCxnSpPr>
        <p:spPr>
          <a:xfrm flipH="1">
            <a:off x="3562497" y="1950136"/>
            <a:ext cx="120630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8" name="Metin kutusu 57">
            <a:extLst>
              <a:ext uri="{FF2B5EF4-FFF2-40B4-BE49-F238E27FC236}">
                <a16:creationId xmlns:a16="http://schemas.microsoft.com/office/drawing/2014/main" id="{D77705F5-0127-4DD1-89EC-B48004E4802A}"/>
              </a:ext>
            </a:extLst>
          </p:cNvPr>
          <p:cNvSpPr txBox="1"/>
          <p:nvPr/>
        </p:nvSpPr>
        <p:spPr>
          <a:xfrm>
            <a:off x="2500176" y="1681030"/>
            <a:ext cx="1293207"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Karneyi Veren Kuruluş</a:t>
            </a:r>
          </a:p>
        </p:txBody>
      </p:sp>
      <p:sp>
        <p:nvSpPr>
          <p:cNvPr id="59" name="Yuvarlatılmış Dikdörtgen 62">
            <a:extLst>
              <a:ext uri="{FF2B5EF4-FFF2-40B4-BE49-F238E27FC236}">
                <a16:creationId xmlns:a16="http://schemas.microsoft.com/office/drawing/2014/main" id="{FF9E43B3-9817-44B5-AF9C-D21A632D3EBA}"/>
              </a:ext>
            </a:extLst>
          </p:cNvPr>
          <p:cNvSpPr/>
          <p:nvPr/>
        </p:nvSpPr>
        <p:spPr>
          <a:xfrm>
            <a:off x="4678327" y="1950135"/>
            <a:ext cx="1881962" cy="38447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62" name="Yuvarlatılmış Dikdörtgen 62">
            <a:extLst>
              <a:ext uri="{FF2B5EF4-FFF2-40B4-BE49-F238E27FC236}">
                <a16:creationId xmlns:a16="http://schemas.microsoft.com/office/drawing/2014/main" id="{9069C11B-FAA8-42D5-A02F-FFE87DEF886E}"/>
              </a:ext>
            </a:extLst>
          </p:cNvPr>
          <p:cNvSpPr/>
          <p:nvPr/>
        </p:nvSpPr>
        <p:spPr>
          <a:xfrm>
            <a:off x="5280181" y="2338342"/>
            <a:ext cx="1425845" cy="366768"/>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63" name="Düz Ok Bağlayıcısı 62">
            <a:extLst>
              <a:ext uri="{FF2B5EF4-FFF2-40B4-BE49-F238E27FC236}">
                <a16:creationId xmlns:a16="http://schemas.microsoft.com/office/drawing/2014/main" id="{C270D3B2-43AA-4693-9BB5-85005A7FAED4}"/>
              </a:ext>
            </a:extLst>
          </p:cNvPr>
          <p:cNvCxnSpPr>
            <a:cxnSpLocks/>
          </p:cNvCxnSpPr>
          <p:nvPr/>
        </p:nvCxnSpPr>
        <p:spPr>
          <a:xfrm>
            <a:off x="6688129" y="2448460"/>
            <a:ext cx="1632332"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4" name="Metin kutusu 63">
            <a:extLst>
              <a:ext uri="{FF2B5EF4-FFF2-40B4-BE49-F238E27FC236}">
                <a16:creationId xmlns:a16="http://schemas.microsoft.com/office/drawing/2014/main" id="{44A6E6FB-879F-433E-B71C-ECAB49B886C1}"/>
              </a:ext>
            </a:extLst>
          </p:cNvPr>
          <p:cNvSpPr txBox="1"/>
          <p:nvPr/>
        </p:nvSpPr>
        <p:spPr>
          <a:xfrm>
            <a:off x="8271624" y="2204289"/>
            <a:ext cx="1593678" cy="67826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Karne Hamili Unvan ve Adres Bilgileri (Z)</a:t>
            </a:r>
          </a:p>
        </p:txBody>
      </p:sp>
      <p:cxnSp>
        <p:nvCxnSpPr>
          <p:cNvPr id="65" name="Düz Ok Bağlayıcısı 64">
            <a:extLst>
              <a:ext uri="{FF2B5EF4-FFF2-40B4-BE49-F238E27FC236}">
                <a16:creationId xmlns:a16="http://schemas.microsoft.com/office/drawing/2014/main" id="{75B543BC-31E9-4482-92BB-CB52D085BDAA}"/>
              </a:ext>
            </a:extLst>
          </p:cNvPr>
          <p:cNvCxnSpPr>
            <a:cxnSpLocks/>
          </p:cNvCxnSpPr>
          <p:nvPr/>
        </p:nvCxnSpPr>
        <p:spPr>
          <a:xfrm flipH="1">
            <a:off x="3362379" y="3330757"/>
            <a:ext cx="94309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3" name="Yuvarlatılmış Dikdörtgen 62">
            <a:extLst>
              <a:ext uri="{FF2B5EF4-FFF2-40B4-BE49-F238E27FC236}">
                <a16:creationId xmlns:a16="http://schemas.microsoft.com/office/drawing/2014/main" id="{7430F53C-952F-43F1-9052-A96244F3A6B4}"/>
              </a:ext>
            </a:extLst>
          </p:cNvPr>
          <p:cNvSpPr/>
          <p:nvPr/>
        </p:nvSpPr>
        <p:spPr>
          <a:xfrm>
            <a:off x="4321280" y="3035938"/>
            <a:ext cx="1425845" cy="749627"/>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94" name="Metin kutusu 93">
            <a:extLst>
              <a:ext uri="{FF2B5EF4-FFF2-40B4-BE49-F238E27FC236}">
                <a16:creationId xmlns:a16="http://schemas.microsoft.com/office/drawing/2014/main" id="{2B4FE6C9-0675-4824-8BAF-0F885F044EBC}"/>
              </a:ext>
            </a:extLst>
          </p:cNvPr>
          <p:cNvSpPr txBox="1"/>
          <p:nvPr/>
        </p:nvSpPr>
        <p:spPr>
          <a:xfrm>
            <a:off x="1903180" y="3003124"/>
            <a:ext cx="1593678" cy="67826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Karneyi Veren Kuruluş Yetkilisi İmza ve Kaşesi</a:t>
            </a:r>
          </a:p>
        </p:txBody>
      </p:sp>
      <p:sp>
        <p:nvSpPr>
          <p:cNvPr id="95" name="Yuvarlatılmış Dikdörtgen 62">
            <a:extLst>
              <a:ext uri="{FF2B5EF4-FFF2-40B4-BE49-F238E27FC236}">
                <a16:creationId xmlns:a16="http://schemas.microsoft.com/office/drawing/2014/main" id="{287B7EBB-BC2D-4285-9BE2-CD6121129E4D}"/>
              </a:ext>
            </a:extLst>
          </p:cNvPr>
          <p:cNvSpPr/>
          <p:nvPr/>
        </p:nvSpPr>
        <p:spPr>
          <a:xfrm>
            <a:off x="6087182" y="3109667"/>
            <a:ext cx="1074722" cy="595411"/>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96" name="Düz Ok Bağlayıcısı 95">
            <a:extLst>
              <a:ext uri="{FF2B5EF4-FFF2-40B4-BE49-F238E27FC236}">
                <a16:creationId xmlns:a16="http://schemas.microsoft.com/office/drawing/2014/main" id="{D1D3D6F6-552C-468E-8582-33C7A8FE1943}"/>
              </a:ext>
            </a:extLst>
          </p:cNvPr>
          <p:cNvCxnSpPr>
            <a:cxnSpLocks/>
          </p:cNvCxnSpPr>
          <p:nvPr/>
        </p:nvCxnSpPr>
        <p:spPr>
          <a:xfrm>
            <a:off x="7215647" y="3234475"/>
            <a:ext cx="110481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7" name="Metin kutusu 96">
            <a:extLst>
              <a:ext uri="{FF2B5EF4-FFF2-40B4-BE49-F238E27FC236}">
                <a16:creationId xmlns:a16="http://schemas.microsoft.com/office/drawing/2014/main" id="{414A45E4-A00C-4368-9263-A732CA56A6B2}"/>
              </a:ext>
            </a:extLst>
          </p:cNvPr>
          <p:cNvSpPr txBox="1"/>
          <p:nvPr/>
        </p:nvSpPr>
        <p:spPr>
          <a:xfrm>
            <a:off x="8064672" y="2972192"/>
            <a:ext cx="1966804"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Uluslararası Kuruluş (IRU) Yetkili İmzası</a:t>
            </a:r>
          </a:p>
        </p:txBody>
      </p:sp>
      <p:cxnSp>
        <p:nvCxnSpPr>
          <p:cNvPr id="98" name="Düz Ok Bağlayıcısı 97">
            <a:extLst>
              <a:ext uri="{FF2B5EF4-FFF2-40B4-BE49-F238E27FC236}">
                <a16:creationId xmlns:a16="http://schemas.microsoft.com/office/drawing/2014/main" id="{46CD5071-7CE8-4BA5-A4F5-C5C82186BD6E}"/>
              </a:ext>
            </a:extLst>
          </p:cNvPr>
          <p:cNvCxnSpPr>
            <a:cxnSpLocks/>
          </p:cNvCxnSpPr>
          <p:nvPr/>
        </p:nvCxnSpPr>
        <p:spPr>
          <a:xfrm>
            <a:off x="6946706" y="3999808"/>
            <a:ext cx="1023313"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9" name="Yuvarlatılmış Dikdörtgen 62">
            <a:extLst>
              <a:ext uri="{FF2B5EF4-FFF2-40B4-BE49-F238E27FC236}">
                <a16:creationId xmlns:a16="http://schemas.microsoft.com/office/drawing/2014/main" id="{28CA0529-572A-4728-AFBA-DC3C41EBCCEB}"/>
              </a:ext>
            </a:extLst>
          </p:cNvPr>
          <p:cNvSpPr/>
          <p:nvPr/>
        </p:nvSpPr>
        <p:spPr>
          <a:xfrm>
            <a:off x="5482224" y="3909834"/>
            <a:ext cx="1464483" cy="18725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00" name="Metin kutusu 99">
            <a:extLst>
              <a:ext uri="{FF2B5EF4-FFF2-40B4-BE49-F238E27FC236}">
                <a16:creationId xmlns:a16="http://schemas.microsoft.com/office/drawing/2014/main" id="{DFBD6DAA-8263-4F46-B7AC-DB65CD744479}"/>
              </a:ext>
            </a:extLst>
          </p:cNvPr>
          <p:cNvSpPr txBox="1"/>
          <p:nvPr/>
        </p:nvSpPr>
        <p:spPr>
          <a:xfrm>
            <a:off x="7914638" y="3868312"/>
            <a:ext cx="1593678"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Hareket Ülkesi (Z)</a:t>
            </a:r>
          </a:p>
        </p:txBody>
      </p:sp>
      <p:sp>
        <p:nvSpPr>
          <p:cNvPr id="101" name="Yuvarlatılmış Dikdörtgen 62">
            <a:extLst>
              <a:ext uri="{FF2B5EF4-FFF2-40B4-BE49-F238E27FC236}">
                <a16:creationId xmlns:a16="http://schemas.microsoft.com/office/drawing/2014/main" id="{B9C40DBE-9380-49ED-9CA5-0B368E287570}"/>
              </a:ext>
            </a:extLst>
          </p:cNvPr>
          <p:cNvSpPr/>
          <p:nvPr/>
        </p:nvSpPr>
        <p:spPr>
          <a:xfrm>
            <a:off x="5479163" y="4083402"/>
            <a:ext cx="1464483" cy="18725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02" name="Düz Ok Bağlayıcısı 101">
            <a:extLst>
              <a:ext uri="{FF2B5EF4-FFF2-40B4-BE49-F238E27FC236}">
                <a16:creationId xmlns:a16="http://schemas.microsoft.com/office/drawing/2014/main" id="{577B62B8-8F56-4822-9353-FD034D96F548}"/>
              </a:ext>
            </a:extLst>
          </p:cNvPr>
          <p:cNvCxnSpPr>
            <a:cxnSpLocks/>
          </p:cNvCxnSpPr>
          <p:nvPr/>
        </p:nvCxnSpPr>
        <p:spPr>
          <a:xfrm>
            <a:off x="6931830" y="4268562"/>
            <a:ext cx="1023313"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3" name="Metin kutusu 102">
            <a:extLst>
              <a:ext uri="{FF2B5EF4-FFF2-40B4-BE49-F238E27FC236}">
                <a16:creationId xmlns:a16="http://schemas.microsoft.com/office/drawing/2014/main" id="{E4FEF1F8-F7C3-4624-B936-5A43285F7AB9}"/>
              </a:ext>
            </a:extLst>
          </p:cNvPr>
          <p:cNvSpPr txBox="1"/>
          <p:nvPr/>
        </p:nvSpPr>
        <p:spPr>
          <a:xfrm>
            <a:off x="7832526" y="4124740"/>
            <a:ext cx="1593678"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Varış Ülkesi (Z)</a:t>
            </a:r>
          </a:p>
        </p:txBody>
      </p:sp>
      <p:cxnSp>
        <p:nvCxnSpPr>
          <p:cNvPr id="104" name="Düz Ok Bağlayıcısı 103">
            <a:extLst>
              <a:ext uri="{FF2B5EF4-FFF2-40B4-BE49-F238E27FC236}">
                <a16:creationId xmlns:a16="http://schemas.microsoft.com/office/drawing/2014/main" id="{054E006E-BCF6-426B-A95A-AABB8519C185}"/>
              </a:ext>
            </a:extLst>
          </p:cNvPr>
          <p:cNvCxnSpPr>
            <a:cxnSpLocks/>
          </p:cNvCxnSpPr>
          <p:nvPr/>
        </p:nvCxnSpPr>
        <p:spPr>
          <a:xfrm flipH="1">
            <a:off x="3376445" y="4672832"/>
            <a:ext cx="1650512"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5" name="Yuvarlatılmış Dikdörtgen 62">
            <a:extLst>
              <a:ext uri="{FF2B5EF4-FFF2-40B4-BE49-F238E27FC236}">
                <a16:creationId xmlns:a16="http://schemas.microsoft.com/office/drawing/2014/main" id="{7C861560-3BDD-4C2F-B921-811864206D6B}"/>
              </a:ext>
            </a:extLst>
          </p:cNvPr>
          <p:cNvSpPr/>
          <p:nvPr/>
        </p:nvSpPr>
        <p:spPr>
          <a:xfrm>
            <a:off x="5042767" y="4538515"/>
            <a:ext cx="951896" cy="320182"/>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06" name="Metin kutusu 105">
            <a:extLst>
              <a:ext uri="{FF2B5EF4-FFF2-40B4-BE49-F238E27FC236}">
                <a16:creationId xmlns:a16="http://schemas.microsoft.com/office/drawing/2014/main" id="{7DAF91D6-DC9A-47DE-A932-352C680A7DA7}"/>
              </a:ext>
            </a:extLst>
          </p:cNvPr>
          <p:cNvSpPr txBox="1"/>
          <p:nvPr/>
        </p:nvSpPr>
        <p:spPr>
          <a:xfrm>
            <a:off x="2386031" y="4428661"/>
            <a:ext cx="1246552"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Araç Plaka Bilgisi (Z)</a:t>
            </a:r>
          </a:p>
        </p:txBody>
      </p:sp>
      <p:sp>
        <p:nvSpPr>
          <p:cNvPr id="107" name="Yuvarlatılmış Dikdörtgen 62">
            <a:extLst>
              <a:ext uri="{FF2B5EF4-FFF2-40B4-BE49-F238E27FC236}">
                <a16:creationId xmlns:a16="http://schemas.microsoft.com/office/drawing/2014/main" id="{73860525-8FBE-47FE-9CEC-1E62837B623E}"/>
              </a:ext>
            </a:extLst>
          </p:cNvPr>
          <p:cNvSpPr/>
          <p:nvPr/>
        </p:nvSpPr>
        <p:spPr>
          <a:xfrm>
            <a:off x="5012891" y="4958297"/>
            <a:ext cx="1464483" cy="249680"/>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08" name="Düz Ok Bağlayıcısı 107">
            <a:extLst>
              <a:ext uri="{FF2B5EF4-FFF2-40B4-BE49-F238E27FC236}">
                <a16:creationId xmlns:a16="http://schemas.microsoft.com/office/drawing/2014/main" id="{84110958-5C67-4A48-9FBF-783BA2C2B8B4}"/>
              </a:ext>
            </a:extLst>
          </p:cNvPr>
          <p:cNvCxnSpPr>
            <a:cxnSpLocks/>
          </p:cNvCxnSpPr>
          <p:nvPr/>
        </p:nvCxnSpPr>
        <p:spPr>
          <a:xfrm>
            <a:off x="6465557" y="5143458"/>
            <a:ext cx="1595311" cy="209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9" name="Metin kutusu 108">
            <a:extLst>
              <a:ext uri="{FF2B5EF4-FFF2-40B4-BE49-F238E27FC236}">
                <a16:creationId xmlns:a16="http://schemas.microsoft.com/office/drawing/2014/main" id="{1F1324CF-3700-426D-86CB-A05AA5DB2593}"/>
              </a:ext>
            </a:extLst>
          </p:cNvPr>
          <p:cNvSpPr txBox="1"/>
          <p:nvPr/>
        </p:nvSpPr>
        <p:spPr>
          <a:xfrm>
            <a:off x="7914638" y="4923880"/>
            <a:ext cx="1891331"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Römork Onay Belge Tarih ve Sayısı (Z)</a:t>
            </a:r>
          </a:p>
        </p:txBody>
      </p:sp>
      <p:cxnSp>
        <p:nvCxnSpPr>
          <p:cNvPr id="110" name="Düz Ok Bağlayıcısı 109">
            <a:extLst>
              <a:ext uri="{FF2B5EF4-FFF2-40B4-BE49-F238E27FC236}">
                <a16:creationId xmlns:a16="http://schemas.microsoft.com/office/drawing/2014/main" id="{AFEA37A1-D0E7-46B7-AB33-ACCCB3CD333A}"/>
              </a:ext>
            </a:extLst>
          </p:cNvPr>
          <p:cNvCxnSpPr>
            <a:cxnSpLocks/>
          </p:cNvCxnSpPr>
          <p:nvPr/>
        </p:nvCxnSpPr>
        <p:spPr>
          <a:xfrm flipH="1">
            <a:off x="3473282" y="5492344"/>
            <a:ext cx="171097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1" name="Yuvarlatılmış Dikdörtgen 62">
            <a:extLst>
              <a:ext uri="{FF2B5EF4-FFF2-40B4-BE49-F238E27FC236}">
                <a16:creationId xmlns:a16="http://schemas.microsoft.com/office/drawing/2014/main" id="{3E8A71D4-54A8-44B3-8779-6BB519E2333F}"/>
              </a:ext>
            </a:extLst>
          </p:cNvPr>
          <p:cNvSpPr/>
          <p:nvPr/>
        </p:nvSpPr>
        <p:spPr>
          <a:xfrm>
            <a:off x="5223645" y="5344080"/>
            <a:ext cx="1452667" cy="263975"/>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112" name="Metin kutusu 111">
            <a:extLst>
              <a:ext uri="{FF2B5EF4-FFF2-40B4-BE49-F238E27FC236}">
                <a16:creationId xmlns:a16="http://schemas.microsoft.com/office/drawing/2014/main" id="{63664681-0C54-4BCC-B754-362915CF67B3}"/>
              </a:ext>
            </a:extLst>
          </p:cNvPr>
          <p:cNvSpPr txBox="1"/>
          <p:nvPr/>
        </p:nvSpPr>
        <p:spPr>
          <a:xfrm>
            <a:off x="2340559" y="5248173"/>
            <a:ext cx="1246552"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Konteyner Numarası (Z)</a:t>
            </a:r>
          </a:p>
        </p:txBody>
      </p:sp>
      <p:sp>
        <p:nvSpPr>
          <p:cNvPr id="113" name="Yuvarlatılmış Dikdörtgen 62">
            <a:extLst>
              <a:ext uri="{FF2B5EF4-FFF2-40B4-BE49-F238E27FC236}">
                <a16:creationId xmlns:a16="http://schemas.microsoft.com/office/drawing/2014/main" id="{34869335-ED53-47E4-8359-DFA2A1CD0D34}"/>
              </a:ext>
            </a:extLst>
          </p:cNvPr>
          <p:cNvSpPr/>
          <p:nvPr/>
        </p:nvSpPr>
        <p:spPr>
          <a:xfrm>
            <a:off x="4217183" y="5633365"/>
            <a:ext cx="2595946" cy="243246"/>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14" name="Düz Ok Bağlayıcısı 113">
            <a:extLst>
              <a:ext uri="{FF2B5EF4-FFF2-40B4-BE49-F238E27FC236}">
                <a16:creationId xmlns:a16="http://schemas.microsoft.com/office/drawing/2014/main" id="{DF57A3DF-531D-4DD5-99ED-F6AB541DADD0}"/>
              </a:ext>
            </a:extLst>
          </p:cNvPr>
          <p:cNvCxnSpPr>
            <a:cxnSpLocks/>
          </p:cNvCxnSpPr>
          <p:nvPr/>
        </p:nvCxnSpPr>
        <p:spPr>
          <a:xfrm>
            <a:off x="6813129" y="5726804"/>
            <a:ext cx="906873"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5" name="Metin kutusu 114">
            <a:extLst>
              <a:ext uri="{FF2B5EF4-FFF2-40B4-BE49-F238E27FC236}">
                <a16:creationId xmlns:a16="http://schemas.microsoft.com/office/drawing/2014/main" id="{47378C4D-D47A-40BF-93E1-46747209C6F5}"/>
              </a:ext>
            </a:extLst>
          </p:cNvPr>
          <p:cNvSpPr txBox="1"/>
          <p:nvPr/>
        </p:nvSpPr>
        <p:spPr>
          <a:xfrm>
            <a:off x="7523622" y="5582982"/>
            <a:ext cx="1593678" cy="28764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Diğer Hususlar</a:t>
            </a:r>
          </a:p>
        </p:txBody>
      </p:sp>
      <p:sp>
        <p:nvSpPr>
          <p:cNvPr id="116" name="Yuvarlatılmış Dikdörtgen 62">
            <a:extLst>
              <a:ext uri="{FF2B5EF4-FFF2-40B4-BE49-F238E27FC236}">
                <a16:creationId xmlns:a16="http://schemas.microsoft.com/office/drawing/2014/main" id="{AA65CF0F-F859-47F4-A4BC-D08149E70738}"/>
              </a:ext>
            </a:extLst>
          </p:cNvPr>
          <p:cNvSpPr/>
          <p:nvPr/>
        </p:nvSpPr>
        <p:spPr>
          <a:xfrm>
            <a:off x="5834037" y="6076258"/>
            <a:ext cx="1381610" cy="440140"/>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117" name="Düz Ok Bağlayıcısı 116">
            <a:extLst>
              <a:ext uri="{FF2B5EF4-FFF2-40B4-BE49-F238E27FC236}">
                <a16:creationId xmlns:a16="http://schemas.microsoft.com/office/drawing/2014/main" id="{3778C308-144C-43CF-8B9F-EE35309DCBCB}"/>
              </a:ext>
            </a:extLst>
          </p:cNvPr>
          <p:cNvCxnSpPr>
            <a:cxnSpLocks/>
          </p:cNvCxnSpPr>
          <p:nvPr/>
        </p:nvCxnSpPr>
        <p:spPr>
          <a:xfrm>
            <a:off x="7215647" y="6263888"/>
            <a:ext cx="109102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8" name="Metin kutusu 117">
            <a:extLst>
              <a:ext uri="{FF2B5EF4-FFF2-40B4-BE49-F238E27FC236}">
                <a16:creationId xmlns:a16="http://schemas.microsoft.com/office/drawing/2014/main" id="{7C5B9F05-09D8-406A-9343-59932D042ABA}"/>
              </a:ext>
            </a:extLst>
          </p:cNvPr>
          <p:cNvSpPr txBox="1"/>
          <p:nvPr/>
        </p:nvSpPr>
        <p:spPr>
          <a:xfrm>
            <a:off x="8307903" y="6018191"/>
            <a:ext cx="1200413"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Karne Hamili Onayı (Z)</a:t>
            </a:r>
          </a:p>
        </p:txBody>
      </p:sp>
      <p:sp>
        <p:nvSpPr>
          <p:cNvPr id="119" name="Content Placeholder 2">
            <a:extLst>
              <a:ext uri="{FF2B5EF4-FFF2-40B4-BE49-F238E27FC236}">
                <a16:creationId xmlns:a16="http://schemas.microsoft.com/office/drawing/2014/main" id="{4F0CA441-E397-434A-A95B-F34F1CA20542}"/>
              </a:ext>
            </a:extLst>
          </p:cNvPr>
          <p:cNvSpPr>
            <a:spLocks noGrp="1"/>
          </p:cNvSpPr>
          <p:nvPr>
            <p:ph idx="1"/>
          </p:nvPr>
        </p:nvSpPr>
        <p:spPr>
          <a:xfrm>
            <a:off x="338222" y="1376946"/>
            <a:ext cx="2301379" cy="370246"/>
          </a:xfrm>
        </p:spPr>
        <p:txBody>
          <a:bodyPr>
            <a:noAutofit/>
          </a:bodyPr>
          <a:lstStyle/>
          <a:p>
            <a:pPr marL="0" indent="0">
              <a:buNone/>
            </a:pPr>
            <a:r>
              <a:rPr lang="tr-TR" sz="1904" b="1" dirty="0">
                <a:latin typeface="Myriad Pro"/>
                <a:cs typeface="Myriad Pro"/>
              </a:rPr>
              <a:t>TIR KARNESİ</a:t>
            </a:r>
            <a:endParaRPr lang="tr-TR" sz="1058" b="1" i="1" dirty="0">
              <a:solidFill>
                <a:srgbClr val="FF0000"/>
              </a:solidFill>
              <a:latin typeface="Myriad Pro"/>
            </a:endParaRPr>
          </a:p>
          <a:p>
            <a:pPr marL="0" indent="0">
              <a:buNone/>
            </a:pPr>
            <a:endParaRPr lang="tr-TR" sz="1904" b="1" dirty="0">
              <a:latin typeface="Myriad Pro"/>
              <a:cs typeface="Myriad Pro"/>
            </a:endParaRPr>
          </a:p>
        </p:txBody>
      </p:sp>
      <p:sp>
        <p:nvSpPr>
          <p:cNvPr id="41" name="Metin kutusu 40">
            <a:extLst>
              <a:ext uri="{FF2B5EF4-FFF2-40B4-BE49-F238E27FC236}">
                <a16:creationId xmlns:a16="http://schemas.microsoft.com/office/drawing/2014/main" id="{131F62DE-0AC7-4B2D-83FC-BAF02881F889}"/>
              </a:ext>
            </a:extLst>
          </p:cNvPr>
          <p:cNvSpPr txBox="1"/>
          <p:nvPr/>
        </p:nvSpPr>
        <p:spPr>
          <a:xfrm>
            <a:off x="1830236" y="6601651"/>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4221520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10" presetClass="entr" presetSubtype="0"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500"/>
                                        <p:tgtEl>
                                          <p:spTgt spid="5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500"/>
                                        <p:tgtEl>
                                          <p:spTgt spid="59"/>
                                        </p:tgtEl>
                                      </p:cBhvr>
                                    </p:animEffect>
                                  </p:childTnLst>
                                </p:cTn>
                              </p:par>
                              <p:par>
                                <p:cTn id="22" presetID="10"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fade">
                                      <p:cBhvr>
                                        <p:cTn id="24" dur="500"/>
                                        <p:tgtEl>
                                          <p:spTgt spid="5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fade">
                                      <p:cBhvr>
                                        <p:cTn id="29" dur="500"/>
                                        <p:tgtEl>
                                          <p:spTgt spid="6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500"/>
                                        <p:tgtEl>
                                          <p:spTgt spid="6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fade">
                                      <p:cBhvr>
                                        <p:cTn id="35" dur="500"/>
                                        <p:tgtEl>
                                          <p:spTgt spid="6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3"/>
                                        </p:tgtEl>
                                        <p:attrNameLst>
                                          <p:attrName>style.visibility</p:attrName>
                                        </p:attrNameLst>
                                      </p:cBhvr>
                                      <p:to>
                                        <p:strVal val="visible"/>
                                      </p:to>
                                    </p:set>
                                    <p:animEffect transition="in" filter="fade">
                                      <p:cBhvr>
                                        <p:cTn id="40" dur="500"/>
                                        <p:tgtEl>
                                          <p:spTgt spid="93"/>
                                        </p:tgtEl>
                                      </p:cBhvr>
                                    </p:animEffect>
                                  </p:childTnLst>
                                </p:cTn>
                              </p:par>
                              <p:par>
                                <p:cTn id="41" presetID="10" presetClass="entr" presetSubtype="0" fill="hold" nodeType="with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fade">
                                      <p:cBhvr>
                                        <p:cTn id="43" dur="500"/>
                                        <p:tgtEl>
                                          <p:spTgt spid="6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4"/>
                                        </p:tgtEl>
                                        <p:attrNameLst>
                                          <p:attrName>style.visibility</p:attrName>
                                        </p:attrNameLst>
                                      </p:cBhvr>
                                      <p:to>
                                        <p:strVal val="visible"/>
                                      </p:to>
                                    </p:set>
                                    <p:animEffect transition="in" filter="fade">
                                      <p:cBhvr>
                                        <p:cTn id="46" dur="500"/>
                                        <p:tgtEl>
                                          <p:spTgt spid="9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5"/>
                                        </p:tgtEl>
                                        <p:attrNameLst>
                                          <p:attrName>style.visibility</p:attrName>
                                        </p:attrNameLst>
                                      </p:cBhvr>
                                      <p:to>
                                        <p:strVal val="visible"/>
                                      </p:to>
                                    </p:set>
                                    <p:animEffect transition="in" filter="fade">
                                      <p:cBhvr>
                                        <p:cTn id="51" dur="500"/>
                                        <p:tgtEl>
                                          <p:spTgt spid="9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7"/>
                                        </p:tgtEl>
                                        <p:attrNameLst>
                                          <p:attrName>style.visibility</p:attrName>
                                        </p:attrNameLst>
                                      </p:cBhvr>
                                      <p:to>
                                        <p:strVal val="visible"/>
                                      </p:to>
                                    </p:set>
                                    <p:animEffect transition="in" filter="fade">
                                      <p:cBhvr>
                                        <p:cTn id="54" dur="500"/>
                                        <p:tgtEl>
                                          <p:spTgt spid="97"/>
                                        </p:tgtEl>
                                      </p:cBhvr>
                                    </p:animEffect>
                                  </p:childTnLst>
                                </p:cTn>
                              </p:par>
                              <p:par>
                                <p:cTn id="55" presetID="10" presetClass="entr" presetSubtype="0" fill="hold" nodeType="withEffect">
                                  <p:stCondLst>
                                    <p:cond delay="0"/>
                                  </p:stCondLst>
                                  <p:childTnLst>
                                    <p:set>
                                      <p:cBhvr>
                                        <p:cTn id="56" dur="1" fill="hold">
                                          <p:stCondLst>
                                            <p:cond delay="0"/>
                                          </p:stCondLst>
                                        </p:cTn>
                                        <p:tgtEl>
                                          <p:spTgt spid="96"/>
                                        </p:tgtEl>
                                        <p:attrNameLst>
                                          <p:attrName>style.visibility</p:attrName>
                                        </p:attrNameLst>
                                      </p:cBhvr>
                                      <p:to>
                                        <p:strVal val="visible"/>
                                      </p:to>
                                    </p:set>
                                    <p:animEffect transition="in" filter="fade">
                                      <p:cBhvr>
                                        <p:cTn id="57" dur="500"/>
                                        <p:tgtEl>
                                          <p:spTgt spid="9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99"/>
                                        </p:tgtEl>
                                        <p:attrNameLst>
                                          <p:attrName>style.visibility</p:attrName>
                                        </p:attrNameLst>
                                      </p:cBhvr>
                                      <p:to>
                                        <p:strVal val="visible"/>
                                      </p:to>
                                    </p:set>
                                    <p:animEffect transition="in" filter="fade">
                                      <p:cBhvr>
                                        <p:cTn id="62" dur="500"/>
                                        <p:tgtEl>
                                          <p:spTgt spid="99"/>
                                        </p:tgtEl>
                                      </p:cBhvr>
                                    </p:animEffect>
                                  </p:childTnLst>
                                </p:cTn>
                              </p:par>
                              <p:par>
                                <p:cTn id="63" presetID="10" presetClass="entr" presetSubtype="0"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fade">
                                      <p:cBhvr>
                                        <p:cTn id="65" dur="500"/>
                                        <p:tgtEl>
                                          <p:spTgt spid="9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00"/>
                                        </p:tgtEl>
                                        <p:attrNameLst>
                                          <p:attrName>style.visibility</p:attrName>
                                        </p:attrNameLst>
                                      </p:cBhvr>
                                      <p:to>
                                        <p:strVal val="visible"/>
                                      </p:to>
                                    </p:set>
                                    <p:animEffect transition="in" filter="fade">
                                      <p:cBhvr>
                                        <p:cTn id="68" dur="500"/>
                                        <p:tgtEl>
                                          <p:spTgt spid="100"/>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01"/>
                                        </p:tgtEl>
                                        <p:attrNameLst>
                                          <p:attrName>style.visibility</p:attrName>
                                        </p:attrNameLst>
                                      </p:cBhvr>
                                      <p:to>
                                        <p:strVal val="visible"/>
                                      </p:to>
                                    </p:set>
                                    <p:animEffect transition="in" filter="fade">
                                      <p:cBhvr>
                                        <p:cTn id="73" dur="500"/>
                                        <p:tgtEl>
                                          <p:spTgt spid="10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03"/>
                                        </p:tgtEl>
                                        <p:attrNameLst>
                                          <p:attrName>style.visibility</p:attrName>
                                        </p:attrNameLst>
                                      </p:cBhvr>
                                      <p:to>
                                        <p:strVal val="visible"/>
                                      </p:to>
                                    </p:set>
                                    <p:animEffect transition="in" filter="fade">
                                      <p:cBhvr>
                                        <p:cTn id="76" dur="500"/>
                                        <p:tgtEl>
                                          <p:spTgt spid="103"/>
                                        </p:tgtEl>
                                      </p:cBhvr>
                                    </p:animEffect>
                                  </p:childTnLst>
                                </p:cTn>
                              </p:par>
                              <p:par>
                                <p:cTn id="77" presetID="10" presetClass="entr" presetSubtype="0" fill="hold" nodeType="withEffect">
                                  <p:stCondLst>
                                    <p:cond delay="0"/>
                                  </p:stCondLst>
                                  <p:childTnLst>
                                    <p:set>
                                      <p:cBhvr>
                                        <p:cTn id="78" dur="1" fill="hold">
                                          <p:stCondLst>
                                            <p:cond delay="0"/>
                                          </p:stCondLst>
                                        </p:cTn>
                                        <p:tgtEl>
                                          <p:spTgt spid="102"/>
                                        </p:tgtEl>
                                        <p:attrNameLst>
                                          <p:attrName>style.visibility</p:attrName>
                                        </p:attrNameLst>
                                      </p:cBhvr>
                                      <p:to>
                                        <p:strVal val="visible"/>
                                      </p:to>
                                    </p:set>
                                    <p:animEffect transition="in" filter="fade">
                                      <p:cBhvr>
                                        <p:cTn id="79" dur="500"/>
                                        <p:tgtEl>
                                          <p:spTgt spid="10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05"/>
                                        </p:tgtEl>
                                        <p:attrNameLst>
                                          <p:attrName>style.visibility</p:attrName>
                                        </p:attrNameLst>
                                      </p:cBhvr>
                                      <p:to>
                                        <p:strVal val="visible"/>
                                      </p:to>
                                    </p:set>
                                    <p:animEffect transition="in" filter="fade">
                                      <p:cBhvr>
                                        <p:cTn id="84" dur="500"/>
                                        <p:tgtEl>
                                          <p:spTgt spid="105"/>
                                        </p:tgtEl>
                                      </p:cBhvr>
                                    </p:animEffect>
                                  </p:childTnLst>
                                </p:cTn>
                              </p:par>
                              <p:par>
                                <p:cTn id="85" presetID="10" presetClass="entr" presetSubtype="0" fill="hold" nodeType="withEffect">
                                  <p:stCondLst>
                                    <p:cond delay="0"/>
                                  </p:stCondLst>
                                  <p:childTnLst>
                                    <p:set>
                                      <p:cBhvr>
                                        <p:cTn id="86" dur="1" fill="hold">
                                          <p:stCondLst>
                                            <p:cond delay="0"/>
                                          </p:stCondLst>
                                        </p:cTn>
                                        <p:tgtEl>
                                          <p:spTgt spid="104"/>
                                        </p:tgtEl>
                                        <p:attrNameLst>
                                          <p:attrName>style.visibility</p:attrName>
                                        </p:attrNameLst>
                                      </p:cBhvr>
                                      <p:to>
                                        <p:strVal val="visible"/>
                                      </p:to>
                                    </p:set>
                                    <p:animEffect transition="in" filter="fade">
                                      <p:cBhvr>
                                        <p:cTn id="87" dur="500"/>
                                        <p:tgtEl>
                                          <p:spTgt spid="10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06"/>
                                        </p:tgtEl>
                                        <p:attrNameLst>
                                          <p:attrName>style.visibility</p:attrName>
                                        </p:attrNameLst>
                                      </p:cBhvr>
                                      <p:to>
                                        <p:strVal val="visible"/>
                                      </p:to>
                                    </p:set>
                                    <p:animEffect transition="in" filter="fade">
                                      <p:cBhvr>
                                        <p:cTn id="90" dur="500"/>
                                        <p:tgtEl>
                                          <p:spTgt spid="106"/>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107"/>
                                        </p:tgtEl>
                                        <p:attrNameLst>
                                          <p:attrName>style.visibility</p:attrName>
                                        </p:attrNameLst>
                                      </p:cBhvr>
                                      <p:to>
                                        <p:strVal val="visible"/>
                                      </p:to>
                                    </p:set>
                                    <p:animEffect transition="in" filter="fade">
                                      <p:cBhvr>
                                        <p:cTn id="95" dur="500"/>
                                        <p:tgtEl>
                                          <p:spTgt spid="107"/>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09"/>
                                        </p:tgtEl>
                                        <p:attrNameLst>
                                          <p:attrName>style.visibility</p:attrName>
                                        </p:attrNameLst>
                                      </p:cBhvr>
                                      <p:to>
                                        <p:strVal val="visible"/>
                                      </p:to>
                                    </p:set>
                                    <p:animEffect transition="in" filter="fade">
                                      <p:cBhvr>
                                        <p:cTn id="98" dur="500"/>
                                        <p:tgtEl>
                                          <p:spTgt spid="109"/>
                                        </p:tgtEl>
                                      </p:cBhvr>
                                    </p:animEffect>
                                  </p:childTnLst>
                                </p:cTn>
                              </p:par>
                              <p:par>
                                <p:cTn id="99" presetID="10" presetClass="entr" presetSubtype="0" fill="hold" nodeType="withEffect">
                                  <p:stCondLst>
                                    <p:cond delay="0"/>
                                  </p:stCondLst>
                                  <p:childTnLst>
                                    <p:set>
                                      <p:cBhvr>
                                        <p:cTn id="100" dur="1" fill="hold">
                                          <p:stCondLst>
                                            <p:cond delay="0"/>
                                          </p:stCondLst>
                                        </p:cTn>
                                        <p:tgtEl>
                                          <p:spTgt spid="108"/>
                                        </p:tgtEl>
                                        <p:attrNameLst>
                                          <p:attrName>style.visibility</p:attrName>
                                        </p:attrNameLst>
                                      </p:cBhvr>
                                      <p:to>
                                        <p:strVal val="visible"/>
                                      </p:to>
                                    </p:set>
                                    <p:animEffect transition="in" filter="fade">
                                      <p:cBhvr>
                                        <p:cTn id="101" dur="500"/>
                                        <p:tgtEl>
                                          <p:spTgt spid="10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111"/>
                                        </p:tgtEl>
                                        <p:attrNameLst>
                                          <p:attrName>style.visibility</p:attrName>
                                        </p:attrNameLst>
                                      </p:cBhvr>
                                      <p:to>
                                        <p:strVal val="visible"/>
                                      </p:to>
                                    </p:set>
                                    <p:animEffect transition="in" filter="fade">
                                      <p:cBhvr>
                                        <p:cTn id="106" dur="500"/>
                                        <p:tgtEl>
                                          <p:spTgt spid="111"/>
                                        </p:tgtEl>
                                      </p:cBhvr>
                                    </p:animEffect>
                                  </p:childTnLst>
                                </p:cTn>
                              </p:par>
                              <p:par>
                                <p:cTn id="107" presetID="10" presetClass="entr" presetSubtype="0" fill="hold" nodeType="withEffect">
                                  <p:stCondLst>
                                    <p:cond delay="0"/>
                                  </p:stCondLst>
                                  <p:childTnLst>
                                    <p:set>
                                      <p:cBhvr>
                                        <p:cTn id="108" dur="1" fill="hold">
                                          <p:stCondLst>
                                            <p:cond delay="0"/>
                                          </p:stCondLst>
                                        </p:cTn>
                                        <p:tgtEl>
                                          <p:spTgt spid="110"/>
                                        </p:tgtEl>
                                        <p:attrNameLst>
                                          <p:attrName>style.visibility</p:attrName>
                                        </p:attrNameLst>
                                      </p:cBhvr>
                                      <p:to>
                                        <p:strVal val="visible"/>
                                      </p:to>
                                    </p:set>
                                    <p:animEffect transition="in" filter="fade">
                                      <p:cBhvr>
                                        <p:cTn id="109" dur="500"/>
                                        <p:tgtEl>
                                          <p:spTgt spid="11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12"/>
                                        </p:tgtEl>
                                        <p:attrNameLst>
                                          <p:attrName>style.visibility</p:attrName>
                                        </p:attrNameLst>
                                      </p:cBhvr>
                                      <p:to>
                                        <p:strVal val="visible"/>
                                      </p:to>
                                    </p:set>
                                    <p:animEffect transition="in" filter="fade">
                                      <p:cBhvr>
                                        <p:cTn id="112" dur="500"/>
                                        <p:tgtEl>
                                          <p:spTgt spid="112"/>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113"/>
                                        </p:tgtEl>
                                        <p:attrNameLst>
                                          <p:attrName>style.visibility</p:attrName>
                                        </p:attrNameLst>
                                      </p:cBhvr>
                                      <p:to>
                                        <p:strVal val="visible"/>
                                      </p:to>
                                    </p:set>
                                    <p:animEffect transition="in" filter="fade">
                                      <p:cBhvr>
                                        <p:cTn id="117" dur="500"/>
                                        <p:tgtEl>
                                          <p:spTgt spid="11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15"/>
                                        </p:tgtEl>
                                        <p:attrNameLst>
                                          <p:attrName>style.visibility</p:attrName>
                                        </p:attrNameLst>
                                      </p:cBhvr>
                                      <p:to>
                                        <p:strVal val="visible"/>
                                      </p:to>
                                    </p:set>
                                    <p:animEffect transition="in" filter="fade">
                                      <p:cBhvr>
                                        <p:cTn id="120" dur="500"/>
                                        <p:tgtEl>
                                          <p:spTgt spid="115"/>
                                        </p:tgtEl>
                                      </p:cBhvr>
                                    </p:animEffect>
                                  </p:childTnLst>
                                </p:cTn>
                              </p:par>
                              <p:par>
                                <p:cTn id="121" presetID="10" presetClass="entr" presetSubtype="0" fill="hold" nodeType="withEffect">
                                  <p:stCondLst>
                                    <p:cond delay="0"/>
                                  </p:stCondLst>
                                  <p:childTnLst>
                                    <p:set>
                                      <p:cBhvr>
                                        <p:cTn id="122" dur="1" fill="hold">
                                          <p:stCondLst>
                                            <p:cond delay="0"/>
                                          </p:stCondLst>
                                        </p:cTn>
                                        <p:tgtEl>
                                          <p:spTgt spid="114"/>
                                        </p:tgtEl>
                                        <p:attrNameLst>
                                          <p:attrName>style.visibility</p:attrName>
                                        </p:attrNameLst>
                                      </p:cBhvr>
                                      <p:to>
                                        <p:strVal val="visible"/>
                                      </p:to>
                                    </p:set>
                                    <p:animEffect transition="in" filter="fade">
                                      <p:cBhvr>
                                        <p:cTn id="123" dur="500"/>
                                        <p:tgtEl>
                                          <p:spTgt spid="114"/>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116"/>
                                        </p:tgtEl>
                                        <p:attrNameLst>
                                          <p:attrName>style.visibility</p:attrName>
                                        </p:attrNameLst>
                                      </p:cBhvr>
                                      <p:to>
                                        <p:strVal val="visible"/>
                                      </p:to>
                                    </p:set>
                                    <p:animEffect transition="in" filter="fade">
                                      <p:cBhvr>
                                        <p:cTn id="128" dur="500"/>
                                        <p:tgtEl>
                                          <p:spTgt spid="116"/>
                                        </p:tgtEl>
                                      </p:cBhvr>
                                    </p:animEffect>
                                  </p:childTnLst>
                                </p:cTn>
                              </p:par>
                              <p:par>
                                <p:cTn id="129" presetID="10" presetClass="entr" presetSubtype="0" fill="hold" nodeType="withEffect">
                                  <p:stCondLst>
                                    <p:cond delay="0"/>
                                  </p:stCondLst>
                                  <p:childTnLst>
                                    <p:set>
                                      <p:cBhvr>
                                        <p:cTn id="130" dur="1" fill="hold">
                                          <p:stCondLst>
                                            <p:cond delay="0"/>
                                          </p:stCondLst>
                                        </p:cTn>
                                        <p:tgtEl>
                                          <p:spTgt spid="117"/>
                                        </p:tgtEl>
                                        <p:attrNameLst>
                                          <p:attrName>style.visibility</p:attrName>
                                        </p:attrNameLst>
                                      </p:cBhvr>
                                      <p:to>
                                        <p:strVal val="visible"/>
                                      </p:to>
                                    </p:set>
                                    <p:animEffect transition="in" filter="fade">
                                      <p:cBhvr>
                                        <p:cTn id="131" dur="500"/>
                                        <p:tgtEl>
                                          <p:spTgt spid="11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118"/>
                                        </p:tgtEl>
                                        <p:attrNameLst>
                                          <p:attrName>style.visibility</p:attrName>
                                        </p:attrNameLst>
                                      </p:cBhvr>
                                      <p:to>
                                        <p:strVal val="visible"/>
                                      </p:to>
                                    </p:set>
                                    <p:animEffect transition="in" filter="fade">
                                      <p:cBhvr>
                                        <p:cTn id="134"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8" grpId="0"/>
      <p:bldP spid="59" grpId="0" animBg="1"/>
      <p:bldP spid="62" grpId="0" animBg="1"/>
      <p:bldP spid="64" grpId="0"/>
      <p:bldP spid="93" grpId="0" animBg="1"/>
      <p:bldP spid="94" grpId="0"/>
      <p:bldP spid="95" grpId="0" animBg="1"/>
      <p:bldP spid="97" grpId="0"/>
      <p:bldP spid="99" grpId="0" animBg="1"/>
      <p:bldP spid="100" grpId="0"/>
      <p:bldP spid="101" grpId="0" animBg="1"/>
      <p:bldP spid="103" grpId="0"/>
      <p:bldP spid="105" grpId="0" animBg="1"/>
      <p:bldP spid="106" grpId="0"/>
      <p:bldP spid="107" grpId="0" animBg="1"/>
      <p:bldP spid="109" grpId="0"/>
      <p:bldP spid="111" grpId="0" animBg="1"/>
      <p:bldP spid="112" grpId="0"/>
      <p:bldP spid="113" grpId="0" animBg="1"/>
      <p:bldP spid="115" grpId="0"/>
      <p:bldP spid="116" grpId="0" animBg="1"/>
      <p:bldP spid="11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ontent Placeholder 2">
            <a:extLst>
              <a:ext uri="{FF2B5EF4-FFF2-40B4-BE49-F238E27FC236}">
                <a16:creationId xmlns:a16="http://schemas.microsoft.com/office/drawing/2014/main" id="{4F0CA441-E397-434A-A95B-F34F1CA20542}"/>
              </a:ext>
            </a:extLst>
          </p:cNvPr>
          <p:cNvSpPr>
            <a:spLocks noGrp="1"/>
          </p:cNvSpPr>
          <p:nvPr>
            <p:ph idx="1"/>
          </p:nvPr>
        </p:nvSpPr>
        <p:spPr>
          <a:xfrm>
            <a:off x="338222" y="1376946"/>
            <a:ext cx="2301379" cy="370246"/>
          </a:xfrm>
        </p:spPr>
        <p:txBody>
          <a:bodyPr>
            <a:noAutofit/>
          </a:bodyPr>
          <a:lstStyle/>
          <a:p>
            <a:pPr marL="0" indent="0">
              <a:buNone/>
            </a:pPr>
            <a:r>
              <a:rPr lang="tr-TR" sz="1904" b="1" dirty="0">
                <a:latin typeface="Myriad Pro"/>
                <a:cs typeface="Myriad Pro"/>
              </a:rPr>
              <a:t>TIR KARNESİ</a:t>
            </a:r>
            <a:endParaRPr lang="tr-TR" sz="1058" b="1" i="1" dirty="0">
              <a:solidFill>
                <a:srgbClr val="FF0000"/>
              </a:solidFill>
              <a:latin typeface="Myriad Pro"/>
            </a:endParaRPr>
          </a:p>
          <a:p>
            <a:pPr marL="0" indent="0">
              <a:buNone/>
            </a:pPr>
            <a:endParaRPr lang="tr-TR" sz="1904" b="1" dirty="0">
              <a:latin typeface="Myriad Pro"/>
              <a:cs typeface="Myriad Pro"/>
            </a:endParaRPr>
          </a:p>
        </p:txBody>
      </p:sp>
      <p:pic>
        <p:nvPicPr>
          <p:cNvPr id="33" name="Resim 32">
            <a:extLst>
              <a:ext uri="{FF2B5EF4-FFF2-40B4-BE49-F238E27FC236}">
                <a16:creationId xmlns:a16="http://schemas.microsoft.com/office/drawing/2014/main" id="{F7C9E01E-93E7-4852-B5C0-084E1AC361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2563" y="85725"/>
            <a:ext cx="3848100" cy="6686550"/>
          </a:xfrm>
          <a:prstGeom prst="rect">
            <a:avLst/>
          </a:prstGeom>
        </p:spPr>
      </p:pic>
      <p:cxnSp>
        <p:nvCxnSpPr>
          <p:cNvPr id="38" name="Düz Ok Bağlayıcısı 37">
            <a:extLst>
              <a:ext uri="{FF2B5EF4-FFF2-40B4-BE49-F238E27FC236}">
                <a16:creationId xmlns:a16="http://schemas.microsoft.com/office/drawing/2014/main" id="{AB52B032-DB8E-4EBF-88EF-CA00F9CCBA4E}"/>
              </a:ext>
            </a:extLst>
          </p:cNvPr>
          <p:cNvCxnSpPr>
            <a:cxnSpLocks/>
          </p:cNvCxnSpPr>
          <p:nvPr/>
        </p:nvCxnSpPr>
        <p:spPr>
          <a:xfrm flipV="1">
            <a:off x="7681285" y="1556813"/>
            <a:ext cx="458097" cy="525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9" name="Metin kutusu 38">
            <a:extLst>
              <a:ext uri="{FF2B5EF4-FFF2-40B4-BE49-F238E27FC236}">
                <a16:creationId xmlns:a16="http://schemas.microsoft.com/office/drawing/2014/main" id="{DED7DD28-E6D6-470A-8557-56A57E803FC5}"/>
              </a:ext>
            </a:extLst>
          </p:cNvPr>
          <p:cNvSpPr txBox="1"/>
          <p:nvPr/>
        </p:nvSpPr>
        <p:spPr>
          <a:xfrm>
            <a:off x="7882003" y="1354706"/>
            <a:ext cx="1486672"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Karne Eki Belgeler (8)</a:t>
            </a:r>
          </a:p>
        </p:txBody>
      </p:sp>
      <p:sp>
        <p:nvSpPr>
          <p:cNvPr id="40" name="Yuvarlatılmış Dikdörtgen 62">
            <a:extLst>
              <a:ext uri="{FF2B5EF4-FFF2-40B4-BE49-F238E27FC236}">
                <a16:creationId xmlns:a16="http://schemas.microsoft.com/office/drawing/2014/main" id="{BC977156-F00E-4C98-8099-549786FE37AA}"/>
              </a:ext>
            </a:extLst>
          </p:cNvPr>
          <p:cNvSpPr/>
          <p:nvPr/>
        </p:nvSpPr>
        <p:spPr>
          <a:xfrm>
            <a:off x="6187769" y="1437604"/>
            <a:ext cx="1508514" cy="253409"/>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41" name="Düz Ok Bağlayıcısı 40">
            <a:extLst>
              <a:ext uri="{FF2B5EF4-FFF2-40B4-BE49-F238E27FC236}">
                <a16:creationId xmlns:a16="http://schemas.microsoft.com/office/drawing/2014/main" id="{15976801-9A72-4116-ABD9-55D6433C1C44}"/>
              </a:ext>
            </a:extLst>
          </p:cNvPr>
          <p:cNvCxnSpPr>
            <a:cxnSpLocks/>
          </p:cNvCxnSpPr>
          <p:nvPr/>
        </p:nvCxnSpPr>
        <p:spPr>
          <a:xfrm>
            <a:off x="7382271" y="3297915"/>
            <a:ext cx="736757" cy="651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2" name="Metin kutusu 41">
            <a:extLst>
              <a:ext uri="{FF2B5EF4-FFF2-40B4-BE49-F238E27FC236}">
                <a16:creationId xmlns:a16="http://schemas.microsoft.com/office/drawing/2014/main" id="{0E9EECE9-94C8-4DDD-9E00-324F68F262CC}"/>
              </a:ext>
            </a:extLst>
          </p:cNvPr>
          <p:cNvSpPr txBox="1"/>
          <p:nvPr/>
        </p:nvSpPr>
        <p:spPr>
          <a:xfrm>
            <a:off x="1525071" y="5887907"/>
            <a:ext cx="2054708" cy="67826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Hareket Gümrük İdaresi, Kodu, Mühür No, </a:t>
            </a:r>
          </a:p>
          <a:p>
            <a:pPr algn="ctr"/>
            <a:r>
              <a:rPr lang="tr-TR" sz="1269" b="1" dirty="0">
                <a:latin typeface="Myriad Pro"/>
                <a:cs typeface="Times New Roman" panose="02020603050405020304" pitchFamily="18" charset="0"/>
              </a:rPr>
              <a:t>varsa Güzergah bilgisi</a:t>
            </a:r>
          </a:p>
        </p:txBody>
      </p:sp>
      <p:sp>
        <p:nvSpPr>
          <p:cNvPr id="44" name="Yuvarlatılmış Dikdörtgen 62">
            <a:extLst>
              <a:ext uri="{FF2B5EF4-FFF2-40B4-BE49-F238E27FC236}">
                <a16:creationId xmlns:a16="http://schemas.microsoft.com/office/drawing/2014/main" id="{6E5EF31C-72F7-4FB3-B764-CE772BE78A1B}"/>
              </a:ext>
            </a:extLst>
          </p:cNvPr>
          <p:cNvSpPr/>
          <p:nvPr/>
        </p:nvSpPr>
        <p:spPr>
          <a:xfrm>
            <a:off x="4530437" y="1980109"/>
            <a:ext cx="2851834" cy="1556805"/>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45" name="Yuvarlatılmış Dikdörtgen 62">
            <a:extLst>
              <a:ext uri="{FF2B5EF4-FFF2-40B4-BE49-F238E27FC236}">
                <a16:creationId xmlns:a16="http://schemas.microsoft.com/office/drawing/2014/main" id="{6898C8B5-9447-4DE9-A52E-C2EF93E6F415}"/>
              </a:ext>
            </a:extLst>
          </p:cNvPr>
          <p:cNvSpPr/>
          <p:nvPr/>
        </p:nvSpPr>
        <p:spPr>
          <a:xfrm>
            <a:off x="4530436" y="5749047"/>
            <a:ext cx="2171921" cy="817123"/>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46" name="Düz Ok Bağlayıcısı 45">
            <a:extLst>
              <a:ext uri="{FF2B5EF4-FFF2-40B4-BE49-F238E27FC236}">
                <a16:creationId xmlns:a16="http://schemas.microsoft.com/office/drawing/2014/main" id="{897B0BE0-01EA-48BB-A4F1-65708A1027A2}"/>
              </a:ext>
            </a:extLst>
          </p:cNvPr>
          <p:cNvCxnSpPr>
            <a:cxnSpLocks/>
          </p:cNvCxnSpPr>
          <p:nvPr/>
        </p:nvCxnSpPr>
        <p:spPr>
          <a:xfrm flipH="1">
            <a:off x="3579779" y="6140401"/>
            <a:ext cx="93141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7" name="Metin kutusu 46">
            <a:extLst>
              <a:ext uri="{FF2B5EF4-FFF2-40B4-BE49-F238E27FC236}">
                <a16:creationId xmlns:a16="http://schemas.microsoft.com/office/drawing/2014/main" id="{6B17729C-0B80-404D-9B92-96909EE345AC}"/>
              </a:ext>
            </a:extLst>
          </p:cNvPr>
          <p:cNvSpPr txBox="1"/>
          <p:nvPr/>
        </p:nvSpPr>
        <p:spPr>
          <a:xfrm>
            <a:off x="8139382" y="3051061"/>
            <a:ext cx="1943953" cy="67826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Eşyanın Detaylı Bilgisi (8-9-10) </a:t>
            </a:r>
          </a:p>
          <a:p>
            <a:pPr algn="ctr"/>
            <a:r>
              <a:rPr lang="tr-TR" sz="1269" b="1" dirty="0">
                <a:latin typeface="Myriad Pro"/>
                <a:cs typeface="Times New Roman" panose="02020603050405020304" pitchFamily="18" charset="0"/>
              </a:rPr>
              <a:t>(GTİP, Tanım, Kg)</a:t>
            </a:r>
          </a:p>
        </p:txBody>
      </p:sp>
      <p:sp>
        <p:nvSpPr>
          <p:cNvPr id="48" name="Metin kutusu 47">
            <a:extLst>
              <a:ext uri="{FF2B5EF4-FFF2-40B4-BE49-F238E27FC236}">
                <a16:creationId xmlns:a16="http://schemas.microsoft.com/office/drawing/2014/main" id="{BFF7F43F-9BB8-4D0A-9896-2509CFEF3694}"/>
              </a:ext>
            </a:extLst>
          </p:cNvPr>
          <p:cNvSpPr txBox="1"/>
          <p:nvPr/>
        </p:nvSpPr>
        <p:spPr>
          <a:xfrm>
            <a:off x="1400783" y="4204132"/>
            <a:ext cx="2863647" cy="873572"/>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Gümrük İdaresi (18), </a:t>
            </a:r>
          </a:p>
          <a:p>
            <a:pPr algn="ctr"/>
            <a:r>
              <a:rPr lang="tr-TR" sz="1269" b="1" dirty="0">
                <a:latin typeface="Myriad Pro"/>
                <a:cs typeface="Times New Roman" panose="02020603050405020304" pitchFamily="18" charset="0"/>
              </a:rPr>
              <a:t>Transit Süresi (20), </a:t>
            </a:r>
          </a:p>
          <a:p>
            <a:pPr algn="ctr"/>
            <a:r>
              <a:rPr lang="tr-TR" sz="1269" b="1" dirty="0">
                <a:latin typeface="Myriad Pro"/>
                <a:cs typeface="Times New Roman" panose="02020603050405020304" pitchFamily="18" charset="0"/>
              </a:rPr>
              <a:t>varsa Güzergah bilgisi (22),</a:t>
            </a:r>
          </a:p>
          <a:p>
            <a:pPr algn="ctr"/>
            <a:r>
              <a:rPr lang="tr-TR" sz="1269" b="1" dirty="0">
                <a:latin typeface="Myriad Pro"/>
                <a:cs typeface="Times New Roman" panose="02020603050405020304" pitchFamily="18" charset="0"/>
              </a:rPr>
              <a:t>İmza ve Gümrük İdare Mührü (23)</a:t>
            </a:r>
          </a:p>
        </p:txBody>
      </p:sp>
      <p:sp>
        <p:nvSpPr>
          <p:cNvPr id="49" name="Yuvarlatılmış Dikdörtgen 62">
            <a:extLst>
              <a:ext uri="{FF2B5EF4-FFF2-40B4-BE49-F238E27FC236}">
                <a16:creationId xmlns:a16="http://schemas.microsoft.com/office/drawing/2014/main" id="{AB6769E3-BB6A-44D6-8CA0-0D5F203D6C41}"/>
              </a:ext>
            </a:extLst>
          </p:cNvPr>
          <p:cNvSpPr/>
          <p:nvPr/>
        </p:nvSpPr>
        <p:spPr>
          <a:xfrm>
            <a:off x="4511188" y="4204133"/>
            <a:ext cx="1700912" cy="120215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50" name="Düz Ok Bağlayıcısı 49">
            <a:extLst>
              <a:ext uri="{FF2B5EF4-FFF2-40B4-BE49-F238E27FC236}">
                <a16:creationId xmlns:a16="http://schemas.microsoft.com/office/drawing/2014/main" id="{AB578B59-CE1C-4D3F-999D-C547EF06C647}"/>
              </a:ext>
            </a:extLst>
          </p:cNvPr>
          <p:cNvCxnSpPr>
            <a:cxnSpLocks/>
          </p:cNvCxnSpPr>
          <p:nvPr/>
        </p:nvCxnSpPr>
        <p:spPr>
          <a:xfrm flipH="1">
            <a:off x="4119499" y="4527810"/>
            <a:ext cx="410937"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1" name="Metin kutusu 50">
            <a:extLst>
              <a:ext uri="{FF2B5EF4-FFF2-40B4-BE49-F238E27FC236}">
                <a16:creationId xmlns:a16="http://schemas.microsoft.com/office/drawing/2014/main" id="{69D5A13A-E7E3-455D-A241-24D1E9534D0B}"/>
              </a:ext>
            </a:extLst>
          </p:cNvPr>
          <p:cNvSpPr txBox="1"/>
          <p:nvPr/>
        </p:nvSpPr>
        <p:spPr>
          <a:xfrm>
            <a:off x="2060494" y="3379223"/>
            <a:ext cx="1821635"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İşlem Yapılacak Gümrük İdareleri (12)</a:t>
            </a:r>
          </a:p>
        </p:txBody>
      </p:sp>
      <p:sp>
        <p:nvSpPr>
          <p:cNvPr id="52" name="Yuvarlatılmış Dikdörtgen 62">
            <a:extLst>
              <a:ext uri="{FF2B5EF4-FFF2-40B4-BE49-F238E27FC236}">
                <a16:creationId xmlns:a16="http://schemas.microsoft.com/office/drawing/2014/main" id="{7860D17E-C4CB-47BB-9FE9-0C17CCF62602}"/>
              </a:ext>
            </a:extLst>
          </p:cNvPr>
          <p:cNvSpPr/>
          <p:nvPr/>
        </p:nvSpPr>
        <p:spPr>
          <a:xfrm>
            <a:off x="4450484" y="1290994"/>
            <a:ext cx="1201285" cy="323678"/>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53" name="Düz Ok Bağlayıcısı 52">
            <a:extLst>
              <a:ext uri="{FF2B5EF4-FFF2-40B4-BE49-F238E27FC236}">
                <a16:creationId xmlns:a16="http://schemas.microsoft.com/office/drawing/2014/main" id="{14BE3A12-AAFC-45E6-8E62-98387E0137E5}"/>
              </a:ext>
            </a:extLst>
          </p:cNvPr>
          <p:cNvCxnSpPr>
            <a:cxnSpLocks/>
          </p:cNvCxnSpPr>
          <p:nvPr/>
        </p:nvCxnSpPr>
        <p:spPr>
          <a:xfrm flipH="1">
            <a:off x="3939702" y="1614552"/>
            <a:ext cx="510783" cy="23370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4" name="Yuvarlatılmış Dikdörtgen 62">
            <a:extLst>
              <a:ext uri="{FF2B5EF4-FFF2-40B4-BE49-F238E27FC236}">
                <a16:creationId xmlns:a16="http://schemas.microsoft.com/office/drawing/2014/main" id="{1F4C3137-4B96-4231-B4C5-77AFC73342A8}"/>
              </a:ext>
            </a:extLst>
          </p:cNvPr>
          <p:cNvSpPr/>
          <p:nvPr/>
        </p:nvSpPr>
        <p:spPr>
          <a:xfrm>
            <a:off x="4472288" y="3541869"/>
            <a:ext cx="1337020" cy="662251"/>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55" name="Düz Ok Bağlayıcısı 54">
            <a:extLst>
              <a:ext uri="{FF2B5EF4-FFF2-40B4-BE49-F238E27FC236}">
                <a16:creationId xmlns:a16="http://schemas.microsoft.com/office/drawing/2014/main" id="{8DD8529A-CF26-45A4-9CA9-EB66FBF817C4}"/>
              </a:ext>
            </a:extLst>
          </p:cNvPr>
          <p:cNvCxnSpPr>
            <a:cxnSpLocks/>
          </p:cNvCxnSpPr>
          <p:nvPr/>
        </p:nvCxnSpPr>
        <p:spPr>
          <a:xfrm>
            <a:off x="4472290" y="3865428"/>
            <a:ext cx="57713" cy="47816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Düz Ok Bağlayıcısı 55">
            <a:extLst>
              <a:ext uri="{FF2B5EF4-FFF2-40B4-BE49-F238E27FC236}">
                <a16:creationId xmlns:a16="http://schemas.microsoft.com/office/drawing/2014/main" id="{C763AA85-2B0F-4D2E-9908-885F38517C54}"/>
              </a:ext>
            </a:extLst>
          </p:cNvPr>
          <p:cNvCxnSpPr>
            <a:cxnSpLocks/>
          </p:cNvCxnSpPr>
          <p:nvPr/>
        </p:nvCxnSpPr>
        <p:spPr>
          <a:xfrm flipH="1" flipV="1">
            <a:off x="3806699" y="3604336"/>
            <a:ext cx="643787" cy="20424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Metin kutusu 56">
            <a:extLst>
              <a:ext uri="{FF2B5EF4-FFF2-40B4-BE49-F238E27FC236}">
                <a16:creationId xmlns:a16="http://schemas.microsoft.com/office/drawing/2014/main" id="{A8760EDE-C25A-4D26-A0CB-63683FC1AAC6}"/>
              </a:ext>
            </a:extLst>
          </p:cNvPr>
          <p:cNvSpPr txBox="1"/>
          <p:nvPr/>
        </p:nvSpPr>
        <p:spPr>
          <a:xfrm>
            <a:off x="2704594" y="1651437"/>
            <a:ext cx="1486672" cy="482953"/>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Araç Plaka Bilgileri (7)</a:t>
            </a:r>
          </a:p>
        </p:txBody>
      </p:sp>
      <p:sp>
        <p:nvSpPr>
          <p:cNvPr id="24" name="Metin kutusu 23">
            <a:extLst>
              <a:ext uri="{FF2B5EF4-FFF2-40B4-BE49-F238E27FC236}">
                <a16:creationId xmlns:a16="http://schemas.microsoft.com/office/drawing/2014/main" id="{F07000D3-F64E-4D3B-BB20-CA8692002BAB}"/>
              </a:ext>
            </a:extLst>
          </p:cNvPr>
          <p:cNvSpPr txBox="1"/>
          <p:nvPr/>
        </p:nvSpPr>
        <p:spPr>
          <a:xfrm>
            <a:off x="1830236" y="6583222"/>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860105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par>
                                <p:cTn id="19" presetID="10"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500"/>
                                        <p:tgtEl>
                                          <p:spTgt spid="4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fade">
                                      <p:cBhvr>
                                        <p:cTn id="43" dur="500"/>
                                        <p:tgtEl>
                                          <p:spTgt spid="5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500"/>
                                        <p:tgtEl>
                                          <p:spTgt spid="5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500"/>
                                        <p:tgtEl>
                                          <p:spTgt spid="49"/>
                                        </p:tgtEl>
                                      </p:cBhvr>
                                    </p:animEffect>
                                  </p:childTnLst>
                                </p:cTn>
                              </p:par>
                              <p:par>
                                <p:cTn id="52" presetID="10" presetClass="entr" presetSubtype="0" fill="hold" nodeType="with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500"/>
                                        <p:tgtEl>
                                          <p:spTgt spid="5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fade">
                                      <p:cBhvr>
                                        <p:cTn id="57" dur="500"/>
                                        <p:tgtEl>
                                          <p:spTgt spid="4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500"/>
                                        <p:tgtEl>
                                          <p:spTgt spid="45"/>
                                        </p:tgtEl>
                                      </p:cBhvr>
                                    </p:animEffect>
                                  </p:childTnLst>
                                </p:cTn>
                              </p:par>
                              <p:par>
                                <p:cTn id="63" presetID="10" presetClass="entr" presetSubtype="0" fill="hold" nodeType="withEffect">
                                  <p:stCondLst>
                                    <p:cond delay="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500"/>
                                        <p:tgtEl>
                                          <p:spTgt spid="4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fade">
                                      <p:cBhvr>
                                        <p:cTn id="6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animBg="1"/>
      <p:bldP spid="42" grpId="0"/>
      <p:bldP spid="44" grpId="0" animBg="1"/>
      <p:bldP spid="45" grpId="0" animBg="1"/>
      <p:bldP spid="47" grpId="0"/>
      <p:bldP spid="48" grpId="0"/>
      <p:bldP spid="49" grpId="0" animBg="1"/>
      <p:bldP spid="51" grpId="0"/>
      <p:bldP spid="52" grpId="0" animBg="1"/>
      <p:bldP spid="54" grpId="0" animBg="1"/>
      <p:bldP spid="5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ontent Placeholder 2">
            <a:extLst>
              <a:ext uri="{FF2B5EF4-FFF2-40B4-BE49-F238E27FC236}">
                <a16:creationId xmlns:a16="http://schemas.microsoft.com/office/drawing/2014/main" id="{4F0CA441-E397-434A-A95B-F34F1CA20542}"/>
              </a:ext>
            </a:extLst>
          </p:cNvPr>
          <p:cNvSpPr>
            <a:spLocks noGrp="1"/>
          </p:cNvSpPr>
          <p:nvPr>
            <p:ph idx="1"/>
          </p:nvPr>
        </p:nvSpPr>
        <p:spPr>
          <a:xfrm>
            <a:off x="338222" y="1376946"/>
            <a:ext cx="2301379" cy="370246"/>
          </a:xfrm>
        </p:spPr>
        <p:txBody>
          <a:bodyPr>
            <a:noAutofit/>
          </a:bodyPr>
          <a:lstStyle/>
          <a:p>
            <a:pPr marL="0" indent="0">
              <a:buNone/>
            </a:pPr>
            <a:r>
              <a:rPr lang="tr-TR" sz="1904" b="1" dirty="0">
                <a:latin typeface="Myriad Pro"/>
                <a:cs typeface="Myriad Pro"/>
              </a:rPr>
              <a:t>TIR KARNESİ</a:t>
            </a:r>
            <a:endParaRPr lang="tr-TR" sz="1058" b="1" i="1" dirty="0">
              <a:solidFill>
                <a:srgbClr val="FF0000"/>
              </a:solidFill>
              <a:latin typeface="Myriad Pro"/>
            </a:endParaRPr>
          </a:p>
          <a:p>
            <a:pPr marL="0" indent="0">
              <a:buNone/>
            </a:pPr>
            <a:endParaRPr lang="tr-TR" sz="1904" b="1" dirty="0">
              <a:latin typeface="Myriad Pro"/>
              <a:cs typeface="Myriad Pro"/>
            </a:endParaRPr>
          </a:p>
        </p:txBody>
      </p:sp>
      <p:pic>
        <p:nvPicPr>
          <p:cNvPr id="3" name="Resim 2">
            <a:extLst>
              <a:ext uri="{FF2B5EF4-FFF2-40B4-BE49-F238E27FC236}">
                <a16:creationId xmlns:a16="http://schemas.microsoft.com/office/drawing/2014/main" id="{284672DD-48ED-447F-828E-78CAF94375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66675"/>
            <a:ext cx="3810000" cy="6724650"/>
          </a:xfrm>
          <a:prstGeom prst="rect">
            <a:avLst/>
          </a:prstGeom>
        </p:spPr>
      </p:pic>
      <p:sp>
        <p:nvSpPr>
          <p:cNvPr id="25" name="Metin kutusu 24">
            <a:extLst>
              <a:ext uri="{FF2B5EF4-FFF2-40B4-BE49-F238E27FC236}">
                <a16:creationId xmlns:a16="http://schemas.microsoft.com/office/drawing/2014/main" id="{B3B4A86C-3697-4ACE-8668-05BCAD1069BB}"/>
              </a:ext>
            </a:extLst>
          </p:cNvPr>
          <p:cNvSpPr txBox="1"/>
          <p:nvPr/>
        </p:nvSpPr>
        <p:spPr>
          <a:xfrm>
            <a:off x="8558760" y="4314505"/>
            <a:ext cx="3194938" cy="1068882"/>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Çıkış Gümrük İdaresi (24), </a:t>
            </a:r>
          </a:p>
          <a:p>
            <a:pPr algn="ctr"/>
            <a:r>
              <a:rPr lang="tr-TR" sz="1269" b="1" dirty="0">
                <a:latin typeface="Myriad Pro"/>
                <a:cs typeface="Times New Roman" panose="02020603050405020304" pitchFamily="18" charset="0"/>
              </a:rPr>
              <a:t>Mühür bozulmamışsa işaretlenir (25),</a:t>
            </a:r>
          </a:p>
          <a:p>
            <a:pPr algn="ctr"/>
            <a:r>
              <a:rPr lang="tr-TR" sz="1269" b="1" dirty="0">
                <a:latin typeface="Myriad Pro"/>
                <a:cs typeface="Times New Roman" panose="02020603050405020304" pitchFamily="18" charset="0"/>
              </a:rPr>
              <a:t>Eşya boşaltılmışsa miktarı (26),</a:t>
            </a:r>
          </a:p>
          <a:p>
            <a:pPr algn="ctr"/>
            <a:r>
              <a:rPr lang="tr-TR" sz="1269" b="1" dirty="0">
                <a:latin typeface="Myriad Pro"/>
                <a:cs typeface="Times New Roman" panose="02020603050405020304" pitchFamily="18" charset="0"/>
              </a:rPr>
              <a:t>varsa Şartlı İbra durumu (27),</a:t>
            </a:r>
          </a:p>
          <a:p>
            <a:pPr algn="ctr"/>
            <a:r>
              <a:rPr lang="tr-TR" sz="1269" b="1" dirty="0">
                <a:latin typeface="Myriad Pro"/>
                <a:cs typeface="Times New Roman" panose="02020603050405020304" pitchFamily="18" charset="0"/>
              </a:rPr>
              <a:t>İmza ve Gümrük İdare Mührü (28)</a:t>
            </a:r>
          </a:p>
        </p:txBody>
      </p:sp>
      <p:sp>
        <p:nvSpPr>
          <p:cNvPr id="29" name="Yuvarlatılmış Dikdörtgen 62">
            <a:extLst>
              <a:ext uri="{FF2B5EF4-FFF2-40B4-BE49-F238E27FC236}">
                <a16:creationId xmlns:a16="http://schemas.microsoft.com/office/drawing/2014/main" id="{4F8715EA-D69D-4ED4-A1BD-7CE0AADE8587}"/>
              </a:ext>
            </a:extLst>
          </p:cNvPr>
          <p:cNvSpPr/>
          <p:nvPr/>
        </p:nvSpPr>
        <p:spPr>
          <a:xfrm>
            <a:off x="6167336" y="4155494"/>
            <a:ext cx="1633462" cy="1202154"/>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32" name="Düz Ok Bağlayıcısı 31">
            <a:extLst>
              <a:ext uri="{FF2B5EF4-FFF2-40B4-BE49-F238E27FC236}">
                <a16:creationId xmlns:a16="http://schemas.microsoft.com/office/drawing/2014/main" id="{B516A276-0CDC-493E-BD50-6751CB3EB306}"/>
              </a:ext>
            </a:extLst>
          </p:cNvPr>
          <p:cNvCxnSpPr>
            <a:cxnSpLocks/>
          </p:cNvCxnSpPr>
          <p:nvPr/>
        </p:nvCxnSpPr>
        <p:spPr>
          <a:xfrm>
            <a:off x="7869676" y="4751291"/>
            <a:ext cx="68908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3" name="Metin kutusu 32">
            <a:extLst>
              <a:ext uri="{FF2B5EF4-FFF2-40B4-BE49-F238E27FC236}">
                <a16:creationId xmlns:a16="http://schemas.microsoft.com/office/drawing/2014/main" id="{B5389C51-EEDE-4B0F-937F-19DADF6C1DAF}"/>
              </a:ext>
            </a:extLst>
          </p:cNvPr>
          <p:cNvSpPr txBox="1"/>
          <p:nvPr/>
        </p:nvSpPr>
        <p:spPr>
          <a:xfrm>
            <a:off x="1278400" y="5887907"/>
            <a:ext cx="2301379" cy="873572"/>
          </a:xfrm>
          <a:prstGeom prst="rect">
            <a:avLst/>
          </a:prstGeom>
          <a:noFill/>
        </p:spPr>
        <p:txBody>
          <a:bodyPr wrap="square" rtlCol="0">
            <a:spAutoFit/>
          </a:bodyPr>
          <a:lstStyle/>
          <a:p>
            <a:pPr algn="ctr"/>
            <a:r>
              <a:rPr lang="tr-TR" sz="1269" b="1" dirty="0">
                <a:latin typeface="Myriad Pro"/>
                <a:cs typeface="Times New Roman" panose="02020603050405020304" pitchFamily="18" charset="0"/>
              </a:rPr>
              <a:t>Çıkış Gümrük İdaresi, Kodu, Mühür Durumu,</a:t>
            </a:r>
          </a:p>
          <a:p>
            <a:pPr algn="ctr"/>
            <a:r>
              <a:rPr lang="tr-TR" sz="1269" b="1" dirty="0">
                <a:latin typeface="Myriad Pro"/>
                <a:cs typeface="Times New Roman" panose="02020603050405020304" pitchFamily="18" charset="0"/>
              </a:rPr>
              <a:t>varsa yeni mühür bilgisi, Güzergah bilgisi</a:t>
            </a:r>
          </a:p>
        </p:txBody>
      </p:sp>
      <p:sp>
        <p:nvSpPr>
          <p:cNvPr id="35" name="Yuvarlatılmış Dikdörtgen 62">
            <a:extLst>
              <a:ext uri="{FF2B5EF4-FFF2-40B4-BE49-F238E27FC236}">
                <a16:creationId xmlns:a16="http://schemas.microsoft.com/office/drawing/2014/main" id="{3D48775A-641C-44B7-A92C-A3E1FD8B6EB6}"/>
              </a:ext>
            </a:extLst>
          </p:cNvPr>
          <p:cNvSpPr/>
          <p:nvPr/>
        </p:nvSpPr>
        <p:spPr>
          <a:xfrm>
            <a:off x="4511190" y="5749048"/>
            <a:ext cx="2512180" cy="817122"/>
          </a:xfrm>
          <a:prstGeom prst="roundRect">
            <a:avLst/>
          </a:prstGeom>
          <a:noFill/>
          <a:ln w="317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cxnSp>
        <p:nvCxnSpPr>
          <p:cNvPr id="36" name="Düz Ok Bağlayıcısı 35">
            <a:extLst>
              <a:ext uri="{FF2B5EF4-FFF2-40B4-BE49-F238E27FC236}">
                <a16:creationId xmlns:a16="http://schemas.microsoft.com/office/drawing/2014/main" id="{D7E4BB5B-D43C-4E4F-8F2E-6F26E50B1066}"/>
              </a:ext>
            </a:extLst>
          </p:cNvPr>
          <p:cNvCxnSpPr>
            <a:cxnSpLocks/>
          </p:cNvCxnSpPr>
          <p:nvPr/>
        </p:nvCxnSpPr>
        <p:spPr>
          <a:xfrm flipH="1">
            <a:off x="3579779" y="6140401"/>
            <a:ext cx="93141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Metin kutusu 10">
            <a:extLst>
              <a:ext uri="{FF2B5EF4-FFF2-40B4-BE49-F238E27FC236}">
                <a16:creationId xmlns:a16="http://schemas.microsoft.com/office/drawing/2014/main" id="{A9810404-2430-4D66-A94C-C57F2D91463E}"/>
              </a:ext>
            </a:extLst>
          </p:cNvPr>
          <p:cNvSpPr txBox="1"/>
          <p:nvPr/>
        </p:nvSpPr>
        <p:spPr>
          <a:xfrm>
            <a:off x="1830236" y="6589549"/>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90641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10"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9" grpId="0" animBg="1"/>
      <p:bldP spid="33" grpId="0"/>
      <p:bldP spid="3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İçerik Yer Tutucusu">
            <a:extLst>
              <a:ext uri="{FF2B5EF4-FFF2-40B4-BE49-F238E27FC236}">
                <a16:creationId xmlns:a16="http://schemas.microsoft.com/office/drawing/2014/main" id="{11B1475B-2F30-4C79-A44F-90FF075CF045}"/>
              </a:ext>
            </a:extLst>
          </p:cNvPr>
          <p:cNvSpPr txBox="1">
            <a:spLocks/>
          </p:cNvSpPr>
          <p:nvPr/>
        </p:nvSpPr>
        <p:spPr>
          <a:xfrm>
            <a:off x="2616287" y="1330803"/>
            <a:ext cx="8283672" cy="4406315"/>
          </a:xfrm>
          <a:prstGeom prst="rect">
            <a:avLst/>
          </a:prstGeom>
        </p:spPr>
        <p:txBody>
          <a:bodyPr>
            <a:noAutofit/>
          </a:bodyPr>
          <a:lstStyle/>
          <a:p>
            <a:endParaRPr lang="tr-TR" sz="2645" dirty="0">
              <a:solidFill>
                <a:schemeClr val="accent1">
                  <a:lumMod val="75000"/>
                </a:schemeClr>
              </a:solidFill>
              <a:latin typeface="Myriad Pro"/>
            </a:endParaRPr>
          </a:p>
        </p:txBody>
      </p:sp>
      <p:graphicFrame>
        <p:nvGraphicFramePr>
          <p:cNvPr id="14" name="Object 222">
            <a:extLst>
              <a:ext uri="{FF2B5EF4-FFF2-40B4-BE49-F238E27FC236}">
                <a16:creationId xmlns:a16="http://schemas.microsoft.com/office/drawing/2014/main" id="{51408441-6210-445E-B509-D1270EA7F0E3}"/>
              </a:ext>
            </a:extLst>
          </p:cNvPr>
          <p:cNvGraphicFramePr>
            <a:graphicFrameLocks noChangeAspect="1"/>
          </p:cNvGraphicFramePr>
          <p:nvPr/>
        </p:nvGraphicFramePr>
        <p:xfrm>
          <a:off x="6790870" y="798103"/>
          <a:ext cx="1015989" cy="435424"/>
        </p:xfrm>
        <a:graphic>
          <a:graphicData uri="http://schemas.openxmlformats.org/presentationml/2006/ole">
            <mc:AlternateContent xmlns:mc="http://schemas.openxmlformats.org/markup-compatibility/2006">
              <mc:Choice xmlns:v="urn:schemas-microsoft-com:vml" Requires="v">
                <p:oleObj spid="_x0000_s1030" name="Bit Eşlem Resmi" r:id="rId3" imgW="1200318" imgH="514422" progId="PBrush">
                  <p:embed/>
                </p:oleObj>
              </mc:Choice>
              <mc:Fallback>
                <p:oleObj name="Bit Eşlem Resmi" r:id="rId3" imgW="1200318" imgH="514422" progId="PBrush">
                  <p:embed/>
                  <p:pic>
                    <p:nvPicPr>
                      <p:cNvPr id="14" name="Object 222">
                        <a:extLst>
                          <a:ext uri="{FF2B5EF4-FFF2-40B4-BE49-F238E27FC236}">
                            <a16:creationId xmlns:a16="http://schemas.microsoft.com/office/drawing/2014/main" id="{51408441-6210-445E-B509-D1270EA7F0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0870" y="798103"/>
                        <a:ext cx="1015989" cy="435424"/>
                      </a:xfrm>
                      <a:prstGeom prst="rect">
                        <a:avLst/>
                      </a:prstGeom>
                      <a:noFill/>
                      <a:ln>
                        <a:noFill/>
                      </a:ln>
                      <a:effectLst/>
                    </p:spPr>
                  </p:pic>
                </p:oleObj>
              </mc:Fallback>
            </mc:AlternateContent>
          </a:graphicData>
        </a:graphic>
      </p:graphicFrame>
      <p:sp>
        <p:nvSpPr>
          <p:cNvPr id="16" name="Line 4">
            <a:extLst>
              <a:ext uri="{FF2B5EF4-FFF2-40B4-BE49-F238E27FC236}">
                <a16:creationId xmlns:a16="http://schemas.microsoft.com/office/drawing/2014/main" id="{51493594-E458-4F34-BA42-12258700A3FD}"/>
              </a:ext>
            </a:extLst>
          </p:cNvPr>
          <p:cNvSpPr>
            <a:spLocks noChangeShapeType="1"/>
          </p:cNvSpPr>
          <p:nvPr/>
        </p:nvSpPr>
        <p:spPr bwMode="auto">
          <a:xfrm flipH="1">
            <a:off x="6156720" y="919692"/>
            <a:ext cx="564223"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tr-TR" sz="1904">
              <a:latin typeface="Myriad Pro"/>
            </a:endParaRPr>
          </a:p>
        </p:txBody>
      </p:sp>
      <p:sp>
        <p:nvSpPr>
          <p:cNvPr id="18" name="Line 50">
            <a:extLst>
              <a:ext uri="{FF2B5EF4-FFF2-40B4-BE49-F238E27FC236}">
                <a16:creationId xmlns:a16="http://schemas.microsoft.com/office/drawing/2014/main" id="{CA71B04B-A7B0-43E9-8FA7-14DC9B4B1951}"/>
              </a:ext>
            </a:extLst>
          </p:cNvPr>
          <p:cNvSpPr>
            <a:spLocks noChangeShapeType="1"/>
          </p:cNvSpPr>
          <p:nvPr/>
        </p:nvSpPr>
        <p:spPr bwMode="auto">
          <a:xfrm flipH="1">
            <a:off x="6156720" y="1115028"/>
            <a:ext cx="564223" cy="0"/>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tr-TR" sz="1904">
              <a:latin typeface="Myriad Pro"/>
            </a:endParaRPr>
          </a:p>
        </p:txBody>
      </p:sp>
      <p:graphicFrame>
        <p:nvGraphicFramePr>
          <p:cNvPr id="19" name="Object 223">
            <a:extLst>
              <a:ext uri="{FF2B5EF4-FFF2-40B4-BE49-F238E27FC236}">
                <a16:creationId xmlns:a16="http://schemas.microsoft.com/office/drawing/2014/main" id="{D29E3E13-AE71-4300-90A6-70292461CCA6}"/>
              </a:ext>
            </a:extLst>
          </p:cNvPr>
          <p:cNvGraphicFramePr>
            <a:graphicFrameLocks noChangeAspect="1"/>
          </p:cNvGraphicFramePr>
          <p:nvPr/>
        </p:nvGraphicFramePr>
        <p:xfrm>
          <a:off x="5623537" y="695308"/>
          <a:ext cx="461790" cy="658261"/>
        </p:xfrm>
        <a:graphic>
          <a:graphicData uri="http://schemas.openxmlformats.org/presentationml/2006/ole">
            <mc:AlternateContent xmlns:mc="http://schemas.openxmlformats.org/markup-compatibility/2006">
              <mc:Choice xmlns:v="urn:schemas-microsoft-com:vml" Requires="v">
                <p:oleObj spid="_x0000_s1031" name="Bit Eşlem Resmi" r:id="rId5" imgW="2537514" imgH="4419970" progId="PBrush">
                  <p:embed/>
                </p:oleObj>
              </mc:Choice>
              <mc:Fallback>
                <p:oleObj name="Bit Eşlem Resmi" r:id="rId5" imgW="2537514" imgH="4419970" progId="PBrush">
                  <p:embed/>
                  <p:pic>
                    <p:nvPicPr>
                      <p:cNvPr id="19" name="Object 223">
                        <a:extLst>
                          <a:ext uri="{FF2B5EF4-FFF2-40B4-BE49-F238E27FC236}">
                            <a16:creationId xmlns:a16="http://schemas.microsoft.com/office/drawing/2014/main" id="{D29E3E13-AE71-4300-90A6-70292461CC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23537" y="695308"/>
                        <a:ext cx="461790" cy="658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Line 6">
            <a:extLst>
              <a:ext uri="{FF2B5EF4-FFF2-40B4-BE49-F238E27FC236}">
                <a16:creationId xmlns:a16="http://schemas.microsoft.com/office/drawing/2014/main" id="{1D66EE37-13A7-4F34-A420-C37AC672DCE1}"/>
              </a:ext>
            </a:extLst>
          </p:cNvPr>
          <p:cNvSpPr>
            <a:spLocks noChangeShapeType="1"/>
          </p:cNvSpPr>
          <p:nvPr/>
        </p:nvSpPr>
        <p:spPr bwMode="auto">
          <a:xfrm>
            <a:off x="5775875" y="1421361"/>
            <a:ext cx="0" cy="38958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tr-TR" sz="1904">
              <a:latin typeface="Myriad Pro"/>
            </a:endParaRPr>
          </a:p>
        </p:txBody>
      </p:sp>
      <p:sp>
        <p:nvSpPr>
          <p:cNvPr id="21" name="Line 49">
            <a:extLst>
              <a:ext uri="{FF2B5EF4-FFF2-40B4-BE49-F238E27FC236}">
                <a16:creationId xmlns:a16="http://schemas.microsoft.com/office/drawing/2014/main" id="{406CFD4E-2D9B-4BDD-91E8-A69F7B8DB223}"/>
              </a:ext>
            </a:extLst>
          </p:cNvPr>
          <p:cNvSpPr>
            <a:spLocks noChangeShapeType="1"/>
          </p:cNvSpPr>
          <p:nvPr/>
        </p:nvSpPr>
        <p:spPr bwMode="auto">
          <a:xfrm>
            <a:off x="5928213" y="1388687"/>
            <a:ext cx="0" cy="376149"/>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tr-TR" sz="1904">
              <a:latin typeface="Myriad Pro"/>
            </a:endParaRPr>
          </a:p>
        </p:txBody>
      </p:sp>
      <p:sp>
        <p:nvSpPr>
          <p:cNvPr id="22" name="Text Box 51">
            <a:extLst>
              <a:ext uri="{FF2B5EF4-FFF2-40B4-BE49-F238E27FC236}">
                <a16:creationId xmlns:a16="http://schemas.microsoft.com/office/drawing/2014/main" id="{2EE7303B-D620-4B4D-9445-0B003137C750}"/>
              </a:ext>
            </a:extLst>
          </p:cNvPr>
          <p:cNvSpPr txBox="1">
            <a:spLocks noChangeArrowheads="1"/>
          </p:cNvSpPr>
          <p:nvPr/>
        </p:nvSpPr>
        <p:spPr bwMode="auto">
          <a:xfrm>
            <a:off x="3293425" y="1348368"/>
            <a:ext cx="2395434" cy="548099"/>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481" dirty="0">
                <a:solidFill>
                  <a:srgbClr val="000000"/>
                </a:solidFill>
                <a:latin typeface="Myriad Pro"/>
              </a:rPr>
              <a:t>TIR Karnesinin </a:t>
            </a:r>
            <a:r>
              <a:rPr lang="tr-TR" altLang="tr-TR" sz="1481" dirty="0" err="1">
                <a:solidFill>
                  <a:srgbClr val="000000"/>
                </a:solidFill>
                <a:latin typeface="Myriad Pro"/>
              </a:rPr>
              <a:t>IRU</a:t>
            </a:r>
            <a:r>
              <a:rPr lang="tr-TR" altLang="tr-TR" sz="1481" dirty="0">
                <a:solidFill>
                  <a:srgbClr val="000000"/>
                </a:solidFill>
                <a:latin typeface="Myriad Pro"/>
              </a:rPr>
              <a:t> Tarafından Dağıtımı </a:t>
            </a:r>
          </a:p>
        </p:txBody>
      </p:sp>
      <p:sp>
        <p:nvSpPr>
          <p:cNvPr id="23" name="Text Box 63">
            <a:extLst>
              <a:ext uri="{FF2B5EF4-FFF2-40B4-BE49-F238E27FC236}">
                <a16:creationId xmlns:a16="http://schemas.microsoft.com/office/drawing/2014/main" id="{BE8ADB98-7500-401E-898D-7529C6AF7A7A}"/>
              </a:ext>
            </a:extLst>
          </p:cNvPr>
          <p:cNvSpPr txBox="1">
            <a:spLocks noChangeArrowheads="1"/>
          </p:cNvSpPr>
          <p:nvPr/>
        </p:nvSpPr>
        <p:spPr bwMode="auto">
          <a:xfrm>
            <a:off x="6002091" y="1368241"/>
            <a:ext cx="1918269" cy="548099"/>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481" dirty="0">
                <a:solidFill>
                  <a:srgbClr val="000000"/>
                </a:solidFill>
                <a:latin typeface="Myriad Pro"/>
              </a:rPr>
              <a:t>TOBB Tarafından </a:t>
            </a:r>
            <a:r>
              <a:rPr lang="tr-TR" altLang="tr-TR" sz="1481" dirty="0" err="1">
                <a:solidFill>
                  <a:srgbClr val="000000"/>
                </a:solidFill>
                <a:latin typeface="Myriad Pro"/>
              </a:rPr>
              <a:t>IRU’ya</a:t>
            </a:r>
            <a:r>
              <a:rPr lang="tr-TR" altLang="tr-TR" sz="1481" dirty="0">
                <a:solidFill>
                  <a:srgbClr val="000000"/>
                </a:solidFill>
                <a:latin typeface="Myriad Pro"/>
              </a:rPr>
              <a:t> İadesi </a:t>
            </a:r>
          </a:p>
        </p:txBody>
      </p:sp>
      <p:sp>
        <p:nvSpPr>
          <p:cNvPr id="24" name="Text Box 8">
            <a:extLst>
              <a:ext uri="{FF2B5EF4-FFF2-40B4-BE49-F238E27FC236}">
                <a16:creationId xmlns:a16="http://schemas.microsoft.com/office/drawing/2014/main" id="{A222A585-964F-4879-9E26-F02F165D87CF}"/>
              </a:ext>
            </a:extLst>
          </p:cNvPr>
          <p:cNvSpPr txBox="1">
            <a:spLocks noChangeArrowheads="1"/>
          </p:cNvSpPr>
          <p:nvPr/>
        </p:nvSpPr>
        <p:spPr bwMode="auto">
          <a:xfrm>
            <a:off x="5368818" y="2762176"/>
            <a:ext cx="958371" cy="482953"/>
          </a:xfrm>
          <a:prstGeom prst="rect">
            <a:avLst/>
          </a:prstGeom>
          <a:solidFill>
            <a:schemeClr val="accent3">
              <a:lumMod val="50000"/>
            </a:schemeClr>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b="1" dirty="0">
                <a:solidFill>
                  <a:srgbClr val="FFFFFF"/>
                </a:solidFill>
                <a:latin typeface="Myriad Pro"/>
              </a:rPr>
              <a:t>TIR ODALARI</a:t>
            </a:r>
          </a:p>
        </p:txBody>
      </p:sp>
      <p:sp>
        <p:nvSpPr>
          <p:cNvPr id="25" name="Text Box 52">
            <a:extLst>
              <a:ext uri="{FF2B5EF4-FFF2-40B4-BE49-F238E27FC236}">
                <a16:creationId xmlns:a16="http://schemas.microsoft.com/office/drawing/2014/main" id="{F8B414C9-41C7-4BA2-917A-BF28311AB41B}"/>
              </a:ext>
            </a:extLst>
          </p:cNvPr>
          <p:cNvSpPr txBox="1">
            <a:spLocks noChangeArrowheads="1"/>
          </p:cNvSpPr>
          <p:nvPr/>
        </p:nvSpPr>
        <p:spPr bwMode="auto">
          <a:xfrm>
            <a:off x="3585553" y="2192143"/>
            <a:ext cx="1954596" cy="548099"/>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481" dirty="0">
                <a:solidFill>
                  <a:srgbClr val="000000"/>
                </a:solidFill>
                <a:latin typeface="Myriad Pro"/>
              </a:rPr>
              <a:t>TOBB Tarafından Odalara Dağıtımı </a:t>
            </a:r>
          </a:p>
        </p:txBody>
      </p:sp>
      <p:sp>
        <p:nvSpPr>
          <p:cNvPr id="26" name="Text Box 53">
            <a:extLst>
              <a:ext uri="{FF2B5EF4-FFF2-40B4-BE49-F238E27FC236}">
                <a16:creationId xmlns:a16="http://schemas.microsoft.com/office/drawing/2014/main" id="{1EBD8A1B-C872-4F86-8953-8E6FD6199DAD}"/>
              </a:ext>
            </a:extLst>
          </p:cNvPr>
          <p:cNvSpPr txBox="1">
            <a:spLocks noChangeArrowheads="1"/>
          </p:cNvSpPr>
          <p:nvPr/>
        </p:nvSpPr>
        <p:spPr bwMode="auto">
          <a:xfrm>
            <a:off x="3850855" y="3137854"/>
            <a:ext cx="1461697" cy="548099"/>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481" dirty="0">
                <a:solidFill>
                  <a:srgbClr val="000000"/>
                </a:solidFill>
                <a:latin typeface="Myriad Pro"/>
              </a:rPr>
              <a:t>Karne Hamiline Tahsisi </a:t>
            </a:r>
          </a:p>
        </p:txBody>
      </p:sp>
      <p:sp>
        <p:nvSpPr>
          <p:cNvPr id="27" name="Text Box 61">
            <a:extLst>
              <a:ext uri="{FF2B5EF4-FFF2-40B4-BE49-F238E27FC236}">
                <a16:creationId xmlns:a16="http://schemas.microsoft.com/office/drawing/2014/main" id="{BC8F8AD1-94B3-4D43-B0E3-85AF18DDDD17}"/>
              </a:ext>
            </a:extLst>
          </p:cNvPr>
          <p:cNvSpPr txBox="1">
            <a:spLocks noChangeArrowheads="1"/>
          </p:cNvSpPr>
          <p:nvPr/>
        </p:nvSpPr>
        <p:spPr bwMode="auto">
          <a:xfrm>
            <a:off x="6102672" y="3245617"/>
            <a:ext cx="1559858" cy="531812"/>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428" dirty="0">
                <a:solidFill>
                  <a:srgbClr val="000000"/>
                </a:solidFill>
                <a:latin typeface="Myriad Pro"/>
              </a:rPr>
              <a:t>Kullanılan TIR Karnesinin İadesi </a:t>
            </a:r>
          </a:p>
        </p:txBody>
      </p:sp>
      <p:sp>
        <p:nvSpPr>
          <p:cNvPr id="28" name="Text Box 62">
            <a:extLst>
              <a:ext uri="{FF2B5EF4-FFF2-40B4-BE49-F238E27FC236}">
                <a16:creationId xmlns:a16="http://schemas.microsoft.com/office/drawing/2014/main" id="{31E178CC-1156-4B2D-874A-C323DBD9E64F}"/>
              </a:ext>
            </a:extLst>
          </p:cNvPr>
          <p:cNvSpPr txBox="1">
            <a:spLocks noChangeArrowheads="1"/>
          </p:cNvSpPr>
          <p:nvPr/>
        </p:nvSpPr>
        <p:spPr bwMode="auto">
          <a:xfrm>
            <a:off x="5968609" y="2189408"/>
            <a:ext cx="1896236" cy="548099"/>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481" dirty="0">
                <a:solidFill>
                  <a:srgbClr val="000000"/>
                </a:solidFill>
                <a:latin typeface="Myriad Pro"/>
              </a:rPr>
              <a:t>Kullanılan TIR Karnesinin Kontrolü </a:t>
            </a:r>
          </a:p>
        </p:txBody>
      </p:sp>
      <p:pic>
        <p:nvPicPr>
          <p:cNvPr id="29" name="Picture 64" descr="tobbkucuk2">
            <a:extLst>
              <a:ext uri="{FF2B5EF4-FFF2-40B4-BE49-F238E27FC236}">
                <a16:creationId xmlns:a16="http://schemas.microsoft.com/office/drawing/2014/main" id="{FBBC02E8-60F9-4EF9-AC88-1960468CDB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03438" y="1828613"/>
            <a:ext cx="501987" cy="493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Line 6">
            <a:extLst>
              <a:ext uri="{FF2B5EF4-FFF2-40B4-BE49-F238E27FC236}">
                <a16:creationId xmlns:a16="http://schemas.microsoft.com/office/drawing/2014/main" id="{516D4C6A-3C5A-43B1-94B2-A82D252433D3}"/>
              </a:ext>
            </a:extLst>
          </p:cNvPr>
          <p:cNvSpPr>
            <a:spLocks noChangeShapeType="1"/>
          </p:cNvSpPr>
          <p:nvPr/>
        </p:nvSpPr>
        <p:spPr bwMode="auto">
          <a:xfrm>
            <a:off x="5766220" y="2345911"/>
            <a:ext cx="0" cy="38958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tr-TR" sz="1904">
              <a:latin typeface="Myriad Pro"/>
            </a:endParaRPr>
          </a:p>
        </p:txBody>
      </p:sp>
      <p:sp>
        <p:nvSpPr>
          <p:cNvPr id="31" name="Line 49">
            <a:extLst>
              <a:ext uri="{FF2B5EF4-FFF2-40B4-BE49-F238E27FC236}">
                <a16:creationId xmlns:a16="http://schemas.microsoft.com/office/drawing/2014/main" id="{494695D8-6031-43AA-8B14-AC9D164DBE66}"/>
              </a:ext>
            </a:extLst>
          </p:cNvPr>
          <p:cNvSpPr>
            <a:spLocks noChangeShapeType="1"/>
          </p:cNvSpPr>
          <p:nvPr/>
        </p:nvSpPr>
        <p:spPr bwMode="auto">
          <a:xfrm>
            <a:off x="5922921" y="2345911"/>
            <a:ext cx="0" cy="376149"/>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tr-TR" sz="1904">
              <a:latin typeface="Myriad Pro"/>
            </a:endParaRPr>
          </a:p>
        </p:txBody>
      </p:sp>
      <p:sp>
        <p:nvSpPr>
          <p:cNvPr id="32" name="Line 6">
            <a:extLst>
              <a:ext uri="{FF2B5EF4-FFF2-40B4-BE49-F238E27FC236}">
                <a16:creationId xmlns:a16="http://schemas.microsoft.com/office/drawing/2014/main" id="{47BCD30C-3146-475E-BCFD-1FB3B3B986C6}"/>
              </a:ext>
            </a:extLst>
          </p:cNvPr>
          <p:cNvSpPr>
            <a:spLocks noChangeShapeType="1"/>
          </p:cNvSpPr>
          <p:nvPr/>
        </p:nvSpPr>
        <p:spPr bwMode="auto">
          <a:xfrm>
            <a:off x="5751274" y="3305654"/>
            <a:ext cx="0" cy="389583"/>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tr-TR" sz="1904">
              <a:latin typeface="Myriad Pro"/>
            </a:endParaRPr>
          </a:p>
        </p:txBody>
      </p:sp>
      <p:sp>
        <p:nvSpPr>
          <p:cNvPr id="33" name="Line 49">
            <a:extLst>
              <a:ext uri="{FF2B5EF4-FFF2-40B4-BE49-F238E27FC236}">
                <a16:creationId xmlns:a16="http://schemas.microsoft.com/office/drawing/2014/main" id="{16128F31-2303-49FB-BF7A-2278C9D5644E}"/>
              </a:ext>
            </a:extLst>
          </p:cNvPr>
          <p:cNvSpPr>
            <a:spLocks noChangeShapeType="1"/>
          </p:cNvSpPr>
          <p:nvPr/>
        </p:nvSpPr>
        <p:spPr bwMode="auto">
          <a:xfrm>
            <a:off x="5922921" y="3303187"/>
            <a:ext cx="0" cy="376149"/>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tr-TR" sz="1904">
              <a:latin typeface="Myriad Pro"/>
            </a:endParaRPr>
          </a:p>
        </p:txBody>
      </p:sp>
      <p:sp>
        <p:nvSpPr>
          <p:cNvPr id="34" name="AutoShape 10">
            <a:extLst>
              <a:ext uri="{FF2B5EF4-FFF2-40B4-BE49-F238E27FC236}">
                <a16:creationId xmlns:a16="http://schemas.microsoft.com/office/drawing/2014/main" id="{C8186890-5B19-4BA6-B008-9955B4C0E2C5}"/>
              </a:ext>
            </a:extLst>
          </p:cNvPr>
          <p:cNvSpPr>
            <a:spLocks noChangeArrowheads="1"/>
          </p:cNvSpPr>
          <p:nvPr/>
        </p:nvSpPr>
        <p:spPr bwMode="auto">
          <a:xfrm>
            <a:off x="1867577" y="4480288"/>
            <a:ext cx="806033" cy="644827"/>
          </a:xfrm>
          <a:prstGeom prst="hexagon">
            <a:avLst>
              <a:gd name="adj" fmla="val 31250"/>
              <a:gd name="vf" fmla="val 115470"/>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tr-TR" sz="1904">
              <a:solidFill>
                <a:srgbClr val="000000"/>
              </a:solidFill>
              <a:latin typeface="Myriad Pro"/>
            </a:endParaRPr>
          </a:p>
        </p:txBody>
      </p:sp>
      <p:sp>
        <p:nvSpPr>
          <p:cNvPr id="35" name="Text Box 14">
            <a:extLst>
              <a:ext uri="{FF2B5EF4-FFF2-40B4-BE49-F238E27FC236}">
                <a16:creationId xmlns:a16="http://schemas.microsoft.com/office/drawing/2014/main" id="{F6A71104-7C64-44CE-80DE-0348AE529CD8}"/>
              </a:ext>
            </a:extLst>
          </p:cNvPr>
          <p:cNvSpPr txBox="1">
            <a:spLocks noChangeArrowheads="1"/>
          </p:cNvSpPr>
          <p:nvPr/>
        </p:nvSpPr>
        <p:spPr bwMode="auto">
          <a:xfrm>
            <a:off x="1844632" y="4575320"/>
            <a:ext cx="826182" cy="41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058" b="1" dirty="0">
                <a:solidFill>
                  <a:srgbClr val="000000"/>
                </a:solidFill>
                <a:latin typeface="Myriad Pro"/>
              </a:rPr>
              <a:t>HAREKET GÜMRÜK</a:t>
            </a:r>
          </a:p>
        </p:txBody>
      </p:sp>
      <p:sp>
        <p:nvSpPr>
          <p:cNvPr id="36" name="Text Box 22">
            <a:extLst>
              <a:ext uri="{FF2B5EF4-FFF2-40B4-BE49-F238E27FC236}">
                <a16:creationId xmlns:a16="http://schemas.microsoft.com/office/drawing/2014/main" id="{F71797A0-D6B9-44D0-9468-3183B234D103}"/>
              </a:ext>
            </a:extLst>
          </p:cNvPr>
          <p:cNvSpPr txBox="1">
            <a:spLocks noChangeArrowheads="1"/>
          </p:cNvSpPr>
          <p:nvPr/>
        </p:nvSpPr>
        <p:spPr bwMode="auto">
          <a:xfrm>
            <a:off x="5308203" y="3743829"/>
            <a:ext cx="1047843" cy="482953"/>
          </a:xfrm>
          <a:prstGeom prst="rect">
            <a:avLst/>
          </a:prstGeom>
          <a:solidFill>
            <a:srgbClr val="C00000"/>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b="1" dirty="0">
                <a:solidFill>
                  <a:srgbClr val="FFFFFF"/>
                </a:solidFill>
                <a:latin typeface="Myriad Pro"/>
              </a:rPr>
              <a:t>KARNE HAMİLİ</a:t>
            </a:r>
          </a:p>
        </p:txBody>
      </p:sp>
      <p:sp>
        <p:nvSpPr>
          <p:cNvPr id="38" name="Text Box 29">
            <a:extLst>
              <a:ext uri="{FF2B5EF4-FFF2-40B4-BE49-F238E27FC236}">
                <a16:creationId xmlns:a16="http://schemas.microsoft.com/office/drawing/2014/main" id="{40EE9B0E-FEEB-4289-8761-A5BC7A3F0C70}"/>
              </a:ext>
            </a:extLst>
          </p:cNvPr>
          <p:cNvSpPr txBox="1">
            <a:spLocks noChangeArrowheads="1"/>
          </p:cNvSpPr>
          <p:nvPr/>
        </p:nvSpPr>
        <p:spPr bwMode="auto">
          <a:xfrm>
            <a:off x="1945799" y="5238303"/>
            <a:ext cx="806033" cy="67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3808" b="1" dirty="0">
                <a:solidFill>
                  <a:srgbClr val="0000FF"/>
                </a:solidFill>
                <a:latin typeface="Myriad Pro"/>
              </a:rPr>
              <a:t>A</a:t>
            </a:r>
          </a:p>
        </p:txBody>
      </p:sp>
      <p:sp>
        <p:nvSpPr>
          <p:cNvPr id="39" name="Text Box 38">
            <a:extLst>
              <a:ext uri="{FF2B5EF4-FFF2-40B4-BE49-F238E27FC236}">
                <a16:creationId xmlns:a16="http://schemas.microsoft.com/office/drawing/2014/main" id="{92C32493-E6E9-4958-90FF-271A8BCA71EB}"/>
              </a:ext>
            </a:extLst>
          </p:cNvPr>
          <p:cNvSpPr txBox="1">
            <a:spLocks noChangeArrowheads="1"/>
          </p:cNvSpPr>
          <p:nvPr/>
        </p:nvSpPr>
        <p:spPr bwMode="auto">
          <a:xfrm>
            <a:off x="1502481" y="5808675"/>
            <a:ext cx="1692670" cy="28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b="1" dirty="0">
                <a:solidFill>
                  <a:srgbClr val="0000FF"/>
                </a:solidFill>
                <a:latin typeface="Myriad Pro"/>
              </a:rPr>
              <a:t>HAREKET ÜLKESİ</a:t>
            </a:r>
          </a:p>
        </p:txBody>
      </p:sp>
      <p:sp>
        <p:nvSpPr>
          <p:cNvPr id="42" name="Text Box 55">
            <a:extLst>
              <a:ext uri="{FF2B5EF4-FFF2-40B4-BE49-F238E27FC236}">
                <a16:creationId xmlns:a16="http://schemas.microsoft.com/office/drawing/2014/main" id="{C30A3DB3-66A9-4DA4-A06E-CA4DBFD9554F}"/>
              </a:ext>
            </a:extLst>
          </p:cNvPr>
          <p:cNvSpPr txBox="1">
            <a:spLocks noChangeArrowheads="1"/>
          </p:cNvSpPr>
          <p:nvPr/>
        </p:nvSpPr>
        <p:spPr bwMode="auto">
          <a:xfrm>
            <a:off x="817540" y="4451119"/>
            <a:ext cx="968029" cy="1068882"/>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rgbClr val="000000"/>
                </a:solidFill>
                <a:latin typeface="Myriad Pro"/>
              </a:rPr>
              <a:t>Eşyanın Kontrolü ve Mühürlerin Tatbiki </a:t>
            </a:r>
          </a:p>
        </p:txBody>
      </p:sp>
      <p:sp>
        <p:nvSpPr>
          <p:cNvPr id="43" name="Text Box 57">
            <a:extLst>
              <a:ext uri="{FF2B5EF4-FFF2-40B4-BE49-F238E27FC236}">
                <a16:creationId xmlns:a16="http://schemas.microsoft.com/office/drawing/2014/main" id="{8B96A5F1-80CD-4042-9CC2-F3A744A8026B}"/>
              </a:ext>
            </a:extLst>
          </p:cNvPr>
          <p:cNvSpPr txBox="1">
            <a:spLocks noChangeArrowheads="1"/>
          </p:cNvSpPr>
          <p:nvPr/>
        </p:nvSpPr>
        <p:spPr bwMode="auto">
          <a:xfrm>
            <a:off x="4844401" y="6307542"/>
            <a:ext cx="2060707" cy="501035"/>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lnSpc>
                <a:spcPct val="107000"/>
              </a:lnSpc>
              <a:spcAft>
                <a:spcPts val="846"/>
              </a:spcAft>
            </a:pPr>
            <a:r>
              <a:rPr lang="tr-TR" sz="1269" dirty="0">
                <a:latin typeface="Myriad Pro"/>
                <a:ea typeface="Calibri" panose="020F0502020204030204" pitchFamily="34" charset="0"/>
                <a:cs typeface="Times New Roman" panose="02020603050405020304" pitchFamily="18" charset="0"/>
              </a:rPr>
              <a:t>Araç, belgeler ve gerekirse eşya kontrolü</a:t>
            </a:r>
          </a:p>
        </p:txBody>
      </p:sp>
      <p:sp>
        <p:nvSpPr>
          <p:cNvPr id="44" name="Text Box 60">
            <a:extLst>
              <a:ext uri="{FF2B5EF4-FFF2-40B4-BE49-F238E27FC236}">
                <a16:creationId xmlns:a16="http://schemas.microsoft.com/office/drawing/2014/main" id="{D0C578D6-FAA8-49AA-8449-C9375D173154}"/>
              </a:ext>
            </a:extLst>
          </p:cNvPr>
          <p:cNvSpPr txBox="1">
            <a:spLocks noChangeArrowheads="1"/>
          </p:cNvSpPr>
          <p:nvPr/>
        </p:nvSpPr>
        <p:spPr bwMode="auto">
          <a:xfrm>
            <a:off x="10324114" y="4448667"/>
            <a:ext cx="1151688" cy="873572"/>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dirty="0">
                <a:solidFill>
                  <a:srgbClr val="000000"/>
                </a:solidFill>
                <a:latin typeface="Myriad Pro"/>
              </a:rPr>
              <a:t>Eşyanın Kontrolü İçin Mührün Çıkartılması</a:t>
            </a:r>
          </a:p>
        </p:txBody>
      </p:sp>
      <p:sp>
        <p:nvSpPr>
          <p:cNvPr id="47" name="Text Box 29">
            <a:extLst>
              <a:ext uri="{FF2B5EF4-FFF2-40B4-BE49-F238E27FC236}">
                <a16:creationId xmlns:a16="http://schemas.microsoft.com/office/drawing/2014/main" id="{F7EF2CB7-7D2F-411E-8C9A-5983F2B58053}"/>
              </a:ext>
            </a:extLst>
          </p:cNvPr>
          <p:cNvSpPr txBox="1">
            <a:spLocks noChangeArrowheads="1"/>
          </p:cNvSpPr>
          <p:nvPr/>
        </p:nvSpPr>
        <p:spPr bwMode="auto">
          <a:xfrm>
            <a:off x="5460400" y="4769233"/>
            <a:ext cx="806033" cy="61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3385" b="1" dirty="0">
                <a:solidFill>
                  <a:srgbClr val="0000FF"/>
                </a:solidFill>
                <a:latin typeface="Myriad Pro"/>
              </a:rPr>
              <a:t>B</a:t>
            </a:r>
          </a:p>
        </p:txBody>
      </p:sp>
      <p:sp>
        <p:nvSpPr>
          <p:cNvPr id="48" name="Text Box 38">
            <a:extLst>
              <a:ext uri="{FF2B5EF4-FFF2-40B4-BE49-F238E27FC236}">
                <a16:creationId xmlns:a16="http://schemas.microsoft.com/office/drawing/2014/main" id="{EA09EB3D-0D80-443B-B083-F6E89E9E2315}"/>
              </a:ext>
            </a:extLst>
          </p:cNvPr>
          <p:cNvSpPr txBox="1">
            <a:spLocks noChangeArrowheads="1"/>
          </p:cNvSpPr>
          <p:nvPr/>
        </p:nvSpPr>
        <p:spPr bwMode="auto">
          <a:xfrm>
            <a:off x="5048835" y="5300810"/>
            <a:ext cx="1692670" cy="580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b="1" dirty="0">
                <a:solidFill>
                  <a:srgbClr val="0000FF"/>
                </a:solidFill>
                <a:latin typeface="Myriad Pro"/>
              </a:rPr>
              <a:t>TRANSİT ÜLKESİ</a:t>
            </a:r>
          </a:p>
          <a:p>
            <a:pPr algn="ctr" eaLnBrk="1" hangingPunct="1">
              <a:spcBef>
                <a:spcPct val="50000"/>
              </a:spcBef>
            </a:pPr>
            <a:r>
              <a:rPr lang="tr-TR" altLang="tr-TR" sz="1269" b="1" dirty="0">
                <a:solidFill>
                  <a:srgbClr val="0000FF"/>
                </a:solidFill>
                <a:latin typeface="Myriad Pro"/>
              </a:rPr>
              <a:t>(varsa)</a:t>
            </a:r>
            <a:endParaRPr lang="tr-TR" altLang="tr-TR" sz="1904" b="1" dirty="0">
              <a:solidFill>
                <a:srgbClr val="0000FF"/>
              </a:solidFill>
              <a:latin typeface="Myriad Pro"/>
            </a:endParaRPr>
          </a:p>
        </p:txBody>
      </p:sp>
      <p:sp>
        <p:nvSpPr>
          <p:cNvPr id="56" name="Text Box 29">
            <a:extLst>
              <a:ext uri="{FF2B5EF4-FFF2-40B4-BE49-F238E27FC236}">
                <a16:creationId xmlns:a16="http://schemas.microsoft.com/office/drawing/2014/main" id="{ABDB4B67-EE2B-4FE4-9F90-DE0CC70FCFD4}"/>
              </a:ext>
            </a:extLst>
          </p:cNvPr>
          <p:cNvSpPr txBox="1">
            <a:spLocks noChangeArrowheads="1"/>
          </p:cNvSpPr>
          <p:nvPr/>
        </p:nvSpPr>
        <p:spPr bwMode="auto">
          <a:xfrm>
            <a:off x="9429695" y="5226341"/>
            <a:ext cx="806033" cy="678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3808" b="1" dirty="0">
                <a:solidFill>
                  <a:srgbClr val="0000FF"/>
                </a:solidFill>
                <a:latin typeface="Myriad Pro"/>
              </a:rPr>
              <a:t>C</a:t>
            </a:r>
          </a:p>
        </p:txBody>
      </p:sp>
      <p:sp>
        <p:nvSpPr>
          <p:cNvPr id="60" name="Text Box 8">
            <a:extLst>
              <a:ext uri="{FF2B5EF4-FFF2-40B4-BE49-F238E27FC236}">
                <a16:creationId xmlns:a16="http://schemas.microsoft.com/office/drawing/2014/main" id="{9E6D369A-BF29-41D7-BF4A-7351D5391F44}"/>
              </a:ext>
            </a:extLst>
          </p:cNvPr>
          <p:cNvSpPr txBox="1">
            <a:spLocks noChangeArrowheads="1"/>
          </p:cNvSpPr>
          <p:nvPr/>
        </p:nvSpPr>
        <p:spPr bwMode="auto">
          <a:xfrm>
            <a:off x="9847154" y="3082809"/>
            <a:ext cx="1842924" cy="548099"/>
          </a:xfrm>
          <a:prstGeom prst="rect">
            <a:avLst/>
          </a:prstGeom>
          <a:solidFill>
            <a:srgbClr val="00B0F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481" b="1" dirty="0">
                <a:solidFill>
                  <a:srgbClr val="FFFFFF"/>
                </a:solidFill>
                <a:latin typeface="Myriad Pro"/>
              </a:rPr>
              <a:t>TIR Karnesi Sonlandırma</a:t>
            </a:r>
          </a:p>
        </p:txBody>
      </p:sp>
      <p:sp>
        <p:nvSpPr>
          <p:cNvPr id="61" name="Metin kutusu 60">
            <a:extLst>
              <a:ext uri="{FF2B5EF4-FFF2-40B4-BE49-F238E27FC236}">
                <a16:creationId xmlns:a16="http://schemas.microsoft.com/office/drawing/2014/main" id="{49D8603F-AF96-4F57-8AF2-7404E59778AE}"/>
              </a:ext>
            </a:extLst>
          </p:cNvPr>
          <p:cNvSpPr txBox="1"/>
          <p:nvPr/>
        </p:nvSpPr>
        <p:spPr>
          <a:xfrm>
            <a:off x="10564130" y="2328176"/>
            <a:ext cx="1196161" cy="320216"/>
          </a:xfrm>
          <a:prstGeom prst="rect">
            <a:avLst/>
          </a:prstGeom>
          <a:noFill/>
        </p:spPr>
        <p:txBody>
          <a:bodyPr wrap="none" rtlCol="0">
            <a:spAutoFit/>
          </a:bodyPr>
          <a:lstStyle/>
          <a:p>
            <a:r>
              <a:rPr lang="tr-TR" sz="1481" dirty="0">
                <a:latin typeface="Myriad Pro"/>
              </a:rPr>
              <a:t>Olumsuz ise</a:t>
            </a:r>
          </a:p>
        </p:txBody>
      </p:sp>
      <p:sp>
        <p:nvSpPr>
          <p:cNvPr id="62" name="Metin kutusu 61">
            <a:extLst>
              <a:ext uri="{FF2B5EF4-FFF2-40B4-BE49-F238E27FC236}">
                <a16:creationId xmlns:a16="http://schemas.microsoft.com/office/drawing/2014/main" id="{2FDBE48F-1F0E-45F7-A82B-9729FDDD981A}"/>
              </a:ext>
            </a:extLst>
          </p:cNvPr>
          <p:cNvSpPr txBox="1"/>
          <p:nvPr/>
        </p:nvSpPr>
        <p:spPr>
          <a:xfrm>
            <a:off x="9268845" y="661541"/>
            <a:ext cx="2600379" cy="1394292"/>
          </a:xfrm>
          <a:prstGeom prst="rect">
            <a:avLst/>
          </a:prstGeom>
          <a:solidFill>
            <a:srgbClr val="E082B8"/>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tr-TR" sz="1692" dirty="0">
                <a:solidFill>
                  <a:schemeClr val="bg1"/>
                </a:solidFill>
                <a:latin typeface="Myriad Pro"/>
              </a:rPr>
              <a:t>Karne Hamili ve </a:t>
            </a:r>
          </a:p>
          <a:p>
            <a:pPr algn="ctr"/>
            <a:r>
              <a:rPr lang="tr-TR" sz="1692" dirty="0">
                <a:solidFill>
                  <a:schemeClr val="bg1"/>
                </a:solidFill>
                <a:latin typeface="Myriad Pro"/>
              </a:rPr>
              <a:t>Kefil Kuruluşa (TOBB)</a:t>
            </a:r>
          </a:p>
          <a:p>
            <a:pPr algn="ctr"/>
            <a:r>
              <a:rPr lang="tr-TR" sz="1692" dirty="0">
                <a:solidFill>
                  <a:schemeClr val="bg1"/>
                </a:solidFill>
                <a:latin typeface="Myriad Pro"/>
              </a:rPr>
              <a:t>Bildirim, </a:t>
            </a:r>
          </a:p>
          <a:p>
            <a:pPr algn="ctr"/>
            <a:r>
              <a:rPr lang="tr-TR" sz="1692" dirty="0">
                <a:solidFill>
                  <a:schemeClr val="bg1"/>
                </a:solidFill>
                <a:latin typeface="Myriad Pro"/>
              </a:rPr>
              <a:t>Tahakkuk ve Tahsil İşlemleri</a:t>
            </a:r>
          </a:p>
        </p:txBody>
      </p:sp>
      <p:sp>
        <p:nvSpPr>
          <p:cNvPr id="63" name="Text Box 8">
            <a:extLst>
              <a:ext uri="{FF2B5EF4-FFF2-40B4-BE49-F238E27FC236}">
                <a16:creationId xmlns:a16="http://schemas.microsoft.com/office/drawing/2014/main" id="{FFFF5EE7-86BF-46BC-9147-0645CAC5B0DD}"/>
              </a:ext>
            </a:extLst>
          </p:cNvPr>
          <p:cNvSpPr txBox="1">
            <a:spLocks noChangeArrowheads="1"/>
          </p:cNvSpPr>
          <p:nvPr/>
        </p:nvSpPr>
        <p:spPr bwMode="auto">
          <a:xfrm>
            <a:off x="619116" y="3080426"/>
            <a:ext cx="1691986" cy="548099"/>
          </a:xfrm>
          <a:prstGeom prst="rect">
            <a:avLst/>
          </a:prstGeom>
          <a:solidFill>
            <a:srgbClr val="00B0F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481" b="1" dirty="0">
                <a:solidFill>
                  <a:srgbClr val="FFFFFF"/>
                </a:solidFill>
                <a:latin typeface="Myriad Pro"/>
              </a:rPr>
              <a:t>Gümrük İdaresine Sunuş</a:t>
            </a:r>
          </a:p>
        </p:txBody>
      </p:sp>
      <p:sp>
        <p:nvSpPr>
          <p:cNvPr id="65" name="Metin kutusu 64">
            <a:extLst>
              <a:ext uri="{FF2B5EF4-FFF2-40B4-BE49-F238E27FC236}">
                <a16:creationId xmlns:a16="http://schemas.microsoft.com/office/drawing/2014/main" id="{1B53BE61-A96E-4298-81D9-BED35635DB45}"/>
              </a:ext>
            </a:extLst>
          </p:cNvPr>
          <p:cNvSpPr txBox="1"/>
          <p:nvPr/>
        </p:nvSpPr>
        <p:spPr>
          <a:xfrm rot="20578025">
            <a:off x="8589806" y="3241125"/>
            <a:ext cx="1222666" cy="320216"/>
          </a:xfrm>
          <a:prstGeom prst="rect">
            <a:avLst/>
          </a:prstGeom>
          <a:noFill/>
        </p:spPr>
        <p:txBody>
          <a:bodyPr wrap="square" rtlCol="0">
            <a:spAutoFit/>
          </a:bodyPr>
          <a:lstStyle/>
          <a:p>
            <a:r>
              <a:rPr lang="tr-TR" sz="1481" dirty="0">
                <a:latin typeface="Myriad Pro"/>
              </a:rPr>
              <a:t>Olumlu ise</a:t>
            </a:r>
          </a:p>
        </p:txBody>
      </p:sp>
      <p:cxnSp>
        <p:nvCxnSpPr>
          <p:cNvPr id="58" name="Dirsek Bağlayıcısı 63">
            <a:extLst>
              <a:ext uri="{FF2B5EF4-FFF2-40B4-BE49-F238E27FC236}">
                <a16:creationId xmlns:a16="http://schemas.microsoft.com/office/drawing/2014/main" id="{94922520-06CA-40F5-B5B4-A2F3E636C696}"/>
              </a:ext>
            </a:extLst>
          </p:cNvPr>
          <p:cNvCxnSpPr>
            <a:cxnSpLocks/>
          </p:cNvCxnSpPr>
          <p:nvPr/>
        </p:nvCxnSpPr>
        <p:spPr>
          <a:xfrm rot="10800000" flipV="1">
            <a:off x="2258604" y="3971653"/>
            <a:ext cx="2870718" cy="468600"/>
          </a:xfrm>
          <a:prstGeom prst="bentConnector3">
            <a:avLst>
              <a:gd name="adj1" fmla="val 99959"/>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7" name="Dirsek Bağlayıcısı 63">
            <a:extLst>
              <a:ext uri="{FF2B5EF4-FFF2-40B4-BE49-F238E27FC236}">
                <a16:creationId xmlns:a16="http://schemas.microsoft.com/office/drawing/2014/main" id="{A2F57CAA-BCB7-4D9E-9F05-E3ABBABA0444}"/>
              </a:ext>
            </a:extLst>
          </p:cNvPr>
          <p:cNvCxnSpPr>
            <a:cxnSpLocks/>
            <a:endCxn id="113" idx="1"/>
          </p:cNvCxnSpPr>
          <p:nvPr/>
        </p:nvCxnSpPr>
        <p:spPr>
          <a:xfrm>
            <a:off x="3327317" y="5902454"/>
            <a:ext cx="1385106" cy="92225"/>
          </a:xfrm>
          <a:prstGeom prst="bentConnector3">
            <a:avLst>
              <a:gd name="adj1" fmla="val 104"/>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7" name="Dirsek Bağlayıcısı 63">
            <a:extLst>
              <a:ext uri="{FF2B5EF4-FFF2-40B4-BE49-F238E27FC236}">
                <a16:creationId xmlns:a16="http://schemas.microsoft.com/office/drawing/2014/main" id="{A4F4711F-9477-47BA-BF7F-88BD77EFF625}"/>
              </a:ext>
            </a:extLst>
          </p:cNvPr>
          <p:cNvCxnSpPr>
            <a:cxnSpLocks/>
          </p:cNvCxnSpPr>
          <p:nvPr/>
        </p:nvCxnSpPr>
        <p:spPr>
          <a:xfrm flipV="1">
            <a:off x="7060171" y="5847916"/>
            <a:ext cx="1603060" cy="187846"/>
          </a:xfrm>
          <a:prstGeom prst="bentConnector3">
            <a:avLst>
              <a:gd name="adj1" fmla="val 99934"/>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1" name="Düz Ok Bağlayıcısı 100">
            <a:extLst>
              <a:ext uri="{FF2B5EF4-FFF2-40B4-BE49-F238E27FC236}">
                <a16:creationId xmlns:a16="http://schemas.microsoft.com/office/drawing/2014/main" id="{A61001D8-8537-404E-9691-AE204302FA5C}"/>
              </a:ext>
            </a:extLst>
          </p:cNvPr>
          <p:cNvCxnSpPr>
            <a:cxnSpLocks/>
          </p:cNvCxnSpPr>
          <p:nvPr/>
        </p:nvCxnSpPr>
        <p:spPr>
          <a:xfrm flipV="1">
            <a:off x="10564130" y="2130685"/>
            <a:ext cx="0" cy="84134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3" name="Düz Ok Bağlayıcısı 102">
            <a:extLst>
              <a:ext uri="{FF2B5EF4-FFF2-40B4-BE49-F238E27FC236}">
                <a16:creationId xmlns:a16="http://schemas.microsoft.com/office/drawing/2014/main" id="{6FC98603-4571-40C0-8101-6962D3448C26}"/>
              </a:ext>
            </a:extLst>
          </p:cNvPr>
          <p:cNvCxnSpPr>
            <a:cxnSpLocks/>
          </p:cNvCxnSpPr>
          <p:nvPr/>
        </p:nvCxnSpPr>
        <p:spPr>
          <a:xfrm flipH="1">
            <a:off x="7877264" y="2130685"/>
            <a:ext cx="1426819" cy="169667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9" name="AutoShape 10">
            <a:extLst>
              <a:ext uri="{FF2B5EF4-FFF2-40B4-BE49-F238E27FC236}">
                <a16:creationId xmlns:a16="http://schemas.microsoft.com/office/drawing/2014/main" id="{7B56E54C-219D-42EF-9A94-9E8DDCA35F0C}"/>
              </a:ext>
            </a:extLst>
          </p:cNvPr>
          <p:cNvSpPr>
            <a:spLocks noChangeArrowheads="1"/>
          </p:cNvSpPr>
          <p:nvPr/>
        </p:nvSpPr>
        <p:spPr bwMode="auto">
          <a:xfrm>
            <a:off x="2911563" y="5171405"/>
            <a:ext cx="806033" cy="644827"/>
          </a:xfrm>
          <a:prstGeom prst="hexagon">
            <a:avLst>
              <a:gd name="adj" fmla="val 31250"/>
              <a:gd name="vf" fmla="val 115470"/>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tr-TR" sz="1904">
              <a:solidFill>
                <a:srgbClr val="000000"/>
              </a:solidFill>
              <a:latin typeface="Myriad Pro"/>
            </a:endParaRPr>
          </a:p>
        </p:txBody>
      </p:sp>
      <p:sp>
        <p:nvSpPr>
          <p:cNvPr id="111" name="Text Box 14">
            <a:extLst>
              <a:ext uri="{FF2B5EF4-FFF2-40B4-BE49-F238E27FC236}">
                <a16:creationId xmlns:a16="http://schemas.microsoft.com/office/drawing/2014/main" id="{AFEC34CC-5972-4D57-B527-27718785A563}"/>
              </a:ext>
            </a:extLst>
          </p:cNvPr>
          <p:cNvSpPr txBox="1">
            <a:spLocks noChangeArrowheads="1"/>
          </p:cNvSpPr>
          <p:nvPr/>
        </p:nvSpPr>
        <p:spPr bwMode="auto">
          <a:xfrm>
            <a:off x="2911562" y="5282203"/>
            <a:ext cx="826182" cy="41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058" b="1" dirty="0">
                <a:solidFill>
                  <a:srgbClr val="000000"/>
                </a:solidFill>
                <a:latin typeface="Myriad Pro"/>
              </a:rPr>
              <a:t>ÇIKIŞ GÜMRÜK</a:t>
            </a:r>
          </a:p>
        </p:txBody>
      </p:sp>
      <p:sp>
        <p:nvSpPr>
          <p:cNvPr id="112" name="AutoShape 10">
            <a:extLst>
              <a:ext uri="{FF2B5EF4-FFF2-40B4-BE49-F238E27FC236}">
                <a16:creationId xmlns:a16="http://schemas.microsoft.com/office/drawing/2014/main" id="{218632B3-012D-4C29-B2BC-D542A1C02D8B}"/>
              </a:ext>
            </a:extLst>
          </p:cNvPr>
          <p:cNvSpPr>
            <a:spLocks noChangeArrowheads="1"/>
          </p:cNvSpPr>
          <p:nvPr/>
        </p:nvSpPr>
        <p:spPr bwMode="auto">
          <a:xfrm>
            <a:off x="4735367" y="5690680"/>
            <a:ext cx="806033" cy="644827"/>
          </a:xfrm>
          <a:prstGeom prst="hexagon">
            <a:avLst>
              <a:gd name="adj" fmla="val 31250"/>
              <a:gd name="vf" fmla="val 115470"/>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tr-TR" sz="1904">
              <a:solidFill>
                <a:srgbClr val="000000"/>
              </a:solidFill>
              <a:latin typeface="Myriad Pro"/>
            </a:endParaRPr>
          </a:p>
        </p:txBody>
      </p:sp>
      <p:sp>
        <p:nvSpPr>
          <p:cNvPr id="113" name="Text Box 14">
            <a:extLst>
              <a:ext uri="{FF2B5EF4-FFF2-40B4-BE49-F238E27FC236}">
                <a16:creationId xmlns:a16="http://schemas.microsoft.com/office/drawing/2014/main" id="{A8B283DF-03D0-44D2-B206-5B420FC74664}"/>
              </a:ext>
            </a:extLst>
          </p:cNvPr>
          <p:cNvSpPr txBox="1">
            <a:spLocks noChangeArrowheads="1"/>
          </p:cNvSpPr>
          <p:nvPr/>
        </p:nvSpPr>
        <p:spPr bwMode="auto">
          <a:xfrm>
            <a:off x="4712423" y="5785711"/>
            <a:ext cx="826182" cy="41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058" b="1" dirty="0">
                <a:solidFill>
                  <a:srgbClr val="000000"/>
                </a:solidFill>
                <a:latin typeface="Myriad Pro"/>
              </a:rPr>
              <a:t>GİRİŞ GÜMRÜK</a:t>
            </a:r>
          </a:p>
        </p:txBody>
      </p:sp>
      <p:sp>
        <p:nvSpPr>
          <p:cNvPr id="114" name="AutoShape 10">
            <a:extLst>
              <a:ext uri="{FF2B5EF4-FFF2-40B4-BE49-F238E27FC236}">
                <a16:creationId xmlns:a16="http://schemas.microsoft.com/office/drawing/2014/main" id="{7CB5F59B-F9A7-4C9F-B467-26F7953427DE}"/>
              </a:ext>
            </a:extLst>
          </p:cNvPr>
          <p:cNvSpPr>
            <a:spLocks noChangeArrowheads="1"/>
          </p:cNvSpPr>
          <p:nvPr/>
        </p:nvSpPr>
        <p:spPr bwMode="auto">
          <a:xfrm>
            <a:off x="6233988" y="5682417"/>
            <a:ext cx="806033" cy="644827"/>
          </a:xfrm>
          <a:prstGeom prst="hexagon">
            <a:avLst>
              <a:gd name="adj" fmla="val 31250"/>
              <a:gd name="vf" fmla="val 115470"/>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tr-TR" sz="1904">
              <a:solidFill>
                <a:srgbClr val="000000"/>
              </a:solidFill>
              <a:latin typeface="Myriad Pro"/>
            </a:endParaRPr>
          </a:p>
        </p:txBody>
      </p:sp>
      <p:sp>
        <p:nvSpPr>
          <p:cNvPr id="115" name="Text Box 14">
            <a:extLst>
              <a:ext uri="{FF2B5EF4-FFF2-40B4-BE49-F238E27FC236}">
                <a16:creationId xmlns:a16="http://schemas.microsoft.com/office/drawing/2014/main" id="{F30DFD4B-37D7-4181-A5B6-54C014081FB8}"/>
              </a:ext>
            </a:extLst>
          </p:cNvPr>
          <p:cNvSpPr txBox="1">
            <a:spLocks noChangeArrowheads="1"/>
          </p:cNvSpPr>
          <p:nvPr/>
        </p:nvSpPr>
        <p:spPr bwMode="auto">
          <a:xfrm>
            <a:off x="6233988" y="5793216"/>
            <a:ext cx="826182" cy="41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058" b="1" dirty="0">
                <a:solidFill>
                  <a:srgbClr val="000000"/>
                </a:solidFill>
                <a:latin typeface="Myriad Pro"/>
              </a:rPr>
              <a:t>ÇIKIŞ GÜMRÜK</a:t>
            </a:r>
          </a:p>
        </p:txBody>
      </p:sp>
      <p:sp>
        <p:nvSpPr>
          <p:cNvPr id="126" name="AutoShape 10">
            <a:extLst>
              <a:ext uri="{FF2B5EF4-FFF2-40B4-BE49-F238E27FC236}">
                <a16:creationId xmlns:a16="http://schemas.microsoft.com/office/drawing/2014/main" id="{2051AF9E-745C-4725-8ABF-F4414BE9D6BA}"/>
              </a:ext>
            </a:extLst>
          </p:cNvPr>
          <p:cNvSpPr>
            <a:spLocks noChangeArrowheads="1"/>
          </p:cNvSpPr>
          <p:nvPr/>
        </p:nvSpPr>
        <p:spPr bwMode="auto">
          <a:xfrm>
            <a:off x="8260213" y="5189675"/>
            <a:ext cx="806033" cy="644827"/>
          </a:xfrm>
          <a:prstGeom prst="hexagon">
            <a:avLst>
              <a:gd name="adj" fmla="val 31250"/>
              <a:gd name="vf" fmla="val 115470"/>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tr-TR" sz="1904">
              <a:solidFill>
                <a:srgbClr val="000000"/>
              </a:solidFill>
              <a:latin typeface="Myriad Pro"/>
            </a:endParaRPr>
          </a:p>
        </p:txBody>
      </p:sp>
      <p:sp>
        <p:nvSpPr>
          <p:cNvPr id="127" name="Text Box 14">
            <a:extLst>
              <a:ext uri="{FF2B5EF4-FFF2-40B4-BE49-F238E27FC236}">
                <a16:creationId xmlns:a16="http://schemas.microsoft.com/office/drawing/2014/main" id="{950CDC74-BB88-44FF-8B55-550AF80652AA}"/>
              </a:ext>
            </a:extLst>
          </p:cNvPr>
          <p:cNvSpPr txBox="1">
            <a:spLocks noChangeArrowheads="1"/>
          </p:cNvSpPr>
          <p:nvPr/>
        </p:nvSpPr>
        <p:spPr bwMode="auto">
          <a:xfrm>
            <a:off x="8260213" y="5300473"/>
            <a:ext cx="826182" cy="41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058" b="1" dirty="0">
                <a:solidFill>
                  <a:srgbClr val="000000"/>
                </a:solidFill>
                <a:latin typeface="Myriad Pro"/>
              </a:rPr>
              <a:t>GİRİŞ GÜMRÜK</a:t>
            </a:r>
          </a:p>
        </p:txBody>
      </p:sp>
      <p:sp>
        <p:nvSpPr>
          <p:cNvPr id="134" name="Text Box 38">
            <a:extLst>
              <a:ext uri="{FF2B5EF4-FFF2-40B4-BE49-F238E27FC236}">
                <a16:creationId xmlns:a16="http://schemas.microsoft.com/office/drawing/2014/main" id="{9CD06D11-3C47-41C8-838D-156A4B1B6AC6}"/>
              </a:ext>
            </a:extLst>
          </p:cNvPr>
          <p:cNvSpPr txBox="1">
            <a:spLocks noChangeArrowheads="1"/>
          </p:cNvSpPr>
          <p:nvPr/>
        </p:nvSpPr>
        <p:spPr bwMode="auto">
          <a:xfrm>
            <a:off x="9003528" y="5808675"/>
            <a:ext cx="1692670" cy="28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269" b="1" dirty="0">
                <a:solidFill>
                  <a:srgbClr val="0000FF"/>
                </a:solidFill>
                <a:latin typeface="Myriad Pro"/>
              </a:rPr>
              <a:t>VARIŞ ÜLKESİ</a:t>
            </a:r>
          </a:p>
        </p:txBody>
      </p:sp>
      <p:sp>
        <p:nvSpPr>
          <p:cNvPr id="135" name="AutoShape 10">
            <a:extLst>
              <a:ext uri="{FF2B5EF4-FFF2-40B4-BE49-F238E27FC236}">
                <a16:creationId xmlns:a16="http://schemas.microsoft.com/office/drawing/2014/main" id="{29594E76-4858-41CB-A483-C6D3B1CC6127}"/>
              </a:ext>
            </a:extLst>
          </p:cNvPr>
          <p:cNvSpPr>
            <a:spLocks noChangeArrowheads="1"/>
          </p:cNvSpPr>
          <p:nvPr/>
        </p:nvSpPr>
        <p:spPr bwMode="auto">
          <a:xfrm>
            <a:off x="9200594" y="4474313"/>
            <a:ext cx="806033" cy="644827"/>
          </a:xfrm>
          <a:prstGeom prst="hexagon">
            <a:avLst>
              <a:gd name="adj" fmla="val 31250"/>
              <a:gd name="vf" fmla="val 115470"/>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tr-TR" sz="1904">
              <a:solidFill>
                <a:srgbClr val="000000"/>
              </a:solidFill>
              <a:latin typeface="Myriad Pro"/>
            </a:endParaRPr>
          </a:p>
        </p:txBody>
      </p:sp>
      <p:sp>
        <p:nvSpPr>
          <p:cNvPr id="136" name="Text Box 14">
            <a:extLst>
              <a:ext uri="{FF2B5EF4-FFF2-40B4-BE49-F238E27FC236}">
                <a16:creationId xmlns:a16="http://schemas.microsoft.com/office/drawing/2014/main" id="{5CF5D8E4-843D-45CD-B0D5-C84A5CB8515A}"/>
              </a:ext>
            </a:extLst>
          </p:cNvPr>
          <p:cNvSpPr txBox="1">
            <a:spLocks noChangeArrowheads="1"/>
          </p:cNvSpPr>
          <p:nvPr/>
        </p:nvSpPr>
        <p:spPr bwMode="auto">
          <a:xfrm>
            <a:off x="9177649" y="4569344"/>
            <a:ext cx="826182" cy="41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058" b="1" dirty="0">
                <a:solidFill>
                  <a:srgbClr val="000000"/>
                </a:solidFill>
                <a:latin typeface="Myriad Pro"/>
              </a:rPr>
              <a:t>VARIŞ GÜMRÜK</a:t>
            </a:r>
          </a:p>
        </p:txBody>
      </p:sp>
      <p:cxnSp>
        <p:nvCxnSpPr>
          <p:cNvPr id="137" name="Düz Ok Bağlayıcısı 136">
            <a:extLst>
              <a:ext uri="{FF2B5EF4-FFF2-40B4-BE49-F238E27FC236}">
                <a16:creationId xmlns:a16="http://schemas.microsoft.com/office/drawing/2014/main" id="{15FDC74C-E5E0-4A42-B755-610714FD28A5}"/>
              </a:ext>
            </a:extLst>
          </p:cNvPr>
          <p:cNvCxnSpPr>
            <a:cxnSpLocks/>
          </p:cNvCxnSpPr>
          <p:nvPr/>
        </p:nvCxnSpPr>
        <p:spPr>
          <a:xfrm>
            <a:off x="2593232" y="5031852"/>
            <a:ext cx="375654" cy="26862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2" name="Düz Ok Bağlayıcısı 141">
            <a:extLst>
              <a:ext uri="{FF2B5EF4-FFF2-40B4-BE49-F238E27FC236}">
                <a16:creationId xmlns:a16="http://schemas.microsoft.com/office/drawing/2014/main" id="{599B4801-6D57-4A8C-9123-246FD798CF2C}"/>
              </a:ext>
            </a:extLst>
          </p:cNvPr>
          <p:cNvCxnSpPr>
            <a:cxnSpLocks/>
          </p:cNvCxnSpPr>
          <p:nvPr/>
        </p:nvCxnSpPr>
        <p:spPr>
          <a:xfrm flipV="1">
            <a:off x="9016480" y="5047306"/>
            <a:ext cx="288593" cy="23975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2" name="Düz Ok Bağlayıcısı 151">
            <a:extLst>
              <a:ext uri="{FF2B5EF4-FFF2-40B4-BE49-F238E27FC236}">
                <a16:creationId xmlns:a16="http://schemas.microsoft.com/office/drawing/2014/main" id="{7560848C-91C6-432C-8637-86E6D70178E0}"/>
              </a:ext>
            </a:extLst>
          </p:cNvPr>
          <p:cNvCxnSpPr>
            <a:cxnSpLocks/>
          </p:cNvCxnSpPr>
          <p:nvPr/>
        </p:nvCxnSpPr>
        <p:spPr>
          <a:xfrm>
            <a:off x="5627272" y="6022330"/>
            <a:ext cx="52944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4" name="Düz Ok Bağlayıcısı 163">
            <a:extLst>
              <a:ext uri="{FF2B5EF4-FFF2-40B4-BE49-F238E27FC236}">
                <a16:creationId xmlns:a16="http://schemas.microsoft.com/office/drawing/2014/main" id="{D20FA085-72B4-44D1-B858-FD8C5B1CE68B}"/>
              </a:ext>
            </a:extLst>
          </p:cNvPr>
          <p:cNvCxnSpPr>
            <a:cxnSpLocks/>
          </p:cNvCxnSpPr>
          <p:nvPr/>
        </p:nvCxnSpPr>
        <p:spPr>
          <a:xfrm flipH="1">
            <a:off x="7997599" y="3357153"/>
            <a:ext cx="1808056" cy="54294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9" name="Dirsek Bağlayıcısı 63">
            <a:extLst>
              <a:ext uri="{FF2B5EF4-FFF2-40B4-BE49-F238E27FC236}">
                <a16:creationId xmlns:a16="http://schemas.microsoft.com/office/drawing/2014/main" id="{F2F0356A-09A9-4EFC-8C6D-095BECC1DAAE}"/>
              </a:ext>
            </a:extLst>
          </p:cNvPr>
          <p:cNvCxnSpPr>
            <a:cxnSpLocks/>
          </p:cNvCxnSpPr>
          <p:nvPr/>
        </p:nvCxnSpPr>
        <p:spPr>
          <a:xfrm rot="10800000">
            <a:off x="6429567" y="3971657"/>
            <a:ext cx="3199794" cy="435631"/>
          </a:xfrm>
          <a:prstGeom prst="bentConnector3">
            <a:avLst>
              <a:gd name="adj1" fmla="val 228"/>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6" name="Content Placeholder 2">
            <a:extLst>
              <a:ext uri="{FF2B5EF4-FFF2-40B4-BE49-F238E27FC236}">
                <a16:creationId xmlns:a16="http://schemas.microsoft.com/office/drawing/2014/main" id="{26AC53BD-75C4-402C-97D2-769668D076C2}"/>
              </a:ext>
            </a:extLst>
          </p:cNvPr>
          <p:cNvSpPr>
            <a:spLocks noGrp="1"/>
          </p:cNvSpPr>
          <p:nvPr>
            <p:ph idx="1"/>
          </p:nvPr>
        </p:nvSpPr>
        <p:spPr>
          <a:xfrm>
            <a:off x="2035638" y="601996"/>
            <a:ext cx="6991404" cy="370246"/>
          </a:xfrm>
        </p:spPr>
        <p:txBody>
          <a:bodyPr>
            <a:noAutofit/>
          </a:bodyPr>
          <a:lstStyle/>
          <a:p>
            <a:pPr marL="0" indent="0">
              <a:buNone/>
            </a:pPr>
            <a:r>
              <a:rPr lang="tr-TR" sz="1904" b="1" dirty="0">
                <a:latin typeface="Myriad Pro"/>
                <a:cs typeface="Myriad Pro"/>
              </a:rPr>
              <a:t>TIR KARNESİ İŞ AKIŞI</a:t>
            </a:r>
          </a:p>
        </p:txBody>
      </p:sp>
      <p:sp>
        <p:nvSpPr>
          <p:cNvPr id="69" name="Metin kutusu 68">
            <a:extLst>
              <a:ext uri="{FF2B5EF4-FFF2-40B4-BE49-F238E27FC236}">
                <a16:creationId xmlns:a16="http://schemas.microsoft.com/office/drawing/2014/main" id="{FF977E1E-7111-4AF2-A9B9-EC15E3647711}"/>
              </a:ext>
            </a:extLst>
          </p:cNvPr>
          <p:cNvSpPr txBox="1"/>
          <p:nvPr/>
        </p:nvSpPr>
        <p:spPr>
          <a:xfrm>
            <a:off x="1702845" y="157079"/>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34401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5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fade">
                                      <p:cBhvr>
                                        <p:cTn id="56" dur="500"/>
                                        <p:tgtEl>
                                          <p:spTgt spid="3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3"/>
                                        </p:tgtEl>
                                        <p:attrNameLst>
                                          <p:attrName>style.visibility</p:attrName>
                                        </p:attrNameLst>
                                      </p:cBhvr>
                                      <p:to>
                                        <p:strVal val="visible"/>
                                      </p:to>
                                    </p:set>
                                    <p:animEffect transition="in" filter="fade">
                                      <p:cBhvr>
                                        <p:cTn id="59" dur="500"/>
                                        <p:tgtEl>
                                          <p:spTgt spid="6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8"/>
                                        </p:tgtEl>
                                        <p:attrNameLst>
                                          <p:attrName>style.visibility</p:attrName>
                                        </p:attrNameLst>
                                      </p:cBhvr>
                                      <p:to>
                                        <p:strVal val="visible"/>
                                      </p:to>
                                    </p:set>
                                    <p:animEffect transition="in" filter="fade">
                                      <p:cBhvr>
                                        <p:cTn id="64" dur="500"/>
                                        <p:tgtEl>
                                          <p:spTgt spid="5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500"/>
                                        <p:tgtEl>
                                          <p:spTgt spid="3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500"/>
                                        <p:tgtEl>
                                          <p:spTgt spid="4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137"/>
                                        </p:tgtEl>
                                        <p:attrNameLst>
                                          <p:attrName>style.visibility</p:attrName>
                                        </p:attrNameLst>
                                      </p:cBhvr>
                                      <p:to>
                                        <p:strVal val="visible"/>
                                      </p:to>
                                    </p:set>
                                    <p:animEffect transition="in" filter="fade">
                                      <p:cBhvr>
                                        <p:cTn id="78" dur="500"/>
                                        <p:tgtEl>
                                          <p:spTgt spid="13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11"/>
                                        </p:tgtEl>
                                        <p:attrNameLst>
                                          <p:attrName>style.visibility</p:attrName>
                                        </p:attrNameLst>
                                      </p:cBhvr>
                                      <p:to>
                                        <p:strVal val="visible"/>
                                      </p:to>
                                    </p:set>
                                    <p:animEffect transition="in" filter="fade">
                                      <p:cBhvr>
                                        <p:cTn id="81" dur="500"/>
                                        <p:tgtEl>
                                          <p:spTgt spid="11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09"/>
                                        </p:tgtEl>
                                        <p:attrNameLst>
                                          <p:attrName>style.visibility</p:attrName>
                                        </p:attrNameLst>
                                      </p:cBhvr>
                                      <p:to>
                                        <p:strVal val="visible"/>
                                      </p:to>
                                    </p:set>
                                    <p:animEffect transition="in" filter="fade">
                                      <p:cBhvr>
                                        <p:cTn id="84" dur="500"/>
                                        <p:tgtEl>
                                          <p:spTgt spid="10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7"/>
                                        </p:tgtEl>
                                        <p:attrNameLst>
                                          <p:attrName>style.visibility</p:attrName>
                                        </p:attrNameLst>
                                      </p:cBhvr>
                                      <p:to>
                                        <p:strVal val="visible"/>
                                      </p:to>
                                    </p:set>
                                    <p:animEffect transition="in" filter="fade">
                                      <p:cBhvr>
                                        <p:cTn id="89" dur="500"/>
                                        <p:tgtEl>
                                          <p:spTgt spid="4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8"/>
                                        </p:tgtEl>
                                        <p:attrNameLst>
                                          <p:attrName>style.visibility</p:attrName>
                                        </p:attrNameLst>
                                      </p:cBhvr>
                                      <p:to>
                                        <p:strVal val="visible"/>
                                      </p:to>
                                    </p:set>
                                    <p:animEffect transition="in" filter="fade">
                                      <p:cBhvr>
                                        <p:cTn id="92" dur="500"/>
                                        <p:tgtEl>
                                          <p:spTgt spid="4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113"/>
                                        </p:tgtEl>
                                        <p:attrNameLst>
                                          <p:attrName>style.visibility</p:attrName>
                                        </p:attrNameLst>
                                      </p:cBhvr>
                                      <p:to>
                                        <p:strVal val="visible"/>
                                      </p:to>
                                    </p:set>
                                    <p:animEffect transition="in" filter="fade">
                                      <p:cBhvr>
                                        <p:cTn id="97" dur="500"/>
                                        <p:tgtEl>
                                          <p:spTgt spid="11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12"/>
                                        </p:tgtEl>
                                        <p:attrNameLst>
                                          <p:attrName>style.visibility</p:attrName>
                                        </p:attrNameLst>
                                      </p:cBhvr>
                                      <p:to>
                                        <p:strVal val="visible"/>
                                      </p:to>
                                    </p:set>
                                    <p:animEffect transition="in" filter="fade">
                                      <p:cBhvr>
                                        <p:cTn id="100" dur="500"/>
                                        <p:tgtEl>
                                          <p:spTgt spid="112"/>
                                        </p:tgtEl>
                                      </p:cBhvr>
                                    </p:animEffect>
                                  </p:childTnLst>
                                </p:cTn>
                              </p:par>
                              <p:par>
                                <p:cTn id="101" presetID="10" presetClass="entr" presetSubtype="0" fill="hold" nodeType="withEffect">
                                  <p:stCondLst>
                                    <p:cond delay="0"/>
                                  </p:stCondLst>
                                  <p:childTnLst>
                                    <p:set>
                                      <p:cBhvr>
                                        <p:cTn id="102" dur="1" fill="hold">
                                          <p:stCondLst>
                                            <p:cond delay="0"/>
                                          </p:stCondLst>
                                        </p:cTn>
                                        <p:tgtEl>
                                          <p:spTgt spid="67"/>
                                        </p:tgtEl>
                                        <p:attrNameLst>
                                          <p:attrName>style.visibility</p:attrName>
                                        </p:attrNameLst>
                                      </p:cBhvr>
                                      <p:to>
                                        <p:strVal val="visible"/>
                                      </p:to>
                                    </p:set>
                                    <p:animEffect transition="in" filter="fade">
                                      <p:cBhvr>
                                        <p:cTn id="103" dur="500"/>
                                        <p:tgtEl>
                                          <p:spTgt spid="67"/>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500"/>
                                        <p:tgtEl>
                                          <p:spTgt spid="43"/>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152"/>
                                        </p:tgtEl>
                                        <p:attrNameLst>
                                          <p:attrName>style.visibility</p:attrName>
                                        </p:attrNameLst>
                                      </p:cBhvr>
                                      <p:to>
                                        <p:strVal val="visible"/>
                                      </p:to>
                                    </p:set>
                                    <p:animEffect transition="in" filter="fade">
                                      <p:cBhvr>
                                        <p:cTn id="113" dur="500"/>
                                        <p:tgtEl>
                                          <p:spTgt spid="152"/>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115"/>
                                        </p:tgtEl>
                                        <p:attrNameLst>
                                          <p:attrName>style.visibility</p:attrName>
                                        </p:attrNameLst>
                                      </p:cBhvr>
                                      <p:to>
                                        <p:strVal val="visible"/>
                                      </p:to>
                                    </p:set>
                                    <p:animEffect transition="in" filter="fade">
                                      <p:cBhvr>
                                        <p:cTn id="116" dur="500"/>
                                        <p:tgtEl>
                                          <p:spTgt spid="115"/>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14"/>
                                        </p:tgtEl>
                                        <p:attrNameLst>
                                          <p:attrName>style.visibility</p:attrName>
                                        </p:attrNameLst>
                                      </p:cBhvr>
                                      <p:to>
                                        <p:strVal val="visible"/>
                                      </p:to>
                                    </p:set>
                                    <p:animEffect transition="in" filter="fade">
                                      <p:cBhvr>
                                        <p:cTn id="119" dur="500"/>
                                        <p:tgtEl>
                                          <p:spTgt spid="114"/>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56"/>
                                        </p:tgtEl>
                                        <p:attrNameLst>
                                          <p:attrName>style.visibility</p:attrName>
                                        </p:attrNameLst>
                                      </p:cBhvr>
                                      <p:to>
                                        <p:strVal val="visible"/>
                                      </p:to>
                                    </p:set>
                                    <p:animEffect transition="in" filter="fade">
                                      <p:cBhvr>
                                        <p:cTn id="124" dur="500"/>
                                        <p:tgtEl>
                                          <p:spTgt spid="56"/>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34"/>
                                        </p:tgtEl>
                                        <p:attrNameLst>
                                          <p:attrName>style.visibility</p:attrName>
                                        </p:attrNameLst>
                                      </p:cBhvr>
                                      <p:to>
                                        <p:strVal val="visible"/>
                                      </p:to>
                                    </p:set>
                                    <p:animEffect transition="in" filter="fade">
                                      <p:cBhvr>
                                        <p:cTn id="127" dur="500"/>
                                        <p:tgtEl>
                                          <p:spTgt spid="134"/>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77"/>
                                        </p:tgtEl>
                                        <p:attrNameLst>
                                          <p:attrName>style.visibility</p:attrName>
                                        </p:attrNameLst>
                                      </p:cBhvr>
                                      <p:to>
                                        <p:strVal val="visible"/>
                                      </p:to>
                                    </p:set>
                                    <p:animEffect transition="in" filter="fade">
                                      <p:cBhvr>
                                        <p:cTn id="132" dur="500"/>
                                        <p:tgtEl>
                                          <p:spTgt spid="7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127"/>
                                        </p:tgtEl>
                                        <p:attrNameLst>
                                          <p:attrName>style.visibility</p:attrName>
                                        </p:attrNameLst>
                                      </p:cBhvr>
                                      <p:to>
                                        <p:strVal val="visible"/>
                                      </p:to>
                                    </p:set>
                                    <p:animEffect transition="in" filter="fade">
                                      <p:cBhvr>
                                        <p:cTn id="135" dur="500"/>
                                        <p:tgtEl>
                                          <p:spTgt spid="12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126"/>
                                        </p:tgtEl>
                                        <p:attrNameLst>
                                          <p:attrName>style.visibility</p:attrName>
                                        </p:attrNameLst>
                                      </p:cBhvr>
                                      <p:to>
                                        <p:strVal val="visible"/>
                                      </p:to>
                                    </p:set>
                                    <p:animEffect transition="in" filter="fade">
                                      <p:cBhvr>
                                        <p:cTn id="138" dur="500"/>
                                        <p:tgtEl>
                                          <p:spTgt spid="126"/>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142"/>
                                        </p:tgtEl>
                                        <p:attrNameLst>
                                          <p:attrName>style.visibility</p:attrName>
                                        </p:attrNameLst>
                                      </p:cBhvr>
                                      <p:to>
                                        <p:strVal val="visible"/>
                                      </p:to>
                                    </p:set>
                                    <p:animEffect transition="in" filter="fade">
                                      <p:cBhvr>
                                        <p:cTn id="143" dur="500"/>
                                        <p:tgtEl>
                                          <p:spTgt spid="142"/>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135"/>
                                        </p:tgtEl>
                                        <p:attrNameLst>
                                          <p:attrName>style.visibility</p:attrName>
                                        </p:attrNameLst>
                                      </p:cBhvr>
                                      <p:to>
                                        <p:strVal val="visible"/>
                                      </p:to>
                                    </p:set>
                                    <p:animEffect transition="in" filter="fade">
                                      <p:cBhvr>
                                        <p:cTn id="146" dur="500"/>
                                        <p:tgtEl>
                                          <p:spTgt spid="135"/>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136"/>
                                        </p:tgtEl>
                                        <p:attrNameLst>
                                          <p:attrName>style.visibility</p:attrName>
                                        </p:attrNameLst>
                                      </p:cBhvr>
                                      <p:to>
                                        <p:strVal val="visible"/>
                                      </p:to>
                                    </p:set>
                                    <p:animEffect transition="in" filter="fade">
                                      <p:cBhvr>
                                        <p:cTn id="149" dur="500"/>
                                        <p:tgtEl>
                                          <p:spTgt spid="136"/>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clickEffect">
                                  <p:stCondLst>
                                    <p:cond delay="0"/>
                                  </p:stCondLst>
                                  <p:childTnLst>
                                    <p:set>
                                      <p:cBhvr>
                                        <p:cTn id="153" dur="1" fill="hold">
                                          <p:stCondLst>
                                            <p:cond delay="0"/>
                                          </p:stCondLst>
                                        </p:cTn>
                                        <p:tgtEl>
                                          <p:spTgt spid="44"/>
                                        </p:tgtEl>
                                        <p:attrNameLst>
                                          <p:attrName>style.visibility</p:attrName>
                                        </p:attrNameLst>
                                      </p:cBhvr>
                                      <p:to>
                                        <p:strVal val="visible"/>
                                      </p:to>
                                    </p:set>
                                    <p:animEffect transition="in" filter="fade">
                                      <p:cBhvr>
                                        <p:cTn id="154" dur="500"/>
                                        <p:tgtEl>
                                          <p:spTgt spid="44"/>
                                        </p:tgtEl>
                                      </p:cBhvr>
                                    </p:animEffect>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grpId="0" nodeType="clickEffect">
                                  <p:stCondLst>
                                    <p:cond delay="0"/>
                                  </p:stCondLst>
                                  <p:childTnLst>
                                    <p:set>
                                      <p:cBhvr>
                                        <p:cTn id="158" dur="1" fill="hold">
                                          <p:stCondLst>
                                            <p:cond delay="0"/>
                                          </p:stCondLst>
                                        </p:cTn>
                                        <p:tgtEl>
                                          <p:spTgt spid="60"/>
                                        </p:tgtEl>
                                        <p:attrNameLst>
                                          <p:attrName>style.visibility</p:attrName>
                                        </p:attrNameLst>
                                      </p:cBhvr>
                                      <p:to>
                                        <p:strVal val="visible"/>
                                      </p:to>
                                    </p:set>
                                    <p:animEffect transition="in" filter="fade">
                                      <p:cBhvr>
                                        <p:cTn id="159" dur="500"/>
                                        <p:tgtEl>
                                          <p:spTgt spid="60"/>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ntr" presetSubtype="0" fill="hold" nodeType="clickEffect">
                                  <p:stCondLst>
                                    <p:cond delay="0"/>
                                  </p:stCondLst>
                                  <p:childTnLst>
                                    <p:set>
                                      <p:cBhvr>
                                        <p:cTn id="163" dur="1" fill="hold">
                                          <p:stCondLst>
                                            <p:cond delay="0"/>
                                          </p:stCondLst>
                                        </p:cTn>
                                        <p:tgtEl>
                                          <p:spTgt spid="164"/>
                                        </p:tgtEl>
                                        <p:attrNameLst>
                                          <p:attrName>style.visibility</p:attrName>
                                        </p:attrNameLst>
                                      </p:cBhvr>
                                      <p:to>
                                        <p:strVal val="visible"/>
                                      </p:to>
                                    </p:set>
                                    <p:animEffect transition="in" filter="fade">
                                      <p:cBhvr>
                                        <p:cTn id="164" dur="500"/>
                                        <p:tgtEl>
                                          <p:spTgt spid="164"/>
                                        </p:tgtEl>
                                      </p:cBhvr>
                                    </p:animEffect>
                                  </p:childTnLst>
                                </p:cTn>
                              </p:par>
                              <p:par>
                                <p:cTn id="165" presetID="10" presetClass="entr" presetSubtype="0" fill="hold" nodeType="withEffect">
                                  <p:stCondLst>
                                    <p:cond delay="0"/>
                                  </p:stCondLst>
                                  <p:childTnLst>
                                    <p:set>
                                      <p:cBhvr>
                                        <p:cTn id="166" dur="1" fill="hold">
                                          <p:stCondLst>
                                            <p:cond delay="0"/>
                                          </p:stCondLst>
                                        </p:cTn>
                                        <p:tgtEl>
                                          <p:spTgt spid="169"/>
                                        </p:tgtEl>
                                        <p:attrNameLst>
                                          <p:attrName>style.visibility</p:attrName>
                                        </p:attrNameLst>
                                      </p:cBhvr>
                                      <p:to>
                                        <p:strVal val="visible"/>
                                      </p:to>
                                    </p:set>
                                    <p:animEffect transition="in" filter="fade">
                                      <p:cBhvr>
                                        <p:cTn id="167" dur="500"/>
                                        <p:tgtEl>
                                          <p:spTgt spid="169"/>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65"/>
                                        </p:tgtEl>
                                        <p:attrNameLst>
                                          <p:attrName>style.visibility</p:attrName>
                                        </p:attrNameLst>
                                      </p:cBhvr>
                                      <p:to>
                                        <p:strVal val="visible"/>
                                      </p:to>
                                    </p:set>
                                    <p:animEffect transition="in" filter="fade">
                                      <p:cBhvr>
                                        <p:cTn id="170" dur="500"/>
                                        <p:tgtEl>
                                          <p:spTgt spid="65"/>
                                        </p:tgtEl>
                                      </p:cBhvr>
                                    </p:animEffect>
                                  </p:childTnLst>
                                </p:cTn>
                              </p:par>
                            </p:childTnLst>
                          </p:cTn>
                        </p:par>
                      </p:childTnLst>
                    </p:cTn>
                  </p:par>
                  <p:par>
                    <p:cTn id="171" fill="hold">
                      <p:stCondLst>
                        <p:cond delay="indefinite"/>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fade">
                                      <p:cBhvr>
                                        <p:cTn id="175" dur="500"/>
                                        <p:tgtEl>
                                          <p:spTgt spid="61"/>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nodeType="clickEffect">
                                  <p:stCondLst>
                                    <p:cond delay="0"/>
                                  </p:stCondLst>
                                  <p:childTnLst>
                                    <p:set>
                                      <p:cBhvr>
                                        <p:cTn id="179" dur="1" fill="hold">
                                          <p:stCondLst>
                                            <p:cond delay="0"/>
                                          </p:stCondLst>
                                        </p:cTn>
                                        <p:tgtEl>
                                          <p:spTgt spid="101"/>
                                        </p:tgtEl>
                                        <p:attrNameLst>
                                          <p:attrName>style.visibility</p:attrName>
                                        </p:attrNameLst>
                                      </p:cBhvr>
                                      <p:to>
                                        <p:strVal val="visible"/>
                                      </p:to>
                                    </p:set>
                                    <p:animEffect transition="in" filter="fade">
                                      <p:cBhvr>
                                        <p:cTn id="180" dur="500"/>
                                        <p:tgtEl>
                                          <p:spTgt spid="101"/>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500"/>
                                        <p:tgtEl>
                                          <p:spTgt spid="62"/>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nodeType="clickEffect">
                                  <p:stCondLst>
                                    <p:cond delay="0"/>
                                  </p:stCondLst>
                                  <p:childTnLst>
                                    <p:set>
                                      <p:cBhvr>
                                        <p:cTn id="187" dur="1" fill="hold">
                                          <p:stCondLst>
                                            <p:cond delay="0"/>
                                          </p:stCondLst>
                                        </p:cTn>
                                        <p:tgtEl>
                                          <p:spTgt spid="103"/>
                                        </p:tgtEl>
                                        <p:attrNameLst>
                                          <p:attrName>style.visibility</p:attrName>
                                        </p:attrNameLst>
                                      </p:cBhvr>
                                      <p:to>
                                        <p:strVal val="visible"/>
                                      </p:to>
                                    </p:set>
                                    <p:animEffect transition="in" filter="fade">
                                      <p:cBhvr>
                                        <p:cTn id="188" dur="500"/>
                                        <p:tgtEl>
                                          <p:spTgt spid="103"/>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27"/>
                                        </p:tgtEl>
                                        <p:attrNameLst>
                                          <p:attrName>style.visibility</p:attrName>
                                        </p:attrNameLst>
                                      </p:cBhvr>
                                      <p:to>
                                        <p:strVal val="visible"/>
                                      </p:to>
                                    </p:set>
                                    <p:animEffect transition="in" filter="fade">
                                      <p:cBhvr>
                                        <p:cTn id="193" dur="500"/>
                                        <p:tgtEl>
                                          <p:spTgt spid="27"/>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33"/>
                                        </p:tgtEl>
                                        <p:attrNameLst>
                                          <p:attrName>style.visibility</p:attrName>
                                        </p:attrNameLst>
                                      </p:cBhvr>
                                      <p:to>
                                        <p:strVal val="visible"/>
                                      </p:to>
                                    </p:set>
                                    <p:animEffect transition="in" filter="fade">
                                      <p:cBhvr>
                                        <p:cTn id="196" dur="500"/>
                                        <p:tgtEl>
                                          <p:spTgt spid="33"/>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grpId="0" nodeType="clickEffect">
                                  <p:stCondLst>
                                    <p:cond delay="0"/>
                                  </p:stCondLst>
                                  <p:childTnLst>
                                    <p:set>
                                      <p:cBhvr>
                                        <p:cTn id="200" dur="1" fill="hold">
                                          <p:stCondLst>
                                            <p:cond delay="0"/>
                                          </p:stCondLst>
                                        </p:cTn>
                                        <p:tgtEl>
                                          <p:spTgt spid="28"/>
                                        </p:tgtEl>
                                        <p:attrNameLst>
                                          <p:attrName>style.visibility</p:attrName>
                                        </p:attrNameLst>
                                      </p:cBhvr>
                                      <p:to>
                                        <p:strVal val="visible"/>
                                      </p:to>
                                    </p:set>
                                    <p:animEffect transition="in" filter="fade">
                                      <p:cBhvr>
                                        <p:cTn id="201" dur="500"/>
                                        <p:tgtEl>
                                          <p:spTgt spid="28"/>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31"/>
                                        </p:tgtEl>
                                        <p:attrNameLst>
                                          <p:attrName>style.visibility</p:attrName>
                                        </p:attrNameLst>
                                      </p:cBhvr>
                                      <p:to>
                                        <p:strVal val="visible"/>
                                      </p:to>
                                    </p:set>
                                    <p:animEffect transition="in" filter="fade">
                                      <p:cBhvr>
                                        <p:cTn id="204" dur="500"/>
                                        <p:tgtEl>
                                          <p:spTgt spid="31"/>
                                        </p:tgtEl>
                                      </p:cBhvr>
                                    </p:animEffect>
                                  </p:childTnLst>
                                </p:cTn>
                              </p:par>
                            </p:childTnLst>
                          </p:cTn>
                        </p:par>
                      </p:childTnLst>
                    </p:cTn>
                  </p:par>
                  <p:par>
                    <p:cTn id="205" fill="hold">
                      <p:stCondLst>
                        <p:cond delay="indefinite"/>
                      </p:stCondLst>
                      <p:childTnLst>
                        <p:par>
                          <p:cTn id="206" fill="hold">
                            <p:stCondLst>
                              <p:cond delay="0"/>
                            </p:stCondLst>
                            <p:childTnLst>
                              <p:par>
                                <p:cTn id="207" presetID="10" presetClass="entr" presetSubtype="0" fill="hold" grpId="0" nodeType="clickEffect">
                                  <p:stCondLst>
                                    <p:cond delay="0"/>
                                  </p:stCondLst>
                                  <p:childTnLst>
                                    <p:set>
                                      <p:cBhvr>
                                        <p:cTn id="208" dur="1" fill="hold">
                                          <p:stCondLst>
                                            <p:cond delay="0"/>
                                          </p:stCondLst>
                                        </p:cTn>
                                        <p:tgtEl>
                                          <p:spTgt spid="23"/>
                                        </p:tgtEl>
                                        <p:attrNameLst>
                                          <p:attrName>style.visibility</p:attrName>
                                        </p:attrNameLst>
                                      </p:cBhvr>
                                      <p:to>
                                        <p:strVal val="visible"/>
                                      </p:to>
                                    </p:set>
                                    <p:animEffect transition="in" filter="fade">
                                      <p:cBhvr>
                                        <p:cTn id="209" dur="500"/>
                                        <p:tgtEl>
                                          <p:spTgt spid="23"/>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21"/>
                                        </p:tgtEl>
                                        <p:attrNameLst>
                                          <p:attrName>style.visibility</p:attrName>
                                        </p:attrNameLst>
                                      </p:cBhvr>
                                      <p:to>
                                        <p:strVal val="visible"/>
                                      </p:to>
                                    </p:set>
                                    <p:animEffect transition="in" filter="fade">
                                      <p:cBhvr>
                                        <p:cTn id="212" dur="500"/>
                                        <p:tgtEl>
                                          <p:spTgt spid="21"/>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18"/>
                                        </p:tgtEl>
                                        <p:attrNameLst>
                                          <p:attrName>style.visibility</p:attrName>
                                        </p:attrNameLst>
                                      </p:cBhvr>
                                      <p:to>
                                        <p:strVal val="visible"/>
                                      </p:to>
                                    </p:set>
                                    <p:animEffect transition="in" filter="fade">
                                      <p:cBhvr>
                                        <p:cTn id="2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5" grpId="0"/>
      <p:bldP spid="36" grpId="0" animBg="1"/>
      <p:bldP spid="38" grpId="0"/>
      <p:bldP spid="39" grpId="0"/>
      <p:bldP spid="42" grpId="0" animBg="1"/>
      <p:bldP spid="43" grpId="0" animBg="1"/>
      <p:bldP spid="44" grpId="0" animBg="1"/>
      <p:bldP spid="47" grpId="0"/>
      <p:bldP spid="48" grpId="0"/>
      <p:bldP spid="56" grpId="0"/>
      <p:bldP spid="60" grpId="0" animBg="1"/>
      <p:bldP spid="61" grpId="0"/>
      <p:bldP spid="62" grpId="0" animBg="1"/>
      <p:bldP spid="63" grpId="0" animBg="1"/>
      <p:bldP spid="65" grpId="0"/>
      <p:bldP spid="109" grpId="0" animBg="1"/>
      <p:bldP spid="111" grpId="0"/>
      <p:bldP spid="112" grpId="0" animBg="1"/>
      <p:bldP spid="113" grpId="0"/>
      <p:bldP spid="114" grpId="0" animBg="1"/>
      <p:bldP spid="115" grpId="0"/>
      <p:bldP spid="126" grpId="0" animBg="1"/>
      <p:bldP spid="127" grpId="0"/>
      <p:bldP spid="134" grpId="0"/>
      <p:bldP spid="135" grpId="0" animBg="1"/>
      <p:bldP spid="13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9DAD18BF-1760-4B66-844B-48101749C90A}"/>
              </a:ext>
            </a:extLst>
          </p:cNvPr>
          <p:cNvSpPr/>
          <p:nvPr/>
        </p:nvSpPr>
        <p:spPr>
          <a:xfrm>
            <a:off x="711850" y="1648699"/>
            <a:ext cx="2225275" cy="1011211"/>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dirty="0">
                <a:solidFill>
                  <a:schemeClr val="tx1"/>
                </a:solidFill>
                <a:latin typeface="Myriad Pro"/>
              </a:rPr>
              <a:t>TIR karnesi himayesinde taşınan </a:t>
            </a:r>
          </a:p>
          <a:p>
            <a:pPr algn="ctr"/>
            <a:r>
              <a:rPr lang="tr-TR" sz="1164" b="1" dirty="0">
                <a:solidFill>
                  <a:schemeClr val="tx1"/>
                </a:solidFill>
                <a:latin typeface="Myriad Pro"/>
              </a:rPr>
              <a:t>serbest dolaşımda olmayan eşyada eksiklik ya da fazlalık tespit edilirse;</a:t>
            </a:r>
          </a:p>
        </p:txBody>
      </p:sp>
      <p:sp>
        <p:nvSpPr>
          <p:cNvPr id="16" name="Dikdörtgen 15">
            <a:extLst>
              <a:ext uri="{FF2B5EF4-FFF2-40B4-BE49-F238E27FC236}">
                <a16:creationId xmlns:a16="http://schemas.microsoft.com/office/drawing/2014/main" id="{C592604A-7C32-4796-9ABF-85BE3200CFAD}"/>
              </a:ext>
            </a:extLst>
          </p:cNvPr>
          <p:cNvSpPr/>
          <p:nvPr/>
        </p:nvSpPr>
        <p:spPr>
          <a:xfrm>
            <a:off x="4927953" y="1245422"/>
            <a:ext cx="2336092" cy="141448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Volet-2 ve dipkoçanına eksiklik ya da fazlalık bilgisi girilir, şartlı ibra edilmiştir şerhi düşülür. TIR/Transit Takip Programı Volet-2 ekranına da şartlı ibra edilmiştir şerhi girilir</a:t>
            </a:r>
            <a:endParaRPr lang="tr-TR" sz="1164" dirty="0">
              <a:solidFill>
                <a:srgbClr val="3829FF"/>
              </a:solidFill>
              <a:latin typeface="Myriad Pro"/>
            </a:endParaRPr>
          </a:p>
        </p:txBody>
      </p:sp>
      <p:sp>
        <p:nvSpPr>
          <p:cNvPr id="19" name="Dikdörtgen 18">
            <a:extLst>
              <a:ext uri="{FF2B5EF4-FFF2-40B4-BE49-F238E27FC236}">
                <a16:creationId xmlns:a16="http://schemas.microsoft.com/office/drawing/2014/main" id="{63AD9F22-1EB5-4149-9A6D-DBEDFCF157B9}"/>
              </a:ext>
            </a:extLst>
          </p:cNvPr>
          <p:cNvSpPr/>
          <p:nvPr/>
        </p:nvSpPr>
        <p:spPr>
          <a:xfrm>
            <a:off x="4927953" y="3353610"/>
            <a:ext cx="2336092" cy="124043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dirty="0">
                <a:latin typeface="Myriad Pro"/>
              </a:rPr>
              <a:t>Eksiklik/Fazlalık tutanağının imzalandığı tarih veya takibat yazısının TIR karne hamiline tebliğ edildiği tarihten itibaren </a:t>
            </a:r>
          </a:p>
          <a:p>
            <a:pPr algn="ctr"/>
            <a:r>
              <a:rPr lang="tr-TR" sz="1164" b="1" dirty="0">
                <a:latin typeface="Myriad Pro"/>
              </a:rPr>
              <a:t>3 ay içinde </a:t>
            </a:r>
            <a:r>
              <a:rPr lang="tr-TR" sz="1164" dirty="0">
                <a:latin typeface="Myriad Pro"/>
              </a:rPr>
              <a:t>eksiklik/fazlalığın nedeninin kanıtlanması istenir.</a:t>
            </a:r>
            <a:endParaRPr lang="tr-TR" sz="1164" dirty="0">
              <a:solidFill>
                <a:schemeClr val="tx1"/>
              </a:solidFill>
              <a:latin typeface="Myriad Pro"/>
            </a:endParaRPr>
          </a:p>
        </p:txBody>
      </p:sp>
      <p:sp>
        <p:nvSpPr>
          <p:cNvPr id="22" name="Dikdörtgen 21">
            <a:extLst>
              <a:ext uri="{FF2B5EF4-FFF2-40B4-BE49-F238E27FC236}">
                <a16:creationId xmlns:a16="http://schemas.microsoft.com/office/drawing/2014/main" id="{D2AF2384-7FDB-4C92-8D2D-2147EDAE8762}"/>
              </a:ext>
            </a:extLst>
          </p:cNvPr>
          <p:cNvSpPr/>
          <p:nvPr/>
        </p:nvSpPr>
        <p:spPr>
          <a:xfrm>
            <a:off x="5148930" y="4662373"/>
            <a:ext cx="1894138" cy="947054"/>
          </a:xfrm>
          <a:prstGeom prst="rect">
            <a:avLst/>
          </a:prstGeom>
        </p:spPr>
        <p:txBody>
          <a:bodyPr wrap="square">
            <a:spAutoFit/>
          </a:bodyPr>
          <a:lstStyle/>
          <a:p>
            <a:pPr algn="ctr"/>
            <a:r>
              <a:rPr lang="tr-TR" sz="1111" i="1" dirty="0">
                <a:latin typeface="Myriad Pro"/>
              </a:rPr>
              <a:t>Süre, yazılı başvuru halinde </a:t>
            </a:r>
          </a:p>
          <a:p>
            <a:pPr algn="ctr"/>
            <a:r>
              <a:rPr lang="tr-TR" sz="1111" b="1" i="1" dirty="0">
                <a:latin typeface="Myriad Pro"/>
              </a:rPr>
              <a:t>3 ay uzatılır</a:t>
            </a:r>
            <a:r>
              <a:rPr lang="tr-TR" sz="1111" i="1" dirty="0">
                <a:latin typeface="Myriad Pro"/>
              </a:rPr>
              <a:t>, </a:t>
            </a:r>
          </a:p>
          <a:p>
            <a:pPr algn="ctr"/>
            <a:endParaRPr lang="tr-TR" sz="1111" i="1" dirty="0">
              <a:latin typeface="Myriad Pro"/>
            </a:endParaRPr>
          </a:p>
          <a:p>
            <a:pPr algn="ctr"/>
            <a:r>
              <a:rPr lang="tr-TR" sz="1111" i="1" dirty="0">
                <a:latin typeface="Myriad Pro"/>
              </a:rPr>
              <a:t>haklı sebebin varlığı halinde </a:t>
            </a:r>
          </a:p>
          <a:p>
            <a:pPr algn="ctr"/>
            <a:r>
              <a:rPr lang="tr-TR" sz="1111" b="1" i="1" dirty="0">
                <a:latin typeface="Myriad Pro"/>
              </a:rPr>
              <a:t>1 ay daha uzatılabilir</a:t>
            </a:r>
          </a:p>
        </p:txBody>
      </p:sp>
      <p:sp>
        <p:nvSpPr>
          <p:cNvPr id="23" name="Dikdörtgen 22">
            <a:extLst>
              <a:ext uri="{FF2B5EF4-FFF2-40B4-BE49-F238E27FC236}">
                <a16:creationId xmlns:a16="http://schemas.microsoft.com/office/drawing/2014/main" id="{35330D4C-A0E6-4E75-90B3-08B864A40A96}"/>
              </a:ext>
            </a:extLst>
          </p:cNvPr>
          <p:cNvSpPr/>
          <p:nvPr/>
        </p:nvSpPr>
        <p:spPr>
          <a:xfrm>
            <a:off x="711850" y="2987751"/>
            <a:ext cx="2225275" cy="193585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dirty="0">
                <a:solidFill>
                  <a:srgbClr val="FF0000"/>
                </a:solidFill>
                <a:latin typeface="Myriad Pro"/>
              </a:rPr>
              <a:t>Eksiklik / Fazlalık takibatı sonlandırılır.</a:t>
            </a:r>
          </a:p>
          <a:p>
            <a:pPr algn="ctr"/>
            <a:endParaRPr lang="tr-TR" sz="1164" b="1" dirty="0">
              <a:solidFill>
                <a:srgbClr val="3829FF"/>
              </a:solidFill>
              <a:latin typeface="Myriad Pro"/>
            </a:endParaRPr>
          </a:p>
          <a:p>
            <a:pPr algn="ctr"/>
            <a:r>
              <a:rPr lang="tr-TR" sz="1164" b="1" dirty="0">
                <a:solidFill>
                  <a:srgbClr val="3829FF"/>
                </a:solidFill>
                <a:latin typeface="Myriad Pro"/>
              </a:rPr>
              <a:t>Volet-2 yaprağı ve dipkoçandaki şartlı ibra edildi şerhi kaldırılır.</a:t>
            </a:r>
          </a:p>
          <a:p>
            <a:pPr algn="ctr"/>
            <a:endParaRPr lang="tr-TR" sz="1164" b="1" dirty="0">
              <a:solidFill>
                <a:srgbClr val="3829FF"/>
              </a:solidFill>
              <a:latin typeface="Myriad Pro"/>
            </a:endParaRPr>
          </a:p>
          <a:p>
            <a:pPr algn="ctr"/>
            <a:r>
              <a:rPr lang="tr-TR" sz="1164" b="1" dirty="0">
                <a:solidFill>
                  <a:srgbClr val="00B050"/>
                </a:solidFill>
                <a:latin typeface="Myriad Pro"/>
              </a:rPr>
              <a:t>TIR/Transit Programı Volet-2 sayfasına ibra edildi şerhi girilir.</a:t>
            </a:r>
            <a:endParaRPr lang="tr-TR" sz="1164" dirty="0">
              <a:solidFill>
                <a:srgbClr val="00B050"/>
              </a:solidFill>
              <a:latin typeface="Myriad Pro"/>
            </a:endParaRPr>
          </a:p>
        </p:txBody>
      </p:sp>
      <p:cxnSp>
        <p:nvCxnSpPr>
          <p:cNvPr id="24" name="Düz Ok Bağlayıcısı 23">
            <a:extLst>
              <a:ext uri="{FF2B5EF4-FFF2-40B4-BE49-F238E27FC236}">
                <a16:creationId xmlns:a16="http://schemas.microsoft.com/office/drawing/2014/main" id="{539FFE1F-7034-4143-81EB-83918850E4EE}"/>
              </a:ext>
            </a:extLst>
          </p:cNvPr>
          <p:cNvCxnSpPr>
            <a:cxnSpLocks/>
          </p:cNvCxnSpPr>
          <p:nvPr/>
        </p:nvCxnSpPr>
        <p:spPr>
          <a:xfrm>
            <a:off x="3038312" y="2154304"/>
            <a:ext cx="1774927" cy="0"/>
          </a:xfrm>
          <a:prstGeom prst="straightConnector1">
            <a:avLst/>
          </a:prstGeom>
          <a:ln>
            <a:solidFill>
              <a:srgbClr val="3399FF"/>
            </a:solidFill>
            <a:tailEnd type="triangle"/>
          </a:ln>
        </p:spPr>
        <p:style>
          <a:lnRef idx="2">
            <a:schemeClr val="accent1"/>
          </a:lnRef>
          <a:fillRef idx="0">
            <a:schemeClr val="accent1"/>
          </a:fillRef>
          <a:effectRef idx="1">
            <a:schemeClr val="accent1"/>
          </a:effectRef>
          <a:fontRef idx="minor">
            <a:schemeClr val="tx1"/>
          </a:fontRef>
        </p:style>
      </p:cxnSp>
      <p:cxnSp>
        <p:nvCxnSpPr>
          <p:cNvPr id="25" name="Düz Ok Bağlayıcısı 24">
            <a:extLst>
              <a:ext uri="{FF2B5EF4-FFF2-40B4-BE49-F238E27FC236}">
                <a16:creationId xmlns:a16="http://schemas.microsoft.com/office/drawing/2014/main" id="{E077FA25-827A-402D-89E9-1A3F184617F1}"/>
              </a:ext>
            </a:extLst>
          </p:cNvPr>
          <p:cNvCxnSpPr>
            <a:cxnSpLocks/>
          </p:cNvCxnSpPr>
          <p:nvPr/>
        </p:nvCxnSpPr>
        <p:spPr>
          <a:xfrm>
            <a:off x="6095999" y="2732870"/>
            <a:ext cx="0" cy="552411"/>
          </a:xfrm>
          <a:prstGeom prst="straightConnector1">
            <a:avLst/>
          </a:prstGeom>
          <a:ln>
            <a:solidFill>
              <a:srgbClr val="3399FF"/>
            </a:solidFill>
            <a:tailEnd type="triangle"/>
          </a:ln>
        </p:spPr>
        <p:style>
          <a:lnRef idx="2">
            <a:schemeClr val="accent1"/>
          </a:lnRef>
          <a:fillRef idx="0">
            <a:schemeClr val="accent1"/>
          </a:fillRef>
          <a:effectRef idx="1">
            <a:schemeClr val="accent1"/>
          </a:effectRef>
          <a:fontRef idx="minor">
            <a:schemeClr val="tx1"/>
          </a:fontRef>
        </p:style>
      </p:cxnSp>
      <p:cxnSp>
        <p:nvCxnSpPr>
          <p:cNvPr id="32" name="Düz Ok Bağlayıcısı 31">
            <a:extLst>
              <a:ext uri="{FF2B5EF4-FFF2-40B4-BE49-F238E27FC236}">
                <a16:creationId xmlns:a16="http://schemas.microsoft.com/office/drawing/2014/main" id="{B5D0C68F-1582-47B8-B716-249E61C6DF16}"/>
              </a:ext>
            </a:extLst>
          </p:cNvPr>
          <p:cNvCxnSpPr>
            <a:cxnSpLocks/>
          </p:cNvCxnSpPr>
          <p:nvPr/>
        </p:nvCxnSpPr>
        <p:spPr>
          <a:xfrm flipH="1">
            <a:off x="2980782" y="3964676"/>
            <a:ext cx="1832456" cy="1"/>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5" name="Dikdörtgen 34">
            <a:extLst>
              <a:ext uri="{FF2B5EF4-FFF2-40B4-BE49-F238E27FC236}">
                <a16:creationId xmlns:a16="http://schemas.microsoft.com/office/drawing/2014/main" id="{C0AB80C1-FB1D-4681-A48B-BCDC58DB98BF}"/>
              </a:ext>
            </a:extLst>
          </p:cNvPr>
          <p:cNvSpPr/>
          <p:nvPr/>
        </p:nvSpPr>
        <p:spPr>
          <a:xfrm>
            <a:off x="9528485" y="463856"/>
            <a:ext cx="1951666" cy="302479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b="1" u="sng" dirty="0">
                <a:solidFill>
                  <a:schemeClr val="tx1"/>
                </a:solidFill>
                <a:latin typeface="Myriad Pro"/>
              </a:rPr>
              <a:t>Eksiklik takibatı ise:</a:t>
            </a:r>
          </a:p>
          <a:p>
            <a:pPr marL="181360" indent="-181360" algn="ctr">
              <a:buFont typeface="Wingdings" panose="05000000000000000000" pitchFamily="2" charset="2"/>
              <a:buChar char="Ø"/>
            </a:pPr>
            <a:r>
              <a:rPr lang="tr-TR" sz="1269" b="1" dirty="0">
                <a:solidFill>
                  <a:srgbClr val="00B050"/>
                </a:solidFill>
                <a:latin typeface="Myriad Pro"/>
              </a:rPr>
              <a:t>Gümrük vergileri ve diğer yükler hesaplanır.</a:t>
            </a:r>
            <a:endParaRPr lang="tr-TR" sz="1269" dirty="0">
              <a:latin typeface="Myriad Pro"/>
            </a:endParaRPr>
          </a:p>
          <a:p>
            <a:pPr marL="181360" indent="-181360" algn="ctr">
              <a:buFont typeface="Wingdings" panose="05000000000000000000" pitchFamily="2" charset="2"/>
              <a:buChar char="Ø"/>
            </a:pPr>
            <a:r>
              <a:rPr lang="tr-TR" sz="1269" b="1" dirty="0">
                <a:solidFill>
                  <a:srgbClr val="0066FF"/>
                </a:solidFill>
                <a:latin typeface="Myriad Pro"/>
              </a:rPr>
              <a:t>GK 235/5-c uygulanır.</a:t>
            </a:r>
          </a:p>
          <a:p>
            <a:pPr marL="181360" indent="-181360" algn="ctr">
              <a:buFont typeface="Wingdings" panose="05000000000000000000" pitchFamily="2" charset="2"/>
              <a:buChar char="Ø"/>
            </a:pPr>
            <a:endParaRPr lang="tr-TR" sz="1269" b="1" dirty="0">
              <a:solidFill>
                <a:srgbClr val="0066FF"/>
              </a:solidFill>
              <a:latin typeface="Myriad Pro"/>
            </a:endParaRPr>
          </a:p>
          <a:p>
            <a:pPr marL="181360" indent="-181360" algn="ctr">
              <a:buFont typeface="Wingdings" panose="05000000000000000000" pitchFamily="2" charset="2"/>
              <a:buChar char="Ø"/>
            </a:pPr>
            <a:r>
              <a:rPr lang="tr-TR" sz="1269" b="1" dirty="0">
                <a:solidFill>
                  <a:srgbClr val="FF0000"/>
                </a:solidFill>
                <a:latin typeface="Myriad Pro"/>
              </a:rPr>
              <a:t>Tahsilat yapılamazsa Giriş ve diğer gümrük idarelerine bilgi verilir.</a:t>
            </a:r>
          </a:p>
          <a:p>
            <a:pPr marL="181360" indent="-181360" algn="ctr">
              <a:buFont typeface="Wingdings" panose="05000000000000000000" pitchFamily="2" charset="2"/>
              <a:buChar char="Ø"/>
            </a:pPr>
            <a:r>
              <a:rPr lang="tr-TR" sz="1269" b="1" dirty="0">
                <a:solidFill>
                  <a:srgbClr val="7030A0"/>
                </a:solidFill>
                <a:latin typeface="Myriad Pro"/>
              </a:rPr>
              <a:t>Kefil kuruluşa gidilir.</a:t>
            </a:r>
          </a:p>
          <a:p>
            <a:pPr algn="ctr"/>
            <a:r>
              <a:rPr lang="tr-TR" sz="1269" b="1" dirty="0">
                <a:solidFill>
                  <a:srgbClr val="7030A0"/>
                </a:solidFill>
                <a:latin typeface="Myriad Pro"/>
              </a:rPr>
              <a:t>Vergi ve resimlerin 100 bin Euro’ya kadar olan kısmı tahsil edilir.</a:t>
            </a:r>
          </a:p>
        </p:txBody>
      </p:sp>
      <p:cxnSp>
        <p:nvCxnSpPr>
          <p:cNvPr id="36" name="Düz Ok Bağlayıcısı 35">
            <a:extLst>
              <a:ext uri="{FF2B5EF4-FFF2-40B4-BE49-F238E27FC236}">
                <a16:creationId xmlns:a16="http://schemas.microsoft.com/office/drawing/2014/main" id="{A64029E1-C6BA-4428-9B52-59A13FC93AC6}"/>
              </a:ext>
            </a:extLst>
          </p:cNvPr>
          <p:cNvCxnSpPr>
            <a:cxnSpLocks/>
            <a:stCxn id="44" idx="0"/>
          </p:cNvCxnSpPr>
          <p:nvPr/>
        </p:nvCxnSpPr>
        <p:spPr>
          <a:xfrm flipV="1">
            <a:off x="7974008" y="2246386"/>
            <a:ext cx="1475312" cy="124043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3" name="Dikdörtgen 42">
            <a:extLst>
              <a:ext uri="{FF2B5EF4-FFF2-40B4-BE49-F238E27FC236}">
                <a16:creationId xmlns:a16="http://schemas.microsoft.com/office/drawing/2014/main" id="{C6CE93C3-FA9B-4C06-AED7-CE5C74F9A56A}"/>
              </a:ext>
            </a:extLst>
          </p:cNvPr>
          <p:cNvSpPr/>
          <p:nvPr/>
        </p:nvSpPr>
        <p:spPr>
          <a:xfrm>
            <a:off x="3091370" y="3583152"/>
            <a:ext cx="1698583" cy="776110"/>
          </a:xfrm>
          <a:prstGeom prst="rect">
            <a:avLst/>
          </a:prstGeom>
        </p:spPr>
        <p:txBody>
          <a:bodyPr wrap="square">
            <a:spAutoFit/>
          </a:bodyPr>
          <a:lstStyle/>
          <a:p>
            <a:pPr algn="ctr"/>
            <a:r>
              <a:rPr lang="tr-TR" sz="1111" b="1" dirty="0">
                <a:latin typeface="Myriad Pro"/>
              </a:rPr>
              <a:t>TIR karnesi hamili tarafından </a:t>
            </a:r>
          </a:p>
          <a:p>
            <a:pPr algn="ctr"/>
            <a:r>
              <a:rPr lang="tr-TR" sz="1111" b="1" dirty="0">
                <a:latin typeface="Myriad Pro"/>
              </a:rPr>
              <a:t>geçerli bir belge sunulursa</a:t>
            </a:r>
          </a:p>
        </p:txBody>
      </p:sp>
      <p:sp>
        <p:nvSpPr>
          <p:cNvPr id="44" name="Dikdörtgen 43">
            <a:extLst>
              <a:ext uri="{FF2B5EF4-FFF2-40B4-BE49-F238E27FC236}">
                <a16:creationId xmlns:a16="http://schemas.microsoft.com/office/drawing/2014/main" id="{27D971AD-E851-412A-8368-E9461D16F3F9}"/>
              </a:ext>
            </a:extLst>
          </p:cNvPr>
          <p:cNvSpPr/>
          <p:nvPr/>
        </p:nvSpPr>
        <p:spPr>
          <a:xfrm>
            <a:off x="7228247" y="3486821"/>
            <a:ext cx="1491522" cy="808939"/>
          </a:xfrm>
          <a:prstGeom prst="rect">
            <a:avLst/>
          </a:prstGeom>
        </p:spPr>
        <p:txBody>
          <a:bodyPr wrap="square">
            <a:spAutoFit/>
          </a:bodyPr>
          <a:lstStyle/>
          <a:p>
            <a:pPr algn="ctr"/>
            <a:r>
              <a:rPr lang="tr-TR" sz="1164" b="1" dirty="0">
                <a:latin typeface="Myriad Pro"/>
              </a:rPr>
              <a:t>TIR karnesi hamili tarafından </a:t>
            </a:r>
          </a:p>
          <a:p>
            <a:pPr algn="ctr"/>
            <a:r>
              <a:rPr lang="tr-TR" sz="1164" b="1" dirty="0">
                <a:latin typeface="Myriad Pro"/>
              </a:rPr>
              <a:t>geçerli bir belge sunulamazsa</a:t>
            </a:r>
          </a:p>
        </p:txBody>
      </p:sp>
      <p:sp>
        <p:nvSpPr>
          <p:cNvPr id="51" name="Dikdörtgen 50">
            <a:extLst>
              <a:ext uri="{FF2B5EF4-FFF2-40B4-BE49-F238E27FC236}">
                <a16:creationId xmlns:a16="http://schemas.microsoft.com/office/drawing/2014/main" id="{F9B6E0F0-DA27-4B4C-A1D6-DE13654B3447}"/>
              </a:ext>
            </a:extLst>
          </p:cNvPr>
          <p:cNvSpPr/>
          <p:nvPr/>
        </p:nvSpPr>
        <p:spPr>
          <a:xfrm>
            <a:off x="9528484" y="3735689"/>
            <a:ext cx="1951667" cy="104190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tr-TR" sz="1269" b="1" u="sng" dirty="0">
                <a:solidFill>
                  <a:schemeClr val="tx1"/>
                </a:solidFill>
                <a:latin typeface="Myriad Pro"/>
              </a:rPr>
              <a:t>Fazlalık takibatı ise:</a:t>
            </a:r>
          </a:p>
          <a:p>
            <a:pPr marL="181360" indent="-181360" algn="ctr">
              <a:buFont typeface="Wingdings" panose="05000000000000000000" pitchFamily="2" charset="2"/>
              <a:buChar char="Ø"/>
            </a:pPr>
            <a:r>
              <a:rPr lang="tr-TR" sz="1269" b="1" dirty="0">
                <a:solidFill>
                  <a:srgbClr val="0066FF"/>
                </a:solidFill>
                <a:latin typeface="Myriad Pro"/>
              </a:rPr>
              <a:t>GK 235/5-d uygulanır.</a:t>
            </a:r>
          </a:p>
        </p:txBody>
      </p:sp>
      <p:cxnSp>
        <p:nvCxnSpPr>
          <p:cNvPr id="52" name="Düz Ok Bağlayıcısı 51">
            <a:extLst>
              <a:ext uri="{FF2B5EF4-FFF2-40B4-BE49-F238E27FC236}">
                <a16:creationId xmlns:a16="http://schemas.microsoft.com/office/drawing/2014/main" id="{0F446C17-18F9-4168-BFB0-DD2AAC42AEF7}"/>
              </a:ext>
            </a:extLst>
          </p:cNvPr>
          <p:cNvCxnSpPr>
            <a:cxnSpLocks/>
          </p:cNvCxnSpPr>
          <p:nvPr/>
        </p:nvCxnSpPr>
        <p:spPr>
          <a:xfrm>
            <a:off x="8532109" y="4096843"/>
            <a:ext cx="917211"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5" name="Dikdörtgen 54">
            <a:extLst>
              <a:ext uri="{FF2B5EF4-FFF2-40B4-BE49-F238E27FC236}">
                <a16:creationId xmlns:a16="http://schemas.microsoft.com/office/drawing/2014/main" id="{B0119D55-10BA-476B-B934-DFC64BD2A452}"/>
              </a:ext>
            </a:extLst>
          </p:cNvPr>
          <p:cNvSpPr/>
          <p:nvPr/>
        </p:nvSpPr>
        <p:spPr>
          <a:xfrm>
            <a:off x="619931" y="5626711"/>
            <a:ext cx="2842507" cy="955454"/>
          </a:xfrm>
          <a:prstGeom prst="rect">
            <a:avLst/>
          </a:prstGeom>
        </p:spPr>
        <p:txBody>
          <a:bodyPr wrap="square">
            <a:spAutoFit/>
          </a:bodyPr>
          <a:lstStyle/>
          <a:p>
            <a:pPr algn="ctr"/>
            <a:r>
              <a:rPr lang="tr-TR" sz="1164" dirty="0">
                <a:latin typeface="Myriad Pro"/>
              </a:rPr>
              <a:t>**Kap adedi olarak beyana uygun, ancak sayı, baş, ağırlık gibi ölçülerinde beyana göre eksiklik veya fazlalık olan eşya için </a:t>
            </a:r>
          </a:p>
          <a:p>
            <a:pPr algn="ctr"/>
            <a:r>
              <a:rPr lang="tr-TR" sz="1164" b="1" dirty="0">
                <a:latin typeface="Myriad Pro"/>
              </a:rPr>
              <a:t>takibat yapılmaz.</a:t>
            </a:r>
          </a:p>
          <a:p>
            <a:pPr algn="ctr"/>
            <a:r>
              <a:rPr lang="tr-TR" sz="952" b="1" i="1" dirty="0">
                <a:solidFill>
                  <a:srgbClr val="00B0F0"/>
                </a:solidFill>
                <a:latin typeface="Myriad Pro"/>
              </a:rPr>
              <a:t>{1 Seri Nolu TIR Tebliği, Md.34/7}</a:t>
            </a:r>
            <a:endParaRPr lang="tr-TR" sz="740" b="1" i="1" dirty="0">
              <a:latin typeface="Myriad Pro"/>
            </a:endParaRPr>
          </a:p>
        </p:txBody>
      </p:sp>
      <p:sp>
        <p:nvSpPr>
          <p:cNvPr id="57" name="Dikdörtgen 56">
            <a:extLst>
              <a:ext uri="{FF2B5EF4-FFF2-40B4-BE49-F238E27FC236}">
                <a16:creationId xmlns:a16="http://schemas.microsoft.com/office/drawing/2014/main" id="{FDCED27D-3BAA-46CB-A615-744CCFAC9199}"/>
              </a:ext>
            </a:extLst>
          </p:cNvPr>
          <p:cNvSpPr/>
          <p:nvPr/>
        </p:nvSpPr>
        <p:spPr>
          <a:xfrm>
            <a:off x="7886355" y="5028988"/>
            <a:ext cx="3593796" cy="1729330"/>
          </a:xfrm>
          <a:prstGeom prst="rect">
            <a:avLst/>
          </a:prstGeom>
          <a:solidFill>
            <a:schemeClr val="accent3">
              <a:lumMod val="20000"/>
              <a:lumOff val="80000"/>
            </a:schemeClr>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tr-TR" sz="1164" b="1" dirty="0">
                <a:latin typeface="Myriad Pro"/>
              </a:rPr>
              <a:t>Giriş gümrük idaresinde eşyanın tamamının veya bir kısmının beyan edilenden belirgin bir şekilde farklı cinste olduğunun tespiti hâlinde;</a:t>
            </a:r>
          </a:p>
          <a:p>
            <a:pPr algn="ctr"/>
            <a:endParaRPr lang="tr-TR" sz="1164" b="1" dirty="0">
              <a:latin typeface="Myriad Pro"/>
            </a:endParaRPr>
          </a:p>
          <a:p>
            <a:pPr algn="ctr"/>
            <a:r>
              <a:rPr lang="tr-TR" sz="1164" b="1" dirty="0">
                <a:latin typeface="Myriad Pro"/>
              </a:rPr>
              <a:t> </a:t>
            </a:r>
            <a:r>
              <a:rPr lang="tr-TR" sz="1164" b="1" dirty="0">
                <a:solidFill>
                  <a:srgbClr val="3829FF"/>
                </a:solidFill>
                <a:latin typeface="Myriad Pro"/>
              </a:rPr>
              <a:t>GK 235/5. maddesinin a ya da b bendinden </a:t>
            </a:r>
          </a:p>
          <a:p>
            <a:pPr algn="ctr"/>
            <a:r>
              <a:rPr lang="tr-TR" sz="1164" b="1" dirty="0">
                <a:solidFill>
                  <a:srgbClr val="3829FF"/>
                </a:solidFill>
                <a:latin typeface="Myriad Pro"/>
              </a:rPr>
              <a:t>ilgili olanı uygulanır.</a:t>
            </a:r>
          </a:p>
          <a:p>
            <a:pPr algn="ctr"/>
            <a:endParaRPr lang="tr-TR" sz="1164" b="1" dirty="0">
              <a:latin typeface="Myriad Pro"/>
            </a:endParaRPr>
          </a:p>
          <a:p>
            <a:pPr algn="ctr"/>
            <a:r>
              <a:rPr lang="tr-TR" sz="1164" b="1" dirty="0">
                <a:latin typeface="Myriad Pro"/>
              </a:rPr>
              <a:t>Eşyanın sevkine izin verilir.</a:t>
            </a:r>
          </a:p>
          <a:p>
            <a:pPr algn="ctr"/>
            <a:r>
              <a:rPr lang="tr-TR" sz="952" b="1" i="1" dirty="0">
                <a:solidFill>
                  <a:srgbClr val="00B0F0"/>
                </a:solidFill>
                <a:latin typeface="Myriad Pro"/>
              </a:rPr>
              <a:t>{1 Seri Nolu TIR Tebliği, Md.27/5}</a:t>
            </a:r>
            <a:endParaRPr lang="tr-TR" sz="952" b="1" i="1" dirty="0">
              <a:latin typeface="Myriad Pro"/>
            </a:endParaRPr>
          </a:p>
        </p:txBody>
      </p:sp>
      <p:sp>
        <p:nvSpPr>
          <p:cNvPr id="30" name="Content Placeholder 2">
            <a:extLst>
              <a:ext uri="{FF2B5EF4-FFF2-40B4-BE49-F238E27FC236}">
                <a16:creationId xmlns:a16="http://schemas.microsoft.com/office/drawing/2014/main" id="{BF55A0B1-1D0A-4AAA-8AE4-69266FF09407}"/>
              </a:ext>
            </a:extLst>
          </p:cNvPr>
          <p:cNvSpPr>
            <a:spLocks noGrp="1"/>
          </p:cNvSpPr>
          <p:nvPr>
            <p:ph idx="1"/>
          </p:nvPr>
        </p:nvSpPr>
        <p:spPr>
          <a:xfrm>
            <a:off x="2035638" y="601996"/>
            <a:ext cx="6991404" cy="370246"/>
          </a:xfrm>
        </p:spPr>
        <p:txBody>
          <a:bodyPr>
            <a:noAutofit/>
          </a:bodyPr>
          <a:lstStyle/>
          <a:p>
            <a:pPr marL="0" indent="0">
              <a:buNone/>
            </a:pPr>
            <a:r>
              <a:rPr lang="tr-TR" sz="1904" b="1" dirty="0">
                <a:latin typeface="Myriad Pro"/>
                <a:cs typeface="Myriad Pro"/>
              </a:rPr>
              <a:t>TIR KARNESİ EKSİKLİK / FAZLALIK TAKİBATLARI</a:t>
            </a:r>
          </a:p>
        </p:txBody>
      </p:sp>
      <p:sp>
        <p:nvSpPr>
          <p:cNvPr id="20" name="Metin kutusu 19">
            <a:extLst>
              <a:ext uri="{FF2B5EF4-FFF2-40B4-BE49-F238E27FC236}">
                <a16:creationId xmlns:a16="http://schemas.microsoft.com/office/drawing/2014/main" id="{2355B7BC-97A2-405D-9CBA-9C53EAD41BEE}"/>
              </a:ext>
            </a:extLst>
          </p:cNvPr>
          <p:cNvSpPr txBox="1"/>
          <p:nvPr/>
        </p:nvSpPr>
        <p:spPr>
          <a:xfrm>
            <a:off x="1758518" y="165572"/>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470642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5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fade">
                                      <p:cBhvr>
                                        <p:cTn id="62" dur="500"/>
                                        <p:tgtEl>
                                          <p:spTgt spid="5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7"/>
                                        </p:tgtEl>
                                        <p:attrNameLst>
                                          <p:attrName>style.visibility</p:attrName>
                                        </p:attrNameLst>
                                      </p:cBhvr>
                                      <p:to>
                                        <p:strVal val="visible"/>
                                      </p:to>
                                    </p:set>
                                    <p:animEffect transition="in" filter="fade">
                                      <p:cBhvr>
                                        <p:cTn id="67" dur="500"/>
                                        <p:tgtEl>
                                          <p:spTgt spid="5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55"/>
                                        </p:tgtEl>
                                        <p:attrNameLst>
                                          <p:attrName>style.visibility</p:attrName>
                                        </p:attrNameLst>
                                      </p:cBhvr>
                                      <p:to>
                                        <p:strVal val="visible"/>
                                      </p:to>
                                    </p:set>
                                    <p:animEffect transition="in" filter="fade">
                                      <p:cBhvr>
                                        <p:cTn id="7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19" grpId="0" animBg="1"/>
      <p:bldP spid="22" grpId="0"/>
      <p:bldP spid="23" grpId="0" animBg="1"/>
      <p:bldP spid="35" grpId="0" animBg="1"/>
      <p:bldP spid="43" grpId="0"/>
      <p:bldP spid="44" grpId="0"/>
      <p:bldP spid="51" grpId="0" animBg="1"/>
      <p:bldP spid="55" grpId="0"/>
      <p:bldP spid="5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1 İçerik Yer Tutucusu">
            <a:extLst>
              <a:ext uri="{FF2B5EF4-FFF2-40B4-BE49-F238E27FC236}">
                <a16:creationId xmlns:a16="http://schemas.microsoft.com/office/drawing/2014/main" id="{BBF25F55-6786-44A0-BDF1-556C58BA16A1}"/>
              </a:ext>
            </a:extLst>
          </p:cNvPr>
          <p:cNvSpPr txBox="1">
            <a:spLocks/>
          </p:cNvSpPr>
          <p:nvPr/>
        </p:nvSpPr>
        <p:spPr>
          <a:xfrm>
            <a:off x="2067460" y="1551066"/>
            <a:ext cx="8283672" cy="4406315"/>
          </a:xfrm>
          <a:prstGeom prst="rect">
            <a:avLst/>
          </a:prstGeom>
        </p:spPr>
        <p:txBody>
          <a:bodyPr>
            <a:noAutofit/>
          </a:bodyPr>
          <a:lstStyle/>
          <a:p>
            <a:pPr marL="362720" indent="-362720">
              <a:buFont typeface="Wingdings" panose="05000000000000000000" pitchFamily="2" charset="2"/>
              <a:buChar char="Ø"/>
            </a:pPr>
            <a:endParaRPr lang="tr-TR" sz="2645" i="1" dirty="0">
              <a:solidFill>
                <a:schemeClr val="accent1">
                  <a:lumMod val="75000"/>
                </a:schemeClr>
              </a:solidFill>
              <a:latin typeface="Myriad Pro"/>
            </a:endParaRPr>
          </a:p>
        </p:txBody>
      </p:sp>
      <p:sp>
        <p:nvSpPr>
          <p:cNvPr id="14" name="Text Box 8">
            <a:extLst>
              <a:ext uri="{FF2B5EF4-FFF2-40B4-BE49-F238E27FC236}">
                <a16:creationId xmlns:a16="http://schemas.microsoft.com/office/drawing/2014/main" id="{3CC59785-D267-42A1-8336-3F07D1ECEC37}"/>
              </a:ext>
            </a:extLst>
          </p:cNvPr>
          <p:cNvSpPr txBox="1">
            <a:spLocks noChangeArrowheads="1"/>
          </p:cNvSpPr>
          <p:nvPr/>
        </p:nvSpPr>
        <p:spPr bwMode="auto">
          <a:xfrm>
            <a:off x="2250662" y="1885451"/>
            <a:ext cx="1691986" cy="824906"/>
          </a:xfrm>
          <a:prstGeom prst="rect">
            <a:avLst/>
          </a:prstGeom>
          <a:solidFill>
            <a:srgbClr val="00B0F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904" b="1" dirty="0">
                <a:solidFill>
                  <a:srgbClr val="FFFFFF"/>
                </a:solidFill>
                <a:latin typeface="Myriad Pro"/>
              </a:rPr>
              <a:t>Gümrük </a:t>
            </a:r>
          </a:p>
          <a:p>
            <a:pPr algn="ctr" eaLnBrk="1" hangingPunct="1">
              <a:spcBef>
                <a:spcPct val="50000"/>
              </a:spcBef>
            </a:pPr>
            <a:r>
              <a:rPr lang="tr-TR" altLang="tr-TR" sz="1904" b="1" dirty="0">
                <a:solidFill>
                  <a:srgbClr val="FFFFFF"/>
                </a:solidFill>
                <a:latin typeface="Myriad Pro"/>
              </a:rPr>
              <a:t>İdaresi</a:t>
            </a:r>
          </a:p>
        </p:txBody>
      </p:sp>
      <p:sp>
        <p:nvSpPr>
          <p:cNvPr id="16" name="Text Box 8">
            <a:extLst>
              <a:ext uri="{FF2B5EF4-FFF2-40B4-BE49-F238E27FC236}">
                <a16:creationId xmlns:a16="http://schemas.microsoft.com/office/drawing/2014/main" id="{2FB79A0E-6214-4BDA-AA23-A60C5FAFE166}"/>
              </a:ext>
            </a:extLst>
          </p:cNvPr>
          <p:cNvSpPr txBox="1">
            <a:spLocks noChangeArrowheads="1"/>
          </p:cNvSpPr>
          <p:nvPr/>
        </p:nvSpPr>
        <p:spPr bwMode="auto">
          <a:xfrm>
            <a:off x="6902768" y="1603837"/>
            <a:ext cx="1691986" cy="1264449"/>
          </a:xfrm>
          <a:prstGeom prst="rect">
            <a:avLst/>
          </a:prstGeom>
          <a:solidFill>
            <a:schemeClr val="bg2">
              <a:lumMod val="50000"/>
            </a:schemeClr>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904" b="1" dirty="0">
                <a:solidFill>
                  <a:srgbClr val="FFFFFF"/>
                </a:solidFill>
                <a:latin typeface="Myriad Pro"/>
              </a:rPr>
              <a:t>Karne Hamili</a:t>
            </a:r>
          </a:p>
          <a:p>
            <a:pPr algn="ctr" eaLnBrk="1" hangingPunct="1">
              <a:spcBef>
                <a:spcPct val="50000"/>
              </a:spcBef>
            </a:pPr>
            <a:r>
              <a:rPr lang="tr-TR" altLang="tr-TR" sz="1904" b="1" dirty="0">
                <a:solidFill>
                  <a:srgbClr val="FFFFFF"/>
                </a:solidFill>
                <a:latin typeface="Myriad Pro"/>
              </a:rPr>
              <a:t>&amp;</a:t>
            </a:r>
          </a:p>
          <a:p>
            <a:pPr algn="ctr" eaLnBrk="1" hangingPunct="1">
              <a:spcBef>
                <a:spcPct val="50000"/>
              </a:spcBef>
            </a:pPr>
            <a:r>
              <a:rPr lang="tr-TR" altLang="tr-TR" sz="1904" b="1" dirty="0">
                <a:solidFill>
                  <a:srgbClr val="FFFFFF"/>
                </a:solidFill>
                <a:latin typeface="Myriad Pro"/>
              </a:rPr>
              <a:t>Kefil Kuruluş</a:t>
            </a:r>
          </a:p>
        </p:txBody>
      </p:sp>
      <p:sp>
        <p:nvSpPr>
          <p:cNvPr id="18" name="Text Box 8">
            <a:extLst>
              <a:ext uri="{FF2B5EF4-FFF2-40B4-BE49-F238E27FC236}">
                <a16:creationId xmlns:a16="http://schemas.microsoft.com/office/drawing/2014/main" id="{C93575B4-716F-464F-95F0-D1322428048A}"/>
              </a:ext>
            </a:extLst>
          </p:cNvPr>
          <p:cNvSpPr txBox="1">
            <a:spLocks noChangeArrowheads="1"/>
          </p:cNvSpPr>
          <p:nvPr/>
        </p:nvSpPr>
        <p:spPr bwMode="auto">
          <a:xfrm>
            <a:off x="6902769" y="4796608"/>
            <a:ext cx="1691986" cy="1850507"/>
          </a:xfrm>
          <a:prstGeom prst="rect">
            <a:avLst/>
          </a:prstGeom>
          <a:solidFill>
            <a:srgbClr val="7030A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904" b="1" dirty="0">
                <a:solidFill>
                  <a:srgbClr val="FFFFFF"/>
                </a:solidFill>
                <a:latin typeface="Myriad Pro"/>
              </a:rPr>
              <a:t>Karne Hamili (Tebliğ)</a:t>
            </a:r>
          </a:p>
          <a:p>
            <a:pPr algn="ctr" eaLnBrk="1" hangingPunct="1">
              <a:spcBef>
                <a:spcPct val="50000"/>
              </a:spcBef>
            </a:pPr>
            <a:r>
              <a:rPr lang="tr-TR" altLang="tr-TR" sz="1904" b="1" dirty="0">
                <a:solidFill>
                  <a:srgbClr val="FFFFFF"/>
                </a:solidFill>
                <a:latin typeface="Myriad Pro"/>
              </a:rPr>
              <a:t>&amp;</a:t>
            </a:r>
          </a:p>
          <a:p>
            <a:pPr algn="ctr" eaLnBrk="1" hangingPunct="1">
              <a:spcBef>
                <a:spcPct val="50000"/>
              </a:spcBef>
            </a:pPr>
            <a:r>
              <a:rPr lang="tr-TR" altLang="tr-TR" sz="1904" b="1" dirty="0">
                <a:solidFill>
                  <a:srgbClr val="FFFFFF"/>
                </a:solidFill>
                <a:latin typeface="Myriad Pro"/>
              </a:rPr>
              <a:t>Kefil Kuruluş (Bilgi)</a:t>
            </a:r>
          </a:p>
        </p:txBody>
      </p:sp>
      <p:sp>
        <p:nvSpPr>
          <p:cNvPr id="19" name="Text Box 8">
            <a:extLst>
              <a:ext uri="{FF2B5EF4-FFF2-40B4-BE49-F238E27FC236}">
                <a16:creationId xmlns:a16="http://schemas.microsoft.com/office/drawing/2014/main" id="{DF71290C-3FC2-4CB8-BCCF-CBD915D853A0}"/>
              </a:ext>
            </a:extLst>
          </p:cNvPr>
          <p:cNvSpPr txBox="1">
            <a:spLocks noChangeArrowheads="1"/>
          </p:cNvSpPr>
          <p:nvPr/>
        </p:nvSpPr>
        <p:spPr bwMode="auto">
          <a:xfrm>
            <a:off x="2192916" y="5252673"/>
            <a:ext cx="1691986" cy="824906"/>
          </a:xfrm>
          <a:prstGeom prst="rect">
            <a:avLst/>
          </a:prstGeom>
          <a:solidFill>
            <a:schemeClr val="accent6">
              <a:lumMod val="75000"/>
            </a:schemeClr>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904" b="1" dirty="0">
                <a:solidFill>
                  <a:srgbClr val="FFFFFF"/>
                </a:solidFill>
                <a:latin typeface="Myriad Pro"/>
              </a:rPr>
              <a:t>Kefil Kuruluş</a:t>
            </a:r>
          </a:p>
          <a:p>
            <a:pPr algn="ctr" eaLnBrk="1" hangingPunct="1">
              <a:spcBef>
                <a:spcPct val="50000"/>
              </a:spcBef>
            </a:pPr>
            <a:r>
              <a:rPr lang="tr-TR" altLang="tr-TR" sz="1904" b="1" dirty="0">
                <a:solidFill>
                  <a:srgbClr val="FFFFFF"/>
                </a:solidFill>
                <a:latin typeface="Myriad Pro"/>
              </a:rPr>
              <a:t>(Tebliğ)</a:t>
            </a:r>
          </a:p>
        </p:txBody>
      </p:sp>
      <p:sp>
        <p:nvSpPr>
          <p:cNvPr id="20" name="Metin kutusu 19">
            <a:extLst>
              <a:ext uri="{FF2B5EF4-FFF2-40B4-BE49-F238E27FC236}">
                <a16:creationId xmlns:a16="http://schemas.microsoft.com/office/drawing/2014/main" id="{D6FA9CC0-5D59-4013-9273-6A0483C44423}"/>
              </a:ext>
            </a:extLst>
          </p:cNvPr>
          <p:cNvSpPr txBox="1"/>
          <p:nvPr/>
        </p:nvSpPr>
        <p:spPr>
          <a:xfrm>
            <a:off x="4051405" y="1690897"/>
            <a:ext cx="2776918" cy="548099"/>
          </a:xfrm>
          <a:prstGeom prst="rect">
            <a:avLst/>
          </a:prstGeom>
          <a:noFill/>
        </p:spPr>
        <p:txBody>
          <a:bodyPr wrap="square" rtlCol="0">
            <a:spAutoFit/>
          </a:bodyPr>
          <a:lstStyle/>
          <a:p>
            <a:pPr algn="ctr"/>
            <a:r>
              <a:rPr lang="tr-TR" sz="1481" dirty="0">
                <a:latin typeface="Myriad Pro"/>
              </a:rPr>
              <a:t>TIR Karnesinde takibi gerektirir bir durum olması halinde</a:t>
            </a:r>
          </a:p>
        </p:txBody>
      </p:sp>
      <p:sp>
        <p:nvSpPr>
          <p:cNvPr id="21" name="Sağ Ok 2">
            <a:extLst>
              <a:ext uri="{FF2B5EF4-FFF2-40B4-BE49-F238E27FC236}">
                <a16:creationId xmlns:a16="http://schemas.microsoft.com/office/drawing/2014/main" id="{23A4771A-B58F-4906-AEE0-7539E9FB6DFA}"/>
              </a:ext>
            </a:extLst>
          </p:cNvPr>
          <p:cNvSpPr/>
          <p:nvPr/>
        </p:nvSpPr>
        <p:spPr>
          <a:xfrm>
            <a:off x="4106425" y="2206740"/>
            <a:ext cx="2687586" cy="250055"/>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2" name="Metin kutusu 21">
            <a:extLst>
              <a:ext uri="{FF2B5EF4-FFF2-40B4-BE49-F238E27FC236}">
                <a16:creationId xmlns:a16="http://schemas.microsoft.com/office/drawing/2014/main" id="{B55B8969-EA0F-4819-91B3-86553FB18170}"/>
              </a:ext>
            </a:extLst>
          </p:cNvPr>
          <p:cNvSpPr txBox="1"/>
          <p:nvPr/>
        </p:nvSpPr>
        <p:spPr>
          <a:xfrm>
            <a:off x="4196346" y="2422491"/>
            <a:ext cx="2452723" cy="548099"/>
          </a:xfrm>
          <a:prstGeom prst="rect">
            <a:avLst/>
          </a:prstGeom>
          <a:noFill/>
        </p:spPr>
        <p:txBody>
          <a:bodyPr wrap="none" rtlCol="0">
            <a:spAutoFit/>
          </a:bodyPr>
          <a:lstStyle/>
          <a:p>
            <a:pPr algn="ctr"/>
            <a:r>
              <a:rPr lang="tr-TR" sz="1481" dirty="0">
                <a:latin typeface="Myriad Pro"/>
              </a:rPr>
              <a:t>Volet-1 tescil tarihinden </a:t>
            </a:r>
          </a:p>
          <a:p>
            <a:pPr algn="ctr"/>
            <a:r>
              <a:rPr lang="tr-TR" sz="1481" dirty="0">
                <a:latin typeface="Myriad Pro"/>
              </a:rPr>
              <a:t>itibaren </a:t>
            </a:r>
            <a:r>
              <a:rPr lang="tr-TR" sz="1481" dirty="0">
                <a:solidFill>
                  <a:srgbClr val="FF0000"/>
                </a:solidFill>
                <a:latin typeface="Myriad Pro"/>
              </a:rPr>
              <a:t>2 ay içinde </a:t>
            </a:r>
            <a:r>
              <a:rPr lang="tr-TR" sz="1481" dirty="0">
                <a:latin typeface="Myriad Pro"/>
              </a:rPr>
              <a:t>bildirim</a:t>
            </a:r>
          </a:p>
        </p:txBody>
      </p:sp>
      <p:sp>
        <p:nvSpPr>
          <p:cNvPr id="23" name="Metin kutusu 22">
            <a:extLst>
              <a:ext uri="{FF2B5EF4-FFF2-40B4-BE49-F238E27FC236}">
                <a16:creationId xmlns:a16="http://schemas.microsoft.com/office/drawing/2014/main" id="{430F307D-16ED-44C0-98D0-FE416A61EE29}"/>
              </a:ext>
            </a:extLst>
          </p:cNvPr>
          <p:cNvSpPr txBox="1"/>
          <p:nvPr/>
        </p:nvSpPr>
        <p:spPr>
          <a:xfrm>
            <a:off x="8552004" y="1825210"/>
            <a:ext cx="2820291" cy="646331"/>
          </a:xfrm>
          <a:prstGeom prst="rect">
            <a:avLst/>
          </a:prstGeom>
          <a:noFill/>
        </p:spPr>
        <p:txBody>
          <a:bodyPr wrap="square" rtlCol="0">
            <a:spAutoFit/>
          </a:bodyPr>
          <a:lstStyle/>
          <a:p>
            <a:pPr algn="ctr"/>
            <a:r>
              <a:rPr lang="tr-TR" sz="1200" i="1" dirty="0">
                <a:solidFill>
                  <a:srgbClr val="FF0000"/>
                </a:solidFill>
                <a:latin typeface="Myriad Pro"/>
              </a:rPr>
              <a:t>Bildirim kefil kuruluş açısından hiçbir şekilde 1 ve 2 yıllık</a:t>
            </a:r>
          </a:p>
          <a:p>
            <a:pPr algn="ctr"/>
            <a:r>
              <a:rPr lang="tr-TR" sz="1200" i="1" dirty="0">
                <a:solidFill>
                  <a:srgbClr val="FF0000"/>
                </a:solidFill>
                <a:latin typeface="Myriad Pro"/>
              </a:rPr>
              <a:t>süreleri geçemez.</a:t>
            </a:r>
          </a:p>
        </p:txBody>
      </p:sp>
      <p:sp>
        <p:nvSpPr>
          <p:cNvPr id="24" name="Aşağı Ok 10">
            <a:extLst>
              <a:ext uri="{FF2B5EF4-FFF2-40B4-BE49-F238E27FC236}">
                <a16:creationId xmlns:a16="http://schemas.microsoft.com/office/drawing/2014/main" id="{67863D0F-AFE0-4051-969A-412025147AC0}"/>
              </a:ext>
            </a:extLst>
          </p:cNvPr>
          <p:cNvSpPr/>
          <p:nvPr/>
        </p:nvSpPr>
        <p:spPr>
          <a:xfrm>
            <a:off x="7681604" y="2983480"/>
            <a:ext cx="267418" cy="1703175"/>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5" name="Metin kutusu 24">
            <a:extLst>
              <a:ext uri="{FF2B5EF4-FFF2-40B4-BE49-F238E27FC236}">
                <a16:creationId xmlns:a16="http://schemas.microsoft.com/office/drawing/2014/main" id="{0DA67AD5-5101-42B5-B666-F5BDBB1BE15F}"/>
              </a:ext>
            </a:extLst>
          </p:cNvPr>
          <p:cNvSpPr txBox="1"/>
          <p:nvPr/>
        </p:nvSpPr>
        <p:spPr>
          <a:xfrm>
            <a:off x="7846781" y="3184491"/>
            <a:ext cx="2195726" cy="1133900"/>
          </a:xfrm>
          <a:prstGeom prst="rect">
            <a:avLst/>
          </a:prstGeom>
          <a:noFill/>
        </p:spPr>
        <p:txBody>
          <a:bodyPr wrap="square" rtlCol="0">
            <a:spAutoFit/>
          </a:bodyPr>
          <a:lstStyle/>
          <a:p>
            <a:pPr algn="ctr"/>
            <a:r>
              <a:rPr lang="tr-TR" sz="1692" dirty="0">
                <a:latin typeface="Myriad Pro"/>
              </a:rPr>
              <a:t>Kefil kuruluşa yapılan</a:t>
            </a:r>
          </a:p>
          <a:p>
            <a:pPr algn="ctr"/>
            <a:r>
              <a:rPr lang="tr-TR" sz="1692" dirty="0">
                <a:latin typeface="Myriad Pro"/>
              </a:rPr>
              <a:t>bildirimden itibaren </a:t>
            </a:r>
          </a:p>
          <a:p>
            <a:pPr algn="ctr"/>
            <a:r>
              <a:rPr lang="tr-TR" sz="1692" dirty="0">
                <a:solidFill>
                  <a:srgbClr val="FF0000"/>
                </a:solidFill>
                <a:latin typeface="Myriad Pro"/>
              </a:rPr>
              <a:t>1 ay içinde</a:t>
            </a:r>
          </a:p>
          <a:p>
            <a:pPr algn="ctr"/>
            <a:r>
              <a:rPr lang="tr-TR" sz="1692" dirty="0">
                <a:latin typeface="Myriad Pro"/>
              </a:rPr>
              <a:t>kanıtlanamazsa </a:t>
            </a:r>
          </a:p>
        </p:txBody>
      </p:sp>
      <p:sp>
        <p:nvSpPr>
          <p:cNvPr id="26" name="Metin kutusu 25">
            <a:extLst>
              <a:ext uri="{FF2B5EF4-FFF2-40B4-BE49-F238E27FC236}">
                <a16:creationId xmlns:a16="http://schemas.microsoft.com/office/drawing/2014/main" id="{E1920981-E3BA-43E3-8EDA-E51D193FD17F}"/>
              </a:ext>
            </a:extLst>
          </p:cNvPr>
          <p:cNvSpPr txBox="1"/>
          <p:nvPr/>
        </p:nvSpPr>
        <p:spPr>
          <a:xfrm>
            <a:off x="8869253" y="5227754"/>
            <a:ext cx="1207382" cy="971420"/>
          </a:xfrm>
          <a:prstGeom prst="rect">
            <a:avLst/>
          </a:prstGeom>
          <a:noFill/>
        </p:spPr>
        <p:txBody>
          <a:bodyPr wrap="none" rtlCol="0">
            <a:spAutoFit/>
          </a:bodyPr>
          <a:lstStyle/>
          <a:p>
            <a:pPr algn="ctr"/>
            <a:r>
              <a:rPr lang="tr-TR" sz="1904" dirty="0">
                <a:solidFill>
                  <a:srgbClr val="0000FF"/>
                </a:solidFill>
                <a:latin typeface="Myriad Pro"/>
              </a:rPr>
              <a:t>TIR Karne</a:t>
            </a:r>
          </a:p>
          <a:p>
            <a:pPr algn="ctr"/>
            <a:r>
              <a:rPr lang="tr-TR" sz="1904" dirty="0">
                <a:solidFill>
                  <a:srgbClr val="0000FF"/>
                </a:solidFill>
                <a:latin typeface="Myriad Pro"/>
              </a:rPr>
              <a:t>Hamiline </a:t>
            </a:r>
          </a:p>
          <a:p>
            <a:pPr algn="ctr"/>
            <a:r>
              <a:rPr lang="tr-TR" sz="1904" dirty="0">
                <a:solidFill>
                  <a:srgbClr val="0000FF"/>
                </a:solidFill>
                <a:latin typeface="Myriad Pro"/>
              </a:rPr>
              <a:t>Tahakkuk</a:t>
            </a:r>
          </a:p>
        </p:txBody>
      </p:sp>
      <p:sp>
        <p:nvSpPr>
          <p:cNvPr id="27" name="Sol Ok 13">
            <a:extLst>
              <a:ext uri="{FF2B5EF4-FFF2-40B4-BE49-F238E27FC236}">
                <a16:creationId xmlns:a16="http://schemas.microsoft.com/office/drawing/2014/main" id="{95021FD8-5598-4763-AA39-91A429543801}"/>
              </a:ext>
            </a:extLst>
          </p:cNvPr>
          <p:cNvSpPr/>
          <p:nvPr/>
        </p:nvSpPr>
        <p:spPr>
          <a:xfrm>
            <a:off x="4106425" y="5574452"/>
            <a:ext cx="2687586" cy="288844"/>
          </a:xfrm>
          <a:prstGeom prst="lef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8" name="Metin kutusu 27">
            <a:extLst>
              <a:ext uri="{FF2B5EF4-FFF2-40B4-BE49-F238E27FC236}">
                <a16:creationId xmlns:a16="http://schemas.microsoft.com/office/drawing/2014/main" id="{DEBD7CED-F2DE-4EAC-97B5-FD98071C174C}"/>
              </a:ext>
            </a:extLst>
          </p:cNvPr>
          <p:cNvSpPr txBox="1"/>
          <p:nvPr/>
        </p:nvSpPr>
        <p:spPr>
          <a:xfrm>
            <a:off x="4157054" y="5049994"/>
            <a:ext cx="2745714" cy="548099"/>
          </a:xfrm>
          <a:prstGeom prst="rect">
            <a:avLst/>
          </a:prstGeom>
          <a:noFill/>
        </p:spPr>
        <p:txBody>
          <a:bodyPr wrap="square" rtlCol="0">
            <a:spAutoFit/>
          </a:bodyPr>
          <a:lstStyle/>
          <a:p>
            <a:pPr algn="ctr"/>
            <a:r>
              <a:rPr lang="tr-TR" sz="1481" dirty="0">
                <a:latin typeface="Myriad Pro"/>
              </a:rPr>
              <a:t>TIR Karne Hamilinden</a:t>
            </a:r>
          </a:p>
          <a:p>
            <a:pPr algn="ctr"/>
            <a:r>
              <a:rPr lang="tr-TR" sz="1481" dirty="0">
                <a:latin typeface="Myriad Pro"/>
              </a:rPr>
              <a:t>Tahsilat yapılamaması halinde</a:t>
            </a:r>
          </a:p>
        </p:txBody>
      </p:sp>
      <p:sp>
        <p:nvSpPr>
          <p:cNvPr id="29" name="Metin kutusu 28">
            <a:extLst>
              <a:ext uri="{FF2B5EF4-FFF2-40B4-BE49-F238E27FC236}">
                <a16:creationId xmlns:a16="http://schemas.microsoft.com/office/drawing/2014/main" id="{F01D408D-D013-4E47-B289-8A69D2C9D35D}"/>
              </a:ext>
            </a:extLst>
          </p:cNvPr>
          <p:cNvSpPr txBox="1"/>
          <p:nvPr/>
        </p:nvSpPr>
        <p:spPr>
          <a:xfrm>
            <a:off x="4213877" y="5848107"/>
            <a:ext cx="2552624" cy="775982"/>
          </a:xfrm>
          <a:prstGeom prst="rect">
            <a:avLst/>
          </a:prstGeom>
          <a:noFill/>
        </p:spPr>
        <p:txBody>
          <a:bodyPr wrap="square" rtlCol="0">
            <a:spAutoFit/>
          </a:bodyPr>
          <a:lstStyle/>
          <a:p>
            <a:pPr algn="ctr"/>
            <a:r>
              <a:rPr lang="tr-TR" sz="1481" dirty="0">
                <a:solidFill>
                  <a:srgbClr val="FF0000"/>
                </a:solidFill>
                <a:latin typeface="Myriad Pro"/>
              </a:rPr>
              <a:t>Bildirim tarihinden itibaren </a:t>
            </a:r>
          </a:p>
          <a:p>
            <a:pPr algn="ctr"/>
            <a:r>
              <a:rPr lang="tr-TR" sz="1481" dirty="0">
                <a:solidFill>
                  <a:srgbClr val="FF0000"/>
                </a:solidFill>
                <a:latin typeface="Myriad Pro"/>
              </a:rPr>
              <a:t>2 yıl içinde </a:t>
            </a:r>
          </a:p>
          <a:p>
            <a:pPr algn="ctr"/>
            <a:r>
              <a:rPr lang="tr-TR" sz="1481" dirty="0">
                <a:solidFill>
                  <a:srgbClr val="0000FF"/>
                </a:solidFill>
                <a:latin typeface="Myriad Pro"/>
              </a:rPr>
              <a:t>Kefil Kuruluşa Tahakkuk</a:t>
            </a:r>
          </a:p>
        </p:txBody>
      </p:sp>
      <p:sp>
        <p:nvSpPr>
          <p:cNvPr id="30" name="Yukarı Ok 16">
            <a:extLst>
              <a:ext uri="{FF2B5EF4-FFF2-40B4-BE49-F238E27FC236}">
                <a16:creationId xmlns:a16="http://schemas.microsoft.com/office/drawing/2014/main" id="{1144813F-EF8B-426A-AB1B-EF48CF0B6E3C}"/>
              </a:ext>
            </a:extLst>
          </p:cNvPr>
          <p:cNvSpPr/>
          <p:nvPr/>
        </p:nvSpPr>
        <p:spPr>
          <a:xfrm>
            <a:off x="3003262" y="2881120"/>
            <a:ext cx="234551" cy="2221135"/>
          </a:xfrm>
          <a:prstGeom prst="upArrow">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31" name="Metin kutusu 30">
            <a:extLst>
              <a:ext uri="{FF2B5EF4-FFF2-40B4-BE49-F238E27FC236}">
                <a16:creationId xmlns:a16="http://schemas.microsoft.com/office/drawing/2014/main" id="{ED1BD878-12F5-4F03-8A6A-CC956A7A80F5}"/>
              </a:ext>
            </a:extLst>
          </p:cNvPr>
          <p:cNvSpPr txBox="1"/>
          <p:nvPr/>
        </p:nvSpPr>
        <p:spPr>
          <a:xfrm>
            <a:off x="723014" y="3493393"/>
            <a:ext cx="2280248" cy="873509"/>
          </a:xfrm>
          <a:prstGeom prst="rect">
            <a:avLst/>
          </a:prstGeom>
          <a:noFill/>
        </p:spPr>
        <p:txBody>
          <a:bodyPr wrap="square" rtlCol="0">
            <a:spAutoFit/>
          </a:bodyPr>
          <a:lstStyle/>
          <a:p>
            <a:pPr algn="ctr"/>
            <a:r>
              <a:rPr lang="tr-TR" sz="1692" dirty="0">
                <a:solidFill>
                  <a:srgbClr val="0000FF"/>
                </a:solidFill>
                <a:latin typeface="Myriad Pro"/>
              </a:rPr>
              <a:t>Kefil Kuruluştan</a:t>
            </a:r>
          </a:p>
          <a:p>
            <a:pPr algn="ctr"/>
            <a:r>
              <a:rPr lang="tr-TR" sz="1692" dirty="0">
                <a:solidFill>
                  <a:srgbClr val="FF0000"/>
                </a:solidFill>
                <a:latin typeface="Myriad Pro"/>
              </a:rPr>
              <a:t>Kefalet Tutarına Kadar</a:t>
            </a:r>
            <a:r>
              <a:rPr lang="tr-TR" sz="1692" dirty="0">
                <a:solidFill>
                  <a:srgbClr val="0000FF"/>
                </a:solidFill>
                <a:latin typeface="Myriad Pro"/>
              </a:rPr>
              <a:t> </a:t>
            </a:r>
          </a:p>
          <a:p>
            <a:pPr algn="ctr"/>
            <a:r>
              <a:rPr lang="tr-TR" sz="1692" dirty="0">
                <a:solidFill>
                  <a:srgbClr val="0000FF"/>
                </a:solidFill>
                <a:latin typeface="Myriad Pro"/>
              </a:rPr>
              <a:t>Tahsil</a:t>
            </a:r>
          </a:p>
        </p:txBody>
      </p:sp>
      <p:sp>
        <p:nvSpPr>
          <p:cNvPr id="32" name="Sol Ok 21">
            <a:extLst>
              <a:ext uri="{FF2B5EF4-FFF2-40B4-BE49-F238E27FC236}">
                <a16:creationId xmlns:a16="http://schemas.microsoft.com/office/drawing/2014/main" id="{55A335A9-666D-42C7-8F80-1459B8EC7599}"/>
              </a:ext>
            </a:extLst>
          </p:cNvPr>
          <p:cNvSpPr/>
          <p:nvPr/>
        </p:nvSpPr>
        <p:spPr>
          <a:xfrm rot="2074620">
            <a:off x="3636562" y="3610128"/>
            <a:ext cx="3496889" cy="299633"/>
          </a:xfrm>
          <a:prstGeom prst="leftArrow">
            <a:avLst>
              <a:gd name="adj1" fmla="val 43658"/>
              <a:gd name="adj2" fmla="val 50000"/>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dirty="0">
              <a:latin typeface="Myriad Pro"/>
            </a:endParaRPr>
          </a:p>
        </p:txBody>
      </p:sp>
      <p:sp>
        <p:nvSpPr>
          <p:cNvPr id="33" name="Metin kutusu 32">
            <a:extLst>
              <a:ext uri="{FF2B5EF4-FFF2-40B4-BE49-F238E27FC236}">
                <a16:creationId xmlns:a16="http://schemas.microsoft.com/office/drawing/2014/main" id="{CA35360A-D5AF-448B-B992-4ECD6A3B7DB7}"/>
              </a:ext>
            </a:extLst>
          </p:cNvPr>
          <p:cNvSpPr txBox="1"/>
          <p:nvPr/>
        </p:nvSpPr>
        <p:spPr>
          <a:xfrm>
            <a:off x="4477448" y="3771690"/>
            <a:ext cx="1185685" cy="775982"/>
          </a:xfrm>
          <a:prstGeom prst="rect">
            <a:avLst/>
          </a:prstGeom>
          <a:noFill/>
        </p:spPr>
        <p:txBody>
          <a:bodyPr wrap="square" rtlCol="0">
            <a:spAutoFit/>
          </a:bodyPr>
          <a:lstStyle/>
          <a:p>
            <a:pPr algn="ctr"/>
            <a:r>
              <a:rPr lang="tr-TR" sz="1481" dirty="0">
                <a:latin typeface="Myriad Pro"/>
              </a:rPr>
              <a:t>TIR Karne Hamilinden</a:t>
            </a:r>
          </a:p>
          <a:p>
            <a:pPr algn="ctr"/>
            <a:r>
              <a:rPr lang="tr-TR" sz="1481" dirty="0">
                <a:latin typeface="Myriad Pro"/>
              </a:rPr>
              <a:t>Tahsilat</a:t>
            </a:r>
          </a:p>
        </p:txBody>
      </p:sp>
      <p:sp>
        <p:nvSpPr>
          <p:cNvPr id="35" name="Content Placeholder 2">
            <a:extLst>
              <a:ext uri="{FF2B5EF4-FFF2-40B4-BE49-F238E27FC236}">
                <a16:creationId xmlns:a16="http://schemas.microsoft.com/office/drawing/2014/main" id="{6D86F733-E4C4-40C3-9153-ACE740383A31}"/>
              </a:ext>
            </a:extLst>
          </p:cNvPr>
          <p:cNvSpPr txBox="1">
            <a:spLocks/>
          </p:cNvSpPr>
          <p:nvPr/>
        </p:nvSpPr>
        <p:spPr>
          <a:xfrm>
            <a:off x="2035638" y="601996"/>
            <a:ext cx="6991404" cy="370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904" b="1" dirty="0">
                <a:latin typeface="Myriad Pro"/>
                <a:cs typeface="Myriad Pro"/>
              </a:rPr>
              <a:t>TIR KARNESİ TAHSİLAT İŞLEMLERİ </a:t>
            </a:r>
            <a:r>
              <a:rPr lang="tr-TR" sz="1000" b="1" i="1" dirty="0">
                <a:solidFill>
                  <a:srgbClr val="00B0F0"/>
                </a:solidFill>
                <a:latin typeface="Myriad Pro"/>
              </a:rPr>
              <a:t>{1 Seri </a:t>
            </a:r>
            <a:r>
              <a:rPr lang="tr-TR" sz="1000" b="1" i="1" dirty="0" err="1">
                <a:solidFill>
                  <a:srgbClr val="00B0F0"/>
                </a:solidFill>
                <a:latin typeface="Myriad Pro"/>
              </a:rPr>
              <a:t>Nolu</a:t>
            </a:r>
            <a:r>
              <a:rPr lang="tr-TR" sz="1000" b="1" i="1" dirty="0">
                <a:solidFill>
                  <a:srgbClr val="00B0F0"/>
                </a:solidFill>
                <a:latin typeface="Myriad Pro"/>
              </a:rPr>
              <a:t> TIR Tebliği, Md. 42}</a:t>
            </a:r>
            <a:endParaRPr lang="tr-TR" sz="1000" b="1" i="1" dirty="0">
              <a:solidFill>
                <a:srgbClr val="FF0000"/>
              </a:solidFill>
              <a:latin typeface="Myriad Pro"/>
            </a:endParaRPr>
          </a:p>
          <a:p>
            <a:pPr marL="0" indent="0">
              <a:buFont typeface="Arial" panose="020B0604020202020204" pitchFamily="34" charset="0"/>
              <a:buNone/>
            </a:pPr>
            <a:endParaRPr lang="tr-TR" sz="1904" b="1" dirty="0">
              <a:latin typeface="Myriad Pro"/>
              <a:cs typeface="Myriad Pro"/>
            </a:endParaRPr>
          </a:p>
        </p:txBody>
      </p:sp>
      <p:sp>
        <p:nvSpPr>
          <p:cNvPr id="36" name="Metin kutusu 35">
            <a:extLst>
              <a:ext uri="{FF2B5EF4-FFF2-40B4-BE49-F238E27FC236}">
                <a16:creationId xmlns:a16="http://schemas.microsoft.com/office/drawing/2014/main" id="{4C91722D-777C-4105-8DB7-642E92FD3878}"/>
              </a:ext>
            </a:extLst>
          </p:cNvPr>
          <p:cNvSpPr txBox="1"/>
          <p:nvPr/>
        </p:nvSpPr>
        <p:spPr>
          <a:xfrm>
            <a:off x="1808071" y="19225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847372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5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5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8" grpId="0" animBg="1"/>
      <p:bldP spid="19" grpId="0" animBg="1"/>
      <p:bldP spid="20" grpId="0"/>
      <p:bldP spid="21" grpId="0" animBg="1"/>
      <p:bldP spid="22" grpId="0"/>
      <p:bldP spid="23" grpId="0"/>
      <p:bldP spid="24" grpId="0" animBg="1"/>
      <p:bldP spid="25" grpId="0"/>
      <p:bldP spid="26" grpId="0"/>
      <p:bldP spid="27" grpId="0" animBg="1"/>
      <p:bldP spid="28" grpId="0"/>
      <p:bldP spid="29" grpId="0"/>
      <p:bldP spid="30" grpId="0" animBg="1"/>
      <p:bldP spid="31" grpId="0"/>
      <p:bldP spid="32" grpId="0" animBg="1"/>
      <p:bldP spid="3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22">
            <a:extLst>
              <a:ext uri="{FF2B5EF4-FFF2-40B4-BE49-F238E27FC236}">
                <a16:creationId xmlns:a16="http://schemas.microsoft.com/office/drawing/2014/main" id="{89B4F12B-0988-49EF-A7FB-A001A753820F}"/>
              </a:ext>
            </a:extLst>
          </p:cNvPr>
          <p:cNvSpPr txBox="1">
            <a:spLocks noChangeArrowheads="1"/>
          </p:cNvSpPr>
          <p:nvPr/>
        </p:nvSpPr>
        <p:spPr bwMode="auto">
          <a:xfrm>
            <a:off x="9149530" y="2161200"/>
            <a:ext cx="1842924" cy="1003736"/>
          </a:xfrm>
          <a:prstGeom prst="rect">
            <a:avLst/>
          </a:prstGeom>
          <a:solidFill>
            <a:srgbClr val="FFC00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ULUSLARARASI KURULUŞ </a:t>
            </a:r>
          </a:p>
          <a:p>
            <a:pPr algn="ctr" eaLnBrk="1" hangingPunct="1">
              <a:spcBef>
                <a:spcPct val="50000"/>
              </a:spcBef>
            </a:pPr>
            <a:r>
              <a:rPr lang="tr-TR" altLang="tr-TR" sz="1692" b="1" dirty="0">
                <a:solidFill>
                  <a:srgbClr val="FFFFFF"/>
                </a:solidFill>
                <a:latin typeface="Myriad Pro"/>
              </a:rPr>
              <a:t>(IRU)</a:t>
            </a:r>
          </a:p>
        </p:txBody>
      </p:sp>
      <p:sp>
        <p:nvSpPr>
          <p:cNvPr id="16" name="Text Box 8">
            <a:extLst>
              <a:ext uri="{FF2B5EF4-FFF2-40B4-BE49-F238E27FC236}">
                <a16:creationId xmlns:a16="http://schemas.microsoft.com/office/drawing/2014/main" id="{90F42704-838C-4FBE-B035-D36F8020F2A2}"/>
              </a:ext>
            </a:extLst>
          </p:cNvPr>
          <p:cNvSpPr txBox="1">
            <a:spLocks noChangeArrowheads="1"/>
          </p:cNvSpPr>
          <p:nvPr/>
        </p:nvSpPr>
        <p:spPr bwMode="auto">
          <a:xfrm>
            <a:off x="9027042" y="5009075"/>
            <a:ext cx="2071846" cy="613117"/>
          </a:xfrm>
          <a:prstGeom prst="rect">
            <a:avLst/>
          </a:prstGeom>
          <a:solidFill>
            <a:srgbClr val="3829FF"/>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IRU NEZDİNDEKİ SİGORTA ŞİRKETİ</a:t>
            </a:r>
          </a:p>
        </p:txBody>
      </p:sp>
      <p:sp>
        <p:nvSpPr>
          <p:cNvPr id="18" name="Text Box 8">
            <a:extLst>
              <a:ext uri="{FF2B5EF4-FFF2-40B4-BE49-F238E27FC236}">
                <a16:creationId xmlns:a16="http://schemas.microsoft.com/office/drawing/2014/main" id="{509A55F8-F4C5-47F4-85F0-BE1CAF3EDDF5}"/>
              </a:ext>
            </a:extLst>
          </p:cNvPr>
          <p:cNvSpPr txBox="1">
            <a:spLocks noChangeArrowheads="1"/>
          </p:cNvSpPr>
          <p:nvPr/>
        </p:nvSpPr>
        <p:spPr bwMode="auto">
          <a:xfrm>
            <a:off x="1508569" y="2322552"/>
            <a:ext cx="1405601" cy="613117"/>
          </a:xfrm>
          <a:prstGeom prst="rect">
            <a:avLst/>
          </a:prstGeom>
          <a:solidFill>
            <a:srgbClr val="00B0F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GÜMRÜK İDARESİ</a:t>
            </a:r>
          </a:p>
        </p:txBody>
      </p:sp>
      <p:sp>
        <p:nvSpPr>
          <p:cNvPr id="19" name="Text Box 8">
            <a:extLst>
              <a:ext uri="{FF2B5EF4-FFF2-40B4-BE49-F238E27FC236}">
                <a16:creationId xmlns:a16="http://schemas.microsoft.com/office/drawing/2014/main" id="{CFA052F9-119C-4B52-A092-01CF4AE4A26B}"/>
              </a:ext>
            </a:extLst>
          </p:cNvPr>
          <p:cNvSpPr txBox="1">
            <a:spLocks noChangeArrowheads="1"/>
          </p:cNvSpPr>
          <p:nvPr/>
        </p:nvSpPr>
        <p:spPr bwMode="auto">
          <a:xfrm>
            <a:off x="5309459" y="2191683"/>
            <a:ext cx="1253681" cy="873509"/>
          </a:xfrm>
          <a:prstGeom prst="rect">
            <a:avLst/>
          </a:prstGeom>
          <a:solidFill>
            <a:srgbClr val="8858AC"/>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KEFİL KURULUŞ (TOBB)</a:t>
            </a:r>
          </a:p>
        </p:txBody>
      </p:sp>
      <p:sp>
        <p:nvSpPr>
          <p:cNvPr id="20" name="Text Box 8">
            <a:extLst>
              <a:ext uri="{FF2B5EF4-FFF2-40B4-BE49-F238E27FC236}">
                <a16:creationId xmlns:a16="http://schemas.microsoft.com/office/drawing/2014/main" id="{D87436F5-2056-427D-80A5-1174E4319ADB}"/>
              </a:ext>
            </a:extLst>
          </p:cNvPr>
          <p:cNvSpPr txBox="1">
            <a:spLocks noChangeArrowheads="1"/>
          </p:cNvSpPr>
          <p:nvPr/>
        </p:nvSpPr>
        <p:spPr bwMode="auto">
          <a:xfrm>
            <a:off x="5014837" y="5009076"/>
            <a:ext cx="1842924" cy="613117"/>
          </a:xfrm>
          <a:prstGeom prst="rect">
            <a:avLst/>
          </a:prstGeom>
          <a:solidFill>
            <a:srgbClr val="00B05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YEREL SİGORTA ŞİRKETİ</a:t>
            </a:r>
          </a:p>
        </p:txBody>
      </p:sp>
      <p:sp>
        <p:nvSpPr>
          <p:cNvPr id="21" name="Text Box 8">
            <a:extLst>
              <a:ext uri="{FF2B5EF4-FFF2-40B4-BE49-F238E27FC236}">
                <a16:creationId xmlns:a16="http://schemas.microsoft.com/office/drawing/2014/main" id="{B1BD9751-B2A9-45DE-A252-BE673D7BFC16}"/>
              </a:ext>
            </a:extLst>
          </p:cNvPr>
          <p:cNvSpPr txBox="1">
            <a:spLocks noChangeArrowheads="1"/>
          </p:cNvSpPr>
          <p:nvPr/>
        </p:nvSpPr>
        <p:spPr bwMode="auto">
          <a:xfrm>
            <a:off x="1289907" y="4943967"/>
            <a:ext cx="1842924" cy="743345"/>
          </a:xfrm>
          <a:prstGeom prst="rect">
            <a:avLst/>
          </a:prstGeom>
          <a:solidFill>
            <a:srgbClr val="FF0000"/>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tr-TR" altLang="tr-TR" sz="1692" b="1" dirty="0">
                <a:solidFill>
                  <a:srgbClr val="FFFFFF"/>
                </a:solidFill>
                <a:latin typeface="Myriad Pro"/>
              </a:rPr>
              <a:t>KARNE </a:t>
            </a:r>
          </a:p>
          <a:p>
            <a:pPr algn="ctr" eaLnBrk="1" hangingPunct="1">
              <a:spcBef>
                <a:spcPct val="50000"/>
              </a:spcBef>
            </a:pPr>
            <a:r>
              <a:rPr lang="tr-TR" altLang="tr-TR" sz="1692" b="1" dirty="0">
                <a:solidFill>
                  <a:srgbClr val="FFFFFF"/>
                </a:solidFill>
                <a:latin typeface="Myriad Pro"/>
              </a:rPr>
              <a:t>HAMİLİ</a:t>
            </a:r>
          </a:p>
        </p:txBody>
      </p:sp>
      <p:sp>
        <p:nvSpPr>
          <p:cNvPr id="22" name="Sağ Ok 2">
            <a:extLst>
              <a:ext uri="{FF2B5EF4-FFF2-40B4-BE49-F238E27FC236}">
                <a16:creationId xmlns:a16="http://schemas.microsoft.com/office/drawing/2014/main" id="{A2F8BBA8-A300-4580-8F86-3D02DC657E2F}"/>
              </a:ext>
            </a:extLst>
          </p:cNvPr>
          <p:cNvSpPr/>
          <p:nvPr/>
        </p:nvSpPr>
        <p:spPr>
          <a:xfrm>
            <a:off x="3409358" y="2506163"/>
            <a:ext cx="1394135" cy="250055"/>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4" name="Sağ Ok 2">
            <a:extLst>
              <a:ext uri="{FF2B5EF4-FFF2-40B4-BE49-F238E27FC236}">
                <a16:creationId xmlns:a16="http://schemas.microsoft.com/office/drawing/2014/main" id="{E845E6F2-2A69-4F09-8DF6-6755640B2501}"/>
              </a:ext>
            </a:extLst>
          </p:cNvPr>
          <p:cNvSpPr/>
          <p:nvPr/>
        </p:nvSpPr>
        <p:spPr>
          <a:xfrm>
            <a:off x="7289435" y="2506162"/>
            <a:ext cx="1394135" cy="250055"/>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6" name="Sağ Ok 2">
            <a:extLst>
              <a:ext uri="{FF2B5EF4-FFF2-40B4-BE49-F238E27FC236}">
                <a16:creationId xmlns:a16="http://schemas.microsoft.com/office/drawing/2014/main" id="{2D27EBAE-8FB3-41AE-9F28-785190278612}"/>
              </a:ext>
            </a:extLst>
          </p:cNvPr>
          <p:cNvSpPr/>
          <p:nvPr/>
        </p:nvSpPr>
        <p:spPr>
          <a:xfrm rot="5400000">
            <a:off x="9373923" y="3961978"/>
            <a:ext cx="1394135" cy="250055"/>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7" name="Sağ Ok 2">
            <a:extLst>
              <a:ext uri="{FF2B5EF4-FFF2-40B4-BE49-F238E27FC236}">
                <a16:creationId xmlns:a16="http://schemas.microsoft.com/office/drawing/2014/main" id="{2DA86623-2E19-47E9-934D-B231A360F927}"/>
              </a:ext>
            </a:extLst>
          </p:cNvPr>
          <p:cNvSpPr/>
          <p:nvPr/>
        </p:nvSpPr>
        <p:spPr>
          <a:xfrm rot="10800000">
            <a:off x="7289435" y="5193331"/>
            <a:ext cx="1394135" cy="250055"/>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28" name="Sağ Ok 2">
            <a:extLst>
              <a:ext uri="{FF2B5EF4-FFF2-40B4-BE49-F238E27FC236}">
                <a16:creationId xmlns:a16="http://schemas.microsoft.com/office/drawing/2014/main" id="{56B21DBC-76D9-4268-9D4A-022DFA8E6202}"/>
              </a:ext>
            </a:extLst>
          </p:cNvPr>
          <p:cNvSpPr/>
          <p:nvPr/>
        </p:nvSpPr>
        <p:spPr>
          <a:xfrm rot="10800000">
            <a:off x="3376766" y="5193331"/>
            <a:ext cx="1394135" cy="250055"/>
          </a:xfrm>
          <a:prstGeom prst="rightArrow">
            <a:avLst/>
          </a:prstGeom>
          <a:solidFill>
            <a:srgbClr val="1B2C57"/>
          </a:solidFill>
          <a:ln>
            <a:solidFill>
              <a:srgbClr val="D7A9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sz="1904">
              <a:latin typeface="Myriad Pro"/>
            </a:endParaRPr>
          </a:p>
        </p:txBody>
      </p:sp>
      <p:sp>
        <p:nvSpPr>
          <p:cNvPr id="30" name="Content Placeholder 2">
            <a:extLst>
              <a:ext uri="{FF2B5EF4-FFF2-40B4-BE49-F238E27FC236}">
                <a16:creationId xmlns:a16="http://schemas.microsoft.com/office/drawing/2014/main" id="{2AD3A549-9AAE-4348-9F79-2C1118C4CA8A}"/>
              </a:ext>
            </a:extLst>
          </p:cNvPr>
          <p:cNvSpPr txBox="1">
            <a:spLocks/>
          </p:cNvSpPr>
          <p:nvPr/>
        </p:nvSpPr>
        <p:spPr>
          <a:xfrm>
            <a:off x="2035638" y="601996"/>
            <a:ext cx="6991404" cy="3702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tr-TR" sz="1904" b="1" dirty="0">
                <a:latin typeface="Myriad Pro"/>
                <a:cs typeface="Myriad Pro"/>
              </a:rPr>
              <a:t>TIR SİSTEMİ KEFALET ZİNCİRİ</a:t>
            </a:r>
            <a:endParaRPr lang="tr-TR" sz="1000" b="1" i="1" dirty="0">
              <a:solidFill>
                <a:srgbClr val="FF0000"/>
              </a:solidFill>
              <a:latin typeface="Myriad Pro"/>
            </a:endParaRPr>
          </a:p>
          <a:p>
            <a:pPr marL="0" indent="0">
              <a:buFont typeface="Arial" panose="020B0604020202020204" pitchFamily="34" charset="0"/>
              <a:buNone/>
            </a:pPr>
            <a:endParaRPr lang="tr-TR" sz="1904" b="1" dirty="0">
              <a:latin typeface="Myriad Pro"/>
              <a:cs typeface="Myriad Pro"/>
            </a:endParaRPr>
          </a:p>
        </p:txBody>
      </p:sp>
      <p:sp>
        <p:nvSpPr>
          <p:cNvPr id="15" name="Metin kutusu 14">
            <a:extLst>
              <a:ext uri="{FF2B5EF4-FFF2-40B4-BE49-F238E27FC236}">
                <a16:creationId xmlns:a16="http://schemas.microsoft.com/office/drawing/2014/main" id="{3A4DDC71-04EB-486B-9CA3-2A998B7779CA}"/>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592254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8" grpId="0" animBg="1"/>
      <p:bldP spid="19" grpId="0" animBg="1"/>
      <p:bldP spid="20" grpId="0" animBg="1"/>
      <p:bldP spid="21" grpId="0" animBg="1"/>
      <p:bldP spid="22" grpId="0" animBg="1"/>
      <p:bldP spid="24" grpId="0" animBg="1"/>
      <p:bldP spid="26" grpId="0" animBg="1"/>
      <p:bldP spid="27" grpId="0" animBg="1"/>
      <p:bldP spid="2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3BCD0526-E6D0-4D66-9788-BC0BED37E8C3}"/>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HANGİ MEVZUATA GÖRE TAKİBAT?</a:t>
            </a:r>
          </a:p>
        </p:txBody>
      </p:sp>
      <p:sp>
        <p:nvSpPr>
          <p:cNvPr id="7" name="Dikdörtgen 6">
            <a:extLst>
              <a:ext uri="{FF2B5EF4-FFF2-40B4-BE49-F238E27FC236}">
                <a16:creationId xmlns:a16="http://schemas.microsoft.com/office/drawing/2014/main" id="{7D6D2563-7E83-4427-81AA-E17E323803D7}"/>
              </a:ext>
            </a:extLst>
          </p:cNvPr>
          <p:cNvSpPr/>
          <p:nvPr/>
        </p:nvSpPr>
        <p:spPr>
          <a:xfrm>
            <a:off x="973499" y="1923655"/>
            <a:ext cx="9880350" cy="4255011"/>
          </a:xfrm>
          <a:prstGeom prst="rect">
            <a:avLst/>
          </a:prstGeom>
        </p:spPr>
        <p:txBody>
          <a:bodyPr wrap="square">
            <a:spAutoFit/>
          </a:bodyPr>
          <a:lstStyle/>
          <a:p>
            <a:pPr algn="just"/>
            <a:r>
              <a:rPr lang="tr-TR" sz="2400" dirty="0">
                <a:latin typeface="Myriad Pro"/>
              </a:rPr>
              <a:t>Yükümlünün </a:t>
            </a:r>
            <a:r>
              <a:rPr lang="tr-TR" sz="2400" b="1" u="sng" dirty="0">
                <a:latin typeface="Myriad Pro"/>
              </a:rPr>
              <a:t>giriş gümrük idaresinde</a:t>
            </a:r>
            <a:r>
              <a:rPr lang="tr-TR" sz="2400" dirty="0">
                <a:latin typeface="Myriad Pro"/>
              </a:rPr>
              <a:t> taşıtın tartılmasını talep etmesi ve taşıtın tartılması durumunda, tespit edilen miktarın taşıma belgelerinde ve varsa özet beyanda belirtilen miktardan farklı olması halinde; giriş gümrük idaresince </a:t>
            </a:r>
            <a:r>
              <a:rPr lang="tr-TR" sz="2400" b="1" dirty="0">
                <a:latin typeface="Myriad Pro"/>
              </a:rPr>
              <a:t>özet beyan eksiklik/fazlalık takibatına </a:t>
            </a:r>
            <a:r>
              <a:rPr lang="tr-TR" sz="2400" dirty="0">
                <a:latin typeface="Myriad Pro"/>
              </a:rPr>
              <a:t>geçilmesi gerekmektedir. </a:t>
            </a:r>
          </a:p>
          <a:p>
            <a:pPr algn="just"/>
            <a:endParaRPr lang="tr-TR" sz="2400" b="1" dirty="0">
              <a:solidFill>
                <a:srgbClr val="41537E"/>
              </a:solidFill>
              <a:latin typeface="Myriad Pro"/>
            </a:endParaRPr>
          </a:p>
          <a:p>
            <a:pPr marL="342900" indent="-342900" algn="just">
              <a:buFont typeface="Wingdings" panose="05000000000000000000" pitchFamily="2" charset="2"/>
              <a:buChar char="Ø"/>
            </a:pPr>
            <a:r>
              <a:rPr lang="tr-TR" sz="2400" b="1" dirty="0">
                <a:solidFill>
                  <a:srgbClr val="FF0000"/>
                </a:solidFill>
                <a:latin typeface="Myriad Pro"/>
              </a:rPr>
              <a:t>Gümrük Yönetmeliğinin 75. maddesi uyarınca özet beyan eksiklik/fazlalık takibatı yapılır.</a:t>
            </a:r>
          </a:p>
          <a:p>
            <a:pPr algn="just"/>
            <a:endParaRPr lang="tr-TR" sz="2400" b="1" dirty="0">
              <a:solidFill>
                <a:srgbClr val="FF0000"/>
              </a:solidFill>
              <a:latin typeface="Myriad Pro"/>
            </a:endParaRPr>
          </a:p>
          <a:p>
            <a:pPr algn="just"/>
            <a:endParaRPr lang="tr-TR" sz="2400" b="1" i="1" dirty="0">
              <a:solidFill>
                <a:srgbClr val="FF0000"/>
              </a:solidFill>
              <a:latin typeface="Myriad Pro"/>
              <a:cs typeface="Times New Roman" pitchFamily="18" charset="0"/>
            </a:endParaRPr>
          </a:p>
          <a:p>
            <a:pPr algn="just"/>
            <a:r>
              <a:rPr lang="tr-TR" sz="1050" b="1" i="1" dirty="0">
                <a:solidFill>
                  <a:srgbClr val="00B0F0"/>
                </a:solidFill>
                <a:latin typeface="Myriad Pro"/>
                <a:cs typeface="Times New Roman" pitchFamily="18" charset="0"/>
              </a:rPr>
              <a:t> {2012/2 sayılı Genelge}</a:t>
            </a:r>
            <a:endParaRPr lang="tr-TR" sz="1050" b="1" dirty="0">
              <a:solidFill>
                <a:srgbClr val="FF0000"/>
              </a:solidFill>
              <a:latin typeface="Myriad Pro"/>
            </a:endParaRPr>
          </a:p>
          <a:p>
            <a:pPr algn="just"/>
            <a:endParaRPr lang="tr-TR" sz="2000" b="1" i="1" dirty="0">
              <a:solidFill>
                <a:srgbClr val="00B0F0"/>
              </a:solidFill>
              <a:latin typeface="Myriad Pro"/>
              <a:cs typeface="Times New Roman" pitchFamily="18" charset="0"/>
            </a:endParaRPr>
          </a:p>
        </p:txBody>
      </p:sp>
      <p:sp>
        <p:nvSpPr>
          <p:cNvPr id="5" name="Metin kutusu 4">
            <a:extLst>
              <a:ext uri="{FF2B5EF4-FFF2-40B4-BE49-F238E27FC236}">
                <a16:creationId xmlns:a16="http://schemas.microsoft.com/office/drawing/2014/main" id="{D469E48F-5BAD-4117-BDA7-CBCEC1A7E890}"/>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11690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fade">
                                      <p:cBhvr>
                                        <p:cTn id="15"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497CA7F0-46A9-46D4-88DB-368230AA81E8}"/>
              </a:ext>
            </a:extLst>
          </p:cNvPr>
          <p:cNvSpPr/>
          <p:nvPr/>
        </p:nvSpPr>
        <p:spPr>
          <a:xfrm>
            <a:off x="707753" y="1947646"/>
            <a:ext cx="10776494" cy="3939540"/>
          </a:xfrm>
          <a:prstGeom prst="rect">
            <a:avLst/>
          </a:prstGeom>
        </p:spPr>
        <p:txBody>
          <a:bodyPr wrap="square">
            <a:spAutoFit/>
          </a:bodyPr>
          <a:lstStyle/>
          <a:p>
            <a:pPr algn="just"/>
            <a:r>
              <a:rPr lang="tr-TR" sz="2400" dirty="0">
                <a:latin typeface="Myriad Pro"/>
              </a:rPr>
              <a:t>Türkiye Gümrük Bölgesine getirilen eşyanın bulunduğu taşıtın mührünün sağlam olması ve herhangi bir şüphe halinin bulunmaması nedeniyle, </a:t>
            </a:r>
            <a:r>
              <a:rPr lang="tr-TR" sz="2400" b="1" dirty="0">
                <a:latin typeface="Myriad Pro"/>
              </a:rPr>
              <a:t>taşıtın tartılmadan</a:t>
            </a:r>
            <a:r>
              <a:rPr lang="tr-TR" sz="2400" dirty="0">
                <a:latin typeface="Myriad Pro"/>
              </a:rPr>
              <a:t> </a:t>
            </a:r>
            <a:r>
              <a:rPr lang="tr-TR" sz="2400" b="1" dirty="0">
                <a:latin typeface="Myriad Pro"/>
              </a:rPr>
              <a:t>TRB ile varış gümrük idaresine sevk edildiği durumda</a:t>
            </a:r>
            <a:r>
              <a:rPr lang="tr-TR" sz="2400" dirty="0">
                <a:latin typeface="Myriad Pro"/>
              </a:rPr>
              <a:t>; varış gümrük idaresince yapılacak kontrolde taşıma belgelerinde kayıtlı miktar esas alınacak olup, taşıma belgelerine göre farklılık tespit edilmesi durumunda,</a:t>
            </a:r>
          </a:p>
          <a:p>
            <a:pPr marL="362720" indent="-362720" algn="just">
              <a:buFont typeface="Wingdings" panose="05000000000000000000" pitchFamily="2" charset="2"/>
              <a:buChar char="Ø"/>
            </a:pPr>
            <a:endParaRPr lang="tr-TR" sz="2400" b="1" dirty="0">
              <a:solidFill>
                <a:srgbClr val="3829FF"/>
              </a:solidFill>
              <a:latin typeface="Myriad Pro"/>
            </a:endParaRPr>
          </a:p>
          <a:p>
            <a:pPr marL="362720" indent="-362720" algn="just">
              <a:buFont typeface="Wingdings" panose="05000000000000000000" pitchFamily="2" charset="2"/>
              <a:buChar char="Ø"/>
            </a:pPr>
            <a:r>
              <a:rPr lang="tr-TR" sz="2400" b="1" dirty="0">
                <a:solidFill>
                  <a:srgbClr val="3829FF"/>
                </a:solidFill>
                <a:latin typeface="Myriad Pro"/>
              </a:rPr>
              <a:t>Gümrük Yönetmeliğinin 239-242 maddeleri uyarınca işlem yapılır.</a:t>
            </a:r>
            <a:endParaRPr lang="tr-TR" sz="2400" b="1" dirty="0">
              <a:solidFill>
                <a:srgbClr val="00B050"/>
              </a:solidFill>
              <a:latin typeface="Myriad Pro"/>
            </a:endParaRPr>
          </a:p>
          <a:p>
            <a:pPr algn="just"/>
            <a:r>
              <a:rPr lang="tr-TR" sz="2400" b="1" dirty="0">
                <a:latin typeface="Myriad Pro"/>
              </a:rPr>
              <a:t> </a:t>
            </a:r>
          </a:p>
          <a:p>
            <a:pPr algn="just"/>
            <a:endParaRPr lang="tr-TR" sz="2400" b="1" i="1" dirty="0">
              <a:solidFill>
                <a:srgbClr val="00B0F0"/>
              </a:solidFill>
              <a:latin typeface="Myriad Pro"/>
              <a:cs typeface="Times New Roman" pitchFamily="18" charset="0"/>
            </a:endParaRPr>
          </a:p>
          <a:p>
            <a:pPr algn="just"/>
            <a:endParaRPr lang="tr-TR" sz="2400" b="1" i="1" dirty="0">
              <a:solidFill>
                <a:srgbClr val="00B0F0"/>
              </a:solidFill>
              <a:latin typeface="Myriad Pro"/>
              <a:cs typeface="Times New Roman" pitchFamily="18" charset="0"/>
            </a:endParaRPr>
          </a:p>
          <a:p>
            <a:pPr algn="just"/>
            <a:r>
              <a:rPr lang="tr-TR" sz="1050" b="1" i="1" dirty="0">
                <a:solidFill>
                  <a:srgbClr val="00B0F0"/>
                </a:solidFill>
                <a:latin typeface="Myriad Pro"/>
                <a:cs typeface="Times New Roman" pitchFamily="18" charset="0"/>
              </a:rPr>
              <a:t>          {2012/2 sayılı Genelge}</a:t>
            </a:r>
            <a:endParaRPr lang="tr-TR" sz="1050" b="1" dirty="0">
              <a:latin typeface="Myriad Pro"/>
              <a:cs typeface="Times New Roman" panose="02020603050405020304" pitchFamily="18" charset="0"/>
            </a:endParaRPr>
          </a:p>
        </p:txBody>
      </p:sp>
      <p:sp>
        <p:nvSpPr>
          <p:cNvPr id="14" name="Content Placeholder 2">
            <a:extLst>
              <a:ext uri="{FF2B5EF4-FFF2-40B4-BE49-F238E27FC236}">
                <a16:creationId xmlns:a16="http://schemas.microsoft.com/office/drawing/2014/main" id="{3BCD0526-E6D0-4D66-9788-BC0BED37E8C3}"/>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HANGİ MEVZUATA GÖRE TAKİBAT?</a:t>
            </a:r>
          </a:p>
        </p:txBody>
      </p:sp>
      <p:sp>
        <p:nvSpPr>
          <p:cNvPr id="5" name="Metin kutusu 4">
            <a:extLst>
              <a:ext uri="{FF2B5EF4-FFF2-40B4-BE49-F238E27FC236}">
                <a16:creationId xmlns:a16="http://schemas.microsoft.com/office/drawing/2014/main" id="{08B14B0D-0E88-49A1-B886-55A7170636B3}"/>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1985949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Effect transition="in" filter="fade">
                                      <p:cBhvr>
                                        <p:cTn id="15" dur="500"/>
                                        <p:tgtEl>
                                          <p:spTgt spid="9">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xEl>
                                              <p:pRg st="6" end="6"/>
                                            </p:txEl>
                                          </p:spTgt>
                                        </p:tgtEl>
                                        <p:attrNameLst>
                                          <p:attrName>style.visibility</p:attrName>
                                        </p:attrNameLst>
                                      </p:cBhvr>
                                      <p:to>
                                        <p:strVal val="visible"/>
                                      </p:to>
                                    </p:set>
                                    <p:animEffect transition="in" filter="fade">
                                      <p:cBhvr>
                                        <p:cTn id="18"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497CA7F0-46A9-46D4-88DB-368230AA81E8}"/>
              </a:ext>
            </a:extLst>
          </p:cNvPr>
          <p:cNvSpPr/>
          <p:nvPr/>
        </p:nvSpPr>
        <p:spPr>
          <a:xfrm>
            <a:off x="707753" y="2160297"/>
            <a:ext cx="10776494" cy="3208571"/>
          </a:xfrm>
          <a:prstGeom prst="rect">
            <a:avLst/>
          </a:prstGeom>
        </p:spPr>
        <p:txBody>
          <a:bodyPr wrap="square">
            <a:spAutoFit/>
          </a:bodyPr>
          <a:lstStyle/>
          <a:p>
            <a:pPr algn="just"/>
            <a:r>
              <a:rPr lang="tr-TR" sz="2400" dirty="0">
                <a:latin typeface="Myriad Pro"/>
              </a:rPr>
              <a:t>TIR karnesi kapsamındaki eşyada tespit edilen eksiklik veya fazlalıklara ilişkin takibat, </a:t>
            </a:r>
            <a:r>
              <a:rPr lang="tr-TR" sz="2400" b="1" dirty="0">
                <a:latin typeface="Myriad Pro"/>
              </a:rPr>
              <a:t>hangi koşulda olursa olsun, </a:t>
            </a:r>
          </a:p>
          <a:p>
            <a:pPr algn="just"/>
            <a:endParaRPr lang="tr-TR" sz="2400" b="1" dirty="0">
              <a:solidFill>
                <a:srgbClr val="41537E"/>
              </a:solidFill>
              <a:latin typeface="Myriad Pro"/>
            </a:endParaRPr>
          </a:p>
          <a:p>
            <a:pPr marL="342900" indent="-342900" algn="just">
              <a:buFont typeface="Wingdings" panose="05000000000000000000" pitchFamily="2" charset="2"/>
              <a:buChar char="Ø"/>
            </a:pPr>
            <a:r>
              <a:rPr lang="tr-TR" sz="2400" b="1" dirty="0">
                <a:solidFill>
                  <a:srgbClr val="00B050"/>
                </a:solidFill>
                <a:latin typeface="Myriad Pro"/>
              </a:rPr>
              <a:t>Sadece 1 Seri </a:t>
            </a:r>
            <a:r>
              <a:rPr lang="tr-TR" sz="2400" b="1" dirty="0" err="1">
                <a:solidFill>
                  <a:srgbClr val="00B050"/>
                </a:solidFill>
                <a:latin typeface="Myriad Pro"/>
              </a:rPr>
              <a:t>Nolu</a:t>
            </a:r>
            <a:r>
              <a:rPr lang="tr-TR" sz="2400" b="1" dirty="0">
                <a:solidFill>
                  <a:srgbClr val="00B050"/>
                </a:solidFill>
                <a:latin typeface="Myriad Pro"/>
              </a:rPr>
              <a:t> TIR İşlemleri Tebliği 34. maddesine göre TIR karnesi eksiklik/fazlalık takibatı yapılır.</a:t>
            </a:r>
          </a:p>
          <a:p>
            <a:pPr algn="just"/>
            <a:r>
              <a:rPr lang="tr-TR" sz="2400" b="1" dirty="0">
                <a:latin typeface="Myriad Pro"/>
              </a:rPr>
              <a:t> </a:t>
            </a:r>
          </a:p>
          <a:p>
            <a:pPr algn="just"/>
            <a:endParaRPr lang="tr-TR" sz="2400" b="1" i="1" dirty="0">
              <a:solidFill>
                <a:srgbClr val="00B0F0"/>
              </a:solidFill>
              <a:latin typeface="Myriad Pro"/>
              <a:cs typeface="Times New Roman" pitchFamily="18" charset="0"/>
            </a:endParaRPr>
          </a:p>
          <a:p>
            <a:pPr algn="just"/>
            <a:endParaRPr lang="tr-TR" sz="2400" b="1" i="1" dirty="0">
              <a:solidFill>
                <a:srgbClr val="00B0F0"/>
              </a:solidFill>
              <a:latin typeface="Myriad Pro"/>
              <a:cs typeface="Times New Roman" pitchFamily="18" charset="0"/>
            </a:endParaRPr>
          </a:p>
          <a:p>
            <a:pPr algn="just"/>
            <a:r>
              <a:rPr lang="tr-TR" sz="1050" b="1" i="1" dirty="0">
                <a:solidFill>
                  <a:srgbClr val="00B0F0"/>
                </a:solidFill>
                <a:latin typeface="Myriad Pro"/>
                <a:cs typeface="Times New Roman" pitchFamily="18" charset="0"/>
              </a:rPr>
              <a:t>          {2012/2 sayılı Genelge}</a:t>
            </a:r>
            <a:endParaRPr lang="tr-TR" sz="1050" b="1" dirty="0">
              <a:latin typeface="Myriad Pro"/>
              <a:cs typeface="Times New Roman" panose="02020603050405020304" pitchFamily="18" charset="0"/>
            </a:endParaRPr>
          </a:p>
        </p:txBody>
      </p:sp>
      <p:sp>
        <p:nvSpPr>
          <p:cNvPr id="14" name="Content Placeholder 2">
            <a:extLst>
              <a:ext uri="{FF2B5EF4-FFF2-40B4-BE49-F238E27FC236}">
                <a16:creationId xmlns:a16="http://schemas.microsoft.com/office/drawing/2014/main" id="{3BCD0526-E6D0-4D66-9788-BC0BED37E8C3}"/>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HANGİ MEVZUATA GÖRE TAKİBAT?</a:t>
            </a:r>
          </a:p>
        </p:txBody>
      </p:sp>
      <p:sp>
        <p:nvSpPr>
          <p:cNvPr id="5" name="Metin kutusu 4">
            <a:extLst>
              <a:ext uri="{FF2B5EF4-FFF2-40B4-BE49-F238E27FC236}">
                <a16:creationId xmlns:a16="http://schemas.microsoft.com/office/drawing/2014/main" id="{9E28A701-4112-4E5B-B051-59E7A211A2BF}"/>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665710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animEffect transition="in" filter="fade">
                                      <p:cBhvr>
                                        <p:cTn id="15" dur="500"/>
                                        <p:tgtEl>
                                          <p:spTgt spid="9">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
                                            <p:txEl>
                                              <p:pRg st="6" end="6"/>
                                            </p:txEl>
                                          </p:spTgt>
                                        </p:tgtEl>
                                        <p:attrNameLst>
                                          <p:attrName>style.visibility</p:attrName>
                                        </p:attrNameLst>
                                      </p:cBhvr>
                                      <p:to>
                                        <p:strVal val="visible"/>
                                      </p:to>
                                    </p:set>
                                    <p:animEffect transition="in" filter="fade">
                                      <p:cBhvr>
                                        <p:cTn id="18"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497CA7F0-46A9-46D4-88DB-368230AA81E8}"/>
              </a:ext>
            </a:extLst>
          </p:cNvPr>
          <p:cNvSpPr/>
          <p:nvPr/>
        </p:nvSpPr>
        <p:spPr>
          <a:xfrm>
            <a:off x="1208296" y="2151727"/>
            <a:ext cx="9775408" cy="3370153"/>
          </a:xfrm>
          <a:prstGeom prst="rect">
            <a:avLst/>
          </a:prstGeom>
        </p:spPr>
        <p:txBody>
          <a:bodyPr wrap="square">
            <a:spAutoFit/>
          </a:bodyPr>
          <a:lstStyle/>
          <a:p>
            <a:pPr algn="just"/>
            <a:r>
              <a:rPr lang="tr-TR" sz="3200" dirty="0">
                <a:latin typeface="Myriad Pro"/>
              </a:rPr>
              <a:t>Özet beyan </a:t>
            </a:r>
            <a:r>
              <a:rPr lang="tr-TR" sz="3200" b="1" u="sng" dirty="0">
                <a:latin typeface="Myriad Pro"/>
              </a:rPr>
              <a:t>giriş gümrük idaresine</a:t>
            </a:r>
            <a:r>
              <a:rPr lang="tr-TR" sz="3200" dirty="0">
                <a:latin typeface="Myriad Pro"/>
              </a:rPr>
              <a:t> verilmekte olup, transit rejimi kapsamında varış (iç ya da sınır) gümrük idaresine sevk edilen eşya için özet beyan eksiklik/fazlalık takibatı uygulaması söz konusu değildir.</a:t>
            </a:r>
          </a:p>
          <a:p>
            <a:pPr algn="just"/>
            <a:endParaRPr lang="tr-TR" sz="3200" dirty="0">
              <a:latin typeface="Myriad Pro"/>
            </a:endParaRPr>
          </a:p>
          <a:p>
            <a:pPr algn="just"/>
            <a:endParaRPr lang="tr-TR" sz="1050" dirty="0">
              <a:latin typeface="Myriad Pro"/>
            </a:endParaRPr>
          </a:p>
          <a:p>
            <a:pPr algn="just"/>
            <a:r>
              <a:rPr lang="tr-TR" sz="1050" b="1" i="1" dirty="0">
                <a:solidFill>
                  <a:srgbClr val="00B0F0"/>
                </a:solidFill>
                <a:latin typeface="Myriad Pro"/>
                <a:cs typeface="Times New Roman" pitchFamily="18" charset="0"/>
              </a:rPr>
              <a:t> {2022/7 sayılı Genelge}</a:t>
            </a:r>
            <a:endParaRPr lang="tr-TR" sz="1050" dirty="0">
              <a:latin typeface="Myriad Pro"/>
            </a:endParaRPr>
          </a:p>
        </p:txBody>
      </p:sp>
      <p:sp>
        <p:nvSpPr>
          <p:cNvPr id="14" name="Content Placeholder 2">
            <a:extLst>
              <a:ext uri="{FF2B5EF4-FFF2-40B4-BE49-F238E27FC236}">
                <a16:creationId xmlns:a16="http://schemas.microsoft.com/office/drawing/2014/main" id="{3BCD0526-E6D0-4D66-9788-BC0BED37E8C3}"/>
              </a:ext>
            </a:extLst>
          </p:cNvPr>
          <p:cNvSpPr>
            <a:spLocks noGrp="1"/>
          </p:cNvSpPr>
          <p:nvPr>
            <p:ph idx="1"/>
          </p:nvPr>
        </p:nvSpPr>
        <p:spPr>
          <a:xfrm>
            <a:off x="2019497" y="601996"/>
            <a:ext cx="7214608" cy="370246"/>
          </a:xfrm>
        </p:spPr>
        <p:txBody>
          <a:bodyPr>
            <a:noAutofit/>
          </a:bodyPr>
          <a:lstStyle/>
          <a:p>
            <a:pPr marL="0" indent="0">
              <a:buNone/>
            </a:pPr>
            <a:r>
              <a:rPr lang="tr-TR" sz="1904" b="1" dirty="0">
                <a:latin typeface="Myriad Pro"/>
                <a:cs typeface="Myriad Pro"/>
              </a:rPr>
              <a:t>HANGİ MEVZUATA GÖRE TAKİBAT?</a:t>
            </a:r>
          </a:p>
        </p:txBody>
      </p:sp>
      <p:sp>
        <p:nvSpPr>
          <p:cNvPr id="5" name="Metin kutusu 4">
            <a:extLst>
              <a:ext uri="{FF2B5EF4-FFF2-40B4-BE49-F238E27FC236}">
                <a16:creationId xmlns:a16="http://schemas.microsoft.com/office/drawing/2014/main" id="{90984861-0983-4D94-8B26-C6404039574B}"/>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462462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3" end="3"/>
                                            </p:txEl>
                                          </p:spTgt>
                                        </p:tgtEl>
                                        <p:attrNameLst>
                                          <p:attrName>style.visibility</p:attrName>
                                        </p:attrNameLst>
                                      </p:cBhvr>
                                      <p:to>
                                        <p:strVal val="visible"/>
                                      </p:to>
                                    </p:set>
                                    <p:animEffect transition="in" filter="fade">
                                      <p:cBhvr>
                                        <p:cTn id="10"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9E1013FA-D938-4721-A682-0A0159D390B5}"/>
              </a:ext>
            </a:extLst>
          </p:cNvPr>
          <p:cNvSpPr>
            <a:spLocks noGrp="1"/>
          </p:cNvSpPr>
          <p:nvPr>
            <p:ph idx="1"/>
          </p:nvPr>
        </p:nvSpPr>
        <p:spPr>
          <a:xfrm>
            <a:off x="2035637" y="601996"/>
            <a:ext cx="5650033" cy="370246"/>
          </a:xfrm>
        </p:spPr>
        <p:txBody>
          <a:bodyPr>
            <a:noAutofit/>
          </a:bodyPr>
          <a:lstStyle/>
          <a:p>
            <a:pPr marL="0" indent="0">
              <a:buNone/>
            </a:pPr>
            <a:r>
              <a:rPr lang="tr-TR" sz="1904" b="1" dirty="0">
                <a:latin typeface="Myriad Pro"/>
                <a:cs typeface="Myriad Pro"/>
              </a:rPr>
              <a:t>TRANSİT REJİMİNDE DÜZENLENEN CEZALAR</a:t>
            </a:r>
          </a:p>
        </p:txBody>
      </p:sp>
      <p:sp>
        <p:nvSpPr>
          <p:cNvPr id="14" name="Dikdörtgen 13">
            <a:extLst>
              <a:ext uri="{FF2B5EF4-FFF2-40B4-BE49-F238E27FC236}">
                <a16:creationId xmlns:a16="http://schemas.microsoft.com/office/drawing/2014/main" id="{488F493E-5680-4F71-8985-7D898324B56D}"/>
              </a:ext>
            </a:extLst>
          </p:cNvPr>
          <p:cNvSpPr/>
          <p:nvPr/>
        </p:nvSpPr>
        <p:spPr>
          <a:xfrm>
            <a:off x="0" y="1777344"/>
            <a:ext cx="11508211" cy="4524315"/>
          </a:xfrm>
          <a:prstGeom prst="rect">
            <a:avLst/>
          </a:prstGeom>
        </p:spPr>
        <p:txBody>
          <a:bodyPr wrap="square">
            <a:spAutoFit/>
          </a:bodyPr>
          <a:lstStyle/>
          <a:p>
            <a:pPr lvl="1"/>
            <a:r>
              <a:rPr lang="tr-TR" sz="1600" dirty="0">
                <a:latin typeface="Myriad Pro"/>
                <a:cs typeface="Times New Roman" pitchFamily="18" charset="0"/>
              </a:rPr>
              <a:t>Transit özet beyan (LRN), transit refakat belgesi (MRN) ve ihracat refakat belgesi (İRB) iptali </a:t>
            </a:r>
          </a:p>
          <a:p>
            <a:pPr lvl="1"/>
            <a:r>
              <a:rPr lang="tr-TR" sz="1600" dirty="0">
                <a:latin typeface="Myriad Pro"/>
                <a:cs typeface="Times New Roman" pitchFamily="18" charset="0"/>
              </a:rPr>
              <a:t>(Yükümlü hatasından kaynaklanan): </a:t>
            </a:r>
          </a:p>
          <a:p>
            <a:pPr lvl="1"/>
            <a:r>
              <a:rPr lang="tr-TR" sz="1600" i="1" dirty="0">
                <a:solidFill>
                  <a:srgbClr val="FF0000"/>
                </a:solidFill>
                <a:latin typeface="Myriad Pro"/>
                <a:cs typeface="Times New Roman" panose="02020603050405020304" pitchFamily="18" charset="0"/>
              </a:rPr>
              <a:t>Gümrük Yönetmeliği Ek-82/3-4 nolu fiilleri doğrultusunda 4458 sayılı Gümrük Kanunu’nun 241/1. maddesi uygulanır</a:t>
            </a:r>
          </a:p>
          <a:p>
            <a:pPr lvl="1"/>
            <a:endParaRPr lang="tr-TR" sz="1600" i="1" dirty="0">
              <a:solidFill>
                <a:srgbClr val="FF0000"/>
              </a:solidFill>
              <a:latin typeface="Myriad Pro"/>
              <a:cs typeface="Times New Roman" panose="02020603050405020304" pitchFamily="18" charset="0"/>
            </a:endParaRPr>
          </a:p>
          <a:p>
            <a:pPr lvl="1"/>
            <a:r>
              <a:rPr lang="tr-TR" sz="1600" dirty="0">
                <a:latin typeface="Myriad Pro"/>
                <a:cs typeface="Times New Roman" panose="02020603050405020304" pitchFamily="18" charset="0"/>
              </a:rPr>
              <a:t>Beyannameye eklenmesi gereken belgelerin süresi içerisinde ibraz edilmemesi: </a:t>
            </a:r>
          </a:p>
          <a:p>
            <a:pPr lvl="1"/>
            <a:r>
              <a:rPr lang="tr-TR" sz="1600" i="1" dirty="0">
                <a:solidFill>
                  <a:srgbClr val="FF0000"/>
                </a:solidFill>
                <a:latin typeface="Myriad Pro"/>
                <a:cs typeface="Times New Roman" panose="02020603050405020304" pitchFamily="18" charset="0"/>
              </a:rPr>
              <a:t>Gümrük Yönetmeliği Ek-82/5 nolu fiil doğrultusunda 4458 sayılı Gümrük Kanunu’nun 241/1. maddesi uygulanır</a:t>
            </a:r>
          </a:p>
          <a:p>
            <a:pPr lvl="1"/>
            <a:endParaRPr lang="tr-TR" sz="1600" i="1" dirty="0">
              <a:solidFill>
                <a:srgbClr val="FF0000"/>
              </a:solidFill>
              <a:latin typeface="Myriad Pro"/>
              <a:cs typeface="Times New Roman" panose="02020603050405020304" pitchFamily="18" charset="0"/>
            </a:endParaRPr>
          </a:p>
          <a:p>
            <a:pPr lvl="1"/>
            <a:r>
              <a:rPr lang="tr-TR" sz="1600" dirty="0">
                <a:latin typeface="Myriad Pro"/>
                <a:cs typeface="Times New Roman" pitchFamily="18" charset="0"/>
              </a:rPr>
              <a:t>Transit refakat belgesi üzerinde düzeltme işlemleri </a:t>
            </a:r>
          </a:p>
          <a:p>
            <a:pPr lvl="1"/>
            <a:r>
              <a:rPr lang="tr-TR" sz="1600" dirty="0">
                <a:latin typeface="Myriad Pro"/>
                <a:cs typeface="Times New Roman" pitchFamily="18" charset="0"/>
              </a:rPr>
              <a:t>(ceza gerektiren başka bir durum olmaması kaydıyla):</a:t>
            </a:r>
            <a:endParaRPr lang="tr-TR" sz="1600" i="1" dirty="0">
              <a:solidFill>
                <a:srgbClr val="FF0000"/>
              </a:solidFill>
              <a:latin typeface="Myriad Pro"/>
              <a:cs typeface="Times New Roman" panose="02020603050405020304" pitchFamily="18" charset="0"/>
            </a:endParaRPr>
          </a:p>
          <a:p>
            <a:pPr lvl="1"/>
            <a:r>
              <a:rPr lang="tr-TR" sz="1600" i="1" dirty="0">
                <a:solidFill>
                  <a:srgbClr val="FF0000"/>
                </a:solidFill>
                <a:latin typeface="Myriad Pro"/>
                <a:cs typeface="Times New Roman" panose="02020603050405020304" pitchFamily="18" charset="0"/>
              </a:rPr>
              <a:t>Gümrük Yönetmeliği Ek-82/7 nolu fiilleri doğrultusunda 4458 sayılı Gümrük Kanunu’nun 241/1. maddesi uygulanır</a:t>
            </a:r>
          </a:p>
          <a:p>
            <a:pPr lvl="1"/>
            <a:endParaRPr lang="tr-TR" sz="1600" i="1" dirty="0">
              <a:solidFill>
                <a:srgbClr val="FF0000"/>
              </a:solidFill>
              <a:latin typeface="Myriad Pro"/>
              <a:cs typeface="Times New Roman" panose="02020603050405020304" pitchFamily="18" charset="0"/>
            </a:endParaRPr>
          </a:p>
          <a:p>
            <a:pPr lvl="1"/>
            <a:r>
              <a:rPr lang="tr-TR" sz="1600" dirty="0">
                <a:latin typeface="Myriad Pro"/>
                <a:cs typeface="Times New Roman" panose="02020603050405020304" pitchFamily="18" charset="0"/>
              </a:rPr>
              <a:t>İthal ya da transit kapsamı eşyanın ulusal transit rejimi taşımasında (TR), varış (çıkış) gümrük idaresi değişikliği:</a:t>
            </a:r>
          </a:p>
          <a:p>
            <a:pPr lvl="1"/>
            <a:r>
              <a:rPr lang="tr-TR" sz="1600" i="1" dirty="0">
                <a:solidFill>
                  <a:srgbClr val="FF0000"/>
                </a:solidFill>
                <a:latin typeface="Myriad Pro"/>
                <a:cs typeface="Times New Roman" panose="02020603050405020304" pitchFamily="18" charset="0"/>
              </a:rPr>
              <a:t>Gümrük Yönetmeliği Ek-82/15 nolu fiil doğrultusunda 4458 sayılı Gümrük Kanunu’nun 241/1. maddesi uygulanır</a:t>
            </a:r>
          </a:p>
          <a:p>
            <a:pPr lvl="1"/>
            <a:endParaRPr lang="tr-TR" sz="1600" dirty="0">
              <a:latin typeface="Myriad Pro"/>
              <a:cs typeface="Times New Roman" panose="02020603050405020304" pitchFamily="18" charset="0"/>
            </a:endParaRPr>
          </a:p>
          <a:p>
            <a:pPr lvl="1"/>
            <a:r>
              <a:rPr lang="tr-TR" sz="1600" dirty="0">
                <a:latin typeface="Myriad Pro"/>
                <a:cs typeface="Times New Roman" panose="02020603050405020304" pitchFamily="18" charset="0"/>
              </a:rPr>
              <a:t>Transit özet beyanın (LRN) uygun olarak doldurulmaması:</a:t>
            </a:r>
          </a:p>
          <a:p>
            <a:pPr lvl="1"/>
            <a:r>
              <a:rPr lang="tr-TR" sz="1600" i="1" dirty="0">
                <a:solidFill>
                  <a:srgbClr val="FF0000"/>
                </a:solidFill>
                <a:latin typeface="Myriad Pro"/>
                <a:cs typeface="Times New Roman" panose="02020603050405020304" pitchFamily="18" charset="0"/>
              </a:rPr>
              <a:t>Gümrük Yönetmeliği Ek-82/45 nolu fiilleri doğrultusunda 4458 sayılı Gümrük Kanunu’nun 241/1. maddesi uygulanır</a:t>
            </a:r>
          </a:p>
          <a:p>
            <a:pPr lvl="1"/>
            <a:endParaRPr lang="tr-TR" sz="1600" i="1" dirty="0">
              <a:solidFill>
                <a:srgbClr val="FF0000"/>
              </a:solidFill>
              <a:latin typeface="Myriad Pro"/>
              <a:cs typeface="Times New Roman" panose="02020603050405020304" pitchFamily="18" charset="0"/>
            </a:endParaRPr>
          </a:p>
          <a:p>
            <a:pPr lvl="1"/>
            <a:endParaRPr lang="tr-TR" sz="1600" dirty="0">
              <a:latin typeface="Myriad Pro"/>
              <a:cs typeface="Times New Roman" panose="02020603050405020304" pitchFamily="18" charset="0"/>
            </a:endParaRPr>
          </a:p>
        </p:txBody>
      </p:sp>
      <p:sp>
        <p:nvSpPr>
          <p:cNvPr id="5" name="Metin kutusu 4">
            <a:extLst>
              <a:ext uri="{FF2B5EF4-FFF2-40B4-BE49-F238E27FC236}">
                <a16:creationId xmlns:a16="http://schemas.microsoft.com/office/drawing/2014/main" id="{E9B1638E-E5C5-4590-A47B-A55AB8BF0ADD}"/>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890479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4" end="4"/>
                                            </p:txEl>
                                          </p:spTgt>
                                        </p:tgtEl>
                                        <p:attrNameLst>
                                          <p:attrName>style.visibility</p:attrName>
                                        </p:attrNameLst>
                                      </p:cBhvr>
                                      <p:to>
                                        <p:strVal val="visible"/>
                                      </p:to>
                                    </p:set>
                                    <p:animEffect transition="in" filter="fade">
                                      <p:cBhvr>
                                        <p:cTn id="22" dur="500"/>
                                        <p:tgtEl>
                                          <p:spTgt spid="1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animEffect transition="in" filter="fade">
                                      <p:cBhvr>
                                        <p:cTn id="27" dur="500"/>
                                        <p:tgtEl>
                                          <p:spTgt spid="1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7" end="7"/>
                                            </p:txEl>
                                          </p:spTgt>
                                        </p:tgtEl>
                                        <p:attrNameLst>
                                          <p:attrName>style.visibility</p:attrName>
                                        </p:attrNameLst>
                                      </p:cBhvr>
                                      <p:to>
                                        <p:strVal val="visible"/>
                                      </p:to>
                                    </p:set>
                                    <p:animEffect transition="in" filter="fade">
                                      <p:cBhvr>
                                        <p:cTn id="32" dur="500"/>
                                        <p:tgtEl>
                                          <p:spTgt spid="1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xEl>
                                              <p:pRg st="8" end="8"/>
                                            </p:txEl>
                                          </p:spTgt>
                                        </p:tgtEl>
                                        <p:attrNameLst>
                                          <p:attrName>style.visibility</p:attrName>
                                        </p:attrNameLst>
                                      </p:cBhvr>
                                      <p:to>
                                        <p:strVal val="visible"/>
                                      </p:to>
                                    </p:set>
                                    <p:animEffect transition="in" filter="fade">
                                      <p:cBhvr>
                                        <p:cTn id="37" dur="500"/>
                                        <p:tgtEl>
                                          <p:spTgt spid="1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
                                            <p:txEl>
                                              <p:pRg st="9" end="9"/>
                                            </p:txEl>
                                          </p:spTgt>
                                        </p:tgtEl>
                                        <p:attrNameLst>
                                          <p:attrName>style.visibility</p:attrName>
                                        </p:attrNameLst>
                                      </p:cBhvr>
                                      <p:to>
                                        <p:strVal val="visible"/>
                                      </p:to>
                                    </p:set>
                                    <p:animEffect transition="in" filter="fade">
                                      <p:cBhvr>
                                        <p:cTn id="42" dur="500"/>
                                        <p:tgtEl>
                                          <p:spTgt spid="1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
                                            <p:txEl>
                                              <p:pRg st="11" end="11"/>
                                            </p:txEl>
                                          </p:spTgt>
                                        </p:tgtEl>
                                        <p:attrNameLst>
                                          <p:attrName>style.visibility</p:attrName>
                                        </p:attrNameLst>
                                      </p:cBhvr>
                                      <p:to>
                                        <p:strVal val="visible"/>
                                      </p:to>
                                    </p:set>
                                    <p:animEffect transition="in" filter="fade">
                                      <p:cBhvr>
                                        <p:cTn id="47" dur="500"/>
                                        <p:tgtEl>
                                          <p:spTgt spid="14">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
                                            <p:txEl>
                                              <p:pRg st="12" end="12"/>
                                            </p:txEl>
                                          </p:spTgt>
                                        </p:tgtEl>
                                        <p:attrNameLst>
                                          <p:attrName>style.visibility</p:attrName>
                                        </p:attrNameLst>
                                      </p:cBhvr>
                                      <p:to>
                                        <p:strVal val="visible"/>
                                      </p:to>
                                    </p:set>
                                    <p:animEffect transition="in" filter="fade">
                                      <p:cBhvr>
                                        <p:cTn id="52" dur="500"/>
                                        <p:tgtEl>
                                          <p:spTgt spid="14">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4">
                                            <p:txEl>
                                              <p:pRg st="14" end="14"/>
                                            </p:txEl>
                                          </p:spTgt>
                                        </p:tgtEl>
                                        <p:attrNameLst>
                                          <p:attrName>style.visibility</p:attrName>
                                        </p:attrNameLst>
                                      </p:cBhvr>
                                      <p:to>
                                        <p:strVal val="visible"/>
                                      </p:to>
                                    </p:set>
                                    <p:animEffect transition="in" filter="fade">
                                      <p:cBhvr>
                                        <p:cTn id="57" dur="500"/>
                                        <p:tgtEl>
                                          <p:spTgt spid="14">
                                            <p:txEl>
                                              <p:pRg st="14" end="1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4">
                                            <p:txEl>
                                              <p:pRg st="15" end="15"/>
                                            </p:txEl>
                                          </p:spTgt>
                                        </p:tgtEl>
                                        <p:attrNameLst>
                                          <p:attrName>style.visibility</p:attrName>
                                        </p:attrNameLst>
                                      </p:cBhvr>
                                      <p:to>
                                        <p:strVal val="visible"/>
                                      </p:to>
                                    </p:set>
                                    <p:animEffect transition="in" filter="fade">
                                      <p:cBhvr>
                                        <p:cTn id="62" dur="500"/>
                                        <p:tgtEl>
                                          <p:spTgt spid="1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B7C0B72E-C5F9-454E-B1CE-EFDF19FAD271}"/>
              </a:ext>
            </a:extLst>
          </p:cNvPr>
          <p:cNvSpPr/>
          <p:nvPr/>
        </p:nvSpPr>
        <p:spPr>
          <a:xfrm>
            <a:off x="-22262" y="1875262"/>
            <a:ext cx="12236523" cy="3785652"/>
          </a:xfrm>
          <a:prstGeom prst="rect">
            <a:avLst/>
          </a:prstGeom>
        </p:spPr>
        <p:txBody>
          <a:bodyPr wrap="square">
            <a:spAutoFit/>
          </a:bodyPr>
          <a:lstStyle/>
          <a:p>
            <a:pPr lvl="1"/>
            <a:r>
              <a:rPr lang="tr-TR" sz="1600" dirty="0">
                <a:latin typeface="Myriad Pro"/>
                <a:cs typeface="Times New Roman" pitchFamily="18" charset="0"/>
              </a:rPr>
              <a:t>Belirgin şekilde farklı çıkan eşya: </a:t>
            </a:r>
          </a:p>
          <a:p>
            <a:pPr lvl="1"/>
            <a:r>
              <a:rPr lang="tr-TR" sz="1600" i="1" dirty="0">
                <a:solidFill>
                  <a:srgbClr val="FF0000"/>
                </a:solidFill>
                <a:latin typeface="Myriad Pro"/>
                <a:cs typeface="Times New Roman" pitchFamily="18" charset="0"/>
              </a:rPr>
              <a:t>4458 sayılı Gümrük Kanunu’nun 235/5. maddesinin a ya da b bendinden ilgili olanı uygulanır</a:t>
            </a:r>
            <a:endParaRPr lang="tr-TR" sz="1600" dirty="0">
              <a:latin typeface="Myriad Pro"/>
              <a:cs typeface="Times New Roman" pitchFamily="18" charset="0"/>
            </a:endParaRPr>
          </a:p>
          <a:p>
            <a:pPr lvl="1"/>
            <a:endParaRPr lang="tr-TR" sz="1600" dirty="0">
              <a:latin typeface="Myriad Pro"/>
              <a:cs typeface="Times New Roman" pitchFamily="18" charset="0"/>
            </a:endParaRPr>
          </a:p>
          <a:p>
            <a:pPr lvl="1"/>
            <a:r>
              <a:rPr lang="tr-TR" sz="1600" dirty="0">
                <a:latin typeface="Myriad Pro"/>
                <a:cs typeface="Times New Roman" pitchFamily="18" charset="0"/>
              </a:rPr>
              <a:t>Eksiklik-Fazlalık Takibatı: </a:t>
            </a:r>
          </a:p>
          <a:p>
            <a:pPr lvl="1"/>
            <a:r>
              <a:rPr lang="tr-TR" sz="1600" i="1" dirty="0">
                <a:solidFill>
                  <a:srgbClr val="00B050"/>
                </a:solidFill>
                <a:latin typeface="Myriad Pro"/>
                <a:cs typeface="Times New Roman" pitchFamily="18" charset="0"/>
              </a:rPr>
              <a:t>(TRB) </a:t>
            </a:r>
            <a:r>
              <a:rPr lang="tr-TR" sz="1600" i="1" dirty="0">
                <a:solidFill>
                  <a:srgbClr val="FF0000"/>
                </a:solidFill>
                <a:latin typeface="Myriad Pro"/>
                <a:cs typeface="Times New Roman" pitchFamily="18" charset="0"/>
              </a:rPr>
              <a:t>Gümrük Yönetmeliği’nin 239-242. maddeleri / </a:t>
            </a:r>
            <a:r>
              <a:rPr lang="tr-TR" sz="1600" i="1" dirty="0">
                <a:solidFill>
                  <a:srgbClr val="00B050"/>
                </a:solidFill>
                <a:latin typeface="Myriad Pro"/>
                <a:cs typeface="Times New Roman" pitchFamily="18" charset="0"/>
              </a:rPr>
              <a:t>(TIR karnesi) </a:t>
            </a:r>
            <a:r>
              <a:rPr lang="tr-TR" sz="1600" i="1" dirty="0">
                <a:solidFill>
                  <a:srgbClr val="FF0000"/>
                </a:solidFill>
                <a:latin typeface="Myriad Pro"/>
                <a:cs typeface="Times New Roman" pitchFamily="18" charset="0"/>
              </a:rPr>
              <a:t>1 Seri Nolu TIR Tebliği 34. maddesine göre </a:t>
            </a:r>
            <a:r>
              <a:rPr lang="tr-TR" sz="1600" i="1" u="sng" dirty="0">
                <a:solidFill>
                  <a:srgbClr val="FF0000"/>
                </a:solidFill>
                <a:latin typeface="Myriad Pro"/>
                <a:cs typeface="Times New Roman" pitchFamily="18" charset="0"/>
              </a:rPr>
              <a:t>vergi takibatına geçilir</a:t>
            </a:r>
            <a:r>
              <a:rPr lang="tr-TR" sz="1600" i="1" dirty="0">
                <a:solidFill>
                  <a:srgbClr val="FF0000"/>
                </a:solidFill>
                <a:latin typeface="Myriad Pro"/>
                <a:cs typeface="Times New Roman" pitchFamily="18" charset="0"/>
              </a:rPr>
              <a:t>,</a:t>
            </a:r>
          </a:p>
          <a:p>
            <a:pPr lvl="1"/>
            <a:r>
              <a:rPr lang="tr-TR" sz="1600" i="1" dirty="0">
                <a:solidFill>
                  <a:srgbClr val="FF0000"/>
                </a:solidFill>
                <a:latin typeface="Myriad Pro"/>
                <a:cs typeface="Times New Roman" pitchFamily="18" charset="0"/>
              </a:rPr>
              <a:t>4458 sayılı Gümrük Kanunu’nun 235/5. maddesinin c bendi </a:t>
            </a:r>
            <a:r>
              <a:rPr lang="tr-TR" sz="1600" i="1" dirty="0">
                <a:solidFill>
                  <a:srgbClr val="3829FF"/>
                </a:solidFill>
                <a:latin typeface="Myriad Pro"/>
                <a:cs typeface="Times New Roman" pitchFamily="18" charset="0"/>
              </a:rPr>
              <a:t>(eksiklik) </a:t>
            </a:r>
            <a:r>
              <a:rPr lang="tr-TR" sz="1600" i="1" dirty="0">
                <a:solidFill>
                  <a:srgbClr val="FF0000"/>
                </a:solidFill>
                <a:latin typeface="Myriad Pro"/>
                <a:cs typeface="Times New Roman" pitchFamily="18" charset="0"/>
              </a:rPr>
              <a:t>ya da d bendi </a:t>
            </a:r>
            <a:r>
              <a:rPr lang="tr-TR" sz="1600" i="1" dirty="0">
                <a:solidFill>
                  <a:srgbClr val="3829FF"/>
                </a:solidFill>
                <a:latin typeface="Myriad Pro"/>
                <a:cs typeface="Times New Roman" pitchFamily="18" charset="0"/>
              </a:rPr>
              <a:t>(fazlalık) </a:t>
            </a:r>
            <a:r>
              <a:rPr lang="tr-TR" sz="1600" i="1" dirty="0">
                <a:solidFill>
                  <a:srgbClr val="FF0000"/>
                </a:solidFill>
                <a:latin typeface="Myriad Pro"/>
                <a:cs typeface="Times New Roman" pitchFamily="18" charset="0"/>
              </a:rPr>
              <a:t>uygulanır</a:t>
            </a:r>
          </a:p>
          <a:p>
            <a:pPr lvl="1"/>
            <a:endParaRPr lang="tr-TR" sz="1600" i="1" dirty="0">
              <a:solidFill>
                <a:srgbClr val="FF0000"/>
              </a:solidFill>
              <a:latin typeface="Myriad Pro"/>
              <a:cs typeface="Times New Roman" pitchFamily="18" charset="0"/>
            </a:endParaRPr>
          </a:p>
          <a:p>
            <a:pPr lvl="1"/>
            <a:r>
              <a:rPr lang="tr-TR" sz="1600" dirty="0">
                <a:latin typeface="Myriad Pro"/>
              </a:rPr>
              <a:t>Transit özet beyanın (LRN) süresi içinde verilmemesi:</a:t>
            </a:r>
          </a:p>
          <a:p>
            <a:pPr lvl="1"/>
            <a:r>
              <a:rPr lang="tr-TR" sz="1600" i="1" dirty="0">
                <a:solidFill>
                  <a:srgbClr val="FF0000"/>
                </a:solidFill>
                <a:latin typeface="Myriad Pro"/>
                <a:cs typeface="Times New Roman" panose="02020603050405020304" pitchFamily="18" charset="0"/>
              </a:rPr>
              <a:t>4458 sayılı Gümrük Kanunu’nun 241/3-d </a:t>
            </a:r>
            <a:r>
              <a:rPr lang="tr-TR" sz="1600" i="1" dirty="0">
                <a:solidFill>
                  <a:srgbClr val="0066FF"/>
                </a:solidFill>
                <a:latin typeface="Myriad Pro"/>
                <a:cs typeface="Times New Roman" panose="02020603050405020304" pitchFamily="18" charset="0"/>
              </a:rPr>
              <a:t>(2 kat) </a:t>
            </a:r>
            <a:r>
              <a:rPr lang="tr-TR" sz="1600" i="1" dirty="0">
                <a:solidFill>
                  <a:srgbClr val="FF0000"/>
                </a:solidFill>
                <a:latin typeface="Myriad Pro"/>
                <a:cs typeface="Times New Roman" panose="02020603050405020304" pitchFamily="18" charset="0"/>
              </a:rPr>
              <a:t>maddesi uygulanır</a:t>
            </a:r>
            <a:endParaRPr lang="tr-TR" sz="1600" dirty="0">
              <a:latin typeface="Myriad Pro"/>
              <a:cs typeface="Times New Roman" panose="02020603050405020304" pitchFamily="18" charset="0"/>
            </a:endParaRPr>
          </a:p>
          <a:p>
            <a:pPr lvl="1" algn="just"/>
            <a:endParaRPr lang="tr-TR" sz="1600" i="1" dirty="0">
              <a:solidFill>
                <a:srgbClr val="FF0000"/>
              </a:solidFill>
              <a:latin typeface="Myriad Pro"/>
              <a:cs typeface="Times New Roman" panose="02020603050405020304" pitchFamily="18" charset="0"/>
            </a:endParaRPr>
          </a:p>
          <a:p>
            <a:pPr lvl="1" algn="just"/>
            <a:r>
              <a:rPr lang="tr-TR" sz="1600" dirty="0">
                <a:latin typeface="Myriad Pro"/>
                <a:cs typeface="Times New Roman" panose="02020603050405020304" pitchFamily="18" charset="0"/>
              </a:rPr>
              <a:t>Transit taşıması sırasında gümrük idaresinin izni olmadan yük alınması:</a:t>
            </a:r>
            <a:endParaRPr lang="tr-TR" sz="1600" dirty="0">
              <a:solidFill>
                <a:srgbClr val="FF0000"/>
              </a:solidFill>
              <a:latin typeface="Myriad Pro"/>
              <a:cs typeface="Times New Roman" panose="02020603050405020304" pitchFamily="18" charset="0"/>
            </a:endParaRPr>
          </a:p>
          <a:p>
            <a:pPr lvl="1"/>
            <a:r>
              <a:rPr lang="tr-TR" sz="1600" i="1" dirty="0">
                <a:solidFill>
                  <a:srgbClr val="FF0000"/>
                </a:solidFill>
                <a:latin typeface="Myriad Pro"/>
                <a:cs typeface="Times New Roman" panose="02020603050405020304" pitchFamily="18" charset="0"/>
              </a:rPr>
              <a:t>4458 sayılı Gümrük Kanunu’nun 241/4-b </a:t>
            </a:r>
            <a:r>
              <a:rPr lang="tr-TR" sz="1600" i="1" dirty="0">
                <a:solidFill>
                  <a:srgbClr val="0066FF"/>
                </a:solidFill>
                <a:latin typeface="Myriad Pro"/>
                <a:cs typeface="Times New Roman" panose="02020603050405020304" pitchFamily="18" charset="0"/>
              </a:rPr>
              <a:t>(4 kat) </a:t>
            </a:r>
            <a:r>
              <a:rPr lang="tr-TR" sz="1600" i="1" dirty="0">
                <a:solidFill>
                  <a:srgbClr val="FF0000"/>
                </a:solidFill>
                <a:latin typeface="Myriad Pro"/>
                <a:cs typeface="Times New Roman" panose="02020603050405020304" pitchFamily="18" charset="0"/>
              </a:rPr>
              <a:t>maddesi uygulanır</a:t>
            </a:r>
          </a:p>
          <a:p>
            <a:pPr lvl="1"/>
            <a:endParaRPr lang="tr-TR" sz="1600" i="1" dirty="0">
              <a:solidFill>
                <a:srgbClr val="FF0000"/>
              </a:solidFill>
              <a:latin typeface="Myriad Pro"/>
              <a:cs typeface="Times New Roman" panose="02020603050405020304" pitchFamily="18" charset="0"/>
            </a:endParaRPr>
          </a:p>
          <a:p>
            <a:pPr lvl="1"/>
            <a:r>
              <a:rPr lang="tr-TR" sz="1600" dirty="0">
                <a:latin typeface="Myriad Pro"/>
              </a:rPr>
              <a:t>Transit özet beyana (LRN) kayıtlı eşyanın cinsinin yanlış beyan edilmesi:</a:t>
            </a:r>
          </a:p>
          <a:p>
            <a:pPr lvl="1"/>
            <a:r>
              <a:rPr lang="tr-TR" sz="1600" i="1" dirty="0">
                <a:solidFill>
                  <a:srgbClr val="FF0000"/>
                </a:solidFill>
                <a:latin typeface="Myriad Pro"/>
                <a:cs typeface="Times New Roman" panose="02020603050405020304" pitchFamily="18" charset="0"/>
              </a:rPr>
              <a:t>4458 sayılı Gümrük Kanunu’nun 241/4-c </a:t>
            </a:r>
            <a:r>
              <a:rPr lang="tr-TR" sz="1600" i="1" dirty="0">
                <a:solidFill>
                  <a:srgbClr val="0066FF"/>
                </a:solidFill>
                <a:latin typeface="Myriad Pro"/>
                <a:cs typeface="Times New Roman" panose="02020603050405020304" pitchFamily="18" charset="0"/>
              </a:rPr>
              <a:t>(4 kat) </a:t>
            </a:r>
            <a:r>
              <a:rPr lang="tr-TR" sz="1600" i="1" dirty="0">
                <a:solidFill>
                  <a:srgbClr val="FF0000"/>
                </a:solidFill>
                <a:latin typeface="Myriad Pro"/>
                <a:cs typeface="Times New Roman" panose="02020603050405020304" pitchFamily="18" charset="0"/>
              </a:rPr>
              <a:t>maddesi</a:t>
            </a:r>
            <a:r>
              <a:rPr lang="tr-TR" sz="1600" i="1" dirty="0">
                <a:solidFill>
                  <a:srgbClr val="0066FF"/>
                </a:solidFill>
                <a:latin typeface="Myriad Pro"/>
                <a:cs typeface="Times New Roman" panose="02020603050405020304" pitchFamily="18" charset="0"/>
              </a:rPr>
              <a:t> </a:t>
            </a:r>
            <a:r>
              <a:rPr lang="tr-TR" sz="1600" i="1" dirty="0">
                <a:solidFill>
                  <a:srgbClr val="FF0000"/>
                </a:solidFill>
                <a:latin typeface="Myriad Pro"/>
                <a:cs typeface="Times New Roman" panose="02020603050405020304" pitchFamily="18" charset="0"/>
              </a:rPr>
              <a:t>uygulanır</a:t>
            </a:r>
          </a:p>
        </p:txBody>
      </p:sp>
      <p:sp>
        <p:nvSpPr>
          <p:cNvPr id="14" name="Content Placeholder 2">
            <a:extLst>
              <a:ext uri="{FF2B5EF4-FFF2-40B4-BE49-F238E27FC236}">
                <a16:creationId xmlns:a16="http://schemas.microsoft.com/office/drawing/2014/main" id="{7862BA6F-AF55-4B3F-A754-E5B87DE6C410}"/>
              </a:ext>
            </a:extLst>
          </p:cNvPr>
          <p:cNvSpPr>
            <a:spLocks noGrp="1"/>
          </p:cNvSpPr>
          <p:nvPr>
            <p:ph idx="1"/>
          </p:nvPr>
        </p:nvSpPr>
        <p:spPr>
          <a:xfrm>
            <a:off x="2035637" y="601996"/>
            <a:ext cx="5650033" cy="370246"/>
          </a:xfrm>
        </p:spPr>
        <p:txBody>
          <a:bodyPr>
            <a:noAutofit/>
          </a:bodyPr>
          <a:lstStyle/>
          <a:p>
            <a:pPr marL="0" indent="0">
              <a:buNone/>
            </a:pPr>
            <a:r>
              <a:rPr lang="tr-TR" sz="1904" b="1" dirty="0">
                <a:latin typeface="Myriad Pro"/>
                <a:cs typeface="Myriad Pro"/>
              </a:rPr>
              <a:t>TRANSİT REJİMİNDE DÜZENLENEN CEZALAR</a:t>
            </a:r>
          </a:p>
        </p:txBody>
      </p:sp>
      <p:sp>
        <p:nvSpPr>
          <p:cNvPr id="5" name="Metin kutusu 4">
            <a:extLst>
              <a:ext uri="{FF2B5EF4-FFF2-40B4-BE49-F238E27FC236}">
                <a16:creationId xmlns:a16="http://schemas.microsoft.com/office/drawing/2014/main" id="{13725F32-6862-4C0E-899D-7D70A8255DB9}"/>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289115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fade">
                                      <p:cBhvr>
                                        <p:cTn id="32" dur="500"/>
                                        <p:tgtEl>
                                          <p:spTgt spid="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8" end="8"/>
                                            </p:txEl>
                                          </p:spTgt>
                                        </p:tgtEl>
                                        <p:attrNameLst>
                                          <p:attrName>style.visibility</p:attrName>
                                        </p:attrNameLst>
                                      </p:cBhvr>
                                      <p:to>
                                        <p:strVal val="visible"/>
                                      </p:to>
                                    </p:set>
                                    <p:animEffect transition="in" filter="fade">
                                      <p:cBhvr>
                                        <p:cTn id="37" dur="500"/>
                                        <p:tgtEl>
                                          <p:spTgt spid="9">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xEl>
                                              <p:pRg st="10" end="10"/>
                                            </p:txEl>
                                          </p:spTgt>
                                        </p:tgtEl>
                                        <p:attrNameLst>
                                          <p:attrName>style.visibility</p:attrName>
                                        </p:attrNameLst>
                                      </p:cBhvr>
                                      <p:to>
                                        <p:strVal val="visible"/>
                                      </p:to>
                                    </p:set>
                                    <p:animEffect transition="in" filter="fade">
                                      <p:cBhvr>
                                        <p:cTn id="42" dur="500"/>
                                        <p:tgtEl>
                                          <p:spTgt spid="9">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xEl>
                                              <p:pRg st="11" end="11"/>
                                            </p:txEl>
                                          </p:spTgt>
                                        </p:tgtEl>
                                        <p:attrNameLst>
                                          <p:attrName>style.visibility</p:attrName>
                                        </p:attrNameLst>
                                      </p:cBhvr>
                                      <p:to>
                                        <p:strVal val="visible"/>
                                      </p:to>
                                    </p:set>
                                    <p:animEffect transition="in" filter="fade">
                                      <p:cBhvr>
                                        <p:cTn id="47" dur="500"/>
                                        <p:tgtEl>
                                          <p:spTgt spid="9">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
                                            <p:txEl>
                                              <p:pRg st="13" end="13"/>
                                            </p:txEl>
                                          </p:spTgt>
                                        </p:tgtEl>
                                        <p:attrNameLst>
                                          <p:attrName>style.visibility</p:attrName>
                                        </p:attrNameLst>
                                      </p:cBhvr>
                                      <p:to>
                                        <p:strVal val="visible"/>
                                      </p:to>
                                    </p:set>
                                    <p:animEffect transition="in" filter="fade">
                                      <p:cBhvr>
                                        <p:cTn id="52" dur="500"/>
                                        <p:tgtEl>
                                          <p:spTgt spid="9">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
                                            <p:txEl>
                                              <p:pRg st="14" end="14"/>
                                            </p:txEl>
                                          </p:spTgt>
                                        </p:tgtEl>
                                        <p:attrNameLst>
                                          <p:attrName>style.visibility</p:attrName>
                                        </p:attrNameLst>
                                      </p:cBhvr>
                                      <p:to>
                                        <p:strVal val="visible"/>
                                      </p:to>
                                    </p:set>
                                    <p:animEffect transition="in" filter="fade">
                                      <p:cBhvr>
                                        <p:cTn id="57" dur="500"/>
                                        <p:tgtEl>
                                          <p:spTgt spid="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ikdörtgen 8">
            <a:extLst>
              <a:ext uri="{FF2B5EF4-FFF2-40B4-BE49-F238E27FC236}">
                <a16:creationId xmlns:a16="http://schemas.microsoft.com/office/drawing/2014/main" id="{B7C0B72E-C5F9-454E-B1CE-EFDF19FAD271}"/>
              </a:ext>
            </a:extLst>
          </p:cNvPr>
          <p:cNvSpPr/>
          <p:nvPr/>
        </p:nvSpPr>
        <p:spPr>
          <a:xfrm>
            <a:off x="94697" y="1758776"/>
            <a:ext cx="11726160" cy="3785652"/>
          </a:xfrm>
          <a:prstGeom prst="rect">
            <a:avLst/>
          </a:prstGeom>
        </p:spPr>
        <p:txBody>
          <a:bodyPr wrap="square">
            <a:spAutoFit/>
          </a:bodyPr>
          <a:lstStyle/>
          <a:p>
            <a:pPr lvl="1"/>
            <a:r>
              <a:rPr lang="tr-TR" sz="1600" dirty="0">
                <a:latin typeface="Myriad Pro"/>
                <a:cs typeface="Times New Roman" panose="02020603050405020304" pitchFamily="18" charset="0"/>
              </a:rPr>
              <a:t>Güzergâh kat etme (transit) süre sınırına uymama: </a:t>
            </a:r>
          </a:p>
          <a:p>
            <a:pPr lvl="1"/>
            <a:r>
              <a:rPr lang="tr-TR" sz="1600" i="1" dirty="0">
                <a:solidFill>
                  <a:srgbClr val="FF0000"/>
                </a:solidFill>
                <a:latin typeface="Myriad Pro"/>
                <a:cs typeface="Times New Roman" panose="02020603050405020304" pitchFamily="18" charset="0"/>
              </a:rPr>
              <a:t>4458 sayılı Gümrük Kanunu’nun 241/3-e </a:t>
            </a:r>
            <a:r>
              <a:rPr lang="tr-TR" sz="1600" i="1" dirty="0">
                <a:solidFill>
                  <a:srgbClr val="0066FF"/>
                </a:solidFill>
                <a:latin typeface="Myriad Pro"/>
                <a:cs typeface="Times New Roman" panose="02020603050405020304" pitchFamily="18" charset="0"/>
              </a:rPr>
              <a:t>(2 kat)</a:t>
            </a:r>
            <a:r>
              <a:rPr lang="tr-TR" sz="1600" i="1" dirty="0">
                <a:solidFill>
                  <a:srgbClr val="FF0000"/>
                </a:solidFill>
                <a:latin typeface="Myriad Pro"/>
                <a:cs typeface="Times New Roman" panose="02020603050405020304" pitchFamily="18" charset="0"/>
              </a:rPr>
              <a:t>, 241/4-d </a:t>
            </a:r>
            <a:r>
              <a:rPr lang="tr-TR" sz="1600" i="1" dirty="0">
                <a:solidFill>
                  <a:srgbClr val="0066FF"/>
                </a:solidFill>
                <a:latin typeface="Myriad Pro"/>
                <a:cs typeface="Times New Roman" panose="02020603050405020304" pitchFamily="18" charset="0"/>
              </a:rPr>
              <a:t>(4 kat)</a:t>
            </a:r>
            <a:r>
              <a:rPr lang="tr-TR" sz="1600" i="1" dirty="0">
                <a:solidFill>
                  <a:srgbClr val="FF0000"/>
                </a:solidFill>
                <a:latin typeface="Myriad Pro"/>
                <a:cs typeface="Times New Roman" panose="02020603050405020304" pitchFamily="18" charset="0"/>
              </a:rPr>
              <a:t>, 241/5-a </a:t>
            </a:r>
            <a:r>
              <a:rPr lang="tr-TR" sz="1600" i="1" dirty="0">
                <a:solidFill>
                  <a:srgbClr val="0066FF"/>
                </a:solidFill>
                <a:latin typeface="Myriad Pro"/>
                <a:cs typeface="Times New Roman" panose="02020603050405020304" pitchFamily="18" charset="0"/>
              </a:rPr>
              <a:t>(6 kat) </a:t>
            </a:r>
            <a:r>
              <a:rPr lang="tr-TR" sz="1600" i="1" dirty="0">
                <a:solidFill>
                  <a:srgbClr val="FF0000"/>
                </a:solidFill>
                <a:latin typeface="Myriad Pro"/>
                <a:cs typeface="Times New Roman" panose="02020603050405020304" pitchFamily="18" charset="0"/>
              </a:rPr>
              <a:t>ve 241/6-c </a:t>
            </a:r>
            <a:r>
              <a:rPr lang="tr-TR" sz="1600" i="1" dirty="0">
                <a:solidFill>
                  <a:srgbClr val="0066FF"/>
                </a:solidFill>
                <a:latin typeface="Myriad Pro"/>
                <a:cs typeface="Times New Roman" panose="02020603050405020304" pitchFamily="18" charset="0"/>
              </a:rPr>
              <a:t>(8 kat)</a:t>
            </a:r>
            <a:r>
              <a:rPr lang="tr-TR" sz="1600" i="1" dirty="0">
                <a:solidFill>
                  <a:srgbClr val="FF0000"/>
                </a:solidFill>
                <a:latin typeface="Myriad Pro"/>
                <a:cs typeface="Times New Roman" panose="02020603050405020304" pitchFamily="18" charset="0"/>
              </a:rPr>
              <a:t> maddelerinden </a:t>
            </a:r>
          </a:p>
          <a:p>
            <a:pPr lvl="1"/>
            <a:r>
              <a:rPr lang="tr-TR" sz="1600" i="1" dirty="0">
                <a:solidFill>
                  <a:srgbClr val="FF0000"/>
                </a:solidFill>
                <a:latin typeface="Myriad Pro"/>
                <a:cs typeface="Times New Roman" panose="02020603050405020304" pitchFamily="18" charset="0"/>
              </a:rPr>
              <a:t>ilgili olanı uygulanır</a:t>
            </a:r>
          </a:p>
          <a:p>
            <a:pPr lvl="1"/>
            <a:endParaRPr lang="tr-TR" sz="1600" i="1" dirty="0">
              <a:solidFill>
                <a:srgbClr val="FF0000"/>
              </a:solidFill>
              <a:latin typeface="Myriad Pro"/>
              <a:cs typeface="Times New Roman" panose="02020603050405020304" pitchFamily="18" charset="0"/>
            </a:endParaRPr>
          </a:p>
          <a:p>
            <a:pPr lvl="1"/>
            <a:r>
              <a:rPr lang="tr-TR" sz="1600" dirty="0">
                <a:latin typeface="Myriad Pro"/>
                <a:cs typeface="Times New Roman" panose="02020603050405020304" pitchFamily="18" charset="0"/>
              </a:rPr>
              <a:t>Güzergâh ihlâli:</a:t>
            </a:r>
          </a:p>
          <a:p>
            <a:pPr lvl="1"/>
            <a:r>
              <a:rPr lang="tr-TR" sz="1600" i="1" dirty="0">
                <a:solidFill>
                  <a:srgbClr val="FF0000"/>
                </a:solidFill>
                <a:latin typeface="Myriad Pro"/>
                <a:cs typeface="Times New Roman" panose="02020603050405020304" pitchFamily="18" charset="0"/>
              </a:rPr>
              <a:t>4458 sayılı Gümrük Kanunu’nun 241/6-b maddesi </a:t>
            </a:r>
            <a:r>
              <a:rPr lang="tr-TR" sz="1600" i="1" dirty="0">
                <a:solidFill>
                  <a:srgbClr val="0066FF"/>
                </a:solidFill>
                <a:latin typeface="Myriad Pro"/>
                <a:cs typeface="Times New Roman" panose="02020603050405020304" pitchFamily="18" charset="0"/>
              </a:rPr>
              <a:t>(8 kat) </a:t>
            </a:r>
            <a:r>
              <a:rPr lang="tr-TR" sz="1600" i="1" dirty="0">
                <a:solidFill>
                  <a:srgbClr val="FF0000"/>
                </a:solidFill>
                <a:latin typeface="Myriad Pro"/>
                <a:cs typeface="Times New Roman" panose="02020603050405020304" pitchFamily="18" charset="0"/>
              </a:rPr>
              <a:t>uygulanır </a:t>
            </a:r>
            <a:endParaRPr lang="tr-TR" sz="1600" i="1" dirty="0">
              <a:solidFill>
                <a:srgbClr val="00B050"/>
              </a:solidFill>
              <a:latin typeface="Myriad Pro"/>
              <a:cs typeface="Times New Roman" panose="02020603050405020304" pitchFamily="18" charset="0"/>
            </a:endParaRPr>
          </a:p>
          <a:p>
            <a:pPr lvl="1" algn="just"/>
            <a:endParaRPr lang="tr-TR" sz="1600" dirty="0">
              <a:latin typeface="Myriad Pro"/>
              <a:cs typeface="Times New Roman" panose="02020603050405020304" pitchFamily="18" charset="0"/>
            </a:endParaRPr>
          </a:p>
          <a:p>
            <a:pPr lvl="1" algn="just"/>
            <a:r>
              <a:rPr lang="tr-TR" sz="1600" dirty="0">
                <a:latin typeface="Myriad Pro"/>
                <a:cs typeface="Times New Roman" panose="02020603050405020304" pitchFamily="18" charset="0"/>
              </a:rPr>
              <a:t>İhracat işlemleri tamamlanmış transit eşyasının varış gümrük idaresinde yapılan muayenesinde miktar ve cinsinde </a:t>
            </a:r>
          </a:p>
          <a:p>
            <a:pPr lvl="1" algn="just"/>
            <a:r>
              <a:rPr lang="tr-TR" sz="1600" i="1" u="sng" dirty="0">
                <a:latin typeface="Myriad Pro"/>
                <a:cs typeface="Times New Roman" panose="02020603050405020304" pitchFamily="18" charset="0"/>
              </a:rPr>
              <a:t>%10'un üzerinde</a:t>
            </a:r>
            <a:r>
              <a:rPr lang="tr-TR" sz="1600" i="1" dirty="0">
                <a:latin typeface="Myriad Pro"/>
                <a:cs typeface="Times New Roman" panose="02020603050405020304" pitchFamily="18" charset="0"/>
              </a:rPr>
              <a:t> </a:t>
            </a:r>
            <a:r>
              <a:rPr lang="tr-TR" sz="1600" dirty="0">
                <a:latin typeface="Myriad Pro"/>
                <a:cs typeface="Times New Roman" pitchFamily="18" charset="0"/>
              </a:rPr>
              <a:t>farklılık bulunması: </a:t>
            </a:r>
          </a:p>
          <a:p>
            <a:pPr lvl="1" algn="just"/>
            <a:r>
              <a:rPr lang="tr-TR" sz="1600" i="1" dirty="0">
                <a:solidFill>
                  <a:srgbClr val="FF0000"/>
                </a:solidFill>
                <a:latin typeface="Myriad Pro"/>
                <a:cs typeface="Times New Roman" panose="02020603050405020304" pitchFamily="18" charset="0"/>
              </a:rPr>
              <a:t>4458 sayılı Gümrük Kanunu’nun 241/3-j </a:t>
            </a:r>
            <a:r>
              <a:rPr lang="tr-TR" sz="1600" i="1" dirty="0">
                <a:solidFill>
                  <a:srgbClr val="0066FF"/>
                </a:solidFill>
                <a:latin typeface="Myriad Pro"/>
                <a:cs typeface="Times New Roman" panose="02020603050405020304" pitchFamily="18" charset="0"/>
              </a:rPr>
              <a:t>(2 kat) </a:t>
            </a:r>
            <a:r>
              <a:rPr lang="tr-TR" sz="1600" i="1" dirty="0">
                <a:solidFill>
                  <a:srgbClr val="FF0000"/>
                </a:solidFill>
                <a:latin typeface="Myriad Pro"/>
                <a:cs typeface="Times New Roman" panose="02020603050405020304" pitchFamily="18" charset="0"/>
              </a:rPr>
              <a:t>maddesi uygulanır, </a:t>
            </a:r>
          </a:p>
          <a:p>
            <a:pPr lvl="1" algn="just"/>
            <a:r>
              <a:rPr lang="tr-TR" sz="1600" i="1" dirty="0">
                <a:solidFill>
                  <a:srgbClr val="FF0000"/>
                </a:solidFill>
                <a:latin typeface="Myriad Pro"/>
                <a:cs typeface="Times New Roman" panose="02020603050405020304" pitchFamily="18" charset="0"/>
              </a:rPr>
              <a:t>ayrıca gerekirse 5607 sayılı Kaçakçılıkla Mücadele Kanunu hükümleri takip edilir</a:t>
            </a:r>
          </a:p>
          <a:p>
            <a:pPr lvl="1" algn="just"/>
            <a:endParaRPr lang="tr-TR" sz="1600" i="1" dirty="0">
              <a:solidFill>
                <a:srgbClr val="7030A0"/>
              </a:solidFill>
              <a:latin typeface="Myriad Pro"/>
              <a:ea typeface="Cambria" panose="02040503050406030204" pitchFamily="18" charset="0"/>
              <a:cs typeface="Times New Roman" panose="02020603050405020304" pitchFamily="18" charset="0"/>
            </a:endParaRPr>
          </a:p>
          <a:p>
            <a:pPr lvl="1" algn="just"/>
            <a:r>
              <a:rPr lang="tr-TR" sz="1600" dirty="0">
                <a:latin typeface="Myriad Pro"/>
                <a:cs typeface="Times New Roman" pitchFamily="18" charset="0"/>
              </a:rPr>
              <a:t>Transit rejimi çerçevesince taşınan serbest dolaşımda bulunmayan eşyayı yurtta bırakmak fiili: </a:t>
            </a:r>
          </a:p>
          <a:p>
            <a:pPr lvl="1" algn="just"/>
            <a:r>
              <a:rPr lang="tr-TR" sz="1600" i="1" dirty="0">
                <a:solidFill>
                  <a:srgbClr val="FF0000"/>
                </a:solidFill>
                <a:latin typeface="Myriad Pro"/>
                <a:cs typeface="Times New Roman" panose="02020603050405020304" pitchFamily="18" charset="0"/>
              </a:rPr>
              <a:t>5607 sayılı Kaçakçılıkla Mücadele Kanunu’nun 3/3 maddesi uygulanır</a:t>
            </a:r>
          </a:p>
          <a:p>
            <a:pPr lvl="1" algn="just"/>
            <a:r>
              <a:rPr lang="tr-TR" sz="1600" i="1" dirty="0">
                <a:solidFill>
                  <a:srgbClr val="7030A0"/>
                </a:solidFill>
                <a:latin typeface="Myriad Pro"/>
                <a:ea typeface="Cambria" panose="02040503050406030204" pitchFamily="18" charset="0"/>
              </a:rPr>
              <a:t>(1 yıldan 3 yıla kadar hapis ve 5.000 güne kadar adlî para cezası)</a:t>
            </a:r>
            <a:endParaRPr lang="tr-TR" sz="1600" dirty="0">
              <a:latin typeface="Myriad Pro"/>
              <a:cs typeface="Times New Roman" pitchFamily="18" charset="0"/>
            </a:endParaRPr>
          </a:p>
        </p:txBody>
      </p:sp>
      <p:sp>
        <p:nvSpPr>
          <p:cNvPr id="14" name="Content Placeholder 2">
            <a:extLst>
              <a:ext uri="{FF2B5EF4-FFF2-40B4-BE49-F238E27FC236}">
                <a16:creationId xmlns:a16="http://schemas.microsoft.com/office/drawing/2014/main" id="{71A6C6E9-7A45-4A49-A30E-7BD318055364}"/>
              </a:ext>
            </a:extLst>
          </p:cNvPr>
          <p:cNvSpPr>
            <a:spLocks noGrp="1"/>
          </p:cNvSpPr>
          <p:nvPr>
            <p:ph idx="1"/>
          </p:nvPr>
        </p:nvSpPr>
        <p:spPr>
          <a:xfrm>
            <a:off x="2035637" y="601996"/>
            <a:ext cx="5650033" cy="370246"/>
          </a:xfrm>
        </p:spPr>
        <p:txBody>
          <a:bodyPr>
            <a:noAutofit/>
          </a:bodyPr>
          <a:lstStyle/>
          <a:p>
            <a:pPr marL="0" indent="0">
              <a:buNone/>
            </a:pPr>
            <a:r>
              <a:rPr lang="tr-TR" sz="1904" b="1" dirty="0">
                <a:latin typeface="Myriad Pro"/>
                <a:cs typeface="Myriad Pro"/>
              </a:rPr>
              <a:t>TRANSİT REJİMİNDE DÜZENLENEN CEZALAR</a:t>
            </a:r>
          </a:p>
        </p:txBody>
      </p:sp>
      <p:sp>
        <p:nvSpPr>
          <p:cNvPr id="5" name="Metin kutusu 4">
            <a:extLst>
              <a:ext uri="{FF2B5EF4-FFF2-40B4-BE49-F238E27FC236}">
                <a16:creationId xmlns:a16="http://schemas.microsoft.com/office/drawing/2014/main" id="{4FAA594D-937A-4679-9B06-7AB922689C24}"/>
              </a:ext>
            </a:extLst>
          </p:cNvPr>
          <p:cNvSpPr txBox="1"/>
          <p:nvPr/>
        </p:nvSpPr>
        <p:spPr>
          <a:xfrm>
            <a:off x="1830236" y="6439210"/>
            <a:ext cx="8531527" cy="276999"/>
          </a:xfrm>
          <a:prstGeom prst="rect">
            <a:avLst/>
          </a:prstGeom>
          <a:noFill/>
        </p:spPr>
        <p:txBody>
          <a:bodyPr wrap="square" rtlCol="0">
            <a:spAutoFit/>
          </a:bodyPr>
          <a:lstStyle/>
          <a:p>
            <a:pPr algn="ctr"/>
            <a:r>
              <a:rPr lang="tr-TR" sz="1200" dirty="0">
                <a:latin typeface="Myriad Pro"/>
              </a:rPr>
              <a:t>Gümrük Memuru Muhammed KANKALP m.kankalp@ticaret.gov.tr</a:t>
            </a:r>
          </a:p>
        </p:txBody>
      </p:sp>
    </p:spTree>
    <p:extLst>
      <p:ext uri="{BB962C8B-B14F-4D97-AF65-F5344CB8AC3E}">
        <p14:creationId xmlns:p14="http://schemas.microsoft.com/office/powerpoint/2010/main" val="3342808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fade">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fade">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7" end="7"/>
                                            </p:txEl>
                                          </p:spTgt>
                                        </p:tgtEl>
                                        <p:attrNameLst>
                                          <p:attrName>style.visibility</p:attrName>
                                        </p:attrNameLst>
                                      </p:cBhvr>
                                      <p:to>
                                        <p:strVal val="visible"/>
                                      </p:to>
                                    </p:set>
                                    <p:animEffect transition="in" filter="fade">
                                      <p:cBhvr>
                                        <p:cTn id="32" dur="500"/>
                                        <p:tgtEl>
                                          <p:spTgt spid="9">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Effect transition="in" filter="fade">
                                      <p:cBhvr>
                                        <p:cTn id="35" dur="500"/>
                                        <p:tgtEl>
                                          <p:spTgt spid="9">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9" end="9"/>
                                            </p:txEl>
                                          </p:spTgt>
                                        </p:tgtEl>
                                        <p:attrNameLst>
                                          <p:attrName>style.visibility</p:attrName>
                                        </p:attrNameLst>
                                      </p:cBhvr>
                                      <p:to>
                                        <p:strVal val="visible"/>
                                      </p:to>
                                    </p:set>
                                    <p:animEffect transition="in" filter="fade">
                                      <p:cBhvr>
                                        <p:cTn id="40" dur="500"/>
                                        <p:tgtEl>
                                          <p:spTgt spid="9">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animEffect transition="in" filter="fade">
                                      <p:cBhvr>
                                        <p:cTn id="43" dur="500"/>
                                        <p:tgtEl>
                                          <p:spTgt spid="9">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9">
                                            <p:txEl>
                                              <p:pRg st="12" end="12"/>
                                            </p:txEl>
                                          </p:spTgt>
                                        </p:tgtEl>
                                        <p:attrNameLst>
                                          <p:attrName>style.visibility</p:attrName>
                                        </p:attrNameLst>
                                      </p:cBhvr>
                                      <p:to>
                                        <p:strVal val="visible"/>
                                      </p:to>
                                    </p:set>
                                    <p:animEffect transition="in" filter="fade">
                                      <p:cBhvr>
                                        <p:cTn id="48" dur="500"/>
                                        <p:tgtEl>
                                          <p:spTgt spid="9">
                                            <p:txEl>
                                              <p:pRg st="12" end="1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9">
                                            <p:txEl>
                                              <p:pRg st="13" end="13"/>
                                            </p:txEl>
                                          </p:spTgt>
                                        </p:tgtEl>
                                        <p:attrNameLst>
                                          <p:attrName>style.visibility</p:attrName>
                                        </p:attrNameLst>
                                      </p:cBhvr>
                                      <p:to>
                                        <p:strVal val="visible"/>
                                      </p:to>
                                    </p:set>
                                    <p:animEffect transition="in" filter="fade">
                                      <p:cBhvr>
                                        <p:cTn id="53" dur="500"/>
                                        <p:tgtEl>
                                          <p:spTgt spid="9">
                                            <p:txEl>
                                              <p:pRg st="13" end="13"/>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9">
                                            <p:txEl>
                                              <p:pRg st="14" end="14"/>
                                            </p:txEl>
                                          </p:spTgt>
                                        </p:tgtEl>
                                        <p:attrNameLst>
                                          <p:attrName>style.visibility</p:attrName>
                                        </p:attrNameLst>
                                      </p:cBhvr>
                                      <p:to>
                                        <p:strVal val="visible"/>
                                      </p:to>
                                    </p:set>
                                    <p:animEffect transition="in" filter="fade">
                                      <p:cBhvr>
                                        <p:cTn id="56" dur="500"/>
                                        <p:tgtEl>
                                          <p:spTgt spid="9">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2450</TotalTime>
  <Words>10904</Words>
  <Application>Microsoft Office PowerPoint</Application>
  <PresentationFormat>Geniş ekran</PresentationFormat>
  <Paragraphs>1508</Paragraphs>
  <Slides>93</Slides>
  <Notes>0</Notes>
  <HiddenSlides>0</HiddenSlides>
  <MMClips>0</MMClips>
  <ScaleCrop>false</ScaleCrop>
  <HeadingPairs>
    <vt:vector size="8" baseType="variant">
      <vt:variant>
        <vt:lpstr>Kullanılan Yazı Tipleri</vt:lpstr>
      </vt:variant>
      <vt:variant>
        <vt:i4>5</vt:i4>
      </vt:variant>
      <vt:variant>
        <vt:lpstr>Tema</vt:lpstr>
      </vt:variant>
      <vt:variant>
        <vt:i4>1</vt:i4>
      </vt:variant>
      <vt:variant>
        <vt:lpstr>Eklenmiş OLE Hizmet Programları</vt:lpstr>
      </vt:variant>
      <vt:variant>
        <vt:i4>1</vt:i4>
      </vt:variant>
      <vt:variant>
        <vt:lpstr>Slayt Başlıkları</vt:lpstr>
      </vt:variant>
      <vt:variant>
        <vt:i4>93</vt:i4>
      </vt:variant>
    </vt:vector>
  </HeadingPairs>
  <TitlesOfParts>
    <vt:vector size="100" baseType="lpstr">
      <vt:lpstr>Arial</vt:lpstr>
      <vt:lpstr>Calibri</vt:lpstr>
      <vt:lpstr>Calibri Light</vt:lpstr>
      <vt:lpstr>Myriad Pro</vt:lpstr>
      <vt:lpstr>Wingdings</vt:lpstr>
      <vt:lpstr>Office Teması</vt:lpstr>
      <vt:lpstr>Bit Eşlem Resmi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Muhammed Kankalp</dc:creator>
  <cp:lastModifiedBy>serhan saygın</cp:lastModifiedBy>
  <cp:revision>90</cp:revision>
  <cp:lastPrinted>2025-07-21T06:28:01Z</cp:lastPrinted>
  <dcterms:created xsi:type="dcterms:W3CDTF">2022-05-06T17:57:31Z</dcterms:created>
  <dcterms:modified xsi:type="dcterms:W3CDTF">2026-06-26T16:57:22Z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odilabelclass">
    <vt:lpwstr>id_classification_unclassified=0ef0d4bf-59b8-4ae6-bbc0-fafde041157b</vt:lpwstr>
  </property>
  <property fmtid="{D5CDD505-2E9C-101B-9397-08002B2CF9AE}" pid="3" name="geodilabeluser">
    <vt:lpwstr>user=%UserFullName%</vt:lpwstr>
  </property>
  <property fmtid="{D5CDD505-2E9C-101B-9397-08002B2CF9AE}" pid="4" name="geodilabeltime">
    <vt:lpwstr>datetime=2026-06-11T12:13:29.307Z</vt:lpwstr>
  </property>
</Properties>
</file>